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11"/>
  </p:notesMasterIdLst>
  <p:sldIdLst>
    <p:sldId id="256" r:id="rId2"/>
    <p:sldId id="260" r:id="rId3"/>
    <p:sldId id="267" r:id="rId4"/>
    <p:sldId id="263" r:id="rId5"/>
    <p:sldId id="270" r:id="rId6"/>
    <p:sldId id="278" r:id="rId7"/>
    <p:sldId id="279" r:id="rId8"/>
    <p:sldId id="276" r:id="rId9"/>
    <p:sldId id="259" r:id="rId10"/>
  </p:sldIdLst>
  <p:sldSz cx="9144000" cy="5143500" type="screen16x9"/>
  <p:notesSz cx="6858000" cy="9144000"/>
  <p:embeddedFontLst>
    <p:embeddedFont>
      <p:font typeface="Fredoka One" panose="02000000000000000000" pitchFamily="2" charset="0"/>
      <p:regular r:id="rId12"/>
    </p:embeddedFont>
    <p:embeddedFont>
      <p:font typeface="Inter" panose="020B0604020202020204" charset="0"/>
      <p:regular r:id="rId13"/>
      <p:bold r:id="rId14"/>
      <p:italic r:id="rId15"/>
      <p:boldItalic r:id="rId16"/>
    </p:embeddedFont>
    <p:embeddedFont>
      <p:font typeface="Montserrat" panose="00000500000000000000" pitchFamily="2" charset="0"/>
      <p:regular r:id="rId17"/>
      <p:bold r:id="rId18"/>
      <p:italic r:id="rId19"/>
      <p:boldItalic r:id="rId20"/>
    </p:embeddedFont>
    <p:embeddedFont>
      <p:font typeface="Source Sans Pro" panose="020B0503030403020204" pitchFamily="34"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B224996-B5DE-49EF-A244-76E820D07729}">
  <a:tblStyle styleId="{CB224996-B5DE-49EF-A244-76E820D0772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946" y="39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font" Target="fonts/font13.fntdata"/><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font" Target="fonts/font12.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7"/>
        <p:cNvGrpSpPr/>
        <p:nvPr/>
      </p:nvGrpSpPr>
      <p:grpSpPr>
        <a:xfrm>
          <a:off x="0" y="0"/>
          <a:ext cx="0" cy="0"/>
          <a:chOff x="0" y="0"/>
          <a:chExt cx="0" cy="0"/>
        </a:xfrm>
      </p:grpSpPr>
      <p:sp>
        <p:nvSpPr>
          <p:cNvPr id="2428" name="Google Shape;2428;g1312d9f53c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9" name="Google Shape;2429;g1312d9f53c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2"/>
        <p:cNvGrpSpPr/>
        <p:nvPr/>
      </p:nvGrpSpPr>
      <p:grpSpPr>
        <a:xfrm>
          <a:off x="0" y="0"/>
          <a:ext cx="0" cy="0"/>
          <a:chOff x="0" y="0"/>
          <a:chExt cx="0" cy="0"/>
        </a:xfrm>
      </p:grpSpPr>
      <p:sp>
        <p:nvSpPr>
          <p:cNvPr id="2963" name="Google Shape;2963;g1224a59d8d2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4" name="Google Shape;2964;g1224a59d8d2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1"/>
        <p:cNvGrpSpPr/>
        <p:nvPr/>
      </p:nvGrpSpPr>
      <p:grpSpPr>
        <a:xfrm>
          <a:off x="0" y="0"/>
          <a:ext cx="0" cy="0"/>
          <a:chOff x="0" y="0"/>
          <a:chExt cx="0" cy="0"/>
        </a:xfrm>
      </p:grpSpPr>
      <p:sp>
        <p:nvSpPr>
          <p:cNvPr id="4062" name="Google Shape;4062;g13310219ad3_0_3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63" name="Google Shape;4063;g13310219ad3_0_3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9"/>
        <p:cNvGrpSpPr/>
        <p:nvPr/>
      </p:nvGrpSpPr>
      <p:grpSpPr>
        <a:xfrm>
          <a:off x="0" y="0"/>
          <a:ext cx="0" cy="0"/>
          <a:chOff x="0" y="0"/>
          <a:chExt cx="0" cy="0"/>
        </a:xfrm>
      </p:grpSpPr>
      <p:sp>
        <p:nvSpPr>
          <p:cNvPr id="3430" name="Google Shape;3430;g13310219ad3_0_3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1" name="Google Shape;3431;g13310219ad3_0_3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9"/>
        <p:cNvGrpSpPr/>
        <p:nvPr/>
      </p:nvGrpSpPr>
      <p:grpSpPr>
        <a:xfrm>
          <a:off x="0" y="0"/>
          <a:ext cx="0" cy="0"/>
          <a:chOff x="0" y="0"/>
          <a:chExt cx="0" cy="0"/>
        </a:xfrm>
      </p:grpSpPr>
      <p:sp>
        <p:nvSpPr>
          <p:cNvPr id="4430" name="Google Shape;4430;g13310219ad3_0_3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31" name="Google Shape;4431;g13310219ad3_0_3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1"/>
        <p:cNvGrpSpPr/>
        <p:nvPr/>
      </p:nvGrpSpPr>
      <p:grpSpPr>
        <a:xfrm>
          <a:off x="0" y="0"/>
          <a:ext cx="0" cy="0"/>
          <a:chOff x="0" y="0"/>
          <a:chExt cx="0" cy="0"/>
        </a:xfrm>
      </p:grpSpPr>
      <p:sp>
        <p:nvSpPr>
          <p:cNvPr id="5002" name="Google Shape;5002;g128df02aa99_0_4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03" name="Google Shape;5003;g128df02aa99_0_4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6"/>
        <p:cNvGrpSpPr/>
        <p:nvPr/>
      </p:nvGrpSpPr>
      <p:grpSpPr>
        <a:xfrm>
          <a:off x="0" y="0"/>
          <a:ext cx="0" cy="0"/>
          <a:chOff x="0" y="0"/>
          <a:chExt cx="0" cy="0"/>
        </a:xfrm>
      </p:grpSpPr>
      <p:sp>
        <p:nvSpPr>
          <p:cNvPr id="2887" name="Google Shape;2887;g1224a59d8d2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8" name="Google Shape;2888;g1224a59d8d2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2"/>
        </a:solidFill>
        <a:effectLst/>
      </p:bgPr>
    </p:bg>
    <p:spTree>
      <p:nvGrpSpPr>
        <p:cNvPr id="1" name="Shape 8"/>
        <p:cNvGrpSpPr/>
        <p:nvPr/>
      </p:nvGrpSpPr>
      <p:grpSpPr>
        <a:xfrm>
          <a:off x="0" y="0"/>
          <a:ext cx="0" cy="0"/>
          <a:chOff x="0" y="0"/>
          <a:chExt cx="0" cy="0"/>
        </a:xfrm>
      </p:grpSpPr>
      <p:sp>
        <p:nvSpPr>
          <p:cNvPr id="9" name="Google Shape;9;p2"/>
          <p:cNvSpPr/>
          <p:nvPr/>
        </p:nvSpPr>
        <p:spPr>
          <a:xfrm>
            <a:off x="-111285" y="-151800"/>
            <a:ext cx="9366570" cy="5506907"/>
          </a:xfrm>
          <a:custGeom>
            <a:avLst/>
            <a:gdLst/>
            <a:ahLst/>
            <a:cxnLst/>
            <a:rect l="l" t="t" r="r" b="b"/>
            <a:pathLst>
              <a:path w="287870" h="169248" extrusionOk="0">
                <a:moveTo>
                  <a:pt x="17455" y="3287"/>
                </a:moveTo>
                <a:lnTo>
                  <a:pt x="17455" y="9371"/>
                </a:lnTo>
                <a:lnTo>
                  <a:pt x="11371" y="9371"/>
                </a:lnTo>
                <a:lnTo>
                  <a:pt x="11371" y="3287"/>
                </a:lnTo>
                <a:close/>
                <a:moveTo>
                  <a:pt x="24503" y="3287"/>
                </a:moveTo>
                <a:lnTo>
                  <a:pt x="24503" y="9371"/>
                </a:lnTo>
                <a:lnTo>
                  <a:pt x="18431" y="9371"/>
                </a:lnTo>
                <a:lnTo>
                  <a:pt x="18431" y="3287"/>
                </a:lnTo>
                <a:close/>
                <a:moveTo>
                  <a:pt x="31564" y="3287"/>
                </a:moveTo>
                <a:lnTo>
                  <a:pt x="31564" y="9371"/>
                </a:lnTo>
                <a:lnTo>
                  <a:pt x="25492" y="9371"/>
                </a:lnTo>
                <a:lnTo>
                  <a:pt x="25492" y="3287"/>
                </a:lnTo>
                <a:close/>
                <a:moveTo>
                  <a:pt x="38612" y="3287"/>
                </a:moveTo>
                <a:lnTo>
                  <a:pt x="38612" y="9371"/>
                </a:lnTo>
                <a:lnTo>
                  <a:pt x="32540" y="9371"/>
                </a:lnTo>
                <a:lnTo>
                  <a:pt x="32540" y="3287"/>
                </a:lnTo>
                <a:close/>
                <a:moveTo>
                  <a:pt x="45673" y="3287"/>
                </a:moveTo>
                <a:lnTo>
                  <a:pt x="45673" y="9371"/>
                </a:lnTo>
                <a:lnTo>
                  <a:pt x="39601" y="9371"/>
                </a:lnTo>
                <a:lnTo>
                  <a:pt x="39601" y="3287"/>
                </a:lnTo>
                <a:close/>
                <a:moveTo>
                  <a:pt x="52721" y="3287"/>
                </a:moveTo>
                <a:lnTo>
                  <a:pt x="52721" y="9371"/>
                </a:lnTo>
                <a:lnTo>
                  <a:pt x="46649" y="9371"/>
                </a:lnTo>
                <a:lnTo>
                  <a:pt x="46649" y="3287"/>
                </a:lnTo>
                <a:close/>
                <a:moveTo>
                  <a:pt x="59782" y="3287"/>
                </a:moveTo>
                <a:lnTo>
                  <a:pt x="59782" y="9371"/>
                </a:lnTo>
                <a:lnTo>
                  <a:pt x="53709" y="9371"/>
                </a:lnTo>
                <a:lnTo>
                  <a:pt x="53709" y="3287"/>
                </a:lnTo>
                <a:close/>
                <a:moveTo>
                  <a:pt x="66842" y="3287"/>
                </a:moveTo>
                <a:lnTo>
                  <a:pt x="66842" y="9371"/>
                </a:lnTo>
                <a:lnTo>
                  <a:pt x="60770" y="9371"/>
                </a:lnTo>
                <a:lnTo>
                  <a:pt x="60770" y="3287"/>
                </a:lnTo>
                <a:close/>
                <a:moveTo>
                  <a:pt x="73902" y="3287"/>
                </a:moveTo>
                <a:lnTo>
                  <a:pt x="73902" y="9371"/>
                </a:lnTo>
                <a:lnTo>
                  <a:pt x="67818" y="9371"/>
                </a:lnTo>
                <a:lnTo>
                  <a:pt x="67818" y="3287"/>
                </a:lnTo>
                <a:close/>
                <a:moveTo>
                  <a:pt x="80951" y="3287"/>
                </a:moveTo>
                <a:lnTo>
                  <a:pt x="80951" y="9371"/>
                </a:lnTo>
                <a:lnTo>
                  <a:pt x="74879" y="9371"/>
                </a:lnTo>
                <a:lnTo>
                  <a:pt x="74879" y="3287"/>
                </a:lnTo>
                <a:close/>
                <a:moveTo>
                  <a:pt x="88011" y="3287"/>
                </a:moveTo>
                <a:lnTo>
                  <a:pt x="88011" y="9371"/>
                </a:lnTo>
                <a:lnTo>
                  <a:pt x="81939" y="9371"/>
                </a:lnTo>
                <a:lnTo>
                  <a:pt x="81939" y="3287"/>
                </a:lnTo>
                <a:close/>
                <a:moveTo>
                  <a:pt x="95060" y="3287"/>
                </a:moveTo>
                <a:lnTo>
                  <a:pt x="95060" y="9371"/>
                </a:lnTo>
                <a:lnTo>
                  <a:pt x="88988" y="9371"/>
                </a:lnTo>
                <a:lnTo>
                  <a:pt x="88988" y="3287"/>
                </a:lnTo>
                <a:close/>
                <a:moveTo>
                  <a:pt x="102120" y="3287"/>
                </a:moveTo>
                <a:lnTo>
                  <a:pt x="102120" y="9371"/>
                </a:lnTo>
                <a:lnTo>
                  <a:pt x="96036" y="9371"/>
                </a:lnTo>
                <a:lnTo>
                  <a:pt x="96036" y="3287"/>
                </a:lnTo>
                <a:close/>
                <a:moveTo>
                  <a:pt x="109169" y="3287"/>
                </a:moveTo>
                <a:lnTo>
                  <a:pt x="109169" y="9371"/>
                </a:lnTo>
                <a:lnTo>
                  <a:pt x="103097" y="9371"/>
                </a:lnTo>
                <a:lnTo>
                  <a:pt x="103097" y="3287"/>
                </a:lnTo>
                <a:close/>
                <a:moveTo>
                  <a:pt x="116229" y="3287"/>
                </a:moveTo>
                <a:lnTo>
                  <a:pt x="116229" y="9371"/>
                </a:lnTo>
                <a:lnTo>
                  <a:pt x="110157" y="9371"/>
                </a:lnTo>
                <a:lnTo>
                  <a:pt x="110157" y="3287"/>
                </a:lnTo>
                <a:close/>
                <a:moveTo>
                  <a:pt x="123278" y="3287"/>
                </a:moveTo>
                <a:lnTo>
                  <a:pt x="123278" y="9371"/>
                </a:lnTo>
                <a:lnTo>
                  <a:pt x="117205" y="9371"/>
                </a:lnTo>
                <a:lnTo>
                  <a:pt x="117205" y="3287"/>
                </a:lnTo>
                <a:close/>
                <a:moveTo>
                  <a:pt x="130338" y="3287"/>
                </a:moveTo>
                <a:lnTo>
                  <a:pt x="130338" y="9371"/>
                </a:lnTo>
                <a:lnTo>
                  <a:pt x="124266" y="9371"/>
                </a:lnTo>
                <a:lnTo>
                  <a:pt x="124266" y="3287"/>
                </a:lnTo>
                <a:close/>
                <a:moveTo>
                  <a:pt x="137387" y="3287"/>
                </a:moveTo>
                <a:lnTo>
                  <a:pt x="137387" y="9371"/>
                </a:lnTo>
                <a:lnTo>
                  <a:pt x="131314" y="9371"/>
                </a:lnTo>
                <a:lnTo>
                  <a:pt x="131314" y="3287"/>
                </a:lnTo>
                <a:close/>
                <a:moveTo>
                  <a:pt x="144447" y="3287"/>
                </a:moveTo>
                <a:lnTo>
                  <a:pt x="144447" y="9371"/>
                </a:lnTo>
                <a:lnTo>
                  <a:pt x="138375" y="9371"/>
                </a:lnTo>
                <a:lnTo>
                  <a:pt x="138375" y="3287"/>
                </a:lnTo>
                <a:close/>
                <a:moveTo>
                  <a:pt x="151495" y="3287"/>
                </a:moveTo>
                <a:lnTo>
                  <a:pt x="151495" y="9371"/>
                </a:lnTo>
                <a:lnTo>
                  <a:pt x="145423" y="9371"/>
                </a:lnTo>
                <a:lnTo>
                  <a:pt x="145423" y="3287"/>
                </a:lnTo>
                <a:close/>
                <a:moveTo>
                  <a:pt x="158556" y="3287"/>
                </a:moveTo>
                <a:lnTo>
                  <a:pt x="158556" y="9371"/>
                </a:lnTo>
                <a:lnTo>
                  <a:pt x="152484" y="9371"/>
                </a:lnTo>
                <a:lnTo>
                  <a:pt x="152484" y="3287"/>
                </a:lnTo>
                <a:close/>
                <a:moveTo>
                  <a:pt x="165604" y="3287"/>
                </a:moveTo>
                <a:lnTo>
                  <a:pt x="165604" y="9371"/>
                </a:lnTo>
                <a:lnTo>
                  <a:pt x="159532" y="9371"/>
                </a:lnTo>
                <a:lnTo>
                  <a:pt x="159532" y="3287"/>
                </a:lnTo>
                <a:close/>
                <a:moveTo>
                  <a:pt x="172665" y="3287"/>
                </a:moveTo>
                <a:lnTo>
                  <a:pt x="172665" y="9371"/>
                </a:lnTo>
                <a:lnTo>
                  <a:pt x="166581" y="9371"/>
                </a:lnTo>
                <a:lnTo>
                  <a:pt x="166581" y="3287"/>
                </a:lnTo>
                <a:close/>
                <a:moveTo>
                  <a:pt x="179713" y="3287"/>
                </a:moveTo>
                <a:lnTo>
                  <a:pt x="179713" y="9371"/>
                </a:lnTo>
                <a:lnTo>
                  <a:pt x="173641" y="9371"/>
                </a:lnTo>
                <a:lnTo>
                  <a:pt x="173641" y="3287"/>
                </a:lnTo>
                <a:close/>
                <a:moveTo>
                  <a:pt x="186774" y="3287"/>
                </a:moveTo>
                <a:lnTo>
                  <a:pt x="186774" y="9371"/>
                </a:lnTo>
                <a:lnTo>
                  <a:pt x="180702" y="9371"/>
                </a:lnTo>
                <a:lnTo>
                  <a:pt x="180702" y="3287"/>
                </a:lnTo>
                <a:close/>
                <a:moveTo>
                  <a:pt x="193822" y="3287"/>
                </a:moveTo>
                <a:lnTo>
                  <a:pt x="193822" y="9371"/>
                </a:lnTo>
                <a:lnTo>
                  <a:pt x="187750" y="9371"/>
                </a:lnTo>
                <a:lnTo>
                  <a:pt x="187750" y="3287"/>
                </a:lnTo>
                <a:close/>
                <a:moveTo>
                  <a:pt x="200883" y="3287"/>
                </a:moveTo>
                <a:lnTo>
                  <a:pt x="200883" y="9371"/>
                </a:lnTo>
                <a:lnTo>
                  <a:pt x="194810" y="9371"/>
                </a:lnTo>
                <a:lnTo>
                  <a:pt x="194810" y="3287"/>
                </a:lnTo>
                <a:close/>
                <a:moveTo>
                  <a:pt x="207931" y="3287"/>
                </a:moveTo>
                <a:lnTo>
                  <a:pt x="207931" y="9371"/>
                </a:lnTo>
                <a:lnTo>
                  <a:pt x="201859" y="9371"/>
                </a:lnTo>
                <a:lnTo>
                  <a:pt x="201859" y="3287"/>
                </a:lnTo>
                <a:close/>
                <a:moveTo>
                  <a:pt x="214992" y="3287"/>
                </a:moveTo>
                <a:lnTo>
                  <a:pt x="214992" y="9371"/>
                </a:lnTo>
                <a:lnTo>
                  <a:pt x="208919" y="9371"/>
                </a:lnTo>
                <a:lnTo>
                  <a:pt x="208919" y="3287"/>
                </a:lnTo>
                <a:close/>
                <a:moveTo>
                  <a:pt x="222052" y="3287"/>
                </a:moveTo>
                <a:lnTo>
                  <a:pt x="222052" y="9371"/>
                </a:lnTo>
                <a:lnTo>
                  <a:pt x="215968" y="9371"/>
                </a:lnTo>
                <a:lnTo>
                  <a:pt x="215968" y="3287"/>
                </a:lnTo>
                <a:close/>
                <a:moveTo>
                  <a:pt x="229100" y="3287"/>
                </a:moveTo>
                <a:lnTo>
                  <a:pt x="229100" y="9371"/>
                </a:lnTo>
                <a:lnTo>
                  <a:pt x="223028" y="9371"/>
                </a:lnTo>
                <a:lnTo>
                  <a:pt x="223028" y="3287"/>
                </a:lnTo>
                <a:close/>
                <a:moveTo>
                  <a:pt x="236161" y="3287"/>
                </a:moveTo>
                <a:lnTo>
                  <a:pt x="236161" y="9371"/>
                </a:lnTo>
                <a:lnTo>
                  <a:pt x="230077" y="9371"/>
                </a:lnTo>
                <a:lnTo>
                  <a:pt x="230077" y="3287"/>
                </a:lnTo>
                <a:close/>
                <a:moveTo>
                  <a:pt x="243209" y="3287"/>
                </a:moveTo>
                <a:lnTo>
                  <a:pt x="243209" y="9371"/>
                </a:lnTo>
                <a:lnTo>
                  <a:pt x="237137" y="9371"/>
                </a:lnTo>
                <a:lnTo>
                  <a:pt x="237137" y="3287"/>
                </a:lnTo>
                <a:close/>
                <a:moveTo>
                  <a:pt x="250270" y="3287"/>
                </a:moveTo>
                <a:lnTo>
                  <a:pt x="250270" y="9371"/>
                </a:lnTo>
                <a:lnTo>
                  <a:pt x="244198" y="9371"/>
                </a:lnTo>
                <a:lnTo>
                  <a:pt x="244198" y="3287"/>
                </a:lnTo>
                <a:close/>
                <a:moveTo>
                  <a:pt x="257318" y="3287"/>
                </a:moveTo>
                <a:lnTo>
                  <a:pt x="257318" y="9371"/>
                </a:lnTo>
                <a:lnTo>
                  <a:pt x="251246" y="9371"/>
                </a:lnTo>
                <a:lnTo>
                  <a:pt x="251246" y="3287"/>
                </a:lnTo>
                <a:close/>
                <a:moveTo>
                  <a:pt x="264379" y="3287"/>
                </a:moveTo>
                <a:lnTo>
                  <a:pt x="264379" y="9371"/>
                </a:lnTo>
                <a:lnTo>
                  <a:pt x="258306" y="9371"/>
                </a:lnTo>
                <a:lnTo>
                  <a:pt x="258306" y="3287"/>
                </a:lnTo>
                <a:close/>
                <a:moveTo>
                  <a:pt x="271427" y="3287"/>
                </a:moveTo>
                <a:lnTo>
                  <a:pt x="271427" y="9371"/>
                </a:lnTo>
                <a:lnTo>
                  <a:pt x="265355" y="9371"/>
                </a:lnTo>
                <a:lnTo>
                  <a:pt x="265355" y="3287"/>
                </a:lnTo>
                <a:close/>
                <a:moveTo>
                  <a:pt x="278488" y="3287"/>
                </a:moveTo>
                <a:lnTo>
                  <a:pt x="278488" y="9371"/>
                </a:lnTo>
                <a:lnTo>
                  <a:pt x="272415" y="9371"/>
                </a:lnTo>
                <a:lnTo>
                  <a:pt x="272415" y="3287"/>
                </a:lnTo>
                <a:close/>
                <a:moveTo>
                  <a:pt x="17443" y="10347"/>
                </a:moveTo>
                <a:lnTo>
                  <a:pt x="17443" y="16419"/>
                </a:lnTo>
                <a:lnTo>
                  <a:pt x="11371" y="16419"/>
                </a:lnTo>
                <a:lnTo>
                  <a:pt x="11371" y="10347"/>
                </a:lnTo>
                <a:close/>
                <a:moveTo>
                  <a:pt x="24503" y="10347"/>
                </a:moveTo>
                <a:lnTo>
                  <a:pt x="24503" y="16419"/>
                </a:lnTo>
                <a:lnTo>
                  <a:pt x="18431" y="16419"/>
                </a:lnTo>
                <a:lnTo>
                  <a:pt x="18431" y="10347"/>
                </a:lnTo>
                <a:close/>
                <a:moveTo>
                  <a:pt x="31564" y="10347"/>
                </a:moveTo>
                <a:lnTo>
                  <a:pt x="31564" y="16419"/>
                </a:lnTo>
                <a:lnTo>
                  <a:pt x="25492" y="16419"/>
                </a:lnTo>
                <a:lnTo>
                  <a:pt x="25492" y="10347"/>
                </a:lnTo>
                <a:close/>
                <a:moveTo>
                  <a:pt x="38612" y="10347"/>
                </a:moveTo>
                <a:lnTo>
                  <a:pt x="38612" y="16419"/>
                </a:lnTo>
                <a:lnTo>
                  <a:pt x="32540" y="16419"/>
                </a:lnTo>
                <a:lnTo>
                  <a:pt x="32540" y="10347"/>
                </a:lnTo>
                <a:close/>
                <a:moveTo>
                  <a:pt x="45673" y="10347"/>
                </a:moveTo>
                <a:lnTo>
                  <a:pt x="45673" y="16419"/>
                </a:lnTo>
                <a:lnTo>
                  <a:pt x="39601" y="16419"/>
                </a:lnTo>
                <a:lnTo>
                  <a:pt x="39601" y="10347"/>
                </a:lnTo>
                <a:close/>
                <a:moveTo>
                  <a:pt x="52721" y="10347"/>
                </a:moveTo>
                <a:lnTo>
                  <a:pt x="52721" y="16419"/>
                </a:lnTo>
                <a:lnTo>
                  <a:pt x="46649" y="16419"/>
                </a:lnTo>
                <a:lnTo>
                  <a:pt x="46649" y="10347"/>
                </a:lnTo>
                <a:close/>
                <a:moveTo>
                  <a:pt x="59782" y="10347"/>
                </a:moveTo>
                <a:lnTo>
                  <a:pt x="59782" y="16419"/>
                </a:lnTo>
                <a:lnTo>
                  <a:pt x="53709" y="16419"/>
                </a:lnTo>
                <a:lnTo>
                  <a:pt x="53709" y="10347"/>
                </a:lnTo>
                <a:close/>
                <a:moveTo>
                  <a:pt x="66842" y="10347"/>
                </a:moveTo>
                <a:lnTo>
                  <a:pt x="66842" y="16419"/>
                </a:lnTo>
                <a:lnTo>
                  <a:pt x="60758" y="16419"/>
                </a:lnTo>
                <a:lnTo>
                  <a:pt x="60758" y="10347"/>
                </a:lnTo>
                <a:close/>
                <a:moveTo>
                  <a:pt x="73902" y="10347"/>
                </a:moveTo>
                <a:lnTo>
                  <a:pt x="73902" y="16419"/>
                </a:lnTo>
                <a:lnTo>
                  <a:pt x="67818" y="16419"/>
                </a:lnTo>
                <a:lnTo>
                  <a:pt x="67818" y="10347"/>
                </a:lnTo>
                <a:close/>
                <a:moveTo>
                  <a:pt x="80951" y="10347"/>
                </a:moveTo>
                <a:lnTo>
                  <a:pt x="80951" y="16419"/>
                </a:lnTo>
                <a:lnTo>
                  <a:pt x="74879" y="16419"/>
                </a:lnTo>
                <a:lnTo>
                  <a:pt x="74879" y="10347"/>
                </a:lnTo>
                <a:close/>
                <a:moveTo>
                  <a:pt x="88011" y="10347"/>
                </a:moveTo>
                <a:lnTo>
                  <a:pt x="88011" y="16419"/>
                </a:lnTo>
                <a:lnTo>
                  <a:pt x="81927" y="16419"/>
                </a:lnTo>
                <a:lnTo>
                  <a:pt x="81927" y="10347"/>
                </a:lnTo>
                <a:close/>
                <a:moveTo>
                  <a:pt x="95060" y="10347"/>
                </a:moveTo>
                <a:lnTo>
                  <a:pt x="95060" y="16419"/>
                </a:lnTo>
                <a:lnTo>
                  <a:pt x="88988" y="16419"/>
                </a:lnTo>
                <a:lnTo>
                  <a:pt x="88988" y="10347"/>
                </a:lnTo>
                <a:close/>
                <a:moveTo>
                  <a:pt x="102120" y="10347"/>
                </a:moveTo>
                <a:lnTo>
                  <a:pt x="102120" y="16419"/>
                </a:lnTo>
                <a:lnTo>
                  <a:pt x="96036" y="16419"/>
                </a:lnTo>
                <a:lnTo>
                  <a:pt x="96036" y="10347"/>
                </a:lnTo>
                <a:close/>
                <a:moveTo>
                  <a:pt x="109169" y="10347"/>
                </a:moveTo>
                <a:lnTo>
                  <a:pt x="109169" y="16419"/>
                </a:lnTo>
                <a:lnTo>
                  <a:pt x="103097" y="16419"/>
                </a:lnTo>
                <a:lnTo>
                  <a:pt x="103097" y="10347"/>
                </a:lnTo>
                <a:close/>
                <a:moveTo>
                  <a:pt x="116229" y="10347"/>
                </a:moveTo>
                <a:lnTo>
                  <a:pt x="116229" y="16419"/>
                </a:lnTo>
                <a:lnTo>
                  <a:pt x="110157" y="16419"/>
                </a:lnTo>
                <a:lnTo>
                  <a:pt x="110157" y="10347"/>
                </a:lnTo>
                <a:close/>
                <a:moveTo>
                  <a:pt x="123278" y="10347"/>
                </a:moveTo>
                <a:lnTo>
                  <a:pt x="123278" y="16419"/>
                </a:lnTo>
                <a:lnTo>
                  <a:pt x="117205" y="16419"/>
                </a:lnTo>
                <a:lnTo>
                  <a:pt x="117205" y="10347"/>
                </a:lnTo>
                <a:close/>
                <a:moveTo>
                  <a:pt x="130338" y="10347"/>
                </a:moveTo>
                <a:lnTo>
                  <a:pt x="130338" y="16419"/>
                </a:lnTo>
                <a:lnTo>
                  <a:pt x="124254" y="16419"/>
                </a:lnTo>
                <a:lnTo>
                  <a:pt x="124254" y="10347"/>
                </a:lnTo>
                <a:close/>
                <a:moveTo>
                  <a:pt x="137387" y="10347"/>
                </a:moveTo>
                <a:lnTo>
                  <a:pt x="137387" y="16419"/>
                </a:lnTo>
                <a:lnTo>
                  <a:pt x="131314" y="16419"/>
                </a:lnTo>
                <a:lnTo>
                  <a:pt x="131314" y="10347"/>
                </a:lnTo>
                <a:close/>
                <a:moveTo>
                  <a:pt x="144447" y="10347"/>
                </a:moveTo>
                <a:lnTo>
                  <a:pt x="144447" y="16419"/>
                </a:lnTo>
                <a:lnTo>
                  <a:pt x="138375" y="16419"/>
                </a:lnTo>
                <a:lnTo>
                  <a:pt x="138375" y="10347"/>
                </a:lnTo>
                <a:close/>
                <a:moveTo>
                  <a:pt x="151495" y="10347"/>
                </a:moveTo>
                <a:lnTo>
                  <a:pt x="151495" y="16419"/>
                </a:lnTo>
                <a:lnTo>
                  <a:pt x="145423" y="16419"/>
                </a:lnTo>
                <a:lnTo>
                  <a:pt x="145423" y="10347"/>
                </a:lnTo>
                <a:close/>
                <a:moveTo>
                  <a:pt x="158556" y="10347"/>
                </a:moveTo>
                <a:lnTo>
                  <a:pt x="158556" y="16419"/>
                </a:lnTo>
                <a:lnTo>
                  <a:pt x="152484" y="16419"/>
                </a:lnTo>
                <a:lnTo>
                  <a:pt x="152484" y="10347"/>
                </a:lnTo>
                <a:close/>
                <a:moveTo>
                  <a:pt x="165604" y="10347"/>
                </a:moveTo>
                <a:lnTo>
                  <a:pt x="165604" y="16419"/>
                </a:lnTo>
                <a:lnTo>
                  <a:pt x="159532" y="16419"/>
                </a:lnTo>
                <a:lnTo>
                  <a:pt x="159532" y="10347"/>
                </a:lnTo>
                <a:close/>
                <a:moveTo>
                  <a:pt x="172665" y="10347"/>
                </a:moveTo>
                <a:lnTo>
                  <a:pt x="172665" y="16419"/>
                </a:lnTo>
                <a:lnTo>
                  <a:pt x="166581" y="16419"/>
                </a:lnTo>
                <a:lnTo>
                  <a:pt x="166581" y="10347"/>
                </a:lnTo>
                <a:close/>
                <a:moveTo>
                  <a:pt x="179713" y="10347"/>
                </a:moveTo>
                <a:lnTo>
                  <a:pt x="179713" y="16419"/>
                </a:lnTo>
                <a:lnTo>
                  <a:pt x="173641" y="16419"/>
                </a:lnTo>
                <a:lnTo>
                  <a:pt x="173641" y="10347"/>
                </a:lnTo>
                <a:close/>
                <a:moveTo>
                  <a:pt x="186774" y="10347"/>
                </a:moveTo>
                <a:lnTo>
                  <a:pt x="186774" y="16419"/>
                </a:lnTo>
                <a:lnTo>
                  <a:pt x="180702" y="16419"/>
                </a:lnTo>
                <a:lnTo>
                  <a:pt x="180702" y="10347"/>
                </a:lnTo>
                <a:close/>
                <a:moveTo>
                  <a:pt x="193822" y="10347"/>
                </a:moveTo>
                <a:lnTo>
                  <a:pt x="193822" y="16419"/>
                </a:lnTo>
                <a:lnTo>
                  <a:pt x="187750" y="16419"/>
                </a:lnTo>
                <a:lnTo>
                  <a:pt x="187750" y="10347"/>
                </a:lnTo>
                <a:close/>
                <a:moveTo>
                  <a:pt x="200883" y="10347"/>
                </a:moveTo>
                <a:lnTo>
                  <a:pt x="200883" y="16419"/>
                </a:lnTo>
                <a:lnTo>
                  <a:pt x="194810" y="16419"/>
                </a:lnTo>
                <a:lnTo>
                  <a:pt x="194810" y="10347"/>
                </a:lnTo>
                <a:close/>
                <a:moveTo>
                  <a:pt x="207931" y="10347"/>
                </a:moveTo>
                <a:lnTo>
                  <a:pt x="207931" y="16419"/>
                </a:lnTo>
                <a:lnTo>
                  <a:pt x="201859" y="16419"/>
                </a:lnTo>
                <a:lnTo>
                  <a:pt x="201859" y="10347"/>
                </a:lnTo>
                <a:close/>
                <a:moveTo>
                  <a:pt x="214992" y="10347"/>
                </a:moveTo>
                <a:lnTo>
                  <a:pt x="214992" y="16419"/>
                </a:lnTo>
                <a:lnTo>
                  <a:pt x="208919" y="16419"/>
                </a:lnTo>
                <a:lnTo>
                  <a:pt x="208919" y="10347"/>
                </a:lnTo>
                <a:close/>
                <a:moveTo>
                  <a:pt x="222052" y="10347"/>
                </a:moveTo>
                <a:lnTo>
                  <a:pt x="222052" y="16419"/>
                </a:lnTo>
                <a:lnTo>
                  <a:pt x="215968" y="16419"/>
                </a:lnTo>
                <a:lnTo>
                  <a:pt x="215968" y="10347"/>
                </a:lnTo>
                <a:close/>
                <a:moveTo>
                  <a:pt x="229100" y="10347"/>
                </a:moveTo>
                <a:lnTo>
                  <a:pt x="229100" y="16419"/>
                </a:lnTo>
                <a:lnTo>
                  <a:pt x="223028" y="16419"/>
                </a:lnTo>
                <a:lnTo>
                  <a:pt x="223028" y="10347"/>
                </a:lnTo>
                <a:close/>
                <a:moveTo>
                  <a:pt x="236161" y="10347"/>
                </a:moveTo>
                <a:lnTo>
                  <a:pt x="236161" y="16419"/>
                </a:lnTo>
                <a:lnTo>
                  <a:pt x="230077" y="16419"/>
                </a:lnTo>
                <a:lnTo>
                  <a:pt x="230077" y="10347"/>
                </a:lnTo>
                <a:close/>
                <a:moveTo>
                  <a:pt x="243209" y="10347"/>
                </a:moveTo>
                <a:lnTo>
                  <a:pt x="243209" y="16419"/>
                </a:lnTo>
                <a:lnTo>
                  <a:pt x="237137" y="16419"/>
                </a:lnTo>
                <a:lnTo>
                  <a:pt x="237137" y="10347"/>
                </a:lnTo>
                <a:close/>
                <a:moveTo>
                  <a:pt x="250270" y="10347"/>
                </a:moveTo>
                <a:lnTo>
                  <a:pt x="250270" y="16419"/>
                </a:lnTo>
                <a:lnTo>
                  <a:pt x="244198" y="16419"/>
                </a:lnTo>
                <a:lnTo>
                  <a:pt x="244198" y="10347"/>
                </a:lnTo>
                <a:close/>
                <a:moveTo>
                  <a:pt x="257318" y="10347"/>
                </a:moveTo>
                <a:lnTo>
                  <a:pt x="257318" y="16419"/>
                </a:lnTo>
                <a:lnTo>
                  <a:pt x="251246" y="16419"/>
                </a:lnTo>
                <a:lnTo>
                  <a:pt x="251246" y="10347"/>
                </a:lnTo>
                <a:close/>
                <a:moveTo>
                  <a:pt x="264379" y="10347"/>
                </a:moveTo>
                <a:lnTo>
                  <a:pt x="264379" y="16419"/>
                </a:lnTo>
                <a:lnTo>
                  <a:pt x="258306" y="16419"/>
                </a:lnTo>
                <a:lnTo>
                  <a:pt x="258306" y="10347"/>
                </a:lnTo>
                <a:close/>
                <a:moveTo>
                  <a:pt x="271427" y="10347"/>
                </a:moveTo>
                <a:lnTo>
                  <a:pt x="271427" y="16419"/>
                </a:lnTo>
                <a:lnTo>
                  <a:pt x="265355" y="16419"/>
                </a:lnTo>
                <a:lnTo>
                  <a:pt x="265355" y="10347"/>
                </a:lnTo>
                <a:close/>
                <a:moveTo>
                  <a:pt x="278488" y="10347"/>
                </a:moveTo>
                <a:lnTo>
                  <a:pt x="278488" y="16419"/>
                </a:lnTo>
                <a:lnTo>
                  <a:pt x="272415" y="16419"/>
                </a:lnTo>
                <a:lnTo>
                  <a:pt x="272415" y="10347"/>
                </a:lnTo>
                <a:close/>
                <a:moveTo>
                  <a:pt x="17443" y="17408"/>
                </a:moveTo>
                <a:lnTo>
                  <a:pt x="17443" y="23480"/>
                </a:lnTo>
                <a:lnTo>
                  <a:pt x="11371" y="23480"/>
                </a:lnTo>
                <a:lnTo>
                  <a:pt x="11371" y="17408"/>
                </a:lnTo>
                <a:close/>
                <a:moveTo>
                  <a:pt x="24503" y="17408"/>
                </a:moveTo>
                <a:lnTo>
                  <a:pt x="24503" y="23480"/>
                </a:lnTo>
                <a:lnTo>
                  <a:pt x="18431" y="23480"/>
                </a:lnTo>
                <a:lnTo>
                  <a:pt x="18431" y="17408"/>
                </a:lnTo>
                <a:close/>
                <a:moveTo>
                  <a:pt x="31564" y="17408"/>
                </a:moveTo>
                <a:lnTo>
                  <a:pt x="31564" y="23480"/>
                </a:lnTo>
                <a:lnTo>
                  <a:pt x="25492" y="23480"/>
                </a:lnTo>
                <a:lnTo>
                  <a:pt x="25492" y="17408"/>
                </a:lnTo>
                <a:close/>
                <a:moveTo>
                  <a:pt x="38612" y="17408"/>
                </a:moveTo>
                <a:lnTo>
                  <a:pt x="38612" y="23480"/>
                </a:lnTo>
                <a:lnTo>
                  <a:pt x="32540" y="23480"/>
                </a:lnTo>
                <a:lnTo>
                  <a:pt x="32540" y="17408"/>
                </a:lnTo>
                <a:close/>
                <a:moveTo>
                  <a:pt x="45673" y="17408"/>
                </a:moveTo>
                <a:lnTo>
                  <a:pt x="45673" y="23480"/>
                </a:lnTo>
                <a:lnTo>
                  <a:pt x="39601" y="23480"/>
                </a:lnTo>
                <a:lnTo>
                  <a:pt x="39601" y="17408"/>
                </a:lnTo>
                <a:close/>
                <a:moveTo>
                  <a:pt x="52721" y="17408"/>
                </a:moveTo>
                <a:lnTo>
                  <a:pt x="52721" y="23480"/>
                </a:lnTo>
                <a:lnTo>
                  <a:pt x="46649" y="23480"/>
                </a:lnTo>
                <a:lnTo>
                  <a:pt x="46649" y="17408"/>
                </a:lnTo>
                <a:close/>
                <a:moveTo>
                  <a:pt x="59782" y="17408"/>
                </a:moveTo>
                <a:lnTo>
                  <a:pt x="59782" y="23480"/>
                </a:lnTo>
                <a:lnTo>
                  <a:pt x="53709" y="23480"/>
                </a:lnTo>
                <a:lnTo>
                  <a:pt x="53709" y="17408"/>
                </a:lnTo>
                <a:close/>
                <a:moveTo>
                  <a:pt x="66842" y="17408"/>
                </a:moveTo>
                <a:lnTo>
                  <a:pt x="66842" y="23480"/>
                </a:lnTo>
                <a:lnTo>
                  <a:pt x="60758" y="23480"/>
                </a:lnTo>
                <a:lnTo>
                  <a:pt x="60758" y="17408"/>
                </a:lnTo>
                <a:close/>
                <a:moveTo>
                  <a:pt x="73902" y="17408"/>
                </a:moveTo>
                <a:lnTo>
                  <a:pt x="73902" y="23480"/>
                </a:lnTo>
                <a:lnTo>
                  <a:pt x="67818" y="23480"/>
                </a:lnTo>
                <a:lnTo>
                  <a:pt x="67818" y="17408"/>
                </a:lnTo>
                <a:close/>
                <a:moveTo>
                  <a:pt x="80951" y="17408"/>
                </a:moveTo>
                <a:lnTo>
                  <a:pt x="80951" y="23480"/>
                </a:lnTo>
                <a:lnTo>
                  <a:pt x="74879" y="23480"/>
                </a:lnTo>
                <a:lnTo>
                  <a:pt x="74879" y="17408"/>
                </a:lnTo>
                <a:close/>
                <a:moveTo>
                  <a:pt x="88011" y="17408"/>
                </a:moveTo>
                <a:lnTo>
                  <a:pt x="88011" y="23480"/>
                </a:lnTo>
                <a:lnTo>
                  <a:pt x="81927" y="23480"/>
                </a:lnTo>
                <a:lnTo>
                  <a:pt x="81927" y="17408"/>
                </a:lnTo>
                <a:close/>
                <a:moveTo>
                  <a:pt x="95060" y="17408"/>
                </a:moveTo>
                <a:lnTo>
                  <a:pt x="95060" y="23480"/>
                </a:lnTo>
                <a:lnTo>
                  <a:pt x="88988" y="23480"/>
                </a:lnTo>
                <a:lnTo>
                  <a:pt x="88988" y="17408"/>
                </a:lnTo>
                <a:close/>
                <a:moveTo>
                  <a:pt x="102120" y="17408"/>
                </a:moveTo>
                <a:lnTo>
                  <a:pt x="102120" y="23480"/>
                </a:lnTo>
                <a:lnTo>
                  <a:pt x="96036" y="23480"/>
                </a:lnTo>
                <a:lnTo>
                  <a:pt x="96036" y="17408"/>
                </a:lnTo>
                <a:close/>
                <a:moveTo>
                  <a:pt x="109169" y="17408"/>
                </a:moveTo>
                <a:lnTo>
                  <a:pt x="109169" y="23480"/>
                </a:lnTo>
                <a:lnTo>
                  <a:pt x="103097" y="23480"/>
                </a:lnTo>
                <a:lnTo>
                  <a:pt x="103097" y="17408"/>
                </a:lnTo>
                <a:close/>
                <a:moveTo>
                  <a:pt x="116229" y="17408"/>
                </a:moveTo>
                <a:lnTo>
                  <a:pt x="116229" y="23480"/>
                </a:lnTo>
                <a:lnTo>
                  <a:pt x="110157" y="23480"/>
                </a:lnTo>
                <a:lnTo>
                  <a:pt x="110157" y="17408"/>
                </a:lnTo>
                <a:close/>
                <a:moveTo>
                  <a:pt x="123278" y="17408"/>
                </a:moveTo>
                <a:lnTo>
                  <a:pt x="123278" y="23480"/>
                </a:lnTo>
                <a:lnTo>
                  <a:pt x="117205" y="23480"/>
                </a:lnTo>
                <a:lnTo>
                  <a:pt x="117205" y="17408"/>
                </a:lnTo>
                <a:close/>
                <a:moveTo>
                  <a:pt x="130338" y="17408"/>
                </a:moveTo>
                <a:lnTo>
                  <a:pt x="130338" y="23480"/>
                </a:lnTo>
                <a:lnTo>
                  <a:pt x="124254" y="23480"/>
                </a:lnTo>
                <a:lnTo>
                  <a:pt x="124254" y="17408"/>
                </a:lnTo>
                <a:close/>
                <a:moveTo>
                  <a:pt x="137387" y="17408"/>
                </a:moveTo>
                <a:lnTo>
                  <a:pt x="137387" y="23480"/>
                </a:lnTo>
                <a:lnTo>
                  <a:pt x="131314" y="23480"/>
                </a:lnTo>
                <a:lnTo>
                  <a:pt x="131314" y="17408"/>
                </a:lnTo>
                <a:close/>
                <a:moveTo>
                  <a:pt x="144447" y="17408"/>
                </a:moveTo>
                <a:lnTo>
                  <a:pt x="144447" y="23480"/>
                </a:lnTo>
                <a:lnTo>
                  <a:pt x="138375" y="23480"/>
                </a:lnTo>
                <a:lnTo>
                  <a:pt x="138375" y="17408"/>
                </a:lnTo>
                <a:close/>
                <a:moveTo>
                  <a:pt x="151495" y="17408"/>
                </a:moveTo>
                <a:lnTo>
                  <a:pt x="151495" y="23480"/>
                </a:lnTo>
                <a:lnTo>
                  <a:pt x="145423" y="23480"/>
                </a:lnTo>
                <a:lnTo>
                  <a:pt x="145423" y="17408"/>
                </a:lnTo>
                <a:close/>
                <a:moveTo>
                  <a:pt x="158556" y="17408"/>
                </a:moveTo>
                <a:lnTo>
                  <a:pt x="158556" y="23480"/>
                </a:lnTo>
                <a:lnTo>
                  <a:pt x="152484" y="23480"/>
                </a:lnTo>
                <a:lnTo>
                  <a:pt x="152484" y="17408"/>
                </a:lnTo>
                <a:close/>
                <a:moveTo>
                  <a:pt x="165604" y="17408"/>
                </a:moveTo>
                <a:lnTo>
                  <a:pt x="165604" y="23480"/>
                </a:lnTo>
                <a:lnTo>
                  <a:pt x="159532" y="23480"/>
                </a:lnTo>
                <a:lnTo>
                  <a:pt x="159532" y="17408"/>
                </a:lnTo>
                <a:close/>
                <a:moveTo>
                  <a:pt x="172665" y="17408"/>
                </a:moveTo>
                <a:lnTo>
                  <a:pt x="172665" y="23480"/>
                </a:lnTo>
                <a:lnTo>
                  <a:pt x="166581" y="23480"/>
                </a:lnTo>
                <a:lnTo>
                  <a:pt x="166581" y="17408"/>
                </a:lnTo>
                <a:close/>
                <a:moveTo>
                  <a:pt x="179713" y="17408"/>
                </a:moveTo>
                <a:lnTo>
                  <a:pt x="179713" y="23480"/>
                </a:lnTo>
                <a:lnTo>
                  <a:pt x="173641" y="23480"/>
                </a:lnTo>
                <a:lnTo>
                  <a:pt x="173641" y="17408"/>
                </a:lnTo>
                <a:close/>
                <a:moveTo>
                  <a:pt x="186774" y="17408"/>
                </a:moveTo>
                <a:lnTo>
                  <a:pt x="186774" y="23480"/>
                </a:lnTo>
                <a:lnTo>
                  <a:pt x="180702" y="23480"/>
                </a:lnTo>
                <a:lnTo>
                  <a:pt x="180702" y="17408"/>
                </a:lnTo>
                <a:close/>
                <a:moveTo>
                  <a:pt x="193822" y="17408"/>
                </a:moveTo>
                <a:lnTo>
                  <a:pt x="193822" y="23480"/>
                </a:lnTo>
                <a:lnTo>
                  <a:pt x="187750" y="23480"/>
                </a:lnTo>
                <a:lnTo>
                  <a:pt x="187750" y="17408"/>
                </a:lnTo>
                <a:close/>
                <a:moveTo>
                  <a:pt x="200883" y="17408"/>
                </a:moveTo>
                <a:lnTo>
                  <a:pt x="200883" y="23480"/>
                </a:lnTo>
                <a:lnTo>
                  <a:pt x="194810" y="23480"/>
                </a:lnTo>
                <a:lnTo>
                  <a:pt x="194810" y="17408"/>
                </a:lnTo>
                <a:close/>
                <a:moveTo>
                  <a:pt x="207931" y="17408"/>
                </a:moveTo>
                <a:lnTo>
                  <a:pt x="207931" y="23480"/>
                </a:lnTo>
                <a:lnTo>
                  <a:pt x="201859" y="23480"/>
                </a:lnTo>
                <a:lnTo>
                  <a:pt x="201859" y="17408"/>
                </a:lnTo>
                <a:close/>
                <a:moveTo>
                  <a:pt x="214992" y="17408"/>
                </a:moveTo>
                <a:lnTo>
                  <a:pt x="214992" y="23480"/>
                </a:lnTo>
                <a:lnTo>
                  <a:pt x="208919" y="23480"/>
                </a:lnTo>
                <a:lnTo>
                  <a:pt x="208919" y="17408"/>
                </a:lnTo>
                <a:close/>
                <a:moveTo>
                  <a:pt x="222052" y="17408"/>
                </a:moveTo>
                <a:lnTo>
                  <a:pt x="222052" y="23480"/>
                </a:lnTo>
                <a:lnTo>
                  <a:pt x="215968" y="23480"/>
                </a:lnTo>
                <a:lnTo>
                  <a:pt x="215968" y="17408"/>
                </a:lnTo>
                <a:close/>
                <a:moveTo>
                  <a:pt x="229100" y="17408"/>
                </a:moveTo>
                <a:lnTo>
                  <a:pt x="229100" y="23480"/>
                </a:lnTo>
                <a:lnTo>
                  <a:pt x="223028" y="23480"/>
                </a:lnTo>
                <a:lnTo>
                  <a:pt x="223028" y="17408"/>
                </a:lnTo>
                <a:close/>
                <a:moveTo>
                  <a:pt x="236161" y="17408"/>
                </a:moveTo>
                <a:lnTo>
                  <a:pt x="236161" y="23480"/>
                </a:lnTo>
                <a:lnTo>
                  <a:pt x="230077" y="23480"/>
                </a:lnTo>
                <a:lnTo>
                  <a:pt x="230077" y="17408"/>
                </a:lnTo>
                <a:close/>
                <a:moveTo>
                  <a:pt x="243209" y="17408"/>
                </a:moveTo>
                <a:lnTo>
                  <a:pt x="243209" y="23480"/>
                </a:lnTo>
                <a:lnTo>
                  <a:pt x="237137" y="23480"/>
                </a:lnTo>
                <a:lnTo>
                  <a:pt x="237137" y="17408"/>
                </a:lnTo>
                <a:close/>
                <a:moveTo>
                  <a:pt x="250270" y="17408"/>
                </a:moveTo>
                <a:lnTo>
                  <a:pt x="250270" y="23480"/>
                </a:lnTo>
                <a:lnTo>
                  <a:pt x="244198" y="23480"/>
                </a:lnTo>
                <a:lnTo>
                  <a:pt x="244198" y="17408"/>
                </a:lnTo>
                <a:close/>
                <a:moveTo>
                  <a:pt x="257318" y="17408"/>
                </a:moveTo>
                <a:lnTo>
                  <a:pt x="257318" y="23480"/>
                </a:lnTo>
                <a:lnTo>
                  <a:pt x="251246" y="23480"/>
                </a:lnTo>
                <a:lnTo>
                  <a:pt x="251246" y="17408"/>
                </a:lnTo>
                <a:close/>
                <a:moveTo>
                  <a:pt x="264379" y="17408"/>
                </a:moveTo>
                <a:lnTo>
                  <a:pt x="264379" y="23480"/>
                </a:lnTo>
                <a:lnTo>
                  <a:pt x="258306" y="23480"/>
                </a:lnTo>
                <a:lnTo>
                  <a:pt x="258306" y="17408"/>
                </a:lnTo>
                <a:close/>
                <a:moveTo>
                  <a:pt x="271427" y="17408"/>
                </a:moveTo>
                <a:lnTo>
                  <a:pt x="271427" y="23480"/>
                </a:lnTo>
                <a:lnTo>
                  <a:pt x="265355" y="23480"/>
                </a:lnTo>
                <a:lnTo>
                  <a:pt x="265355" y="17408"/>
                </a:lnTo>
                <a:close/>
                <a:moveTo>
                  <a:pt x="278488" y="17408"/>
                </a:moveTo>
                <a:lnTo>
                  <a:pt x="278488" y="23480"/>
                </a:lnTo>
                <a:lnTo>
                  <a:pt x="272415" y="23480"/>
                </a:lnTo>
                <a:lnTo>
                  <a:pt x="272415" y="17408"/>
                </a:lnTo>
                <a:close/>
                <a:moveTo>
                  <a:pt x="17443" y="24456"/>
                </a:moveTo>
                <a:lnTo>
                  <a:pt x="17443" y="30528"/>
                </a:lnTo>
                <a:lnTo>
                  <a:pt x="11371" y="30528"/>
                </a:lnTo>
                <a:lnTo>
                  <a:pt x="11371" y="24456"/>
                </a:lnTo>
                <a:close/>
                <a:moveTo>
                  <a:pt x="24503" y="24456"/>
                </a:moveTo>
                <a:lnTo>
                  <a:pt x="24503" y="30528"/>
                </a:lnTo>
                <a:lnTo>
                  <a:pt x="18431" y="30528"/>
                </a:lnTo>
                <a:lnTo>
                  <a:pt x="18431" y="24456"/>
                </a:lnTo>
                <a:close/>
                <a:moveTo>
                  <a:pt x="31564" y="24456"/>
                </a:moveTo>
                <a:lnTo>
                  <a:pt x="31564" y="30528"/>
                </a:lnTo>
                <a:lnTo>
                  <a:pt x="25492" y="30528"/>
                </a:lnTo>
                <a:lnTo>
                  <a:pt x="25492" y="24456"/>
                </a:lnTo>
                <a:close/>
                <a:moveTo>
                  <a:pt x="38612" y="24456"/>
                </a:moveTo>
                <a:lnTo>
                  <a:pt x="38612" y="30528"/>
                </a:lnTo>
                <a:lnTo>
                  <a:pt x="32540" y="30528"/>
                </a:lnTo>
                <a:lnTo>
                  <a:pt x="32540" y="24456"/>
                </a:lnTo>
                <a:close/>
                <a:moveTo>
                  <a:pt x="45673" y="24456"/>
                </a:moveTo>
                <a:lnTo>
                  <a:pt x="45673" y="30528"/>
                </a:lnTo>
                <a:lnTo>
                  <a:pt x="39601" y="30528"/>
                </a:lnTo>
                <a:lnTo>
                  <a:pt x="39601" y="24456"/>
                </a:lnTo>
                <a:close/>
                <a:moveTo>
                  <a:pt x="52721" y="24456"/>
                </a:moveTo>
                <a:lnTo>
                  <a:pt x="52721" y="30528"/>
                </a:lnTo>
                <a:lnTo>
                  <a:pt x="46649" y="30528"/>
                </a:lnTo>
                <a:lnTo>
                  <a:pt x="46649" y="24456"/>
                </a:lnTo>
                <a:close/>
                <a:moveTo>
                  <a:pt x="59782" y="24456"/>
                </a:moveTo>
                <a:lnTo>
                  <a:pt x="59782" y="30528"/>
                </a:lnTo>
                <a:lnTo>
                  <a:pt x="53709" y="30528"/>
                </a:lnTo>
                <a:lnTo>
                  <a:pt x="53709" y="24456"/>
                </a:lnTo>
                <a:close/>
                <a:moveTo>
                  <a:pt x="88011" y="24456"/>
                </a:moveTo>
                <a:lnTo>
                  <a:pt x="88011" y="30528"/>
                </a:lnTo>
                <a:lnTo>
                  <a:pt x="81927" y="30528"/>
                </a:lnTo>
                <a:lnTo>
                  <a:pt x="81927" y="24456"/>
                </a:lnTo>
                <a:close/>
                <a:moveTo>
                  <a:pt x="95060" y="24456"/>
                </a:moveTo>
                <a:lnTo>
                  <a:pt x="95060" y="30528"/>
                </a:lnTo>
                <a:lnTo>
                  <a:pt x="88988" y="30528"/>
                </a:lnTo>
                <a:lnTo>
                  <a:pt x="88988" y="24456"/>
                </a:lnTo>
                <a:close/>
                <a:moveTo>
                  <a:pt x="123278" y="24456"/>
                </a:moveTo>
                <a:lnTo>
                  <a:pt x="123278" y="30528"/>
                </a:lnTo>
                <a:lnTo>
                  <a:pt x="117205" y="30528"/>
                </a:lnTo>
                <a:lnTo>
                  <a:pt x="117205" y="24456"/>
                </a:lnTo>
                <a:close/>
                <a:moveTo>
                  <a:pt x="130338" y="24456"/>
                </a:moveTo>
                <a:lnTo>
                  <a:pt x="130338" y="30528"/>
                </a:lnTo>
                <a:lnTo>
                  <a:pt x="124254" y="30528"/>
                </a:lnTo>
                <a:lnTo>
                  <a:pt x="124254" y="24456"/>
                </a:lnTo>
                <a:close/>
                <a:moveTo>
                  <a:pt x="144447" y="24456"/>
                </a:moveTo>
                <a:lnTo>
                  <a:pt x="144447" y="30528"/>
                </a:lnTo>
                <a:lnTo>
                  <a:pt x="138375" y="30528"/>
                </a:lnTo>
                <a:lnTo>
                  <a:pt x="138375" y="24456"/>
                </a:lnTo>
                <a:close/>
                <a:moveTo>
                  <a:pt x="151495" y="24456"/>
                </a:moveTo>
                <a:lnTo>
                  <a:pt x="151495" y="30528"/>
                </a:lnTo>
                <a:lnTo>
                  <a:pt x="145423" y="30528"/>
                </a:lnTo>
                <a:lnTo>
                  <a:pt x="145423" y="24456"/>
                </a:lnTo>
                <a:close/>
                <a:moveTo>
                  <a:pt x="158556" y="24456"/>
                </a:moveTo>
                <a:lnTo>
                  <a:pt x="158556" y="30528"/>
                </a:lnTo>
                <a:lnTo>
                  <a:pt x="152484" y="30528"/>
                </a:lnTo>
                <a:lnTo>
                  <a:pt x="152484" y="24456"/>
                </a:lnTo>
                <a:close/>
                <a:moveTo>
                  <a:pt x="165604" y="24456"/>
                </a:moveTo>
                <a:lnTo>
                  <a:pt x="165604" y="30528"/>
                </a:lnTo>
                <a:lnTo>
                  <a:pt x="159532" y="30528"/>
                </a:lnTo>
                <a:lnTo>
                  <a:pt x="159532" y="24456"/>
                </a:lnTo>
                <a:close/>
                <a:moveTo>
                  <a:pt x="172665" y="24456"/>
                </a:moveTo>
                <a:lnTo>
                  <a:pt x="172665" y="30528"/>
                </a:lnTo>
                <a:lnTo>
                  <a:pt x="166581" y="30528"/>
                </a:lnTo>
                <a:lnTo>
                  <a:pt x="166581" y="24456"/>
                </a:lnTo>
                <a:close/>
                <a:moveTo>
                  <a:pt x="179713" y="24456"/>
                </a:moveTo>
                <a:lnTo>
                  <a:pt x="179713" y="30528"/>
                </a:lnTo>
                <a:lnTo>
                  <a:pt x="173641" y="30528"/>
                </a:lnTo>
                <a:lnTo>
                  <a:pt x="173641" y="24456"/>
                </a:lnTo>
                <a:close/>
                <a:moveTo>
                  <a:pt x="186774" y="24456"/>
                </a:moveTo>
                <a:lnTo>
                  <a:pt x="186774" y="30528"/>
                </a:lnTo>
                <a:lnTo>
                  <a:pt x="180702" y="30528"/>
                </a:lnTo>
                <a:lnTo>
                  <a:pt x="180702" y="24456"/>
                </a:lnTo>
                <a:close/>
                <a:moveTo>
                  <a:pt x="193822" y="24456"/>
                </a:moveTo>
                <a:lnTo>
                  <a:pt x="193822" y="30528"/>
                </a:lnTo>
                <a:lnTo>
                  <a:pt x="187750" y="30528"/>
                </a:lnTo>
                <a:lnTo>
                  <a:pt x="187750" y="24456"/>
                </a:lnTo>
                <a:close/>
                <a:moveTo>
                  <a:pt x="200883" y="24456"/>
                </a:moveTo>
                <a:lnTo>
                  <a:pt x="200883" y="30528"/>
                </a:lnTo>
                <a:lnTo>
                  <a:pt x="194810" y="30528"/>
                </a:lnTo>
                <a:lnTo>
                  <a:pt x="194810" y="24456"/>
                </a:lnTo>
                <a:close/>
                <a:moveTo>
                  <a:pt x="207931" y="24456"/>
                </a:moveTo>
                <a:lnTo>
                  <a:pt x="207931" y="30528"/>
                </a:lnTo>
                <a:lnTo>
                  <a:pt x="201859" y="30528"/>
                </a:lnTo>
                <a:lnTo>
                  <a:pt x="201859" y="24456"/>
                </a:lnTo>
                <a:close/>
                <a:moveTo>
                  <a:pt x="214992" y="24456"/>
                </a:moveTo>
                <a:lnTo>
                  <a:pt x="214992" y="30528"/>
                </a:lnTo>
                <a:lnTo>
                  <a:pt x="208919" y="30528"/>
                </a:lnTo>
                <a:lnTo>
                  <a:pt x="208919" y="24456"/>
                </a:lnTo>
                <a:close/>
                <a:moveTo>
                  <a:pt x="222052" y="24456"/>
                </a:moveTo>
                <a:lnTo>
                  <a:pt x="222052" y="30528"/>
                </a:lnTo>
                <a:lnTo>
                  <a:pt x="215968" y="30528"/>
                </a:lnTo>
                <a:lnTo>
                  <a:pt x="215968" y="24456"/>
                </a:lnTo>
                <a:close/>
                <a:moveTo>
                  <a:pt x="229100" y="24456"/>
                </a:moveTo>
                <a:lnTo>
                  <a:pt x="229100" y="30528"/>
                </a:lnTo>
                <a:lnTo>
                  <a:pt x="223028" y="30528"/>
                </a:lnTo>
                <a:lnTo>
                  <a:pt x="223028" y="24456"/>
                </a:lnTo>
                <a:close/>
                <a:moveTo>
                  <a:pt x="236161" y="24456"/>
                </a:moveTo>
                <a:lnTo>
                  <a:pt x="236161" y="30528"/>
                </a:lnTo>
                <a:lnTo>
                  <a:pt x="230077" y="30528"/>
                </a:lnTo>
                <a:lnTo>
                  <a:pt x="230077" y="24456"/>
                </a:lnTo>
                <a:close/>
                <a:moveTo>
                  <a:pt x="243209" y="24456"/>
                </a:moveTo>
                <a:lnTo>
                  <a:pt x="243209" y="30528"/>
                </a:lnTo>
                <a:lnTo>
                  <a:pt x="237137" y="30528"/>
                </a:lnTo>
                <a:lnTo>
                  <a:pt x="237137" y="24456"/>
                </a:lnTo>
                <a:close/>
                <a:moveTo>
                  <a:pt x="250270" y="24456"/>
                </a:moveTo>
                <a:lnTo>
                  <a:pt x="250270" y="30528"/>
                </a:lnTo>
                <a:lnTo>
                  <a:pt x="244198" y="30528"/>
                </a:lnTo>
                <a:lnTo>
                  <a:pt x="244198" y="24456"/>
                </a:lnTo>
                <a:close/>
                <a:moveTo>
                  <a:pt x="257318" y="24456"/>
                </a:moveTo>
                <a:lnTo>
                  <a:pt x="257318" y="30528"/>
                </a:lnTo>
                <a:lnTo>
                  <a:pt x="251246" y="30528"/>
                </a:lnTo>
                <a:lnTo>
                  <a:pt x="251246" y="24456"/>
                </a:lnTo>
                <a:close/>
                <a:moveTo>
                  <a:pt x="264379" y="24456"/>
                </a:moveTo>
                <a:lnTo>
                  <a:pt x="264379" y="30528"/>
                </a:lnTo>
                <a:lnTo>
                  <a:pt x="258306" y="30528"/>
                </a:lnTo>
                <a:lnTo>
                  <a:pt x="258306" y="24456"/>
                </a:lnTo>
                <a:close/>
                <a:moveTo>
                  <a:pt x="271427" y="24456"/>
                </a:moveTo>
                <a:lnTo>
                  <a:pt x="271427" y="30528"/>
                </a:lnTo>
                <a:lnTo>
                  <a:pt x="265355" y="30528"/>
                </a:lnTo>
                <a:lnTo>
                  <a:pt x="265355" y="24456"/>
                </a:lnTo>
                <a:close/>
                <a:moveTo>
                  <a:pt x="278488" y="24456"/>
                </a:moveTo>
                <a:lnTo>
                  <a:pt x="278488" y="30528"/>
                </a:lnTo>
                <a:lnTo>
                  <a:pt x="272415" y="30528"/>
                </a:lnTo>
                <a:lnTo>
                  <a:pt x="272415" y="24456"/>
                </a:lnTo>
                <a:close/>
                <a:moveTo>
                  <a:pt x="66842" y="24456"/>
                </a:moveTo>
                <a:lnTo>
                  <a:pt x="66842" y="30540"/>
                </a:lnTo>
                <a:lnTo>
                  <a:pt x="60758" y="30540"/>
                </a:lnTo>
                <a:lnTo>
                  <a:pt x="60758" y="24456"/>
                </a:lnTo>
                <a:close/>
                <a:moveTo>
                  <a:pt x="73902" y="24456"/>
                </a:moveTo>
                <a:lnTo>
                  <a:pt x="73902" y="30540"/>
                </a:lnTo>
                <a:lnTo>
                  <a:pt x="67818" y="30540"/>
                </a:lnTo>
                <a:lnTo>
                  <a:pt x="67818" y="24456"/>
                </a:lnTo>
                <a:close/>
                <a:moveTo>
                  <a:pt x="80951" y="24456"/>
                </a:moveTo>
                <a:lnTo>
                  <a:pt x="80951" y="30540"/>
                </a:lnTo>
                <a:lnTo>
                  <a:pt x="74879" y="30540"/>
                </a:lnTo>
                <a:lnTo>
                  <a:pt x="74879" y="24456"/>
                </a:lnTo>
                <a:close/>
                <a:moveTo>
                  <a:pt x="96036" y="24456"/>
                </a:moveTo>
                <a:lnTo>
                  <a:pt x="102120" y="24468"/>
                </a:lnTo>
                <a:lnTo>
                  <a:pt x="102120" y="30540"/>
                </a:lnTo>
                <a:lnTo>
                  <a:pt x="96036" y="30540"/>
                </a:lnTo>
                <a:lnTo>
                  <a:pt x="96036" y="24456"/>
                </a:lnTo>
                <a:close/>
                <a:moveTo>
                  <a:pt x="103097" y="24456"/>
                </a:moveTo>
                <a:lnTo>
                  <a:pt x="109169" y="24468"/>
                </a:lnTo>
                <a:lnTo>
                  <a:pt x="109169" y="30540"/>
                </a:lnTo>
                <a:lnTo>
                  <a:pt x="103097" y="30540"/>
                </a:lnTo>
                <a:lnTo>
                  <a:pt x="103097" y="24456"/>
                </a:lnTo>
                <a:close/>
                <a:moveTo>
                  <a:pt x="110157" y="24456"/>
                </a:moveTo>
                <a:lnTo>
                  <a:pt x="116229" y="24468"/>
                </a:lnTo>
                <a:lnTo>
                  <a:pt x="116229" y="30540"/>
                </a:lnTo>
                <a:lnTo>
                  <a:pt x="110157" y="30540"/>
                </a:lnTo>
                <a:lnTo>
                  <a:pt x="110157" y="24456"/>
                </a:lnTo>
                <a:close/>
                <a:moveTo>
                  <a:pt x="131314" y="24456"/>
                </a:moveTo>
                <a:lnTo>
                  <a:pt x="137387" y="24468"/>
                </a:lnTo>
                <a:lnTo>
                  <a:pt x="137387" y="30540"/>
                </a:lnTo>
                <a:lnTo>
                  <a:pt x="131314" y="30540"/>
                </a:lnTo>
                <a:lnTo>
                  <a:pt x="131314" y="24456"/>
                </a:lnTo>
                <a:close/>
                <a:moveTo>
                  <a:pt x="17443" y="31516"/>
                </a:moveTo>
                <a:lnTo>
                  <a:pt x="17443" y="37589"/>
                </a:lnTo>
                <a:lnTo>
                  <a:pt x="11371" y="37589"/>
                </a:lnTo>
                <a:lnTo>
                  <a:pt x="11371" y="31516"/>
                </a:lnTo>
                <a:close/>
                <a:moveTo>
                  <a:pt x="24503" y="31516"/>
                </a:moveTo>
                <a:lnTo>
                  <a:pt x="24503" y="37589"/>
                </a:lnTo>
                <a:lnTo>
                  <a:pt x="18431" y="37589"/>
                </a:lnTo>
                <a:lnTo>
                  <a:pt x="18431" y="31516"/>
                </a:lnTo>
                <a:close/>
                <a:moveTo>
                  <a:pt x="31564" y="31516"/>
                </a:moveTo>
                <a:lnTo>
                  <a:pt x="31564" y="37589"/>
                </a:lnTo>
                <a:lnTo>
                  <a:pt x="25492" y="37589"/>
                </a:lnTo>
                <a:lnTo>
                  <a:pt x="25492" y="31516"/>
                </a:lnTo>
                <a:close/>
                <a:moveTo>
                  <a:pt x="38612" y="31516"/>
                </a:moveTo>
                <a:lnTo>
                  <a:pt x="38612" y="37589"/>
                </a:lnTo>
                <a:lnTo>
                  <a:pt x="32540" y="37589"/>
                </a:lnTo>
                <a:lnTo>
                  <a:pt x="32540" y="31516"/>
                </a:lnTo>
                <a:close/>
                <a:moveTo>
                  <a:pt x="45673" y="31516"/>
                </a:moveTo>
                <a:lnTo>
                  <a:pt x="45673" y="37589"/>
                </a:lnTo>
                <a:lnTo>
                  <a:pt x="39601" y="37589"/>
                </a:lnTo>
                <a:lnTo>
                  <a:pt x="39601" y="31516"/>
                </a:lnTo>
                <a:close/>
                <a:moveTo>
                  <a:pt x="52721" y="31516"/>
                </a:moveTo>
                <a:lnTo>
                  <a:pt x="52721" y="37589"/>
                </a:lnTo>
                <a:lnTo>
                  <a:pt x="46649" y="37589"/>
                </a:lnTo>
                <a:lnTo>
                  <a:pt x="46649" y="31516"/>
                </a:lnTo>
                <a:close/>
                <a:moveTo>
                  <a:pt x="59782" y="31516"/>
                </a:moveTo>
                <a:lnTo>
                  <a:pt x="59782" y="37589"/>
                </a:lnTo>
                <a:lnTo>
                  <a:pt x="53709" y="37589"/>
                </a:lnTo>
                <a:lnTo>
                  <a:pt x="53709" y="31516"/>
                </a:lnTo>
                <a:close/>
                <a:moveTo>
                  <a:pt x="66842" y="31516"/>
                </a:moveTo>
                <a:lnTo>
                  <a:pt x="66842" y="37589"/>
                </a:lnTo>
                <a:lnTo>
                  <a:pt x="60758" y="37589"/>
                </a:lnTo>
                <a:lnTo>
                  <a:pt x="60758" y="31516"/>
                </a:lnTo>
                <a:close/>
                <a:moveTo>
                  <a:pt x="73902" y="31516"/>
                </a:moveTo>
                <a:lnTo>
                  <a:pt x="73902" y="37589"/>
                </a:lnTo>
                <a:lnTo>
                  <a:pt x="67818" y="37589"/>
                </a:lnTo>
                <a:lnTo>
                  <a:pt x="67818" y="31516"/>
                </a:lnTo>
                <a:close/>
                <a:moveTo>
                  <a:pt x="80951" y="31516"/>
                </a:moveTo>
                <a:lnTo>
                  <a:pt x="80951" y="37589"/>
                </a:lnTo>
                <a:lnTo>
                  <a:pt x="74879" y="37589"/>
                </a:lnTo>
                <a:lnTo>
                  <a:pt x="74879" y="31516"/>
                </a:lnTo>
                <a:close/>
                <a:moveTo>
                  <a:pt x="88011" y="31516"/>
                </a:moveTo>
                <a:lnTo>
                  <a:pt x="88011" y="37589"/>
                </a:lnTo>
                <a:lnTo>
                  <a:pt x="81927" y="37589"/>
                </a:lnTo>
                <a:lnTo>
                  <a:pt x="81927" y="31516"/>
                </a:lnTo>
                <a:close/>
                <a:moveTo>
                  <a:pt x="95060" y="31516"/>
                </a:moveTo>
                <a:lnTo>
                  <a:pt x="95060" y="37589"/>
                </a:lnTo>
                <a:lnTo>
                  <a:pt x="88988" y="37589"/>
                </a:lnTo>
                <a:lnTo>
                  <a:pt x="88988" y="31516"/>
                </a:lnTo>
                <a:close/>
                <a:moveTo>
                  <a:pt x="102120" y="31516"/>
                </a:moveTo>
                <a:lnTo>
                  <a:pt x="102120" y="37589"/>
                </a:lnTo>
                <a:lnTo>
                  <a:pt x="96036" y="37589"/>
                </a:lnTo>
                <a:lnTo>
                  <a:pt x="96036" y="31516"/>
                </a:lnTo>
                <a:close/>
                <a:moveTo>
                  <a:pt x="109169" y="31516"/>
                </a:moveTo>
                <a:lnTo>
                  <a:pt x="109169" y="37589"/>
                </a:lnTo>
                <a:lnTo>
                  <a:pt x="103097" y="37589"/>
                </a:lnTo>
                <a:lnTo>
                  <a:pt x="103097" y="31516"/>
                </a:lnTo>
                <a:close/>
                <a:moveTo>
                  <a:pt x="116229" y="31516"/>
                </a:moveTo>
                <a:lnTo>
                  <a:pt x="116229" y="37589"/>
                </a:lnTo>
                <a:lnTo>
                  <a:pt x="110157" y="37589"/>
                </a:lnTo>
                <a:lnTo>
                  <a:pt x="110157" y="31516"/>
                </a:lnTo>
                <a:close/>
                <a:moveTo>
                  <a:pt x="123278" y="31516"/>
                </a:moveTo>
                <a:lnTo>
                  <a:pt x="123278" y="37589"/>
                </a:lnTo>
                <a:lnTo>
                  <a:pt x="117205" y="37589"/>
                </a:lnTo>
                <a:lnTo>
                  <a:pt x="117205" y="31516"/>
                </a:lnTo>
                <a:close/>
                <a:moveTo>
                  <a:pt x="130338" y="31516"/>
                </a:moveTo>
                <a:lnTo>
                  <a:pt x="130338" y="37589"/>
                </a:lnTo>
                <a:lnTo>
                  <a:pt x="124254" y="37589"/>
                </a:lnTo>
                <a:lnTo>
                  <a:pt x="124254" y="31516"/>
                </a:lnTo>
                <a:close/>
                <a:moveTo>
                  <a:pt x="137387" y="31516"/>
                </a:moveTo>
                <a:lnTo>
                  <a:pt x="137387" y="37589"/>
                </a:lnTo>
                <a:lnTo>
                  <a:pt x="131314" y="37589"/>
                </a:lnTo>
                <a:lnTo>
                  <a:pt x="131314" y="31516"/>
                </a:lnTo>
                <a:close/>
                <a:moveTo>
                  <a:pt x="144447" y="31516"/>
                </a:moveTo>
                <a:lnTo>
                  <a:pt x="144447" y="37589"/>
                </a:lnTo>
                <a:lnTo>
                  <a:pt x="138375" y="37589"/>
                </a:lnTo>
                <a:lnTo>
                  <a:pt x="138375" y="31516"/>
                </a:lnTo>
                <a:close/>
                <a:moveTo>
                  <a:pt x="151495" y="31516"/>
                </a:moveTo>
                <a:lnTo>
                  <a:pt x="151495" y="37589"/>
                </a:lnTo>
                <a:lnTo>
                  <a:pt x="145423" y="37589"/>
                </a:lnTo>
                <a:lnTo>
                  <a:pt x="145423" y="31516"/>
                </a:lnTo>
                <a:close/>
                <a:moveTo>
                  <a:pt x="158556" y="31516"/>
                </a:moveTo>
                <a:lnTo>
                  <a:pt x="158556" y="37589"/>
                </a:lnTo>
                <a:lnTo>
                  <a:pt x="152484" y="37589"/>
                </a:lnTo>
                <a:lnTo>
                  <a:pt x="152484" y="31516"/>
                </a:lnTo>
                <a:close/>
                <a:moveTo>
                  <a:pt x="165604" y="31516"/>
                </a:moveTo>
                <a:lnTo>
                  <a:pt x="165604" y="37589"/>
                </a:lnTo>
                <a:lnTo>
                  <a:pt x="159532" y="37589"/>
                </a:lnTo>
                <a:lnTo>
                  <a:pt x="159532" y="31516"/>
                </a:lnTo>
                <a:close/>
                <a:moveTo>
                  <a:pt x="172665" y="31516"/>
                </a:moveTo>
                <a:lnTo>
                  <a:pt x="172665" y="37589"/>
                </a:lnTo>
                <a:lnTo>
                  <a:pt x="166581" y="37589"/>
                </a:lnTo>
                <a:lnTo>
                  <a:pt x="166581" y="31516"/>
                </a:lnTo>
                <a:close/>
                <a:moveTo>
                  <a:pt x="179713" y="31516"/>
                </a:moveTo>
                <a:lnTo>
                  <a:pt x="179713" y="37589"/>
                </a:lnTo>
                <a:lnTo>
                  <a:pt x="173641" y="37589"/>
                </a:lnTo>
                <a:lnTo>
                  <a:pt x="173641" y="31516"/>
                </a:lnTo>
                <a:close/>
                <a:moveTo>
                  <a:pt x="186774" y="31516"/>
                </a:moveTo>
                <a:lnTo>
                  <a:pt x="186774" y="37589"/>
                </a:lnTo>
                <a:lnTo>
                  <a:pt x="180702" y="37589"/>
                </a:lnTo>
                <a:lnTo>
                  <a:pt x="180702" y="31516"/>
                </a:lnTo>
                <a:close/>
                <a:moveTo>
                  <a:pt x="193822" y="31516"/>
                </a:moveTo>
                <a:lnTo>
                  <a:pt x="193822" y="37589"/>
                </a:lnTo>
                <a:lnTo>
                  <a:pt x="187750" y="37589"/>
                </a:lnTo>
                <a:lnTo>
                  <a:pt x="187750" y="31516"/>
                </a:lnTo>
                <a:close/>
                <a:moveTo>
                  <a:pt x="200883" y="31516"/>
                </a:moveTo>
                <a:lnTo>
                  <a:pt x="200883" y="37589"/>
                </a:lnTo>
                <a:lnTo>
                  <a:pt x="194810" y="37589"/>
                </a:lnTo>
                <a:lnTo>
                  <a:pt x="194810" y="31516"/>
                </a:lnTo>
                <a:close/>
                <a:moveTo>
                  <a:pt x="207931" y="31516"/>
                </a:moveTo>
                <a:lnTo>
                  <a:pt x="207931" y="37589"/>
                </a:lnTo>
                <a:lnTo>
                  <a:pt x="201859" y="37589"/>
                </a:lnTo>
                <a:lnTo>
                  <a:pt x="201859" y="31516"/>
                </a:lnTo>
                <a:close/>
                <a:moveTo>
                  <a:pt x="214992" y="31516"/>
                </a:moveTo>
                <a:lnTo>
                  <a:pt x="214992" y="37589"/>
                </a:lnTo>
                <a:lnTo>
                  <a:pt x="208919" y="37589"/>
                </a:lnTo>
                <a:lnTo>
                  <a:pt x="208919" y="31516"/>
                </a:lnTo>
                <a:close/>
                <a:moveTo>
                  <a:pt x="222052" y="31516"/>
                </a:moveTo>
                <a:lnTo>
                  <a:pt x="222052" y="37589"/>
                </a:lnTo>
                <a:lnTo>
                  <a:pt x="215968" y="37589"/>
                </a:lnTo>
                <a:lnTo>
                  <a:pt x="215968" y="31516"/>
                </a:lnTo>
                <a:close/>
                <a:moveTo>
                  <a:pt x="229100" y="31516"/>
                </a:moveTo>
                <a:lnTo>
                  <a:pt x="229100" y="37589"/>
                </a:lnTo>
                <a:lnTo>
                  <a:pt x="223028" y="37589"/>
                </a:lnTo>
                <a:lnTo>
                  <a:pt x="223028" y="31516"/>
                </a:lnTo>
                <a:close/>
                <a:moveTo>
                  <a:pt x="236161" y="31516"/>
                </a:moveTo>
                <a:lnTo>
                  <a:pt x="236161" y="37589"/>
                </a:lnTo>
                <a:lnTo>
                  <a:pt x="230077" y="37589"/>
                </a:lnTo>
                <a:lnTo>
                  <a:pt x="230077" y="31516"/>
                </a:lnTo>
                <a:close/>
                <a:moveTo>
                  <a:pt x="243209" y="31516"/>
                </a:moveTo>
                <a:lnTo>
                  <a:pt x="243209" y="37589"/>
                </a:lnTo>
                <a:lnTo>
                  <a:pt x="237137" y="37589"/>
                </a:lnTo>
                <a:lnTo>
                  <a:pt x="237137" y="31516"/>
                </a:lnTo>
                <a:close/>
                <a:moveTo>
                  <a:pt x="250270" y="31516"/>
                </a:moveTo>
                <a:lnTo>
                  <a:pt x="250270" y="37589"/>
                </a:lnTo>
                <a:lnTo>
                  <a:pt x="244198" y="37589"/>
                </a:lnTo>
                <a:lnTo>
                  <a:pt x="244198" y="31516"/>
                </a:lnTo>
                <a:close/>
                <a:moveTo>
                  <a:pt x="257318" y="31516"/>
                </a:moveTo>
                <a:lnTo>
                  <a:pt x="257318" y="37589"/>
                </a:lnTo>
                <a:lnTo>
                  <a:pt x="251246" y="37589"/>
                </a:lnTo>
                <a:lnTo>
                  <a:pt x="251246" y="31516"/>
                </a:lnTo>
                <a:close/>
                <a:moveTo>
                  <a:pt x="264379" y="31516"/>
                </a:moveTo>
                <a:lnTo>
                  <a:pt x="264379" y="37589"/>
                </a:lnTo>
                <a:lnTo>
                  <a:pt x="258306" y="37589"/>
                </a:lnTo>
                <a:lnTo>
                  <a:pt x="258306" y="31516"/>
                </a:lnTo>
                <a:close/>
                <a:moveTo>
                  <a:pt x="271427" y="31516"/>
                </a:moveTo>
                <a:lnTo>
                  <a:pt x="271427" y="37589"/>
                </a:lnTo>
                <a:lnTo>
                  <a:pt x="265355" y="37589"/>
                </a:lnTo>
                <a:lnTo>
                  <a:pt x="265355" y="31516"/>
                </a:lnTo>
                <a:close/>
                <a:moveTo>
                  <a:pt x="278488" y="31516"/>
                </a:moveTo>
                <a:lnTo>
                  <a:pt x="278488" y="37589"/>
                </a:lnTo>
                <a:lnTo>
                  <a:pt x="272415" y="37589"/>
                </a:lnTo>
                <a:lnTo>
                  <a:pt x="272415" y="31516"/>
                </a:lnTo>
                <a:close/>
                <a:moveTo>
                  <a:pt x="17443" y="38565"/>
                </a:moveTo>
                <a:lnTo>
                  <a:pt x="17443" y="44637"/>
                </a:lnTo>
                <a:lnTo>
                  <a:pt x="11371" y="44637"/>
                </a:lnTo>
                <a:lnTo>
                  <a:pt x="11371" y="38565"/>
                </a:lnTo>
                <a:close/>
                <a:moveTo>
                  <a:pt x="24503" y="38565"/>
                </a:moveTo>
                <a:lnTo>
                  <a:pt x="24503" y="44637"/>
                </a:lnTo>
                <a:lnTo>
                  <a:pt x="18431" y="44637"/>
                </a:lnTo>
                <a:lnTo>
                  <a:pt x="18431" y="38565"/>
                </a:lnTo>
                <a:close/>
                <a:moveTo>
                  <a:pt x="31564" y="38565"/>
                </a:moveTo>
                <a:lnTo>
                  <a:pt x="31564" y="44637"/>
                </a:lnTo>
                <a:lnTo>
                  <a:pt x="25492" y="44637"/>
                </a:lnTo>
                <a:lnTo>
                  <a:pt x="25492" y="38565"/>
                </a:lnTo>
                <a:close/>
                <a:moveTo>
                  <a:pt x="38612" y="38565"/>
                </a:moveTo>
                <a:lnTo>
                  <a:pt x="38612" y="44637"/>
                </a:lnTo>
                <a:lnTo>
                  <a:pt x="32540" y="44637"/>
                </a:lnTo>
                <a:lnTo>
                  <a:pt x="32540" y="38565"/>
                </a:lnTo>
                <a:close/>
                <a:moveTo>
                  <a:pt x="45673" y="38565"/>
                </a:moveTo>
                <a:lnTo>
                  <a:pt x="45673" y="44637"/>
                </a:lnTo>
                <a:lnTo>
                  <a:pt x="39601" y="44637"/>
                </a:lnTo>
                <a:lnTo>
                  <a:pt x="39601" y="38565"/>
                </a:lnTo>
                <a:close/>
                <a:moveTo>
                  <a:pt x="52721" y="38565"/>
                </a:moveTo>
                <a:lnTo>
                  <a:pt x="52721" y="44637"/>
                </a:lnTo>
                <a:lnTo>
                  <a:pt x="46649" y="44637"/>
                </a:lnTo>
                <a:lnTo>
                  <a:pt x="46649" y="38565"/>
                </a:lnTo>
                <a:close/>
                <a:moveTo>
                  <a:pt x="59782" y="38565"/>
                </a:moveTo>
                <a:lnTo>
                  <a:pt x="59782" y="44637"/>
                </a:lnTo>
                <a:lnTo>
                  <a:pt x="53709" y="44637"/>
                </a:lnTo>
                <a:lnTo>
                  <a:pt x="53709" y="38565"/>
                </a:lnTo>
                <a:close/>
                <a:moveTo>
                  <a:pt x="88011" y="38565"/>
                </a:moveTo>
                <a:lnTo>
                  <a:pt x="88011" y="44637"/>
                </a:lnTo>
                <a:lnTo>
                  <a:pt x="81927" y="44637"/>
                </a:lnTo>
                <a:lnTo>
                  <a:pt x="81927" y="38565"/>
                </a:lnTo>
                <a:close/>
                <a:moveTo>
                  <a:pt x="95060" y="38565"/>
                </a:moveTo>
                <a:lnTo>
                  <a:pt x="95060" y="44637"/>
                </a:lnTo>
                <a:lnTo>
                  <a:pt x="88988" y="44637"/>
                </a:lnTo>
                <a:lnTo>
                  <a:pt x="88988" y="38565"/>
                </a:lnTo>
                <a:close/>
                <a:moveTo>
                  <a:pt x="123278" y="38565"/>
                </a:moveTo>
                <a:lnTo>
                  <a:pt x="123278" y="44637"/>
                </a:lnTo>
                <a:lnTo>
                  <a:pt x="117205" y="44637"/>
                </a:lnTo>
                <a:lnTo>
                  <a:pt x="117205" y="38565"/>
                </a:lnTo>
                <a:close/>
                <a:moveTo>
                  <a:pt x="130338" y="38565"/>
                </a:moveTo>
                <a:lnTo>
                  <a:pt x="130338" y="44637"/>
                </a:lnTo>
                <a:lnTo>
                  <a:pt x="124254" y="44637"/>
                </a:lnTo>
                <a:lnTo>
                  <a:pt x="124254" y="38565"/>
                </a:lnTo>
                <a:close/>
                <a:moveTo>
                  <a:pt x="144447" y="38565"/>
                </a:moveTo>
                <a:lnTo>
                  <a:pt x="144447" y="44637"/>
                </a:lnTo>
                <a:lnTo>
                  <a:pt x="138375" y="44637"/>
                </a:lnTo>
                <a:lnTo>
                  <a:pt x="138375" y="38565"/>
                </a:lnTo>
                <a:close/>
                <a:moveTo>
                  <a:pt x="151495" y="38565"/>
                </a:moveTo>
                <a:lnTo>
                  <a:pt x="151495" y="44637"/>
                </a:lnTo>
                <a:lnTo>
                  <a:pt x="145423" y="44637"/>
                </a:lnTo>
                <a:lnTo>
                  <a:pt x="145423" y="38565"/>
                </a:lnTo>
                <a:close/>
                <a:moveTo>
                  <a:pt x="158556" y="38565"/>
                </a:moveTo>
                <a:lnTo>
                  <a:pt x="158556" y="44637"/>
                </a:lnTo>
                <a:lnTo>
                  <a:pt x="152484" y="44637"/>
                </a:lnTo>
                <a:lnTo>
                  <a:pt x="152484" y="38565"/>
                </a:lnTo>
                <a:close/>
                <a:moveTo>
                  <a:pt x="165604" y="38565"/>
                </a:moveTo>
                <a:lnTo>
                  <a:pt x="165604" y="44637"/>
                </a:lnTo>
                <a:lnTo>
                  <a:pt x="159532" y="44637"/>
                </a:lnTo>
                <a:lnTo>
                  <a:pt x="159532" y="38565"/>
                </a:lnTo>
                <a:close/>
                <a:moveTo>
                  <a:pt x="172665" y="38565"/>
                </a:moveTo>
                <a:lnTo>
                  <a:pt x="172665" y="44637"/>
                </a:lnTo>
                <a:lnTo>
                  <a:pt x="166581" y="44637"/>
                </a:lnTo>
                <a:lnTo>
                  <a:pt x="166581" y="38565"/>
                </a:lnTo>
                <a:close/>
                <a:moveTo>
                  <a:pt x="179713" y="38565"/>
                </a:moveTo>
                <a:lnTo>
                  <a:pt x="179713" y="44637"/>
                </a:lnTo>
                <a:lnTo>
                  <a:pt x="173641" y="44637"/>
                </a:lnTo>
                <a:lnTo>
                  <a:pt x="173641" y="38565"/>
                </a:lnTo>
                <a:close/>
                <a:moveTo>
                  <a:pt x="186774" y="38565"/>
                </a:moveTo>
                <a:lnTo>
                  <a:pt x="186774" y="44637"/>
                </a:lnTo>
                <a:lnTo>
                  <a:pt x="180702" y="44637"/>
                </a:lnTo>
                <a:lnTo>
                  <a:pt x="180702" y="38565"/>
                </a:lnTo>
                <a:close/>
                <a:moveTo>
                  <a:pt x="193822" y="38565"/>
                </a:moveTo>
                <a:lnTo>
                  <a:pt x="193822" y="44637"/>
                </a:lnTo>
                <a:lnTo>
                  <a:pt x="187750" y="44637"/>
                </a:lnTo>
                <a:lnTo>
                  <a:pt x="187750" y="38565"/>
                </a:lnTo>
                <a:close/>
                <a:moveTo>
                  <a:pt x="200883" y="38565"/>
                </a:moveTo>
                <a:lnTo>
                  <a:pt x="200883" y="44637"/>
                </a:lnTo>
                <a:lnTo>
                  <a:pt x="194810" y="44637"/>
                </a:lnTo>
                <a:lnTo>
                  <a:pt x="194810" y="38565"/>
                </a:lnTo>
                <a:close/>
                <a:moveTo>
                  <a:pt x="207931" y="38565"/>
                </a:moveTo>
                <a:lnTo>
                  <a:pt x="207931" y="44637"/>
                </a:lnTo>
                <a:lnTo>
                  <a:pt x="201859" y="44637"/>
                </a:lnTo>
                <a:lnTo>
                  <a:pt x="201859" y="38565"/>
                </a:lnTo>
                <a:close/>
                <a:moveTo>
                  <a:pt x="214992" y="38565"/>
                </a:moveTo>
                <a:lnTo>
                  <a:pt x="214992" y="44637"/>
                </a:lnTo>
                <a:lnTo>
                  <a:pt x="208919" y="44637"/>
                </a:lnTo>
                <a:lnTo>
                  <a:pt x="208919" y="38565"/>
                </a:lnTo>
                <a:close/>
                <a:moveTo>
                  <a:pt x="222052" y="38565"/>
                </a:moveTo>
                <a:lnTo>
                  <a:pt x="222052" y="44637"/>
                </a:lnTo>
                <a:lnTo>
                  <a:pt x="215968" y="44637"/>
                </a:lnTo>
                <a:lnTo>
                  <a:pt x="215968" y="38565"/>
                </a:lnTo>
                <a:close/>
                <a:moveTo>
                  <a:pt x="229100" y="38565"/>
                </a:moveTo>
                <a:lnTo>
                  <a:pt x="229100" y="44637"/>
                </a:lnTo>
                <a:lnTo>
                  <a:pt x="223028" y="44637"/>
                </a:lnTo>
                <a:lnTo>
                  <a:pt x="223028" y="38565"/>
                </a:lnTo>
                <a:close/>
                <a:moveTo>
                  <a:pt x="236161" y="38565"/>
                </a:moveTo>
                <a:lnTo>
                  <a:pt x="236161" y="44637"/>
                </a:lnTo>
                <a:lnTo>
                  <a:pt x="230077" y="44637"/>
                </a:lnTo>
                <a:lnTo>
                  <a:pt x="230077" y="38565"/>
                </a:lnTo>
                <a:close/>
                <a:moveTo>
                  <a:pt x="243209" y="38565"/>
                </a:moveTo>
                <a:lnTo>
                  <a:pt x="243209" y="44637"/>
                </a:lnTo>
                <a:lnTo>
                  <a:pt x="237137" y="44637"/>
                </a:lnTo>
                <a:lnTo>
                  <a:pt x="237137" y="38565"/>
                </a:lnTo>
                <a:close/>
                <a:moveTo>
                  <a:pt x="250270" y="38565"/>
                </a:moveTo>
                <a:lnTo>
                  <a:pt x="250270" y="44637"/>
                </a:lnTo>
                <a:lnTo>
                  <a:pt x="244198" y="44637"/>
                </a:lnTo>
                <a:lnTo>
                  <a:pt x="244198" y="38565"/>
                </a:lnTo>
                <a:close/>
                <a:moveTo>
                  <a:pt x="257318" y="38565"/>
                </a:moveTo>
                <a:lnTo>
                  <a:pt x="257318" y="44637"/>
                </a:lnTo>
                <a:lnTo>
                  <a:pt x="251246" y="44637"/>
                </a:lnTo>
                <a:lnTo>
                  <a:pt x="251246" y="38565"/>
                </a:lnTo>
                <a:close/>
                <a:moveTo>
                  <a:pt x="264379" y="38565"/>
                </a:moveTo>
                <a:lnTo>
                  <a:pt x="264379" y="44637"/>
                </a:lnTo>
                <a:lnTo>
                  <a:pt x="258306" y="44637"/>
                </a:lnTo>
                <a:lnTo>
                  <a:pt x="258306" y="38565"/>
                </a:lnTo>
                <a:close/>
                <a:moveTo>
                  <a:pt x="271427" y="38565"/>
                </a:moveTo>
                <a:lnTo>
                  <a:pt x="271427" y="44637"/>
                </a:lnTo>
                <a:lnTo>
                  <a:pt x="265355" y="44637"/>
                </a:lnTo>
                <a:lnTo>
                  <a:pt x="265355" y="38565"/>
                </a:lnTo>
                <a:close/>
                <a:moveTo>
                  <a:pt x="278488" y="38565"/>
                </a:moveTo>
                <a:lnTo>
                  <a:pt x="278488" y="44637"/>
                </a:lnTo>
                <a:lnTo>
                  <a:pt x="272415" y="44637"/>
                </a:lnTo>
                <a:lnTo>
                  <a:pt x="272415" y="38565"/>
                </a:lnTo>
                <a:close/>
                <a:moveTo>
                  <a:pt x="66842" y="38565"/>
                </a:moveTo>
                <a:lnTo>
                  <a:pt x="66842" y="44649"/>
                </a:lnTo>
                <a:lnTo>
                  <a:pt x="60758" y="44649"/>
                </a:lnTo>
                <a:lnTo>
                  <a:pt x="60758" y="38565"/>
                </a:lnTo>
                <a:close/>
                <a:moveTo>
                  <a:pt x="73902" y="38565"/>
                </a:moveTo>
                <a:lnTo>
                  <a:pt x="73902" y="44649"/>
                </a:lnTo>
                <a:lnTo>
                  <a:pt x="67818" y="44649"/>
                </a:lnTo>
                <a:lnTo>
                  <a:pt x="67818" y="38565"/>
                </a:lnTo>
                <a:close/>
                <a:moveTo>
                  <a:pt x="80951" y="38565"/>
                </a:moveTo>
                <a:lnTo>
                  <a:pt x="80951" y="44649"/>
                </a:lnTo>
                <a:lnTo>
                  <a:pt x="74879" y="44649"/>
                </a:lnTo>
                <a:lnTo>
                  <a:pt x="74879" y="38565"/>
                </a:lnTo>
                <a:close/>
                <a:moveTo>
                  <a:pt x="96036" y="38565"/>
                </a:moveTo>
                <a:lnTo>
                  <a:pt x="102120" y="38577"/>
                </a:lnTo>
                <a:lnTo>
                  <a:pt x="102120" y="44649"/>
                </a:lnTo>
                <a:lnTo>
                  <a:pt x="96036" y="44649"/>
                </a:lnTo>
                <a:lnTo>
                  <a:pt x="96036" y="38565"/>
                </a:lnTo>
                <a:close/>
                <a:moveTo>
                  <a:pt x="103097" y="38565"/>
                </a:moveTo>
                <a:lnTo>
                  <a:pt x="109169" y="38577"/>
                </a:lnTo>
                <a:lnTo>
                  <a:pt x="109169" y="44649"/>
                </a:lnTo>
                <a:lnTo>
                  <a:pt x="103097" y="44649"/>
                </a:lnTo>
                <a:lnTo>
                  <a:pt x="103097" y="38565"/>
                </a:lnTo>
                <a:close/>
                <a:moveTo>
                  <a:pt x="110157" y="38565"/>
                </a:moveTo>
                <a:lnTo>
                  <a:pt x="116229" y="38577"/>
                </a:lnTo>
                <a:lnTo>
                  <a:pt x="116229" y="44649"/>
                </a:lnTo>
                <a:lnTo>
                  <a:pt x="110157" y="44649"/>
                </a:lnTo>
                <a:lnTo>
                  <a:pt x="110157" y="38565"/>
                </a:lnTo>
                <a:close/>
                <a:moveTo>
                  <a:pt x="131314" y="38565"/>
                </a:moveTo>
                <a:lnTo>
                  <a:pt x="137387" y="38577"/>
                </a:lnTo>
                <a:lnTo>
                  <a:pt x="137387" y="44649"/>
                </a:lnTo>
                <a:lnTo>
                  <a:pt x="131314" y="44649"/>
                </a:lnTo>
                <a:lnTo>
                  <a:pt x="131314" y="38565"/>
                </a:lnTo>
                <a:close/>
                <a:moveTo>
                  <a:pt x="17443" y="45625"/>
                </a:moveTo>
                <a:lnTo>
                  <a:pt x="17443" y="51697"/>
                </a:lnTo>
                <a:lnTo>
                  <a:pt x="11371" y="51697"/>
                </a:lnTo>
                <a:lnTo>
                  <a:pt x="11371" y="45625"/>
                </a:lnTo>
                <a:close/>
                <a:moveTo>
                  <a:pt x="24503" y="45625"/>
                </a:moveTo>
                <a:lnTo>
                  <a:pt x="24503" y="51697"/>
                </a:lnTo>
                <a:lnTo>
                  <a:pt x="18431" y="51697"/>
                </a:lnTo>
                <a:lnTo>
                  <a:pt x="18431" y="45625"/>
                </a:lnTo>
                <a:close/>
                <a:moveTo>
                  <a:pt x="31564" y="45625"/>
                </a:moveTo>
                <a:lnTo>
                  <a:pt x="31564" y="51697"/>
                </a:lnTo>
                <a:lnTo>
                  <a:pt x="25492" y="51697"/>
                </a:lnTo>
                <a:lnTo>
                  <a:pt x="25492" y="45625"/>
                </a:lnTo>
                <a:close/>
                <a:moveTo>
                  <a:pt x="38612" y="45625"/>
                </a:moveTo>
                <a:lnTo>
                  <a:pt x="38612" y="51697"/>
                </a:lnTo>
                <a:lnTo>
                  <a:pt x="32540" y="51697"/>
                </a:lnTo>
                <a:lnTo>
                  <a:pt x="32540" y="45625"/>
                </a:lnTo>
                <a:close/>
                <a:moveTo>
                  <a:pt x="45673" y="45625"/>
                </a:moveTo>
                <a:lnTo>
                  <a:pt x="45673" y="51697"/>
                </a:lnTo>
                <a:lnTo>
                  <a:pt x="39601" y="51697"/>
                </a:lnTo>
                <a:lnTo>
                  <a:pt x="39601" y="45625"/>
                </a:lnTo>
                <a:close/>
                <a:moveTo>
                  <a:pt x="52721" y="45625"/>
                </a:moveTo>
                <a:lnTo>
                  <a:pt x="52721" y="51697"/>
                </a:lnTo>
                <a:lnTo>
                  <a:pt x="46649" y="51697"/>
                </a:lnTo>
                <a:lnTo>
                  <a:pt x="46649" y="45625"/>
                </a:lnTo>
                <a:close/>
                <a:moveTo>
                  <a:pt x="59782" y="45625"/>
                </a:moveTo>
                <a:lnTo>
                  <a:pt x="59782" y="51697"/>
                </a:lnTo>
                <a:lnTo>
                  <a:pt x="53709" y="51697"/>
                </a:lnTo>
                <a:lnTo>
                  <a:pt x="53709" y="45625"/>
                </a:lnTo>
                <a:close/>
                <a:moveTo>
                  <a:pt x="66842" y="45625"/>
                </a:moveTo>
                <a:lnTo>
                  <a:pt x="66842" y="51697"/>
                </a:lnTo>
                <a:lnTo>
                  <a:pt x="60758" y="51697"/>
                </a:lnTo>
                <a:lnTo>
                  <a:pt x="60758" y="45625"/>
                </a:lnTo>
                <a:close/>
                <a:moveTo>
                  <a:pt x="73902" y="45625"/>
                </a:moveTo>
                <a:lnTo>
                  <a:pt x="73902" y="51697"/>
                </a:lnTo>
                <a:lnTo>
                  <a:pt x="67818" y="51697"/>
                </a:lnTo>
                <a:lnTo>
                  <a:pt x="67818" y="45625"/>
                </a:lnTo>
                <a:close/>
                <a:moveTo>
                  <a:pt x="80951" y="45625"/>
                </a:moveTo>
                <a:lnTo>
                  <a:pt x="80951" y="51697"/>
                </a:lnTo>
                <a:lnTo>
                  <a:pt x="74879" y="51697"/>
                </a:lnTo>
                <a:lnTo>
                  <a:pt x="74879" y="45625"/>
                </a:lnTo>
                <a:close/>
                <a:moveTo>
                  <a:pt x="88011" y="45625"/>
                </a:moveTo>
                <a:lnTo>
                  <a:pt x="88011" y="51697"/>
                </a:lnTo>
                <a:lnTo>
                  <a:pt x="81927" y="51697"/>
                </a:lnTo>
                <a:lnTo>
                  <a:pt x="81927" y="45625"/>
                </a:lnTo>
                <a:close/>
                <a:moveTo>
                  <a:pt x="95060" y="45625"/>
                </a:moveTo>
                <a:lnTo>
                  <a:pt x="95060" y="51697"/>
                </a:lnTo>
                <a:lnTo>
                  <a:pt x="88988" y="51697"/>
                </a:lnTo>
                <a:lnTo>
                  <a:pt x="88988" y="45625"/>
                </a:lnTo>
                <a:close/>
                <a:moveTo>
                  <a:pt x="102120" y="45625"/>
                </a:moveTo>
                <a:lnTo>
                  <a:pt x="102120" y="51697"/>
                </a:lnTo>
                <a:lnTo>
                  <a:pt x="96036" y="51697"/>
                </a:lnTo>
                <a:lnTo>
                  <a:pt x="96036" y="45625"/>
                </a:lnTo>
                <a:close/>
                <a:moveTo>
                  <a:pt x="109169" y="45625"/>
                </a:moveTo>
                <a:lnTo>
                  <a:pt x="109169" y="51697"/>
                </a:lnTo>
                <a:lnTo>
                  <a:pt x="103097" y="51697"/>
                </a:lnTo>
                <a:lnTo>
                  <a:pt x="103097" y="45625"/>
                </a:lnTo>
                <a:close/>
                <a:moveTo>
                  <a:pt x="116229" y="45625"/>
                </a:moveTo>
                <a:lnTo>
                  <a:pt x="116229" y="51697"/>
                </a:lnTo>
                <a:lnTo>
                  <a:pt x="110157" y="51697"/>
                </a:lnTo>
                <a:lnTo>
                  <a:pt x="110157" y="45625"/>
                </a:lnTo>
                <a:close/>
                <a:moveTo>
                  <a:pt x="123278" y="45625"/>
                </a:moveTo>
                <a:lnTo>
                  <a:pt x="123278" y="51697"/>
                </a:lnTo>
                <a:lnTo>
                  <a:pt x="117205" y="51697"/>
                </a:lnTo>
                <a:lnTo>
                  <a:pt x="117205" y="45625"/>
                </a:lnTo>
                <a:close/>
                <a:moveTo>
                  <a:pt x="130338" y="45625"/>
                </a:moveTo>
                <a:lnTo>
                  <a:pt x="130338" y="51697"/>
                </a:lnTo>
                <a:lnTo>
                  <a:pt x="124254" y="51697"/>
                </a:lnTo>
                <a:lnTo>
                  <a:pt x="124254" y="45625"/>
                </a:lnTo>
                <a:close/>
                <a:moveTo>
                  <a:pt x="137387" y="45625"/>
                </a:moveTo>
                <a:lnTo>
                  <a:pt x="137387" y="51697"/>
                </a:lnTo>
                <a:lnTo>
                  <a:pt x="131314" y="51697"/>
                </a:lnTo>
                <a:lnTo>
                  <a:pt x="131314" y="45625"/>
                </a:lnTo>
                <a:close/>
                <a:moveTo>
                  <a:pt x="144447" y="45625"/>
                </a:moveTo>
                <a:lnTo>
                  <a:pt x="144447" y="51697"/>
                </a:lnTo>
                <a:lnTo>
                  <a:pt x="138375" y="51697"/>
                </a:lnTo>
                <a:lnTo>
                  <a:pt x="138375" y="45625"/>
                </a:lnTo>
                <a:close/>
                <a:moveTo>
                  <a:pt x="151495" y="45625"/>
                </a:moveTo>
                <a:lnTo>
                  <a:pt x="151495" y="51697"/>
                </a:lnTo>
                <a:lnTo>
                  <a:pt x="145423" y="51697"/>
                </a:lnTo>
                <a:lnTo>
                  <a:pt x="145423" y="45625"/>
                </a:lnTo>
                <a:close/>
                <a:moveTo>
                  <a:pt x="158556" y="45625"/>
                </a:moveTo>
                <a:lnTo>
                  <a:pt x="158556" y="51697"/>
                </a:lnTo>
                <a:lnTo>
                  <a:pt x="152484" y="51697"/>
                </a:lnTo>
                <a:lnTo>
                  <a:pt x="152484" y="45625"/>
                </a:lnTo>
                <a:close/>
                <a:moveTo>
                  <a:pt x="165604" y="45625"/>
                </a:moveTo>
                <a:lnTo>
                  <a:pt x="165604" y="51697"/>
                </a:lnTo>
                <a:lnTo>
                  <a:pt x="159532" y="51697"/>
                </a:lnTo>
                <a:lnTo>
                  <a:pt x="159532" y="45625"/>
                </a:lnTo>
                <a:close/>
                <a:moveTo>
                  <a:pt x="172665" y="45625"/>
                </a:moveTo>
                <a:lnTo>
                  <a:pt x="172665" y="51697"/>
                </a:lnTo>
                <a:lnTo>
                  <a:pt x="166581" y="51697"/>
                </a:lnTo>
                <a:lnTo>
                  <a:pt x="166581" y="45625"/>
                </a:lnTo>
                <a:close/>
                <a:moveTo>
                  <a:pt x="179713" y="45625"/>
                </a:moveTo>
                <a:lnTo>
                  <a:pt x="179713" y="51697"/>
                </a:lnTo>
                <a:lnTo>
                  <a:pt x="173641" y="51697"/>
                </a:lnTo>
                <a:lnTo>
                  <a:pt x="173641" y="45625"/>
                </a:lnTo>
                <a:close/>
                <a:moveTo>
                  <a:pt x="186774" y="45625"/>
                </a:moveTo>
                <a:lnTo>
                  <a:pt x="186774" y="51697"/>
                </a:lnTo>
                <a:lnTo>
                  <a:pt x="180702" y="51697"/>
                </a:lnTo>
                <a:lnTo>
                  <a:pt x="180702" y="45625"/>
                </a:lnTo>
                <a:close/>
                <a:moveTo>
                  <a:pt x="193822" y="45625"/>
                </a:moveTo>
                <a:lnTo>
                  <a:pt x="193822" y="51697"/>
                </a:lnTo>
                <a:lnTo>
                  <a:pt x="187750" y="51697"/>
                </a:lnTo>
                <a:lnTo>
                  <a:pt x="187750" y="45625"/>
                </a:lnTo>
                <a:close/>
                <a:moveTo>
                  <a:pt x="200883" y="45625"/>
                </a:moveTo>
                <a:lnTo>
                  <a:pt x="200883" y="51697"/>
                </a:lnTo>
                <a:lnTo>
                  <a:pt x="194810" y="51697"/>
                </a:lnTo>
                <a:lnTo>
                  <a:pt x="194810" y="45625"/>
                </a:lnTo>
                <a:close/>
                <a:moveTo>
                  <a:pt x="207931" y="45625"/>
                </a:moveTo>
                <a:lnTo>
                  <a:pt x="207931" y="51697"/>
                </a:lnTo>
                <a:lnTo>
                  <a:pt x="201859" y="51697"/>
                </a:lnTo>
                <a:lnTo>
                  <a:pt x="201859" y="45625"/>
                </a:lnTo>
                <a:close/>
                <a:moveTo>
                  <a:pt x="214992" y="45625"/>
                </a:moveTo>
                <a:lnTo>
                  <a:pt x="214992" y="51697"/>
                </a:lnTo>
                <a:lnTo>
                  <a:pt x="208919" y="51697"/>
                </a:lnTo>
                <a:lnTo>
                  <a:pt x="208919" y="45625"/>
                </a:lnTo>
                <a:close/>
                <a:moveTo>
                  <a:pt x="222052" y="45625"/>
                </a:moveTo>
                <a:lnTo>
                  <a:pt x="222052" y="51697"/>
                </a:lnTo>
                <a:lnTo>
                  <a:pt x="215968" y="51697"/>
                </a:lnTo>
                <a:lnTo>
                  <a:pt x="215968" y="45625"/>
                </a:lnTo>
                <a:close/>
                <a:moveTo>
                  <a:pt x="229100" y="45625"/>
                </a:moveTo>
                <a:lnTo>
                  <a:pt x="229100" y="51697"/>
                </a:lnTo>
                <a:lnTo>
                  <a:pt x="223028" y="51697"/>
                </a:lnTo>
                <a:lnTo>
                  <a:pt x="223028" y="45625"/>
                </a:lnTo>
                <a:close/>
                <a:moveTo>
                  <a:pt x="236161" y="45625"/>
                </a:moveTo>
                <a:lnTo>
                  <a:pt x="236161" y="51697"/>
                </a:lnTo>
                <a:lnTo>
                  <a:pt x="230077" y="51697"/>
                </a:lnTo>
                <a:lnTo>
                  <a:pt x="230077" y="45625"/>
                </a:lnTo>
                <a:close/>
                <a:moveTo>
                  <a:pt x="243209" y="45625"/>
                </a:moveTo>
                <a:lnTo>
                  <a:pt x="243209" y="51697"/>
                </a:lnTo>
                <a:lnTo>
                  <a:pt x="237137" y="51697"/>
                </a:lnTo>
                <a:lnTo>
                  <a:pt x="237137" y="45625"/>
                </a:lnTo>
                <a:close/>
                <a:moveTo>
                  <a:pt x="250270" y="45625"/>
                </a:moveTo>
                <a:lnTo>
                  <a:pt x="250270" y="51697"/>
                </a:lnTo>
                <a:lnTo>
                  <a:pt x="244198" y="51697"/>
                </a:lnTo>
                <a:lnTo>
                  <a:pt x="244198" y="45625"/>
                </a:lnTo>
                <a:close/>
                <a:moveTo>
                  <a:pt x="257318" y="45625"/>
                </a:moveTo>
                <a:lnTo>
                  <a:pt x="257318" y="51697"/>
                </a:lnTo>
                <a:lnTo>
                  <a:pt x="251246" y="51697"/>
                </a:lnTo>
                <a:lnTo>
                  <a:pt x="251246" y="45625"/>
                </a:lnTo>
                <a:close/>
                <a:moveTo>
                  <a:pt x="264379" y="45625"/>
                </a:moveTo>
                <a:lnTo>
                  <a:pt x="264379" y="51697"/>
                </a:lnTo>
                <a:lnTo>
                  <a:pt x="258306" y="51697"/>
                </a:lnTo>
                <a:lnTo>
                  <a:pt x="258306" y="45625"/>
                </a:lnTo>
                <a:close/>
                <a:moveTo>
                  <a:pt x="271427" y="45625"/>
                </a:moveTo>
                <a:lnTo>
                  <a:pt x="271427" y="51697"/>
                </a:lnTo>
                <a:lnTo>
                  <a:pt x="265355" y="51697"/>
                </a:lnTo>
                <a:lnTo>
                  <a:pt x="265355" y="45625"/>
                </a:lnTo>
                <a:close/>
                <a:moveTo>
                  <a:pt x="278488" y="45625"/>
                </a:moveTo>
                <a:lnTo>
                  <a:pt x="278488" y="51697"/>
                </a:lnTo>
                <a:lnTo>
                  <a:pt x="272415" y="51697"/>
                </a:lnTo>
                <a:lnTo>
                  <a:pt x="272415" y="45625"/>
                </a:lnTo>
                <a:close/>
                <a:moveTo>
                  <a:pt x="17443" y="52674"/>
                </a:moveTo>
                <a:lnTo>
                  <a:pt x="17443" y="58746"/>
                </a:lnTo>
                <a:lnTo>
                  <a:pt x="11371" y="58746"/>
                </a:lnTo>
                <a:lnTo>
                  <a:pt x="11371" y="52674"/>
                </a:lnTo>
                <a:close/>
                <a:moveTo>
                  <a:pt x="24503" y="52674"/>
                </a:moveTo>
                <a:lnTo>
                  <a:pt x="24503" y="58746"/>
                </a:lnTo>
                <a:lnTo>
                  <a:pt x="18431" y="58746"/>
                </a:lnTo>
                <a:lnTo>
                  <a:pt x="18431" y="52674"/>
                </a:lnTo>
                <a:close/>
                <a:moveTo>
                  <a:pt x="31564" y="52674"/>
                </a:moveTo>
                <a:lnTo>
                  <a:pt x="31564" y="58746"/>
                </a:lnTo>
                <a:lnTo>
                  <a:pt x="25492" y="58746"/>
                </a:lnTo>
                <a:lnTo>
                  <a:pt x="25492" y="52674"/>
                </a:lnTo>
                <a:close/>
                <a:moveTo>
                  <a:pt x="38612" y="52674"/>
                </a:moveTo>
                <a:lnTo>
                  <a:pt x="38612" y="58746"/>
                </a:lnTo>
                <a:lnTo>
                  <a:pt x="32540" y="58746"/>
                </a:lnTo>
                <a:lnTo>
                  <a:pt x="32540" y="52674"/>
                </a:lnTo>
                <a:close/>
                <a:moveTo>
                  <a:pt x="45673" y="52674"/>
                </a:moveTo>
                <a:lnTo>
                  <a:pt x="45673" y="58746"/>
                </a:lnTo>
                <a:lnTo>
                  <a:pt x="39601" y="58746"/>
                </a:lnTo>
                <a:lnTo>
                  <a:pt x="39601" y="52674"/>
                </a:lnTo>
                <a:close/>
                <a:moveTo>
                  <a:pt x="52721" y="52674"/>
                </a:moveTo>
                <a:lnTo>
                  <a:pt x="52721" y="58746"/>
                </a:lnTo>
                <a:lnTo>
                  <a:pt x="46649" y="58746"/>
                </a:lnTo>
                <a:lnTo>
                  <a:pt x="46649" y="52674"/>
                </a:lnTo>
                <a:close/>
                <a:moveTo>
                  <a:pt x="59782" y="52674"/>
                </a:moveTo>
                <a:lnTo>
                  <a:pt x="59782" y="58746"/>
                </a:lnTo>
                <a:lnTo>
                  <a:pt x="53709" y="58746"/>
                </a:lnTo>
                <a:lnTo>
                  <a:pt x="53709" y="52674"/>
                </a:lnTo>
                <a:close/>
                <a:moveTo>
                  <a:pt x="88011" y="52674"/>
                </a:moveTo>
                <a:lnTo>
                  <a:pt x="88011" y="58746"/>
                </a:lnTo>
                <a:lnTo>
                  <a:pt x="81927" y="58746"/>
                </a:lnTo>
                <a:lnTo>
                  <a:pt x="81927" y="52674"/>
                </a:lnTo>
                <a:close/>
                <a:moveTo>
                  <a:pt x="95060" y="52674"/>
                </a:moveTo>
                <a:lnTo>
                  <a:pt x="95060" y="58746"/>
                </a:lnTo>
                <a:lnTo>
                  <a:pt x="88988" y="58746"/>
                </a:lnTo>
                <a:lnTo>
                  <a:pt x="88988" y="52674"/>
                </a:lnTo>
                <a:close/>
                <a:moveTo>
                  <a:pt x="123278" y="52674"/>
                </a:moveTo>
                <a:lnTo>
                  <a:pt x="123278" y="58746"/>
                </a:lnTo>
                <a:lnTo>
                  <a:pt x="117205" y="58746"/>
                </a:lnTo>
                <a:lnTo>
                  <a:pt x="117205" y="52674"/>
                </a:lnTo>
                <a:close/>
                <a:moveTo>
                  <a:pt x="130338" y="52674"/>
                </a:moveTo>
                <a:lnTo>
                  <a:pt x="130338" y="58746"/>
                </a:lnTo>
                <a:lnTo>
                  <a:pt x="124254" y="58746"/>
                </a:lnTo>
                <a:lnTo>
                  <a:pt x="124254" y="52674"/>
                </a:lnTo>
                <a:close/>
                <a:moveTo>
                  <a:pt x="144447" y="52674"/>
                </a:moveTo>
                <a:lnTo>
                  <a:pt x="144447" y="58746"/>
                </a:lnTo>
                <a:lnTo>
                  <a:pt x="138375" y="58746"/>
                </a:lnTo>
                <a:lnTo>
                  <a:pt x="138375" y="52674"/>
                </a:lnTo>
                <a:close/>
                <a:moveTo>
                  <a:pt x="151495" y="52674"/>
                </a:moveTo>
                <a:lnTo>
                  <a:pt x="151495" y="58746"/>
                </a:lnTo>
                <a:lnTo>
                  <a:pt x="145423" y="58746"/>
                </a:lnTo>
                <a:lnTo>
                  <a:pt x="145423" y="52674"/>
                </a:lnTo>
                <a:close/>
                <a:moveTo>
                  <a:pt x="158556" y="52674"/>
                </a:moveTo>
                <a:lnTo>
                  <a:pt x="158556" y="58746"/>
                </a:lnTo>
                <a:lnTo>
                  <a:pt x="152484" y="58746"/>
                </a:lnTo>
                <a:lnTo>
                  <a:pt x="152484" y="52674"/>
                </a:lnTo>
                <a:close/>
                <a:moveTo>
                  <a:pt x="165604" y="52674"/>
                </a:moveTo>
                <a:lnTo>
                  <a:pt x="165604" y="58746"/>
                </a:lnTo>
                <a:lnTo>
                  <a:pt x="159532" y="58746"/>
                </a:lnTo>
                <a:lnTo>
                  <a:pt x="159532" y="52674"/>
                </a:lnTo>
                <a:close/>
                <a:moveTo>
                  <a:pt x="172665" y="52674"/>
                </a:moveTo>
                <a:lnTo>
                  <a:pt x="172665" y="58746"/>
                </a:lnTo>
                <a:lnTo>
                  <a:pt x="166581" y="58746"/>
                </a:lnTo>
                <a:lnTo>
                  <a:pt x="166581" y="52674"/>
                </a:lnTo>
                <a:close/>
                <a:moveTo>
                  <a:pt x="179713" y="52674"/>
                </a:moveTo>
                <a:lnTo>
                  <a:pt x="179713" y="58746"/>
                </a:lnTo>
                <a:lnTo>
                  <a:pt x="173641" y="58746"/>
                </a:lnTo>
                <a:lnTo>
                  <a:pt x="173641" y="52674"/>
                </a:lnTo>
                <a:close/>
                <a:moveTo>
                  <a:pt x="186774" y="52674"/>
                </a:moveTo>
                <a:lnTo>
                  <a:pt x="186774" y="58746"/>
                </a:lnTo>
                <a:lnTo>
                  <a:pt x="180702" y="58746"/>
                </a:lnTo>
                <a:lnTo>
                  <a:pt x="180702" y="52674"/>
                </a:lnTo>
                <a:close/>
                <a:moveTo>
                  <a:pt x="193822" y="52674"/>
                </a:moveTo>
                <a:lnTo>
                  <a:pt x="193822" y="58746"/>
                </a:lnTo>
                <a:lnTo>
                  <a:pt x="187750" y="58746"/>
                </a:lnTo>
                <a:lnTo>
                  <a:pt x="187750" y="52674"/>
                </a:lnTo>
                <a:close/>
                <a:moveTo>
                  <a:pt x="200883" y="52674"/>
                </a:moveTo>
                <a:lnTo>
                  <a:pt x="200883" y="58746"/>
                </a:lnTo>
                <a:lnTo>
                  <a:pt x="194810" y="58746"/>
                </a:lnTo>
                <a:lnTo>
                  <a:pt x="194810" y="52674"/>
                </a:lnTo>
                <a:close/>
                <a:moveTo>
                  <a:pt x="207931" y="52674"/>
                </a:moveTo>
                <a:lnTo>
                  <a:pt x="207931" y="58746"/>
                </a:lnTo>
                <a:lnTo>
                  <a:pt x="201859" y="58746"/>
                </a:lnTo>
                <a:lnTo>
                  <a:pt x="201859" y="52674"/>
                </a:lnTo>
                <a:close/>
                <a:moveTo>
                  <a:pt x="214992" y="52674"/>
                </a:moveTo>
                <a:lnTo>
                  <a:pt x="214992" y="58746"/>
                </a:lnTo>
                <a:lnTo>
                  <a:pt x="208919" y="58746"/>
                </a:lnTo>
                <a:lnTo>
                  <a:pt x="208919" y="52674"/>
                </a:lnTo>
                <a:close/>
                <a:moveTo>
                  <a:pt x="222052" y="52674"/>
                </a:moveTo>
                <a:lnTo>
                  <a:pt x="222052" y="58746"/>
                </a:lnTo>
                <a:lnTo>
                  <a:pt x="215968" y="58746"/>
                </a:lnTo>
                <a:lnTo>
                  <a:pt x="215968" y="52674"/>
                </a:lnTo>
                <a:close/>
                <a:moveTo>
                  <a:pt x="229100" y="52674"/>
                </a:moveTo>
                <a:lnTo>
                  <a:pt x="229100" y="58746"/>
                </a:lnTo>
                <a:lnTo>
                  <a:pt x="223028" y="58746"/>
                </a:lnTo>
                <a:lnTo>
                  <a:pt x="223028" y="52674"/>
                </a:lnTo>
                <a:close/>
                <a:moveTo>
                  <a:pt x="236161" y="52674"/>
                </a:moveTo>
                <a:lnTo>
                  <a:pt x="236161" y="58746"/>
                </a:lnTo>
                <a:lnTo>
                  <a:pt x="230077" y="58746"/>
                </a:lnTo>
                <a:lnTo>
                  <a:pt x="230077" y="52674"/>
                </a:lnTo>
                <a:close/>
                <a:moveTo>
                  <a:pt x="243209" y="52674"/>
                </a:moveTo>
                <a:lnTo>
                  <a:pt x="243209" y="58746"/>
                </a:lnTo>
                <a:lnTo>
                  <a:pt x="237137" y="58746"/>
                </a:lnTo>
                <a:lnTo>
                  <a:pt x="237137" y="52674"/>
                </a:lnTo>
                <a:close/>
                <a:moveTo>
                  <a:pt x="250270" y="52674"/>
                </a:moveTo>
                <a:lnTo>
                  <a:pt x="250270" y="58746"/>
                </a:lnTo>
                <a:lnTo>
                  <a:pt x="244198" y="58746"/>
                </a:lnTo>
                <a:lnTo>
                  <a:pt x="244198" y="52674"/>
                </a:lnTo>
                <a:close/>
                <a:moveTo>
                  <a:pt x="257318" y="52674"/>
                </a:moveTo>
                <a:lnTo>
                  <a:pt x="257318" y="58746"/>
                </a:lnTo>
                <a:lnTo>
                  <a:pt x="251246" y="58746"/>
                </a:lnTo>
                <a:lnTo>
                  <a:pt x="251246" y="52674"/>
                </a:lnTo>
                <a:close/>
                <a:moveTo>
                  <a:pt x="264379" y="52674"/>
                </a:moveTo>
                <a:lnTo>
                  <a:pt x="264379" y="58746"/>
                </a:lnTo>
                <a:lnTo>
                  <a:pt x="258306" y="58746"/>
                </a:lnTo>
                <a:lnTo>
                  <a:pt x="258306" y="52674"/>
                </a:lnTo>
                <a:close/>
                <a:moveTo>
                  <a:pt x="271427" y="52674"/>
                </a:moveTo>
                <a:lnTo>
                  <a:pt x="271427" y="58746"/>
                </a:lnTo>
                <a:lnTo>
                  <a:pt x="265355" y="58746"/>
                </a:lnTo>
                <a:lnTo>
                  <a:pt x="265355" y="52674"/>
                </a:lnTo>
                <a:close/>
                <a:moveTo>
                  <a:pt x="278488" y="52674"/>
                </a:moveTo>
                <a:lnTo>
                  <a:pt x="278488" y="58746"/>
                </a:lnTo>
                <a:lnTo>
                  <a:pt x="272415" y="58746"/>
                </a:lnTo>
                <a:lnTo>
                  <a:pt x="272415" y="52674"/>
                </a:lnTo>
                <a:close/>
                <a:moveTo>
                  <a:pt x="60758" y="52674"/>
                </a:moveTo>
                <a:lnTo>
                  <a:pt x="66842" y="52686"/>
                </a:lnTo>
                <a:lnTo>
                  <a:pt x="66842" y="58758"/>
                </a:lnTo>
                <a:lnTo>
                  <a:pt x="60758" y="58758"/>
                </a:lnTo>
                <a:lnTo>
                  <a:pt x="60758" y="52674"/>
                </a:lnTo>
                <a:close/>
                <a:moveTo>
                  <a:pt x="67818" y="52674"/>
                </a:moveTo>
                <a:lnTo>
                  <a:pt x="73902" y="52686"/>
                </a:lnTo>
                <a:lnTo>
                  <a:pt x="73902" y="58758"/>
                </a:lnTo>
                <a:lnTo>
                  <a:pt x="67818" y="58758"/>
                </a:lnTo>
                <a:lnTo>
                  <a:pt x="67818" y="52674"/>
                </a:lnTo>
                <a:close/>
                <a:moveTo>
                  <a:pt x="74879" y="52674"/>
                </a:moveTo>
                <a:lnTo>
                  <a:pt x="80951" y="52686"/>
                </a:lnTo>
                <a:lnTo>
                  <a:pt x="80951" y="58758"/>
                </a:lnTo>
                <a:lnTo>
                  <a:pt x="74879" y="58758"/>
                </a:lnTo>
                <a:lnTo>
                  <a:pt x="74879" y="52674"/>
                </a:lnTo>
                <a:close/>
                <a:moveTo>
                  <a:pt x="96036" y="52674"/>
                </a:moveTo>
                <a:lnTo>
                  <a:pt x="102120" y="52686"/>
                </a:lnTo>
                <a:lnTo>
                  <a:pt x="102120" y="58758"/>
                </a:lnTo>
                <a:lnTo>
                  <a:pt x="96036" y="58758"/>
                </a:lnTo>
                <a:lnTo>
                  <a:pt x="96036" y="52674"/>
                </a:lnTo>
                <a:close/>
                <a:moveTo>
                  <a:pt x="103097" y="52674"/>
                </a:moveTo>
                <a:lnTo>
                  <a:pt x="109169" y="52686"/>
                </a:lnTo>
                <a:lnTo>
                  <a:pt x="109169" y="58758"/>
                </a:lnTo>
                <a:lnTo>
                  <a:pt x="103097" y="58758"/>
                </a:lnTo>
                <a:lnTo>
                  <a:pt x="103097" y="52674"/>
                </a:lnTo>
                <a:close/>
                <a:moveTo>
                  <a:pt x="110157" y="52674"/>
                </a:moveTo>
                <a:lnTo>
                  <a:pt x="116229" y="52686"/>
                </a:lnTo>
                <a:lnTo>
                  <a:pt x="116229" y="58758"/>
                </a:lnTo>
                <a:lnTo>
                  <a:pt x="110157" y="58758"/>
                </a:lnTo>
                <a:lnTo>
                  <a:pt x="110157" y="52674"/>
                </a:lnTo>
                <a:close/>
                <a:moveTo>
                  <a:pt x="131314" y="52674"/>
                </a:moveTo>
                <a:lnTo>
                  <a:pt x="137387" y="52686"/>
                </a:lnTo>
                <a:lnTo>
                  <a:pt x="137387" y="58758"/>
                </a:lnTo>
                <a:lnTo>
                  <a:pt x="131314" y="58758"/>
                </a:lnTo>
                <a:lnTo>
                  <a:pt x="131314" y="52674"/>
                </a:lnTo>
                <a:close/>
                <a:moveTo>
                  <a:pt x="17443" y="59734"/>
                </a:moveTo>
                <a:lnTo>
                  <a:pt x="17443" y="65806"/>
                </a:lnTo>
                <a:lnTo>
                  <a:pt x="11371" y="65806"/>
                </a:lnTo>
                <a:lnTo>
                  <a:pt x="11371" y="59734"/>
                </a:lnTo>
                <a:close/>
                <a:moveTo>
                  <a:pt x="24503" y="59734"/>
                </a:moveTo>
                <a:lnTo>
                  <a:pt x="24503" y="65806"/>
                </a:lnTo>
                <a:lnTo>
                  <a:pt x="18431" y="65806"/>
                </a:lnTo>
                <a:lnTo>
                  <a:pt x="18431" y="59734"/>
                </a:lnTo>
                <a:close/>
                <a:moveTo>
                  <a:pt x="31564" y="59734"/>
                </a:moveTo>
                <a:lnTo>
                  <a:pt x="31564" y="65806"/>
                </a:lnTo>
                <a:lnTo>
                  <a:pt x="25492" y="65806"/>
                </a:lnTo>
                <a:lnTo>
                  <a:pt x="25492" y="59734"/>
                </a:lnTo>
                <a:close/>
                <a:moveTo>
                  <a:pt x="38612" y="59734"/>
                </a:moveTo>
                <a:lnTo>
                  <a:pt x="38612" y="65806"/>
                </a:lnTo>
                <a:lnTo>
                  <a:pt x="32540" y="65806"/>
                </a:lnTo>
                <a:lnTo>
                  <a:pt x="32540" y="59734"/>
                </a:lnTo>
                <a:close/>
                <a:moveTo>
                  <a:pt x="45673" y="59734"/>
                </a:moveTo>
                <a:lnTo>
                  <a:pt x="45673" y="65806"/>
                </a:lnTo>
                <a:lnTo>
                  <a:pt x="39601" y="65806"/>
                </a:lnTo>
                <a:lnTo>
                  <a:pt x="39601" y="59734"/>
                </a:lnTo>
                <a:close/>
                <a:moveTo>
                  <a:pt x="52721" y="59734"/>
                </a:moveTo>
                <a:lnTo>
                  <a:pt x="52721" y="65806"/>
                </a:lnTo>
                <a:lnTo>
                  <a:pt x="46649" y="65806"/>
                </a:lnTo>
                <a:lnTo>
                  <a:pt x="46649" y="59734"/>
                </a:lnTo>
                <a:close/>
                <a:moveTo>
                  <a:pt x="59782" y="59734"/>
                </a:moveTo>
                <a:lnTo>
                  <a:pt x="59782" y="65806"/>
                </a:lnTo>
                <a:lnTo>
                  <a:pt x="53709" y="65806"/>
                </a:lnTo>
                <a:lnTo>
                  <a:pt x="53709" y="59734"/>
                </a:lnTo>
                <a:close/>
                <a:moveTo>
                  <a:pt x="66842" y="59734"/>
                </a:moveTo>
                <a:lnTo>
                  <a:pt x="66842" y="65806"/>
                </a:lnTo>
                <a:lnTo>
                  <a:pt x="60758" y="65806"/>
                </a:lnTo>
                <a:lnTo>
                  <a:pt x="60758" y="59734"/>
                </a:lnTo>
                <a:close/>
                <a:moveTo>
                  <a:pt x="73902" y="59734"/>
                </a:moveTo>
                <a:lnTo>
                  <a:pt x="73902" y="65806"/>
                </a:lnTo>
                <a:lnTo>
                  <a:pt x="67818" y="65806"/>
                </a:lnTo>
                <a:lnTo>
                  <a:pt x="67818" y="59734"/>
                </a:lnTo>
                <a:close/>
                <a:moveTo>
                  <a:pt x="80951" y="59734"/>
                </a:moveTo>
                <a:lnTo>
                  <a:pt x="80951" y="65806"/>
                </a:lnTo>
                <a:lnTo>
                  <a:pt x="74879" y="65806"/>
                </a:lnTo>
                <a:lnTo>
                  <a:pt x="74879" y="59734"/>
                </a:lnTo>
                <a:close/>
                <a:moveTo>
                  <a:pt x="88011" y="59734"/>
                </a:moveTo>
                <a:lnTo>
                  <a:pt x="88011" y="65806"/>
                </a:lnTo>
                <a:lnTo>
                  <a:pt x="81927" y="65806"/>
                </a:lnTo>
                <a:lnTo>
                  <a:pt x="81927" y="59734"/>
                </a:lnTo>
                <a:close/>
                <a:moveTo>
                  <a:pt x="95060" y="59734"/>
                </a:moveTo>
                <a:lnTo>
                  <a:pt x="95060" y="65806"/>
                </a:lnTo>
                <a:lnTo>
                  <a:pt x="88988" y="65806"/>
                </a:lnTo>
                <a:lnTo>
                  <a:pt x="88988" y="59734"/>
                </a:lnTo>
                <a:close/>
                <a:moveTo>
                  <a:pt x="123278" y="59734"/>
                </a:moveTo>
                <a:lnTo>
                  <a:pt x="123278" y="65806"/>
                </a:lnTo>
                <a:lnTo>
                  <a:pt x="117205" y="65806"/>
                </a:lnTo>
                <a:lnTo>
                  <a:pt x="117205" y="59734"/>
                </a:lnTo>
                <a:close/>
                <a:moveTo>
                  <a:pt x="130338" y="59734"/>
                </a:moveTo>
                <a:lnTo>
                  <a:pt x="130338" y="65806"/>
                </a:lnTo>
                <a:lnTo>
                  <a:pt x="124254" y="65806"/>
                </a:lnTo>
                <a:lnTo>
                  <a:pt x="124254" y="59734"/>
                </a:lnTo>
                <a:close/>
                <a:moveTo>
                  <a:pt x="144447" y="59734"/>
                </a:moveTo>
                <a:lnTo>
                  <a:pt x="144447" y="65806"/>
                </a:lnTo>
                <a:lnTo>
                  <a:pt x="138375" y="65806"/>
                </a:lnTo>
                <a:lnTo>
                  <a:pt x="138375" y="59734"/>
                </a:lnTo>
                <a:close/>
                <a:moveTo>
                  <a:pt x="151495" y="59734"/>
                </a:moveTo>
                <a:lnTo>
                  <a:pt x="151495" y="65806"/>
                </a:lnTo>
                <a:lnTo>
                  <a:pt x="145423" y="65806"/>
                </a:lnTo>
                <a:lnTo>
                  <a:pt x="145423" y="59734"/>
                </a:lnTo>
                <a:close/>
                <a:moveTo>
                  <a:pt x="158556" y="59734"/>
                </a:moveTo>
                <a:lnTo>
                  <a:pt x="158556" y="65806"/>
                </a:lnTo>
                <a:lnTo>
                  <a:pt x="152484" y="65806"/>
                </a:lnTo>
                <a:lnTo>
                  <a:pt x="152484" y="59734"/>
                </a:lnTo>
                <a:close/>
                <a:moveTo>
                  <a:pt x="165604" y="59734"/>
                </a:moveTo>
                <a:lnTo>
                  <a:pt x="165604" y="65806"/>
                </a:lnTo>
                <a:lnTo>
                  <a:pt x="159532" y="65806"/>
                </a:lnTo>
                <a:lnTo>
                  <a:pt x="159532" y="59734"/>
                </a:lnTo>
                <a:close/>
                <a:moveTo>
                  <a:pt x="172665" y="59734"/>
                </a:moveTo>
                <a:lnTo>
                  <a:pt x="172665" y="65806"/>
                </a:lnTo>
                <a:lnTo>
                  <a:pt x="166581" y="65806"/>
                </a:lnTo>
                <a:lnTo>
                  <a:pt x="166581" y="59734"/>
                </a:lnTo>
                <a:close/>
                <a:moveTo>
                  <a:pt x="179713" y="59734"/>
                </a:moveTo>
                <a:lnTo>
                  <a:pt x="179713" y="65806"/>
                </a:lnTo>
                <a:lnTo>
                  <a:pt x="173641" y="65806"/>
                </a:lnTo>
                <a:lnTo>
                  <a:pt x="173641" y="59734"/>
                </a:lnTo>
                <a:close/>
                <a:moveTo>
                  <a:pt x="186774" y="59734"/>
                </a:moveTo>
                <a:lnTo>
                  <a:pt x="186774" y="65806"/>
                </a:lnTo>
                <a:lnTo>
                  <a:pt x="180702" y="65806"/>
                </a:lnTo>
                <a:lnTo>
                  <a:pt x="180702" y="59734"/>
                </a:lnTo>
                <a:close/>
                <a:moveTo>
                  <a:pt x="193822" y="59734"/>
                </a:moveTo>
                <a:lnTo>
                  <a:pt x="193822" y="65806"/>
                </a:lnTo>
                <a:lnTo>
                  <a:pt x="187750" y="65806"/>
                </a:lnTo>
                <a:lnTo>
                  <a:pt x="187750" y="59734"/>
                </a:lnTo>
                <a:close/>
                <a:moveTo>
                  <a:pt x="200883" y="59734"/>
                </a:moveTo>
                <a:lnTo>
                  <a:pt x="200883" y="65806"/>
                </a:lnTo>
                <a:lnTo>
                  <a:pt x="194810" y="65806"/>
                </a:lnTo>
                <a:lnTo>
                  <a:pt x="194810" y="59734"/>
                </a:lnTo>
                <a:close/>
                <a:moveTo>
                  <a:pt x="207931" y="59734"/>
                </a:moveTo>
                <a:lnTo>
                  <a:pt x="207931" y="65806"/>
                </a:lnTo>
                <a:lnTo>
                  <a:pt x="201859" y="65806"/>
                </a:lnTo>
                <a:lnTo>
                  <a:pt x="201859" y="59734"/>
                </a:lnTo>
                <a:close/>
                <a:moveTo>
                  <a:pt x="214992" y="59734"/>
                </a:moveTo>
                <a:lnTo>
                  <a:pt x="214992" y="65806"/>
                </a:lnTo>
                <a:lnTo>
                  <a:pt x="208919" y="65806"/>
                </a:lnTo>
                <a:lnTo>
                  <a:pt x="208919" y="59734"/>
                </a:lnTo>
                <a:close/>
                <a:moveTo>
                  <a:pt x="222052" y="59734"/>
                </a:moveTo>
                <a:lnTo>
                  <a:pt x="222052" y="65806"/>
                </a:lnTo>
                <a:lnTo>
                  <a:pt x="215968" y="65806"/>
                </a:lnTo>
                <a:lnTo>
                  <a:pt x="215968" y="59734"/>
                </a:lnTo>
                <a:close/>
                <a:moveTo>
                  <a:pt x="229100" y="59734"/>
                </a:moveTo>
                <a:lnTo>
                  <a:pt x="229100" y="65806"/>
                </a:lnTo>
                <a:lnTo>
                  <a:pt x="223028" y="65806"/>
                </a:lnTo>
                <a:lnTo>
                  <a:pt x="223028" y="59734"/>
                </a:lnTo>
                <a:close/>
                <a:moveTo>
                  <a:pt x="236161" y="59734"/>
                </a:moveTo>
                <a:lnTo>
                  <a:pt x="236161" y="65806"/>
                </a:lnTo>
                <a:lnTo>
                  <a:pt x="230077" y="65806"/>
                </a:lnTo>
                <a:lnTo>
                  <a:pt x="230077" y="59734"/>
                </a:lnTo>
                <a:close/>
                <a:moveTo>
                  <a:pt x="243209" y="59734"/>
                </a:moveTo>
                <a:lnTo>
                  <a:pt x="243209" y="65806"/>
                </a:lnTo>
                <a:lnTo>
                  <a:pt x="237137" y="65806"/>
                </a:lnTo>
                <a:lnTo>
                  <a:pt x="237137" y="59734"/>
                </a:lnTo>
                <a:close/>
                <a:moveTo>
                  <a:pt x="250270" y="59734"/>
                </a:moveTo>
                <a:lnTo>
                  <a:pt x="250270" y="65806"/>
                </a:lnTo>
                <a:lnTo>
                  <a:pt x="244198" y="65806"/>
                </a:lnTo>
                <a:lnTo>
                  <a:pt x="244198" y="59734"/>
                </a:lnTo>
                <a:close/>
                <a:moveTo>
                  <a:pt x="257318" y="59734"/>
                </a:moveTo>
                <a:lnTo>
                  <a:pt x="257318" y="65806"/>
                </a:lnTo>
                <a:lnTo>
                  <a:pt x="251246" y="65806"/>
                </a:lnTo>
                <a:lnTo>
                  <a:pt x="251246" y="59734"/>
                </a:lnTo>
                <a:close/>
                <a:moveTo>
                  <a:pt x="264379" y="59734"/>
                </a:moveTo>
                <a:lnTo>
                  <a:pt x="264379" y="65806"/>
                </a:lnTo>
                <a:lnTo>
                  <a:pt x="258306" y="65806"/>
                </a:lnTo>
                <a:lnTo>
                  <a:pt x="258306" y="59734"/>
                </a:lnTo>
                <a:close/>
                <a:moveTo>
                  <a:pt x="271427" y="59734"/>
                </a:moveTo>
                <a:lnTo>
                  <a:pt x="271427" y="65806"/>
                </a:lnTo>
                <a:lnTo>
                  <a:pt x="265355" y="65806"/>
                </a:lnTo>
                <a:lnTo>
                  <a:pt x="265355" y="59734"/>
                </a:lnTo>
                <a:close/>
                <a:moveTo>
                  <a:pt x="278488" y="59734"/>
                </a:moveTo>
                <a:lnTo>
                  <a:pt x="278488" y="65806"/>
                </a:lnTo>
                <a:lnTo>
                  <a:pt x="272415" y="65806"/>
                </a:lnTo>
                <a:lnTo>
                  <a:pt x="272415" y="59734"/>
                </a:lnTo>
                <a:close/>
                <a:moveTo>
                  <a:pt x="102120" y="59734"/>
                </a:moveTo>
                <a:lnTo>
                  <a:pt x="102120" y="65818"/>
                </a:lnTo>
                <a:lnTo>
                  <a:pt x="96036" y="65818"/>
                </a:lnTo>
                <a:lnTo>
                  <a:pt x="96036" y="59734"/>
                </a:lnTo>
                <a:close/>
                <a:moveTo>
                  <a:pt x="109169" y="59734"/>
                </a:moveTo>
                <a:lnTo>
                  <a:pt x="109169" y="65818"/>
                </a:lnTo>
                <a:lnTo>
                  <a:pt x="103097" y="65818"/>
                </a:lnTo>
                <a:lnTo>
                  <a:pt x="103097" y="59734"/>
                </a:lnTo>
                <a:close/>
                <a:moveTo>
                  <a:pt x="116229" y="59734"/>
                </a:moveTo>
                <a:lnTo>
                  <a:pt x="116229" y="65818"/>
                </a:lnTo>
                <a:lnTo>
                  <a:pt x="110157" y="65818"/>
                </a:lnTo>
                <a:lnTo>
                  <a:pt x="110157" y="59734"/>
                </a:lnTo>
                <a:close/>
                <a:moveTo>
                  <a:pt x="137387" y="59734"/>
                </a:moveTo>
                <a:lnTo>
                  <a:pt x="137387" y="65818"/>
                </a:lnTo>
                <a:lnTo>
                  <a:pt x="131314" y="65818"/>
                </a:lnTo>
                <a:lnTo>
                  <a:pt x="131314" y="59734"/>
                </a:lnTo>
                <a:close/>
                <a:moveTo>
                  <a:pt x="17443" y="66783"/>
                </a:moveTo>
                <a:lnTo>
                  <a:pt x="17443" y="72867"/>
                </a:lnTo>
                <a:lnTo>
                  <a:pt x="11371" y="72867"/>
                </a:lnTo>
                <a:lnTo>
                  <a:pt x="11371" y="66783"/>
                </a:lnTo>
                <a:close/>
                <a:moveTo>
                  <a:pt x="24503" y="66783"/>
                </a:moveTo>
                <a:lnTo>
                  <a:pt x="24503" y="72867"/>
                </a:lnTo>
                <a:lnTo>
                  <a:pt x="18431" y="72867"/>
                </a:lnTo>
                <a:lnTo>
                  <a:pt x="18431" y="66783"/>
                </a:lnTo>
                <a:close/>
                <a:moveTo>
                  <a:pt x="31564" y="66783"/>
                </a:moveTo>
                <a:lnTo>
                  <a:pt x="31564" y="72867"/>
                </a:lnTo>
                <a:lnTo>
                  <a:pt x="25492" y="72867"/>
                </a:lnTo>
                <a:lnTo>
                  <a:pt x="25492" y="66783"/>
                </a:lnTo>
                <a:close/>
                <a:moveTo>
                  <a:pt x="38612" y="66783"/>
                </a:moveTo>
                <a:lnTo>
                  <a:pt x="38612" y="72867"/>
                </a:lnTo>
                <a:lnTo>
                  <a:pt x="32540" y="72867"/>
                </a:lnTo>
                <a:lnTo>
                  <a:pt x="32540" y="66783"/>
                </a:lnTo>
                <a:close/>
                <a:moveTo>
                  <a:pt x="45673" y="66783"/>
                </a:moveTo>
                <a:lnTo>
                  <a:pt x="45673" y="72867"/>
                </a:lnTo>
                <a:lnTo>
                  <a:pt x="39601" y="72867"/>
                </a:lnTo>
                <a:lnTo>
                  <a:pt x="39601" y="66783"/>
                </a:lnTo>
                <a:close/>
                <a:moveTo>
                  <a:pt x="52721" y="66783"/>
                </a:moveTo>
                <a:lnTo>
                  <a:pt x="52721" y="72867"/>
                </a:lnTo>
                <a:lnTo>
                  <a:pt x="46649" y="72867"/>
                </a:lnTo>
                <a:lnTo>
                  <a:pt x="46649" y="66783"/>
                </a:lnTo>
                <a:close/>
                <a:moveTo>
                  <a:pt x="59782" y="66783"/>
                </a:moveTo>
                <a:lnTo>
                  <a:pt x="59782" y="72867"/>
                </a:lnTo>
                <a:lnTo>
                  <a:pt x="53709" y="72867"/>
                </a:lnTo>
                <a:lnTo>
                  <a:pt x="53709" y="66783"/>
                </a:lnTo>
                <a:close/>
                <a:moveTo>
                  <a:pt x="60758" y="66783"/>
                </a:moveTo>
                <a:lnTo>
                  <a:pt x="66842" y="66795"/>
                </a:lnTo>
                <a:lnTo>
                  <a:pt x="66842" y="72867"/>
                </a:lnTo>
                <a:lnTo>
                  <a:pt x="60758" y="72867"/>
                </a:lnTo>
                <a:lnTo>
                  <a:pt x="60758" y="66783"/>
                </a:lnTo>
                <a:close/>
                <a:moveTo>
                  <a:pt x="67818" y="66783"/>
                </a:moveTo>
                <a:lnTo>
                  <a:pt x="73902" y="66795"/>
                </a:lnTo>
                <a:lnTo>
                  <a:pt x="73902" y="72867"/>
                </a:lnTo>
                <a:lnTo>
                  <a:pt x="67818" y="72867"/>
                </a:lnTo>
                <a:lnTo>
                  <a:pt x="67818" y="66783"/>
                </a:lnTo>
                <a:close/>
                <a:moveTo>
                  <a:pt x="74879" y="66783"/>
                </a:moveTo>
                <a:lnTo>
                  <a:pt x="80951" y="66795"/>
                </a:lnTo>
                <a:lnTo>
                  <a:pt x="80951" y="72867"/>
                </a:lnTo>
                <a:lnTo>
                  <a:pt x="74879" y="72867"/>
                </a:lnTo>
                <a:lnTo>
                  <a:pt x="74879" y="66783"/>
                </a:lnTo>
                <a:close/>
                <a:moveTo>
                  <a:pt x="88011" y="66783"/>
                </a:moveTo>
                <a:lnTo>
                  <a:pt x="88011" y="72867"/>
                </a:lnTo>
                <a:lnTo>
                  <a:pt x="81927" y="72867"/>
                </a:lnTo>
                <a:lnTo>
                  <a:pt x="81927" y="66783"/>
                </a:lnTo>
                <a:close/>
                <a:moveTo>
                  <a:pt x="95060" y="66783"/>
                </a:moveTo>
                <a:lnTo>
                  <a:pt x="95060" y="72867"/>
                </a:lnTo>
                <a:lnTo>
                  <a:pt x="88988" y="72867"/>
                </a:lnTo>
                <a:lnTo>
                  <a:pt x="88988" y="66783"/>
                </a:lnTo>
                <a:close/>
                <a:moveTo>
                  <a:pt x="96036" y="66783"/>
                </a:moveTo>
                <a:lnTo>
                  <a:pt x="102120" y="66795"/>
                </a:lnTo>
                <a:lnTo>
                  <a:pt x="102120" y="72867"/>
                </a:lnTo>
                <a:lnTo>
                  <a:pt x="96036" y="72867"/>
                </a:lnTo>
                <a:lnTo>
                  <a:pt x="96036" y="66783"/>
                </a:lnTo>
                <a:close/>
                <a:moveTo>
                  <a:pt x="103097" y="66783"/>
                </a:moveTo>
                <a:lnTo>
                  <a:pt x="109169" y="66795"/>
                </a:lnTo>
                <a:lnTo>
                  <a:pt x="109169" y="72867"/>
                </a:lnTo>
                <a:lnTo>
                  <a:pt x="103097" y="72867"/>
                </a:lnTo>
                <a:lnTo>
                  <a:pt x="103097" y="66783"/>
                </a:lnTo>
                <a:close/>
                <a:moveTo>
                  <a:pt x="110157" y="66783"/>
                </a:moveTo>
                <a:lnTo>
                  <a:pt x="116229" y="66795"/>
                </a:lnTo>
                <a:lnTo>
                  <a:pt x="116229" y="72867"/>
                </a:lnTo>
                <a:lnTo>
                  <a:pt x="110157" y="72867"/>
                </a:lnTo>
                <a:lnTo>
                  <a:pt x="110157" y="66783"/>
                </a:lnTo>
                <a:close/>
                <a:moveTo>
                  <a:pt x="123278" y="66783"/>
                </a:moveTo>
                <a:lnTo>
                  <a:pt x="123278" y="72867"/>
                </a:lnTo>
                <a:lnTo>
                  <a:pt x="117205" y="72867"/>
                </a:lnTo>
                <a:lnTo>
                  <a:pt x="117205" y="66783"/>
                </a:lnTo>
                <a:close/>
                <a:moveTo>
                  <a:pt x="130338" y="66783"/>
                </a:moveTo>
                <a:lnTo>
                  <a:pt x="130338" y="72867"/>
                </a:lnTo>
                <a:lnTo>
                  <a:pt x="124254" y="72867"/>
                </a:lnTo>
                <a:lnTo>
                  <a:pt x="124254" y="66783"/>
                </a:lnTo>
                <a:close/>
                <a:moveTo>
                  <a:pt x="131314" y="66783"/>
                </a:moveTo>
                <a:lnTo>
                  <a:pt x="137387" y="66795"/>
                </a:lnTo>
                <a:lnTo>
                  <a:pt x="137387" y="72867"/>
                </a:lnTo>
                <a:lnTo>
                  <a:pt x="131314" y="72867"/>
                </a:lnTo>
                <a:lnTo>
                  <a:pt x="131314" y="66783"/>
                </a:lnTo>
                <a:close/>
                <a:moveTo>
                  <a:pt x="144447" y="66783"/>
                </a:moveTo>
                <a:lnTo>
                  <a:pt x="144447" y="72867"/>
                </a:lnTo>
                <a:lnTo>
                  <a:pt x="138375" y="72867"/>
                </a:lnTo>
                <a:lnTo>
                  <a:pt x="138375" y="66783"/>
                </a:lnTo>
                <a:close/>
                <a:moveTo>
                  <a:pt x="151495" y="66783"/>
                </a:moveTo>
                <a:lnTo>
                  <a:pt x="151495" y="72867"/>
                </a:lnTo>
                <a:lnTo>
                  <a:pt x="145423" y="72867"/>
                </a:lnTo>
                <a:lnTo>
                  <a:pt x="145423" y="66783"/>
                </a:lnTo>
                <a:close/>
                <a:moveTo>
                  <a:pt x="158556" y="66783"/>
                </a:moveTo>
                <a:lnTo>
                  <a:pt x="158556" y="72867"/>
                </a:lnTo>
                <a:lnTo>
                  <a:pt x="152484" y="72867"/>
                </a:lnTo>
                <a:lnTo>
                  <a:pt x="152484" y="66783"/>
                </a:lnTo>
                <a:close/>
                <a:moveTo>
                  <a:pt x="165604" y="66783"/>
                </a:moveTo>
                <a:lnTo>
                  <a:pt x="165604" y="72867"/>
                </a:lnTo>
                <a:lnTo>
                  <a:pt x="159532" y="72867"/>
                </a:lnTo>
                <a:lnTo>
                  <a:pt x="159532" y="66783"/>
                </a:lnTo>
                <a:close/>
                <a:moveTo>
                  <a:pt x="172665" y="66783"/>
                </a:moveTo>
                <a:lnTo>
                  <a:pt x="172665" y="72867"/>
                </a:lnTo>
                <a:lnTo>
                  <a:pt x="166581" y="72867"/>
                </a:lnTo>
                <a:lnTo>
                  <a:pt x="166581" y="66783"/>
                </a:lnTo>
                <a:close/>
                <a:moveTo>
                  <a:pt x="179713" y="66783"/>
                </a:moveTo>
                <a:lnTo>
                  <a:pt x="179713" y="72867"/>
                </a:lnTo>
                <a:lnTo>
                  <a:pt x="173641" y="72867"/>
                </a:lnTo>
                <a:lnTo>
                  <a:pt x="173641" y="66783"/>
                </a:lnTo>
                <a:close/>
                <a:moveTo>
                  <a:pt x="186774" y="66783"/>
                </a:moveTo>
                <a:lnTo>
                  <a:pt x="186774" y="72867"/>
                </a:lnTo>
                <a:lnTo>
                  <a:pt x="180702" y="72867"/>
                </a:lnTo>
                <a:lnTo>
                  <a:pt x="180702" y="66783"/>
                </a:lnTo>
                <a:close/>
                <a:moveTo>
                  <a:pt x="193822" y="66783"/>
                </a:moveTo>
                <a:lnTo>
                  <a:pt x="193822" y="72867"/>
                </a:lnTo>
                <a:lnTo>
                  <a:pt x="187750" y="72867"/>
                </a:lnTo>
                <a:lnTo>
                  <a:pt x="187750" y="66783"/>
                </a:lnTo>
                <a:close/>
                <a:moveTo>
                  <a:pt x="200883" y="66783"/>
                </a:moveTo>
                <a:lnTo>
                  <a:pt x="200883" y="72867"/>
                </a:lnTo>
                <a:lnTo>
                  <a:pt x="194810" y="72867"/>
                </a:lnTo>
                <a:lnTo>
                  <a:pt x="194810" y="66783"/>
                </a:lnTo>
                <a:close/>
                <a:moveTo>
                  <a:pt x="207931" y="66783"/>
                </a:moveTo>
                <a:lnTo>
                  <a:pt x="207931" y="72867"/>
                </a:lnTo>
                <a:lnTo>
                  <a:pt x="201859" y="72867"/>
                </a:lnTo>
                <a:lnTo>
                  <a:pt x="201859" y="66783"/>
                </a:lnTo>
                <a:close/>
                <a:moveTo>
                  <a:pt x="214992" y="66783"/>
                </a:moveTo>
                <a:lnTo>
                  <a:pt x="214992" y="72867"/>
                </a:lnTo>
                <a:lnTo>
                  <a:pt x="208919" y="72867"/>
                </a:lnTo>
                <a:lnTo>
                  <a:pt x="208919" y="66783"/>
                </a:lnTo>
                <a:close/>
                <a:moveTo>
                  <a:pt x="222052" y="66783"/>
                </a:moveTo>
                <a:lnTo>
                  <a:pt x="222052" y="72867"/>
                </a:lnTo>
                <a:lnTo>
                  <a:pt x="215968" y="72867"/>
                </a:lnTo>
                <a:lnTo>
                  <a:pt x="215968" y="66783"/>
                </a:lnTo>
                <a:close/>
                <a:moveTo>
                  <a:pt x="229100" y="66783"/>
                </a:moveTo>
                <a:lnTo>
                  <a:pt x="229100" y="72867"/>
                </a:lnTo>
                <a:lnTo>
                  <a:pt x="223028" y="72867"/>
                </a:lnTo>
                <a:lnTo>
                  <a:pt x="223028" y="66783"/>
                </a:lnTo>
                <a:close/>
                <a:moveTo>
                  <a:pt x="236161" y="66783"/>
                </a:moveTo>
                <a:lnTo>
                  <a:pt x="236161" y="72867"/>
                </a:lnTo>
                <a:lnTo>
                  <a:pt x="230077" y="72867"/>
                </a:lnTo>
                <a:lnTo>
                  <a:pt x="230077" y="66783"/>
                </a:lnTo>
                <a:close/>
                <a:moveTo>
                  <a:pt x="243209" y="66783"/>
                </a:moveTo>
                <a:lnTo>
                  <a:pt x="243209" y="72867"/>
                </a:lnTo>
                <a:lnTo>
                  <a:pt x="237137" y="72867"/>
                </a:lnTo>
                <a:lnTo>
                  <a:pt x="237137" y="66783"/>
                </a:lnTo>
                <a:close/>
                <a:moveTo>
                  <a:pt x="250270" y="66783"/>
                </a:moveTo>
                <a:lnTo>
                  <a:pt x="250270" y="72867"/>
                </a:lnTo>
                <a:lnTo>
                  <a:pt x="244198" y="72867"/>
                </a:lnTo>
                <a:lnTo>
                  <a:pt x="244198" y="66783"/>
                </a:lnTo>
                <a:close/>
                <a:moveTo>
                  <a:pt x="257318" y="66783"/>
                </a:moveTo>
                <a:lnTo>
                  <a:pt x="257318" y="72867"/>
                </a:lnTo>
                <a:lnTo>
                  <a:pt x="251246" y="72867"/>
                </a:lnTo>
                <a:lnTo>
                  <a:pt x="251246" y="66783"/>
                </a:lnTo>
                <a:close/>
                <a:moveTo>
                  <a:pt x="264379" y="66783"/>
                </a:moveTo>
                <a:lnTo>
                  <a:pt x="264379" y="72867"/>
                </a:lnTo>
                <a:lnTo>
                  <a:pt x="258306" y="72867"/>
                </a:lnTo>
                <a:lnTo>
                  <a:pt x="258306" y="66783"/>
                </a:lnTo>
                <a:close/>
                <a:moveTo>
                  <a:pt x="271427" y="66783"/>
                </a:moveTo>
                <a:lnTo>
                  <a:pt x="271427" y="72867"/>
                </a:lnTo>
                <a:lnTo>
                  <a:pt x="265355" y="72867"/>
                </a:lnTo>
                <a:lnTo>
                  <a:pt x="265355" y="66783"/>
                </a:lnTo>
                <a:close/>
                <a:moveTo>
                  <a:pt x="278488" y="66783"/>
                </a:moveTo>
                <a:lnTo>
                  <a:pt x="278488" y="72867"/>
                </a:lnTo>
                <a:lnTo>
                  <a:pt x="272415" y="72867"/>
                </a:lnTo>
                <a:lnTo>
                  <a:pt x="272415" y="66783"/>
                </a:lnTo>
                <a:close/>
                <a:moveTo>
                  <a:pt x="17443" y="73843"/>
                </a:moveTo>
                <a:lnTo>
                  <a:pt x="17443" y="79915"/>
                </a:lnTo>
                <a:lnTo>
                  <a:pt x="11371" y="79915"/>
                </a:lnTo>
                <a:lnTo>
                  <a:pt x="11371" y="73843"/>
                </a:lnTo>
                <a:close/>
                <a:moveTo>
                  <a:pt x="24503" y="73843"/>
                </a:moveTo>
                <a:lnTo>
                  <a:pt x="24503" y="79915"/>
                </a:lnTo>
                <a:lnTo>
                  <a:pt x="18431" y="79915"/>
                </a:lnTo>
                <a:lnTo>
                  <a:pt x="18431" y="73843"/>
                </a:lnTo>
                <a:close/>
                <a:moveTo>
                  <a:pt x="31564" y="73843"/>
                </a:moveTo>
                <a:lnTo>
                  <a:pt x="31564" y="79915"/>
                </a:lnTo>
                <a:lnTo>
                  <a:pt x="25492" y="79915"/>
                </a:lnTo>
                <a:lnTo>
                  <a:pt x="25492" y="73843"/>
                </a:lnTo>
                <a:close/>
                <a:moveTo>
                  <a:pt x="38612" y="73843"/>
                </a:moveTo>
                <a:lnTo>
                  <a:pt x="38612" y="79915"/>
                </a:lnTo>
                <a:lnTo>
                  <a:pt x="32540" y="79915"/>
                </a:lnTo>
                <a:lnTo>
                  <a:pt x="32540" y="73843"/>
                </a:lnTo>
                <a:close/>
                <a:moveTo>
                  <a:pt x="45673" y="73843"/>
                </a:moveTo>
                <a:lnTo>
                  <a:pt x="45673" y="79915"/>
                </a:lnTo>
                <a:lnTo>
                  <a:pt x="39601" y="79915"/>
                </a:lnTo>
                <a:lnTo>
                  <a:pt x="39601" y="73843"/>
                </a:lnTo>
                <a:close/>
                <a:moveTo>
                  <a:pt x="52721" y="73843"/>
                </a:moveTo>
                <a:lnTo>
                  <a:pt x="52721" y="79915"/>
                </a:lnTo>
                <a:lnTo>
                  <a:pt x="46649" y="79915"/>
                </a:lnTo>
                <a:lnTo>
                  <a:pt x="46649" y="73843"/>
                </a:lnTo>
                <a:close/>
                <a:moveTo>
                  <a:pt x="59782" y="73843"/>
                </a:moveTo>
                <a:lnTo>
                  <a:pt x="59782" y="79915"/>
                </a:lnTo>
                <a:lnTo>
                  <a:pt x="53709" y="79915"/>
                </a:lnTo>
                <a:lnTo>
                  <a:pt x="53709" y="73843"/>
                </a:lnTo>
                <a:close/>
                <a:moveTo>
                  <a:pt x="66842" y="73843"/>
                </a:moveTo>
                <a:lnTo>
                  <a:pt x="66842" y="79915"/>
                </a:lnTo>
                <a:lnTo>
                  <a:pt x="60758" y="79915"/>
                </a:lnTo>
                <a:lnTo>
                  <a:pt x="60758" y="73843"/>
                </a:lnTo>
                <a:close/>
                <a:moveTo>
                  <a:pt x="73902" y="73843"/>
                </a:moveTo>
                <a:lnTo>
                  <a:pt x="73902" y="79915"/>
                </a:lnTo>
                <a:lnTo>
                  <a:pt x="67818" y="79915"/>
                </a:lnTo>
                <a:lnTo>
                  <a:pt x="67818" y="73843"/>
                </a:lnTo>
                <a:close/>
                <a:moveTo>
                  <a:pt x="80951" y="73843"/>
                </a:moveTo>
                <a:lnTo>
                  <a:pt x="80951" y="79915"/>
                </a:lnTo>
                <a:lnTo>
                  <a:pt x="74879" y="79915"/>
                </a:lnTo>
                <a:lnTo>
                  <a:pt x="74879" y="73843"/>
                </a:lnTo>
                <a:close/>
                <a:moveTo>
                  <a:pt x="88011" y="73843"/>
                </a:moveTo>
                <a:lnTo>
                  <a:pt x="88011" y="79915"/>
                </a:lnTo>
                <a:lnTo>
                  <a:pt x="81927" y="79915"/>
                </a:lnTo>
                <a:lnTo>
                  <a:pt x="81927" y="73843"/>
                </a:lnTo>
                <a:close/>
                <a:moveTo>
                  <a:pt x="95060" y="73843"/>
                </a:moveTo>
                <a:lnTo>
                  <a:pt x="95060" y="79915"/>
                </a:lnTo>
                <a:lnTo>
                  <a:pt x="88988" y="79915"/>
                </a:lnTo>
                <a:lnTo>
                  <a:pt x="88988" y="73843"/>
                </a:lnTo>
                <a:close/>
                <a:moveTo>
                  <a:pt x="123278" y="73843"/>
                </a:moveTo>
                <a:lnTo>
                  <a:pt x="123278" y="79915"/>
                </a:lnTo>
                <a:lnTo>
                  <a:pt x="117205" y="79915"/>
                </a:lnTo>
                <a:lnTo>
                  <a:pt x="117205" y="73843"/>
                </a:lnTo>
                <a:close/>
                <a:moveTo>
                  <a:pt x="130338" y="73843"/>
                </a:moveTo>
                <a:lnTo>
                  <a:pt x="130338" y="79915"/>
                </a:lnTo>
                <a:lnTo>
                  <a:pt x="124254" y="79915"/>
                </a:lnTo>
                <a:lnTo>
                  <a:pt x="124254" y="73843"/>
                </a:lnTo>
                <a:close/>
                <a:moveTo>
                  <a:pt x="144447" y="73843"/>
                </a:moveTo>
                <a:lnTo>
                  <a:pt x="144447" y="79915"/>
                </a:lnTo>
                <a:lnTo>
                  <a:pt x="138375" y="79915"/>
                </a:lnTo>
                <a:lnTo>
                  <a:pt x="138375" y="73843"/>
                </a:lnTo>
                <a:close/>
                <a:moveTo>
                  <a:pt x="151495" y="73843"/>
                </a:moveTo>
                <a:lnTo>
                  <a:pt x="151495" y="79915"/>
                </a:lnTo>
                <a:lnTo>
                  <a:pt x="145423" y="79915"/>
                </a:lnTo>
                <a:lnTo>
                  <a:pt x="145423" y="73843"/>
                </a:lnTo>
                <a:close/>
                <a:moveTo>
                  <a:pt x="158556" y="73843"/>
                </a:moveTo>
                <a:lnTo>
                  <a:pt x="158556" y="79915"/>
                </a:lnTo>
                <a:lnTo>
                  <a:pt x="152484" y="79915"/>
                </a:lnTo>
                <a:lnTo>
                  <a:pt x="152484" y="73843"/>
                </a:lnTo>
                <a:close/>
                <a:moveTo>
                  <a:pt x="165604" y="73843"/>
                </a:moveTo>
                <a:lnTo>
                  <a:pt x="165604" y="79915"/>
                </a:lnTo>
                <a:lnTo>
                  <a:pt x="159532" y="79915"/>
                </a:lnTo>
                <a:lnTo>
                  <a:pt x="159532" y="73843"/>
                </a:lnTo>
                <a:close/>
                <a:moveTo>
                  <a:pt x="172665" y="73843"/>
                </a:moveTo>
                <a:lnTo>
                  <a:pt x="172665" y="79915"/>
                </a:lnTo>
                <a:lnTo>
                  <a:pt x="166581" y="79915"/>
                </a:lnTo>
                <a:lnTo>
                  <a:pt x="166581" y="73843"/>
                </a:lnTo>
                <a:close/>
                <a:moveTo>
                  <a:pt x="179713" y="73843"/>
                </a:moveTo>
                <a:lnTo>
                  <a:pt x="179713" y="79915"/>
                </a:lnTo>
                <a:lnTo>
                  <a:pt x="173641" y="79915"/>
                </a:lnTo>
                <a:lnTo>
                  <a:pt x="173641" y="73843"/>
                </a:lnTo>
                <a:close/>
                <a:moveTo>
                  <a:pt x="186774" y="73843"/>
                </a:moveTo>
                <a:lnTo>
                  <a:pt x="186774" y="79915"/>
                </a:lnTo>
                <a:lnTo>
                  <a:pt x="180702" y="79915"/>
                </a:lnTo>
                <a:lnTo>
                  <a:pt x="180702" y="73843"/>
                </a:lnTo>
                <a:close/>
                <a:moveTo>
                  <a:pt x="193822" y="73843"/>
                </a:moveTo>
                <a:lnTo>
                  <a:pt x="193822" y="79915"/>
                </a:lnTo>
                <a:lnTo>
                  <a:pt x="187750" y="79915"/>
                </a:lnTo>
                <a:lnTo>
                  <a:pt x="187750" y="73843"/>
                </a:lnTo>
                <a:close/>
                <a:moveTo>
                  <a:pt x="200883" y="73843"/>
                </a:moveTo>
                <a:lnTo>
                  <a:pt x="200883" y="79915"/>
                </a:lnTo>
                <a:lnTo>
                  <a:pt x="194810" y="79915"/>
                </a:lnTo>
                <a:lnTo>
                  <a:pt x="194810" y="73843"/>
                </a:lnTo>
                <a:close/>
                <a:moveTo>
                  <a:pt x="207931" y="73843"/>
                </a:moveTo>
                <a:lnTo>
                  <a:pt x="207931" y="79915"/>
                </a:lnTo>
                <a:lnTo>
                  <a:pt x="201859" y="79915"/>
                </a:lnTo>
                <a:lnTo>
                  <a:pt x="201859" y="73843"/>
                </a:lnTo>
                <a:close/>
                <a:moveTo>
                  <a:pt x="214992" y="73843"/>
                </a:moveTo>
                <a:lnTo>
                  <a:pt x="214992" y="79915"/>
                </a:lnTo>
                <a:lnTo>
                  <a:pt x="208919" y="79915"/>
                </a:lnTo>
                <a:lnTo>
                  <a:pt x="208919" y="73843"/>
                </a:lnTo>
                <a:close/>
                <a:moveTo>
                  <a:pt x="222052" y="73843"/>
                </a:moveTo>
                <a:lnTo>
                  <a:pt x="222052" y="79915"/>
                </a:lnTo>
                <a:lnTo>
                  <a:pt x="215968" y="79915"/>
                </a:lnTo>
                <a:lnTo>
                  <a:pt x="215968" y="73843"/>
                </a:lnTo>
                <a:close/>
                <a:moveTo>
                  <a:pt x="229100" y="73843"/>
                </a:moveTo>
                <a:lnTo>
                  <a:pt x="229100" y="79915"/>
                </a:lnTo>
                <a:lnTo>
                  <a:pt x="223028" y="79915"/>
                </a:lnTo>
                <a:lnTo>
                  <a:pt x="223028" y="73843"/>
                </a:lnTo>
                <a:close/>
                <a:moveTo>
                  <a:pt x="236161" y="73843"/>
                </a:moveTo>
                <a:lnTo>
                  <a:pt x="236161" y="79915"/>
                </a:lnTo>
                <a:lnTo>
                  <a:pt x="230077" y="79915"/>
                </a:lnTo>
                <a:lnTo>
                  <a:pt x="230077" y="73843"/>
                </a:lnTo>
                <a:close/>
                <a:moveTo>
                  <a:pt x="243209" y="73843"/>
                </a:moveTo>
                <a:lnTo>
                  <a:pt x="243209" y="79915"/>
                </a:lnTo>
                <a:lnTo>
                  <a:pt x="237137" y="79915"/>
                </a:lnTo>
                <a:lnTo>
                  <a:pt x="237137" y="73843"/>
                </a:lnTo>
                <a:close/>
                <a:moveTo>
                  <a:pt x="250270" y="73843"/>
                </a:moveTo>
                <a:lnTo>
                  <a:pt x="250270" y="79915"/>
                </a:lnTo>
                <a:lnTo>
                  <a:pt x="244198" y="79915"/>
                </a:lnTo>
                <a:lnTo>
                  <a:pt x="244198" y="73843"/>
                </a:lnTo>
                <a:close/>
                <a:moveTo>
                  <a:pt x="257318" y="73843"/>
                </a:moveTo>
                <a:lnTo>
                  <a:pt x="257318" y="79915"/>
                </a:lnTo>
                <a:lnTo>
                  <a:pt x="251246" y="79915"/>
                </a:lnTo>
                <a:lnTo>
                  <a:pt x="251246" y="73843"/>
                </a:lnTo>
                <a:close/>
                <a:moveTo>
                  <a:pt x="264379" y="73843"/>
                </a:moveTo>
                <a:lnTo>
                  <a:pt x="264379" y="79915"/>
                </a:lnTo>
                <a:lnTo>
                  <a:pt x="258306" y="79915"/>
                </a:lnTo>
                <a:lnTo>
                  <a:pt x="258306" y="73843"/>
                </a:lnTo>
                <a:close/>
                <a:moveTo>
                  <a:pt x="271427" y="73843"/>
                </a:moveTo>
                <a:lnTo>
                  <a:pt x="271427" y="79915"/>
                </a:lnTo>
                <a:lnTo>
                  <a:pt x="265355" y="79915"/>
                </a:lnTo>
                <a:lnTo>
                  <a:pt x="265355" y="73843"/>
                </a:lnTo>
                <a:close/>
                <a:moveTo>
                  <a:pt x="278488" y="73843"/>
                </a:moveTo>
                <a:lnTo>
                  <a:pt x="278488" y="79915"/>
                </a:lnTo>
                <a:lnTo>
                  <a:pt x="272415" y="79915"/>
                </a:lnTo>
                <a:lnTo>
                  <a:pt x="272415" y="73843"/>
                </a:lnTo>
                <a:close/>
                <a:moveTo>
                  <a:pt x="96036" y="73843"/>
                </a:moveTo>
                <a:lnTo>
                  <a:pt x="102120" y="73855"/>
                </a:lnTo>
                <a:lnTo>
                  <a:pt x="102120" y="79927"/>
                </a:lnTo>
                <a:lnTo>
                  <a:pt x="96036" y="79927"/>
                </a:lnTo>
                <a:lnTo>
                  <a:pt x="96036" y="73843"/>
                </a:lnTo>
                <a:close/>
                <a:moveTo>
                  <a:pt x="103097" y="73843"/>
                </a:moveTo>
                <a:lnTo>
                  <a:pt x="109169" y="73855"/>
                </a:lnTo>
                <a:lnTo>
                  <a:pt x="109169" y="79927"/>
                </a:lnTo>
                <a:lnTo>
                  <a:pt x="103097" y="79927"/>
                </a:lnTo>
                <a:lnTo>
                  <a:pt x="103097" y="73843"/>
                </a:lnTo>
                <a:close/>
                <a:moveTo>
                  <a:pt x="110157" y="73843"/>
                </a:moveTo>
                <a:lnTo>
                  <a:pt x="116229" y="73855"/>
                </a:lnTo>
                <a:lnTo>
                  <a:pt x="116229" y="79927"/>
                </a:lnTo>
                <a:lnTo>
                  <a:pt x="110157" y="79927"/>
                </a:lnTo>
                <a:lnTo>
                  <a:pt x="110157" y="73843"/>
                </a:lnTo>
                <a:close/>
                <a:moveTo>
                  <a:pt x="131314" y="73843"/>
                </a:moveTo>
                <a:lnTo>
                  <a:pt x="137387" y="73855"/>
                </a:lnTo>
                <a:lnTo>
                  <a:pt x="137387" y="79927"/>
                </a:lnTo>
                <a:lnTo>
                  <a:pt x="131314" y="79927"/>
                </a:lnTo>
                <a:lnTo>
                  <a:pt x="131314" y="73843"/>
                </a:lnTo>
                <a:close/>
                <a:moveTo>
                  <a:pt x="17443" y="80903"/>
                </a:moveTo>
                <a:lnTo>
                  <a:pt x="17443" y="86976"/>
                </a:lnTo>
                <a:lnTo>
                  <a:pt x="11371" y="86976"/>
                </a:lnTo>
                <a:lnTo>
                  <a:pt x="11371" y="80903"/>
                </a:lnTo>
                <a:close/>
                <a:moveTo>
                  <a:pt x="24503" y="80903"/>
                </a:moveTo>
                <a:lnTo>
                  <a:pt x="24503" y="86976"/>
                </a:lnTo>
                <a:lnTo>
                  <a:pt x="18431" y="86976"/>
                </a:lnTo>
                <a:lnTo>
                  <a:pt x="18431" y="80903"/>
                </a:lnTo>
                <a:close/>
                <a:moveTo>
                  <a:pt x="31564" y="80903"/>
                </a:moveTo>
                <a:lnTo>
                  <a:pt x="31564" y="86976"/>
                </a:lnTo>
                <a:lnTo>
                  <a:pt x="25492" y="86976"/>
                </a:lnTo>
                <a:lnTo>
                  <a:pt x="25492" y="80903"/>
                </a:lnTo>
                <a:close/>
                <a:moveTo>
                  <a:pt x="38612" y="80903"/>
                </a:moveTo>
                <a:lnTo>
                  <a:pt x="38612" y="86976"/>
                </a:lnTo>
                <a:lnTo>
                  <a:pt x="32540" y="86976"/>
                </a:lnTo>
                <a:lnTo>
                  <a:pt x="32540" y="80903"/>
                </a:lnTo>
                <a:close/>
                <a:moveTo>
                  <a:pt x="45673" y="80903"/>
                </a:moveTo>
                <a:lnTo>
                  <a:pt x="45673" y="86976"/>
                </a:lnTo>
                <a:lnTo>
                  <a:pt x="39601" y="86976"/>
                </a:lnTo>
                <a:lnTo>
                  <a:pt x="39601" y="80903"/>
                </a:lnTo>
                <a:close/>
                <a:moveTo>
                  <a:pt x="52721" y="80903"/>
                </a:moveTo>
                <a:lnTo>
                  <a:pt x="52721" y="86976"/>
                </a:lnTo>
                <a:lnTo>
                  <a:pt x="46649" y="86976"/>
                </a:lnTo>
                <a:lnTo>
                  <a:pt x="46649" y="80903"/>
                </a:lnTo>
                <a:close/>
                <a:moveTo>
                  <a:pt x="59782" y="80903"/>
                </a:moveTo>
                <a:lnTo>
                  <a:pt x="59782" y="86976"/>
                </a:lnTo>
                <a:lnTo>
                  <a:pt x="53709" y="86976"/>
                </a:lnTo>
                <a:lnTo>
                  <a:pt x="53709" y="80903"/>
                </a:lnTo>
                <a:close/>
                <a:moveTo>
                  <a:pt x="66842" y="80903"/>
                </a:moveTo>
                <a:lnTo>
                  <a:pt x="66842" y="86976"/>
                </a:lnTo>
                <a:lnTo>
                  <a:pt x="60758" y="86976"/>
                </a:lnTo>
                <a:lnTo>
                  <a:pt x="60758" y="80903"/>
                </a:lnTo>
                <a:close/>
                <a:moveTo>
                  <a:pt x="73902" y="80903"/>
                </a:moveTo>
                <a:lnTo>
                  <a:pt x="73902" y="86976"/>
                </a:lnTo>
                <a:lnTo>
                  <a:pt x="67818" y="86976"/>
                </a:lnTo>
                <a:lnTo>
                  <a:pt x="67818" y="80903"/>
                </a:lnTo>
                <a:close/>
                <a:moveTo>
                  <a:pt x="80951" y="80903"/>
                </a:moveTo>
                <a:lnTo>
                  <a:pt x="80951" y="86976"/>
                </a:lnTo>
                <a:lnTo>
                  <a:pt x="74879" y="86976"/>
                </a:lnTo>
                <a:lnTo>
                  <a:pt x="74879" y="80903"/>
                </a:lnTo>
                <a:close/>
                <a:moveTo>
                  <a:pt x="88011" y="80903"/>
                </a:moveTo>
                <a:lnTo>
                  <a:pt x="88011" y="86976"/>
                </a:lnTo>
                <a:lnTo>
                  <a:pt x="81927" y="86976"/>
                </a:lnTo>
                <a:lnTo>
                  <a:pt x="81927" y="80903"/>
                </a:lnTo>
                <a:close/>
                <a:moveTo>
                  <a:pt x="95060" y="80903"/>
                </a:moveTo>
                <a:lnTo>
                  <a:pt x="95060" y="86976"/>
                </a:lnTo>
                <a:lnTo>
                  <a:pt x="88988" y="86976"/>
                </a:lnTo>
                <a:lnTo>
                  <a:pt x="88988" y="80903"/>
                </a:lnTo>
                <a:close/>
                <a:moveTo>
                  <a:pt x="102120" y="80903"/>
                </a:moveTo>
                <a:lnTo>
                  <a:pt x="102120" y="86976"/>
                </a:lnTo>
                <a:lnTo>
                  <a:pt x="96036" y="86976"/>
                </a:lnTo>
                <a:lnTo>
                  <a:pt x="96036" y="80903"/>
                </a:lnTo>
                <a:close/>
                <a:moveTo>
                  <a:pt x="109169" y="80903"/>
                </a:moveTo>
                <a:lnTo>
                  <a:pt x="109169" y="86976"/>
                </a:lnTo>
                <a:lnTo>
                  <a:pt x="103097" y="86976"/>
                </a:lnTo>
                <a:lnTo>
                  <a:pt x="103097" y="80903"/>
                </a:lnTo>
                <a:close/>
                <a:moveTo>
                  <a:pt x="116229" y="80903"/>
                </a:moveTo>
                <a:lnTo>
                  <a:pt x="116229" y="86976"/>
                </a:lnTo>
                <a:lnTo>
                  <a:pt x="110157" y="86976"/>
                </a:lnTo>
                <a:lnTo>
                  <a:pt x="110157" y="80903"/>
                </a:lnTo>
                <a:close/>
                <a:moveTo>
                  <a:pt x="123278" y="80903"/>
                </a:moveTo>
                <a:lnTo>
                  <a:pt x="123278" y="86976"/>
                </a:lnTo>
                <a:lnTo>
                  <a:pt x="117205" y="86976"/>
                </a:lnTo>
                <a:lnTo>
                  <a:pt x="117205" y="80903"/>
                </a:lnTo>
                <a:close/>
                <a:moveTo>
                  <a:pt x="130338" y="80903"/>
                </a:moveTo>
                <a:lnTo>
                  <a:pt x="130338" y="86976"/>
                </a:lnTo>
                <a:lnTo>
                  <a:pt x="124254" y="86976"/>
                </a:lnTo>
                <a:lnTo>
                  <a:pt x="124254" y="80903"/>
                </a:lnTo>
                <a:close/>
                <a:moveTo>
                  <a:pt x="137387" y="80903"/>
                </a:moveTo>
                <a:lnTo>
                  <a:pt x="137387" y="86976"/>
                </a:lnTo>
                <a:lnTo>
                  <a:pt x="131314" y="86976"/>
                </a:lnTo>
                <a:lnTo>
                  <a:pt x="131314" y="80903"/>
                </a:lnTo>
                <a:close/>
                <a:moveTo>
                  <a:pt x="144447" y="80903"/>
                </a:moveTo>
                <a:lnTo>
                  <a:pt x="144447" y="86976"/>
                </a:lnTo>
                <a:lnTo>
                  <a:pt x="138375" y="86976"/>
                </a:lnTo>
                <a:lnTo>
                  <a:pt x="138375" y="80903"/>
                </a:lnTo>
                <a:close/>
                <a:moveTo>
                  <a:pt x="151495" y="80903"/>
                </a:moveTo>
                <a:lnTo>
                  <a:pt x="151495" y="86976"/>
                </a:lnTo>
                <a:lnTo>
                  <a:pt x="145423" y="86976"/>
                </a:lnTo>
                <a:lnTo>
                  <a:pt x="145423" y="80903"/>
                </a:lnTo>
                <a:close/>
                <a:moveTo>
                  <a:pt x="158556" y="80903"/>
                </a:moveTo>
                <a:lnTo>
                  <a:pt x="158556" y="86976"/>
                </a:lnTo>
                <a:lnTo>
                  <a:pt x="152484" y="86976"/>
                </a:lnTo>
                <a:lnTo>
                  <a:pt x="152484" y="80903"/>
                </a:lnTo>
                <a:close/>
                <a:moveTo>
                  <a:pt x="165604" y="80903"/>
                </a:moveTo>
                <a:lnTo>
                  <a:pt x="165604" y="86976"/>
                </a:lnTo>
                <a:lnTo>
                  <a:pt x="159532" y="86976"/>
                </a:lnTo>
                <a:lnTo>
                  <a:pt x="159532" y="80903"/>
                </a:lnTo>
                <a:close/>
                <a:moveTo>
                  <a:pt x="172665" y="80903"/>
                </a:moveTo>
                <a:lnTo>
                  <a:pt x="172665" y="86976"/>
                </a:lnTo>
                <a:lnTo>
                  <a:pt x="166581" y="86976"/>
                </a:lnTo>
                <a:lnTo>
                  <a:pt x="166581" y="80903"/>
                </a:lnTo>
                <a:close/>
                <a:moveTo>
                  <a:pt x="179713" y="80903"/>
                </a:moveTo>
                <a:lnTo>
                  <a:pt x="179713" y="86976"/>
                </a:lnTo>
                <a:lnTo>
                  <a:pt x="173641" y="86976"/>
                </a:lnTo>
                <a:lnTo>
                  <a:pt x="173641" y="80903"/>
                </a:lnTo>
                <a:close/>
                <a:moveTo>
                  <a:pt x="186774" y="80903"/>
                </a:moveTo>
                <a:lnTo>
                  <a:pt x="186774" y="86976"/>
                </a:lnTo>
                <a:lnTo>
                  <a:pt x="180702" y="86976"/>
                </a:lnTo>
                <a:lnTo>
                  <a:pt x="180702" y="80903"/>
                </a:lnTo>
                <a:close/>
                <a:moveTo>
                  <a:pt x="193822" y="80903"/>
                </a:moveTo>
                <a:lnTo>
                  <a:pt x="193822" y="86976"/>
                </a:lnTo>
                <a:lnTo>
                  <a:pt x="187750" y="86976"/>
                </a:lnTo>
                <a:lnTo>
                  <a:pt x="187750" y="80903"/>
                </a:lnTo>
                <a:close/>
                <a:moveTo>
                  <a:pt x="200883" y="80903"/>
                </a:moveTo>
                <a:lnTo>
                  <a:pt x="200883" y="86976"/>
                </a:lnTo>
                <a:lnTo>
                  <a:pt x="194810" y="86976"/>
                </a:lnTo>
                <a:lnTo>
                  <a:pt x="194810" y="80903"/>
                </a:lnTo>
                <a:close/>
                <a:moveTo>
                  <a:pt x="207931" y="80903"/>
                </a:moveTo>
                <a:lnTo>
                  <a:pt x="207931" y="86976"/>
                </a:lnTo>
                <a:lnTo>
                  <a:pt x="201859" y="86976"/>
                </a:lnTo>
                <a:lnTo>
                  <a:pt x="201859" y="80903"/>
                </a:lnTo>
                <a:close/>
                <a:moveTo>
                  <a:pt x="214992" y="80903"/>
                </a:moveTo>
                <a:lnTo>
                  <a:pt x="214992" y="86976"/>
                </a:lnTo>
                <a:lnTo>
                  <a:pt x="208919" y="86976"/>
                </a:lnTo>
                <a:lnTo>
                  <a:pt x="208919" y="80903"/>
                </a:lnTo>
                <a:close/>
                <a:moveTo>
                  <a:pt x="222052" y="80903"/>
                </a:moveTo>
                <a:lnTo>
                  <a:pt x="222052" y="86976"/>
                </a:lnTo>
                <a:lnTo>
                  <a:pt x="215968" y="86976"/>
                </a:lnTo>
                <a:lnTo>
                  <a:pt x="215968" y="80903"/>
                </a:lnTo>
                <a:close/>
                <a:moveTo>
                  <a:pt x="229100" y="80903"/>
                </a:moveTo>
                <a:lnTo>
                  <a:pt x="229100" y="86976"/>
                </a:lnTo>
                <a:lnTo>
                  <a:pt x="223028" y="86976"/>
                </a:lnTo>
                <a:lnTo>
                  <a:pt x="223028" y="80903"/>
                </a:lnTo>
                <a:close/>
                <a:moveTo>
                  <a:pt x="236161" y="80903"/>
                </a:moveTo>
                <a:lnTo>
                  <a:pt x="236161" y="86976"/>
                </a:lnTo>
                <a:lnTo>
                  <a:pt x="230077" y="86976"/>
                </a:lnTo>
                <a:lnTo>
                  <a:pt x="230077" y="80903"/>
                </a:lnTo>
                <a:close/>
                <a:moveTo>
                  <a:pt x="243209" y="80903"/>
                </a:moveTo>
                <a:lnTo>
                  <a:pt x="243209" y="86976"/>
                </a:lnTo>
                <a:lnTo>
                  <a:pt x="237137" y="86976"/>
                </a:lnTo>
                <a:lnTo>
                  <a:pt x="237137" y="80903"/>
                </a:lnTo>
                <a:close/>
                <a:moveTo>
                  <a:pt x="250270" y="80903"/>
                </a:moveTo>
                <a:lnTo>
                  <a:pt x="250270" y="86976"/>
                </a:lnTo>
                <a:lnTo>
                  <a:pt x="244198" y="86976"/>
                </a:lnTo>
                <a:lnTo>
                  <a:pt x="244198" y="80903"/>
                </a:lnTo>
                <a:close/>
                <a:moveTo>
                  <a:pt x="257318" y="80903"/>
                </a:moveTo>
                <a:lnTo>
                  <a:pt x="257318" y="86976"/>
                </a:lnTo>
                <a:lnTo>
                  <a:pt x="251246" y="86976"/>
                </a:lnTo>
                <a:lnTo>
                  <a:pt x="251246" y="80903"/>
                </a:lnTo>
                <a:close/>
                <a:moveTo>
                  <a:pt x="264379" y="80903"/>
                </a:moveTo>
                <a:lnTo>
                  <a:pt x="264379" y="86976"/>
                </a:lnTo>
                <a:lnTo>
                  <a:pt x="258306" y="86976"/>
                </a:lnTo>
                <a:lnTo>
                  <a:pt x="258306" y="80903"/>
                </a:lnTo>
                <a:close/>
                <a:moveTo>
                  <a:pt x="271427" y="80903"/>
                </a:moveTo>
                <a:lnTo>
                  <a:pt x="271427" y="86976"/>
                </a:lnTo>
                <a:lnTo>
                  <a:pt x="265355" y="86976"/>
                </a:lnTo>
                <a:lnTo>
                  <a:pt x="265355" y="80903"/>
                </a:lnTo>
                <a:close/>
                <a:moveTo>
                  <a:pt x="278488" y="80903"/>
                </a:moveTo>
                <a:lnTo>
                  <a:pt x="278488" y="86976"/>
                </a:lnTo>
                <a:lnTo>
                  <a:pt x="272415" y="86976"/>
                </a:lnTo>
                <a:lnTo>
                  <a:pt x="272415" y="80903"/>
                </a:lnTo>
                <a:close/>
                <a:moveTo>
                  <a:pt x="17443" y="87952"/>
                </a:moveTo>
                <a:lnTo>
                  <a:pt x="17443" y="94024"/>
                </a:lnTo>
                <a:lnTo>
                  <a:pt x="11371" y="94024"/>
                </a:lnTo>
                <a:lnTo>
                  <a:pt x="11371" y="87952"/>
                </a:lnTo>
                <a:close/>
                <a:moveTo>
                  <a:pt x="24503" y="87952"/>
                </a:moveTo>
                <a:lnTo>
                  <a:pt x="24503" y="94024"/>
                </a:lnTo>
                <a:lnTo>
                  <a:pt x="18431" y="94024"/>
                </a:lnTo>
                <a:lnTo>
                  <a:pt x="18431" y="87952"/>
                </a:lnTo>
                <a:close/>
                <a:moveTo>
                  <a:pt x="31564" y="87952"/>
                </a:moveTo>
                <a:lnTo>
                  <a:pt x="31564" y="94024"/>
                </a:lnTo>
                <a:lnTo>
                  <a:pt x="25492" y="94024"/>
                </a:lnTo>
                <a:lnTo>
                  <a:pt x="25492" y="87952"/>
                </a:lnTo>
                <a:close/>
                <a:moveTo>
                  <a:pt x="38612" y="87952"/>
                </a:moveTo>
                <a:lnTo>
                  <a:pt x="38612" y="94024"/>
                </a:lnTo>
                <a:lnTo>
                  <a:pt x="32540" y="94024"/>
                </a:lnTo>
                <a:lnTo>
                  <a:pt x="32540" y="87952"/>
                </a:lnTo>
                <a:close/>
                <a:moveTo>
                  <a:pt x="45673" y="87952"/>
                </a:moveTo>
                <a:lnTo>
                  <a:pt x="45673" y="94024"/>
                </a:lnTo>
                <a:lnTo>
                  <a:pt x="39601" y="94024"/>
                </a:lnTo>
                <a:lnTo>
                  <a:pt x="39601" y="87952"/>
                </a:lnTo>
                <a:close/>
                <a:moveTo>
                  <a:pt x="52721" y="87952"/>
                </a:moveTo>
                <a:lnTo>
                  <a:pt x="52721" y="94024"/>
                </a:lnTo>
                <a:lnTo>
                  <a:pt x="46649" y="94024"/>
                </a:lnTo>
                <a:lnTo>
                  <a:pt x="46649" y="87952"/>
                </a:lnTo>
                <a:close/>
                <a:moveTo>
                  <a:pt x="59782" y="87952"/>
                </a:moveTo>
                <a:lnTo>
                  <a:pt x="59782" y="94024"/>
                </a:lnTo>
                <a:lnTo>
                  <a:pt x="53709" y="94024"/>
                </a:lnTo>
                <a:lnTo>
                  <a:pt x="53709" y="87952"/>
                </a:lnTo>
                <a:close/>
                <a:moveTo>
                  <a:pt x="88011" y="87952"/>
                </a:moveTo>
                <a:lnTo>
                  <a:pt x="88011" y="94024"/>
                </a:lnTo>
                <a:lnTo>
                  <a:pt x="81927" y="94024"/>
                </a:lnTo>
                <a:lnTo>
                  <a:pt x="81927" y="87952"/>
                </a:lnTo>
                <a:close/>
                <a:moveTo>
                  <a:pt x="95060" y="87952"/>
                </a:moveTo>
                <a:lnTo>
                  <a:pt x="95060" y="94024"/>
                </a:lnTo>
                <a:lnTo>
                  <a:pt x="88988" y="94024"/>
                </a:lnTo>
                <a:lnTo>
                  <a:pt x="88988" y="87952"/>
                </a:lnTo>
                <a:close/>
                <a:moveTo>
                  <a:pt x="123278" y="87952"/>
                </a:moveTo>
                <a:lnTo>
                  <a:pt x="123278" y="94024"/>
                </a:lnTo>
                <a:lnTo>
                  <a:pt x="117205" y="94024"/>
                </a:lnTo>
                <a:lnTo>
                  <a:pt x="117205" y="87952"/>
                </a:lnTo>
                <a:close/>
                <a:moveTo>
                  <a:pt x="130338" y="87952"/>
                </a:moveTo>
                <a:lnTo>
                  <a:pt x="130338" y="94024"/>
                </a:lnTo>
                <a:lnTo>
                  <a:pt x="124254" y="94024"/>
                </a:lnTo>
                <a:lnTo>
                  <a:pt x="124254" y="87952"/>
                </a:lnTo>
                <a:close/>
                <a:moveTo>
                  <a:pt x="144447" y="87952"/>
                </a:moveTo>
                <a:lnTo>
                  <a:pt x="144447" y="94024"/>
                </a:lnTo>
                <a:lnTo>
                  <a:pt x="138375" y="94024"/>
                </a:lnTo>
                <a:lnTo>
                  <a:pt x="138375" y="87952"/>
                </a:lnTo>
                <a:close/>
                <a:moveTo>
                  <a:pt x="151495" y="87952"/>
                </a:moveTo>
                <a:lnTo>
                  <a:pt x="151495" y="94024"/>
                </a:lnTo>
                <a:lnTo>
                  <a:pt x="145423" y="94024"/>
                </a:lnTo>
                <a:lnTo>
                  <a:pt x="145423" y="87952"/>
                </a:lnTo>
                <a:close/>
                <a:moveTo>
                  <a:pt x="158556" y="87952"/>
                </a:moveTo>
                <a:lnTo>
                  <a:pt x="158556" y="94024"/>
                </a:lnTo>
                <a:lnTo>
                  <a:pt x="152484" y="94024"/>
                </a:lnTo>
                <a:lnTo>
                  <a:pt x="152484" y="87952"/>
                </a:lnTo>
                <a:close/>
                <a:moveTo>
                  <a:pt x="165604" y="87952"/>
                </a:moveTo>
                <a:lnTo>
                  <a:pt x="165604" y="94024"/>
                </a:lnTo>
                <a:lnTo>
                  <a:pt x="159532" y="94024"/>
                </a:lnTo>
                <a:lnTo>
                  <a:pt x="159532" y="87952"/>
                </a:lnTo>
                <a:close/>
                <a:moveTo>
                  <a:pt x="172665" y="87952"/>
                </a:moveTo>
                <a:lnTo>
                  <a:pt x="172665" y="94024"/>
                </a:lnTo>
                <a:lnTo>
                  <a:pt x="166581" y="94024"/>
                </a:lnTo>
                <a:lnTo>
                  <a:pt x="166581" y="87952"/>
                </a:lnTo>
                <a:close/>
                <a:moveTo>
                  <a:pt x="179713" y="87952"/>
                </a:moveTo>
                <a:lnTo>
                  <a:pt x="179713" y="94024"/>
                </a:lnTo>
                <a:lnTo>
                  <a:pt x="173641" y="94024"/>
                </a:lnTo>
                <a:lnTo>
                  <a:pt x="173641" y="87952"/>
                </a:lnTo>
                <a:close/>
                <a:moveTo>
                  <a:pt x="186774" y="87952"/>
                </a:moveTo>
                <a:lnTo>
                  <a:pt x="186774" y="94024"/>
                </a:lnTo>
                <a:lnTo>
                  <a:pt x="180702" y="94024"/>
                </a:lnTo>
                <a:lnTo>
                  <a:pt x="180702" y="87952"/>
                </a:lnTo>
                <a:close/>
                <a:moveTo>
                  <a:pt x="193822" y="87952"/>
                </a:moveTo>
                <a:lnTo>
                  <a:pt x="193822" y="94024"/>
                </a:lnTo>
                <a:lnTo>
                  <a:pt x="187750" y="94024"/>
                </a:lnTo>
                <a:lnTo>
                  <a:pt x="187750" y="87952"/>
                </a:lnTo>
                <a:close/>
                <a:moveTo>
                  <a:pt x="200883" y="87952"/>
                </a:moveTo>
                <a:lnTo>
                  <a:pt x="200883" y="94024"/>
                </a:lnTo>
                <a:lnTo>
                  <a:pt x="194810" y="94024"/>
                </a:lnTo>
                <a:lnTo>
                  <a:pt x="194810" y="87952"/>
                </a:lnTo>
                <a:close/>
                <a:moveTo>
                  <a:pt x="207931" y="87952"/>
                </a:moveTo>
                <a:lnTo>
                  <a:pt x="207931" y="94024"/>
                </a:lnTo>
                <a:lnTo>
                  <a:pt x="201859" y="94024"/>
                </a:lnTo>
                <a:lnTo>
                  <a:pt x="201859" y="87952"/>
                </a:lnTo>
                <a:close/>
                <a:moveTo>
                  <a:pt x="214992" y="87952"/>
                </a:moveTo>
                <a:lnTo>
                  <a:pt x="214992" y="94024"/>
                </a:lnTo>
                <a:lnTo>
                  <a:pt x="208919" y="94024"/>
                </a:lnTo>
                <a:lnTo>
                  <a:pt x="208919" y="87952"/>
                </a:lnTo>
                <a:close/>
                <a:moveTo>
                  <a:pt x="222052" y="87952"/>
                </a:moveTo>
                <a:lnTo>
                  <a:pt x="222052" y="94024"/>
                </a:lnTo>
                <a:lnTo>
                  <a:pt x="215968" y="94024"/>
                </a:lnTo>
                <a:lnTo>
                  <a:pt x="215968" y="87952"/>
                </a:lnTo>
                <a:close/>
                <a:moveTo>
                  <a:pt x="229100" y="87952"/>
                </a:moveTo>
                <a:lnTo>
                  <a:pt x="229100" y="94024"/>
                </a:lnTo>
                <a:lnTo>
                  <a:pt x="223028" y="94024"/>
                </a:lnTo>
                <a:lnTo>
                  <a:pt x="223028" y="87952"/>
                </a:lnTo>
                <a:close/>
                <a:moveTo>
                  <a:pt x="236161" y="87952"/>
                </a:moveTo>
                <a:lnTo>
                  <a:pt x="236161" y="94024"/>
                </a:lnTo>
                <a:lnTo>
                  <a:pt x="230077" y="94024"/>
                </a:lnTo>
                <a:lnTo>
                  <a:pt x="230077" y="87952"/>
                </a:lnTo>
                <a:close/>
                <a:moveTo>
                  <a:pt x="243209" y="87952"/>
                </a:moveTo>
                <a:lnTo>
                  <a:pt x="243209" y="94024"/>
                </a:lnTo>
                <a:lnTo>
                  <a:pt x="237137" y="94024"/>
                </a:lnTo>
                <a:lnTo>
                  <a:pt x="237137" y="87952"/>
                </a:lnTo>
                <a:close/>
                <a:moveTo>
                  <a:pt x="250270" y="87952"/>
                </a:moveTo>
                <a:lnTo>
                  <a:pt x="250270" y="94024"/>
                </a:lnTo>
                <a:lnTo>
                  <a:pt x="244198" y="94024"/>
                </a:lnTo>
                <a:lnTo>
                  <a:pt x="244198" y="87952"/>
                </a:lnTo>
                <a:close/>
                <a:moveTo>
                  <a:pt x="257318" y="87952"/>
                </a:moveTo>
                <a:lnTo>
                  <a:pt x="257318" y="94024"/>
                </a:lnTo>
                <a:lnTo>
                  <a:pt x="251246" y="94024"/>
                </a:lnTo>
                <a:lnTo>
                  <a:pt x="251246" y="87952"/>
                </a:lnTo>
                <a:close/>
                <a:moveTo>
                  <a:pt x="264379" y="87952"/>
                </a:moveTo>
                <a:lnTo>
                  <a:pt x="264379" y="94024"/>
                </a:lnTo>
                <a:lnTo>
                  <a:pt x="258306" y="94024"/>
                </a:lnTo>
                <a:lnTo>
                  <a:pt x="258306" y="87952"/>
                </a:lnTo>
                <a:close/>
                <a:moveTo>
                  <a:pt x="271427" y="87952"/>
                </a:moveTo>
                <a:lnTo>
                  <a:pt x="271427" y="94024"/>
                </a:lnTo>
                <a:lnTo>
                  <a:pt x="265355" y="94024"/>
                </a:lnTo>
                <a:lnTo>
                  <a:pt x="265355" y="87952"/>
                </a:lnTo>
                <a:close/>
                <a:moveTo>
                  <a:pt x="278488" y="87952"/>
                </a:moveTo>
                <a:lnTo>
                  <a:pt x="278488" y="94024"/>
                </a:lnTo>
                <a:lnTo>
                  <a:pt x="272415" y="94024"/>
                </a:lnTo>
                <a:lnTo>
                  <a:pt x="272415" y="87952"/>
                </a:lnTo>
                <a:close/>
                <a:moveTo>
                  <a:pt x="66842" y="87952"/>
                </a:moveTo>
                <a:lnTo>
                  <a:pt x="66842" y="94036"/>
                </a:lnTo>
                <a:lnTo>
                  <a:pt x="60758" y="94036"/>
                </a:lnTo>
                <a:lnTo>
                  <a:pt x="60758" y="87952"/>
                </a:lnTo>
                <a:close/>
                <a:moveTo>
                  <a:pt x="73902" y="87952"/>
                </a:moveTo>
                <a:lnTo>
                  <a:pt x="73902" y="94036"/>
                </a:lnTo>
                <a:lnTo>
                  <a:pt x="67818" y="94036"/>
                </a:lnTo>
                <a:lnTo>
                  <a:pt x="67818" y="87952"/>
                </a:lnTo>
                <a:close/>
                <a:moveTo>
                  <a:pt x="80951" y="87952"/>
                </a:moveTo>
                <a:lnTo>
                  <a:pt x="80951" y="94036"/>
                </a:lnTo>
                <a:lnTo>
                  <a:pt x="74879" y="94036"/>
                </a:lnTo>
                <a:lnTo>
                  <a:pt x="74879" y="87952"/>
                </a:lnTo>
                <a:close/>
                <a:moveTo>
                  <a:pt x="102120" y="87952"/>
                </a:moveTo>
                <a:lnTo>
                  <a:pt x="102120" y="94036"/>
                </a:lnTo>
                <a:lnTo>
                  <a:pt x="96036" y="94036"/>
                </a:lnTo>
                <a:lnTo>
                  <a:pt x="96036" y="87952"/>
                </a:lnTo>
                <a:close/>
                <a:moveTo>
                  <a:pt x="103097" y="87952"/>
                </a:moveTo>
                <a:lnTo>
                  <a:pt x="109169" y="87964"/>
                </a:lnTo>
                <a:lnTo>
                  <a:pt x="109169" y="94036"/>
                </a:lnTo>
                <a:lnTo>
                  <a:pt x="103097" y="94036"/>
                </a:lnTo>
                <a:lnTo>
                  <a:pt x="103097" y="87952"/>
                </a:lnTo>
                <a:close/>
                <a:moveTo>
                  <a:pt x="110157" y="87952"/>
                </a:moveTo>
                <a:lnTo>
                  <a:pt x="116229" y="87964"/>
                </a:lnTo>
                <a:lnTo>
                  <a:pt x="116229" y="94036"/>
                </a:lnTo>
                <a:lnTo>
                  <a:pt x="110157" y="94036"/>
                </a:lnTo>
                <a:lnTo>
                  <a:pt x="110157" y="87952"/>
                </a:lnTo>
                <a:close/>
                <a:moveTo>
                  <a:pt x="137387" y="87952"/>
                </a:moveTo>
                <a:lnTo>
                  <a:pt x="137387" y="94036"/>
                </a:lnTo>
                <a:lnTo>
                  <a:pt x="131314" y="94036"/>
                </a:lnTo>
                <a:lnTo>
                  <a:pt x="131314" y="87952"/>
                </a:lnTo>
                <a:close/>
                <a:moveTo>
                  <a:pt x="17443" y="95012"/>
                </a:moveTo>
                <a:lnTo>
                  <a:pt x="17443" y="101085"/>
                </a:lnTo>
                <a:lnTo>
                  <a:pt x="11371" y="101085"/>
                </a:lnTo>
                <a:lnTo>
                  <a:pt x="11371" y="95012"/>
                </a:lnTo>
                <a:close/>
                <a:moveTo>
                  <a:pt x="24503" y="95012"/>
                </a:moveTo>
                <a:lnTo>
                  <a:pt x="24503" y="101085"/>
                </a:lnTo>
                <a:lnTo>
                  <a:pt x="18431" y="101085"/>
                </a:lnTo>
                <a:lnTo>
                  <a:pt x="18431" y="95012"/>
                </a:lnTo>
                <a:close/>
                <a:moveTo>
                  <a:pt x="31564" y="95012"/>
                </a:moveTo>
                <a:lnTo>
                  <a:pt x="31564" y="101085"/>
                </a:lnTo>
                <a:lnTo>
                  <a:pt x="25492" y="101085"/>
                </a:lnTo>
                <a:lnTo>
                  <a:pt x="25492" y="95012"/>
                </a:lnTo>
                <a:close/>
                <a:moveTo>
                  <a:pt x="38612" y="95012"/>
                </a:moveTo>
                <a:lnTo>
                  <a:pt x="38612" y="101085"/>
                </a:lnTo>
                <a:lnTo>
                  <a:pt x="32540" y="101085"/>
                </a:lnTo>
                <a:lnTo>
                  <a:pt x="32540" y="95012"/>
                </a:lnTo>
                <a:close/>
                <a:moveTo>
                  <a:pt x="45673" y="95012"/>
                </a:moveTo>
                <a:lnTo>
                  <a:pt x="45673" y="101085"/>
                </a:lnTo>
                <a:lnTo>
                  <a:pt x="39601" y="101085"/>
                </a:lnTo>
                <a:lnTo>
                  <a:pt x="39601" y="95012"/>
                </a:lnTo>
                <a:close/>
                <a:moveTo>
                  <a:pt x="52721" y="95012"/>
                </a:moveTo>
                <a:lnTo>
                  <a:pt x="52721" y="101085"/>
                </a:lnTo>
                <a:lnTo>
                  <a:pt x="46649" y="101085"/>
                </a:lnTo>
                <a:lnTo>
                  <a:pt x="46649" y="95012"/>
                </a:lnTo>
                <a:close/>
                <a:moveTo>
                  <a:pt x="59782" y="95012"/>
                </a:moveTo>
                <a:lnTo>
                  <a:pt x="59782" y="101085"/>
                </a:lnTo>
                <a:lnTo>
                  <a:pt x="53709" y="101085"/>
                </a:lnTo>
                <a:lnTo>
                  <a:pt x="53709" y="95012"/>
                </a:lnTo>
                <a:close/>
                <a:moveTo>
                  <a:pt x="66842" y="95012"/>
                </a:moveTo>
                <a:lnTo>
                  <a:pt x="66842" y="101085"/>
                </a:lnTo>
                <a:lnTo>
                  <a:pt x="60758" y="101085"/>
                </a:lnTo>
                <a:lnTo>
                  <a:pt x="60758" y="95012"/>
                </a:lnTo>
                <a:close/>
                <a:moveTo>
                  <a:pt x="73902" y="95012"/>
                </a:moveTo>
                <a:lnTo>
                  <a:pt x="73902" y="101085"/>
                </a:lnTo>
                <a:lnTo>
                  <a:pt x="67818" y="101085"/>
                </a:lnTo>
                <a:lnTo>
                  <a:pt x="67818" y="95012"/>
                </a:lnTo>
                <a:close/>
                <a:moveTo>
                  <a:pt x="80951" y="95012"/>
                </a:moveTo>
                <a:lnTo>
                  <a:pt x="80951" y="101085"/>
                </a:lnTo>
                <a:lnTo>
                  <a:pt x="74879" y="101085"/>
                </a:lnTo>
                <a:lnTo>
                  <a:pt x="74879" y="95012"/>
                </a:lnTo>
                <a:close/>
                <a:moveTo>
                  <a:pt x="88011" y="95012"/>
                </a:moveTo>
                <a:lnTo>
                  <a:pt x="88011" y="101085"/>
                </a:lnTo>
                <a:lnTo>
                  <a:pt x="81927" y="101085"/>
                </a:lnTo>
                <a:lnTo>
                  <a:pt x="81927" y="95012"/>
                </a:lnTo>
                <a:close/>
                <a:moveTo>
                  <a:pt x="95060" y="95012"/>
                </a:moveTo>
                <a:lnTo>
                  <a:pt x="95060" y="101085"/>
                </a:lnTo>
                <a:lnTo>
                  <a:pt x="88988" y="101085"/>
                </a:lnTo>
                <a:lnTo>
                  <a:pt x="88988" y="95012"/>
                </a:lnTo>
                <a:close/>
                <a:moveTo>
                  <a:pt x="102120" y="95012"/>
                </a:moveTo>
                <a:lnTo>
                  <a:pt x="102120" y="101085"/>
                </a:lnTo>
                <a:lnTo>
                  <a:pt x="96036" y="101085"/>
                </a:lnTo>
                <a:lnTo>
                  <a:pt x="96036" y="95012"/>
                </a:lnTo>
                <a:close/>
                <a:moveTo>
                  <a:pt x="109169" y="95012"/>
                </a:moveTo>
                <a:lnTo>
                  <a:pt x="109169" y="101085"/>
                </a:lnTo>
                <a:lnTo>
                  <a:pt x="103097" y="101085"/>
                </a:lnTo>
                <a:lnTo>
                  <a:pt x="103097" y="95012"/>
                </a:lnTo>
                <a:close/>
                <a:moveTo>
                  <a:pt x="116229" y="95012"/>
                </a:moveTo>
                <a:lnTo>
                  <a:pt x="116229" y="101085"/>
                </a:lnTo>
                <a:lnTo>
                  <a:pt x="110157" y="101085"/>
                </a:lnTo>
                <a:lnTo>
                  <a:pt x="110157" y="95012"/>
                </a:lnTo>
                <a:close/>
                <a:moveTo>
                  <a:pt x="123278" y="95012"/>
                </a:moveTo>
                <a:lnTo>
                  <a:pt x="123278" y="101085"/>
                </a:lnTo>
                <a:lnTo>
                  <a:pt x="117205" y="101085"/>
                </a:lnTo>
                <a:lnTo>
                  <a:pt x="117205" y="95012"/>
                </a:lnTo>
                <a:close/>
                <a:moveTo>
                  <a:pt x="130338" y="95012"/>
                </a:moveTo>
                <a:lnTo>
                  <a:pt x="130338" y="101085"/>
                </a:lnTo>
                <a:lnTo>
                  <a:pt x="124254" y="101085"/>
                </a:lnTo>
                <a:lnTo>
                  <a:pt x="124254" y="95012"/>
                </a:lnTo>
                <a:close/>
                <a:moveTo>
                  <a:pt x="137387" y="95012"/>
                </a:moveTo>
                <a:lnTo>
                  <a:pt x="137387" y="101085"/>
                </a:lnTo>
                <a:lnTo>
                  <a:pt x="131314" y="101085"/>
                </a:lnTo>
                <a:lnTo>
                  <a:pt x="131314" y="95012"/>
                </a:lnTo>
                <a:close/>
                <a:moveTo>
                  <a:pt x="144447" y="95012"/>
                </a:moveTo>
                <a:lnTo>
                  <a:pt x="144447" y="101085"/>
                </a:lnTo>
                <a:lnTo>
                  <a:pt x="138375" y="101085"/>
                </a:lnTo>
                <a:lnTo>
                  <a:pt x="138375" y="95012"/>
                </a:lnTo>
                <a:close/>
                <a:moveTo>
                  <a:pt x="151495" y="95012"/>
                </a:moveTo>
                <a:lnTo>
                  <a:pt x="151495" y="101085"/>
                </a:lnTo>
                <a:lnTo>
                  <a:pt x="145423" y="101085"/>
                </a:lnTo>
                <a:lnTo>
                  <a:pt x="145423" y="95012"/>
                </a:lnTo>
                <a:close/>
                <a:moveTo>
                  <a:pt x="158556" y="95012"/>
                </a:moveTo>
                <a:lnTo>
                  <a:pt x="158556" y="101085"/>
                </a:lnTo>
                <a:lnTo>
                  <a:pt x="152484" y="101085"/>
                </a:lnTo>
                <a:lnTo>
                  <a:pt x="152484" y="95012"/>
                </a:lnTo>
                <a:close/>
                <a:moveTo>
                  <a:pt x="165604" y="95012"/>
                </a:moveTo>
                <a:lnTo>
                  <a:pt x="165604" y="101085"/>
                </a:lnTo>
                <a:lnTo>
                  <a:pt x="159532" y="101085"/>
                </a:lnTo>
                <a:lnTo>
                  <a:pt x="159532" y="95012"/>
                </a:lnTo>
                <a:close/>
                <a:moveTo>
                  <a:pt x="172665" y="95012"/>
                </a:moveTo>
                <a:lnTo>
                  <a:pt x="172665" y="101085"/>
                </a:lnTo>
                <a:lnTo>
                  <a:pt x="166581" y="101085"/>
                </a:lnTo>
                <a:lnTo>
                  <a:pt x="166581" y="95012"/>
                </a:lnTo>
                <a:close/>
                <a:moveTo>
                  <a:pt x="179713" y="95012"/>
                </a:moveTo>
                <a:lnTo>
                  <a:pt x="179713" y="101085"/>
                </a:lnTo>
                <a:lnTo>
                  <a:pt x="173641" y="101085"/>
                </a:lnTo>
                <a:lnTo>
                  <a:pt x="173641" y="95012"/>
                </a:lnTo>
                <a:close/>
                <a:moveTo>
                  <a:pt x="186774" y="95012"/>
                </a:moveTo>
                <a:lnTo>
                  <a:pt x="186774" y="101085"/>
                </a:lnTo>
                <a:lnTo>
                  <a:pt x="180702" y="101085"/>
                </a:lnTo>
                <a:lnTo>
                  <a:pt x="180702" y="95012"/>
                </a:lnTo>
                <a:close/>
                <a:moveTo>
                  <a:pt x="193822" y="95012"/>
                </a:moveTo>
                <a:lnTo>
                  <a:pt x="193822" y="101085"/>
                </a:lnTo>
                <a:lnTo>
                  <a:pt x="187750" y="101085"/>
                </a:lnTo>
                <a:lnTo>
                  <a:pt x="187750" y="95012"/>
                </a:lnTo>
                <a:close/>
                <a:moveTo>
                  <a:pt x="200883" y="95012"/>
                </a:moveTo>
                <a:lnTo>
                  <a:pt x="200883" y="101085"/>
                </a:lnTo>
                <a:lnTo>
                  <a:pt x="194810" y="101085"/>
                </a:lnTo>
                <a:lnTo>
                  <a:pt x="194810" y="95012"/>
                </a:lnTo>
                <a:close/>
                <a:moveTo>
                  <a:pt x="207931" y="95012"/>
                </a:moveTo>
                <a:lnTo>
                  <a:pt x="207931" y="101085"/>
                </a:lnTo>
                <a:lnTo>
                  <a:pt x="201859" y="101085"/>
                </a:lnTo>
                <a:lnTo>
                  <a:pt x="201859" y="95012"/>
                </a:lnTo>
                <a:close/>
                <a:moveTo>
                  <a:pt x="214992" y="95012"/>
                </a:moveTo>
                <a:lnTo>
                  <a:pt x="214992" y="101085"/>
                </a:lnTo>
                <a:lnTo>
                  <a:pt x="208919" y="101085"/>
                </a:lnTo>
                <a:lnTo>
                  <a:pt x="208919" y="95012"/>
                </a:lnTo>
                <a:close/>
                <a:moveTo>
                  <a:pt x="222052" y="95012"/>
                </a:moveTo>
                <a:lnTo>
                  <a:pt x="222052" y="101085"/>
                </a:lnTo>
                <a:lnTo>
                  <a:pt x="215968" y="101085"/>
                </a:lnTo>
                <a:lnTo>
                  <a:pt x="215968" y="95012"/>
                </a:lnTo>
                <a:close/>
                <a:moveTo>
                  <a:pt x="229100" y="95012"/>
                </a:moveTo>
                <a:lnTo>
                  <a:pt x="229100" y="101085"/>
                </a:lnTo>
                <a:lnTo>
                  <a:pt x="223028" y="101085"/>
                </a:lnTo>
                <a:lnTo>
                  <a:pt x="223028" y="95012"/>
                </a:lnTo>
                <a:close/>
                <a:moveTo>
                  <a:pt x="236161" y="95012"/>
                </a:moveTo>
                <a:lnTo>
                  <a:pt x="236161" y="101085"/>
                </a:lnTo>
                <a:lnTo>
                  <a:pt x="230077" y="101085"/>
                </a:lnTo>
                <a:lnTo>
                  <a:pt x="230077" y="95012"/>
                </a:lnTo>
                <a:close/>
                <a:moveTo>
                  <a:pt x="243209" y="95012"/>
                </a:moveTo>
                <a:lnTo>
                  <a:pt x="243209" y="101085"/>
                </a:lnTo>
                <a:lnTo>
                  <a:pt x="237137" y="101085"/>
                </a:lnTo>
                <a:lnTo>
                  <a:pt x="237137" y="95012"/>
                </a:lnTo>
                <a:close/>
                <a:moveTo>
                  <a:pt x="250270" y="95012"/>
                </a:moveTo>
                <a:lnTo>
                  <a:pt x="250270" y="101085"/>
                </a:lnTo>
                <a:lnTo>
                  <a:pt x="244198" y="101085"/>
                </a:lnTo>
                <a:lnTo>
                  <a:pt x="244198" y="95012"/>
                </a:lnTo>
                <a:close/>
                <a:moveTo>
                  <a:pt x="257318" y="95012"/>
                </a:moveTo>
                <a:lnTo>
                  <a:pt x="257318" y="101085"/>
                </a:lnTo>
                <a:lnTo>
                  <a:pt x="251246" y="101085"/>
                </a:lnTo>
                <a:lnTo>
                  <a:pt x="251246" y="95012"/>
                </a:lnTo>
                <a:close/>
                <a:moveTo>
                  <a:pt x="264379" y="95012"/>
                </a:moveTo>
                <a:lnTo>
                  <a:pt x="264379" y="101085"/>
                </a:lnTo>
                <a:lnTo>
                  <a:pt x="258306" y="101085"/>
                </a:lnTo>
                <a:lnTo>
                  <a:pt x="258306" y="95012"/>
                </a:lnTo>
                <a:close/>
                <a:moveTo>
                  <a:pt x="271427" y="95012"/>
                </a:moveTo>
                <a:lnTo>
                  <a:pt x="271427" y="101085"/>
                </a:lnTo>
                <a:lnTo>
                  <a:pt x="265355" y="101085"/>
                </a:lnTo>
                <a:lnTo>
                  <a:pt x="265355" y="95012"/>
                </a:lnTo>
                <a:close/>
                <a:moveTo>
                  <a:pt x="278488" y="95012"/>
                </a:moveTo>
                <a:lnTo>
                  <a:pt x="278488" y="101085"/>
                </a:lnTo>
                <a:lnTo>
                  <a:pt x="272415" y="101085"/>
                </a:lnTo>
                <a:lnTo>
                  <a:pt x="272415" y="95012"/>
                </a:lnTo>
                <a:close/>
                <a:moveTo>
                  <a:pt x="17443" y="102061"/>
                </a:moveTo>
                <a:lnTo>
                  <a:pt x="17443" y="108145"/>
                </a:lnTo>
                <a:lnTo>
                  <a:pt x="11371" y="108145"/>
                </a:lnTo>
                <a:lnTo>
                  <a:pt x="11371" y="102061"/>
                </a:lnTo>
                <a:close/>
                <a:moveTo>
                  <a:pt x="24503" y="102061"/>
                </a:moveTo>
                <a:lnTo>
                  <a:pt x="24503" y="108145"/>
                </a:lnTo>
                <a:lnTo>
                  <a:pt x="18431" y="108145"/>
                </a:lnTo>
                <a:lnTo>
                  <a:pt x="18431" y="102061"/>
                </a:lnTo>
                <a:close/>
                <a:moveTo>
                  <a:pt x="31564" y="102061"/>
                </a:moveTo>
                <a:lnTo>
                  <a:pt x="31564" y="108145"/>
                </a:lnTo>
                <a:lnTo>
                  <a:pt x="25492" y="108145"/>
                </a:lnTo>
                <a:lnTo>
                  <a:pt x="25492" y="102061"/>
                </a:lnTo>
                <a:close/>
                <a:moveTo>
                  <a:pt x="38612" y="102061"/>
                </a:moveTo>
                <a:lnTo>
                  <a:pt x="38612" y="108145"/>
                </a:lnTo>
                <a:lnTo>
                  <a:pt x="32540" y="108145"/>
                </a:lnTo>
                <a:lnTo>
                  <a:pt x="32540" y="102061"/>
                </a:lnTo>
                <a:close/>
                <a:moveTo>
                  <a:pt x="45673" y="102061"/>
                </a:moveTo>
                <a:lnTo>
                  <a:pt x="45673" y="108145"/>
                </a:lnTo>
                <a:lnTo>
                  <a:pt x="39601" y="108145"/>
                </a:lnTo>
                <a:lnTo>
                  <a:pt x="39601" y="102061"/>
                </a:lnTo>
                <a:close/>
                <a:moveTo>
                  <a:pt x="52721" y="102061"/>
                </a:moveTo>
                <a:lnTo>
                  <a:pt x="52721" y="108145"/>
                </a:lnTo>
                <a:lnTo>
                  <a:pt x="46649" y="108145"/>
                </a:lnTo>
                <a:lnTo>
                  <a:pt x="46649" y="102061"/>
                </a:lnTo>
                <a:close/>
                <a:moveTo>
                  <a:pt x="59782" y="102061"/>
                </a:moveTo>
                <a:lnTo>
                  <a:pt x="59782" y="108145"/>
                </a:lnTo>
                <a:lnTo>
                  <a:pt x="53709" y="108145"/>
                </a:lnTo>
                <a:lnTo>
                  <a:pt x="53709" y="102061"/>
                </a:lnTo>
                <a:close/>
                <a:moveTo>
                  <a:pt x="66842" y="102061"/>
                </a:moveTo>
                <a:lnTo>
                  <a:pt x="66842" y="108145"/>
                </a:lnTo>
                <a:lnTo>
                  <a:pt x="60758" y="108145"/>
                </a:lnTo>
                <a:lnTo>
                  <a:pt x="60758" y="102061"/>
                </a:lnTo>
                <a:close/>
                <a:moveTo>
                  <a:pt x="73902" y="102061"/>
                </a:moveTo>
                <a:lnTo>
                  <a:pt x="73902" y="108145"/>
                </a:lnTo>
                <a:lnTo>
                  <a:pt x="67818" y="108145"/>
                </a:lnTo>
                <a:lnTo>
                  <a:pt x="67818" y="102061"/>
                </a:lnTo>
                <a:close/>
                <a:moveTo>
                  <a:pt x="80951" y="102061"/>
                </a:moveTo>
                <a:lnTo>
                  <a:pt x="80951" y="108145"/>
                </a:lnTo>
                <a:lnTo>
                  <a:pt x="74879" y="108145"/>
                </a:lnTo>
                <a:lnTo>
                  <a:pt x="74879" y="102061"/>
                </a:lnTo>
                <a:close/>
                <a:moveTo>
                  <a:pt x="88011" y="102061"/>
                </a:moveTo>
                <a:lnTo>
                  <a:pt x="88011" y="108145"/>
                </a:lnTo>
                <a:lnTo>
                  <a:pt x="81927" y="108145"/>
                </a:lnTo>
                <a:lnTo>
                  <a:pt x="81927" y="102061"/>
                </a:lnTo>
                <a:close/>
                <a:moveTo>
                  <a:pt x="95060" y="102061"/>
                </a:moveTo>
                <a:lnTo>
                  <a:pt x="95060" y="108145"/>
                </a:lnTo>
                <a:lnTo>
                  <a:pt x="88988" y="108145"/>
                </a:lnTo>
                <a:lnTo>
                  <a:pt x="88988" y="102061"/>
                </a:lnTo>
                <a:close/>
                <a:moveTo>
                  <a:pt x="102120" y="102061"/>
                </a:moveTo>
                <a:lnTo>
                  <a:pt x="102120" y="108145"/>
                </a:lnTo>
                <a:lnTo>
                  <a:pt x="96036" y="108145"/>
                </a:lnTo>
                <a:lnTo>
                  <a:pt x="96036" y="102061"/>
                </a:lnTo>
                <a:close/>
                <a:moveTo>
                  <a:pt x="103097" y="102061"/>
                </a:moveTo>
                <a:lnTo>
                  <a:pt x="109169" y="102073"/>
                </a:lnTo>
                <a:lnTo>
                  <a:pt x="109169" y="108145"/>
                </a:lnTo>
                <a:lnTo>
                  <a:pt x="103097" y="108145"/>
                </a:lnTo>
                <a:lnTo>
                  <a:pt x="103097" y="102061"/>
                </a:lnTo>
                <a:close/>
                <a:moveTo>
                  <a:pt x="110157" y="102061"/>
                </a:moveTo>
                <a:lnTo>
                  <a:pt x="116229" y="102073"/>
                </a:lnTo>
                <a:lnTo>
                  <a:pt x="116229" y="108145"/>
                </a:lnTo>
                <a:lnTo>
                  <a:pt x="110157" y="108145"/>
                </a:lnTo>
                <a:lnTo>
                  <a:pt x="110157" y="102061"/>
                </a:lnTo>
                <a:close/>
                <a:moveTo>
                  <a:pt x="123278" y="102061"/>
                </a:moveTo>
                <a:lnTo>
                  <a:pt x="123278" y="108145"/>
                </a:lnTo>
                <a:lnTo>
                  <a:pt x="117205" y="108145"/>
                </a:lnTo>
                <a:lnTo>
                  <a:pt x="117205" y="102061"/>
                </a:lnTo>
                <a:close/>
                <a:moveTo>
                  <a:pt x="130338" y="102061"/>
                </a:moveTo>
                <a:lnTo>
                  <a:pt x="130338" y="108145"/>
                </a:lnTo>
                <a:lnTo>
                  <a:pt x="124254" y="108145"/>
                </a:lnTo>
                <a:lnTo>
                  <a:pt x="124254" y="102061"/>
                </a:lnTo>
                <a:close/>
                <a:moveTo>
                  <a:pt x="137387" y="102061"/>
                </a:moveTo>
                <a:lnTo>
                  <a:pt x="137387" y="108145"/>
                </a:lnTo>
                <a:lnTo>
                  <a:pt x="131314" y="108145"/>
                </a:lnTo>
                <a:lnTo>
                  <a:pt x="131314" y="102061"/>
                </a:lnTo>
                <a:close/>
                <a:moveTo>
                  <a:pt x="144447" y="102061"/>
                </a:moveTo>
                <a:lnTo>
                  <a:pt x="144447" y="108145"/>
                </a:lnTo>
                <a:lnTo>
                  <a:pt x="138375" y="108145"/>
                </a:lnTo>
                <a:lnTo>
                  <a:pt x="138375" y="102061"/>
                </a:lnTo>
                <a:close/>
                <a:moveTo>
                  <a:pt x="151495" y="102061"/>
                </a:moveTo>
                <a:lnTo>
                  <a:pt x="151495" y="108145"/>
                </a:lnTo>
                <a:lnTo>
                  <a:pt x="145423" y="108145"/>
                </a:lnTo>
                <a:lnTo>
                  <a:pt x="145423" y="102061"/>
                </a:lnTo>
                <a:close/>
                <a:moveTo>
                  <a:pt x="158556" y="102061"/>
                </a:moveTo>
                <a:lnTo>
                  <a:pt x="158556" y="108145"/>
                </a:lnTo>
                <a:lnTo>
                  <a:pt x="152484" y="108145"/>
                </a:lnTo>
                <a:lnTo>
                  <a:pt x="152484" y="102061"/>
                </a:lnTo>
                <a:close/>
                <a:moveTo>
                  <a:pt x="165604" y="102061"/>
                </a:moveTo>
                <a:lnTo>
                  <a:pt x="165604" y="108145"/>
                </a:lnTo>
                <a:lnTo>
                  <a:pt x="159532" y="108145"/>
                </a:lnTo>
                <a:lnTo>
                  <a:pt x="159532" y="102061"/>
                </a:lnTo>
                <a:close/>
                <a:moveTo>
                  <a:pt x="172665" y="102061"/>
                </a:moveTo>
                <a:lnTo>
                  <a:pt x="172665" y="108145"/>
                </a:lnTo>
                <a:lnTo>
                  <a:pt x="166581" y="108145"/>
                </a:lnTo>
                <a:lnTo>
                  <a:pt x="166581" y="102061"/>
                </a:lnTo>
                <a:close/>
                <a:moveTo>
                  <a:pt x="179713" y="102061"/>
                </a:moveTo>
                <a:lnTo>
                  <a:pt x="179713" y="108145"/>
                </a:lnTo>
                <a:lnTo>
                  <a:pt x="173641" y="108145"/>
                </a:lnTo>
                <a:lnTo>
                  <a:pt x="173641" y="102061"/>
                </a:lnTo>
                <a:close/>
                <a:moveTo>
                  <a:pt x="186774" y="102061"/>
                </a:moveTo>
                <a:lnTo>
                  <a:pt x="186774" y="108145"/>
                </a:lnTo>
                <a:lnTo>
                  <a:pt x="180702" y="108145"/>
                </a:lnTo>
                <a:lnTo>
                  <a:pt x="180702" y="102061"/>
                </a:lnTo>
                <a:close/>
                <a:moveTo>
                  <a:pt x="193822" y="102061"/>
                </a:moveTo>
                <a:lnTo>
                  <a:pt x="193822" y="108145"/>
                </a:lnTo>
                <a:lnTo>
                  <a:pt x="187750" y="108145"/>
                </a:lnTo>
                <a:lnTo>
                  <a:pt x="187750" y="102061"/>
                </a:lnTo>
                <a:close/>
                <a:moveTo>
                  <a:pt x="200883" y="102061"/>
                </a:moveTo>
                <a:lnTo>
                  <a:pt x="200883" y="108145"/>
                </a:lnTo>
                <a:lnTo>
                  <a:pt x="194810" y="108145"/>
                </a:lnTo>
                <a:lnTo>
                  <a:pt x="194810" y="102061"/>
                </a:lnTo>
                <a:close/>
                <a:moveTo>
                  <a:pt x="207931" y="102061"/>
                </a:moveTo>
                <a:lnTo>
                  <a:pt x="207931" y="108145"/>
                </a:lnTo>
                <a:lnTo>
                  <a:pt x="201859" y="108145"/>
                </a:lnTo>
                <a:lnTo>
                  <a:pt x="201859" y="102061"/>
                </a:lnTo>
                <a:close/>
                <a:moveTo>
                  <a:pt x="214992" y="102061"/>
                </a:moveTo>
                <a:lnTo>
                  <a:pt x="214992" y="108145"/>
                </a:lnTo>
                <a:lnTo>
                  <a:pt x="208919" y="108145"/>
                </a:lnTo>
                <a:lnTo>
                  <a:pt x="208919" y="102061"/>
                </a:lnTo>
                <a:close/>
                <a:moveTo>
                  <a:pt x="222052" y="102061"/>
                </a:moveTo>
                <a:lnTo>
                  <a:pt x="222052" y="108145"/>
                </a:lnTo>
                <a:lnTo>
                  <a:pt x="215968" y="108145"/>
                </a:lnTo>
                <a:lnTo>
                  <a:pt x="215968" y="102061"/>
                </a:lnTo>
                <a:close/>
                <a:moveTo>
                  <a:pt x="229100" y="102061"/>
                </a:moveTo>
                <a:lnTo>
                  <a:pt x="229100" y="108145"/>
                </a:lnTo>
                <a:lnTo>
                  <a:pt x="223028" y="108145"/>
                </a:lnTo>
                <a:lnTo>
                  <a:pt x="223028" y="102061"/>
                </a:lnTo>
                <a:close/>
                <a:moveTo>
                  <a:pt x="236161" y="102061"/>
                </a:moveTo>
                <a:lnTo>
                  <a:pt x="236161" y="108145"/>
                </a:lnTo>
                <a:lnTo>
                  <a:pt x="230077" y="108145"/>
                </a:lnTo>
                <a:lnTo>
                  <a:pt x="230077" y="102061"/>
                </a:lnTo>
                <a:close/>
                <a:moveTo>
                  <a:pt x="243209" y="102061"/>
                </a:moveTo>
                <a:lnTo>
                  <a:pt x="243209" y="108145"/>
                </a:lnTo>
                <a:lnTo>
                  <a:pt x="237137" y="108145"/>
                </a:lnTo>
                <a:lnTo>
                  <a:pt x="237137" y="102061"/>
                </a:lnTo>
                <a:close/>
                <a:moveTo>
                  <a:pt x="250270" y="102061"/>
                </a:moveTo>
                <a:lnTo>
                  <a:pt x="250270" y="108145"/>
                </a:lnTo>
                <a:lnTo>
                  <a:pt x="244198" y="108145"/>
                </a:lnTo>
                <a:lnTo>
                  <a:pt x="244198" y="102061"/>
                </a:lnTo>
                <a:close/>
                <a:moveTo>
                  <a:pt x="257318" y="102061"/>
                </a:moveTo>
                <a:lnTo>
                  <a:pt x="257318" y="108145"/>
                </a:lnTo>
                <a:lnTo>
                  <a:pt x="251246" y="108145"/>
                </a:lnTo>
                <a:lnTo>
                  <a:pt x="251246" y="102061"/>
                </a:lnTo>
                <a:close/>
                <a:moveTo>
                  <a:pt x="264379" y="102061"/>
                </a:moveTo>
                <a:lnTo>
                  <a:pt x="264379" y="108145"/>
                </a:lnTo>
                <a:lnTo>
                  <a:pt x="258306" y="108145"/>
                </a:lnTo>
                <a:lnTo>
                  <a:pt x="258306" y="102061"/>
                </a:lnTo>
                <a:close/>
                <a:moveTo>
                  <a:pt x="271427" y="102061"/>
                </a:moveTo>
                <a:lnTo>
                  <a:pt x="271427" y="108145"/>
                </a:lnTo>
                <a:lnTo>
                  <a:pt x="265355" y="108145"/>
                </a:lnTo>
                <a:lnTo>
                  <a:pt x="265355" y="102061"/>
                </a:lnTo>
                <a:close/>
                <a:moveTo>
                  <a:pt x="278488" y="102061"/>
                </a:moveTo>
                <a:lnTo>
                  <a:pt x="278488" y="108145"/>
                </a:lnTo>
                <a:lnTo>
                  <a:pt x="272415" y="108145"/>
                </a:lnTo>
                <a:lnTo>
                  <a:pt x="272415" y="102061"/>
                </a:lnTo>
                <a:close/>
                <a:moveTo>
                  <a:pt x="17443" y="109121"/>
                </a:moveTo>
                <a:lnTo>
                  <a:pt x="17443" y="115193"/>
                </a:lnTo>
                <a:lnTo>
                  <a:pt x="11371" y="115193"/>
                </a:lnTo>
                <a:lnTo>
                  <a:pt x="11371" y="109121"/>
                </a:lnTo>
                <a:close/>
                <a:moveTo>
                  <a:pt x="24503" y="109121"/>
                </a:moveTo>
                <a:lnTo>
                  <a:pt x="24503" y="115193"/>
                </a:lnTo>
                <a:lnTo>
                  <a:pt x="18431" y="115193"/>
                </a:lnTo>
                <a:lnTo>
                  <a:pt x="18431" y="109121"/>
                </a:lnTo>
                <a:close/>
                <a:moveTo>
                  <a:pt x="31564" y="109121"/>
                </a:moveTo>
                <a:lnTo>
                  <a:pt x="31564" y="115193"/>
                </a:lnTo>
                <a:lnTo>
                  <a:pt x="25492" y="115193"/>
                </a:lnTo>
                <a:lnTo>
                  <a:pt x="25492" y="109121"/>
                </a:lnTo>
                <a:close/>
                <a:moveTo>
                  <a:pt x="38612" y="109121"/>
                </a:moveTo>
                <a:lnTo>
                  <a:pt x="38612" y="115193"/>
                </a:lnTo>
                <a:lnTo>
                  <a:pt x="32540" y="115193"/>
                </a:lnTo>
                <a:lnTo>
                  <a:pt x="32540" y="109121"/>
                </a:lnTo>
                <a:close/>
                <a:moveTo>
                  <a:pt x="45673" y="109121"/>
                </a:moveTo>
                <a:lnTo>
                  <a:pt x="45673" y="115193"/>
                </a:lnTo>
                <a:lnTo>
                  <a:pt x="39601" y="115193"/>
                </a:lnTo>
                <a:lnTo>
                  <a:pt x="39601" y="109121"/>
                </a:lnTo>
                <a:close/>
                <a:moveTo>
                  <a:pt x="52721" y="109121"/>
                </a:moveTo>
                <a:lnTo>
                  <a:pt x="52721" y="115193"/>
                </a:lnTo>
                <a:lnTo>
                  <a:pt x="46649" y="115193"/>
                </a:lnTo>
                <a:lnTo>
                  <a:pt x="46649" y="109121"/>
                </a:lnTo>
                <a:close/>
                <a:moveTo>
                  <a:pt x="59782" y="109121"/>
                </a:moveTo>
                <a:lnTo>
                  <a:pt x="59782" y="115193"/>
                </a:lnTo>
                <a:lnTo>
                  <a:pt x="53709" y="115193"/>
                </a:lnTo>
                <a:lnTo>
                  <a:pt x="53709" y="109121"/>
                </a:lnTo>
                <a:close/>
                <a:moveTo>
                  <a:pt x="66842" y="109121"/>
                </a:moveTo>
                <a:lnTo>
                  <a:pt x="66842" y="115193"/>
                </a:lnTo>
                <a:lnTo>
                  <a:pt x="60758" y="115193"/>
                </a:lnTo>
                <a:lnTo>
                  <a:pt x="60758" y="109121"/>
                </a:lnTo>
                <a:close/>
                <a:moveTo>
                  <a:pt x="73902" y="109121"/>
                </a:moveTo>
                <a:lnTo>
                  <a:pt x="73902" y="115193"/>
                </a:lnTo>
                <a:lnTo>
                  <a:pt x="67818" y="115193"/>
                </a:lnTo>
                <a:lnTo>
                  <a:pt x="67818" y="109121"/>
                </a:lnTo>
                <a:close/>
                <a:moveTo>
                  <a:pt x="80951" y="109121"/>
                </a:moveTo>
                <a:lnTo>
                  <a:pt x="80951" y="115193"/>
                </a:lnTo>
                <a:lnTo>
                  <a:pt x="74879" y="115193"/>
                </a:lnTo>
                <a:lnTo>
                  <a:pt x="74879" y="109121"/>
                </a:lnTo>
                <a:close/>
                <a:moveTo>
                  <a:pt x="88011" y="109121"/>
                </a:moveTo>
                <a:lnTo>
                  <a:pt x="88011" y="115193"/>
                </a:lnTo>
                <a:lnTo>
                  <a:pt x="81927" y="115193"/>
                </a:lnTo>
                <a:lnTo>
                  <a:pt x="81927" y="109121"/>
                </a:lnTo>
                <a:close/>
                <a:moveTo>
                  <a:pt x="95060" y="109121"/>
                </a:moveTo>
                <a:lnTo>
                  <a:pt x="95060" y="115193"/>
                </a:lnTo>
                <a:lnTo>
                  <a:pt x="88988" y="115193"/>
                </a:lnTo>
                <a:lnTo>
                  <a:pt x="88988" y="109121"/>
                </a:lnTo>
                <a:close/>
                <a:moveTo>
                  <a:pt x="102120" y="109121"/>
                </a:moveTo>
                <a:lnTo>
                  <a:pt x="102120" y="115193"/>
                </a:lnTo>
                <a:lnTo>
                  <a:pt x="96036" y="115193"/>
                </a:lnTo>
                <a:lnTo>
                  <a:pt x="96036" y="109121"/>
                </a:lnTo>
                <a:close/>
                <a:moveTo>
                  <a:pt x="109169" y="109121"/>
                </a:moveTo>
                <a:lnTo>
                  <a:pt x="109169" y="115193"/>
                </a:lnTo>
                <a:lnTo>
                  <a:pt x="103097" y="115193"/>
                </a:lnTo>
                <a:lnTo>
                  <a:pt x="103097" y="109121"/>
                </a:lnTo>
                <a:close/>
                <a:moveTo>
                  <a:pt x="116229" y="109121"/>
                </a:moveTo>
                <a:lnTo>
                  <a:pt x="116229" y="115193"/>
                </a:lnTo>
                <a:lnTo>
                  <a:pt x="110157" y="115193"/>
                </a:lnTo>
                <a:lnTo>
                  <a:pt x="110157" y="109121"/>
                </a:lnTo>
                <a:close/>
                <a:moveTo>
                  <a:pt x="123278" y="109121"/>
                </a:moveTo>
                <a:lnTo>
                  <a:pt x="123278" y="115193"/>
                </a:lnTo>
                <a:lnTo>
                  <a:pt x="117205" y="115193"/>
                </a:lnTo>
                <a:lnTo>
                  <a:pt x="117205" y="109121"/>
                </a:lnTo>
                <a:close/>
                <a:moveTo>
                  <a:pt x="130338" y="109121"/>
                </a:moveTo>
                <a:lnTo>
                  <a:pt x="130338" y="115193"/>
                </a:lnTo>
                <a:lnTo>
                  <a:pt x="124254" y="115193"/>
                </a:lnTo>
                <a:lnTo>
                  <a:pt x="124254" y="109121"/>
                </a:lnTo>
                <a:close/>
                <a:moveTo>
                  <a:pt x="137387" y="109121"/>
                </a:moveTo>
                <a:lnTo>
                  <a:pt x="137387" y="115193"/>
                </a:lnTo>
                <a:lnTo>
                  <a:pt x="131314" y="115193"/>
                </a:lnTo>
                <a:lnTo>
                  <a:pt x="131314" y="109121"/>
                </a:lnTo>
                <a:close/>
                <a:moveTo>
                  <a:pt x="144447" y="109121"/>
                </a:moveTo>
                <a:lnTo>
                  <a:pt x="144447" y="115193"/>
                </a:lnTo>
                <a:lnTo>
                  <a:pt x="138375" y="115193"/>
                </a:lnTo>
                <a:lnTo>
                  <a:pt x="138375" y="109121"/>
                </a:lnTo>
                <a:close/>
                <a:moveTo>
                  <a:pt x="151495" y="109121"/>
                </a:moveTo>
                <a:lnTo>
                  <a:pt x="151495" y="115193"/>
                </a:lnTo>
                <a:lnTo>
                  <a:pt x="145423" y="115193"/>
                </a:lnTo>
                <a:lnTo>
                  <a:pt x="145423" y="109121"/>
                </a:lnTo>
                <a:close/>
                <a:moveTo>
                  <a:pt x="158556" y="109121"/>
                </a:moveTo>
                <a:lnTo>
                  <a:pt x="158556" y="115193"/>
                </a:lnTo>
                <a:lnTo>
                  <a:pt x="152484" y="115193"/>
                </a:lnTo>
                <a:lnTo>
                  <a:pt x="152484" y="109121"/>
                </a:lnTo>
                <a:close/>
                <a:moveTo>
                  <a:pt x="165604" y="109121"/>
                </a:moveTo>
                <a:lnTo>
                  <a:pt x="165604" y="115193"/>
                </a:lnTo>
                <a:lnTo>
                  <a:pt x="159532" y="115193"/>
                </a:lnTo>
                <a:lnTo>
                  <a:pt x="159532" y="109121"/>
                </a:lnTo>
                <a:close/>
                <a:moveTo>
                  <a:pt x="172665" y="109121"/>
                </a:moveTo>
                <a:lnTo>
                  <a:pt x="172665" y="115193"/>
                </a:lnTo>
                <a:lnTo>
                  <a:pt x="166581" y="115193"/>
                </a:lnTo>
                <a:lnTo>
                  <a:pt x="166581" y="109121"/>
                </a:lnTo>
                <a:close/>
                <a:moveTo>
                  <a:pt x="179713" y="109121"/>
                </a:moveTo>
                <a:lnTo>
                  <a:pt x="179713" y="115193"/>
                </a:lnTo>
                <a:lnTo>
                  <a:pt x="173641" y="115193"/>
                </a:lnTo>
                <a:lnTo>
                  <a:pt x="173641" y="109121"/>
                </a:lnTo>
                <a:close/>
                <a:moveTo>
                  <a:pt x="186774" y="109121"/>
                </a:moveTo>
                <a:lnTo>
                  <a:pt x="186774" y="115193"/>
                </a:lnTo>
                <a:lnTo>
                  <a:pt x="180702" y="115193"/>
                </a:lnTo>
                <a:lnTo>
                  <a:pt x="180702" y="109121"/>
                </a:lnTo>
                <a:close/>
                <a:moveTo>
                  <a:pt x="193822" y="109121"/>
                </a:moveTo>
                <a:lnTo>
                  <a:pt x="193822" y="115193"/>
                </a:lnTo>
                <a:lnTo>
                  <a:pt x="187750" y="115193"/>
                </a:lnTo>
                <a:lnTo>
                  <a:pt x="187750" y="109121"/>
                </a:lnTo>
                <a:close/>
                <a:moveTo>
                  <a:pt x="200883" y="109121"/>
                </a:moveTo>
                <a:lnTo>
                  <a:pt x="200883" y="115193"/>
                </a:lnTo>
                <a:lnTo>
                  <a:pt x="194810" y="115193"/>
                </a:lnTo>
                <a:lnTo>
                  <a:pt x="194810" y="109121"/>
                </a:lnTo>
                <a:close/>
                <a:moveTo>
                  <a:pt x="207931" y="109121"/>
                </a:moveTo>
                <a:lnTo>
                  <a:pt x="207931" y="115193"/>
                </a:lnTo>
                <a:lnTo>
                  <a:pt x="201859" y="115193"/>
                </a:lnTo>
                <a:lnTo>
                  <a:pt x="201859" y="109121"/>
                </a:lnTo>
                <a:close/>
                <a:moveTo>
                  <a:pt x="214992" y="109121"/>
                </a:moveTo>
                <a:lnTo>
                  <a:pt x="214992" y="115193"/>
                </a:lnTo>
                <a:lnTo>
                  <a:pt x="208919" y="115193"/>
                </a:lnTo>
                <a:lnTo>
                  <a:pt x="208919" y="109121"/>
                </a:lnTo>
                <a:close/>
                <a:moveTo>
                  <a:pt x="222052" y="109121"/>
                </a:moveTo>
                <a:lnTo>
                  <a:pt x="222052" y="115193"/>
                </a:lnTo>
                <a:lnTo>
                  <a:pt x="215968" y="115193"/>
                </a:lnTo>
                <a:lnTo>
                  <a:pt x="215968" y="109121"/>
                </a:lnTo>
                <a:close/>
                <a:moveTo>
                  <a:pt x="229100" y="109121"/>
                </a:moveTo>
                <a:lnTo>
                  <a:pt x="229100" y="115193"/>
                </a:lnTo>
                <a:lnTo>
                  <a:pt x="223028" y="115193"/>
                </a:lnTo>
                <a:lnTo>
                  <a:pt x="223028" y="109121"/>
                </a:lnTo>
                <a:close/>
                <a:moveTo>
                  <a:pt x="236161" y="109121"/>
                </a:moveTo>
                <a:lnTo>
                  <a:pt x="236161" y="115193"/>
                </a:lnTo>
                <a:lnTo>
                  <a:pt x="230077" y="115193"/>
                </a:lnTo>
                <a:lnTo>
                  <a:pt x="230077" y="109121"/>
                </a:lnTo>
                <a:close/>
                <a:moveTo>
                  <a:pt x="243209" y="109121"/>
                </a:moveTo>
                <a:lnTo>
                  <a:pt x="243209" y="115193"/>
                </a:lnTo>
                <a:lnTo>
                  <a:pt x="237137" y="115193"/>
                </a:lnTo>
                <a:lnTo>
                  <a:pt x="237137" y="109121"/>
                </a:lnTo>
                <a:close/>
                <a:moveTo>
                  <a:pt x="250270" y="109121"/>
                </a:moveTo>
                <a:lnTo>
                  <a:pt x="250270" y="115193"/>
                </a:lnTo>
                <a:lnTo>
                  <a:pt x="244198" y="115193"/>
                </a:lnTo>
                <a:lnTo>
                  <a:pt x="244198" y="109121"/>
                </a:lnTo>
                <a:close/>
                <a:moveTo>
                  <a:pt x="257318" y="109121"/>
                </a:moveTo>
                <a:lnTo>
                  <a:pt x="257318" y="115193"/>
                </a:lnTo>
                <a:lnTo>
                  <a:pt x="251246" y="115193"/>
                </a:lnTo>
                <a:lnTo>
                  <a:pt x="251246" y="109121"/>
                </a:lnTo>
                <a:close/>
                <a:moveTo>
                  <a:pt x="264379" y="109121"/>
                </a:moveTo>
                <a:lnTo>
                  <a:pt x="264379" y="115193"/>
                </a:lnTo>
                <a:lnTo>
                  <a:pt x="258306" y="115193"/>
                </a:lnTo>
                <a:lnTo>
                  <a:pt x="258306" y="109121"/>
                </a:lnTo>
                <a:close/>
                <a:moveTo>
                  <a:pt x="271427" y="109121"/>
                </a:moveTo>
                <a:lnTo>
                  <a:pt x="271427" y="115193"/>
                </a:lnTo>
                <a:lnTo>
                  <a:pt x="265355" y="115193"/>
                </a:lnTo>
                <a:lnTo>
                  <a:pt x="265355" y="109121"/>
                </a:lnTo>
                <a:close/>
                <a:moveTo>
                  <a:pt x="278488" y="109121"/>
                </a:moveTo>
                <a:lnTo>
                  <a:pt x="278488" y="115193"/>
                </a:lnTo>
                <a:lnTo>
                  <a:pt x="272415" y="115193"/>
                </a:lnTo>
                <a:lnTo>
                  <a:pt x="272415" y="109121"/>
                </a:lnTo>
                <a:close/>
                <a:moveTo>
                  <a:pt x="17443" y="116170"/>
                </a:moveTo>
                <a:lnTo>
                  <a:pt x="17443" y="122254"/>
                </a:lnTo>
                <a:lnTo>
                  <a:pt x="11371" y="122254"/>
                </a:lnTo>
                <a:lnTo>
                  <a:pt x="11371" y="116182"/>
                </a:lnTo>
                <a:lnTo>
                  <a:pt x="17443" y="116170"/>
                </a:lnTo>
                <a:close/>
                <a:moveTo>
                  <a:pt x="24503" y="116170"/>
                </a:moveTo>
                <a:lnTo>
                  <a:pt x="24503" y="122254"/>
                </a:lnTo>
                <a:lnTo>
                  <a:pt x="18431" y="122254"/>
                </a:lnTo>
                <a:lnTo>
                  <a:pt x="18431" y="116182"/>
                </a:lnTo>
                <a:lnTo>
                  <a:pt x="24503" y="116170"/>
                </a:lnTo>
                <a:close/>
                <a:moveTo>
                  <a:pt x="31564" y="116170"/>
                </a:moveTo>
                <a:lnTo>
                  <a:pt x="31564" y="122254"/>
                </a:lnTo>
                <a:lnTo>
                  <a:pt x="25492" y="122254"/>
                </a:lnTo>
                <a:lnTo>
                  <a:pt x="25492" y="116182"/>
                </a:lnTo>
                <a:lnTo>
                  <a:pt x="31564" y="116170"/>
                </a:lnTo>
                <a:close/>
                <a:moveTo>
                  <a:pt x="38612" y="116170"/>
                </a:moveTo>
                <a:lnTo>
                  <a:pt x="38612" y="122254"/>
                </a:lnTo>
                <a:lnTo>
                  <a:pt x="32540" y="122254"/>
                </a:lnTo>
                <a:lnTo>
                  <a:pt x="32540" y="116182"/>
                </a:lnTo>
                <a:lnTo>
                  <a:pt x="38612" y="116170"/>
                </a:lnTo>
                <a:close/>
                <a:moveTo>
                  <a:pt x="45673" y="116170"/>
                </a:moveTo>
                <a:lnTo>
                  <a:pt x="45673" y="122254"/>
                </a:lnTo>
                <a:lnTo>
                  <a:pt x="39601" y="122254"/>
                </a:lnTo>
                <a:lnTo>
                  <a:pt x="39601" y="116182"/>
                </a:lnTo>
                <a:lnTo>
                  <a:pt x="45673" y="116170"/>
                </a:lnTo>
                <a:close/>
                <a:moveTo>
                  <a:pt x="52721" y="116170"/>
                </a:moveTo>
                <a:lnTo>
                  <a:pt x="52721" y="122254"/>
                </a:lnTo>
                <a:lnTo>
                  <a:pt x="46649" y="122254"/>
                </a:lnTo>
                <a:lnTo>
                  <a:pt x="46649" y="116182"/>
                </a:lnTo>
                <a:lnTo>
                  <a:pt x="52721" y="116170"/>
                </a:lnTo>
                <a:close/>
                <a:moveTo>
                  <a:pt x="59782" y="116170"/>
                </a:moveTo>
                <a:lnTo>
                  <a:pt x="59782" y="122254"/>
                </a:lnTo>
                <a:lnTo>
                  <a:pt x="53709" y="122254"/>
                </a:lnTo>
                <a:lnTo>
                  <a:pt x="53709" y="116182"/>
                </a:lnTo>
                <a:lnTo>
                  <a:pt x="59782" y="116170"/>
                </a:lnTo>
                <a:close/>
                <a:moveTo>
                  <a:pt x="66842" y="116182"/>
                </a:moveTo>
                <a:lnTo>
                  <a:pt x="66842" y="122254"/>
                </a:lnTo>
                <a:lnTo>
                  <a:pt x="60758" y="122254"/>
                </a:lnTo>
                <a:lnTo>
                  <a:pt x="60758" y="116182"/>
                </a:lnTo>
                <a:close/>
                <a:moveTo>
                  <a:pt x="73902" y="116182"/>
                </a:moveTo>
                <a:lnTo>
                  <a:pt x="73902" y="122254"/>
                </a:lnTo>
                <a:lnTo>
                  <a:pt x="67818" y="122254"/>
                </a:lnTo>
                <a:lnTo>
                  <a:pt x="67818" y="116182"/>
                </a:lnTo>
                <a:close/>
                <a:moveTo>
                  <a:pt x="80951" y="116182"/>
                </a:moveTo>
                <a:lnTo>
                  <a:pt x="80951" y="122254"/>
                </a:lnTo>
                <a:lnTo>
                  <a:pt x="74879" y="122254"/>
                </a:lnTo>
                <a:lnTo>
                  <a:pt x="74879" y="116182"/>
                </a:lnTo>
                <a:close/>
                <a:moveTo>
                  <a:pt x="88011" y="116170"/>
                </a:moveTo>
                <a:lnTo>
                  <a:pt x="88011" y="122254"/>
                </a:lnTo>
                <a:lnTo>
                  <a:pt x="81927" y="122254"/>
                </a:lnTo>
                <a:lnTo>
                  <a:pt x="81927" y="116182"/>
                </a:lnTo>
                <a:lnTo>
                  <a:pt x="88011" y="116170"/>
                </a:lnTo>
                <a:close/>
                <a:moveTo>
                  <a:pt x="95060" y="116170"/>
                </a:moveTo>
                <a:lnTo>
                  <a:pt x="95060" y="122254"/>
                </a:lnTo>
                <a:lnTo>
                  <a:pt x="88988" y="122254"/>
                </a:lnTo>
                <a:lnTo>
                  <a:pt x="88988" y="116182"/>
                </a:lnTo>
                <a:lnTo>
                  <a:pt x="95060" y="116170"/>
                </a:lnTo>
                <a:close/>
                <a:moveTo>
                  <a:pt x="102120" y="116182"/>
                </a:moveTo>
                <a:lnTo>
                  <a:pt x="102120" y="122254"/>
                </a:lnTo>
                <a:lnTo>
                  <a:pt x="96036" y="122254"/>
                </a:lnTo>
                <a:lnTo>
                  <a:pt x="96036" y="116182"/>
                </a:lnTo>
                <a:close/>
                <a:moveTo>
                  <a:pt x="109169" y="116182"/>
                </a:moveTo>
                <a:lnTo>
                  <a:pt x="109169" y="122254"/>
                </a:lnTo>
                <a:lnTo>
                  <a:pt x="103097" y="122254"/>
                </a:lnTo>
                <a:lnTo>
                  <a:pt x="103097" y="116182"/>
                </a:lnTo>
                <a:close/>
                <a:moveTo>
                  <a:pt x="116229" y="116182"/>
                </a:moveTo>
                <a:lnTo>
                  <a:pt x="116229" y="122254"/>
                </a:lnTo>
                <a:lnTo>
                  <a:pt x="110157" y="122254"/>
                </a:lnTo>
                <a:lnTo>
                  <a:pt x="110157" y="116182"/>
                </a:lnTo>
                <a:close/>
                <a:moveTo>
                  <a:pt x="123278" y="116170"/>
                </a:moveTo>
                <a:lnTo>
                  <a:pt x="123278" y="122254"/>
                </a:lnTo>
                <a:lnTo>
                  <a:pt x="117205" y="122254"/>
                </a:lnTo>
                <a:lnTo>
                  <a:pt x="117205" y="116182"/>
                </a:lnTo>
                <a:lnTo>
                  <a:pt x="123278" y="116170"/>
                </a:lnTo>
                <a:close/>
                <a:moveTo>
                  <a:pt x="130338" y="116170"/>
                </a:moveTo>
                <a:lnTo>
                  <a:pt x="130338" y="122254"/>
                </a:lnTo>
                <a:lnTo>
                  <a:pt x="124254" y="122254"/>
                </a:lnTo>
                <a:lnTo>
                  <a:pt x="124254" y="116182"/>
                </a:lnTo>
                <a:lnTo>
                  <a:pt x="130338" y="116170"/>
                </a:lnTo>
                <a:close/>
                <a:moveTo>
                  <a:pt x="137387" y="116182"/>
                </a:moveTo>
                <a:lnTo>
                  <a:pt x="137387" y="122254"/>
                </a:lnTo>
                <a:lnTo>
                  <a:pt x="131314" y="122254"/>
                </a:lnTo>
                <a:lnTo>
                  <a:pt x="131314" y="116182"/>
                </a:lnTo>
                <a:close/>
                <a:moveTo>
                  <a:pt x="144447" y="116170"/>
                </a:moveTo>
                <a:lnTo>
                  <a:pt x="144447" y="122254"/>
                </a:lnTo>
                <a:lnTo>
                  <a:pt x="138375" y="122254"/>
                </a:lnTo>
                <a:lnTo>
                  <a:pt x="138375" y="116182"/>
                </a:lnTo>
                <a:lnTo>
                  <a:pt x="144447" y="116170"/>
                </a:lnTo>
                <a:close/>
                <a:moveTo>
                  <a:pt x="151495" y="116170"/>
                </a:moveTo>
                <a:lnTo>
                  <a:pt x="151495" y="122254"/>
                </a:lnTo>
                <a:lnTo>
                  <a:pt x="145423" y="122254"/>
                </a:lnTo>
                <a:lnTo>
                  <a:pt x="145423" y="116182"/>
                </a:lnTo>
                <a:lnTo>
                  <a:pt x="151495" y="116170"/>
                </a:lnTo>
                <a:close/>
                <a:moveTo>
                  <a:pt x="158556" y="116170"/>
                </a:moveTo>
                <a:lnTo>
                  <a:pt x="158556" y="122254"/>
                </a:lnTo>
                <a:lnTo>
                  <a:pt x="152484" y="122254"/>
                </a:lnTo>
                <a:lnTo>
                  <a:pt x="152484" y="116182"/>
                </a:lnTo>
                <a:lnTo>
                  <a:pt x="158556" y="116170"/>
                </a:lnTo>
                <a:close/>
                <a:moveTo>
                  <a:pt x="165604" y="116170"/>
                </a:moveTo>
                <a:lnTo>
                  <a:pt x="165604" y="122254"/>
                </a:lnTo>
                <a:lnTo>
                  <a:pt x="159532" y="122254"/>
                </a:lnTo>
                <a:lnTo>
                  <a:pt x="159532" y="116182"/>
                </a:lnTo>
                <a:lnTo>
                  <a:pt x="165604" y="116170"/>
                </a:lnTo>
                <a:close/>
                <a:moveTo>
                  <a:pt x="172665" y="116170"/>
                </a:moveTo>
                <a:lnTo>
                  <a:pt x="172665" y="122254"/>
                </a:lnTo>
                <a:lnTo>
                  <a:pt x="166581" y="122254"/>
                </a:lnTo>
                <a:lnTo>
                  <a:pt x="166581" y="116182"/>
                </a:lnTo>
                <a:lnTo>
                  <a:pt x="172665" y="116170"/>
                </a:lnTo>
                <a:close/>
                <a:moveTo>
                  <a:pt x="179713" y="116170"/>
                </a:moveTo>
                <a:lnTo>
                  <a:pt x="179713" y="122254"/>
                </a:lnTo>
                <a:lnTo>
                  <a:pt x="173641" y="122254"/>
                </a:lnTo>
                <a:lnTo>
                  <a:pt x="173641" y="116182"/>
                </a:lnTo>
                <a:lnTo>
                  <a:pt x="179713" y="116170"/>
                </a:lnTo>
                <a:close/>
                <a:moveTo>
                  <a:pt x="186774" y="116170"/>
                </a:moveTo>
                <a:lnTo>
                  <a:pt x="186774" y="122254"/>
                </a:lnTo>
                <a:lnTo>
                  <a:pt x="180702" y="122254"/>
                </a:lnTo>
                <a:lnTo>
                  <a:pt x="180702" y="116182"/>
                </a:lnTo>
                <a:lnTo>
                  <a:pt x="186774" y="116170"/>
                </a:lnTo>
                <a:close/>
                <a:moveTo>
                  <a:pt x="193822" y="116170"/>
                </a:moveTo>
                <a:lnTo>
                  <a:pt x="193822" y="122254"/>
                </a:lnTo>
                <a:lnTo>
                  <a:pt x="187750" y="122254"/>
                </a:lnTo>
                <a:lnTo>
                  <a:pt x="187750" y="116182"/>
                </a:lnTo>
                <a:lnTo>
                  <a:pt x="193822" y="116170"/>
                </a:lnTo>
                <a:close/>
                <a:moveTo>
                  <a:pt x="200883" y="116170"/>
                </a:moveTo>
                <a:lnTo>
                  <a:pt x="200883" y="122254"/>
                </a:lnTo>
                <a:lnTo>
                  <a:pt x="194810" y="122254"/>
                </a:lnTo>
                <a:lnTo>
                  <a:pt x="194810" y="116182"/>
                </a:lnTo>
                <a:lnTo>
                  <a:pt x="200883" y="116170"/>
                </a:lnTo>
                <a:close/>
                <a:moveTo>
                  <a:pt x="207931" y="116170"/>
                </a:moveTo>
                <a:lnTo>
                  <a:pt x="207931" y="122254"/>
                </a:lnTo>
                <a:lnTo>
                  <a:pt x="201859" y="122254"/>
                </a:lnTo>
                <a:lnTo>
                  <a:pt x="201859" y="116182"/>
                </a:lnTo>
                <a:lnTo>
                  <a:pt x="207931" y="116170"/>
                </a:lnTo>
                <a:close/>
                <a:moveTo>
                  <a:pt x="214992" y="116170"/>
                </a:moveTo>
                <a:lnTo>
                  <a:pt x="214992" y="122254"/>
                </a:lnTo>
                <a:lnTo>
                  <a:pt x="208919" y="122254"/>
                </a:lnTo>
                <a:lnTo>
                  <a:pt x="208919" y="116182"/>
                </a:lnTo>
                <a:lnTo>
                  <a:pt x="214992" y="116170"/>
                </a:lnTo>
                <a:close/>
                <a:moveTo>
                  <a:pt x="222052" y="116170"/>
                </a:moveTo>
                <a:lnTo>
                  <a:pt x="222052" y="122254"/>
                </a:lnTo>
                <a:lnTo>
                  <a:pt x="215968" y="122254"/>
                </a:lnTo>
                <a:lnTo>
                  <a:pt x="215968" y="116182"/>
                </a:lnTo>
                <a:lnTo>
                  <a:pt x="222052" y="116170"/>
                </a:lnTo>
                <a:close/>
                <a:moveTo>
                  <a:pt x="229100" y="116170"/>
                </a:moveTo>
                <a:lnTo>
                  <a:pt x="229100" y="122254"/>
                </a:lnTo>
                <a:lnTo>
                  <a:pt x="223028" y="122254"/>
                </a:lnTo>
                <a:lnTo>
                  <a:pt x="223028" y="116182"/>
                </a:lnTo>
                <a:lnTo>
                  <a:pt x="229100" y="116170"/>
                </a:lnTo>
                <a:close/>
                <a:moveTo>
                  <a:pt x="236161" y="116170"/>
                </a:moveTo>
                <a:lnTo>
                  <a:pt x="236161" y="122254"/>
                </a:lnTo>
                <a:lnTo>
                  <a:pt x="230077" y="122254"/>
                </a:lnTo>
                <a:lnTo>
                  <a:pt x="230077" y="116182"/>
                </a:lnTo>
                <a:lnTo>
                  <a:pt x="236161" y="116170"/>
                </a:lnTo>
                <a:close/>
                <a:moveTo>
                  <a:pt x="243209" y="116170"/>
                </a:moveTo>
                <a:lnTo>
                  <a:pt x="243209" y="122254"/>
                </a:lnTo>
                <a:lnTo>
                  <a:pt x="237137" y="122254"/>
                </a:lnTo>
                <a:lnTo>
                  <a:pt x="237137" y="116182"/>
                </a:lnTo>
                <a:lnTo>
                  <a:pt x="243209" y="116170"/>
                </a:lnTo>
                <a:close/>
                <a:moveTo>
                  <a:pt x="250270" y="116170"/>
                </a:moveTo>
                <a:lnTo>
                  <a:pt x="250270" y="122254"/>
                </a:lnTo>
                <a:lnTo>
                  <a:pt x="244198" y="122254"/>
                </a:lnTo>
                <a:lnTo>
                  <a:pt x="244198" y="116182"/>
                </a:lnTo>
                <a:lnTo>
                  <a:pt x="250270" y="116170"/>
                </a:lnTo>
                <a:close/>
                <a:moveTo>
                  <a:pt x="257318" y="116170"/>
                </a:moveTo>
                <a:lnTo>
                  <a:pt x="257318" y="122254"/>
                </a:lnTo>
                <a:lnTo>
                  <a:pt x="251246" y="122254"/>
                </a:lnTo>
                <a:lnTo>
                  <a:pt x="251246" y="116182"/>
                </a:lnTo>
                <a:lnTo>
                  <a:pt x="257318" y="116170"/>
                </a:lnTo>
                <a:close/>
                <a:moveTo>
                  <a:pt x="264379" y="116170"/>
                </a:moveTo>
                <a:lnTo>
                  <a:pt x="264379" y="122254"/>
                </a:lnTo>
                <a:lnTo>
                  <a:pt x="258306" y="122254"/>
                </a:lnTo>
                <a:lnTo>
                  <a:pt x="258306" y="116182"/>
                </a:lnTo>
                <a:lnTo>
                  <a:pt x="264379" y="116170"/>
                </a:lnTo>
                <a:close/>
                <a:moveTo>
                  <a:pt x="271427" y="116170"/>
                </a:moveTo>
                <a:lnTo>
                  <a:pt x="271427" y="122254"/>
                </a:lnTo>
                <a:lnTo>
                  <a:pt x="265355" y="122254"/>
                </a:lnTo>
                <a:lnTo>
                  <a:pt x="265355" y="116182"/>
                </a:lnTo>
                <a:lnTo>
                  <a:pt x="271427" y="116170"/>
                </a:lnTo>
                <a:close/>
                <a:moveTo>
                  <a:pt x="278488" y="116170"/>
                </a:moveTo>
                <a:lnTo>
                  <a:pt x="278488" y="122254"/>
                </a:lnTo>
                <a:lnTo>
                  <a:pt x="272415" y="122254"/>
                </a:lnTo>
                <a:lnTo>
                  <a:pt x="272415" y="116182"/>
                </a:lnTo>
                <a:lnTo>
                  <a:pt x="278488" y="116170"/>
                </a:lnTo>
                <a:close/>
                <a:moveTo>
                  <a:pt x="17443" y="123230"/>
                </a:moveTo>
                <a:lnTo>
                  <a:pt x="17443" y="129302"/>
                </a:lnTo>
                <a:lnTo>
                  <a:pt x="11371" y="129302"/>
                </a:lnTo>
                <a:lnTo>
                  <a:pt x="11371" y="123230"/>
                </a:lnTo>
                <a:close/>
                <a:moveTo>
                  <a:pt x="24503" y="123230"/>
                </a:moveTo>
                <a:lnTo>
                  <a:pt x="24503" y="129302"/>
                </a:lnTo>
                <a:lnTo>
                  <a:pt x="18431" y="129302"/>
                </a:lnTo>
                <a:lnTo>
                  <a:pt x="18431" y="123230"/>
                </a:lnTo>
                <a:close/>
                <a:moveTo>
                  <a:pt x="31564" y="123230"/>
                </a:moveTo>
                <a:lnTo>
                  <a:pt x="31564" y="129302"/>
                </a:lnTo>
                <a:lnTo>
                  <a:pt x="25492" y="129302"/>
                </a:lnTo>
                <a:lnTo>
                  <a:pt x="25492" y="123230"/>
                </a:lnTo>
                <a:close/>
                <a:moveTo>
                  <a:pt x="38612" y="123230"/>
                </a:moveTo>
                <a:lnTo>
                  <a:pt x="38612" y="129302"/>
                </a:lnTo>
                <a:lnTo>
                  <a:pt x="32540" y="129302"/>
                </a:lnTo>
                <a:lnTo>
                  <a:pt x="32540" y="123230"/>
                </a:lnTo>
                <a:close/>
                <a:moveTo>
                  <a:pt x="45673" y="123230"/>
                </a:moveTo>
                <a:lnTo>
                  <a:pt x="45673" y="129302"/>
                </a:lnTo>
                <a:lnTo>
                  <a:pt x="39601" y="129302"/>
                </a:lnTo>
                <a:lnTo>
                  <a:pt x="39601" y="123230"/>
                </a:lnTo>
                <a:close/>
                <a:moveTo>
                  <a:pt x="52721" y="123230"/>
                </a:moveTo>
                <a:lnTo>
                  <a:pt x="52721" y="129302"/>
                </a:lnTo>
                <a:lnTo>
                  <a:pt x="46649" y="129302"/>
                </a:lnTo>
                <a:lnTo>
                  <a:pt x="46649" y="123230"/>
                </a:lnTo>
                <a:close/>
                <a:moveTo>
                  <a:pt x="59782" y="123230"/>
                </a:moveTo>
                <a:lnTo>
                  <a:pt x="59782" y="129302"/>
                </a:lnTo>
                <a:lnTo>
                  <a:pt x="53709" y="129302"/>
                </a:lnTo>
                <a:lnTo>
                  <a:pt x="53709" y="123230"/>
                </a:lnTo>
                <a:close/>
                <a:moveTo>
                  <a:pt x="66842" y="123230"/>
                </a:moveTo>
                <a:lnTo>
                  <a:pt x="66842" y="129302"/>
                </a:lnTo>
                <a:lnTo>
                  <a:pt x="60758" y="129302"/>
                </a:lnTo>
                <a:lnTo>
                  <a:pt x="60758" y="123230"/>
                </a:lnTo>
                <a:close/>
                <a:moveTo>
                  <a:pt x="73902" y="123230"/>
                </a:moveTo>
                <a:lnTo>
                  <a:pt x="73902" y="129302"/>
                </a:lnTo>
                <a:lnTo>
                  <a:pt x="67818" y="129302"/>
                </a:lnTo>
                <a:lnTo>
                  <a:pt x="67818" y="123230"/>
                </a:lnTo>
                <a:close/>
                <a:moveTo>
                  <a:pt x="80951" y="123230"/>
                </a:moveTo>
                <a:lnTo>
                  <a:pt x="80951" y="129302"/>
                </a:lnTo>
                <a:lnTo>
                  <a:pt x="74879" y="129302"/>
                </a:lnTo>
                <a:lnTo>
                  <a:pt x="74879" y="123230"/>
                </a:lnTo>
                <a:close/>
                <a:moveTo>
                  <a:pt x="88011" y="123230"/>
                </a:moveTo>
                <a:lnTo>
                  <a:pt x="88011" y="129302"/>
                </a:lnTo>
                <a:lnTo>
                  <a:pt x="81927" y="129302"/>
                </a:lnTo>
                <a:lnTo>
                  <a:pt x="81927" y="123230"/>
                </a:lnTo>
                <a:close/>
                <a:moveTo>
                  <a:pt x="95060" y="123230"/>
                </a:moveTo>
                <a:lnTo>
                  <a:pt x="95060" y="129302"/>
                </a:lnTo>
                <a:lnTo>
                  <a:pt x="88988" y="129302"/>
                </a:lnTo>
                <a:lnTo>
                  <a:pt x="88988" y="123230"/>
                </a:lnTo>
                <a:close/>
                <a:moveTo>
                  <a:pt x="102120" y="123230"/>
                </a:moveTo>
                <a:lnTo>
                  <a:pt x="102120" y="129302"/>
                </a:lnTo>
                <a:lnTo>
                  <a:pt x="96036" y="129302"/>
                </a:lnTo>
                <a:lnTo>
                  <a:pt x="96036" y="123230"/>
                </a:lnTo>
                <a:close/>
                <a:moveTo>
                  <a:pt x="109169" y="123230"/>
                </a:moveTo>
                <a:lnTo>
                  <a:pt x="109169" y="129302"/>
                </a:lnTo>
                <a:lnTo>
                  <a:pt x="103097" y="129302"/>
                </a:lnTo>
                <a:lnTo>
                  <a:pt x="103097" y="123230"/>
                </a:lnTo>
                <a:close/>
                <a:moveTo>
                  <a:pt x="116229" y="123230"/>
                </a:moveTo>
                <a:lnTo>
                  <a:pt x="116229" y="129302"/>
                </a:lnTo>
                <a:lnTo>
                  <a:pt x="110157" y="129302"/>
                </a:lnTo>
                <a:lnTo>
                  <a:pt x="110157" y="123230"/>
                </a:lnTo>
                <a:close/>
                <a:moveTo>
                  <a:pt x="123278" y="123230"/>
                </a:moveTo>
                <a:lnTo>
                  <a:pt x="123278" y="129302"/>
                </a:lnTo>
                <a:lnTo>
                  <a:pt x="117205" y="129302"/>
                </a:lnTo>
                <a:lnTo>
                  <a:pt x="117205" y="123230"/>
                </a:lnTo>
                <a:close/>
                <a:moveTo>
                  <a:pt x="130338" y="123230"/>
                </a:moveTo>
                <a:lnTo>
                  <a:pt x="130338" y="129302"/>
                </a:lnTo>
                <a:lnTo>
                  <a:pt x="124254" y="129302"/>
                </a:lnTo>
                <a:lnTo>
                  <a:pt x="124254" y="123230"/>
                </a:lnTo>
                <a:close/>
                <a:moveTo>
                  <a:pt x="137387" y="123230"/>
                </a:moveTo>
                <a:lnTo>
                  <a:pt x="137387" y="129302"/>
                </a:lnTo>
                <a:lnTo>
                  <a:pt x="131314" y="129302"/>
                </a:lnTo>
                <a:lnTo>
                  <a:pt x="131314" y="123230"/>
                </a:lnTo>
                <a:close/>
                <a:moveTo>
                  <a:pt x="144447" y="123230"/>
                </a:moveTo>
                <a:lnTo>
                  <a:pt x="144447" y="129302"/>
                </a:lnTo>
                <a:lnTo>
                  <a:pt x="138375" y="129302"/>
                </a:lnTo>
                <a:lnTo>
                  <a:pt x="138375" y="123230"/>
                </a:lnTo>
                <a:close/>
                <a:moveTo>
                  <a:pt x="151495" y="123230"/>
                </a:moveTo>
                <a:lnTo>
                  <a:pt x="151495" y="129302"/>
                </a:lnTo>
                <a:lnTo>
                  <a:pt x="145423" y="129302"/>
                </a:lnTo>
                <a:lnTo>
                  <a:pt x="145423" y="123230"/>
                </a:lnTo>
                <a:close/>
                <a:moveTo>
                  <a:pt x="158556" y="123230"/>
                </a:moveTo>
                <a:lnTo>
                  <a:pt x="158556" y="129302"/>
                </a:lnTo>
                <a:lnTo>
                  <a:pt x="152484" y="129302"/>
                </a:lnTo>
                <a:lnTo>
                  <a:pt x="152484" y="123230"/>
                </a:lnTo>
                <a:close/>
                <a:moveTo>
                  <a:pt x="165604" y="123230"/>
                </a:moveTo>
                <a:lnTo>
                  <a:pt x="165604" y="129302"/>
                </a:lnTo>
                <a:lnTo>
                  <a:pt x="159532" y="129302"/>
                </a:lnTo>
                <a:lnTo>
                  <a:pt x="159532" y="123230"/>
                </a:lnTo>
                <a:close/>
                <a:moveTo>
                  <a:pt x="172665" y="123230"/>
                </a:moveTo>
                <a:lnTo>
                  <a:pt x="172665" y="129302"/>
                </a:lnTo>
                <a:lnTo>
                  <a:pt x="166581" y="129302"/>
                </a:lnTo>
                <a:lnTo>
                  <a:pt x="166581" y="123230"/>
                </a:lnTo>
                <a:close/>
                <a:moveTo>
                  <a:pt x="179713" y="123230"/>
                </a:moveTo>
                <a:lnTo>
                  <a:pt x="179713" y="129302"/>
                </a:lnTo>
                <a:lnTo>
                  <a:pt x="173641" y="129302"/>
                </a:lnTo>
                <a:lnTo>
                  <a:pt x="173641" y="123230"/>
                </a:lnTo>
                <a:close/>
                <a:moveTo>
                  <a:pt x="186774" y="123230"/>
                </a:moveTo>
                <a:lnTo>
                  <a:pt x="186774" y="129302"/>
                </a:lnTo>
                <a:lnTo>
                  <a:pt x="180702" y="129302"/>
                </a:lnTo>
                <a:lnTo>
                  <a:pt x="180702" y="123230"/>
                </a:lnTo>
                <a:close/>
                <a:moveTo>
                  <a:pt x="193822" y="123230"/>
                </a:moveTo>
                <a:lnTo>
                  <a:pt x="193822" y="129302"/>
                </a:lnTo>
                <a:lnTo>
                  <a:pt x="187750" y="129302"/>
                </a:lnTo>
                <a:lnTo>
                  <a:pt x="187750" y="123230"/>
                </a:lnTo>
                <a:close/>
                <a:moveTo>
                  <a:pt x="200883" y="123230"/>
                </a:moveTo>
                <a:lnTo>
                  <a:pt x="200883" y="129302"/>
                </a:lnTo>
                <a:lnTo>
                  <a:pt x="194810" y="129302"/>
                </a:lnTo>
                <a:lnTo>
                  <a:pt x="194810" y="123230"/>
                </a:lnTo>
                <a:close/>
                <a:moveTo>
                  <a:pt x="207931" y="123230"/>
                </a:moveTo>
                <a:lnTo>
                  <a:pt x="207931" y="129302"/>
                </a:lnTo>
                <a:lnTo>
                  <a:pt x="201859" y="129302"/>
                </a:lnTo>
                <a:lnTo>
                  <a:pt x="201859" y="123230"/>
                </a:lnTo>
                <a:close/>
                <a:moveTo>
                  <a:pt x="214992" y="123230"/>
                </a:moveTo>
                <a:lnTo>
                  <a:pt x="214992" y="129302"/>
                </a:lnTo>
                <a:lnTo>
                  <a:pt x="208919" y="129302"/>
                </a:lnTo>
                <a:lnTo>
                  <a:pt x="208919" y="123230"/>
                </a:lnTo>
                <a:close/>
                <a:moveTo>
                  <a:pt x="222052" y="123230"/>
                </a:moveTo>
                <a:lnTo>
                  <a:pt x="222052" y="129302"/>
                </a:lnTo>
                <a:lnTo>
                  <a:pt x="215968" y="129302"/>
                </a:lnTo>
                <a:lnTo>
                  <a:pt x="215968" y="123230"/>
                </a:lnTo>
                <a:close/>
                <a:moveTo>
                  <a:pt x="229100" y="123230"/>
                </a:moveTo>
                <a:lnTo>
                  <a:pt x="229100" y="129302"/>
                </a:lnTo>
                <a:lnTo>
                  <a:pt x="223028" y="129302"/>
                </a:lnTo>
                <a:lnTo>
                  <a:pt x="223028" y="123230"/>
                </a:lnTo>
                <a:close/>
                <a:moveTo>
                  <a:pt x="236161" y="123230"/>
                </a:moveTo>
                <a:lnTo>
                  <a:pt x="236161" y="129302"/>
                </a:lnTo>
                <a:lnTo>
                  <a:pt x="230077" y="129302"/>
                </a:lnTo>
                <a:lnTo>
                  <a:pt x="230077" y="123230"/>
                </a:lnTo>
                <a:close/>
                <a:moveTo>
                  <a:pt x="243209" y="123230"/>
                </a:moveTo>
                <a:lnTo>
                  <a:pt x="243209" y="129302"/>
                </a:lnTo>
                <a:lnTo>
                  <a:pt x="237137" y="129302"/>
                </a:lnTo>
                <a:lnTo>
                  <a:pt x="237137" y="123230"/>
                </a:lnTo>
                <a:close/>
                <a:moveTo>
                  <a:pt x="250270" y="123230"/>
                </a:moveTo>
                <a:lnTo>
                  <a:pt x="250270" y="129302"/>
                </a:lnTo>
                <a:lnTo>
                  <a:pt x="244198" y="129302"/>
                </a:lnTo>
                <a:lnTo>
                  <a:pt x="244198" y="123230"/>
                </a:lnTo>
                <a:close/>
                <a:moveTo>
                  <a:pt x="257318" y="123230"/>
                </a:moveTo>
                <a:lnTo>
                  <a:pt x="257318" y="129302"/>
                </a:lnTo>
                <a:lnTo>
                  <a:pt x="251246" y="129302"/>
                </a:lnTo>
                <a:lnTo>
                  <a:pt x="251246" y="123230"/>
                </a:lnTo>
                <a:close/>
                <a:moveTo>
                  <a:pt x="264379" y="123230"/>
                </a:moveTo>
                <a:lnTo>
                  <a:pt x="264379" y="129302"/>
                </a:lnTo>
                <a:lnTo>
                  <a:pt x="258306" y="129302"/>
                </a:lnTo>
                <a:lnTo>
                  <a:pt x="258306" y="123230"/>
                </a:lnTo>
                <a:close/>
                <a:moveTo>
                  <a:pt x="271427" y="123230"/>
                </a:moveTo>
                <a:lnTo>
                  <a:pt x="271427" y="129302"/>
                </a:lnTo>
                <a:lnTo>
                  <a:pt x="265355" y="129302"/>
                </a:lnTo>
                <a:lnTo>
                  <a:pt x="265355" y="123230"/>
                </a:lnTo>
                <a:close/>
                <a:moveTo>
                  <a:pt x="278488" y="123230"/>
                </a:moveTo>
                <a:lnTo>
                  <a:pt x="278488" y="129302"/>
                </a:lnTo>
                <a:lnTo>
                  <a:pt x="272415" y="129302"/>
                </a:lnTo>
                <a:lnTo>
                  <a:pt x="272415" y="123230"/>
                </a:lnTo>
                <a:close/>
                <a:moveTo>
                  <a:pt x="17443" y="130279"/>
                </a:moveTo>
                <a:lnTo>
                  <a:pt x="17443" y="136363"/>
                </a:lnTo>
                <a:lnTo>
                  <a:pt x="11371" y="136363"/>
                </a:lnTo>
                <a:lnTo>
                  <a:pt x="11371" y="130279"/>
                </a:lnTo>
                <a:close/>
                <a:moveTo>
                  <a:pt x="24503" y="130279"/>
                </a:moveTo>
                <a:lnTo>
                  <a:pt x="24503" y="136363"/>
                </a:lnTo>
                <a:lnTo>
                  <a:pt x="18431" y="136363"/>
                </a:lnTo>
                <a:lnTo>
                  <a:pt x="18431" y="130279"/>
                </a:lnTo>
                <a:close/>
                <a:moveTo>
                  <a:pt x="31564" y="130279"/>
                </a:moveTo>
                <a:lnTo>
                  <a:pt x="31564" y="136363"/>
                </a:lnTo>
                <a:lnTo>
                  <a:pt x="25492" y="136363"/>
                </a:lnTo>
                <a:lnTo>
                  <a:pt x="25492" y="130279"/>
                </a:lnTo>
                <a:close/>
                <a:moveTo>
                  <a:pt x="38612" y="130279"/>
                </a:moveTo>
                <a:lnTo>
                  <a:pt x="38612" y="136363"/>
                </a:lnTo>
                <a:lnTo>
                  <a:pt x="32540" y="136363"/>
                </a:lnTo>
                <a:lnTo>
                  <a:pt x="32540" y="130279"/>
                </a:lnTo>
                <a:close/>
                <a:moveTo>
                  <a:pt x="45673" y="130279"/>
                </a:moveTo>
                <a:lnTo>
                  <a:pt x="45673" y="136363"/>
                </a:lnTo>
                <a:lnTo>
                  <a:pt x="39601" y="136363"/>
                </a:lnTo>
                <a:lnTo>
                  <a:pt x="39601" y="130279"/>
                </a:lnTo>
                <a:close/>
                <a:moveTo>
                  <a:pt x="52721" y="130279"/>
                </a:moveTo>
                <a:lnTo>
                  <a:pt x="52721" y="136363"/>
                </a:lnTo>
                <a:lnTo>
                  <a:pt x="46649" y="136363"/>
                </a:lnTo>
                <a:lnTo>
                  <a:pt x="46649" y="130279"/>
                </a:lnTo>
                <a:close/>
                <a:moveTo>
                  <a:pt x="59782" y="130279"/>
                </a:moveTo>
                <a:lnTo>
                  <a:pt x="59782" y="136363"/>
                </a:lnTo>
                <a:lnTo>
                  <a:pt x="53709" y="136363"/>
                </a:lnTo>
                <a:lnTo>
                  <a:pt x="53709" y="130279"/>
                </a:lnTo>
                <a:close/>
                <a:moveTo>
                  <a:pt x="66842" y="130279"/>
                </a:moveTo>
                <a:lnTo>
                  <a:pt x="66842" y="136363"/>
                </a:lnTo>
                <a:lnTo>
                  <a:pt x="60758" y="136363"/>
                </a:lnTo>
                <a:lnTo>
                  <a:pt x="60758" y="130279"/>
                </a:lnTo>
                <a:close/>
                <a:moveTo>
                  <a:pt x="67818" y="130279"/>
                </a:moveTo>
                <a:lnTo>
                  <a:pt x="73902" y="130290"/>
                </a:lnTo>
                <a:lnTo>
                  <a:pt x="73902" y="136363"/>
                </a:lnTo>
                <a:lnTo>
                  <a:pt x="67818" y="136363"/>
                </a:lnTo>
                <a:lnTo>
                  <a:pt x="67818" y="130279"/>
                </a:lnTo>
                <a:close/>
                <a:moveTo>
                  <a:pt x="74879" y="130279"/>
                </a:moveTo>
                <a:lnTo>
                  <a:pt x="80951" y="130290"/>
                </a:lnTo>
                <a:lnTo>
                  <a:pt x="80951" y="136363"/>
                </a:lnTo>
                <a:lnTo>
                  <a:pt x="74879" y="136363"/>
                </a:lnTo>
                <a:lnTo>
                  <a:pt x="74879" y="130279"/>
                </a:lnTo>
                <a:close/>
                <a:moveTo>
                  <a:pt x="88011" y="130279"/>
                </a:moveTo>
                <a:lnTo>
                  <a:pt x="88011" y="136363"/>
                </a:lnTo>
                <a:lnTo>
                  <a:pt x="81927" y="136363"/>
                </a:lnTo>
                <a:lnTo>
                  <a:pt x="81927" y="130279"/>
                </a:lnTo>
                <a:close/>
                <a:moveTo>
                  <a:pt x="95060" y="130279"/>
                </a:moveTo>
                <a:lnTo>
                  <a:pt x="95060" y="136363"/>
                </a:lnTo>
                <a:lnTo>
                  <a:pt x="88988" y="136363"/>
                </a:lnTo>
                <a:lnTo>
                  <a:pt x="88988" y="130279"/>
                </a:lnTo>
                <a:close/>
                <a:moveTo>
                  <a:pt x="102120" y="130279"/>
                </a:moveTo>
                <a:lnTo>
                  <a:pt x="102120" y="136363"/>
                </a:lnTo>
                <a:lnTo>
                  <a:pt x="96036" y="136363"/>
                </a:lnTo>
                <a:lnTo>
                  <a:pt x="96036" y="130279"/>
                </a:lnTo>
                <a:close/>
                <a:moveTo>
                  <a:pt x="103097" y="130279"/>
                </a:moveTo>
                <a:lnTo>
                  <a:pt x="109169" y="130290"/>
                </a:lnTo>
                <a:lnTo>
                  <a:pt x="109169" y="136363"/>
                </a:lnTo>
                <a:lnTo>
                  <a:pt x="103097" y="136363"/>
                </a:lnTo>
                <a:lnTo>
                  <a:pt x="103097" y="130279"/>
                </a:lnTo>
                <a:close/>
                <a:moveTo>
                  <a:pt x="110157" y="130279"/>
                </a:moveTo>
                <a:lnTo>
                  <a:pt x="116229" y="130290"/>
                </a:lnTo>
                <a:lnTo>
                  <a:pt x="116229" y="136363"/>
                </a:lnTo>
                <a:lnTo>
                  <a:pt x="110157" y="136363"/>
                </a:lnTo>
                <a:lnTo>
                  <a:pt x="110157" y="130279"/>
                </a:lnTo>
                <a:close/>
                <a:moveTo>
                  <a:pt x="123278" y="130279"/>
                </a:moveTo>
                <a:lnTo>
                  <a:pt x="123278" y="136363"/>
                </a:lnTo>
                <a:lnTo>
                  <a:pt x="117205" y="136363"/>
                </a:lnTo>
                <a:lnTo>
                  <a:pt x="117205" y="130279"/>
                </a:lnTo>
                <a:close/>
                <a:moveTo>
                  <a:pt x="130338" y="130279"/>
                </a:moveTo>
                <a:lnTo>
                  <a:pt x="130338" y="136363"/>
                </a:lnTo>
                <a:lnTo>
                  <a:pt x="124254" y="136363"/>
                </a:lnTo>
                <a:lnTo>
                  <a:pt x="124254" y="130279"/>
                </a:lnTo>
                <a:close/>
                <a:moveTo>
                  <a:pt x="137387" y="130279"/>
                </a:moveTo>
                <a:lnTo>
                  <a:pt x="137387" y="136363"/>
                </a:lnTo>
                <a:lnTo>
                  <a:pt x="131314" y="136363"/>
                </a:lnTo>
                <a:lnTo>
                  <a:pt x="131314" y="130279"/>
                </a:lnTo>
                <a:close/>
                <a:moveTo>
                  <a:pt x="144447" y="130279"/>
                </a:moveTo>
                <a:lnTo>
                  <a:pt x="144447" y="136363"/>
                </a:lnTo>
                <a:lnTo>
                  <a:pt x="138375" y="136363"/>
                </a:lnTo>
                <a:lnTo>
                  <a:pt x="138375" y="130279"/>
                </a:lnTo>
                <a:close/>
                <a:moveTo>
                  <a:pt x="151495" y="130279"/>
                </a:moveTo>
                <a:lnTo>
                  <a:pt x="151495" y="136363"/>
                </a:lnTo>
                <a:lnTo>
                  <a:pt x="145423" y="136363"/>
                </a:lnTo>
                <a:lnTo>
                  <a:pt x="145423" y="130279"/>
                </a:lnTo>
                <a:close/>
                <a:moveTo>
                  <a:pt x="158556" y="130279"/>
                </a:moveTo>
                <a:lnTo>
                  <a:pt x="158556" y="136363"/>
                </a:lnTo>
                <a:lnTo>
                  <a:pt x="152484" y="136363"/>
                </a:lnTo>
                <a:lnTo>
                  <a:pt x="152484" y="130279"/>
                </a:lnTo>
                <a:close/>
                <a:moveTo>
                  <a:pt x="165604" y="130279"/>
                </a:moveTo>
                <a:lnTo>
                  <a:pt x="165604" y="136363"/>
                </a:lnTo>
                <a:lnTo>
                  <a:pt x="159532" y="136363"/>
                </a:lnTo>
                <a:lnTo>
                  <a:pt x="159532" y="130279"/>
                </a:lnTo>
                <a:close/>
                <a:moveTo>
                  <a:pt x="172665" y="130279"/>
                </a:moveTo>
                <a:lnTo>
                  <a:pt x="172665" y="136363"/>
                </a:lnTo>
                <a:lnTo>
                  <a:pt x="166581" y="136363"/>
                </a:lnTo>
                <a:lnTo>
                  <a:pt x="166581" y="130279"/>
                </a:lnTo>
                <a:close/>
                <a:moveTo>
                  <a:pt x="179713" y="130279"/>
                </a:moveTo>
                <a:lnTo>
                  <a:pt x="179713" y="136363"/>
                </a:lnTo>
                <a:lnTo>
                  <a:pt x="173641" y="136363"/>
                </a:lnTo>
                <a:lnTo>
                  <a:pt x="173641" y="130279"/>
                </a:lnTo>
                <a:close/>
                <a:moveTo>
                  <a:pt x="186774" y="130279"/>
                </a:moveTo>
                <a:lnTo>
                  <a:pt x="186774" y="136363"/>
                </a:lnTo>
                <a:lnTo>
                  <a:pt x="180702" y="136363"/>
                </a:lnTo>
                <a:lnTo>
                  <a:pt x="180702" y="130279"/>
                </a:lnTo>
                <a:close/>
                <a:moveTo>
                  <a:pt x="193822" y="130279"/>
                </a:moveTo>
                <a:lnTo>
                  <a:pt x="193822" y="136363"/>
                </a:lnTo>
                <a:lnTo>
                  <a:pt x="187750" y="136363"/>
                </a:lnTo>
                <a:lnTo>
                  <a:pt x="187750" y="130279"/>
                </a:lnTo>
                <a:close/>
                <a:moveTo>
                  <a:pt x="200883" y="130279"/>
                </a:moveTo>
                <a:lnTo>
                  <a:pt x="200883" y="136363"/>
                </a:lnTo>
                <a:lnTo>
                  <a:pt x="194810" y="136363"/>
                </a:lnTo>
                <a:lnTo>
                  <a:pt x="194810" y="130279"/>
                </a:lnTo>
                <a:close/>
                <a:moveTo>
                  <a:pt x="207931" y="130279"/>
                </a:moveTo>
                <a:lnTo>
                  <a:pt x="207931" y="136363"/>
                </a:lnTo>
                <a:lnTo>
                  <a:pt x="201859" y="136363"/>
                </a:lnTo>
                <a:lnTo>
                  <a:pt x="201859" y="130279"/>
                </a:lnTo>
                <a:close/>
                <a:moveTo>
                  <a:pt x="214992" y="130279"/>
                </a:moveTo>
                <a:lnTo>
                  <a:pt x="214992" y="136363"/>
                </a:lnTo>
                <a:lnTo>
                  <a:pt x="208919" y="136363"/>
                </a:lnTo>
                <a:lnTo>
                  <a:pt x="208919" y="130279"/>
                </a:lnTo>
                <a:close/>
                <a:moveTo>
                  <a:pt x="222052" y="130279"/>
                </a:moveTo>
                <a:lnTo>
                  <a:pt x="222052" y="136363"/>
                </a:lnTo>
                <a:lnTo>
                  <a:pt x="215968" y="136363"/>
                </a:lnTo>
                <a:lnTo>
                  <a:pt x="215968" y="130279"/>
                </a:lnTo>
                <a:close/>
                <a:moveTo>
                  <a:pt x="229100" y="130279"/>
                </a:moveTo>
                <a:lnTo>
                  <a:pt x="229100" y="136363"/>
                </a:lnTo>
                <a:lnTo>
                  <a:pt x="223028" y="136363"/>
                </a:lnTo>
                <a:lnTo>
                  <a:pt x="223028" y="130279"/>
                </a:lnTo>
                <a:close/>
                <a:moveTo>
                  <a:pt x="236161" y="130279"/>
                </a:moveTo>
                <a:lnTo>
                  <a:pt x="236161" y="136363"/>
                </a:lnTo>
                <a:lnTo>
                  <a:pt x="230077" y="136363"/>
                </a:lnTo>
                <a:lnTo>
                  <a:pt x="230077" y="130279"/>
                </a:lnTo>
                <a:close/>
                <a:moveTo>
                  <a:pt x="243209" y="130279"/>
                </a:moveTo>
                <a:lnTo>
                  <a:pt x="243209" y="136363"/>
                </a:lnTo>
                <a:lnTo>
                  <a:pt x="237137" y="136363"/>
                </a:lnTo>
                <a:lnTo>
                  <a:pt x="237137" y="130279"/>
                </a:lnTo>
                <a:close/>
                <a:moveTo>
                  <a:pt x="250270" y="130279"/>
                </a:moveTo>
                <a:lnTo>
                  <a:pt x="250270" y="136363"/>
                </a:lnTo>
                <a:lnTo>
                  <a:pt x="244198" y="136363"/>
                </a:lnTo>
                <a:lnTo>
                  <a:pt x="244198" y="130279"/>
                </a:lnTo>
                <a:close/>
                <a:moveTo>
                  <a:pt x="257318" y="130279"/>
                </a:moveTo>
                <a:lnTo>
                  <a:pt x="257318" y="136363"/>
                </a:lnTo>
                <a:lnTo>
                  <a:pt x="251246" y="136363"/>
                </a:lnTo>
                <a:lnTo>
                  <a:pt x="251246" y="130279"/>
                </a:lnTo>
                <a:close/>
                <a:moveTo>
                  <a:pt x="264379" y="130279"/>
                </a:moveTo>
                <a:lnTo>
                  <a:pt x="264379" y="136363"/>
                </a:lnTo>
                <a:lnTo>
                  <a:pt x="258306" y="136363"/>
                </a:lnTo>
                <a:lnTo>
                  <a:pt x="258306" y="130279"/>
                </a:lnTo>
                <a:close/>
                <a:moveTo>
                  <a:pt x="271427" y="130279"/>
                </a:moveTo>
                <a:lnTo>
                  <a:pt x="271427" y="136363"/>
                </a:lnTo>
                <a:lnTo>
                  <a:pt x="265355" y="136363"/>
                </a:lnTo>
                <a:lnTo>
                  <a:pt x="265355" y="130279"/>
                </a:lnTo>
                <a:close/>
                <a:moveTo>
                  <a:pt x="278488" y="130279"/>
                </a:moveTo>
                <a:lnTo>
                  <a:pt x="278488" y="136363"/>
                </a:lnTo>
                <a:lnTo>
                  <a:pt x="272415" y="136363"/>
                </a:lnTo>
                <a:lnTo>
                  <a:pt x="272415" y="130279"/>
                </a:lnTo>
                <a:close/>
                <a:moveTo>
                  <a:pt x="17443" y="137339"/>
                </a:moveTo>
                <a:lnTo>
                  <a:pt x="17443" y="143411"/>
                </a:lnTo>
                <a:lnTo>
                  <a:pt x="11371" y="143411"/>
                </a:lnTo>
                <a:lnTo>
                  <a:pt x="11371" y="137339"/>
                </a:lnTo>
                <a:close/>
                <a:moveTo>
                  <a:pt x="24503" y="137339"/>
                </a:moveTo>
                <a:lnTo>
                  <a:pt x="24503" y="143411"/>
                </a:lnTo>
                <a:lnTo>
                  <a:pt x="18431" y="143411"/>
                </a:lnTo>
                <a:lnTo>
                  <a:pt x="18431" y="137339"/>
                </a:lnTo>
                <a:close/>
                <a:moveTo>
                  <a:pt x="31564" y="137339"/>
                </a:moveTo>
                <a:lnTo>
                  <a:pt x="31564" y="143411"/>
                </a:lnTo>
                <a:lnTo>
                  <a:pt x="25492" y="143411"/>
                </a:lnTo>
                <a:lnTo>
                  <a:pt x="25492" y="137339"/>
                </a:lnTo>
                <a:close/>
                <a:moveTo>
                  <a:pt x="38612" y="137339"/>
                </a:moveTo>
                <a:lnTo>
                  <a:pt x="38612" y="143411"/>
                </a:lnTo>
                <a:lnTo>
                  <a:pt x="32540" y="143411"/>
                </a:lnTo>
                <a:lnTo>
                  <a:pt x="32540" y="137339"/>
                </a:lnTo>
                <a:close/>
                <a:moveTo>
                  <a:pt x="45673" y="137339"/>
                </a:moveTo>
                <a:lnTo>
                  <a:pt x="45673" y="143411"/>
                </a:lnTo>
                <a:lnTo>
                  <a:pt x="39601" y="143411"/>
                </a:lnTo>
                <a:lnTo>
                  <a:pt x="39601" y="137339"/>
                </a:lnTo>
                <a:close/>
                <a:moveTo>
                  <a:pt x="52721" y="137339"/>
                </a:moveTo>
                <a:lnTo>
                  <a:pt x="52721" y="143411"/>
                </a:lnTo>
                <a:lnTo>
                  <a:pt x="46649" y="143411"/>
                </a:lnTo>
                <a:lnTo>
                  <a:pt x="46649" y="137339"/>
                </a:lnTo>
                <a:close/>
                <a:moveTo>
                  <a:pt x="59782" y="137339"/>
                </a:moveTo>
                <a:lnTo>
                  <a:pt x="59782" y="143411"/>
                </a:lnTo>
                <a:lnTo>
                  <a:pt x="53709" y="143411"/>
                </a:lnTo>
                <a:lnTo>
                  <a:pt x="53709" y="137339"/>
                </a:lnTo>
                <a:close/>
                <a:moveTo>
                  <a:pt x="66842" y="137339"/>
                </a:moveTo>
                <a:lnTo>
                  <a:pt x="66842" y="143411"/>
                </a:lnTo>
                <a:lnTo>
                  <a:pt x="60758" y="143411"/>
                </a:lnTo>
                <a:lnTo>
                  <a:pt x="60758" y="137339"/>
                </a:lnTo>
                <a:close/>
                <a:moveTo>
                  <a:pt x="73902" y="137339"/>
                </a:moveTo>
                <a:lnTo>
                  <a:pt x="73902" y="143411"/>
                </a:lnTo>
                <a:lnTo>
                  <a:pt x="67818" y="143411"/>
                </a:lnTo>
                <a:lnTo>
                  <a:pt x="67818" y="137339"/>
                </a:lnTo>
                <a:close/>
                <a:moveTo>
                  <a:pt x="80951" y="137339"/>
                </a:moveTo>
                <a:lnTo>
                  <a:pt x="80951" y="143411"/>
                </a:lnTo>
                <a:lnTo>
                  <a:pt x="74879" y="143411"/>
                </a:lnTo>
                <a:lnTo>
                  <a:pt x="74879" y="137339"/>
                </a:lnTo>
                <a:close/>
                <a:moveTo>
                  <a:pt x="88011" y="137339"/>
                </a:moveTo>
                <a:lnTo>
                  <a:pt x="88011" y="143411"/>
                </a:lnTo>
                <a:lnTo>
                  <a:pt x="81927" y="143411"/>
                </a:lnTo>
                <a:lnTo>
                  <a:pt x="81927" y="137339"/>
                </a:lnTo>
                <a:close/>
                <a:moveTo>
                  <a:pt x="95060" y="137339"/>
                </a:moveTo>
                <a:lnTo>
                  <a:pt x="95060" y="143411"/>
                </a:lnTo>
                <a:lnTo>
                  <a:pt x="88988" y="143411"/>
                </a:lnTo>
                <a:lnTo>
                  <a:pt x="88988" y="137339"/>
                </a:lnTo>
                <a:close/>
                <a:moveTo>
                  <a:pt x="102120" y="137339"/>
                </a:moveTo>
                <a:lnTo>
                  <a:pt x="102120" y="143411"/>
                </a:lnTo>
                <a:lnTo>
                  <a:pt x="96036" y="143411"/>
                </a:lnTo>
                <a:lnTo>
                  <a:pt x="96036" y="137339"/>
                </a:lnTo>
                <a:close/>
                <a:moveTo>
                  <a:pt x="103097" y="137339"/>
                </a:moveTo>
                <a:lnTo>
                  <a:pt x="109169" y="137351"/>
                </a:lnTo>
                <a:lnTo>
                  <a:pt x="109169" y="143411"/>
                </a:lnTo>
                <a:lnTo>
                  <a:pt x="103097" y="143411"/>
                </a:lnTo>
                <a:lnTo>
                  <a:pt x="103097" y="137339"/>
                </a:lnTo>
                <a:close/>
                <a:moveTo>
                  <a:pt x="110157" y="137339"/>
                </a:moveTo>
                <a:lnTo>
                  <a:pt x="116229" y="137351"/>
                </a:lnTo>
                <a:lnTo>
                  <a:pt x="116229" y="143411"/>
                </a:lnTo>
                <a:lnTo>
                  <a:pt x="110157" y="143411"/>
                </a:lnTo>
                <a:lnTo>
                  <a:pt x="110157" y="137339"/>
                </a:lnTo>
                <a:close/>
                <a:moveTo>
                  <a:pt x="123278" y="137339"/>
                </a:moveTo>
                <a:lnTo>
                  <a:pt x="123278" y="143411"/>
                </a:lnTo>
                <a:lnTo>
                  <a:pt x="117205" y="143411"/>
                </a:lnTo>
                <a:lnTo>
                  <a:pt x="117205" y="137339"/>
                </a:lnTo>
                <a:close/>
                <a:moveTo>
                  <a:pt x="130338" y="137339"/>
                </a:moveTo>
                <a:lnTo>
                  <a:pt x="130338" y="143411"/>
                </a:lnTo>
                <a:lnTo>
                  <a:pt x="124254" y="143411"/>
                </a:lnTo>
                <a:lnTo>
                  <a:pt x="124254" y="137339"/>
                </a:lnTo>
                <a:close/>
                <a:moveTo>
                  <a:pt x="137387" y="137339"/>
                </a:moveTo>
                <a:lnTo>
                  <a:pt x="137387" y="143411"/>
                </a:lnTo>
                <a:lnTo>
                  <a:pt x="131314" y="143411"/>
                </a:lnTo>
                <a:lnTo>
                  <a:pt x="131314" y="137339"/>
                </a:lnTo>
                <a:close/>
                <a:moveTo>
                  <a:pt x="144447" y="137339"/>
                </a:moveTo>
                <a:lnTo>
                  <a:pt x="144447" y="143411"/>
                </a:lnTo>
                <a:lnTo>
                  <a:pt x="138375" y="143411"/>
                </a:lnTo>
                <a:lnTo>
                  <a:pt x="138375" y="137339"/>
                </a:lnTo>
                <a:close/>
                <a:moveTo>
                  <a:pt x="151495" y="137339"/>
                </a:moveTo>
                <a:lnTo>
                  <a:pt x="151495" y="143411"/>
                </a:lnTo>
                <a:lnTo>
                  <a:pt x="145423" y="143411"/>
                </a:lnTo>
                <a:lnTo>
                  <a:pt x="145423" y="137339"/>
                </a:lnTo>
                <a:close/>
                <a:moveTo>
                  <a:pt x="158556" y="137339"/>
                </a:moveTo>
                <a:lnTo>
                  <a:pt x="158556" y="143411"/>
                </a:lnTo>
                <a:lnTo>
                  <a:pt x="152484" y="143411"/>
                </a:lnTo>
                <a:lnTo>
                  <a:pt x="152484" y="137339"/>
                </a:lnTo>
                <a:close/>
                <a:moveTo>
                  <a:pt x="165604" y="137339"/>
                </a:moveTo>
                <a:lnTo>
                  <a:pt x="165604" y="143411"/>
                </a:lnTo>
                <a:lnTo>
                  <a:pt x="159532" y="143411"/>
                </a:lnTo>
                <a:lnTo>
                  <a:pt x="159532" y="137339"/>
                </a:lnTo>
                <a:close/>
                <a:moveTo>
                  <a:pt x="172665" y="137339"/>
                </a:moveTo>
                <a:lnTo>
                  <a:pt x="172665" y="143411"/>
                </a:lnTo>
                <a:lnTo>
                  <a:pt x="166581" y="143411"/>
                </a:lnTo>
                <a:lnTo>
                  <a:pt x="166581" y="137339"/>
                </a:lnTo>
                <a:close/>
                <a:moveTo>
                  <a:pt x="179713" y="137339"/>
                </a:moveTo>
                <a:lnTo>
                  <a:pt x="179713" y="143411"/>
                </a:lnTo>
                <a:lnTo>
                  <a:pt x="173641" y="143411"/>
                </a:lnTo>
                <a:lnTo>
                  <a:pt x="173641" y="137339"/>
                </a:lnTo>
                <a:close/>
                <a:moveTo>
                  <a:pt x="186774" y="137339"/>
                </a:moveTo>
                <a:lnTo>
                  <a:pt x="186774" y="143411"/>
                </a:lnTo>
                <a:lnTo>
                  <a:pt x="180702" y="143411"/>
                </a:lnTo>
                <a:lnTo>
                  <a:pt x="180702" y="137339"/>
                </a:lnTo>
                <a:close/>
                <a:moveTo>
                  <a:pt x="193822" y="137339"/>
                </a:moveTo>
                <a:lnTo>
                  <a:pt x="193822" y="143411"/>
                </a:lnTo>
                <a:lnTo>
                  <a:pt x="187750" y="143411"/>
                </a:lnTo>
                <a:lnTo>
                  <a:pt x="187750" y="137339"/>
                </a:lnTo>
                <a:close/>
                <a:moveTo>
                  <a:pt x="200883" y="137339"/>
                </a:moveTo>
                <a:lnTo>
                  <a:pt x="200883" y="143411"/>
                </a:lnTo>
                <a:lnTo>
                  <a:pt x="194810" y="143411"/>
                </a:lnTo>
                <a:lnTo>
                  <a:pt x="194810" y="137339"/>
                </a:lnTo>
                <a:close/>
                <a:moveTo>
                  <a:pt x="207931" y="137339"/>
                </a:moveTo>
                <a:lnTo>
                  <a:pt x="207931" y="143411"/>
                </a:lnTo>
                <a:lnTo>
                  <a:pt x="201859" y="143411"/>
                </a:lnTo>
                <a:lnTo>
                  <a:pt x="201859" y="137339"/>
                </a:lnTo>
                <a:close/>
                <a:moveTo>
                  <a:pt x="214992" y="137339"/>
                </a:moveTo>
                <a:lnTo>
                  <a:pt x="214992" y="143411"/>
                </a:lnTo>
                <a:lnTo>
                  <a:pt x="208919" y="143411"/>
                </a:lnTo>
                <a:lnTo>
                  <a:pt x="208919" y="137339"/>
                </a:lnTo>
                <a:close/>
                <a:moveTo>
                  <a:pt x="222052" y="137339"/>
                </a:moveTo>
                <a:lnTo>
                  <a:pt x="222052" y="143411"/>
                </a:lnTo>
                <a:lnTo>
                  <a:pt x="215968" y="143411"/>
                </a:lnTo>
                <a:lnTo>
                  <a:pt x="215968" y="137339"/>
                </a:lnTo>
                <a:close/>
                <a:moveTo>
                  <a:pt x="229100" y="137339"/>
                </a:moveTo>
                <a:lnTo>
                  <a:pt x="229100" y="143411"/>
                </a:lnTo>
                <a:lnTo>
                  <a:pt x="223028" y="143411"/>
                </a:lnTo>
                <a:lnTo>
                  <a:pt x="223028" y="137339"/>
                </a:lnTo>
                <a:close/>
                <a:moveTo>
                  <a:pt x="236161" y="137339"/>
                </a:moveTo>
                <a:lnTo>
                  <a:pt x="236161" y="143411"/>
                </a:lnTo>
                <a:lnTo>
                  <a:pt x="230077" y="143411"/>
                </a:lnTo>
                <a:lnTo>
                  <a:pt x="230077" y="137339"/>
                </a:lnTo>
                <a:close/>
                <a:moveTo>
                  <a:pt x="243209" y="137339"/>
                </a:moveTo>
                <a:lnTo>
                  <a:pt x="243209" y="143411"/>
                </a:lnTo>
                <a:lnTo>
                  <a:pt x="237137" y="143411"/>
                </a:lnTo>
                <a:lnTo>
                  <a:pt x="237137" y="137339"/>
                </a:lnTo>
                <a:close/>
                <a:moveTo>
                  <a:pt x="250270" y="137339"/>
                </a:moveTo>
                <a:lnTo>
                  <a:pt x="250270" y="143411"/>
                </a:lnTo>
                <a:lnTo>
                  <a:pt x="244198" y="143411"/>
                </a:lnTo>
                <a:lnTo>
                  <a:pt x="244198" y="137339"/>
                </a:lnTo>
                <a:close/>
                <a:moveTo>
                  <a:pt x="257318" y="137339"/>
                </a:moveTo>
                <a:lnTo>
                  <a:pt x="257318" y="143411"/>
                </a:lnTo>
                <a:lnTo>
                  <a:pt x="251246" y="143411"/>
                </a:lnTo>
                <a:lnTo>
                  <a:pt x="251246" y="137339"/>
                </a:lnTo>
                <a:close/>
                <a:moveTo>
                  <a:pt x="264379" y="137339"/>
                </a:moveTo>
                <a:lnTo>
                  <a:pt x="264379" y="143411"/>
                </a:lnTo>
                <a:lnTo>
                  <a:pt x="258306" y="143411"/>
                </a:lnTo>
                <a:lnTo>
                  <a:pt x="258306" y="137339"/>
                </a:lnTo>
                <a:close/>
                <a:moveTo>
                  <a:pt x="271427" y="137339"/>
                </a:moveTo>
                <a:lnTo>
                  <a:pt x="271427" y="143411"/>
                </a:lnTo>
                <a:lnTo>
                  <a:pt x="265355" y="143411"/>
                </a:lnTo>
                <a:lnTo>
                  <a:pt x="265355" y="137339"/>
                </a:lnTo>
                <a:close/>
                <a:moveTo>
                  <a:pt x="278488" y="137339"/>
                </a:moveTo>
                <a:lnTo>
                  <a:pt x="278488" y="143411"/>
                </a:lnTo>
                <a:lnTo>
                  <a:pt x="272415" y="143411"/>
                </a:lnTo>
                <a:lnTo>
                  <a:pt x="272415" y="137339"/>
                </a:lnTo>
                <a:close/>
                <a:moveTo>
                  <a:pt x="17443" y="144399"/>
                </a:moveTo>
                <a:lnTo>
                  <a:pt x="17443" y="150472"/>
                </a:lnTo>
                <a:lnTo>
                  <a:pt x="11371" y="150472"/>
                </a:lnTo>
                <a:lnTo>
                  <a:pt x="11371" y="144399"/>
                </a:lnTo>
                <a:close/>
                <a:moveTo>
                  <a:pt x="24503" y="144399"/>
                </a:moveTo>
                <a:lnTo>
                  <a:pt x="24503" y="150472"/>
                </a:lnTo>
                <a:lnTo>
                  <a:pt x="18431" y="150472"/>
                </a:lnTo>
                <a:lnTo>
                  <a:pt x="18431" y="144399"/>
                </a:lnTo>
                <a:close/>
                <a:moveTo>
                  <a:pt x="31564" y="144399"/>
                </a:moveTo>
                <a:lnTo>
                  <a:pt x="31564" y="150472"/>
                </a:lnTo>
                <a:lnTo>
                  <a:pt x="25492" y="150472"/>
                </a:lnTo>
                <a:lnTo>
                  <a:pt x="25492" y="144399"/>
                </a:lnTo>
                <a:close/>
                <a:moveTo>
                  <a:pt x="38612" y="144399"/>
                </a:moveTo>
                <a:lnTo>
                  <a:pt x="38612" y="150472"/>
                </a:lnTo>
                <a:lnTo>
                  <a:pt x="32540" y="150472"/>
                </a:lnTo>
                <a:lnTo>
                  <a:pt x="32540" y="144399"/>
                </a:lnTo>
                <a:close/>
                <a:moveTo>
                  <a:pt x="45673" y="144399"/>
                </a:moveTo>
                <a:lnTo>
                  <a:pt x="45673" y="150472"/>
                </a:lnTo>
                <a:lnTo>
                  <a:pt x="39601" y="150472"/>
                </a:lnTo>
                <a:lnTo>
                  <a:pt x="39601" y="144399"/>
                </a:lnTo>
                <a:close/>
                <a:moveTo>
                  <a:pt x="52721" y="144399"/>
                </a:moveTo>
                <a:lnTo>
                  <a:pt x="52721" y="150472"/>
                </a:lnTo>
                <a:lnTo>
                  <a:pt x="46649" y="150472"/>
                </a:lnTo>
                <a:lnTo>
                  <a:pt x="46649" y="144399"/>
                </a:lnTo>
                <a:close/>
                <a:moveTo>
                  <a:pt x="59782" y="144399"/>
                </a:moveTo>
                <a:lnTo>
                  <a:pt x="59782" y="150472"/>
                </a:lnTo>
                <a:lnTo>
                  <a:pt x="53709" y="150472"/>
                </a:lnTo>
                <a:lnTo>
                  <a:pt x="53709" y="144399"/>
                </a:lnTo>
                <a:close/>
                <a:moveTo>
                  <a:pt x="66842" y="144387"/>
                </a:moveTo>
                <a:lnTo>
                  <a:pt x="66842" y="150472"/>
                </a:lnTo>
                <a:lnTo>
                  <a:pt x="60758" y="150472"/>
                </a:lnTo>
                <a:lnTo>
                  <a:pt x="60758" y="144399"/>
                </a:lnTo>
                <a:lnTo>
                  <a:pt x="66842" y="144387"/>
                </a:lnTo>
                <a:close/>
                <a:moveTo>
                  <a:pt x="73902" y="144399"/>
                </a:moveTo>
                <a:lnTo>
                  <a:pt x="73902" y="150472"/>
                </a:lnTo>
                <a:lnTo>
                  <a:pt x="67818" y="150472"/>
                </a:lnTo>
                <a:lnTo>
                  <a:pt x="67818" y="144399"/>
                </a:lnTo>
                <a:close/>
                <a:moveTo>
                  <a:pt x="80951" y="144399"/>
                </a:moveTo>
                <a:lnTo>
                  <a:pt x="80951" y="150472"/>
                </a:lnTo>
                <a:lnTo>
                  <a:pt x="74879" y="150472"/>
                </a:lnTo>
                <a:lnTo>
                  <a:pt x="74879" y="144399"/>
                </a:lnTo>
                <a:close/>
                <a:moveTo>
                  <a:pt x="88011" y="144399"/>
                </a:moveTo>
                <a:lnTo>
                  <a:pt x="88011" y="150472"/>
                </a:lnTo>
                <a:lnTo>
                  <a:pt x="81927" y="150472"/>
                </a:lnTo>
                <a:lnTo>
                  <a:pt x="81927" y="144399"/>
                </a:lnTo>
                <a:close/>
                <a:moveTo>
                  <a:pt x="95060" y="144399"/>
                </a:moveTo>
                <a:lnTo>
                  <a:pt x="95060" y="150472"/>
                </a:lnTo>
                <a:lnTo>
                  <a:pt x="88988" y="150472"/>
                </a:lnTo>
                <a:lnTo>
                  <a:pt x="88988" y="144399"/>
                </a:lnTo>
                <a:close/>
                <a:moveTo>
                  <a:pt x="102120" y="144387"/>
                </a:moveTo>
                <a:lnTo>
                  <a:pt x="102120" y="150472"/>
                </a:lnTo>
                <a:lnTo>
                  <a:pt x="96036" y="150472"/>
                </a:lnTo>
                <a:lnTo>
                  <a:pt x="96036" y="144399"/>
                </a:lnTo>
                <a:lnTo>
                  <a:pt x="102120" y="144387"/>
                </a:lnTo>
                <a:close/>
                <a:moveTo>
                  <a:pt x="109169" y="144399"/>
                </a:moveTo>
                <a:lnTo>
                  <a:pt x="109169" y="150472"/>
                </a:lnTo>
                <a:lnTo>
                  <a:pt x="103097" y="150472"/>
                </a:lnTo>
                <a:lnTo>
                  <a:pt x="103097" y="144399"/>
                </a:lnTo>
                <a:close/>
                <a:moveTo>
                  <a:pt x="116229" y="144399"/>
                </a:moveTo>
                <a:lnTo>
                  <a:pt x="116229" y="150472"/>
                </a:lnTo>
                <a:lnTo>
                  <a:pt x="110157" y="150472"/>
                </a:lnTo>
                <a:lnTo>
                  <a:pt x="110157" y="144399"/>
                </a:lnTo>
                <a:close/>
                <a:moveTo>
                  <a:pt x="123278" y="144399"/>
                </a:moveTo>
                <a:lnTo>
                  <a:pt x="123278" y="150472"/>
                </a:lnTo>
                <a:lnTo>
                  <a:pt x="117205" y="150472"/>
                </a:lnTo>
                <a:lnTo>
                  <a:pt x="117205" y="144399"/>
                </a:lnTo>
                <a:close/>
                <a:moveTo>
                  <a:pt x="130338" y="144399"/>
                </a:moveTo>
                <a:lnTo>
                  <a:pt x="130338" y="150472"/>
                </a:lnTo>
                <a:lnTo>
                  <a:pt x="124254" y="150472"/>
                </a:lnTo>
                <a:lnTo>
                  <a:pt x="124254" y="144399"/>
                </a:lnTo>
                <a:close/>
                <a:moveTo>
                  <a:pt x="137387" y="144387"/>
                </a:moveTo>
                <a:lnTo>
                  <a:pt x="137387" y="150472"/>
                </a:lnTo>
                <a:lnTo>
                  <a:pt x="131314" y="150472"/>
                </a:lnTo>
                <a:lnTo>
                  <a:pt x="131314" y="144399"/>
                </a:lnTo>
                <a:lnTo>
                  <a:pt x="137387" y="144387"/>
                </a:lnTo>
                <a:close/>
                <a:moveTo>
                  <a:pt x="144447" y="144399"/>
                </a:moveTo>
                <a:lnTo>
                  <a:pt x="144447" y="150472"/>
                </a:lnTo>
                <a:lnTo>
                  <a:pt x="138375" y="150472"/>
                </a:lnTo>
                <a:lnTo>
                  <a:pt x="138375" y="144399"/>
                </a:lnTo>
                <a:close/>
                <a:moveTo>
                  <a:pt x="151495" y="144399"/>
                </a:moveTo>
                <a:lnTo>
                  <a:pt x="151495" y="150472"/>
                </a:lnTo>
                <a:lnTo>
                  <a:pt x="145423" y="150472"/>
                </a:lnTo>
                <a:lnTo>
                  <a:pt x="145423" y="144399"/>
                </a:lnTo>
                <a:close/>
                <a:moveTo>
                  <a:pt x="158556" y="144399"/>
                </a:moveTo>
                <a:lnTo>
                  <a:pt x="158556" y="150472"/>
                </a:lnTo>
                <a:lnTo>
                  <a:pt x="152484" y="150472"/>
                </a:lnTo>
                <a:lnTo>
                  <a:pt x="152484" y="144399"/>
                </a:lnTo>
                <a:close/>
                <a:moveTo>
                  <a:pt x="165604" y="144399"/>
                </a:moveTo>
                <a:lnTo>
                  <a:pt x="165604" y="150472"/>
                </a:lnTo>
                <a:lnTo>
                  <a:pt x="159532" y="150472"/>
                </a:lnTo>
                <a:lnTo>
                  <a:pt x="159532" y="144399"/>
                </a:lnTo>
                <a:close/>
                <a:moveTo>
                  <a:pt x="172665" y="144399"/>
                </a:moveTo>
                <a:lnTo>
                  <a:pt x="172665" y="150472"/>
                </a:lnTo>
                <a:lnTo>
                  <a:pt x="166581" y="150472"/>
                </a:lnTo>
                <a:lnTo>
                  <a:pt x="166581" y="144399"/>
                </a:lnTo>
                <a:close/>
                <a:moveTo>
                  <a:pt x="179713" y="144399"/>
                </a:moveTo>
                <a:lnTo>
                  <a:pt x="179713" y="150472"/>
                </a:lnTo>
                <a:lnTo>
                  <a:pt x="173641" y="150472"/>
                </a:lnTo>
                <a:lnTo>
                  <a:pt x="173641" y="144399"/>
                </a:lnTo>
                <a:close/>
                <a:moveTo>
                  <a:pt x="186774" y="144399"/>
                </a:moveTo>
                <a:lnTo>
                  <a:pt x="186774" y="150472"/>
                </a:lnTo>
                <a:lnTo>
                  <a:pt x="180702" y="150472"/>
                </a:lnTo>
                <a:lnTo>
                  <a:pt x="180702" y="144399"/>
                </a:lnTo>
                <a:close/>
                <a:moveTo>
                  <a:pt x="193822" y="144399"/>
                </a:moveTo>
                <a:lnTo>
                  <a:pt x="193822" y="150472"/>
                </a:lnTo>
                <a:lnTo>
                  <a:pt x="187750" y="150472"/>
                </a:lnTo>
                <a:lnTo>
                  <a:pt x="187750" y="144399"/>
                </a:lnTo>
                <a:close/>
                <a:moveTo>
                  <a:pt x="200883" y="144399"/>
                </a:moveTo>
                <a:lnTo>
                  <a:pt x="200883" y="150472"/>
                </a:lnTo>
                <a:lnTo>
                  <a:pt x="194810" y="150472"/>
                </a:lnTo>
                <a:lnTo>
                  <a:pt x="194810" y="144399"/>
                </a:lnTo>
                <a:close/>
                <a:moveTo>
                  <a:pt x="207931" y="144399"/>
                </a:moveTo>
                <a:lnTo>
                  <a:pt x="207931" y="150472"/>
                </a:lnTo>
                <a:lnTo>
                  <a:pt x="201859" y="150472"/>
                </a:lnTo>
                <a:lnTo>
                  <a:pt x="201859" y="144399"/>
                </a:lnTo>
                <a:close/>
                <a:moveTo>
                  <a:pt x="214992" y="144399"/>
                </a:moveTo>
                <a:lnTo>
                  <a:pt x="214992" y="150472"/>
                </a:lnTo>
                <a:lnTo>
                  <a:pt x="208919" y="150472"/>
                </a:lnTo>
                <a:lnTo>
                  <a:pt x="208919" y="144399"/>
                </a:lnTo>
                <a:close/>
                <a:moveTo>
                  <a:pt x="222052" y="144399"/>
                </a:moveTo>
                <a:lnTo>
                  <a:pt x="222052" y="150472"/>
                </a:lnTo>
                <a:lnTo>
                  <a:pt x="215968" y="150472"/>
                </a:lnTo>
                <a:lnTo>
                  <a:pt x="215968" y="144399"/>
                </a:lnTo>
                <a:close/>
                <a:moveTo>
                  <a:pt x="229100" y="144399"/>
                </a:moveTo>
                <a:lnTo>
                  <a:pt x="229100" y="150472"/>
                </a:lnTo>
                <a:lnTo>
                  <a:pt x="223028" y="150472"/>
                </a:lnTo>
                <a:lnTo>
                  <a:pt x="223028" y="144399"/>
                </a:lnTo>
                <a:close/>
                <a:moveTo>
                  <a:pt x="236161" y="144399"/>
                </a:moveTo>
                <a:lnTo>
                  <a:pt x="236161" y="150472"/>
                </a:lnTo>
                <a:lnTo>
                  <a:pt x="230077" y="150472"/>
                </a:lnTo>
                <a:lnTo>
                  <a:pt x="230077" y="144399"/>
                </a:lnTo>
                <a:close/>
                <a:moveTo>
                  <a:pt x="243209" y="144399"/>
                </a:moveTo>
                <a:lnTo>
                  <a:pt x="243209" y="150472"/>
                </a:lnTo>
                <a:lnTo>
                  <a:pt x="237137" y="150472"/>
                </a:lnTo>
                <a:lnTo>
                  <a:pt x="237137" y="144399"/>
                </a:lnTo>
                <a:close/>
                <a:moveTo>
                  <a:pt x="250270" y="144399"/>
                </a:moveTo>
                <a:lnTo>
                  <a:pt x="250270" y="150472"/>
                </a:lnTo>
                <a:lnTo>
                  <a:pt x="244198" y="150472"/>
                </a:lnTo>
                <a:lnTo>
                  <a:pt x="244198" y="144399"/>
                </a:lnTo>
                <a:close/>
                <a:moveTo>
                  <a:pt x="257318" y="144399"/>
                </a:moveTo>
                <a:lnTo>
                  <a:pt x="257318" y="150472"/>
                </a:lnTo>
                <a:lnTo>
                  <a:pt x="251246" y="150472"/>
                </a:lnTo>
                <a:lnTo>
                  <a:pt x="251246" y="144399"/>
                </a:lnTo>
                <a:close/>
                <a:moveTo>
                  <a:pt x="264379" y="144399"/>
                </a:moveTo>
                <a:lnTo>
                  <a:pt x="264379" y="150472"/>
                </a:lnTo>
                <a:lnTo>
                  <a:pt x="258306" y="150472"/>
                </a:lnTo>
                <a:lnTo>
                  <a:pt x="258306" y="144399"/>
                </a:lnTo>
                <a:close/>
                <a:moveTo>
                  <a:pt x="271427" y="144399"/>
                </a:moveTo>
                <a:lnTo>
                  <a:pt x="271427" y="150472"/>
                </a:lnTo>
                <a:lnTo>
                  <a:pt x="265355" y="150472"/>
                </a:lnTo>
                <a:lnTo>
                  <a:pt x="265355" y="144399"/>
                </a:lnTo>
                <a:close/>
                <a:moveTo>
                  <a:pt x="278488" y="144399"/>
                </a:moveTo>
                <a:lnTo>
                  <a:pt x="278488" y="150472"/>
                </a:lnTo>
                <a:lnTo>
                  <a:pt x="272415" y="150472"/>
                </a:lnTo>
                <a:lnTo>
                  <a:pt x="272415" y="144399"/>
                </a:lnTo>
                <a:close/>
                <a:moveTo>
                  <a:pt x="17443" y="151448"/>
                </a:moveTo>
                <a:lnTo>
                  <a:pt x="17443" y="157520"/>
                </a:lnTo>
                <a:lnTo>
                  <a:pt x="11371" y="157520"/>
                </a:lnTo>
                <a:lnTo>
                  <a:pt x="11371" y="151448"/>
                </a:lnTo>
                <a:close/>
                <a:moveTo>
                  <a:pt x="24503" y="151448"/>
                </a:moveTo>
                <a:lnTo>
                  <a:pt x="24503" y="157520"/>
                </a:lnTo>
                <a:lnTo>
                  <a:pt x="18431" y="157520"/>
                </a:lnTo>
                <a:lnTo>
                  <a:pt x="18431" y="151448"/>
                </a:lnTo>
                <a:close/>
                <a:moveTo>
                  <a:pt x="31564" y="151448"/>
                </a:moveTo>
                <a:lnTo>
                  <a:pt x="31564" y="157520"/>
                </a:lnTo>
                <a:lnTo>
                  <a:pt x="25492" y="157520"/>
                </a:lnTo>
                <a:lnTo>
                  <a:pt x="25492" y="151448"/>
                </a:lnTo>
                <a:close/>
                <a:moveTo>
                  <a:pt x="38612" y="151448"/>
                </a:moveTo>
                <a:lnTo>
                  <a:pt x="38612" y="157520"/>
                </a:lnTo>
                <a:lnTo>
                  <a:pt x="32540" y="157520"/>
                </a:lnTo>
                <a:lnTo>
                  <a:pt x="32540" y="151448"/>
                </a:lnTo>
                <a:close/>
                <a:moveTo>
                  <a:pt x="45673" y="151448"/>
                </a:moveTo>
                <a:lnTo>
                  <a:pt x="45673" y="157520"/>
                </a:lnTo>
                <a:lnTo>
                  <a:pt x="39601" y="157520"/>
                </a:lnTo>
                <a:lnTo>
                  <a:pt x="39601" y="151448"/>
                </a:lnTo>
                <a:close/>
                <a:moveTo>
                  <a:pt x="52721" y="151448"/>
                </a:moveTo>
                <a:lnTo>
                  <a:pt x="52721" y="157520"/>
                </a:lnTo>
                <a:lnTo>
                  <a:pt x="46649" y="157520"/>
                </a:lnTo>
                <a:lnTo>
                  <a:pt x="46649" y="151448"/>
                </a:lnTo>
                <a:close/>
                <a:moveTo>
                  <a:pt x="59782" y="151448"/>
                </a:moveTo>
                <a:lnTo>
                  <a:pt x="59782" y="157520"/>
                </a:lnTo>
                <a:lnTo>
                  <a:pt x="53709" y="157520"/>
                </a:lnTo>
                <a:lnTo>
                  <a:pt x="53709" y="151448"/>
                </a:lnTo>
                <a:close/>
                <a:moveTo>
                  <a:pt x="66842" y="151448"/>
                </a:moveTo>
                <a:lnTo>
                  <a:pt x="66842" y="157520"/>
                </a:lnTo>
                <a:lnTo>
                  <a:pt x="60758" y="157520"/>
                </a:lnTo>
                <a:lnTo>
                  <a:pt x="60758" y="151448"/>
                </a:lnTo>
                <a:close/>
                <a:moveTo>
                  <a:pt x="88011" y="151448"/>
                </a:moveTo>
                <a:lnTo>
                  <a:pt x="88011" y="157520"/>
                </a:lnTo>
                <a:lnTo>
                  <a:pt x="81927" y="157520"/>
                </a:lnTo>
                <a:lnTo>
                  <a:pt x="81927" y="151448"/>
                </a:lnTo>
                <a:close/>
                <a:moveTo>
                  <a:pt x="95060" y="151448"/>
                </a:moveTo>
                <a:lnTo>
                  <a:pt x="95060" y="157520"/>
                </a:lnTo>
                <a:lnTo>
                  <a:pt x="88988" y="157520"/>
                </a:lnTo>
                <a:lnTo>
                  <a:pt x="88988" y="151448"/>
                </a:lnTo>
                <a:close/>
                <a:moveTo>
                  <a:pt x="102120" y="151448"/>
                </a:moveTo>
                <a:lnTo>
                  <a:pt x="102120" y="157520"/>
                </a:lnTo>
                <a:lnTo>
                  <a:pt x="96036" y="157520"/>
                </a:lnTo>
                <a:lnTo>
                  <a:pt x="96036" y="151448"/>
                </a:lnTo>
                <a:close/>
                <a:moveTo>
                  <a:pt x="123278" y="151448"/>
                </a:moveTo>
                <a:lnTo>
                  <a:pt x="123278" y="157520"/>
                </a:lnTo>
                <a:lnTo>
                  <a:pt x="117205" y="157520"/>
                </a:lnTo>
                <a:lnTo>
                  <a:pt x="117205" y="151448"/>
                </a:lnTo>
                <a:close/>
                <a:moveTo>
                  <a:pt x="130338" y="151448"/>
                </a:moveTo>
                <a:lnTo>
                  <a:pt x="130338" y="157520"/>
                </a:lnTo>
                <a:lnTo>
                  <a:pt x="124254" y="157520"/>
                </a:lnTo>
                <a:lnTo>
                  <a:pt x="124254" y="151448"/>
                </a:lnTo>
                <a:close/>
                <a:moveTo>
                  <a:pt x="137387" y="151448"/>
                </a:moveTo>
                <a:lnTo>
                  <a:pt x="137387" y="157520"/>
                </a:lnTo>
                <a:lnTo>
                  <a:pt x="131314" y="157520"/>
                </a:lnTo>
                <a:lnTo>
                  <a:pt x="131314" y="151448"/>
                </a:lnTo>
                <a:close/>
                <a:moveTo>
                  <a:pt x="144447" y="151448"/>
                </a:moveTo>
                <a:lnTo>
                  <a:pt x="144447" y="157520"/>
                </a:lnTo>
                <a:lnTo>
                  <a:pt x="138375" y="157520"/>
                </a:lnTo>
                <a:lnTo>
                  <a:pt x="138375" y="151448"/>
                </a:lnTo>
                <a:close/>
                <a:moveTo>
                  <a:pt x="151495" y="151448"/>
                </a:moveTo>
                <a:lnTo>
                  <a:pt x="151495" y="157520"/>
                </a:lnTo>
                <a:lnTo>
                  <a:pt x="145423" y="157520"/>
                </a:lnTo>
                <a:lnTo>
                  <a:pt x="145423" y="151448"/>
                </a:lnTo>
                <a:close/>
                <a:moveTo>
                  <a:pt x="158556" y="151448"/>
                </a:moveTo>
                <a:lnTo>
                  <a:pt x="158556" y="157520"/>
                </a:lnTo>
                <a:lnTo>
                  <a:pt x="152484" y="157520"/>
                </a:lnTo>
                <a:lnTo>
                  <a:pt x="152484" y="151448"/>
                </a:lnTo>
                <a:close/>
                <a:moveTo>
                  <a:pt x="165604" y="151448"/>
                </a:moveTo>
                <a:lnTo>
                  <a:pt x="165604" y="157520"/>
                </a:lnTo>
                <a:lnTo>
                  <a:pt x="159532" y="157520"/>
                </a:lnTo>
                <a:lnTo>
                  <a:pt x="159532" y="151448"/>
                </a:lnTo>
                <a:close/>
                <a:moveTo>
                  <a:pt x="172665" y="151448"/>
                </a:moveTo>
                <a:lnTo>
                  <a:pt x="172665" y="157520"/>
                </a:lnTo>
                <a:lnTo>
                  <a:pt x="166581" y="157520"/>
                </a:lnTo>
                <a:lnTo>
                  <a:pt x="166581" y="151448"/>
                </a:lnTo>
                <a:close/>
                <a:moveTo>
                  <a:pt x="179713" y="151448"/>
                </a:moveTo>
                <a:lnTo>
                  <a:pt x="179713" y="157520"/>
                </a:lnTo>
                <a:lnTo>
                  <a:pt x="173641" y="157520"/>
                </a:lnTo>
                <a:lnTo>
                  <a:pt x="173641" y="151448"/>
                </a:lnTo>
                <a:close/>
                <a:moveTo>
                  <a:pt x="186774" y="151448"/>
                </a:moveTo>
                <a:lnTo>
                  <a:pt x="186774" y="157520"/>
                </a:lnTo>
                <a:lnTo>
                  <a:pt x="180702" y="157520"/>
                </a:lnTo>
                <a:lnTo>
                  <a:pt x="180702" y="151448"/>
                </a:lnTo>
                <a:close/>
                <a:moveTo>
                  <a:pt x="193822" y="151448"/>
                </a:moveTo>
                <a:lnTo>
                  <a:pt x="193822" y="157520"/>
                </a:lnTo>
                <a:lnTo>
                  <a:pt x="187750" y="157520"/>
                </a:lnTo>
                <a:lnTo>
                  <a:pt x="187750" y="151448"/>
                </a:lnTo>
                <a:close/>
                <a:moveTo>
                  <a:pt x="200883" y="151448"/>
                </a:moveTo>
                <a:lnTo>
                  <a:pt x="200883" y="157520"/>
                </a:lnTo>
                <a:lnTo>
                  <a:pt x="194810" y="157520"/>
                </a:lnTo>
                <a:lnTo>
                  <a:pt x="194810" y="151448"/>
                </a:lnTo>
                <a:close/>
                <a:moveTo>
                  <a:pt x="207931" y="151448"/>
                </a:moveTo>
                <a:lnTo>
                  <a:pt x="207931" y="157520"/>
                </a:lnTo>
                <a:lnTo>
                  <a:pt x="201859" y="157520"/>
                </a:lnTo>
                <a:lnTo>
                  <a:pt x="201859" y="151448"/>
                </a:lnTo>
                <a:close/>
                <a:moveTo>
                  <a:pt x="214992" y="151448"/>
                </a:moveTo>
                <a:lnTo>
                  <a:pt x="214992" y="157520"/>
                </a:lnTo>
                <a:lnTo>
                  <a:pt x="208919" y="157520"/>
                </a:lnTo>
                <a:lnTo>
                  <a:pt x="208919" y="151448"/>
                </a:lnTo>
                <a:close/>
                <a:moveTo>
                  <a:pt x="222052" y="151448"/>
                </a:moveTo>
                <a:lnTo>
                  <a:pt x="222052" y="157520"/>
                </a:lnTo>
                <a:lnTo>
                  <a:pt x="215968" y="157520"/>
                </a:lnTo>
                <a:lnTo>
                  <a:pt x="215968" y="151448"/>
                </a:lnTo>
                <a:close/>
                <a:moveTo>
                  <a:pt x="229100" y="151448"/>
                </a:moveTo>
                <a:lnTo>
                  <a:pt x="229100" y="157520"/>
                </a:lnTo>
                <a:lnTo>
                  <a:pt x="223028" y="157520"/>
                </a:lnTo>
                <a:lnTo>
                  <a:pt x="223028" y="151448"/>
                </a:lnTo>
                <a:close/>
                <a:moveTo>
                  <a:pt x="236161" y="151448"/>
                </a:moveTo>
                <a:lnTo>
                  <a:pt x="236161" y="157520"/>
                </a:lnTo>
                <a:lnTo>
                  <a:pt x="230077" y="157520"/>
                </a:lnTo>
                <a:lnTo>
                  <a:pt x="230077" y="151448"/>
                </a:lnTo>
                <a:close/>
                <a:moveTo>
                  <a:pt x="243209" y="151448"/>
                </a:moveTo>
                <a:lnTo>
                  <a:pt x="243209" y="157520"/>
                </a:lnTo>
                <a:lnTo>
                  <a:pt x="237137" y="157520"/>
                </a:lnTo>
                <a:lnTo>
                  <a:pt x="237137" y="151448"/>
                </a:lnTo>
                <a:close/>
                <a:moveTo>
                  <a:pt x="250270" y="151448"/>
                </a:moveTo>
                <a:lnTo>
                  <a:pt x="250270" y="157520"/>
                </a:lnTo>
                <a:lnTo>
                  <a:pt x="244198" y="157520"/>
                </a:lnTo>
                <a:lnTo>
                  <a:pt x="244198" y="151448"/>
                </a:lnTo>
                <a:close/>
                <a:moveTo>
                  <a:pt x="257318" y="151448"/>
                </a:moveTo>
                <a:lnTo>
                  <a:pt x="257318" y="157520"/>
                </a:lnTo>
                <a:lnTo>
                  <a:pt x="251246" y="157520"/>
                </a:lnTo>
                <a:lnTo>
                  <a:pt x="251246" y="151448"/>
                </a:lnTo>
                <a:close/>
                <a:moveTo>
                  <a:pt x="264379" y="151448"/>
                </a:moveTo>
                <a:lnTo>
                  <a:pt x="264379" y="157520"/>
                </a:lnTo>
                <a:lnTo>
                  <a:pt x="258306" y="157520"/>
                </a:lnTo>
                <a:lnTo>
                  <a:pt x="258306" y="151448"/>
                </a:lnTo>
                <a:close/>
                <a:moveTo>
                  <a:pt x="271427" y="151448"/>
                </a:moveTo>
                <a:lnTo>
                  <a:pt x="271427" y="157520"/>
                </a:lnTo>
                <a:lnTo>
                  <a:pt x="265355" y="157520"/>
                </a:lnTo>
                <a:lnTo>
                  <a:pt x="265355" y="151448"/>
                </a:lnTo>
                <a:close/>
                <a:moveTo>
                  <a:pt x="278488" y="151448"/>
                </a:moveTo>
                <a:lnTo>
                  <a:pt x="278488" y="157520"/>
                </a:lnTo>
                <a:lnTo>
                  <a:pt x="272415" y="157520"/>
                </a:lnTo>
                <a:lnTo>
                  <a:pt x="272415" y="151448"/>
                </a:lnTo>
                <a:close/>
                <a:moveTo>
                  <a:pt x="73902" y="151448"/>
                </a:moveTo>
                <a:lnTo>
                  <a:pt x="73902" y="157532"/>
                </a:lnTo>
                <a:lnTo>
                  <a:pt x="67818" y="157532"/>
                </a:lnTo>
                <a:lnTo>
                  <a:pt x="67818" y="151448"/>
                </a:lnTo>
                <a:close/>
                <a:moveTo>
                  <a:pt x="80951" y="151448"/>
                </a:moveTo>
                <a:lnTo>
                  <a:pt x="80951" y="157532"/>
                </a:lnTo>
                <a:lnTo>
                  <a:pt x="74879" y="157532"/>
                </a:lnTo>
                <a:lnTo>
                  <a:pt x="74879" y="151448"/>
                </a:lnTo>
                <a:close/>
                <a:moveTo>
                  <a:pt x="103097" y="151448"/>
                </a:moveTo>
                <a:lnTo>
                  <a:pt x="109169" y="151460"/>
                </a:lnTo>
                <a:lnTo>
                  <a:pt x="109169" y="157532"/>
                </a:lnTo>
                <a:lnTo>
                  <a:pt x="103097" y="157532"/>
                </a:lnTo>
                <a:lnTo>
                  <a:pt x="103097" y="151448"/>
                </a:lnTo>
                <a:close/>
                <a:moveTo>
                  <a:pt x="110157" y="151448"/>
                </a:moveTo>
                <a:lnTo>
                  <a:pt x="116229" y="151460"/>
                </a:lnTo>
                <a:lnTo>
                  <a:pt x="116229" y="157532"/>
                </a:lnTo>
                <a:lnTo>
                  <a:pt x="110157" y="157532"/>
                </a:lnTo>
                <a:lnTo>
                  <a:pt x="110157" y="151448"/>
                </a:lnTo>
                <a:close/>
                <a:moveTo>
                  <a:pt x="17443" y="158508"/>
                </a:moveTo>
                <a:lnTo>
                  <a:pt x="17443" y="164580"/>
                </a:lnTo>
                <a:lnTo>
                  <a:pt x="11371" y="164580"/>
                </a:lnTo>
                <a:lnTo>
                  <a:pt x="11371" y="158508"/>
                </a:lnTo>
                <a:close/>
                <a:moveTo>
                  <a:pt x="24503" y="158508"/>
                </a:moveTo>
                <a:lnTo>
                  <a:pt x="24503" y="164580"/>
                </a:lnTo>
                <a:lnTo>
                  <a:pt x="18431" y="164580"/>
                </a:lnTo>
                <a:lnTo>
                  <a:pt x="18431" y="158508"/>
                </a:lnTo>
                <a:close/>
                <a:moveTo>
                  <a:pt x="31564" y="158508"/>
                </a:moveTo>
                <a:lnTo>
                  <a:pt x="31564" y="164580"/>
                </a:lnTo>
                <a:lnTo>
                  <a:pt x="25492" y="164580"/>
                </a:lnTo>
                <a:lnTo>
                  <a:pt x="25492" y="158508"/>
                </a:lnTo>
                <a:close/>
                <a:moveTo>
                  <a:pt x="38612" y="158508"/>
                </a:moveTo>
                <a:lnTo>
                  <a:pt x="38612" y="164580"/>
                </a:lnTo>
                <a:lnTo>
                  <a:pt x="32540" y="164580"/>
                </a:lnTo>
                <a:lnTo>
                  <a:pt x="32540" y="158508"/>
                </a:lnTo>
                <a:close/>
                <a:moveTo>
                  <a:pt x="45673" y="158508"/>
                </a:moveTo>
                <a:lnTo>
                  <a:pt x="45673" y="164580"/>
                </a:lnTo>
                <a:lnTo>
                  <a:pt x="39601" y="164580"/>
                </a:lnTo>
                <a:lnTo>
                  <a:pt x="39601" y="158508"/>
                </a:lnTo>
                <a:close/>
                <a:moveTo>
                  <a:pt x="52721" y="158508"/>
                </a:moveTo>
                <a:lnTo>
                  <a:pt x="52721" y="164580"/>
                </a:lnTo>
                <a:lnTo>
                  <a:pt x="46649" y="164580"/>
                </a:lnTo>
                <a:lnTo>
                  <a:pt x="46649" y="158508"/>
                </a:lnTo>
                <a:close/>
                <a:moveTo>
                  <a:pt x="59782" y="158508"/>
                </a:moveTo>
                <a:lnTo>
                  <a:pt x="59782" y="164580"/>
                </a:lnTo>
                <a:lnTo>
                  <a:pt x="53709" y="164580"/>
                </a:lnTo>
                <a:lnTo>
                  <a:pt x="53709" y="158508"/>
                </a:lnTo>
                <a:close/>
                <a:moveTo>
                  <a:pt x="66842" y="158508"/>
                </a:moveTo>
                <a:lnTo>
                  <a:pt x="66842" y="164580"/>
                </a:lnTo>
                <a:lnTo>
                  <a:pt x="60758" y="164580"/>
                </a:lnTo>
                <a:lnTo>
                  <a:pt x="60758" y="158508"/>
                </a:lnTo>
                <a:close/>
                <a:moveTo>
                  <a:pt x="73902" y="158508"/>
                </a:moveTo>
                <a:lnTo>
                  <a:pt x="73902" y="164580"/>
                </a:lnTo>
                <a:lnTo>
                  <a:pt x="67818" y="164580"/>
                </a:lnTo>
                <a:lnTo>
                  <a:pt x="67818" y="158508"/>
                </a:lnTo>
                <a:close/>
                <a:moveTo>
                  <a:pt x="80951" y="158508"/>
                </a:moveTo>
                <a:lnTo>
                  <a:pt x="80951" y="164580"/>
                </a:lnTo>
                <a:lnTo>
                  <a:pt x="74879" y="164580"/>
                </a:lnTo>
                <a:lnTo>
                  <a:pt x="74879" y="158508"/>
                </a:lnTo>
                <a:close/>
                <a:moveTo>
                  <a:pt x="88011" y="158508"/>
                </a:moveTo>
                <a:lnTo>
                  <a:pt x="88011" y="164580"/>
                </a:lnTo>
                <a:lnTo>
                  <a:pt x="81927" y="164580"/>
                </a:lnTo>
                <a:lnTo>
                  <a:pt x="81927" y="158508"/>
                </a:lnTo>
                <a:close/>
                <a:moveTo>
                  <a:pt x="95060" y="158508"/>
                </a:moveTo>
                <a:lnTo>
                  <a:pt x="95060" y="164580"/>
                </a:lnTo>
                <a:lnTo>
                  <a:pt x="88988" y="164580"/>
                </a:lnTo>
                <a:lnTo>
                  <a:pt x="88988" y="158508"/>
                </a:lnTo>
                <a:close/>
                <a:moveTo>
                  <a:pt x="102120" y="158508"/>
                </a:moveTo>
                <a:lnTo>
                  <a:pt x="102120" y="164580"/>
                </a:lnTo>
                <a:lnTo>
                  <a:pt x="96036" y="164580"/>
                </a:lnTo>
                <a:lnTo>
                  <a:pt x="96036" y="158508"/>
                </a:lnTo>
                <a:close/>
                <a:moveTo>
                  <a:pt x="109169" y="158508"/>
                </a:moveTo>
                <a:lnTo>
                  <a:pt x="109169" y="164580"/>
                </a:lnTo>
                <a:lnTo>
                  <a:pt x="103097" y="164580"/>
                </a:lnTo>
                <a:lnTo>
                  <a:pt x="103097" y="158508"/>
                </a:lnTo>
                <a:close/>
                <a:moveTo>
                  <a:pt x="116229" y="158508"/>
                </a:moveTo>
                <a:lnTo>
                  <a:pt x="116229" y="164580"/>
                </a:lnTo>
                <a:lnTo>
                  <a:pt x="110157" y="164580"/>
                </a:lnTo>
                <a:lnTo>
                  <a:pt x="110157" y="158508"/>
                </a:lnTo>
                <a:close/>
                <a:moveTo>
                  <a:pt x="123278" y="158508"/>
                </a:moveTo>
                <a:lnTo>
                  <a:pt x="123278" y="164580"/>
                </a:lnTo>
                <a:lnTo>
                  <a:pt x="117205" y="164580"/>
                </a:lnTo>
                <a:lnTo>
                  <a:pt x="117205" y="158508"/>
                </a:lnTo>
                <a:close/>
                <a:moveTo>
                  <a:pt x="130338" y="158508"/>
                </a:moveTo>
                <a:lnTo>
                  <a:pt x="130338" y="164580"/>
                </a:lnTo>
                <a:lnTo>
                  <a:pt x="124254" y="164580"/>
                </a:lnTo>
                <a:lnTo>
                  <a:pt x="124254" y="158508"/>
                </a:lnTo>
                <a:close/>
                <a:moveTo>
                  <a:pt x="137387" y="158508"/>
                </a:moveTo>
                <a:lnTo>
                  <a:pt x="137387" y="164580"/>
                </a:lnTo>
                <a:lnTo>
                  <a:pt x="131314" y="164580"/>
                </a:lnTo>
                <a:lnTo>
                  <a:pt x="131314" y="158508"/>
                </a:lnTo>
                <a:close/>
                <a:moveTo>
                  <a:pt x="144447" y="158508"/>
                </a:moveTo>
                <a:lnTo>
                  <a:pt x="144447" y="164580"/>
                </a:lnTo>
                <a:lnTo>
                  <a:pt x="138375" y="164580"/>
                </a:lnTo>
                <a:lnTo>
                  <a:pt x="138375" y="158508"/>
                </a:lnTo>
                <a:close/>
                <a:moveTo>
                  <a:pt x="151495" y="158508"/>
                </a:moveTo>
                <a:lnTo>
                  <a:pt x="151495" y="164580"/>
                </a:lnTo>
                <a:lnTo>
                  <a:pt x="145423" y="164580"/>
                </a:lnTo>
                <a:lnTo>
                  <a:pt x="145423" y="158508"/>
                </a:lnTo>
                <a:close/>
                <a:moveTo>
                  <a:pt x="158556" y="158508"/>
                </a:moveTo>
                <a:lnTo>
                  <a:pt x="158556" y="164580"/>
                </a:lnTo>
                <a:lnTo>
                  <a:pt x="152484" y="164580"/>
                </a:lnTo>
                <a:lnTo>
                  <a:pt x="152484" y="158508"/>
                </a:lnTo>
                <a:close/>
                <a:moveTo>
                  <a:pt x="165604" y="158508"/>
                </a:moveTo>
                <a:lnTo>
                  <a:pt x="165604" y="164580"/>
                </a:lnTo>
                <a:lnTo>
                  <a:pt x="159532" y="164580"/>
                </a:lnTo>
                <a:lnTo>
                  <a:pt x="159532" y="158508"/>
                </a:lnTo>
                <a:close/>
                <a:moveTo>
                  <a:pt x="172665" y="158508"/>
                </a:moveTo>
                <a:lnTo>
                  <a:pt x="172665" y="164580"/>
                </a:lnTo>
                <a:lnTo>
                  <a:pt x="166581" y="164580"/>
                </a:lnTo>
                <a:lnTo>
                  <a:pt x="166581" y="158508"/>
                </a:lnTo>
                <a:close/>
                <a:moveTo>
                  <a:pt x="179713" y="158508"/>
                </a:moveTo>
                <a:lnTo>
                  <a:pt x="179713" y="164580"/>
                </a:lnTo>
                <a:lnTo>
                  <a:pt x="173641" y="164580"/>
                </a:lnTo>
                <a:lnTo>
                  <a:pt x="173641" y="158508"/>
                </a:lnTo>
                <a:close/>
                <a:moveTo>
                  <a:pt x="186774" y="158508"/>
                </a:moveTo>
                <a:lnTo>
                  <a:pt x="186774" y="164580"/>
                </a:lnTo>
                <a:lnTo>
                  <a:pt x="180702" y="164580"/>
                </a:lnTo>
                <a:lnTo>
                  <a:pt x="180702" y="158508"/>
                </a:lnTo>
                <a:close/>
                <a:moveTo>
                  <a:pt x="193822" y="158508"/>
                </a:moveTo>
                <a:lnTo>
                  <a:pt x="193822" y="164580"/>
                </a:lnTo>
                <a:lnTo>
                  <a:pt x="187750" y="164580"/>
                </a:lnTo>
                <a:lnTo>
                  <a:pt x="187750" y="158508"/>
                </a:lnTo>
                <a:close/>
                <a:moveTo>
                  <a:pt x="200883" y="158508"/>
                </a:moveTo>
                <a:lnTo>
                  <a:pt x="200883" y="164580"/>
                </a:lnTo>
                <a:lnTo>
                  <a:pt x="194810" y="164580"/>
                </a:lnTo>
                <a:lnTo>
                  <a:pt x="194810" y="158508"/>
                </a:lnTo>
                <a:close/>
                <a:moveTo>
                  <a:pt x="207931" y="158508"/>
                </a:moveTo>
                <a:lnTo>
                  <a:pt x="207931" y="164580"/>
                </a:lnTo>
                <a:lnTo>
                  <a:pt x="201859" y="164580"/>
                </a:lnTo>
                <a:lnTo>
                  <a:pt x="201859" y="158508"/>
                </a:lnTo>
                <a:close/>
                <a:moveTo>
                  <a:pt x="214992" y="158508"/>
                </a:moveTo>
                <a:lnTo>
                  <a:pt x="214992" y="164580"/>
                </a:lnTo>
                <a:lnTo>
                  <a:pt x="208919" y="164580"/>
                </a:lnTo>
                <a:lnTo>
                  <a:pt x="208919" y="158508"/>
                </a:lnTo>
                <a:close/>
                <a:moveTo>
                  <a:pt x="222052" y="158508"/>
                </a:moveTo>
                <a:lnTo>
                  <a:pt x="222052" y="164580"/>
                </a:lnTo>
                <a:lnTo>
                  <a:pt x="215968" y="164580"/>
                </a:lnTo>
                <a:lnTo>
                  <a:pt x="215968" y="158508"/>
                </a:lnTo>
                <a:close/>
                <a:moveTo>
                  <a:pt x="229100" y="158508"/>
                </a:moveTo>
                <a:lnTo>
                  <a:pt x="229100" y="164580"/>
                </a:lnTo>
                <a:lnTo>
                  <a:pt x="223028" y="164580"/>
                </a:lnTo>
                <a:lnTo>
                  <a:pt x="223028" y="158508"/>
                </a:lnTo>
                <a:close/>
                <a:moveTo>
                  <a:pt x="236161" y="158508"/>
                </a:moveTo>
                <a:lnTo>
                  <a:pt x="236161" y="164580"/>
                </a:lnTo>
                <a:lnTo>
                  <a:pt x="230077" y="164580"/>
                </a:lnTo>
                <a:lnTo>
                  <a:pt x="230077" y="158508"/>
                </a:lnTo>
                <a:close/>
                <a:moveTo>
                  <a:pt x="243209" y="158508"/>
                </a:moveTo>
                <a:lnTo>
                  <a:pt x="243209" y="164580"/>
                </a:lnTo>
                <a:lnTo>
                  <a:pt x="237137" y="164580"/>
                </a:lnTo>
                <a:lnTo>
                  <a:pt x="237137" y="158508"/>
                </a:lnTo>
                <a:close/>
                <a:moveTo>
                  <a:pt x="250270" y="158508"/>
                </a:moveTo>
                <a:lnTo>
                  <a:pt x="250270" y="164580"/>
                </a:lnTo>
                <a:lnTo>
                  <a:pt x="244198" y="164580"/>
                </a:lnTo>
                <a:lnTo>
                  <a:pt x="244198" y="158508"/>
                </a:lnTo>
                <a:close/>
                <a:moveTo>
                  <a:pt x="257318" y="158508"/>
                </a:moveTo>
                <a:lnTo>
                  <a:pt x="257318" y="164580"/>
                </a:lnTo>
                <a:lnTo>
                  <a:pt x="251246" y="164580"/>
                </a:lnTo>
                <a:lnTo>
                  <a:pt x="251246" y="158508"/>
                </a:lnTo>
                <a:close/>
                <a:moveTo>
                  <a:pt x="264379" y="158508"/>
                </a:moveTo>
                <a:lnTo>
                  <a:pt x="264379" y="164580"/>
                </a:lnTo>
                <a:lnTo>
                  <a:pt x="258306" y="164580"/>
                </a:lnTo>
                <a:lnTo>
                  <a:pt x="258306" y="158508"/>
                </a:lnTo>
                <a:close/>
                <a:moveTo>
                  <a:pt x="271427" y="158508"/>
                </a:moveTo>
                <a:lnTo>
                  <a:pt x="271427" y="164580"/>
                </a:lnTo>
                <a:lnTo>
                  <a:pt x="265355" y="164580"/>
                </a:lnTo>
                <a:lnTo>
                  <a:pt x="265355" y="158508"/>
                </a:lnTo>
                <a:close/>
                <a:moveTo>
                  <a:pt x="278488" y="158508"/>
                </a:moveTo>
                <a:lnTo>
                  <a:pt x="278488" y="164580"/>
                </a:lnTo>
                <a:lnTo>
                  <a:pt x="272415" y="164580"/>
                </a:lnTo>
                <a:lnTo>
                  <a:pt x="272415" y="158508"/>
                </a:lnTo>
                <a:close/>
                <a:moveTo>
                  <a:pt x="10395" y="1"/>
                </a:moveTo>
                <a:lnTo>
                  <a:pt x="10395" y="2310"/>
                </a:lnTo>
                <a:lnTo>
                  <a:pt x="0" y="2310"/>
                </a:lnTo>
                <a:lnTo>
                  <a:pt x="0" y="3287"/>
                </a:lnTo>
                <a:lnTo>
                  <a:pt x="10395" y="3287"/>
                </a:lnTo>
                <a:lnTo>
                  <a:pt x="10395" y="9371"/>
                </a:lnTo>
                <a:lnTo>
                  <a:pt x="0" y="9371"/>
                </a:lnTo>
                <a:lnTo>
                  <a:pt x="0" y="10347"/>
                </a:lnTo>
                <a:lnTo>
                  <a:pt x="10395" y="10347"/>
                </a:lnTo>
                <a:lnTo>
                  <a:pt x="10395" y="16419"/>
                </a:lnTo>
                <a:lnTo>
                  <a:pt x="0" y="16419"/>
                </a:lnTo>
                <a:lnTo>
                  <a:pt x="0" y="17408"/>
                </a:lnTo>
                <a:lnTo>
                  <a:pt x="10395" y="17408"/>
                </a:lnTo>
                <a:lnTo>
                  <a:pt x="10395" y="23480"/>
                </a:lnTo>
                <a:lnTo>
                  <a:pt x="0" y="23480"/>
                </a:lnTo>
                <a:lnTo>
                  <a:pt x="0" y="24456"/>
                </a:lnTo>
                <a:lnTo>
                  <a:pt x="10395" y="24456"/>
                </a:lnTo>
                <a:lnTo>
                  <a:pt x="10395" y="30528"/>
                </a:lnTo>
                <a:lnTo>
                  <a:pt x="0" y="30528"/>
                </a:lnTo>
                <a:lnTo>
                  <a:pt x="0" y="31516"/>
                </a:lnTo>
                <a:lnTo>
                  <a:pt x="10395" y="31516"/>
                </a:lnTo>
                <a:lnTo>
                  <a:pt x="10395" y="37589"/>
                </a:lnTo>
                <a:lnTo>
                  <a:pt x="0" y="37589"/>
                </a:lnTo>
                <a:lnTo>
                  <a:pt x="0" y="38565"/>
                </a:lnTo>
                <a:lnTo>
                  <a:pt x="10395" y="38565"/>
                </a:lnTo>
                <a:lnTo>
                  <a:pt x="10395" y="44637"/>
                </a:lnTo>
                <a:lnTo>
                  <a:pt x="0" y="44637"/>
                </a:lnTo>
                <a:lnTo>
                  <a:pt x="0" y="45625"/>
                </a:lnTo>
                <a:lnTo>
                  <a:pt x="10395" y="45625"/>
                </a:lnTo>
                <a:lnTo>
                  <a:pt x="10395" y="51697"/>
                </a:lnTo>
                <a:lnTo>
                  <a:pt x="0" y="51697"/>
                </a:lnTo>
                <a:lnTo>
                  <a:pt x="0" y="52674"/>
                </a:lnTo>
                <a:lnTo>
                  <a:pt x="10395" y="52674"/>
                </a:lnTo>
                <a:lnTo>
                  <a:pt x="10395" y="58746"/>
                </a:lnTo>
                <a:lnTo>
                  <a:pt x="0" y="58746"/>
                </a:lnTo>
                <a:lnTo>
                  <a:pt x="0" y="59734"/>
                </a:lnTo>
                <a:lnTo>
                  <a:pt x="10395" y="59734"/>
                </a:lnTo>
                <a:lnTo>
                  <a:pt x="10395" y="65806"/>
                </a:lnTo>
                <a:lnTo>
                  <a:pt x="0" y="65806"/>
                </a:lnTo>
                <a:lnTo>
                  <a:pt x="0" y="66783"/>
                </a:lnTo>
                <a:lnTo>
                  <a:pt x="10395" y="66783"/>
                </a:lnTo>
                <a:lnTo>
                  <a:pt x="10395" y="72867"/>
                </a:lnTo>
                <a:lnTo>
                  <a:pt x="0" y="72867"/>
                </a:lnTo>
                <a:lnTo>
                  <a:pt x="0" y="73843"/>
                </a:lnTo>
                <a:lnTo>
                  <a:pt x="10395" y="73843"/>
                </a:lnTo>
                <a:lnTo>
                  <a:pt x="10395" y="79927"/>
                </a:lnTo>
                <a:lnTo>
                  <a:pt x="0" y="79927"/>
                </a:lnTo>
                <a:lnTo>
                  <a:pt x="0" y="80903"/>
                </a:lnTo>
                <a:lnTo>
                  <a:pt x="10395" y="80903"/>
                </a:lnTo>
                <a:lnTo>
                  <a:pt x="10395" y="86976"/>
                </a:lnTo>
                <a:lnTo>
                  <a:pt x="0" y="86976"/>
                </a:lnTo>
                <a:lnTo>
                  <a:pt x="0" y="87964"/>
                </a:lnTo>
                <a:lnTo>
                  <a:pt x="10395" y="87964"/>
                </a:lnTo>
                <a:lnTo>
                  <a:pt x="10395" y="94036"/>
                </a:lnTo>
                <a:lnTo>
                  <a:pt x="0" y="94036"/>
                </a:lnTo>
                <a:lnTo>
                  <a:pt x="0" y="95012"/>
                </a:lnTo>
                <a:lnTo>
                  <a:pt x="10395" y="95012"/>
                </a:lnTo>
                <a:lnTo>
                  <a:pt x="10395" y="101085"/>
                </a:lnTo>
                <a:lnTo>
                  <a:pt x="0" y="101085"/>
                </a:lnTo>
                <a:lnTo>
                  <a:pt x="0" y="102073"/>
                </a:lnTo>
                <a:lnTo>
                  <a:pt x="10395" y="102073"/>
                </a:lnTo>
                <a:lnTo>
                  <a:pt x="10395" y="108145"/>
                </a:lnTo>
                <a:lnTo>
                  <a:pt x="0" y="108145"/>
                </a:lnTo>
                <a:lnTo>
                  <a:pt x="0" y="109121"/>
                </a:lnTo>
                <a:lnTo>
                  <a:pt x="10395" y="109121"/>
                </a:lnTo>
                <a:lnTo>
                  <a:pt x="10395" y="115193"/>
                </a:lnTo>
                <a:lnTo>
                  <a:pt x="0" y="115193"/>
                </a:lnTo>
                <a:lnTo>
                  <a:pt x="0" y="116182"/>
                </a:lnTo>
                <a:lnTo>
                  <a:pt x="10395" y="116182"/>
                </a:lnTo>
                <a:lnTo>
                  <a:pt x="10395" y="122254"/>
                </a:lnTo>
                <a:lnTo>
                  <a:pt x="0" y="122254"/>
                </a:lnTo>
                <a:lnTo>
                  <a:pt x="0" y="123230"/>
                </a:lnTo>
                <a:lnTo>
                  <a:pt x="10395" y="123230"/>
                </a:lnTo>
                <a:lnTo>
                  <a:pt x="10395" y="129302"/>
                </a:lnTo>
                <a:lnTo>
                  <a:pt x="0" y="129302"/>
                </a:lnTo>
                <a:lnTo>
                  <a:pt x="0" y="130279"/>
                </a:lnTo>
                <a:lnTo>
                  <a:pt x="10395" y="130279"/>
                </a:lnTo>
                <a:lnTo>
                  <a:pt x="10395" y="136363"/>
                </a:lnTo>
                <a:lnTo>
                  <a:pt x="0" y="136363"/>
                </a:lnTo>
                <a:lnTo>
                  <a:pt x="0" y="137339"/>
                </a:lnTo>
                <a:lnTo>
                  <a:pt x="10395" y="137339"/>
                </a:lnTo>
                <a:lnTo>
                  <a:pt x="10395" y="143411"/>
                </a:lnTo>
                <a:lnTo>
                  <a:pt x="0" y="143411"/>
                </a:lnTo>
                <a:lnTo>
                  <a:pt x="0" y="144387"/>
                </a:lnTo>
                <a:lnTo>
                  <a:pt x="10395" y="144387"/>
                </a:lnTo>
                <a:lnTo>
                  <a:pt x="10395" y="150472"/>
                </a:lnTo>
                <a:lnTo>
                  <a:pt x="0" y="150472"/>
                </a:lnTo>
                <a:lnTo>
                  <a:pt x="0" y="151448"/>
                </a:lnTo>
                <a:lnTo>
                  <a:pt x="10395" y="151448"/>
                </a:lnTo>
                <a:lnTo>
                  <a:pt x="10395" y="157520"/>
                </a:lnTo>
                <a:lnTo>
                  <a:pt x="0" y="157520"/>
                </a:lnTo>
                <a:lnTo>
                  <a:pt x="0" y="158508"/>
                </a:lnTo>
                <a:lnTo>
                  <a:pt x="10395" y="158508"/>
                </a:lnTo>
                <a:lnTo>
                  <a:pt x="10395" y="164580"/>
                </a:lnTo>
                <a:lnTo>
                  <a:pt x="0" y="164580"/>
                </a:lnTo>
                <a:lnTo>
                  <a:pt x="0" y="165557"/>
                </a:lnTo>
                <a:lnTo>
                  <a:pt x="10395" y="165557"/>
                </a:lnTo>
                <a:lnTo>
                  <a:pt x="10395" y="169248"/>
                </a:lnTo>
                <a:lnTo>
                  <a:pt x="11371" y="169248"/>
                </a:lnTo>
                <a:lnTo>
                  <a:pt x="11371" y="165557"/>
                </a:lnTo>
                <a:lnTo>
                  <a:pt x="17455" y="165557"/>
                </a:lnTo>
                <a:lnTo>
                  <a:pt x="17455" y="169248"/>
                </a:lnTo>
                <a:lnTo>
                  <a:pt x="18431" y="169248"/>
                </a:lnTo>
                <a:lnTo>
                  <a:pt x="18431" y="165557"/>
                </a:lnTo>
                <a:lnTo>
                  <a:pt x="24503" y="165557"/>
                </a:lnTo>
                <a:lnTo>
                  <a:pt x="24503" y="169248"/>
                </a:lnTo>
                <a:lnTo>
                  <a:pt x="25492" y="169248"/>
                </a:lnTo>
                <a:lnTo>
                  <a:pt x="25492" y="165557"/>
                </a:lnTo>
                <a:lnTo>
                  <a:pt x="31564" y="165557"/>
                </a:lnTo>
                <a:lnTo>
                  <a:pt x="31564" y="169248"/>
                </a:lnTo>
                <a:lnTo>
                  <a:pt x="32540" y="169248"/>
                </a:lnTo>
                <a:lnTo>
                  <a:pt x="32540" y="165557"/>
                </a:lnTo>
                <a:lnTo>
                  <a:pt x="38612" y="165557"/>
                </a:lnTo>
                <a:lnTo>
                  <a:pt x="38612" y="169248"/>
                </a:lnTo>
                <a:lnTo>
                  <a:pt x="39601" y="169248"/>
                </a:lnTo>
                <a:lnTo>
                  <a:pt x="39601" y="165557"/>
                </a:lnTo>
                <a:lnTo>
                  <a:pt x="45673" y="165557"/>
                </a:lnTo>
                <a:lnTo>
                  <a:pt x="45673" y="169248"/>
                </a:lnTo>
                <a:lnTo>
                  <a:pt x="46649" y="169248"/>
                </a:lnTo>
                <a:lnTo>
                  <a:pt x="46649" y="165557"/>
                </a:lnTo>
                <a:lnTo>
                  <a:pt x="52721" y="165557"/>
                </a:lnTo>
                <a:lnTo>
                  <a:pt x="52721" y="169248"/>
                </a:lnTo>
                <a:lnTo>
                  <a:pt x="53709" y="169248"/>
                </a:lnTo>
                <a:lnTo>
                  <a:pt x="53709" y="165557"/>
                </a:lnTo>
                <a:lnTo>
                  <a:pt x="59782" y="165557"/>
                </a:lnTo>
                <a:lnTo>
                  <a:pt x="59782" y="169248"/>
                </a:lnTo>
                <a:lnTo>
                  <a:pt x="60758" y="169248"/>
                </a:lnTo>
                <a:lnTo>
                  <a:pt x="60758" y="165557"/>
                </a:lnTo>
                <a:lnTo>
                  <a:pt x="66842" y="165557"/>
                </a:lnTo>
                <a:lnTo>
                  <a:pt x="66842" y="169248"/>
                </a:lnTo>
                <a:lnTo>
                  <a:pt x="67818" y="169248"/>
                </a:lnTo>
                <a:lnTo>
                  <a:pt x="67818" y="165557"/>
                </a:lnTo>
                <a:lnTo>
                  <a:pt x="73902" y="165557"/>
                </a:lnTo>
                <a:lnTo>
                  <a:pt x="73902" y="169248"/>
                </a:lnTo>
                <a:lnTo>
                  <a:pt x="74879" y="169248"/>
                </a:lnTo>
                <a:lnTo>
                  <a:pt x="74879" y="165557"/>
                </a:lnTo>
                <a:lnTo>
                  <a:pt x="80951" y="165557"/>
                </a:lnTo>
                <a:lnTo>
                  <a:pt x="80951" y="169248"/>
                </a:lnTo>
                <a:lnTo>
                  <a:pt x="81939" y="169248"/>
                </a:lnTo>
                <a:lnTo>
                  <a:pt x="81939" y="165557"/>
                </a:lnTo>
                <a:lnTo>
                  <a:pt x="88011" y="165557"/>
                </a:lnTo>
                <a:lnTo>
                  <a:pt x="88011" y="169248"/>
                </a:lnTo>
                <a:lnTo>
                  <a:pt x="88988" y="169248"/>
                </a:lnTo>
                <a:lnTo>
                  <a:pt x="88988" y="165557"/>
                </a:lnTo>
                <a:lnTo>
                  <a:pt x="95060" y="165557"/>
                </a:lnTo>
                <a:lnTo>
                  <a:pt x="95060" y="169248"/>
                </a:lnTo>
                <a:lnTo>
                  <a:pt x="96048" y="169248"/>
                </a:lnTo>
                <a:lnTo>
                  <a:pt x="96048" y="165557"/>
                </a:lnTo>
                <a:lnTo>
                  <a:pt x="102120" y="165557"/>
                </a:lnTo>
                <a:lnTo>
                  <a:pt x="102120" y="169248"/>
                </a:lnTo>
                <a:lnTo>
                  <a:pt x="103097" y="169248"/>
                </a:lnTo>
                <a:lnTo>
                  <a:pt x="103097" y="165557"/>
                </a:lnTo>
                <a:lnTo>
                  <a:pt x="109169" y="165557"/>
                </a:lnTo>
                <a:lnTo>
                  <a:pt x="109169" y="169248"/>
                </a:lnTo>
                <a:lnTo>
                  <a:pt x="110157" y="169248"/>
                </a:lnTo>
                <a:lnTo>
                  <a:pt x="110157" y="165557"/>
                </a:lnTo>
                <a:lnTo>
                  <a:pt x="116229" y="165557"/>
                </a:lnTo>
                <a:lnTo>
                  <a:pt x="116229" y="169248"/>
                </a:lnTo>
                <a:lnTo>
                  <a:pt x="117205" y="169248"/>
                </a:lnTo>
                <a:lnTo>
                  <a:pt x="117205" y="165557"/>
                </a:lnTo>
                <a:lnTo>
                  <a:pt x="123278" y="165557"/>
                </a:lnTo>
                <a:lnTo>
                  <a:pt x="123278" y="169248"/>
                </a:lnTo>
                <a:lnTo>
                  <a:pt x="124254" y="169248"/>
                </a:lnTo>
                <a:lnTo>
                  <a:pt x="124254" y="165557"/>
                </a:lnTo>
                <a:lnTo>
                  <a:pt x="130338" y="165557"/>
                </a:lnTo>
                <a:lnTo>
                  <a:pt x="130338" y="169248"/>
                </a:lnTo>
                <a:lnTo>
                  <a:pt x="131314" y="169248"/>
                </a:lnTo>
                <a:lnTo>
                  <a:pt x="131314" y="165557"/>
                </a:lnTo>
                <a:lnTo>
                  <a:pt x="137387" y="165557"/>
                </a:lnTo>
                <a:lnTo>
                  <a:pt x="137387" y="169248"/>
                </a:lnTo>
                <a:lnTo>
                  <a:pt x="138363" y="169248"/>
                </a:lnTo>
                <a:lnTo>
                  <a:pt x="138363" y="165557"/>
                </a:lnTo>
                <a:lnTo>
                  <a:pt x="144447" y="165557"/>
                </a:lnTo>
                <a:lnTo>
                  <a:pt x="144447" y="169248"/>
                </a:lnTo>
                <a:lnTo>
                  <a:pt x="145423" y="169248"/>
                </a:lnTo>
                <a:lnTo>
                  <a:pt x="145423" y="165557"/>
                </a:lnTo>
                <a:lnTo>
                  <a:pt x="151495" y="165557"/>
                </a:lnTo>
                <a:lnTo>
                  <a:pt x="151495" y="169248"/>
                </a:lnTo>
                <a:lnTo>
                  <a:pt x="152484" y="169248"/>
                </a:lnTo>
                <a:lnTo>
                  <a:pt x="152484" y="165557"/>
                </a:lnTo>
                <a:lnTo>
                  <a:pt x="158556" y="165557"/>
                </a:lnTo>
                <a:lnTo>
                  <a:pt x="158556" y="169248"/>
                </a:lnTo>
                <a:lnTo>
                  <a:pt x="159532" y="169248"/>
                </a:lnTo>
                <a:lnTo>
                  <a:pt x="159532" y="165557"/>
                </a:lnTo>
                <a:lnTo>
                  <a:pt x="165604" y="165557"/>
                </a:lnTo>
                <a:lnTo>
                  <a:pt x="165604" y="169248"/>
                </a:lnTo>
                <a:lnTo>
                  <a:pt x="166593" y="169248"/>
                </a:lnTo>
                <a:lnTo>
                  <a:pt x="166593" y="165557"/>
                </a:lnTo>
                <a:lnTo>
                  <a:pt x="172665" y="165557"/>
                </a:lnTo>
                <a:lnTo>
                  <a:pt x="172665" y="169248"/>
                </a:lnTo>
                <a:lnTo>
                  <a:pt x="173641" y="169248"/>
                </a:lnTo>
                <a:lnTo>
                  <a:pt x="173641" y="165557"/>
                </a:lnTo>
                <a:lnTo>
                  <a:pt x="179713" y="165557"/>
                </a:lnTo>
                <a:lnTo>
                  <a:pt x="179713" y="169248"/>
                </a:lnTo>
                <a:lnTo>
                  <a:pt x="180702" y="169248"/>
                </a:lnTo>
                <a:lnTo>
                  <a:pt x="180702" y="165557"/>
                </a:lnTo>
                <a:lnTo>
                  <a:pt x="186774" y="165557"/>
                </a:lnTo>
                <a:lnTo>
                  <a:pt x="186774" y="169248"/>
                </a:lnTo>
                <a:lnTo>
                  <a:pt x="187750" y="169248"/>
                </a:lnTo>
                <a:lnTo>
                  <a:pt x="187750" y="165557"/>
                </a:lnTo>
                <a:lnTo>
                  <a:pt x="193822" y="165557"/>
                </a:lnTo>
                <a:lnTo>
                  <a:pt x="193822" y="169248"/>
                </a:lnTo>
                <a:lnTo>
                  <a:pt x="194810" y="169248"/>
                </a:lnTo>
                <a:lnTo>
                  <a:pt x="194810" y="165557"/>
                </a:lnTo>
                <a:lnTo>
                  <a:pt x="200883" y="165557"/>
                </a:lnTo>
                <a:lnTo>
                  <a:pt x="200883" y="169248"/>
                </a:lnTo>
                <a:lnTo>
                  <a:pt x="201859" y="169248"/>
                </a:lnTo>
                <a:lnTo>
                  <a:pt x="201859" y="165557"/>
                </a:lnTo>
                <a:lnTo>
                  <a:pt x="207931" y="165557"/>
                </a:lnTo>
                <a:lnTo>
                  <a:pt x="207931" y="169248"/>
                </a:lnTo>
                <a:lnTo>
                  <a:pt x="208919" y="169248"/>
                </a:lnTo>
                <a:lnTo>
                  <a:pt x="208919" y="165557"/>
                </a:lnTo>
                <a:lnTo>
                  <a:pt x="214992" y="165557"/>
                </a:lnTo>
                <a:lnTo>
                  <a:pt x="214992" y="169248"/>
                </a:lnTo>
                <a:lnTo>
                  <a:pt x="215968" y="169248"/>
                </a:lnTo>
                <a:lnTo>
                  <a:pt x="215968" y="165557"/>
                </a:lnTo>
                <a:lnTo>
                  <a:pt x="222040" y="165557"/>
                </a:lnTo>
                <a:lnTo>
                  <a:pt x="222040" y="169248"/>
                </a:lnTo>
                <a:lnTo>
                  <a:pt x="223028" y="169248"/>
                </a:lnTo>
                <a:lnTo>
                  <a:pt x="223028" y="165557"/>
                </a:lnTo>
                <a:lnTo>
                  <a:pt x="229100" y="165557"/>
                </a:lnTo>
                <a:lnTo>
                  <a:pt x="229100" y="169248"/>
                </a:lnTo>
                <a:lnTo>
                  <a:pt x="230077" y="169248"/>
                </a:lnTo>
                <a:lnTo>
                  <a:pt x="230077" y="165557"/>
                </a:lnTo>
                <a:lnTo>
                  <a:pt x="236161" y="165557"/>
                </a:lnTo>
                <a:lnTo>
                  <a:pt x="236161" y="169248"/>
                </a:lnTo>
                <a:lnTo>
                  <a:pt x="237137" y="169248"/>
                </a:lnTo>
                <a:lnTo>
                  <a:pt x="237137" y="165557"/>
                </a:lnTo>
                <a:lnTo>
                  <a:pt x="243209" y="165557"/>
                </a:lnTo>
                <a:lnTo>
                  <a:pt x="243209" y="169248"/>
                </a:lnTo>
                <a:lnTo>
                  <a:pt x="244198" y="169248"/>
                </a:lnTo>
                <a:lnTo>
                  <a:pt x="244198" y="165557"/>
                </a:lnTo>
                <a:lnTo>
                  <a:pt x="250270" y="165557"/>
                </a:lnTo>
                <a:lnTo>
                  <a:pt x="250270" y="169248"/>
                </a:lnTo>
                <a:lnTo>
                  <a:pt x="251246" y="169248"/>
                </a:lnTo>
                <a:lnTo>
                  <a:pt x="251246" y="165557"/>
                </a:lnTo>
                <a:lnTo>
                  <a:pt x="257318" y="165557"/>
                </a:lnTo>
                <a:lnTo>
                  <a:pt x="257318" y="169248"/>
                </a:lnTo>
                <a:lnTo>
                  <a:pt x="258306" y="169248"/>
                </a:lnTo>
                <a:lnTo>
                  <a:pt x="258306" y="165557"/>
                </a:lnTo>
                <a:lnTo>
                  <a:pt x="264379" y="165557"/>
                </a:lnTo>
                <a:lnTo>
                  <a:pt x="264379" y="169248"/>
                </a:lnTo>
                <a:lnTo>
                  <a:pt x="265355" y="169248"/>
                </a:lnTo>
                <a:lnTo>
                  <a:pt x="265355" y="165557"/>
                </a:lnTo>
                <a:lnTo>
                  <a:pt x="271427" y="165557"/>
                </a:lnTo>
                <a:lnTo>
                  <a:pt x="271427" y="169248"/>
                </a:lnTo>
                <a:lnTo>
                  <a:pt x="272415" y="169248"/>
                </a:lnTo>
                <a:lnTo>
                  <a:pt x="272415" y="165557"/>
                </a:lnTo>
                <a:lnTo>
                  <a:pt x="278488" y="165557"/>
                </a:lnTo>
                <a:lnTo>
                  <a:pt x="278488" y="169248"/>
                </a:lnTo>
                <a:lnTo>
                  <a:pt x="279464" y="169248"/>
                </a:lnTo>
                <a:lnTo>
                  <a:pt x="279464" y="165557"/>
                </a:lnTo>
                <a:lnTo>
                  <a:pt x="287858" y="165557"/>
                </a:lnTo>
                <a:lnTo>
                  <a:pt x="287858" y="164580"/>
                </a:lnTo>
                <a:lnTo>
                  <a:pt x="279476" y="164580"/>
                </a:lnTo>
                <a:lnTo>
                  <a:pt x="279476" y="158508"/>
                </a:lnTo>
                <a:lnTo>
                  <a:pt x="287870" y="158508"/>
                </a:lnTo>
                <a:lnTo>
                  <a:pt x="287870" y="157520"/>
                </a:lnTo>
                <a:lnTo>
                  <a:pt x="279476" y="157520"/>
                </a:lnTo>
                <a:lnTo>
                  <a:pt x="279476" y="151448"/>
                </a:lnTo>
                <a:lnTo>
                  <a:pt x="287870" y="151448"/>
                </a:lnTo>
                <a:lnTo>
                  <a:pt x="287870" y="150472"/>
                </a:lnTo>
                <a:lnTo>
                  <a:pt x="279476" y="150472"/>
                </a:lnTo>
                <a:lnTo>
                  <a:pt x="279476" y="144399"/>
                </a:lnTo>
                <a:lnTo>
                  <a:pt x="287870" y="144399"/>
                </a:lnTo>
                <a:lnTo>
                  <a:pt x="287870" y="143411"/>
                </a:lnTo>
                <a:lnTo>
                  <a:pt x="279476" y="143411"/>
                </a:lnTo>
                <a:lnTo>
                  <a:pt x="279476" y="137339"/>
                </a:lnTo>
                <a:lnTo>
                  <a:pt x="287870" y="137339"/>
                </a:lnTo>
                <a:lnTo>
                  <a:pt x="287870" y="136363"/>
                </a:lnTo>
                <a:lnTo>
                  <a:pt x="279476" y="136363"/>
                </a:lnTo>
                <a:lnTo>
                  <a:pt x="279476" y="130279"/>
                </a:lnTo>
                <a:lnTo>
                  <a:pt x="287870" y="130279"/>
                </a:lnTo>
                <a:lnTo>
                  <a:pt x="287870" y="129302"/>
                </a:lnTo>
                <a:lnTo>
                  <a:pt x="279476" y="129302"/>
                </a:lnTo>
                <a:lnTo>
                  <a:pt x="279476" y="123230"/>
                </a:lnTo>
                <a:lnTo>
                  <a:pt x="287870" y="123230"/>
                </a:lnTo>
                <a:lnTo>
                  <a:pt x="287870" y="122254"/>
                </a:lnTo>
                <a:lnTo>
                  <a:pt x="279476" y="122254"/>
                </a:lnTo>
                <a:lnTo>
                  <a:pt x="279476" y="116182"/>
                </a:lnTo>
                <a:lnTo>
                  <a:pt x="287870" y="116182"/>
                </a:lnTo>
                <a:lnTo>
                  <a:pt x="287870" y="115193"/>
                </a:lnTo>
                <a:lnTo>
                  <a:pt x="279476" y="115193"/>
                </a:lnTo>
                <a:lnTo>
                  <a:pt x="279476" y="109121"/>
                </a:lnTo>
                <a:lnTo>
                  <a:pt x="287870" y="109121"/>
                </a:lnTo>
                <a:lnTo>
                  <a:pt x="287870" y="108145"/>
                </a:lnTo>
                <a:lnTo>
                  <a:pt x="279476" y="108145"/>
                </a:lnTo>
                <a:lnTo>
                  <a:pt x="279476" y="102061"/>
                </a:lnTo>
                <a:lnTo>
                  <a:pt x="287870" y="102061"/>
                </a:lnTo>
                <a:lnTo>
                  <a:pt x="287870" y="101085"/>
                </a:lnTo>
                <a:lnTo>
                  <a:pt x="279476" y="101085"/>
                </a:lnTo>
                <a:lnTo>
                  <a:pt x="279476" y="95012"/>
                </a:lnTo>
                <a:lnTo>
                  <a:pt x="287870" y="95012"/>
                </a:lnTo>
                <a:lnTo>
                  <a:pt x="287870" y="94024"/>
                </a:lnTo>
                <a:lnTo>
                  <a:pt x="279476" y="94024"/>
                </a:lnTo>
                <a:lnTo>
                  <a:pt x="279476" y="87952"/>
                </a:lnTo>
                <a:lnTo>
                  <a:pt x="287870" y="87952"/>
                </a:lnTo>
                <a:lnTo>
                  <a:pt x="287870" y="86976"/>
                </a:lnTo>
                <a:lnTo>
                  <a:pt x="279476" y="86976"/>
                </a:lnTo>
                <a:lnTo>
                  <a:pt x="279476" y="80903"/>
                </a:lnTo>
                <a:lnTo>
                  <a:pt x="287870" y="80903"/>
                </a:lnTo>
                <a:lnTo>
                  <a:pt x="287870" y="79927"/>
                </a:lnTo>
                <a:lnTo>
                  <a:pt x="279476" y="79927"/>
                </a:lnTo>
                <a:lnTo>
                  <a:pt x="279476" y="73843"/>
                </a:lnTo>
                <a:lnTo>
                  <a:pt x="287870" y="73843"/>
                </a:lnTo>
                <a:lnTo>
                  <a:pt x="287870" y="72867"/>
                </a:lnTo>
                <a:lnTo>
                  <a:pt x="279476" y="72867"/>
                </a:lnTo>
                <a:lnTo>
                  <a:pt x="279476" y="66783"/>
                </a:lnTo>
                <a:lnTo>
                  <a:pt x="287870" y="66783"/>
                </a:lnTo>
                <a:lnTo>
                  <a:pt x="287870" y="65806"/>
                </a:lnTo>
                <a:lnTo>
                  <a:pt x="279476" y="65806"/>
                </a:lnTo>
                <a:lnTo>
                  <a:pt x="279476" y="59734"/>
                </a:lnTo>
                <a:lnTo>
                  <a:pt x="287870" y="59734"/>
                </a:lnTo>
                <a:lnTo>
                  <a:pt x="287870" y="58746"/>
                </a:lnTo>
                <a:lnTo>
                  <a:pt x="279476" y="58746"/>
                </a:lnTo>
                <a:lnTo>
                  <a:pt x="279476" y="52674"/>
                </a:lnTo>
                <a:lnTo>
                  <a:pt x="287870" y="52674"/>
                </a:lnTo>
                <a:lnTo>
                  <a:pt x="287870" y="51697"/>
                </a:lnTo>
                <a:lnTo>
                  <a:pt x="279476" y="51697"/>
                </a:lnTo>
                <a:lnTo>
                  <a:pt x="279476" y="45625"/>
                </a:lnTo>
                <a:lnTo>
                  <a:pt x="287870" y="45625"/>
                </a:lnTo>
                <a:lnTo>
                  <a:pt x="287870" y="44637"/>
                </a:lnTo>
                <a:lnTo>
                  <a:pt x="279476" y="44637"/>
                </a:lnTo>
                <a:lnTo>
                  <a:pt x="279476" y="38565"/>
                </a:lnTo>
                <a:lnTo>
                  <a:pt x="287870" y="38565"/>
                </a:lnTo>
                <a:lnTo>
                  <a:pt x="287870" y="37589"/>
                </a:lnTo>
                <a:lnTo>
                  <a:pt x="279476" y="37589"/>
                </a:lnTo>
                <a:lnTo>
                  <a:pt x="279476" y="31516"/>
                </a:lnTo>
                <a:lnTo>
                  <a:pt x="287870" y="31516"/>
                </a:lnTo>
                <a:lnTo>
                  <a:pt x="287870" y="30528"/>
                </a:lnTo>
                <a:lnTo>
                  <a:pt x="279476" y="30528"/>
                </a:lnTo>
                <a:lnTo>
                  <a:pt x="279476" y="24456"/>
                </a:lnTo>
                <a:lnTo>
                  <a:pt x="287870" y="24456"/>
                </a:lnTo>
                <a:lnTo>
                  <a:pt x="287870" y="23480"/>
                </a:lnTo>
                <a:lnTo>
                  <a:pt x="279476" y="23480"/>
                </a:lnTo>
                <a:lnTo>
                  <a:pt x="279476" y="17408"/>
                </a:lnTo>
                <a:lnTo>
                  <a:pt x="287870" y="17408"/>
                </a:lnTo>
                <a:lnTo>
                  <a:pt x="287870" y="16419"/>
                </a:lnTo>
                <a:lnTo>
                  <a:pt x="279476" y="16419"/>
                </a:lnTo>
                <a:lnTo>
                  <a:pt x="279476" y="10347"/>
                </a:lnTo>
                <a:lnTo>
                  <a:pt x="287870" y="10347"/>
                </a:lnTo>
                <a:lnTo>
                  <a:pt x="287870" y="9371"/>
                </a:lnTo>
                <a:lnTo>
                  <a:pt x="279476" y="9371"/>
                </a:lnTo>
                <a:lnTo>
                  <a:pt x="279476" y="3287"/>
                </a:lnTo>
                <a:lnTo>
                  <a:pt x="287870" y="3287"/>
                </a:lnTo>
                <a:lnTo>
                  <a:pt x="287870" y="2310"/>
                </a:lnTo>
                <a:lnTo>
                  <a:pt x="279476" y="2310"/>
                </a:lnTo>
                <a:lnTo>
                  <a:pt x="279476" y="1"/>
                </a:lnTo>
                <a:lnTo>
                  <a:pt x="278488" y="1"/>
                </a:lnTo>
                <a:lnTo>
                  <a:pt x="278488" y="2310"/>
                </a:lnTo>
                <a:lnTo>
                  <a:pt x="272415" y="2310"/>
                </a:lnTo>
                <a:lnTo>
                  <a:pt x="272415" y="1"/>
                </a:lnTo>
                <a:lnTo>
                  <a:pt x="271439" y="1"/>
                </a:lnTo>
                <a:lnTo>
                  <a:pt x="271439" y="2310"/>
                </a:lnTo>
                <a:lnTo>
                  <a:pt x="265367" y="2310"/>
                </a:lnTo>
                <a:lnTo>
                  <a:pt x="265367" y="1"/>
                </a:lnTo>
                <a:lnTo>
                  <a:pt x="264379" y="1"/>
                </a:lnTo>
                <a:lnTo>
                  <a:pt x="264379" y="2310"/>
                </a:lnTo>
                <a:lnTo>
                  <a:pt x="258306" y="2310"/>
                </a:lnTo>
                <a:lnTo>
                  <a:pt x="258306" y="1"/>
                </a:lnTo>
                <a:lnTo>
                  <a:pt x="257330" y="1"/>
                </a:lnTo>
                <a:lnTo>
                  <a:pt x="257330" y="2310"/>
                </a:lnTo>
                <a:lnTo>
                  <a:pt x="251258" y="2310"/>
                </a:lnTo>
                <a:lnTo>
                  <a:pt x="251258" y="1"/>
                </a:lnTo>
                <a:lnTo>
                  <a:pt x="250270" y="1"/>
                </a:lnTo>
                <a:lnTo>
                  <a:pt x="250270" y="2310"/>
                </a:lnTo>
                <a:lnTo>
                  <a:pt x="244198" y="2310"/>
                </a:lnTo>
                <a:lnTo>
                  <a:pt x="244198" y="1"/>
                </a:lnTo>
                <a:lnTo>
                  <a:pt x="243221" y="1"/>
                </a:lnTo>
                <a:lnTo>
                  <a:pt x="243221" y="2310"/>
                </a:lnTo>
                <a:lnTo>
                  <a:pt x="237137" y="2310"/>
                </a:lnTo>
                <a:lnTo>
                  <a:pt x="237137" y="1"/>
                </a:lnTo>
                <a:lnTo>
                  <a:pt x="236161" y="1"/>
                </a:lnTo>
                <a:lnTo>
                  <a:pt x="236161" y="2310"/>
                </a:lnTo>
                <a:lnTo>
                  <a:pt x="230089" y="2310"/>
                </a:lnTo>
                <a:lnTo>
                  <a:pt x="230089" y="1"/>
                </a:lnTo>
                <a:lnTo>
                  <a:pt x="229100" y="1"/>
                </a:lnTo>
                <a:lnTo>
                  <a:pt x="229100" y="2310"/>
                </a:lnTo>
                <a:lnTo>
                  <a:pt x="223028" y="2310"/>
                </a:lnTo>
                <a:lnTo>
                  <a:pt x="223028" y="1"/>
                </a:lnTo>
                <a:lnTo>
                  <a:pt x="222052" y="1"/>
                </a:lnTo>
                <a:lnTo>
                  <a:pt x="222052" y="2310"/>
                </a:lnTo>
                <a:lnTo>
                  <a:pt x="215980" y="2310"/>
                </a:lnTo>
                <a:lnTo>
                  <a:pt x="215980" y="1"/>
                </a:lnTo>
                <a:lnTo>
                  <a:pt x="214992" y="1"/>
                </a:lnTo>
                <a:lnTo>
                  <a:pt x="214992" y="2310"/>
                </a:lnTo>
                <a:lnTo>
                  <a:pt x="208919" y="2310"/>
                </a:lnTo>
                <a:lnTo>
                  <a:pt x="208919" y="1"/>
                </a:lnTo>
                <a:lnTo>
                  <a:pt x="207943" y="1"/>
                </a:lnTo>
                <a:lnTo>
                  <a:pt x="207943" y="2310"/>
                </a:lnTo>
                <a:lnTo>
                  <a:pt x="201871" y="2310"/>
                </a:lnTo>
                <a:lnTo>
                  <a:pt x="201871" y="1"/>
                </a:lnTo>
                <a:lnTo>
                  <a:pt x="200883" y="1"/>
                </a:lnTo>
                <a:lnTo>
                  <a:pt x="200883" y="2310"/>
                </a:lnTo>
                <a:lnTo>
                  <a:pt x="194810" y="2310"/>
                </a:lnTo>
                <a:lnTo>
                  <a:pt x="194810" y="1"/>
                </a:lnTo>
                <a:lnTo>
                  <a:pt x="193834" y="1"/>
                </a:lnTo>
                <a:lnTo>
                  <a:pt x="193834" y="2310"/>
                </a:lnTo>
                <a:lnTo>
                  <a:pt x="187762" y="2310"/>
                </a:lnTo>
                <a:lnTo>
                  <a:pt x="187762" y="1"/>
                </a:lnTo>
                <a:lnTo>
                  <a:pt x="186774" y="1"/>
                </a:lnTo>
                <a:lnTo>
                  <a:pt x="186774" y="2310"/>
                </a:lnTo>
                <a:lnTo>
                  <a:pt x="180702" y="2310"/>
                </a:lnTo>
                <a:lnTo>
                  <a:pt x="180702" y="1"/>
                </a:lnTo>
                <a:lnTo>
                  <a:pt x="179713" y="1"/>
                </a:lnTo>
                <a:lnTo>
                  <a:pt x="179713" y="2310"/>
                </a:lnTo>
                <a:lnTo>
                  <a:pt x="173641" y="2310"/>
                </a:lnTo>
                <a:lnTo>
                  <a:pt x="173641" y="1"/>
                </a:lnTo>
                <a:lnTo>
                  <a:pt x="172665" y="1"/>
                </a:lnTo>
                <a:lnTo>
                  <a:pt x="172665" y="2310"/>
                </a:lnTo>
                <a:lnTo>
                  <a:pt x="166581" y="2310"/>
                </a:lnTo>
                <a:lnTo>
                  <a:pt x="166581" y="1"/>
                </a:lnTo>
                <a:lnTo>
                  <a:pt x="165604" y="1"/>
                </a:lnTo>
                <a:lnTo>
                  <a:pt x="165604" y="2310"/>
                </a:lnTo>
                <a:lnTo>
                  <a:pt x="159532" y="2310"/>
                </a:lnTo>
                <a:lnTo>
                  <a:pt x="159532" y="1"/>
                </a:lnTo>
                <a:lnTo>
                  <a:pt x="158544" y="1"/>
                </a:lnTo>
                <a:lnTo>
                  <a:pt x="158544" y="2310"/>
                </a:lnTo>
                <a:lnTo>
                  <a:pt x="152472" y="2310"/>
                </a:lnTo>
                <a:lnTo>
                  <a:pt x="152472" y="1"/>
                </a:lnTo>
                <a:lnTo>
                  <a:pt x="151495" y="1"/>
                </a:lnTo>
                <a:lnTo>
                  <a:pt x="151495" y="2310"/>
                </a:lnTo>
                <a:lnTo>
                  <a:pt x="145423" y="2310"/>
                </a:lnTo>
                <a:lnTo>
                  <a:pt x="145423" y="1"/>
                </a:lnTo>
                <a:lnTo>
                  <a:pt x="144447" y="1"/>
                </a:lnTo>
                <a:lnTo>
                  <a:pt x="144447" y="2310"/>
                </a:lnTo>
                <a:lnTo>
                  <a:pt x="138375" y="2310"/>
                </a:lnTo>
                <a:lnTo>
                  <a:pt x="138375" y="1"/>
                </a:lnTo>
                <a:lnTo>
                  <a:pt x="137387" y="1"/>
                </a:lnTo>
                <a:lnTo>
                  <a:pt x="137387" y="2310"/>
                </a:lnTo>
                <a:lnTo>
                  <a:pt x="131314" y="2310"/>
                </a:lnTo>
                <a:lnTo>
                  <a:pt x="131314" y="1"/>
                </a:lnTo>
                <a:lnTo>
                  <a:pt x="130338" y="1"/>
                </a:lnTo>
                <a:lnTo>
                  <a:pt x="130338" y="2310"/>
                </a:lnTo>
                <a:lnTo>
                  <a:pt x="124254" y="2310"/>
                </a:lnTo>
                <a:lnTo>
                  <a:pt x="124254" y="1"/>
                </a:lnTo>
                <a:lnTo>
                  <a:pt x="123278" y="1"/>
                </a:lnTo>
                <a:lnTo>
                  <a:pt x="123278" y="2310"/>
                </a:lnTo>
                <a:lnTo>
                  <a:pt x="117205" y="2310"/>
                </a:lnTo>
                <a:lnTo>
                  <a:pt x="117205" y="1"/>
                </a:lnTo>
                <a:lnTo>
                  <a:pt x="116217" y="1"/>
                </a:lnTo>
                <a:lnTo>
                  <a:pt x="116217" y="2310"/>
                </a:lnTo>
                <a:lnTo>
                  <a:pt x="110157" y="2310"/>
                </a:lnTo>
                <a:lnTo>
                  <a:pt x="110157" y="1"/>
                </a:lnTo>
                <a:lnTo>
                  <a:pt x="109169" y="1"/>
                </a:lnTo>
                <a:lnTo>
                  <a:pt x="109169" y="2310"/>
                </a:lnTo>
                <a:lnTo>
                  <a:pt x="103097" y="2310"/>
                </a:lnTo>
                <a:lnTo>
                  <a:pt x="103097" y="1"/>
                </a:lnTo>
                <a:lnTo>
                  <a:pt x="102120" y="1"/>
                </a:lnTo>
                <a:lnTo>
                  <a:pt x="102120" y="2310"/>
                </a:lnTo>
                <a:lnTo>
                  <a:pt x="96036" y="2310"/>
                </a:lnTo>
                <a:lnTo>
                  <a:pt x="96036" y="1"/>
                </a:lnTo>
                <a:lnTo>
                  <a:pt x="95060" y="1"/>
                </a:lnTo>
                <a:lnTo>
                  <a:pt x="95060" y="2310"/>
                </a:lnTo>
                <a:lnTo>
                  <a:pt x="88988" y="2310"/>
                </a:lnTo>
                <a:lnTo>
                  <a:pt x="88988" y="1"/>
                </a:lnTo>
                <a:lnTo>
                  <a:pt x="87999" y="1"/>
                </a:lnTo>
                <a:lnTo>
                  <a:pt x="87999" y="2310"/>
                </a:lnTo>
                <a:lnTo>
                  <a:pt x="81927" y="2310"/>
                </a:lnTo>
                <a:lnTo>
                  <a:pt x="81927" y="1"/>
                </a:lnTo>
                <a:lnTo>
                  <a:pt x="80951" y="1"/>
                </a:lnTo>
                <a:lnTo>
                  <a:pt x="80951" y="2310"/>
                </a:lnTo>
                <a:lnTo>
                  <a:pt x="74879" y="2310"/>
                </a:lnTo>
                <a:lnTo>
                  <a:pt x="74879" y="1"/>
                </a:lnTo>
                <a:lnTo>
                  <a:pt x="73902" y="1"/>
                </a:lnTo>
                <a:lnTo>
                  <a:pt x="73902" y="2310"/>
                </a:lnTo>
                <a:lnTo>
                  <a:pt x="67818" y="2310"/>
                </a:lnTo>
                <a:lnTo>
                  <a:pt x="67818" y="1"/>
                </a:lnTo>
                <a:lnTo>
                  <a:pt x="66842" y="1"/>
                </a:lnTo>
                <a:lnTo>
                  <a:pt x="66842" y="2310"/>
                </a:lnTo>
                <a:lnTo>
                  <a:pt x="60758" y="2310"/>
                </a:lnTo>
                <a:lnTo>
                  <a:pt x="60758" y="1"/>
                </a:lnTo>
                <a:lnTo>
                  <a:pt x="59782" y="1"/>
                </a:lnTo>
                <a:lnTo>
                  <a:pt x="59782" y="2310"/>
                </a:lnTo>
                <a:lnTo>
                  <a:pt x="53709" y="2310"/>
                </a:lnTo>
                <a:lnTo>
                  <a:pt x="53709" y="1"/>
                </a:lnTo>
                <a:lnTo>
                  <a:pt x="52721" y="1"/>
                </a:lnTo>
                <a:lnTo>
                  <a:pt x="52721" y="2310"/>
                </a:lnTo>
                <a:lnTo>
                  <a:pt x="46649" y="2310"/>
                </a:lnTo>
                <a:lnTo>
                  <a:pt x="46649" y="1"/>
                </a:lnTo>
                <a:lnTo>
                  <a:pt x="45673" y="1"/>
                </a:lnTo>
                <a:lnTo>
                  <a:pt x="45673" y="2310"/>
                </a:lnTo>
                <a:lnTo>
                  <a:pt x="39601" y="2310"/>
                </a:lnTo>
                <a:lnTo>
                  <a:pt x="39601" y="1"/>
                </a:lnTo>
                <a:lnTo>
                  <a:pt x="38612" y="1"/>
                </a:lnTo>
                <a:lnTo>
                  <a:pt x="38612" y="2310"/>
                </a:lnTo>
                <a:lnTo>
                  <a:pt x="32540" y="2310"/>
                </a:lnTo>
                <a:lnTo>
                  <a:pt x="32540" y="1"/>
                </a:lnTo>
                <a:lnTo>
                  <a:pt x="31564" y="1"/>
                </a:lnTo>
                <a:lnTo>
                  <a:pt x="31564" y="2310"/>
                </a:lnTo>
                <a:lnTo>
                  <a:pt x="25492" y="2310"/>
                </a:lnTo>
                <a:lnTo>
                  <a:pt x="25492" y="1"/>
                </a:lnTo>
                <a:lnTo>
                  <a:pt x="24503" y="1"/>
                </a:lnTo>
                <a:lnTo>
                  <a:pt x="24503" y="2310"/>
                </a:lnTo>
                <a:lnTo>
                  <a:pt x="18431" y="2310"/>
                </a:lnTo>
                <a:lnTo>
                  <a:pt x="18431" y="1"/>
                </a:lnTo>
                <a:lnTo>
                  <a:pt x="17455" y="1"/>
                </a:lnTo>
                <a:lnTo>
                  <a:pt x="17455" y="2310"/>
                </a:lnTo>
                <a:lnTo>
                  <a:pt x="11371" y="2310"/>
                </a:lnTo>
                <a:lnTo>
                  <a:pt x="1137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txBox="1">
            <a:spLocks noGrp="1"/>
          </p:cNvSpPr>
          <p:nvPr>
            <p:ph type="ctrTitle"/>
          </p:nvPr>
        </p:nvSpPr>
        <p:spPr>
          <a:xfrm>
            <a:off x="3330300" y="1135375"/>
            <a:ext cx="5055000" cy="2407800"/>
          </a:xfrm>
          <a:prstGeom prst="rect">
            <a:avLst/>
          </a:prstGeom>
        </p:spPr>
        <p:txBody>
          <a:bodyPr spcFirstLastPara="1" wrap="square" lIns="91425" tIns="91425" rIns="91425" bIns="91425" anchor="b" anchorCtr="0">
            <a:noAutofit/>
          </a:bodyPr>
          <a:lstStyle>
            <a:lvl1pPr lvl="0">
              <a:lnSpc>
                <a:spcPct val="90000"/>
              </a:lnSpc>
              <a:spcBef>
                <a:spcPts val="0"/>
              </a:spcBef>
              <a:spcAft>
                <a:spcPts val="0"/>
              </a:spcAft>
              <a:buSzPts val="5200"/>
              <a:buNone/>
              <a:defRPr sz="8000">
                <a:latin typeface="Fredoka One"/>
                <a:ea typeface="Fredoka One"/>
                <a:cs typeface="Fredoka One"/>
                <a:sym typeface="Fredoka On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330300" y="3543150"/>
            <a:ext cx="5055000" cy="465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1400"/>
              <a:buNone/>
              <a:defRPr sz="1600">
                <a:latin typeface="Inter"/>
                <a:ea typeface="Inter"/>
                <a:cs typeface="Inter"/>
                <a:sym typeface="Inter"/>
              </a:defRPr>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a:endParaRPr/>
          </a:p>
        </p:txBody>
      </p:sp>
      <p:grpSp>
        <p:nvGrpSpPr>
          <p:cNvPr id="12" name="Google Shape;12;p2"/>
          <p:cNvGrpSpPr/>
          <p:nvPr/>
        </p:nvGrpSpPr>
        <p:grpSpPr>
          <a:xfrm>
            <a:off x="7365098" y="3205040"/>
            <a:ext cx="1734237" cy="1876555"/>
            <a:chOff x="7365098" y="3205040"/>
            <a:chExt cx="1734237" cy="1876555"/>
          </a:xfrm>
        </p:grpSpPr>
        <p:sp>
          <p:nvSpPr>
            <p:cNvPr id="13" name="Google Shape;13;p2"/>
            <p:cNvSpPr/>
            <p:nvPr/>
          </p:nvSpPr>
          <p:spPr>
            <a:xfrm>
              <a:off x="8957971" y="3553857"/>
              <a:ext cx="97552" cy="98090"/>
            </a:xfrm>
            <a:custGeom>
              <a:avLst/>
              <a:gdLst/>
              <a:ahLst/>
              <a:cxnLst/>
              <a:rect l="l" t="t" r="r" b="b"/>
              <a:pathLst>
                <a:path w="1814" h="1824" extrusionOk="0">
                  <a:moveTo>
                    <a:pt x="969" y="235"/>
                  </a:moveTo>
                  <a:cubicBezTo>
                    <a:pt x="990" y="315"/>
                    <a:pt x="1018" y="417"/>
                    <a:pt x="1034" y="485"/>
                  </a:cubicBezTo>
                  <a:cubicBezTo>
                    <a:pt x="1080" y="667"/>
                    <a:pt x="1089" y="707"/>
                    <a:pt x="1111" y="738"/>
                  </a:cubicBezTo>
                  <a:cubicBezTo>
                    <a:pt x="1135" y="769"/>
                    <a:pt x="1166" y="784"/>
                    <a:pt x="1345" y="846"/>
                  </a:cubicBezTo>
                  <a:cubicBezTo>
                    <a:pt x="1410" y="870"/>
                    <a:pt x="1505" y="904"/>
                    <a:pt x="1576" y="935"/>
                  </a:cubicBezTo>
                  <a:cubicBezTo>
                    <a:pt x="1478" y="978"/>
                    <a:pt x="1314" y="1040"/>
                    <a:pt x="1169" y="1093"/>
                  </a:cubicBezTo>
                  <a:cubicBezTo>
                    <a:pt x="1148" y="1099"/>
                    <a:pt x="1129" y="1114"/>
                    <a:pt x="1120" y="1136"/>
                  </a:cubicBezTo>
                  <a:cubicBezTo>
                    <a:pt x="1049" y="1302"/>
                    <a:pt x="960" y="1490"/>
                    <a:pt x="901" y="1595"/>
                  </a:cubicBezTo>
                  <a:cubicBezTo>
                    <a:pt x="861" y="1481"/>
                    <a:pt x="802" y="1281"/>
                    <a:pt x="759" y="1108"/>
                  </a:cubicBezTo>
                  <a:cubicBezTo>
                    <a:pt x="753" y="1077"/>
                    <a:pt x="728" y="1052"/>
                    <a:pt x="697" y="1046"/>
                  </a:cubicBezTo>
                  <a:cubicBezTo>
                    <a:pt x="528" y="1015"/>
                    <a:pt x="333" y="972"/>
                    <a:pt x="229" y="941"/>
                  </a:cubicBezTo>
                  <a:cubicBezTo>
                    <a:pt x="392" y="852"/>
                    <a:pt x="565" y="775"/>
                    <a:pt x="738" y="707"/>
                  </a:cubicBezTo>
                  <a:cubicBezTo>
                    <a:pt x="759" y="698"/>
                    <a:pt x="775" y="682"/>
                    <a:pt x="784" y="661"/>
                  </a:cubicBezTo>
                  <a:cubicBezTo>
                    <a:pt x="839" y="516"/>
                    <a:pt x="901" y="374"/>
                    <a:pt x="969" y="235"/>
                  </a:cubicBezTo>
                  <a:close/>
                  <a:moveTo>
                    <a:pt x="987" y="1"/>
                  </a:moveTo>
                  <a:cubicBezTo>
                    <a:pt x="938" y="1"/>
                    <a:pt x="864" y="1"/>
                    <a:pt x="648" y="571"/>
                  </a:cubicBezTo>
                  <a:cubicBezTo>
                    <a:pt x="40" y="815"/>
                    <a:pt x="16" y="895"/>
                    <a:pt x="7" y="929"/>
                  </a:cubicBezTo>
                  <a:cubicBezTo>
                    <a:pt x="0" y="957"/>
                    <a:pt x="7" y="985"/>
                    <a:pt x="22" y="1009"/>
                  </a:cubicBezTo>
                  <a:cubicBezTo>
                    <a:pt x="37" y="1031"/>
                    <a:pt x="84" y="1093"/>
                    <a:pt x="617" y="1194"/>
                  </a:cubicBezTo>
                  <a:cubicBezTo>
                    <a:pt x="775" y="1823"/>
                    <a:pt x="830" y="1823"/>
                    <a:pt x="889" y="1823"/>
                  </a:cubicBezTo>
                  <a:lnTo>
                    <a:pt x="895" y="1823"/>
                  </a:lnTo>
                  <a:cubicBezTo>
                    <a:pt x="944" y="1820"/>
                    <a:pt x="1000" y="1817"/>
                    <a:pt x="1256" y="1231"/>
                  </a:cubicBezTo>
                  <a:cubicBezTo>
                    <a:pt x="1416" y="1176"/>
                    <a:pt x="1718" y="1065"/>
                    <a:pt x="1780" y="1006"/>
                  </a:cubicBezTo>
                  <a:cubicBezTo>
                    <a:pt x="1805" y="985"/>
                    <a:pt x="1814" y="951"/>
                    <a:pt x="1811" y="920"/>
                  </a:cubicBezTo>
                  <a:cubicBezTo>
                    <a:pt x="1795" y="846"/>
                    <a:pt x="1715" y="806"/>
                    <a:pt x="1404" y="695"/>
                  </a:cubicBezTo>
                  <a:cubicBezTo>
                    <a:pt x="1345" y="673"/>
                    <a:pt x="1274" y="648"/>
                    <a:pt x="1243" y="633"/>
                  </a:cubicBezTo>
                  <a:cubicBezTo>
                    <a:pt x="1231" y="599"/>
                    <a:pt x="1209" y="516"/>
                    <a:pt x="1194" y="448"/>
                  </a:cubicBezTo>
                  <a:cubicBezTo>
                    <a:pt x="1142" y="229"/>
                    <a:pt x="1105" y="93"/>
                    <a:pt x="1064" y="41"/>
                  </a:cubicBezTo>
                  <a:cubicBezTo>
                    <a:pt x="1046" y="16"/>
                    <a:pt x="1018" y="4"/>
                    <a:pt x="9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8906457" y="3205040"/>
              <a:ext cx="173330" cy="167924"/>
            </a:xfrm>
            <a:custGeom>
              <a:avLst/>
              <a:gdLst/>
              <a:ahLst/>
              <a:cxnLst/>
              <a:rect l="l" t="t" r="r" b="b"/>
              <a:pathLst>
                <a:path w="2725" h="2640" extrusionOk="0">
                  <a:moveTo>
                    <a:pt x="889" y="243"/>
                  </a:moveTo>
                  <a:cubicBezTo>
                    <a:pt x="988" y="326"/>
                    <a:pt x="1151" y="474"/>
                    <a:pt x="1370" y="681"/>
                  </a:cubicBezTo>
                  <a:cubicBezTo>
                    <a:pt x="1244" y="739"/>
                    <a:pt x="1108" y="807"/>
                    <a:pt x="960" y="884"/>
                  </a:cubicBezTo>
                  <a:cubicBezTo>
                    <a:pt x="914" y="557"/>
                    <a:pt x="895" y="358"/>
                    <a:pt x="889" y="243"/>
                  </a:cubicBezTo>
                  <a:close/>
                  <a:moveTo>
                    <a:pt x="2227" y="520"/>
                  </a:moveTo>
                  <a:lnTo>
                    <a:pt x="2227" y="520"/>
                  </a:lnTo>
                  <a:cubicBezTo>
                    <a:pt x="2172" y="708"/>
                    <a:pt x="2101" y="890"/>
                    <a:pt x="2018" y="1066"/>
                  </a:cubicBezTo>
                  <a:cubicBezTo>
                    <a:pt x="1904" y="955"/>
                    <a:pt x="1786" y="841"/>
                    <a:pt x="1672" y="730"/>
                  </a:cubicBezTo>
                  <a:cubicBezTo>
                    <a:pt x="1996" y="585"/>
                    <a:pt x="2150" y="536"/>
                    <a:pt x="2227" y="520"/>
                  </a:cubicBezTo>
                  <a:close/>
                  <a:moveTo>
                    <a:pt x="827" y="1143"/>
                  </a:moveTo>
                  <a:cubicBezTo>
                    <a:pt x="849" y="1298"/>
                    <a:pt x="877" y="1455"/>
                    <a:pt x="904" y="1609"/>
                  </a:cubicBezTo>
                  <a:cubicBezTo>
                    <a:pt x="497" y="1544"/>
                    <a:pt x="318" y="1489"/>
                    <a:pt x="241" y="1455"/>
                  </a:cubicBezTo>
                  <a:cubicBezTo>
                    <a:pt x="358" y="1390"/>
                    <a:pt x="577" y="1273"/>
                    <a:pt x="827" y="1143"/>
                  </a:cubicBezTo>
                  <a:close/>
                  <a:moveTo>
                    <a:pt x="1506" y="810"/>
                  </a:moveTo>
                  <a:cubicBezTo>
                    <a:pt x="1651" y="946"/>
                    <a:pt x="1802" y="1094"/>
                    <a:pt x="1941" y="1233"/>
                  </a:cubicBezTo>
                  <a:cubicBezTo>
                    <a:pt x="1867" y="1396"/>
                    <a:pt x="1786" y="1557"/>
                    <a:pt x="1706" y="1711"/>
                  </a:cubicBezTo>
                  <a:cubicBezTo>
                    <a:pt x="1478" y="1689"/>
                    <a:pt x="1268" y="1661"/>
                    <a:pt x="1086" y="1637"/>
                  </a:cubicBezTo>
                  <a:lnTo>
                    <a:pt x="1083" y="1637"/>
                  </a:lnTo>
                  <a:cubicBezTo>
                    <a:pt x="1049" y="1449"/>
                    <a:pt x="1015" y="1251"/>
                    <a:pt x="988" y="1063"/>
                  </a:cubicBezTo>
                  <a:cubicBezTo>
                    <a:pt x="1179" y="968"/>
                    <a:pt x="1352" y="881"/>
                    <a:pt x="1506" y="810"/>
                  </a:cubicBezTo>
                  <a:close/>
                  <a:moveTo>
                    <a:pt x="2070" y="1362"/>
                  </a:moveTo>
                  <a:cubicBezTo>
                    <a:pt x="2280" y="1578"/>
                    <a:pt x="2394" y="1708"/>
                    <a:pt x="2453" y="1779"/>
                  </a:cubicBezTo>
                  <a:cubicBezTo>
                    <a:pt x="2314" y="1769"/>
                    <a:pt x="2110" y="1751"/>
                    <a:pt x="1888" y="1729"/>
                  </a:cubicBezTo>
                  <a:cubicBezTo>
                    <a:pt x="1950" y="1612"/>
                    <a:pt x="2012" y="1486"/>
                    <a:pt x="2070" y="1362"/>
                  </a:cubicBezTo>
                  <a:close/>
                  <a:moveTo>
                    <a:pt x="1117" y="1816"/>
                  </a:moveTo>
                  <a:lnTo>
                    <a:pt x="1117" y="1816"/>
                  </a:lnTo>
                  <a:cubicBezTo>
                    <a:pt x="1268" y="1834"/>
                    <a:pt x="1438" y="1856"/>
                    <a:pt x="1620" y="1874"/>
                  </a:cubicBezTo>
                  <a:cubicBezTo>
                    <a:pt x="1438" y="2207"/>
                    <a:pt x="1321" y="2371"/>
                    <a:pt x="1259" y="2436"/>
                  </a:cubicBezTo>
                  <a:cubicBezTo>
                    <a:pt x="1231" y="2340"/>
                    <a:pt x="1182" y="2143"/>
                    <a:pt x="1117" y="1816"/>
                  </a:cubicBezTo>
                  <a:close/>
                  <a:moveTo>
                    <a:pt x="826" y="0"/>
                  </a:moveTo>
                  <a:cubicBezTo>
                    <a:pt x="798" y="0"/>
                    <a:pt x="770" y="10"/>
                    <a:pt x="750" y="30"/>
                  </a:cubicBezTo>
                  <a:cubicBezTo>
                    <a:pt x="719" y="67"/>
                    <a:pt x="673" y="119"/>
                    <a:pt x="799" y="968"/>
                  </a:cubicBezTo>
                  <a:cubicBezTo>
                    <a:pt x="395" y="1174"/>
                    <a:pt x="65" y="1356"/>
                    <a:pt x="62" y="1356"/>
                  </a:cubicBezTo>
                  <a:cubicBezTo>
                    <a:pt x="38" y="1372"/>
                    <a:pt x="22" y="1393"/>
                    <a:pt x="19" y="1421"/>
                  </a:cubicBezTo>
                  <a:cubicBezTo>
                    <a:pt x="1" y="1557"/>
                    <a:pt x="149" y="1668"/>
                    <a:pt x="938" y="1788"/>
                  </a:cubicBezTo>
                  <a:cubicBezTo>
                    <a:pt x="988" y="2059"/>
                    <a:pt x="1071" y="2466"/>
                    <a:pt x="1129" y="2574"/>
                  </a:cubicBezTo>
                  <a:cubicBezTo>
                    <a:pt x="1148" y="2615"/>
                    <a:pt x="1188" y="2639"/>
                    <a:pt x="1234" y="2639"/>
                  </a:cubicBezTo>
                  <a:cubicBezTo>
                    <a:pt x="1290" y="2639"/>
                    <a:pt x="1404" y="2639"/>
                    <a:pt x="1802" y="1893"/>
                  </a:cubicBezTo>
                  <a:cubicBezTo>
                    <a:pt x="2144" y="1930"/>
                    <a:pt x="2453" y="1951"/>
                    <a:pt x="2573" y="1961"/>
                  </a:cubicBezTo>
                  <a:cubicBezTo>
                    <a:pt x="2616" y="1961"/>
                    <a:pt x="2656" y="1939"/>
                    <a:pt x="2675" y="1902"/>
                  </a:cubicBezTo>
                  <a:cubicBezTo>
                    <a:pt x="2702" y="1837"/>
                    <a:pt x="2724" y="1785"/>
                    <a:pt x="2144" y="1199"/>
                  </a:cubicBezTo>
                  <a:cubicBezTo>
                    <a:pt x="2274" y="912"/>
                    <a:pt x="2416" y="573"/>
                    <a:pt x="2406" y="459"/>
                  </a:cubicBezTo>
                  <a:cubicBezTo>
                    <a:pt x="2403" y="406"/>
                    <a:pt x="2363" y="344"/>
                    <a:pt x="2264" y="344"/>
                  </a:cubicBezTo>
                  <a:cubicBezTo>
                    <a:pt x="2194" y="344"/>
                    <a:pt x="2039" y="372"/>
                    <a:pt x="1537" y="604"/>
                  </a:cubicBezTo>
                  <a:cubicBezTo>
                    <a:pt x="1305" y="385"/>
                    <a:pt x="941" y="48"/>
                    <a:pt x="870" y="8"/>
                  </a:cubicBezTo>
                  <a:cubicBezTo>
                    <a:pt x="856" y="3"/>
                    <a:pt x="841" y="0"/>
                    <a:pt x="8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 name="Google Shape;15;p2"/>
            <p:cNvGrpSpPr/>
            <p:nvPr/>
          </p:nvGrpSpPr>
          <p:grpSpPr>
            <a:xfrm>
              <a:off x="7365098" y="3767669"/>
              <a:ext cx="1734237" cy="1313926"/>
              <a:chOff x="7365098" y="3767669"/>
              <a:chExt cx="1734237" cy="1313926"/>
            </a:xfrm>
          </p:grpSpPr>
          <p:sp>
            <p:nvSpPr>
              <p:cNvPr id="16" name="Google Shape;16;p2"/>
              <p:cNvSpPr/>
              <p:nvPr/>
            </p:nvSpPr>
            <p:spPr>
              <a:xfrm rot="-320246">
                <a:off x="8287495" y="4291232"/>
                <a:ext cx="649264" cy="445283"/>
              </a:xfrm>
              <a:custGeom>
                <a:avLst/>
                <a:gdLst/>
                <a:ahLst/>
                <a:cxnLst/>
                <a:rect l="l" t="t" r="r" b="b"/>
                <a:pathLst>
                  <a:path w="12073" h="8280" extrusionOk="0">
                    <a:moveTo>
                      <a:pt x="8926" y="1"/>
                    </a:moveTo>
                    <a:cubicBezTo>
                      <a:pt x="8924" y="1"/>
                      <a:pt x="8922" y="1"/>
                      <a:pt x="8921" y="1"/>
                    </a:cubicBezTo>
                    <a:cubicBezTo>
                      <a:pt x="8831" y="4"/>
                      <a:pt x="8742" y="13"/>
                      <a:pt x="8652" y="29"/>
                    </a:cubicBezTo>
                    <a:lnTo>
                      <a:pt x="8588" y="41"/>
                    </a:lnTo>
                    <a:cubicBezTo>
                      <a:pt x="8492" y="60"/>
                      <a:pt x="8507" y="201"/>
                      <a:pt x="8606" y="201"/>
                    </a:cubicBezTo>
                    <a:cubicBezTo>
                      <a:pt x="8609" y="201"/>
                      <a:pt x="8615" y="201"/>
                      <a:pt x="8621" y="198"/>
                    </a:cubicBezTo>
                    <a:lnTo>
                      <a:pt x="8677" y="189"/>
                    </a:lnTo>
                    <a:cubicBezTo>
                      <a:pt x="8760" y="174"/>
                      <a:pt x="8844" y="164"/>
                      <a:pt x="8930" y="161"/>
                    </a:cubicBezTo>
                    <a:cubicBezTo>
                      <a:pt x="8973" y="158"/>
                      <a:pt x="9007" y="121"/>
                      <a:pt x="9007" y="78"/>
                    </a:cubicBezTo>
                    <a:cubicBezTo>
                      <a:pt x="9004" y="34"/>
                      <a:pt x="8967" y="1"/>
                      <a:pt x="8926" y="1"/>
                    </a:cubicBezTo>
                    <a:close/>
                    <a:moveTo>
                      <a:pt x="9248" y="13"/>
                    </a:moveTo>
                    <a:cubicBezTo>
                      <a:pt x="9151" y="13"/>
                      <a:pt x="9136" y="159"/>
                      <a:pt x="9238" y="174"/>
                    </a:cubicBezTo>
                    <a:cubicBezTo>
                      <a:pt x="9343" y="186"/>
                      <a:pt x="9445" y="205"/>
                      <a:pt x="9544" y="232"/>
                    </a:cubicBezTo>
                    <a:cubicBezTo>
                      <a:pt x="9553" y="235"/>
                      <a:pt x="9559" y="235"/>
                      <a:pt x="9565" y="235"/>
                    </a:cubicBezTo>
                    <a:cubicBezTo>
                      <a:pt x="9661" y="235"/>
                      <a:pt x="9679" y="100"/>
                      <a:pt x="9587" y="75"/>
                    </a:cubicBezTo>
                    <a:cubicBezTo>
                      <a:pt x="9479" y="47"/>
                      <a:pt x="9368" y="26"/>
                      <a:pt x="9257" y="13"/>
                    </a:cubicBezTo>
                    <a:cubicBezTo>
                      <a:pt x="9254" y="13"/>
                      <a:pt x="9251" y="13"/>
                      <a:pt x="9248" y="13"/>
                    </a:cubicBezTo>
                    <a:close/>
                    <a:moveTo>
                      <a:pt x="8303" y="128"/>
                    </a:moveTo>
                    <a:cubicBezTo>
                      <a:pt x="8291" y="128"/>
                      <a:pt x="8279" y="131"/>
                      <a:pt x="8267" y="137"/>
                    </a:cubicBezTo>
                    <a:cubicBezTo>
                      <a:pt x="8162" y="180"/>
                      <a:pt x="8060" y="232"/>
                      <a:pt x="7964" y="294"/>
                    </a:cubicBezTo>
                    <a:cubicBezTo>
                      <a:pt x="7900" y="340"/>
                      <a:pt x="7931" y="442"/>
                      <a:pt x="8011" y="442"/>
                    </a:cubicBezTo>
                    <a:lnTo>
                      <a:pt x="8011" y="445"/>
                    </a:lnTo>
                    <a:cubicBezTo>
                      <a:pt x="8026" y="445"/>
                      <a:pt x="8042" y="439"/>
                      <a:pt x="8054" y="430"/>
                    </a:cubicBezTo>
                    <a:cubicBezTo>
                      <a:pt x="8140" y="374"/>
                      <a:pt x="8233" y="325"/>
                      <a:pt x="8325" y="288"/>
                    </a:cubicBezTo>
                    <a:cubicBezTo>
                      <a:pt x="8420" y="255"/>
                      <a:pt x="8382" y="128"/>
                      <a:pt x="8303" y="128"/>
                    </a:cubicBezTo>
                    <a:close/>
                    <a:moveTo>
                      <a:pt x="9873" y="178"/>
                    </a:moveTo>
                    <a:cubicBezTo>
                      <a:pt x="9795" y="178"/>
                      <a:pt x="9757" y="295"/>
                      <a:pt x="9840" y="334"/>
                    </a:cubicBezTo>
                    <a:cubicBezTo>
                      <a:pt x="9938" y="374"/>
                      <a:pt x="10031" y="417"/>
                      <a:pt x="10123" y="470"/>
                    </a:cubicBezTo>
                    <a:cubicBezTo>
                      <a:pt x="10136" y="476"/>
                      <a:pt x="10148" y="479"/>
                      <a:pt x="10164" y="479"/>
                    </a:cubicBezTo>
                    <a:cubicBezTo>
                      <a:pt x="10247" y="479"/>
                      <a:pt x="10275" y="368"/>
                      <a:pt x="10201" y="328"/>
                    </a:cubicBezTo>
                    <a:cubicBezTo>
                      <a:pt x="10105" y="275"/>
                      <a:pt x="10003" y="226"/>
                      <a:pt x="9901" y="183"/>
                    </a:cubicBezTo>
                    <a:cubicBezTo>
                      <a:pt x="9891" y="179"/>
                      <a:pt x="9882" y="178"/>
                      <a:pt x="9873" y="178"/>
                    </a:cubicBezTo>
                    <a:close/>
                    <a:moveTo>
                      <a:pt x="5475" y="516"/>
                    </a:moveTo>
                    <a:cubicBezTo>
                      <a:pt x="5406" y="516"/>
                      <a:pt x="5337" y="518"/>
                      <a:pt x="5269" y="522"/>
                    </a:cubicBezTo>
                    <a:cubicBezTo>
                      <a:pt x="5167" y="531"/>
                      <a:pt x="5173" y="683"/>
                      <a:pt x="5275" y="686"/>
                    </a:cubicBezTo>
                    <a:lnTo>
                      <a:pt x="5281" y="683"/>
                    </a:lnTo>
                    <a:cubicBezTo>
                      <a:pt x="5341" y="679"/>
                      <a:pt x="5401" y="677"/>
                      <a:pt x="5463" y="677"/>
                    </a:cubicBezTo>
                    <a:cubicBezTo>
                      <a:pt x="5506" y="677"/>
                      <a:pt x="5549" y="678"/>
                      <a:pt x="5593" y="679"/>
                    </a:cubicBezTo>
                    <a:cubicBezTo>
                      <a:pt x="5698" y="679"/>
                      <a:pt x="5704" y="528"/>
                      <a:pt x="5602" y="519"/>
                    </a:cubicBezTo>
                    <a:cubicBezTo>
                      <a:pt x="5560" y="517"/>
                      <a:pt x="5517" y="516"/>
                      <a:pt x="5475" y="516"/>
                    </a:cubicBezTo>
                    <a:close/>
                    <a:moveTo>
                      <a:pt x="5916" y="551"/>
                    </a:moveTo>
                    <a:cubicBezTo>
                      <a:pt x="5879" y="551"/>
                      <a:pt x="5845" y="580"/>
                      <a:pt x="5839" y="621"/>
                    </a:cubicBezTo>
                    <a:cubicBezTo>
                      <a:pt x="5833" y="664"/>
                      <a:pt x="5861" y="704"/>
                      <a:pt x="5907" y="713"/>
                    </a:cubicBezTo>
                    <a:cubicBezTo>
                      <a:pt x="6009" y="729"/>
                      <a:pt x="6111" y="754"/>
                      <a:pt x="6213" y="781"/>
                    </a:cubicBezTo>
                    <a:cubicBezTo>
                      <a:pt x="6219" y="784"/>
                      <a:pt x="6228" y="784"/>
                      <a:pt x="6234" y="784"/>
                    </a:cubicBezTo>
                    <a:cubicBezTo>
                      <a:pt x="6327" y="784"/>
                      <a:pt x="6345" y="655"/>
                      <a:pt x="6256" y="627"/>
                    </a:cubicBezTo>
                    <a:cubicBezTo>
                      <a:pt x="6151" y="596"/>
                      <a:pt x="6043" y="572"/>
                      <a:pt x="5932" y="553"/>
                    </a:cubicBezTo>
                    <a:cubicBezTo>
                      <a:pt x="5927" y="552"/>
                      <a:pt x="5922" y="551"/>
                      <a:pt x="5916" y="551"/>
                    </a:cubicBezTo>
                    <a:close/>
                    <a:moveTo>
                      <a:pt x="4962" y="562"/>
                    </a:moveTo>
                    <a:cubicBezTo>
                      <a:pt x="4955" y="562"/>
                      <a:pt x="4947" y="563"/>
                      <a:pt x="4939" y="565"/>
                    </a:cubicBezTo>
                    <a:cubicBezTo>
                      <a:pt x="4831" y="587"/>
                      <a:pt x="4723" y="612"/>
                      <a:pt x="4615" y="642"/>
                    </a:cubicBezTo>
                    <a:cubicBezTo>
                      <a:pt x="4526" y="670"/>
                      <a:pt x="4544" y="803"/>
                      <a:pt x="4640" y="803"/>
                    </a:cubicBezTo>
                    <a:cubicBezTo>
                      <a:pt x="4646" y="803"/>
                      <a:pt x="4655" y="803"/>
                      <a:pt x="4661" y="800"/>
                    </a:cubicBezTo>
                    <a:cubicBezTo>
                      <a:pt x="4763" y="769"/>
                      <a:pt x="4865" y="744"/>
                      <a:pt x="4970" y="726"/>
                    </a:cubicBezTo>
                    <a:cubicBezTo>
                      <a:pt x="5075" y="711"/>
                      <a:pt x="5054" y="562"/>
                      <a:pt x="4962" y="562"/>
                    </a:cubicBezTo>
                    <a:close/>
                    <a:moveTo>
                      <a:pt x="10439" y="486"/>
                    </a:moveTo>
                    <a:cubicBezTo>
                      <a:pt x="10370" y="486"/>
                      <a:pt x="10324" y="585"/>
                      <a:pt x="10395" y="633"/>
                    </a:cubicBezTo>
                    <a:cubicBezTo>
                      <a:pt x="10478" y="692"/>
                      <a:pt x="10565" y="757"/>
                      <a:pt x="10651" y="821"/>
                    </a:cubicBezTo>
                    <a:cubicBezTo>
                      <a:pt x="10663" y="834"/>
                      <a:pt x="10682" y="840"/>
                      <a:pt x="10700" y="840"/>
                    </a:cubicBezTo>
                    <a:lnTo>
                      <a:pt x="10700" y="843"/>
                    </a:lnTo>
                    <a:cubicBezTo>
                      <a:pt x="10725" y="843"/>
                      <a:pt x="10747" y="831"/>
                      <a:pt x="10762" y="809"/>
                    </a:cubicBezTo>
                    <a:cubicBezTo>
                      <a:pt x="10790" y="775"/>
                      <a:pt x="10784" y="723"/>
                      <a:pt x="10750" y="695"/>
                    </a:cubicBezTo>
                    <a:cubicBezTo>
                      <a:pt x="10663" y="627"/>
                      <a:pt x="10574" y="559"/>
                      <a:pt x="10484" y="501"/>
                    </a:cubicBezTo>
                    <a:cubicBezTo>
                      <a:pt x="10469" y="490"/>
                      <a:pt x="10453" y="486"/>
                      <a:pt x="10439" y="486"/>
                    </a:cubicBezTo>
                    <a:close/>
                    <a:moveTo>
                      <a:pt x="7760" y="484"/>
                    </a:moveTo>
                    <a:cubicBezTo>
                      <a:pt x="7741" y="484"/>
                      <a:pt x="7720" y="492"/>
                      <a:pt x="7702" y="510"/>
                    </a:cubicBezTo>
                    <a:cubicBezTo>
                      <a:pt x="7622" y="590"/>
                      <a:pt x="7551" y="676"/>
                      <a:pt x="7490" y="772"/>
                    </a:cubicBezTo>
                    <a:cubicBezTo>
                      <a:pt x="7452" y="824"/>
                      <a:pt x="7490" y="898"/>
                      <a:pt x="7554" y="898"/>
                    </a:cubicBezTo>
                    <a:cubicBezTo>
                      <a:pt x="7582" y="898"/>
                      <a:pt x="7610" y="886"/>
                      <a:pt x="7625" y="861"/>
                    </a:cubicBezTo>
                    <a:cubicBezTo>
                      <a:pt x="7684" y="778"/>
                      <a:pt x="7749" y="698"/>
                      <a:pt x="7820" y="624"/>
                    </a:cubicBezTo>
                    <a:cubicBezTo>
                      <a:pt x="7879" y="565"/>
                      <a:pt x="7824" y="484"/>
                      <a:pt x="7760" y="484"/>
                    </a:cubicBezTo>
                    <a:close/>
                    <a:moveTo>
                      <a:pt x="6543" y="733"/>
                    </a:moveTo>
                    <a:cubicBezTo>
                      <a:pt x="6464" y="733"/>
                      <a:pt x="6426" y="848"/>
                      <a:pt x="6509" y="886"/>
                    </a:cubicBezTo>
                    <a:cubicBezTo>
                      <a:pt x="6604" y="929"/>
                      <a:pt x="6700" y="976"/>
                      <a:pt x="6789" y="1028"/>
                    </a:cubicBezTo>
                    <a:cubicBezTo>
                      <a:pt x="6802" y="1034"/>
                      <a:pt x="6814" y="1037"/>
                      <a:pt x="6829" y="1037"/>
                    </a:cubicBezTo>
                    <a:lnTo>
                      <a:pt x="6833" y="1037"/>
                    </a:lnTo>
                    <a:cubicBezTo>
                      <a:pt x="6913" y="1037"/>
                      <a:pt x="6941" y="926"/>
                      <a:pt x="6870" y="886"/>
                    </a:cubicBezTo>
                    <a:cubicBezTo>
                      <a:pt x="6774" y="831"/>
                      <a:pt x="6675" y="781"/>
                      <a:pt x="6573" y="738"/>
                    </a:cubicBezTo>
                    <a:cubicBezTo>
                      <a:pt x="6563" y="734"/>
                      <a:pt x="6553" y="733"/>
                      <a:pt x="6543" y="733"/>
                    </a:cubicBezTo>
                    <a:close/>
                    <a:moveTo>
                      <a:pt x="4337" y="747"/>
                    </a:moveTo>
                    <a:cubicBezTo>
                      <a:pt x="4326" y="747"/>
                      <a:pt x="4315" y="749"/>
                      <a:pt x="4303" y="754"/>
                    </a:cubicBezTo>
                    <a:cubicBezTo>
                      <a:pt x="4236" y="781"/>
                      <a:pt x="4168" y="812"/>
                      <a:pt x="4100" y="846"/>
                    </a:cubicBezTo>
                    <a:cubicBezTo>
                      <a:pt x="4069" y="861"/>
                      <a:pt x="4035" y="877"/>
                      <a:pt x="4004" y="892"/>
                    </a:cubicBezTo>
                    <a:cubicBezTo>
                      <a:pt x="3964" y="914"/>
                      <a:pt x="3949" y="963"/>
                      <a:pt x="3970" y="1003"/>
                    </a:cubicBezTo>
                    <a:cubicBezTo>
                      <a:pt x="3983" y="1031"/>
                      <a:pt x="4010" y="1047"/>
                      <a:pt x="4041" y="1047"/>
                    </a:cubicBezTo>
                    <a:cubicBezTo>
                      <a:pt x="4054" y="1047"/>
                      <a:pt x="4069" y="1043"/>
                      <a:pt x="4081" y="1037"/>
                    </a:cubicBezTo>
                    <a:cubicBezTo>
                      <a:pt x="4109" y="1022"/>
                      <a:pt x="4140" y="1006"/>
                      <a:pt x="4174" y="991"/>
                    </a:cubicBezTo>
                    <a:cubicBezTo>
                      <a:pt x="4236" y="960"/>
                      <a:pt x="4300" y="929"/>
                      <a:pt x="4365" y="905"/>
                    </a:cubicBezTo>
                    <a:cubicBezTo>
                      <a:pt x="4452" y="869"/>
                      <a:pt x="4417" y="747"/>
                      <a:pt x="4337" y="747"/>
                    </a:cubicBezTo>
                    <a:close/>
                    <a:moveTo>
                      <a:pt x="10948" y="890"/>
                    </a:moveTo>
                    <a:cubicBezTo>
                      <a:pt x="10885" y="890"/>
                      <a:pt x="10833" y="972"/>
                      <a:pt x="10891" y="1028"/>
                    </a:cubicBezTo>
                    <a:cubicBezTo>
                      <a:pt x="10972" y="1102"/>
                      <a:pt x="11049" y="1176"/>
                      <a:pt x="11120" y="1250"/>
                    </a:cubicBezTo>
                    <a:cubicBezTo>
                      <a:pt x="11135" y="1266"/>
                      <a:pt x="11157" y="1275"/>
                      <a:pt x="11178" y="1275"/>
                    </a:cubicBezTo>
                    <a:cubicBezTo>
                      <a:pt x="11249" y="1275"/>
                      <a:pt x="11286" y="1188"/>
                      <a:pt x="11237" y="1139"/>
                    </a:cubicBezTo>
                    <a:cubicBezTo>
                      <a:pt x="11163" y="1062"/>
                      <a:pt x="11083" y="988"/>
                      <a:pt x="10999" y="911"/>
                    </a:cubicBezTo>
                    <a:cubicBezTo>
                      <a:pt x="10983" y="896"/>
                      <a:pt x="10965" y="890"/>
                      <a:pt x="10948" y="890"/>
                    </a:cubicBezTo>
                    <a:close/>
                    <a:moveTo>
                      <a:pt x="3769" y="1046"/>
                    </a:moveTo>
                    <a:cubicBezTo>
                      <a:pt x="3753" y="1046"/>
                      <a:pt x="3735" y="1052"/>
                      <a:pt x="3717" y="1065"/>
                    </a:cubicBezTo>
                    <a:cubicBezTo>
                      <a:pt x="3628" y="1130"/>
                      <a:pt x="3539" y="1198"/>
                      <a:pt x="3458" y="1272"/>
                    </a:cubicBezTo>
                    <a:cubicBezTo>
                      <a:pt x="3403" y="1321"/>
                      <a:pt x="3437" y="1414"/>
                      <a:pt x="3511" y="1414"/>
                    </a:cubicBezTo>
                    <a:cubicBezTo>
                      <a:pt x="3529" y="1414"/>
                      <a:pt x="3551" y="1407"/>
                      <a:pt x="3566" y="1392"/>
                    </a:cubicBezTo>
                    <a:cubicBezTo>
                      <a:pt x="3643" y="1321"/>
                      <a:pt x="3724" y="1256"/>
                      <a:pt x="3810" y="1198"/>
                    </a:cubicBezTo>
                    <a:cubicBezTo>
                      <a:pt x="3890" y="1150"/>
                      <a:pt x="3840" y="1046"/>
                      <a:pt x="3769" y="1046"/>
                    </a:cubicBezTo>
                    <a:close/>
                    <a:moveTo>
                      <a:pt x="7396" y="1017"/>
                    </a:moveTo>
                    <a:cubicBezTo>
                      <a:pt x="7368" y="1017"/>
                      <a:pt x="7341" y="1031"/>
                      <a:pt x="7326" y="1065"/>
                    </a:cubicBezTo>
                    <a:cubicBezTo>
                      <a:pt x="7311" y="1102"/>
                      <a:pt x="7295" y="1136"/>
                      <a:pt x="7280" y="1176"/>
                    </a:cubicBezTo>
                    <a:cubicBezTo>
                      <a:pt x="7237" y="1139"/>
                      <a:pt x="7193" y="1102"/>
                      <a:pt x="7147" y="1068"/>
                    </a:cubicBezTo>
                    <a:cubicBezTo>
                      <a:pt x="7131" y="1056"/>
                      <a:pt x="7114" y="1050"/>
                      <a:pt x="7098" y="1050"/>
                    </a:cubicBezTo>
                    <a:cubicBezTo>
                      <a:pt x="7031" y="1050"/>
                      <a:pt x="6982" y="1145"/>
                      <a:pt x="7052" y="1198"/>
                    </a:cubicBezTo>
                    <a:cubicBezTo>
                      <a:pt x="7110" y="1244"/>
                      <a:pt x="7169" y="1290"/>
                      <a:pt x="7224" y="1343"/>
                    </a:cubicBezTo>
                    <a:cubicBezTo>
                      <a:pt x="7221" y="1355"/>
                      <a:pt x="7218" y="1370"/>
                      <a:pt x="7215" y="1383"/>
                    </a:cubicBezTo>
                    <a:cubicBezTo>
                      <a:pt x="7203" y="1426"/>
                      <a:pt x="7227" y="1472"/>
                      <a:pt x="7271" y="1481"/>
                    </a:cubicBezTo>
                    <a:cubicBezTo>
                      <a:pt x="7277" y="1484"/>
                      <a:pt x="7283" y="1484"/>
                      <a:pt x="7292" y="1484"/>
                    </a:cubicBezTo>
                    <a:cubicBezTo>
                      <a:pt x="7294" y="1485"/>
                      <a:pt x="7296" y="1485"/>
                      <a:pt x="7298" y="1485"/>
                    </a:cubicBezTo>
                    <a:cubicBezTo>
                      <a:pt x="7333" y="1485"/>
                      <a:pt x="7364" y="1461"/>
                      <a:pt x="7372" y="1426"/>
                    </a:cubicBezTo>
                    <a:lnTo>
                      <a:pt x="7372" y="1420"/>
                    </a:lnTo>
                    <a:cubicBezTo>
                      <a:pt x="7425" y="1401"/>
                      <a:pt x="7443" y="1340"/>
                      <a:pt x="7409" y="1293"/>
                    </a:cubicBezTo>
                    <a:cubicBezTo>
                      <a:pt x="7428" y="1238"/>
                      <a:pt x="7449" y="1182"/>
                      <a:pt x="7474" y="1133"/>
                    </a:cubicBezTo>
                    <a:cubicBezTo>
                      <a:pt x="7502" y="1068"/>
                      <a:pt x="7449" y="1017"/>
                      <a:pt x="7396" y="1017"/>
                    </a:cubicBezTo>
                    <a:close/>
                    <a:moveTo>
                      <a:pt x="11402" y="1354"/>
                    </a:moveTo>
                    <a:cubicBezTo>
                      <a:pt x="11342" y="1354"/>
                      <a:pt x="11290" y="1425"/>
                      <a:pt x="11339" y="1488"/>
                    </a:cubicBezTo>
                    <a:cubicBezTo>
                      <a:pt x="11413" y="1571"/>
                      <a:pt x="11481" y="1654"/>
                      <a:pt x="11542" y="1731"/>
                    </a:cubicBezTo>
                    <a:cubicBezTo>
                      <a:pt x="11558" y="1753"/>
                      <a:pt x="11579" y="1762"/>
                      <a:pt x="11607" y="1762"/>
                    </a:cubicBezTo>
                    <a:cubicBezTo>
                      <a:pt x="11672" y="1762"/>
                      <a:pt x="11712" y="1685"/>
                      <a:pt x="11669" y="1633"/>
                    </a:cubicBezTo>
                    <a:cubicBezTo>
                      <a:pt x="11607" y="1552"/>
                      <a:pt x="11536" y="1466"/>
                      <a:pt x="11459" y="1380"/>
                    </a:cubicBezTo>
                    <a:cubicBezTo>
                      <a:pt x="11441" y="1361"/>
                      <a:pt x="11421" y="1354"/>
                      <a:pt x="11402" y="1354"/>
                    </a:cubicBezTo>
                    <a:close/>
                    <a:moveTo>
                      <a:pt x="3285" y="1486"/>
                    </a:moveTo>
                    <a:cubicBezTo>
                      <a:pt x="3264" y="1486"/>
                      <a:pt x="3242" y="1494"/>
                      <a:pt x="3224" y="1515"/>
                    </a:cubicBezTo>
                    <a:cubicBezTo>
                      <a:pt x="3153" y="1602"/>
                      <a:pt x="3088" y="1694"/>
                      <a:pt x="3033" y="1790"/>
                    </a:cubicBezTo>
                    <a:cubicBezTo>
                      <a:pt x="3008" y="1827"/>
                      <a:pt x="3023" y="1876"/>
                      <a:pt x="3060" y="1901"/>
                    </a:cubicBezTo>
                    <a:cubicBezTo>
                      <a:pt x="3073" y="1907"/>
                      <a:pt x="3088" y="1910"/>
                      <a:pt x="3104" y="1910"/>
                    </a:cubicBezTo>
                    <a:lnTo>
                      <a:pt x="3101" y="1913"/>
                    </a:lnTo>
                    <a:cubicBezTo>
                      <a:pt x="3131" y="1913"/>
                      <a:pt x="3156" y="1898"/>
                      <a:pt x="3172" y="1870"/>
                    </a:cubicBezTo>
                    <a:cubicBezTo>
                      <a:pt x="3224" y="1784"/>
                      <a:pt x="3283" y="1697"/>
                      <a:pt x="3350" y="1617"/>
                    </a:cubicBezTo>
                    <a:cubicBezTo>
                      <a:pt x="3398" y="1556"/>
                      <a:pt x="3345" y="1486"/>
                      <a:pt x="3285" y="1486"/>
                    </a:cubicBezTo>
                    <a:close/>
                    <a:moveTo>
                      <a:pt x="7559" y="1500"/>
                    </a:moveTo>
                    <a:cubicBezTo>
                      <a:pt x="7501" y="1500"/>
                      <a:pt x="7445" y="1570"/>
                      <a:pt x="7496" y="1633"/>
                    </a:cubicBezTo>
                    <a:cubicBezTo>
                      <a:pt x="7557" y="1716"/>
                      <a:pt x="7610" y="1802"/>
                      <a:pt x="7656" y="1895"/>
                    </a:cubicBezTo>
                    <a:cubicBezTo>
                      <a:pt x="7668" y="1922"/>
                      <a:pt x="7696" y="1941"/>
                      <a:pt x="7730" y="1941"/>
                    </a:cubicBezTo>
                    <a:cubicBezTo>
                      <a:pt x="7742" y="1941"/>
                      <a:pt x="7752" y="1938"/>
                      <a:pt x="7764" y="1932"/>
                    </a:cubicBezTo>
                    <a:cubicBezTo>
                      <a:pt x="7804" y="1913"/>
                      <a:pt x="7820" y="1864"/>
                      <a:pt x="7801" y="1824"/>
                    </a:cubicBezTo>
                    <a:cubicBezTo>
                      <a:pt x="7752" y="1722"/>
                      <a:pt x="7693" y="1626"/>
                      <a:pt x="7622" y="1537"/>
                    </a:cubicBezTo>
                    <a:cubicBezTo>
                      <a:pt x="7605" y="1511"/>
                      <a:pt x="7582" y="1500"/>
                      <a:pt x="7559" y="1500"/>
                    </a:cubicBezTo>
                    <a:close/>
                    <a:moveTo>
                      <a:pt x="7233" y="1638"/>
                    </a:moveTo>
                    <a:cubicBezTo>
                      <a:pt x="7190" y="1638"/>
                      <a:pt x="7153" y="1669"/>
                      <a:pt x="7150" y="1713"/>
                    </a:cubicBezTo>
                    <a:cubicBezTo>
                      <a:pt x="7141" y="1787"/>
                      <a:pt x="7138" y="1861"/>
                      <a:pt x="7138" y="1938"/>
                    </a:cubicBezTo>
                    <a:cubicBezTo>
                      <a:pt x="7138" y="1975"/>
                      <a:pt x="7138" y="2012"/>
                      <a:pt x="7141" y="2049"/>
                    </a:cubicBezTo>
                    <a:cubicBezTo>
                      <a:pt x="7141" y="2092"/>
                      <a:pt x="7178" y="2126"/>
                      <a:pt x="7221" y="2126"/>
                    </a:cubicBezTo>
                    <a:lnTo>
                      <a:pt x="7224" y="2123"/>
                    </a:lnTo>
                    <a:cubicBezTo>
                      <a:pt x="7271" y="2123"/>
                      <a:pt x="7304" y="2083"/>
                      <a:pt x="7301" y="2040"/>
                    </a:cubicBezTo>
                    <a:cubicBezTo>
                      <a:pt x="7298" y="2006"/>
                      <a:pt x="7298" y="1972"/>
                      <a:pt x="7298" y="1938"/>
                    </a:cubicBezTo>
                    <a:cubicBezTo>
                      <a:pt x="7298" y="1867"/>
                      <a:pt x="7301" y="1799"/>
                      <a:pt x="7311" y="1728"/>
                    </a:cubicBezTo>
                    <a:cubicBezTo>
                      <a:pt x="7314" y="1685"/>
                      <a:pt x="7283" y="1645"/>
                      <a:pt x="7240" y="1639"/>
                    </a:cubicBezTo>
                    <a:cubicBezTo>
                      <a:pt x="7238" y="1639"/>
                      <a:pt x="7235" y="1638"/>
                      <a:pt x="7233" y="1638"/>
                    </a:cubicBezTo>
                    <a:close/>
                    <a:moveTo>
                      <a:pt x="11801" y="1860"/>
                    </a:moveTo>
                    <a:cubicBezTo>
                      <a:pt x="11742" y="1860"/>
                      <a:pt x="11687" y="1926"/>
                      <a:pt x="11733" y="1990"/>
                    </a:cubicBezTo>
                    <a:cubicBezTo>
                      <a:pt x="11848" y="2148"/>
                      <a:pt x="11909" y="2252"/>
                      <a:pt x="11909" y="2252"/>
                    </a:cubicBezTo>
                    <a:cubicBezTo>
                      <a:pt x="11925" y="2277"/>
                      <a:pt x="11952" y="2293"/>
                      <a:pt x="11980" y="2293"/>
                    </a:cubicBezTo>
                    <a:cubicBezTo>
                      <a:pt x="11996" y="2293"/>
                      <a:pt x="12008" y="2289"/>
                      <a:pt x="12020" y="2280"/>
                    </a:cubicBezTo>
                    <a:cubicBezTo>
                      <a:pt x="12060" y="2259"/>
                      <a:pt x="12073" y="2209"/>
                      <a:pt x="12048" y="2169"/>
                    </a:cubicBezTo>
                    <a:cubicBezTo>
                      <a:pt x="12045" y="2166"/>
                      <a:pt x="11983" y="2061"/>
                      <a:pt x="11866" y="1895"/>
                    </a:cubicBezTo>
                    <a:cubicBezTo>
                      <a:pt x="11848" y="1870"/>
                      <a:pt x="11824" y="1860"/>
                      <a:pt x="11801" y="1860"/>
                    </a:cubicBezTo>
                    <a:close/>
                    <a:moveTo>
                      <a:pt x="2955" y="2033"/>
                    </a:moveTo>
                    <a:cubicBezTo>
                      <a:pt x="2925" y="2033"/>
                      <a:pt x="2895" y="2050"/>
                      <a:pt x="2882" y="2089"/>
                    </a:cubicBezTo>
                    <a:cubicBezTo>
                      <a:pt x="2841" y="2194"/>
                      <a:pt x="2804" y="2299"/>
                      <a:pt x="2780" y="2407"/>
                    </a:cubicBezTo>
                    <a:cubicBezTo>
                      <a:pt x="2767" y="2453"/>
                      <a:pt x="2795" y="2496"/>
                      <a:pt x="2838" y="2505"/>
                    </a:cubicBezTo>
                    <a:cubicBezTo>
                      <a:pt x="2845" y="2508"/>
                      <a:pt x="2851" y="2508"/>
                      <a:pt x="2857" y="2508"/>
                    </a:cubicBezTo>
                    <a:lnTo>
                      <a:pt x="2860" y="2508"/>
                    </a:lnTo>
                    <a:cubicBezTo>
                      <a:pt x="2897" y="2508"/>
                      <a:pt x="2928" y="2484"/>
                      <a:pt x="2937" y="2447"/>
                    </a:cubicBezTo>
                    <a:cubicBezTo>
                      <a:pt x="2962" y="2345"/>
                      <a:pt x="2993" y="2246"/>
                      <a:pt x="3033" y="2151"/>
                    </a:cubicBezTo>
                    <a:cubicBezTo>
                      <a:pt x="3062" y="2084"/>
                      <a:pt x="3008" y="2033"/>
                      <a:pt x="2955" y="2033"/>
                    </a:cubicBezTo>
                    <a:close/>
                    <a:moveTo>
                      <a:pt x="7821" y="2084"/>
                    </a:moveTo>
                    <a:cubicBezTo>
                      <a:pt x="7777" y="2084"/>
                      <a:pt x="7733" y="2116"/>
                      <a:pt x="7739" y="2175"/>
                    </a:cubicBezTo>
                    <a:cubicBezTo>
                      <a:pt x="7742" y="2191"/>
                      <a:pt x="7742" y="2209"/>
                      <a:pt x="7742" y="2225"/>
                    </a:cubicBezTo>
                    <a:cubicBezTo>
                      <a:pt x="7746" y="2299"/>
                      <a:pt x="7724" y="2370"/>
                      <a:pt x="7684" y="2428"/>
                    </a:cubicBezTo>
                    <a:cubicBezTo>
                      <a:pt x="7656" y="2465"/>
                      <a:pt x="7665" y="2515"/>
                      <a:pt x="7699" y="2539"/>
                    </a:cubicBezTo>
                    <a:cubicBezTo>
                      <a:pt x="7715" y="2552"/>
                      <a:pt x="7730" y="2558"/>
                      <a:pt x="7749" y="2558"/>
                    </a:cubicBezTo>
                    <a:cubicBezTo>
                      <a:pt x="7773" y="2558"/>
                      <a:pt x="7798" y="2545"/>
                      <a:pt x="7813" y="2524"/>
                    </a:cubicBezTo>
                    <a:cubicBezTo>
                      <a:pt x="7875" y="2438"/>
                      <a:pt x="7906" y="2333"/>
                      <a:pt x="7903" y="2225"/>
                    </a:cubicBezTo>
                    <a:cubicBezTo>
                      <a:pt x="7903" y="2203"/>
                      <a:pt x="7900" y="2182"/>
                      <a:pt x="7900" y="2160"/>
                    </a:cubicBezTo>
                    <a:cubicBezTo>
                      <a:pt x="7897" y="2108"/>
                      <a:pt x="7859" y="2084"/>
                      <a:pt x="7821" y="2084"/>
                    </a:cubicBezTo>
                    <a:close/>
                    <a:moveTo>
                      <a:pt x="7283" y="2281"/>
                    </a:moveTo>
                    <a:cubicBezTo>
                      <a:pt x="7233" y="2281"/>
                      <a:pt x="7182" y="2325"/>
                      <a:pt x="7203" y="2388"/>
                    </a:cubicBezTo>
                    <a:cubicBezTo>
                      <a:pt x="7258" y="2549"/>
                      <a:pt x="7341" y="2650"/>
                      <a:pt x="7449" y="2684"/>
                    </a:cubicBezTo>
                    <a:cubicBezTo>
                      <a:pt x="7456" y="2687"/>
                      <a:pt x="7465" y="2687"/>
                      <a:pt x="7474" y="2687"/>
                    </a:cubicBezTo>
                    <a:cubicBezTo>
                      <a:pt x="7567" y="2687"/>
                      <a:pt x="7588" y="2555"/>
                      <a:pt x="7499" y="2530"/>
                    </a:cubicBezTo>
                    <a:cubicBezTo>
                      <a:pt x="7443" y="2512"/>
                      <a:pt x="7394" y="2444"/>
                      <a:pt x="7357" y="2336"/>
                    </a:cubicBezTo>
                    <a:cubicBezTo>
                      <a:pt x="7344" y="2297"/>
                      <a:pt x="7314" y="2281"/>
                      <a:pt x="7283" y="2281"/>
                    </a:cubicBezTo>
                    <a:close/>
                    <a:moveTo>
                      <a:pt x="2802" y="2670"/>
                    </a:moveTo>
                    <a:cubicBezTo>
                      <a:pt x="2766" y="2670"/>
                      <a:pt x="2731" y="2692"/>
                      <a:pt x="2724" y="2737"/>
                    </a:cubicBezTo>
                    <a:cubicBezTo>
                      <a:pt x="2712" y="2829"/>
                      <a:pt x="2709" y="2925"/>
                      <a:pt x="2709" y="3017"/>
                    </a:cubicBezTo>
                    <a:lnTo>
                      <a:pt x="2709" y="3070"/>
                    </a:lnTo>
                    <a:cubicBezTo>
                      <a:pt x="2709" y="3116"/>
                      <a:pt x="2746" y="3150"/>
                      <a:pt x="2789" y="3150"/>
                    </a:cubicBezTo>
                    <a:cubicBezTo>
                      <a:pt x="2835" y="3150"/>
                      <a:pt x="2869" y="3113"/>
                      <a:pt x="2869" y="3067"/>
                    </a:cubicBezTo>
                    <a:lnTo>
                      <a:pt x="2869" y="3017"/>
                    </a:lnTo>
                    <a:cubicBezTo>
                      <a:pt x="2869" y="2931"/>
                      <a:pt x="2875" y="2842"/>
                      <a:pt x="2885" y="2755"/>
                    </a:cubicBezTo>
                    <a:cubicBezTo>
                      <a:pt x="2886" y="2700"/>
                      <a:pt x="2844" y="2670"/>
                      <a:pt x="2802" y="2670"/>
                    </a:cubicBezTo>
                    <a:close/>
                    <a:moveTo>
                      <a:pt x="1978" y="3267"/>
                    </a:moveTo>
                    <a:cubicBezTo>
                      <a:pt x="1864" y="3273"/>
                      <a:pt x="1753" y="3292"/>
                      <a:pt x="1645" y="3320"/>
                    </a:cubicBezTo>
                    <a:cubicBezTo>
                      <a:pt x="1552" y="3344"/>
                      <a:pt x="1568" y="3477"/>
                      <a:pt x="1663" y="3480"/>
                    </a:cubicBezTo>
                    <a:cubicBezTo>
                      <a:pt x="1669" y="3480"/>
                      <a:pt x="1676" y="3480"/>
                      <a:pt x="1685" y="3477"/>
                    </a:cubicBezTo>
                    <a:cubicBezTo>
                      <a:pt x="1784" y="3452"/>
                      <a:pt x="1885" y="3437"/>
                      <a:pt x="1987" y="3428"/>
                    </a:cubicBezTo>
                    <a:cubicBezTo>
                      <a:pt x="2089" y="3415"/>
                      <a:pt x="2077" y="3267"/>
                      <a:pt x="1978" y="3267"/>
                    </a:cubicBezTo>
                    <a:close/>
                    <a:moveTo>
                      <a:pt x="2305" y="3270"/>
                    </a:moveTo>
                    <a:cubicBezTo>
                      <a:pt x="2209" y="3270"/>
                      <a:pt x="2196" y="3419"/>
                      <a:pt x="2299" y="3431"/>
                    </a:cubicBezTo>
                    <a:cubicBezTo>
                      <a:pt x="2400" y="3440"/>
                      <a:pt x="2505" y="3458"/>
                      <a:pt x="2607" y="3483"/>
                    </a:cubicBezTo>
                    <a:cubicBezTo>
                      <a:pt x="2613" y="3483"/>
                      <a:pt x="2619" y="3486"/>
                      <a:pt x="2625" y="3486"/>
                    </a:cubicBezTo>
                    <a:lnTo>
                      <a:pt x="2625" y="3486"/>
                    </a:lnTo>
                    <a:cubicBezTo>
                      <a:pt x="2718" y="3484"/>
                      <a:pt x="2733" y="3347"/>
                      <a:pt x="2641" y="3326"/>
                    </a:cubicBezTo>
                    <a:cubicBezTo>
                      <a:pt x="2533" y="3298"/>
                      <a:pt x="2422" y="3280"/>
                      <a:pt x="2311" y="3270"/>
                    </a:cubicBezTo>
                    <a:cubicBezTo>
                      <a:pt x="2309" y="3270"/>
                      <a:pt x="2307" y="3270"/>
                      <a:pt x="2305" y="3270"/>
                    </a:cubicBezTo>
                    <a:close/>
                    <a:moveTo>
                      <a:pt x="2625" y="3486"/>
                    </a:moveTo>
                    <a:cubicBezTo>
                      <a:pt x="2624" y="3486"/>
                      <a:pt x="2623" y="3486"/>
                      <a:pt x="2623" y="3486"/>
                    </a:cubicBezTo>
                    <a:lnTo>
                      <a:pt x="2626" y="3486"/>
                    </a:lnTo>
                    <a:cubicBezTo>
                      <a:pt x="2625" y="3486"/>
                      <a:pt x="2625" y="3486"/>
                      <a:pt x="2625" y="3486"/>
                    </a:cubicBezTo>
                    <a:close/>
                    <a:moveTo>
                      <a:pt x="1361" y="3427"/>
                    </a:moveTo>
                    <a:cubicBezTo>
                      <a:pt x="1350" y="3427"/>
                      <a:pt x="1339" y="3429"/>
                      <a:pt x="1327" y="3434"/>
                    </a:cubicBezTo>
                    <a:cubicBezTo>
                      <a:pt x="1225" y="3483"/>
                      <a:pt x="1127" y="3539"/>
                      <a:pt x="1034" y="3606"/>
                    </a:cubicBezTo>
                    <a:cubicBezTo>
                      <a:pt x="972" y="3653"/>
                      <a:pt x="1003" y="3751"/>
                      <a:pt x="1083" y="3751"/>
                    </a:cubicBezTo>
                    <a:lnTo>
                      <a:pt x="1083" y="3755"/>
                    </a:lnTo>
                    <a:cubicBezTo>
                      <a:pt x="1099" y="3751"/>
                      <a:pt x="1117" y="3745"/>
                      <a:pt x="1130" y="3736"/>
                    </a:cubicBezTo>
                    <a:cubicBezTo>
                      <a:pt x="1213" y="3674"/>
                      <a:pt x="1302" y="3625"/>
                      <a:pt x="1395" y="3582"/>
                    </a:cubicBezTo>
                    <a:cubicBezTo>
                      <a:pt x="1476" y="3539"/>
                      <a:pt x="1436" y="3427"/>
                      <a:pt x="1361" y="3427"/>
                    </a:cubicBezTo>
                    <a:close/>
                    <a:moveTo>
                      <a:pt x="2818" y="3311"/>
                    </a:moveTo>
                    <a:cubicBezTo>
                      <a:pt x="2773" y="3311"/>
                      <a:pt x="2728" y="3345"/>
                      <a:pt x="2737" y="3403"/>
                    </a:cubicBezTo>
                    <a:cubicBezTo>
                      <a:pt x="2752" y="3514"/>
                      <a:pt x="2774" y="3622"/>
                      <a:pt x="2801" y="3730"/>
                    </a:cubicBezTo>
                    <a:cubicBezTo>
                      <a:pt x="2811" y="3764"/>
                      <a:pt x="2841" y="3792"/>
                      <a:pt x="2878" y="3792"/>
                    </a:cubicBezTo>
                    <a:cubicBezTo>
                      <a:pt x="2885" y="3792"/>
                      <a:pt x="2894" y="3792"/>
                      <a:pt x="2900" y="3788"/>
                    </a:cubicBezTo>
                    <a:cubicBezTo>
                      <a:pt x="2943" y="3779"/>
                      <a:pt x="2968" y="3733"/>
                      <a:pt x="2959" y="3690"/>
                    </a:cubicBezTo>
                    <a:cubicBezTo>
                      <a:pt x="2949" y="3656"/>
                      <a:pt x="2943" y="3622"/>
                      <a:pt x="2934" y="3588"/>
                    </a:cubicBezTo>
                    <a:lnTo>
                      <a:pt x="2934" y="3588"/>
                    </a:lnTo>
                    <a:cubicBezTo>
                      <a:pt x="3020" y="3625"/>
                      <a:pt x="3107" y="3665"/>
                      <a:pt x="3190" y="3711"/>
                    </a:cubicBezTo>
                    <a:cubicBezTo>
                      <a:pt x="3207" y="3724"/>
                      <a:pt x="3224" y="3729"/>
                      <a:pt x="3239" y="3729"/>
                    </a:cubicBezTo>
                    <a:cubicBezTo>
                      <a:pt x="3313" y="3729"/>
                      <a:pt x="3359" y="3608"/>
                      <a:pt x="3267" y="3569"/>
                    </a:cubicBezTo>
                    <a:cubicBezTo>
                      <a:pt x="3168" y="3517"/>
                      <a:pt x="3067" y="3468"/>
                      <a:pt x="2965" y="3428"/>
                    </a:cubicBezTo>
                    <a:cubicBezTo>
                      <a:pt x="2954" y="3423"/>
                      <a:pt x="2943" y="3421"/>
                      <a:pt x="2933" y="3421"/>
                    </a:cubicBezTo>
                    <a:cubicBezTo>
                      <a:pt x="2922" y="3421"/>
                      <a:pt x="2912" y="3423"/>
                      <a:pt x="2903" y="3428"/>
                    </a:cubicBezTo>
                    <a:lnTo>
                      <a:pt x="2897" y="3381"/>
                    </a:lnTo>
                    <a:cubicBezTo>
                      <a:pt x="2890" y="3333"/>
                      <a:pt x="2854" y="3311"/>
                      <a:pt x="2818" y="3311"/>
                    </a:cubicBezTo>
                    <a:close/>
                    <a:moveTo>
                      <a:pt x="3498" y="3734"/>
                    </a:moveTo>
                    <a:cubicBezTo>
                      <a:pt x="3430" y="3734"/>
                      <a:pt x="3379" y="3829"/>
                      <a:pt x="3449" y="3881"/>
                    </a:cubicBezTo>
                    <a:cubicBezTo>
                      <a:pt x="3529" y="3943"/>
                      <a:pt x="3603" y="4014"/>
                      <a:pt x="3671" y="4091"/>
                    </a:cubicBezTo>
                    <a:cubicBezTo>
                      <a:pt x="3687" y="4109"/>
                      <a:pt x="3708" y="4118"/>
                      <a:pt x="3733" y="4118"/>
                    </a:cubicBezTo>
                    <a:cubicBezTo>
                      <a:pt x="3801" y="4118"/>
                      <a:pt x="3838" y="4035"/>
                      <a:pt x="3795" y="3983"/>
                    </a:cubicBezTo>
                    <a:cubicBezTo>
                      <a:pt x="3721" y="3899"/>
                      <a:pt x="3637" y="3822"/>
                      <a:pt x="3548" y="3751"/>
                    </a:cubicBezTo>
                    <a:cubicBezTo>
                      <a:pt x="3531" y="3739"/>
                      <a:pt x="3514" y="3734"/>
                      <a:pt x="3498" y="3734"/>
                    </a:cubicBezTo>
                    <a:close/>
                    <a:moveTo>
                      <a:pt x="837" y="3800"/>
                    </a:moveTo>
                    <a:cubicBezTo>
                      <a:pt x="818" y="3800"/>
                      <a:pt x="799" y="3807"/>
                      <a:pt x="781" y="3825"/>
                    </a:cubicBezTo>
                    <a:cubicBezTo>
                      <a:pt x="744" y="3862"/>
                      <a:pt x="710" y="3899"/>
                      <a:pt x="676" y="3940"/>
                    </a:cubicBezTo>
                    <a:cubicBezTo>
                      <a:pt x="636" y="3986"/>
                      <a:pt x="599" y="4035"/>
                      <a:pt x="565" y="4081"/>
                    </a:cubicBezTo>
                    <a:cubicBezTo>
                      <a:pt x="538" y="4118"/>
                      <a:pt x="544" y="4168"/>
                      <a:pt x="581" y="4196"/>
                    </a:cubicBezTo>
                    <a:cubicBezTo>
                      <a:pt x="596" y="4205"/>
                      <a:pt x="612" y="4211"/>
                      <a:pt x="630" y="4211"/>
                    </a:cubicBezTo>
                    <a:cubicBezTo>
                      <a:pt x="655" y="4211"/>
                      <a:pt x="679" y="4199"/>
                      <a:pt x="695" y="4177"/>
                    </a:cubicBezTo>
                    <a:cubicBezTo>
                      <a:pt x="729" y="4134"/>
                      <a:pt x="763" y="4088"/>
                      <a:pt x="800" y="4044"/>
                    </a:cubicBezTo>
                    <a:cubicBezTo>
                      <a:pt x="831" y="4007"/>
                      <a:pt x="864" y="3974"/>
                      <a:pt x="895" y="3940"/>
                    </a:cubicBezTo>
                    <a:cubicBezTo>
                      <a:pt x="952" y="3881"/>
                      <a:pt x="898" y="3800"/>
                      <a:pt x="837" y="3800"/>
                    </a:cubicBezTo>
                    <a:close/>
                    <a:moveTo>
                      <a:pt x="2978" y="3936"/>
                    </a:moveTo>
                    <a:cubicBezTo>
                      <a:pt x="2927" y="3936"/>
                      <a:pt x="2877" y="3983"/>
                      <a:pt x="2900" y="4048"/>
                    </a:cubicBezTo>
                    <a:cubicBezTo>
                      <a:pt x="2940" y="4152"/>
                      <a:pt x="2990" y="4254"/>
                      <a:pt x="3045" y="4350"/>
                    </a:cubicBezTo>
                    <a:cubicBezTo>
                      <a:pt x="3060" y="4374"/>
                      <a:pt x="3085" y="4390"/>
                      <a:pt x="3116" y="4390"/>
                    </a:cubicBezTo>
                    <a:cubicBezTo>
                      <a:pt x="3178" y="4390"/>
                      <a:pt x="3215" y="4322"/>
                      <a:pt x="3187" y="4270"/>
                    </a:cubicBezTo>
                    <a:cubicBezTo>
                      <a:pt x="3134" y="4180"/>
                      <a:pt x="3088" y="4085"/>
                      <a:pt x="3051" y="3989"/>
                    </a:cubicBezTo>
                    <a:cubicBezTo>
                      <a:pt x="3037" y="3952"/>
                      <a:pt x="3007" y="3936"/>
                      <a:pt x="2978" y="3936"/>
                    </a:cubicBezTo>
                    <a:close/>
                    <a:moveTo>
                      <a:pt x="3900" y="4233"/>
                    </a:moveTo>
                    <a:cubicBezTo>
                      <a:pt x="3851" y="4233"/>
                      <a:pt x="3802" y="4275"/>
                      <a:pt x="3819" y="4337"/>
                    </a:cubicBezTo>
                    <a:cubicBezTo>
                      <a:pt x="3832" y="4368"/>
                      <a:pt x="3838" y="4402"/>
                      <a:pt x="3838" y="4436"/>
                    </a:cubicBezTo>
                    <a:cubicBezTo>
                      <a:pt x="3838" y="4482"/>
                      <a:pt x="3822" y="4529"/>
                      <a:pt x="3791" y="4569"/>
                    </a:cubicBezTo>
                    <a:cubicBezTo>
                      <a:pt x="3761" y="4603"/>
                      <a:pt x="3767" y="4655"/>
                      <a:pt x="3804" y="4683"/>
                    </a:cubicBezTo>
                    <a:cubicBezTo>
                      <a:pt x="3819" y="4695"/>
                      <a:pt x="3835" y="4701"/>
                      <a:pt x="3853" y="4701"/>
                    </a:cubicBezTo>
                    <a:cubicBezTo>
                      <a:pt x="3878" y="4701"/>
                      <a:pt x="3902" y="4689"/>
                      <a:pt x="3918" y="4667"/>
                    </a:cubicBezTo>
                    <a:cubicBezTo>
                      <a:pt x="3970" y="4603"/>
                      <a:pt x="4001" y="4519"/>
                      <a:pt x="3998" y="4436"/>
                    </a:cubicBezTo>
                    <a:cubicBezTo>
                      <a:pt x="3998" y="4384"/>
                      <a:pt x="3989" y="4334"/>
                      <a:pt x="3973" y="4288"/>
                    </a:cubicBezTo>
                    <a:cubicBezTo>
                      <a:pt x="3960" y="4250"/>
                      <a:pt x="3930" y="4233"/>
                      <a:pt x="3900" y="4233"/>
                    </a:cubicBezTo>
                    <a:close/>
                    <a:moveTo>
                      <a:pt x="448" y="4328"/>
                    </a:moveTo>
                    <a:cubicBezTo>
                      <a:pt x="424" y="4328"/>
                      <a:pt x="401" y="4338"/>
                      <a:pt x="383" y="4362"/>
                    </a:cubicBezTo>
                    <a:cubicBezTo>
                      <a:pt x="328" y="4458"/>
                      <a:pt x="282" y="4560"/>
                      <a:pt x="238" y="4661"/>
                    </a:cubicBezTo>
                    <a:cubicBezTo>
                      <a:pt x="223" y="4704"/>
                      <a:pt x="241" y="4751"/>
                      <a:pt x="282" y="4766"/>
                    </a:cubicBezTo>
                    <a:cubicBezTo>
                      <a:pt x="288" y="4771"/>
                      <a:pt x="297" y="4774"/>
                      <a:pt x="304" y="4774"/>
                    </a:cubicBezTo>
                    <a:cubicBezTo>
                      <a:pt x="307" y="4774"/>
                      <a:pt x="310" y="4773"/>
                      <a:pt x="312" y="4772"/>
                    </a:cubicBezTo>
                    <a:cubicBezTo>
                      <a:pt x="346" y="4772"/>
                      <a:pt x="377" y="4754"/>
                      <a:pt x="389" y="4723"/>
                    </a:cubicBezTo>
                    <a:cubicBezTo>
                      <a:pt x="426" y="4624"/>
                      <a:pt x="473" y="4532"/>
                      <a:pt x="525" y="4439"/>
                    </a:cubicBezTo>
                    <a:cubicBezTo>
                      <a:pt x="549" y="4378"/>
                      <a:pt x="499" y="4328"/>
                      <a:pt x="448" y="4328"/>
                    </a:cubicBezTo>
                    <a:close/>
                    <a:moveTo>
                      <a:pt x="3306" y="4490"/>
                    </a:moveTo>
                    <a:cubicBezTo>
                      <a:pt x="3244" y="4490"/>
                      <a:pt x="3189" y="4569"/>
                      <a:pt x="3246" y="4627"/>
                    </a:cubicBezTo>
                    <a:cubicBezTo>
                      <a:pt x="3350" y="4738"/>
                      <a:pt x="3455" y="4803"/>
                      <a:pt x="3557" y="4825"/>
                    </a:cubicBezTo>
                    <a:lnTo>
                      <a:pt x="3572" y="4825"/>
                    </a:lnTo>
                    <a:cubicBezTo>
                      <a:pt x="3574" y="4825"/>
                      <a:pt x="3575" y="4825"/>
                      <a:pt x="3576" y="4825"/>
                    </a:cubicBezTo>
                    <a:cubicBezTo>
                      <a:pt x="3671" y="4825"/>
                      <a:pt x="3686" y="4683"/>
                      <a:pt x="3588" y="4664"/>
                    </a:cubicBezTo>
                    <a:cubicBezTo>
                      <a:pt x="3517" y="4652"/>
                      <a:pt x="3440" y="4600"/>
                      <a:pt x="3363" y="4516"/>
                    </a:cubicBezTo>
                    <a:cubicBezTo>
                      <a:pt x="3345" y="4498"/>
                      <a:pt x="3325" y="4490"/>
                      <a:pt x="3306" y="4490"/>
                    </a:cubicBezTo>
                    <a:close/>
                    <a:moveTo>
                      <a:pt x="203" y="4930"/>
                    </a:moveTo>
                    <a:cubicBezTo>
                      <a:pt x="174" y="4930"/>
                      <a:pt x="145" y="4945"/>
                      <a:pt x="130" y="4979"/>
                    </a:cubicBezTo>
                    <a:cubicBezTo>
                      <a:pt x="100" y="5084"/>
                      <a:pt x="75" y="5192"/>
                      <a:pt x="56" y="5303"/>
                    </a:cubicBezTo>
                    <a:cubicBezTo>
                      <a:pt x="50" y="5346"/>
                      <a:pt x="78" y="5386"/>
                      <a:pt x="121" y="5395"/>
                    </a:cubicBezTo>
                    <a:lnTo>
                      <a:pt x="137" y="5395"/>
                    </a:lnTo>
                    <a:cubicBezTo>
                      <a:pt x="174" y="5395"/>
                      <a:pt x="208" y="5368"/>
                      <a:pt x="214" y="5331"/>
                    </a:cubicBezTo>
                    <a:cubicBezTo>
                      <a:pt x="232" y="5226"/>
                      <a:pt x="257" y="5124"/>
                      <a:pt x="285" y="5022"/>
                    </a:cubicBezTo>
                    <a:cubicBezTo>
                      <a:pt x="292" y="4966"/>
                      <a:pt x="247" y="4930"/>
                      <a:pt x="203" y="4930"/>
                    </a:cubicBezTo>
                    <a:close/>
                    <a:moveTo>
                      <a:pt x="97" y="5556"/>
                    </a:moveTo>
                    <a:cubicBezTo>
                      <a:pt x="56" y="5556"/>
                      <a:pt x="19" y="5586"/>
                      <a:pt x="16" y="5630"/>
                    </a:cubicBezTo>
                    <a:cubicBezTo>
                      <a:pt x="7" y="5735"/>
                      <a:pt x="1" y="5846"/>
                      <a:pt x="1" y="5960"/>
                    </a:cubicBezTo>
                    <a:cubicBezTo>
                      <a:pt x="1" y="6003"/>
                      <a:pt x="38" y="6040"/>
                      <a:pt x="84" y="6040"/>
                    </a:cubicBezTo>
                    <a:cubicBezTo>
                      <a:pt x="127" y="6040"/>
                      <a:pt x="164" y="6003"/>
                      <a:pt x="164" y="5960"/>
                    </a:cubicBezTo>
                    <a:cubicBezTo>
                      <a:pt x="164" y="5852"/>
                      <a:pt x="167" y="5744"/>
                      <a:pt x="177" y="5642"/>
                    </a:cubicBezTo>
                    <a:cubicBezTo>
                      <a:pt x="180" y="5596"/>
                      <a:pt x="146" y="5559"/>
                      <a:pt x="103" y="5556"/>
                    </a:cubicBezTo>
                    <a:cubicBezTo>
                      <a:pt x="101" y="5556"/>
                      <a:pt x="99" y="5556"/>
                      <a:pt x="97" y="5556"/>
                    </a:cubicBezTo>
                    <a:close/>
                    <a:moveTo>
                      <a:pt x="96" y="6200"/>
                    </a:moveTo>
                    <a:cubicBezTo>
                      <a:pt x="94" y="6200"/>
                      <a:pt x="92" y="6200"/>
                      <a:pt x="90" y="6200"/>
                    </a:cubicBezTo>
                    <a:cubicBezTo>
                      <a:pt x="44" y="6203"/>
                      <a:pt x="10" y="6244"/>
                      <a:pt x="13" y="6287"/>
                    </a:cubicBezTo>
                    <a:cubicBezTo>
                      <a:pt x="22" y="6398"/>
                      <a:pt x="35" y="6509"/>
                      <a:pt x="47" y="6614"/>
                    </a:cubicBezTo>
                    <a:cubicBezTo>
                      <a:pt x="53" y="6654"/>
                      <a:pt x="87" y="6685"/>
                      <a:pt x="127" y="6685"/>
                    </a:cubicBezTo>
                    <a:lnTo>
                      <a:pt x="140" y="6685"/>
                    </a:lnTo>
                    <a:cubicBezTo>
                      <a:pt x="183" y="6678"/>
                      <a:pt x="214" y="6635"/>
                      <a:pt x="208" y="6592"/>
                    </a:cubicBezTo>
                    <a:cubicBezTo>
                      <a:pt x="195" y="6490"/>
                      <a:pt x="183" y="6382"/>
                      <a:pt x="177" y="6277"/>
                    </a:cubicBezTo>
                    <a:cubicBezTo>
                      <a:pt x="174" y="6233"/>
                      <a:pt x="137" y="6200"/>
                      <a:pt x="96" y="6200"/>
                    </a:cubicBezTo>
                    <a:close/>
                    <a:moveTo>
                      <a:pt x="184" y="6844"/>
                    </a:moveTo>
                    <a:cubicBezTo>
                      <a:pt x="138" y="6844"/>
                      <a:pt x="92" y="6879"/>
                      <a:pt x="103" y="6938"/>
                    </a:cubicBezTo>
                    <a:cubicBezTo>
                      <a:pt x="124" y="7049"/>
                      <a:pt x="149" y="7156"/>
                      <a:pt x="174" y="7258"/>
                    </a:cubicBezTo>
                    <a:cubicBezTo>
                      <a:pt x="183" y="7295"/>
                      <a:pt x="214" y="7320"/>
                      <a:pt x="251" y="7320"/>
                    </a:cubicBezTo>
                    <a:cubicBezTo>
                      <a:pt x="260" y="7320"/>
                      <a:pt x="266" y="7320"/>
                      <a:pt x="272" y="7317"/>
                    </a:cubicBezTo>
                    <a:cubicBezTo>
                      <a:pt x="315" y="7308"/>
                      <a:pt x="343" y="7261"/>
                      <a:pt x="331" y="7218"/>
                    </a:cubicBezTo>
                    <a:cubicBezTo>
                      <a:pt x="306" y="7119"/>
                      <a:pt x="285" y="7015"/>
                      <a:pt x="263" y="6907"/>
                    </a:cubicBezTo>
                    <a:cubicBezTo>
                      <a:pt x="253" y="6863"/>
                      <a:pt x="219" y="6844"/>
                      <a:pt x="184" y="6844"/>
                    </a:cubicBezTo>
                    <a:close/>
                    <a:moveTo>
                      <a:pt x="341" y="7477"/>
                    </a:moveTo>
                    <a:cubicBezTo>
                      <a:pt x="295" y="7477"/>
                      <a:pt x="249" y="7514"/>
                      <a:pt x="260" y="7573"/>
                    </a:cubicBezTo>
                    <a:cubicBezTo>
                      <a:pt x="297" y="7693"/>
                      <a:pt x="331" y="7795"/>
                      <a:pt x="365" y="7884"/>
                    </a:cubicBezTo>
                    <a:cubicBezTo>
                      <a:pt x="374" y="7918"/>
                      <a:pt x="405" y="7940"/>
                      <a:pt x="442" y="7940"/>
                    </a:cubicBezTo>
                    <a:cubicBezTo>
                      <a:pt x="451" y="7940"/>
                      <a:pt x="457" y="7937"/>
                      <a:pt x="467" y="7934"/>
                    </a:cubicBezTo>
                    <a:cubicBezTo>
                      <a:pt x="510" y="7918"/>
                      <a:pt x="531" y="7872"/>
                      <a:pt x="516" y="7832"/>
                    </a:cubicBezTo>
                    <a:cubicBezTo>
                      <a:pt x="485" y="7742"/>
                      <a:pt x="448" y="7644"/>
                      <a:pt x="414" y="7527"/>
                    </a:cubicBezTo>
                    <a:cubicBezTo>
                      <a:pt x="400" y="7492"/>
                      <a:pt x="371" y="7477"/>
                      <a:pt x="341" y="7477"/>
                    </a:cubicBezTo>
                    <a:close/>
                    <a:moveTo>
                      <a:pt x="564" y="8082"/>
                    </a:moveTo>
                    <a:cubicBezTo>
                      <a:pt x="513" y="8082"/>
                      <a:pt x="463" y="8130"/>
                      <a:pt x="485" y="8193"/>
                    </a:cubicBezTo>
                    <a:cubicBezTo>
                      <a:pt x="507" y="8239"/>
                      <a:pt x="510" y="8242"/>
                      <a:pt x="519" y="8254"/>
                    </a:cubicBezTo>
                    <a:cubicBezTo>
                      <a:pt x="534" y="8270"/>
                      <a:pt x="556" y="8279"/>
                      <a:pt x="578" y="8279"/>
                    </a:cubicBezTo>
                    <a:lnTo>
                      <a:pt x="578" y="8276"/>
                    </a:lnTo>
                    <a:cubicBezTo>
                      <a:pt x="636" y="8276"/>
                      <a:pt x="673" y="8214"/>
                      <a:pt x="649" y="8162"/>
                    </a:cubicBezTo>
                    <a:lnTo>
                      <a:pt x="633" y="8128"/>
                    </a:lnTo>
                    <a:cubicBezTo>
                      <a:pt x="617" y="8096"/>
                      <a:pt x="590" y="8082"/>
                      <a:pt x="564" y="808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8894833" y="4609275"/>
                <a:ext cx="102663" cy="102663"/>
              </a:xfrm>
              <a:custGeom>
                <a:avLst/>
                <a:gdLst/>
                <a:ahLst/>
                <a:cxnLst/>
                <a:rect l="l" t="t" r="r" b="b"/>
                <a:pathLst>
                  <a:path w="1614" h="1614" extrusionOk="0">
                    <a:moveTo>
                      <a:pt x="867" y="0"/>
                    </a:moveTo>
                    <a:cubicBezTo>
                      <a:pt x="821" y="0"/>
                      <a:pt x="781" y="40"/>
                      <a:pt x="781" y="87"/>
                    </a:cubicBezTo>
                    <a:lnTo>
                      <a:pt x="778" y="577"/>
                    </a:lnTo>
                    <a:lnTo>
                      <a:pt x="485" y="268"/>
                    </a:lnTo>
                    <a:cubicBezTo>
                      <a:pt x="473" y="251"/>
                      <a:pt x="456" y="243"/>
                      <a:pt x="438" y="243"/>
                    </a:cubicBezTo>
                    <a:cubicBezTo>
                      <a:pt x="376" y="243"/>
                      <a:pt x="301" y="335"/>
                      <a:pt x="362" y="383"/>
                    </a:cubicBezTo>
                    <a:lnTo>
                      <a:pt x="661" y="703"/>
                    </a:lnTo>
                    <a:lnTo>
                      <a:pt x="115" y="706"/>
                    </a:lnTo>
                    <a:cubicBezTo>
                      <a:pt x="1" y="706"/>
                      <a:pt x="1" y="879"/>
                      <a:pt x="115" y="879"/>
                    </a:cubicBezTo>
                    <a:lnTo>
                      <a:pt x="614" y="873"/>
                    </a:lnTo>
                    <a:lnTo>
                      <a:pt x="226" y="1144"/>
                    </a:lnTo>
                    <a:cubicBezTo>
                      <a:pt x="161" y="1191"/>
                      <a:pt x="195" y="1296"/>
                      <a:pt x="275" y="1299"/>
                    </a:cubicBezTo>
                    <a:cubicBezTo>
                      <a:pt x="294" y="1299"/>
                      <a:pt x="309" y="1292"/>
                      <a:pt x="325" y="1283"/>
                    </a:cubicBezTo>
                    <a:lnTo>
                      <a:pt x="775" y="969"/>
                    </a:lnTo>
                    <a:lnTo>
                      <a:pt x="775" y="969"/>
                    </a:lnTo>
                    <a:lnTo>
                      <a:pt x="772" y="1527"/>
                    </a:lnTo>
                    <a:cubicBezTo>
                      <a:pt x="772" y="1573"/>
                      <a:pt x="809" y="1613"/>
                      <a:pt x="855" y="1613"/>
                    </a:cubicBezTo>
                    <a:cubicBezTo>
                      <a:pt x="904" y="1613"/>
                      <a:pt x="941" y="1573"/>
                      <a:pt x="941" y="1527"/>
                    </a:cubicBezTo>
                    <a:lnTo>
                      <a:pt x="944" y="1003"/>
                    </a:lnTo>
                    <a:lnTo>
                      <a:pt x="1259" y="1333"/>
                    </a:lnTo>
                    <a:cubicBezTo>
                      <a:pt x="1275" y="1350"/>
                      <a:pt x="1297" y="1358"/>
                      <a:pt x="1320" y="1358"/>
                    </a:cubicBezTo>
                    <a:cubicBezTo>
                      <a:pt x="1341" y="1358"/>
                      <a:pt x="1363" y="1351"/>
                      <a:pt x="1379" y="1336"/>
                    </a:cubicBezTo>
                    <a:cubicBezTo>
                      <a:pt x="1413" y="1302"/>
                      <a:pt x="1416" y="1249"/>
                      <a:pt x="1382" y="1212"/>
                    </a:cubicBezTo>
                    <a:lnTo>
                      <a:pt x="1055" y="867"/>
                    </a:lnTo>
                    <a:lnTo>
                      <a:pt x="1500" y="864"/>
                    </a:lnTo>
                    <a:cubicBezTo>
                      <a:pt x="1614" y="864"/>
                      <a:pt x="1614" y="691"/>
                      <a:pt x="1500" y="691"/>
                    </a:cubicBezTo>
                    <a:lnTo>
                      <a:pt x="1500" y="694"/>
                    </a:lnTo>
                    <a:lnTo>
                      <a:pt x="1170" y="697"/>
                    </a:lnTo>
                    <a:lnTo>
                      <a:pt x="1515" y="454"/>
                    </a:lnTo>
                    <a:cubicBezTo>
                      <a:pt x="1586" y="400"/>
                      <a:pt x="1536" y="300"/>
                      <a:pt x="1465" y="300"/>
                    </a:cubicBezTo>
                    <a:cubicBezTo>
                      <a:pt x="1451" y="300"/>
                      <a:pt x="1435" y="305"/>
                      <a:pt x="1419" y="315"/>
                    </a:cubicBezTo>
                    <a:lnTo>
                      <a:pt x="948" y="642"/>
                    </a:lnTo>
                    <a:lnTo>
                      <a:pt x="954" y="87"/>
                    </a:lnTo>
                    <a:cubicBezTo>
                      <a:pt x="954" y="40"/>
                      <a:pt x="914" y="3"/>
                      <a:pt x="8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8525457" y="4576640"/>
                <a:ext cx="173330" cy="167924"/>
              </a:xfrm>
              <a:custGeom>
                <a:avLst/>
                <a:gdLst/>
                <a:ahLst/>
                <a:cxnLst/>
                <a:rect l="l" t="t" r="r" b="b"/>
                <a:pathLst>
                  <a:path w="2725" h="2640" extrusionOk="0">
                    <a:moveTo>
                      <a:pt x="889" y="243"/>
                    </a:moveTo>
                    <a:cubicBezTo>
                      <a:pt x="988" y="326"/>
                      <a:pt x="1151" y="474"/>
                      <a:pt x="1370" y="681"/>
                    </a:cubicBezTo>
                    <a:cubicBezTo>
                      <a:pt x="1244" y="739"/>
                      <a:pt x="1108" y="807"/>
                      <a:pt x="960" y="884"/>
                    </a:cubicBezTo>
                    <a:cubicBezTo>
                      <a:pt x="914" y="557"/>
                      <a:pt x="895" y="358"/>
                      <a:pt x="889" y="243"/>
                    </a:cubicBezTo>
                    <a:close/>
                    <a:moveTo>
                      <a:pt x="2227" y="520"/>
                    </a:moveTo>
                    <a:lnTo>
                      <a:pt x="2227" y="520"/>
                    </a:lnTo>
                    <a:cubicBezTo>
                      <a:pt x="2172" y="708"/>
                      <a:pt x="2101" y="890"/>
                      <a:pt x="2018" y="1066"/>
                    </a:cubicBezTo>
                    <a:cubicBezTo>
                      <a:pt x="1904" y="955"/>
                      <a:pt x="1786" y="841"/>
                      <a:pt x="1672" y="730"/>
                    </a:cubicBezTo>
                    <a:cubicBezTo>
                      <a:pt x="1996" y="585"/>
                      <a:pt x="2150" y="536"/>
                      <a:pt x="2227" y="520"/>
                    </a:cubicBezTo>
                    <a:close/>
                    <a:moveTo>
                      <a:pt x="827" y="1143"/>
                    </a:moveTo>
                    <a:cubicBezTo>
                      <a:pt x="849" y="1298"/>
                      <a:pt x="877" y="1455"/>
                      <a:pt x="904" y="1609"/>
                    </a:cubicBezTo>
                    <a:cubicBezTo>
                      <a:pt x="497" y="1544"/>
                      <a:pt x="318" y="1489"/>
                      <a:pt x="241" y="1455"/>
                    </a:cubicBezTo>
                    <a:cubicBezTo>
                      <a:pt x="358" y="1390"/>
                      <a:pt x="577" y="1273"/>
                      <a:pt x="827" y="1143"/>
                    </a:cubicBezTo>
                    <a:close/>
                    <a:moveTo>
                      <a:pt x="1506" y="810"/>
                    </a:moveTo>
                    <a:cubicBezTo>
                      <a:pt x="1651" y="946"/>
                      <a:pt x="1802" y="1094"/>
                      <a:pt x="1941" y="1233"/>
                    </a:cubicBezTo>
                    <a:cubicBezTo>
                      <a:pt x="1867" y="1396"/>
                      <a:pt x="1786" y="1557"/>
                      <a:pt x="1706" y="1711"/>
                    </a:cubicBezTo>
                    <a:cubicBezTo>
                      <a:pt x="1478" y="1689"/>
                      <a:pt x="1268" y="1661"/>
                      <a:pt x="1086" y="1637"/>
                    </a:cubicBezTo>
                    <a:lnTo>
                      <a:pt x="1083" y="1637"/>
                    </a:lnTo>
                    <a:cubicBezTo>
                      <a:pt x="1049" y="1449"/>
                      <a:pt x="1015" y="1251"/>
                      <a:pt x="988" y="1063"/>
                    </a:cubicBezTo>
                    <a:cubicBezTo>
                      <a:pt x="1179" y="968"/>
                      <a:pt x="1352" y="881"/>
                      <a:pt x="1506" y="810"/>
                    </a:cubicBezTo>
                    <a:close/>
                    <a:moveTo>
                      <a:pt x="2070" y="1362"/>
                    </a:moveTo>
                    <a:cubicBezTo>
                      <a:pt x="2280" y="1578"/>
                      <a:pt x="2394" y="1708"/>
                      <a:pt x="2453" y="1779"/>
                    </a:cubicBezTo>
                    <a:cubicBezTo>
                      <a:pt x="2314" y="1769"/>
                      <a:pt x="2110" y="1751"/>
                      <a:pt x="1888" y="1729"/>
                    </a:cubicBezTo>
                    <a:cubicBezTo>
                      <a:pt x="1950" y="1612"/>
                      <a:pt x="2012" y="1486"/>
                      <a:pt x="2070" y="1362"/>
                    </a:cubicBezTo>
                    <a:close/>
                    <a:moveTo>
                      <a:pt x="1117" y="1816"/>
                    </a:moveTo>
                    <a:lnTo>
                      <a:pt x="1117" y="1816"/>
                    </a:lnTo>
                    <a:cubicBezTo>
                      <a:pt x="1268" y="1834"/>
                      <a:pt x="1438" y="1856"/>
                      <a:pt x="1620" y="1874"/>
                    </a:cubicBezTo>
                    <a:cubicBezTo>
                      <a:pt x="1438" y="2207"/>
                      <a:pt x="1321" y="2371"/>
                      <a:pt x="1259" y="2436"/>
                    </a:cubicBezTo>
                    <a:cubicBezTo>
                      <a:pt x="1231" y="2340"/>
                      <a:pt x="1182" y="2143"/>
                      <a:pt x="1117" y="1816"/>
                    </a:cubicBezTo>
                    <a:close/>
                    <a:moveTo>
                      <a:pt x="826" y="0"/>
                    </a:moveTo>
                    <a:cubicBezTo>
                      <a:pt x="798" y="0"/>
                      <a:pt x="770" y="10"/>
                      <a:pt x="750" y="30"/>
                    </a:cubicBezTo>
                    <a:cubicBezTo>
                      <a:pt x="719" y="67"/>
                      <a:pt x="673" y="119"/>
                      <a:pt x="799" y="968"/>
                    </a:cubicBezTo>
                    <a:cubicBezTo>
                      <a:pt x="395" y="1174"/>
                      <a:pt x="65" y="1356"/>
                      <a:pt x="62" y="1356"/>
                    </a:cubicBezTo>
                    <a:cubicBezTo>
                      <a:pt x="38" y="1372"/>
                      <a:pt x="22" y="1393"/>
                      <a:pt x="19" y="1421"/>
                    </a:cubicBezTo>
                    <a:cubicBezTo>
                      <a:pt x="1" y="1557"/>
                      <a:pt x="149" y="1668"/>
                      <a:pt x="938" y="1788"/>
                    </a:cubicBezTo>
                    <a:cubicBezTo>
                      <a:pt x="988" y="2059"/>
                      <a:pt x="1071" y="2466"/>
                      <a:pt x="1129" y="2574"/>
                    </a:cubicBezTo>
                    <a:cubicBezTo>
                      <a:pt x="1148" y="2615"/>
                      <a:pt x="1188" y="2639"/>
                      <a:pt x="1234" y="2639"/>
                    </a:cubicBezTo>
                    <a:cubicBezTo>
                      <a:pt x="1290" y="2639"/>
                      <a:pt x="1404" y="2639"/>
                      <a:pt x="1802" y="1893"/>
                    </a:cubicBezTo>
                    <a:cubicBezTo>
                      <a:pt x="2144" y="1930"/>
                      <a:pt x="2453" y="1951"/>
                      <a:pt x="2573" y="1961"/>
                    </a:cubicBezTo>
                    <a:cubicBezTo>
                      <a:pt x="2616" y="1961"/>
                      <a:pt x="2656" y="1939"/>
                      <a:pt x="2675" y="1902"/>
                    </a:cubicBezTo>
                    <a:cubicBezTo>
                      <a:pt x="2702" y="1837"/>
                      <a:pt x="2724" y="1785"/>
                      <a:pt x="2144" y="1199"/>
                    </a:cubicBezTo>
                    <a:cubicBezTo>
                      <a:pt x="2274" y="912"/>
                      <a:pt x="2416" y="573"/>
                      <a:pt x="2406" y="459"/>
                    </a:cubicBezTo>
                    <a:cubicBezTo>
                      <a:pt x="2403" y="406"/>
                      <a:pt x="2363" y="344"/>
                      <a:pt x="2264" y="344"/>
                    </a:cubicBezTo>
                    <a:cubicBezTo>
                      <a:pt x="2194" y="344"/>
                      <a:pt x="2039" y="372"/>
                      <a:pt x="1537" y="604"/>
                    </a:cubicBezTo>
                    <a:cubicBezTo>
                      <a:pt x="1305" y="385"/>
                      <a:pt x="941" y="48"/>
                      <a:pt x="870" y="8"/>
                    </a:cubicBezTo>
                    <a:cubicBezTo>
                      <a:pt x="856" y="3"/>
                      <a:pt x="841" y="0"/>
                      <a:pt x="8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8414295" y="4897906"/>
                <a:ext cx="122063" cy="122635"/>
              </a:xfrm>
              <a:custGeom>
                <a:avLst/>
                <a:gdLst/>
                <a:ahLst/>
                <a:cxnLst/>
                <a:rect l="l" t="t" r="r" b="b"/>
                <a:pathLst>
                  <a:path w="1919" h="1928" extrusionOk="0">
                    <a:moveTo>
                      <a:pt x="1024" y="247"/>
                    </a:moveTo>
                    <a:cubicBezTo>
                      <a:pt x="1049" y="330"/>
                      <a:pt x="1076" y="438"/>
                      <a:pt x="1095" y="512"/>
                    </a:cubicBezTo>
                    <a:cubicBezTo>
                      <a:pt x="1141" y="700"/>
                      <a:pt x="1150" y="747"/>
                      <a:pt x="1175" y="777"/>
                    </a:cubicBezTo>
                    <a:cubicBezTo>
                      <a:pt x="1200" y="811"/>
                      <a:pt x="1237" y="827"/>
                      <a:pt x="1425" y="895"/>
                    </a:cubicBezTo>
                    <a:cubicBezTo>
                      <a:pt x="1490" y="919"/>
                      <a:pt x="1595" y="953"/>
                      <a:pt x="1669" y="987"/>
                    </a:cubicBezTo>
                    <a:cubicBezTo>
                      <a:pt x="1561" y="1033"/>
                      <a:pt x="1391" y="1098"/>
                      <a:pt x="1237" y="1154"/>
                    </a:cubicBezTo>
                    <a:cubicBezTo>
                      <a:pt x="1212" y="1160"/>
                      <a:pt x="1194" y="1178"/>
                      <a:pt x="1184" y="1200"/>
                    </a:cubicBezTo>
                    <a:cubicBezTo>
                      <a:pt x="1110" y="1376"/>
                      <a:pt x="1015" y="1573"/>
                      <a:pt x="953" y="1687"/>
                    </a:cubicBezTo>
                    <a:cubicBezTo>
                      <a:pt x="910" y="1567"/>
                      <a:pt x="848" y="1354"/>
                      <a:pt x="802" y="1169"/>
                    </a:cubicBezTo>
                    <a:cubicBezTo>
                      <a:pt x="796" y="1135"/>
                      <a:pt x="768" y="1111"/>
                      <a:pt x="737" y="1104"/>
                    </a:cubicBezTo>
                    <a:cubicBezTo>
                      <a:pt x="558" y="1074"/>
                      <a:pt x="352" y="1024"/>
                      <a:pt x="241" y="993"/>
                    </a:cubicBezTo>
                    <a:cubicBezTo>
                      <a:pt x="416" y="901"/>
                      <a:pt x="595" y="818"/>
                      <a:pt x="780" y="747"/>
                    </a:cubicBezTo>
                    <a:cubicBezTo>
                      <a:pt x="805" y="737"/>
                      <a:pt x="820" y="719"/>
                      <a:pt x="830" y="697"/>
                    </a:cubicBezTo>
                    <a:cubicBezTo>
                      <a:pt x="888" y="543"/>
                      <a:pt x="953" y="392"/>
                      <a:pt x="1024" y="247"/>
                    </a:cubicBezTo>
                    <a:close/>
                    <a:moveTo>
                      <a:pt x="1046" y="0"/>
                    </a:moveTo>
                    <a:cubicBezTo>
                      <a:pt x="990" y="0"/>
                      <a:pt x="913" y="0"/>
                      <a:pt x="682" y="602"/>
                    </a:cubicBezTo>
                    <a:cubicBezTo>
                      <a:pt x="40" y="861"/>
                      <a:pt x="15" y="944"/>
                      <a:pt x="6" y="981"/>
                    </a:cubicBezTo>
                    <a:cubicBezTo>
                      <a:pt x="0" y="1012"/>
                      <a:pt x="6" y="1043"/>
                      <a:pt x="22" y="1067"/>
                    </a:cubicBezTo>
                    <a:cubicBezTo>
                      <a:pt x="40" y="1092"/>
                      <a:pt x="86" y="1157"/>
                      <a:pt x="651" y="1265"/>
                    </a:cubicBezTo>
                    <a:cubicBezTo>
                      <a:pt x="817" y="1928"/>
                      <a:pt x="876" y="1928"/>
                      <a:pt x="941" y="1928"/>
                    </a:cubicBezTo>
                    <a:lnTo>
                      <a:pt x="944" y="1928"/>
                    </a:lnTo>
                    <a:cubicBezTo>
                      <a:pt x="996" y="1925"/>
                      <a:pt x="1055" y="1922"/>
                      <a:pt x="1326" y="1302"/>
                    </a:cubicBezTo>
                    <a:cubicBezTo>
                      <a:pt x="1496" y="1243"/>
                      <a:pt x="1817" y="1123"/>
                      <a:pt x="1881" y="1064"/>
                    </a:cubicBezTo>
                    <a:cubicBezTo>
                      <a:pt x="1906" y="1040"/>
                      <a:pt x="1918" y="1006"/>
                      <a:pt x="1915" y="972"/>
                    </a:cubicBezTo>
                    <a:cubicBezTo>
                      <a:pt x="1900" y="892"/>
                      <a:pt x="1814" y="851"/>
                      <a:pt x="1484" y="734"/>
                    </a:cubicBezTo>
                    <a:cubicBezTo>
                      <a:pt x="1422" y="710"/>
                      <a:pt x="1345" y="685"/>
                      <a:pt x="1314" y="669"/>
                    </a:cubicBezTo>
                    <a:cubicBezTo>
                      <a:pt x="1299" y="629"/>
                      <a:pt x="1280" y="543"/>
                      <a:pt x="1261" y="472"/>
                    </a:cubicBezTo>
                    <a:cubicBezTo>
                      <a:pt x="1203" y="241"/>
                      <a:pt x="1166" y="96"/>
                      <a:pt x="1126" y="40"/>
                    </a:cubicBezTo>
                    <a:cubicBezTo>
                      <a:pt x="1104" y="16"/>
                      <a:pt x="1076" y="0"/>
                      <a:pt x="104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 name="Google Shape;20;p2"/>
              <p:cNvGrpSpPr/>
              <p:nvPr/>
            </p:nvGrpSpPr>
            <p:grpSpPr>
              <a:xfrm>
                <a:off x="7936358" y="4836871"/>
                <a:ext cx="405379" cy="244724"/>
                <a:chOff x="8838794" y="3786045"/>
                <a:chExt cx="326497" cy="197120"/>
              </a:xfrm>
            </p:grpSpPr>
            <p:sp>
              <p:nvSpPr>
                <p:cNvPr id="21" name="Google Shape;21;p2"/>
                <p:cNvSpPr/>
                <p:nvPr/>
              </p:nvSpPr>
              <p:spPr>
                <a:xfrm>
                  <a:off x="8838794" y="3786045"/>
                  <a:ext cx="326497" cy="197120"/>
                </a:xfrm>
                <a:custGeom>
                  <a:avLst/>
                  <a:gdLst/>
                  <a:ahLst/>
                  <a:cxnLst/>
                  <a:rect l="l" t="t" r="r" b="b"/>
                  <a:pathLst>
                    <a:path w="5133" h="3099" extrusionOk="0">
                      <a:moveTo>
                        <a:pt x="1910" y="1"/>
                      </a:moveTo>
                      <a:cubicBezTo>
                        <a:pt x="954" y="1"/>
                        <a:pt x="0" y="927"/>
                        <a:pt x="0" y="927"/>
                      </a:cubicBezTo>
                      <a:cubicBezTo>
                        <a:pt x="0" y="927"/>
                        <a:pt x="484" y="2118"/>
                        <a:pt x="1515" y="2537"/>
                      </a:cubicBezTo>
                      <a:cubicBezTo>
                        <a:pt x="1669" y="2600"/>
                        <a:pt x="1827" y="2627"/>
                        <a:pt x="1985" y="2627"/>
                      </a:cubicBezTo>
                      <a:cubicBezTo>
                        <a:pt x="2875" y="2627"/>
                        <a:pt x="3735" y="1769"/>
                        <a:pt x="3735" y="1769"/>
                      </a:cubicBezTo>
                      <a:cubicBezTo>
                        <a:pt x="3735" y="1769"/>
                        <a:pt x="3920" y="2997"/>
                        <a:pt x="4821" y="3099"/>
                      </a:cubicBezTo>
                      <a:cubicBezTo>
                        <a:pt x="4821" y="3099"/>
                        <a:pt x="4867" y="1779"/>
                        <a:pt x="4263" y="1581"/>
                      </a:cubicBezTo>
                      <a:cubicBezTo>
                        <a:pt x="4263" y="1581"/>
                        <a:pt x="4883" y="1412"/>
                        <a:pt x="5132" y="252"/>
                      </a:cubicBezTo>
                      <a:cubicBezTo>
                        <a:pt x="5132" y="252"/>
                        <a:pt x="5075" y="235"/>
                        <a:pt x="4980" y="235"/>
                      </a:cubicBezTo>
                      <a:cubicBezTo>
                        <a:pt x="4722" y="235"/>
                        <a:pt x="4186" y="362"/>
                        <a:pt x="3769" y="1307"/>
                      </a:cubicBezTo>
                      <a:cubicBezTo>
                        <a:pt x="3769" y="1307"/>
                        <a:pt x="3526" y="576"/>
                        <a:pt x="2428" y="104"/>
                      </a:cubicBezTo>
                      <a:cubicBezTo>
                        <a:pt x="2259" y="31"/>
                        <a:pt x="2085" y="1"/>
                        <a:pt x="191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936049" y="3802329"/>
                  <a:ext cx="54257" cy="119646"/>
                </a:xfrm>
                <a:custGeom>
                  <a:avLst/>
                  <a:gdLst/>
                  <a:ahLst/>
                  <a:cxnLst/>
                  <a:rect l="l" t="t" r="r" b="b"/>
                  <a:pathLst>
                    <a:path w="853" h="1881" extrusionOk="0">
                      <a:moveTo>
                        <a:pt x="122" y="0"/>
                      </a:moveTo>
                      <a:cubicBezTo>
                        <a:pt x="60" y="0"/>
                        <a:pt x="0" y="74"/>
                        <a:pt x="53" y="141"/>
                      </a:cubicBezTo>
                      <a:cubicBezTo>
                        <a:pt x="57" y="150"/>
                        <a:pt x="646" y="949"/>
                        <a:pt x="131" y="1751"/>
                      </a:cubicBezTo>
                      <a:cubicBezTo>
                        <a:pt x="106" y="1788"/>
                        <a:pt x="118" y="1843"/>
                        <a:pt x="155" y="1868"/>
                      </a:cubicBezTo>
                      <a:cubicBezTo>
                        <a:pt x="171" y="1877"/>
                        <a:pt x="186" y="1881"/>
                        <a:pt x="202" y="1881"/>
                      </a:cubicBezTo>
                      <a:cubicBezTo>
                        <a:pt x="232" y="1881"/>
                        <a:pt x="260" y="1868"/>
                        <a:pt x="276" y="1840"/>
                      </a:cubicBezTo>
                      <a:cubicBezTo>
                        <a:pt x="852" y="943"/>
                        <a:pt x="198" y="48"/>
                        <a:pt x="189" y="39"/>
                      </a:cubicBezTo>
                      <a:cubicBezTo>
                        <a:pt x="171" y="11"/>
                        <a:pt x="146" y="0"/>
                        <a:pt x="122"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8884018" y="3819757"/>
                  <a:ext cx="39627" cy="39627"/>
                </a:xfrm>
                <a:custGeom>
                  <a:avLst/>
                  <a:gdLst/>
                  <a:ahLst/>
                  <a:cxnLst/>
                  <a:rect l="l" t="t" r="r" b="b"/>
                  <a:pathLst>
                    <a:path w="623" h="623" extrusionOk="0">
                      <a:moveTo>
                        <a:pt x="97" y="0"/>
                      </a:moveTo>
                      <a:cubicBezTo>
                        <a:pt x="49" y="0"/>
                        <a:pt x="1" y="36"/>
                        <a:pt x="11" y="98"/>
                      </a:cubicBezTo>
                      <a:cubicBezTo>
                        <a:pt x="20" y="169"/>
                        <a:pt x="88" y="530"/>
                        <a:pt x="270" y="610"/>
                      </a:cubicBezTo>
                      <a:cubicBezTo>
                        <a:pt x="289" y="616"/>
                        <a:pt x="310" y="623"/>
                        <a:pt x="332" y="623"/>
                      </a:cubicBezTo>
                      <a:cubicBezTo>
                        <a:pt x="356" y="623"/>
                        <a:pt x="381" y="616"/>
                        <a:pt x="406" y="604"/>
                      </a:cubicBezTo>
                      <a:cubicBezTo>
                        <a:pt x="538" y="530"/>
                        <a:pt x="600" y="231"/>
                        <a:pt x="615" y="141"/>
                      </a:cubicBezTo>
                      <a:cubicBezTo>
                        <a:pt x="622" y="80"/>
                        <a:pt x="575" y="45"/>
                        <a:pt x="528" y="45"/>
                      </a:cubicBezTo>
                      <a:cubicBezTo>
                        <a:pt x="492" y="45"/>
                        <a:pt x="456" y="65"/>
                        <a:pt x="446" y="111"/>
                      </a:cubicBezTo>
                      <a:cubicBezTo>
                        <a:pt x="421" y="268"/>
                        <a:pt x="359" y="431"/>
                        <a:pt x="338" y="453"/>
                      </a:cubicBezTo>
                      <a:cubicBezTo>
                        <a:pt x="276" y="425"/>
                        <a:pt x="205" y="234"/>
                        <a:pt x="181" y="74"/>
                      </a:cubicBezTo>
                      <a:cubicBezTo>
                        <a:pt x="172" y="23"/>
                        <a:pt x="135" y="0"/>
                        <a:pt x="97"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8847953" y="3866190"/>
                  <a:ext cx="46179" cy="18128"/>
                </a:xfrm>
                <a:custGeom>
                  <a:avLst/>
                  <a:gdLst/>
                  <a:ahLst/>
                  <a:cxnLst/>
                  <a:rect l="l" t="t" r="r" b="b"/>
                  <a:pathLst>
                    <a:path w="726" h="285" extrusionOk="0">
                      <a:moveTo>
                        <a:pt x="115" y="0"/>
                      </a:moveTo>
                      <a:cubicBezTo>
                        <a:pt x="57" y="0"/>
                        <a:pt x="1" y="62"/>
                        <a:pt x="41" y="130"/>
                      </a:cubicBezTo>
                      <a:cubicBezTo>
                        <a:pt x="78" y="198"/>
                        <a:pt x="183" y="284"/>
                        <a:pt x="356" y="284"/>
                      </a:cubicBezTo>
                      <a:cubicBezTo>
                        <a:pt x="451" y="284"/>
                        <a:pt x="547" y="260"/>
                        <a:pt x="633" y="220"/>
                      </a:cubicBezTo>
                      <a:cubicBezTo>
                        <a:pt x="725" y="179"/>
                        <a:pt x="682" y="54"/>
                        <a:pt x="600" y="54"/>
                      </a:cubicBezTo>
                      <a:cubicBezTo>
                        <a:pt x="588" y="54"/>
                        <a:pt x="576" y="56"/>
                        <a:pt x="563" y="62"/>
                      </a:cubicBezTo>
                      <a:cubicBezTo>
                        <a:pt x="475" y="102"/>
                        <a:pt x="406" y="116"/>
                        <a:pt x="353" y="116"/>
                      </a:cubicBezTo>
                      <a:cubicBezTo>
                        <a:pt x="240" y="116"/>
                        <a:pt x="195" y="54"/>
                        <a:pt x="186" y="44"/>
                      </a:cubicBezTo>
                      <a:cubicBezTo>
                        <a:pt x="168" y="13"/>
                        <a:pt x="141" y="0"/>
                        <a:pt x="115"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983309" y="3816768"/>
                  <a:ext cx="63862" cy="114621"/>
                </a:xfrm>
                <a:custGeom>
                  <a:avLst/>
                  <a:gdLst/>
                  <a:ahLst/>
                  <a:cxnLst/>
                  <a:rect l="l" t="t" r="r" b="b"/>
                  <a:pathLst>
                    <a:path w="1004" h="1802" extrusionOk="0">
                      <a:moveTo>
                        <a:pt x="454" y="0"/>
                      </a:moveTo>
                      <a:cubicBezTo>
                        <a:pt x="370" y="0"/>
                        <a:pt x="301" y="6"/>
                        <a:pt x="273" y="10"/>
                      </a:cubicBezTo>
                      <a:cubicBezTo>
                        <a:pt x="226" y="13"/>
                        <a:pt x="193" y="56"/>
                        <a:pt x="196" y="102"/>
                      </a:cubicBezTo>
                      <a:cubicBezTo>
                        <a:pt x="202" y="146"/>
                        <a:pt x="239" y="179"/>
                        <a:pt x="285" y="179"/>
                      </a:cubicBezTo>
                      <a:cubicBezTo>
                        <a:pt x="287" y="179"/>
                        <a:pt x="289" y="179"/>
                        <a:pt x="291" y="179"/>
                      </a:cubicBezTo>
                      <a:cubicBezTo>
                        <a:pt x="337" y="175"/>
                        <a:pt x="391" y="172"/>
                        <a:pt x="447" y="172"/>
                      </a:cubicBezTo>
                      <a:cubicBezTo>
                        <a:pt x="593" y="172"/>
                        <a:pt x="749" y="190"/>
                        <a:pt x="794" y="244"/>
                      </a:cubicBezTo>
                      <a:cubicBezTo>
                        <a:pt x="800" y="250"/>
                        <a:pt x="806" y="256"/>
                        <a:pt x="800" y="278"/>
                      </a:cubicBezTo>
                      <a:cubicBezTo>
                        <a:pt x="760" y="457"/>
                        <a:pt x="439" y="559"/>
                        <a:pt x="319" y="580"/>
                      </a:cubicBezTo>
                      <a:cubicBezTo>
                        <a:pt x="223" y="599"/>
                        <a:pt x="230" y="741"/>
                        <a:pt x="328" y="750"/>
                      </a:cubicBezTo>
                      <a:cubicBezTo>
                        <a:pt x="566" y="771"/>
                        <a:pt x="806" y="842"/>
                        <a:pt x="828" y="895"/>
                      </a:cubicBezTo>
                      <a:cubicBezTo>
                        <a:pt x="819" y="947"/>
                        <a:pt x="584" y="1034"/>
                        <a:pt x="307" y="1061"/>
                      </a:cubicBezTo>
                      <a:cubicBezTo>
                        <a:pt x="217" y="1067"/>
                        <a:pt x="199" y="1191"/>
                        <a:pt x="282" y="1225"/>
                      </a:cubicBezTo>
                      <a:cubicBezTo>
                        <a:pt x="424" y="1283"/>
                        <a:pt x="637" y="1404"/>
                        <a:pt x="671" y="1496"/>
                      </a:cubicBezTo>
                      <a:cubicBezTo>
                        <a:pt x="677" y="1509"/>
                        <a:pt x="677" y="1521"/>
                        <a:pt x="671" y="1533"/>
                      </a:cubicBezTo>
                      <a:cubicBezTo>
                        <a:pt x="635" y="1605"/>
                        <a:pt x="483" y="1631"/>
                        <a:pt x="331" y="1631"/>
                      </a:cubicBezTo>
                      <a:cubicBezTo>
                        <a:pt x="262" y="1631"/>
                        <a:pt x="192" y="1625"/>
                        <a:pt x="134" y="1616"/>
                      </a:cubicBezTo>
                      <a:cubicBezTo>
                        <a:pt x="128" y="1616"/>
                        <a:pt x="122" y="1615"/>
                        <a:pt x="117" y="1615"/>
                      </a:cubicBezTo>
                      <a:cubicBezTo>
                        <a:pt x="18" y="1615"/>
                        <a:pt x="1" y="1769"/>
                        <a:pt x="106" y="1786"/>
                      </a:cubicBezTo>
                      <a:cubicBezTo>
                        <a:pt x="183" y="1795"/>
                        <a:pt x="260" y="1802"/>
                        <a:pt x="338" y="1802"/>
                      </a:cubicBezTo>
                      <a:cubicBezTo>
                        <a:pt x="516" y="1802"/>
                        <a:pt x="745" y="1768"/>
                        <a:pt x="825" y="1607"/>
                      </a:cubicBezTo>
                      <a:cubicBezTo>
                        <a:pt x="853" y="1552"/>
                        <a:pt x="856" y="1487"/>
                        <a:pt x="831" y="1431"/>
                      </a:cubicBezTo>
                      <a:cubicBezTo>
                        <a:pt x="794" y="1336"/>
                        <a:pt x="692" y="1253"/>
                        <a:pt x="590" y="1188"/>
                      </a:cubicBezTo>
                      <a:cubicBezTo>
                        <a:pt x="772" y="1145"/>
                        <a:pt x="976" y="1064"/>
                        <a:pt x="998" y="916"/>
                      </a:cubicBezTo>
                      <a:cubicBezTo>
                        <a:pt x="1004" y="870"/>
                        <a:pt x="988" y="821"/>
                        <a:pt x="957" y="784"/>
                      </a:cubicBezTo>
                      <a:cubicBezTo>
                        <a:pt x="905" y="716"/>
                        <a:pt x="791" y="670"/>
                        <a:pt x="674" y="639"/>
                      </a:cubicBezTo>
                      <a:cubicBezTo>
                        <a:pt x="806" y="571"/>
                        <a:pt x="933" y="469"/>
                        <a:pt x="967" y="318"/>
                      </a:cubicBezTo>
                      <a:cubicBezTo>
                        <a:pt x="985" y="253"/>
                        <a:pt x="970" y="182"/>
                        <a:pt x="924" y="130"/>
                      </a:cubicBezTo>
                      <a:cubicBezTo>
                        <a:pt x="830" y="23"/>
                        <a:pt x="615" y="0"/>
                        <a:pt x="454"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26;p2"/>
              <p:cNvSpPr/>
              <p:nvPr/>
            </p:nvSpPr>
            <p:spPr>
              <a:xfrm>
                <a:off x="8867365" y="4967640"/>
                <a:ext cx="75629" cy="75566"/>
              </a:xfrm>
              <a:custGeom>
                <a:avLst/>
                <a:gdLst/>
                <a:ahLst/>
                <a:cxnLst/>
                <a:rect l="l" t="t" r="r" b="b"/>
                <a:pathLst>
                  <a:path w="1189" h="1188" extrusionOk="0">
                    <a:moveTo>
                      <a:pt x="596" y="173"/>
                    </a:moveTo>
                    <a:cubicBezTo>
                      <a:pt x="707" y="173"/>
                      <a:pt x="815" y="220"/>
                      <a:pt x="892" y="300"/>
                    </a:cubicBezTo>
                    <a:cubicBezTo>
                      <a:pt x="1157" y="565"/>
                      <a:pt x="969" y="1015"/>
                      <a:pt x="596" y="1015"/>
                    </a:cubicBezTo>
                    <a:lnTo>
                      <a:pt x="596" y="1102"/>
                    </a:lnTo>
                    <a:lnTo>
                      <a:pt x="593" y="1015"/>
                    </a:lnTo>
                    <a:cubicBezTo>
                      <a:pt x="365" y="1009"/>
                      <a:pt x="186" y="821"/>
                      <a:pt x="186" y="593"/>
                    </a:cubicBezTo>
                    <a:cubicBezTo>
                      <a:pt x="186" y="364"/>
                      <a:pt x="368" y="179"/>
                      <a:pt x="596" y="173"/>
                    </a:cubicBezTo>
                    <a:close/>
                    <a:moveTo>
                      <a:pt x="593" y="1"/>
                    </a:moveTo>
                    <a:cubicBezTo>
                      <a:pt x="266" y="1"/>
                      <a:pt x="1" y="266"/>
                      <a:pt x="1" y="593"/>
                    </a:cubicBezTo>
                    <a:cubicBezTo>
                      <a:pt x="1" y="920"/>
                      <a:pt x="266" y="1188"/>
                      <a:pt x="593" y="1188"/>
                    </a:cubicBezTo>
                    <a:lnTo>
                      <a:pt x="596" y="1188"/>
                    </a:lnTo>
                    <a:cubicBezTo>
                      <a:pt x="923" y="1188"/>
                      <a:pt x="1188" y="920"/>
                      <a:pt x="1185" y="593"/>
                    </a:cubicBezTo>
                    <a:cubicBezTo>
                      <a:pt x="1185" y="266"/>
                      <a:pt x="920" y="1"/>
                      <a:pt x="59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965298" y="4268210"/>
                <a:ext cx="82881" cy="75566"/>
              </a:xfrm>
              <a:custGeom>
                <a:avLst/>
                <a:gdLst/>
                <a:ahLst/>
                <a:cxnLst/>
                <a:rect l="l" t="t" r="r" b="b"/>
                <a:pathLst>
                  <a:path w="1303" h="1188" extrusionOk="0">
                    <a:moveTo>
                      <a:pt x="710" y="173"/>
                    </a:moveTo>
                    <a:cubicBezTo>
                      <a:pt x="941" y="173"/>
                      <a:pt x="1129" y="364"/>
                      <a:pt x="1129" y="595"/>
                    </a:cubicBezTo>
                    <a:cubicBezTo>
                      <a:pt x="1126" y="827"/>
                      <a:pt x="938" y="1012"/>
                      <a:pt x="707" y="1015"/>
                    </a:cubicBezTo>
                    <a:cubicBezTo>
                      <a:pt x="476" y="1015"/>
                      <a:pt x="287" y="823"/>
                      <a:pt x="287" y="592"/>
                    </a:cubicBezTo>
                    <a:cubicBezTo>
                      <a:pt x="287" y="358"/>
                      <a:pt x="479" y="173"/>
                      <a:pt x="710" y="173"/>
                    </a:cubicBezTo>
                    <a:close/>
                    <a:moveTo>
                      <a:pt x="712" y="1"/>
                    </a:moveTo>
                    <a:cubicBezTo>
                      <a:pt x="485" y="1"/>
                      <a:pt x="263" y="130"/>
                      <a:pt x="164" y="364"/>
                    </a:cubicBezTo>
                    <a:cubicBezTo>
                      <a:pt x="1" y="752"/>
                      <a:pt x="284" y="1184"/>
                      <a:pt x="707" y="1187"/>
                    </a:cubicBezTo>
                    <a:lnTo>
                      <a:pt x="710" y="1187"/>
                    </a:lnTo>
                    <a:cubicBezTo>
                      <a:pt x="1034" y="1187"/>
                      <a:pt x="1299" y="922"/>
                      <a:pt x="1302" y="595"/>
                    </a:cubicBezTo>
                    <a:cubicBezTo>
                      <a:pt x="1302" y="438"/>
                      <a:pt x="1240" y="287"/>
                      <a:pt x="1129" y="176"/>
                    </a:cubicBezTo>
                    <a:cubicBezTo>
                      <a:pt x="1012" y="57"/>
                      <a:pt x="861" y="1"/>
                      <a:pt x="7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 name="Google Shape;28;p2"/>
              <p:cNvGrpSpPr/>
              <p:nvPr/>
            </p:nvGrpSpPr>
            <p:grpSpPr>
              <a:xfrm>
                <a:off x="8711014" y="3767669"/>
                <a:ext cx="388320" cy="384805"/>
                <a:chOff x="10649934" y="1571625"/>
                <a:chExt cx="449705" cy="445634"/>
              </a:xfrm>
            </p:grpSpPr>
            <p:sp>
              <p:nvSpPr>
                <p:cNvPr id="29" name="Google Shape;29;p2"/>
                <p:cNvSpPr/>
                <p:nvPr/>
              </p:nvSpPr>
              <p:spPr>
                <a:xfrm>
                  <a:off x="10649934" y="1571625"/>
                  <a:ext cx="449705" cy="445634"/>
                </a:xfrm>
                <a:custGeom>
                  <a:avLst/>
                  <a:gdLst/>
                  <a:ahLst/>
                  <a:cxnLst/>
                  <a:rect l="l" t="t" r="r" b="b"/>
                  <a:pathLst>
                    <a:path w="7070" h="7006" extrusionOk="0">
                      <a:moveTo>
                        <a:pt x="3541" y="217"/>
                      </a:moveTo>
                      <a:cubicBezTo>
                        <a:pt x="3631" y="377"/>
                        <a:pt x="3809" y="793"/>
                        <a:pt x="3948" y="1161"/>
                      </a:cubicBezTo>
                      <a:cubicBezTo>
                        <a:pt x="3958" y="1182"/>
                        <a:pt x="3976" y="1201"/>
                        <a:pt x="4001" y="1210"/>
                      </a:cubicBezTo>
                      <a:cubicBezTo>
                        <a:pt x="4009" y="1214"/>
                        <a:pt x="4019" y="1215"/>
                        <a:pt x="4028" y="1215"/>
                      </a:cubicBezTo>
                      <a:cubicBezTo>
                        <a:pt x="4043" y="1215"/>
                        <a:pt x="4059" y="1211"/>
                        <a:pt x="4072" y="1204"/>
                      </a:cubicBezTo>
                      <a:cubicBezTo>
                        <a:pt x="4414" y="1016"/>
                        <a:pt x="4941" y="750"/>
                        <a:pt x="5077" y="726"/>
                      </a:cubicBezTo>
                      <a:lnTo>
                        <a:pt x="5077" y="726"/>
                      </a:lnTo>
                      <a:cubicBezTo>
                        <a:pt x="5093" y="846"/>
                        <a:pt x="5019" y="1262"/>
                        <a:pt x="4932" y="1611"/>
                      </a:cubicBezTo>
                      <a:cubicBezTo>
                        <a:pt x="4918" y="1665"/>
                        <a:pt x="4959" y="1717"/>
                        <a:pt x="5014" y="1717"/>
                      </a:cubicBezTo>
                      <a:cubicBezTo>
                        <a:pt x="5019" y="1717"/>
                        <a:pt x="5023" y="1716"/>
                        <a:pt x="5028" y="1716"/>
                      </a:cubicBezTo>
                      <a:cubicBezTo>
                        <a:pt x="5034" y="1716"/>
                        <a:pt x="5737" y="1611"/>
                        <a:pt x="6095" y="1611"/>
                      </a:cubicBezTo>
                      <a:cubicBezTo>
                        <a:pt x="6135" y="1611"/>
                        <a:pt x="6175" y="1614"/>
                        <a:pt x="6215" y="1617"/>
                      </a:cubicBezTo>
                      <a:cubicBezTo>
                        <a:pt x="6169" y="1762"/>
                        <a:pt x="5975" y="2166"/>
                        <a:pt x="5790" y="2521"/>
                      </a:cubicBezTo>
                      <a:cubicBezTo>
                        <a:pt x="5765" y="2570"/>
                        <a:pt x="5790" y="2629"/>
                        <a:pt x="5842" y="2641"/>
                      </a:cubicBezTo>
                      <a:cubicBezTo>
                        <a:pt x="6252" y="2755"/>
                        <a:pt x="6727" y="2919"/>
                        <a:pt x="6820" y="2990"/>
                      </a:cubicBezTo>
                      <a:cubicBezTo>
                        <a:pt x="6755" y="3107"/>
                        <a:pt x="6329" y="3455"/>
                        <a:pt x="5950" y="3727"/>
                      </a:cubicBezTo>
                      <a:cubicBezTo>
                        <a:pt x="5904" y="3764"/>
                        <a:pt x="5904" y="3835"/>
                        <a:pt x="5953" y="3869"/>
                      </a:cubicBezTo>
                      <a:cubicBezTo>
                        <a:pt x="6385" y="4158"/>
                        <a:pt x="6755" y="4495"/>
                        <a:pt x="6752" y="4584"/>
                      </a:cubicBezTo>
                      <a:cubicBezTo>
                        <a:pt x="6706" y="4677"/>
                        <a:pt x="6172" y="4834"/>
                        <a:pt x="5583" y="4933"/>
                      </a:cubicBezTo>
                      <a:cubicBezTo>
                        <a:pt x="5524" y="4942"/>
                        <a:pt x="5493" y="5007"/>
                        <a:pt x="5521" y="5059"/>
                      </a:cubicBezTo>
                      <a:cubicBezTo>
                        <a:pt x="5719" y="5411"/>
                        <a:pt x="5913" y="5846"/>
                        <a:pt x="5907" y="5957"/>
                      </a:cubicBezTo>
                      <a:cubicBezTo>
                        <a:pt x="5871" y="5966"/>
                        <a:pt x="5836" y="5970"/>
                        <a:pt x="5801" y="5970"/>
                      </a:cubicBezTo>
                      <a:cubicBezTo>
                        <a:pt x="5790" y="5970"/>
                        <a:pt x="5779" y="5970"/>
                        <a:pt x="5768" y="5969"/>
                      </a:cubicBezTo>
                      <a:cubicBezTo>
                        <a:pt x="5444" y="5969"/>
                        <a:pt x="4846" y="5842"/>
                        <a:pt x="4840" y="5842"/>
                      </a:cubicBezTo>
                      <a:cubicBezTo>
                        <a:pt x="4833" y="5841"/>
                        <a:pt x="4827" y="5841"/>
                        <a:pt x="4821" y="5841"/>
                      </a:cubicBezTo>
                      <a:cubicBezTo>
                        <a:pt x="4785" y="5841"/>
                        <a:pt x="4752" y="5864"/>
                        <a:pt x="4741" y="5898"/>
                      </a:cubicBezTo>
                      <a:cubicBezTo>
                        <a:pt x="4624" y="6265"/>
                        <a:pt x="4470" y="6684"/>
                        <a:pt x="4399" y="6817"/>
                      </a:cubicBezTo>
                      <a:cubicBezTo>
                        <a:pt x="4272" y="6721"/>
                        <a:pt x="3951" y="6327"/>
                        <a:pt x="3692" y="5972"/>
                      </a:cubicBezTo>
                      <a:cubicBezTo>
                        <a:pt x="3680" y="5950"/>
                        <a:pt x="3655" y="5938"/>
                        <a:pt x="3631" y="5938"/>
                      </a:cubicBezTo>
                      <a:lnTo>
                        <a:pt x="3624" y="5938"/>
                      </a:lnTo>
                      <a:cubicBezTo>
                        <a:pt x="3622" y="5938"/>
                        <a:pt x="3619" y="5937"/>
                        <a:pt x="3616" y="5937"/>
                      </a:cubicBezTo>
                      <a:cubicBezTo>
                        <a:pt x="3597" y="5937"/>
                        <a:pt x="3576" y="5946"/>
                        <a:pt x="3563" y="5960"/>
                      </a:cubicBezTo>
                      <a:cubicBezTo>
                        <a:pt x="3245" y="6277"/>
                        <a:pt x="2863" y="6632"/>
                        <a:pt x="2727" y="6728"/>
                      </a:cubicBezTo>
                      <a:cubicBezTo>
                        <a:pt x="2684" y="6580"/>
                        <a:pt x="2607" y="6206"/>
                        <a:pt x="2548" y="5870"/>
                      </a:cubicBezTo>
                      <a:cubicBezTo>
                        <a:pt x="2541" y="5827"/>
                        <a:pt x="2505" y="5799"/>
                        <a:pt x="2465" y="5799"/>
                      </a:cubicBezTo>
                      <a:cubicBezTo>
                        <a:pt x="2454" y="5799"/>
                        <a:pt x="2442" y="5801"/>
                        <a:pt x="2431" y="5805"/>
                      </a:cubicBezTo>
                      <a:cubicBezTo>
                        <a:pt x="2061" y="5950"/>
                        <a:pt x="1447" y="6176"/>
                        <a:pt x="1222" y="6216"/>
                      </a:cubicBezTo>
                      <a:cubicBezTo>
                        <a:pt x="1253" y="6037"/>
                        <a:pt x="1376" y="5562"/>
                        <a:pt x="1502" y="5136"/>
                      </a:cubicBezTo>
                      <a:cubicBezTo>
                        <a:pt x="1509" y="5111"/>
                        <a:pt x="1506" y="5090"/>
                        <a:pt x="1493" y="5068"/>
                      </a:cubicBezTo>
                      <a:cubicBezTo>
                        <a:pt x="1481" y="5050"/>
                        <a:pt x="1462" y="5034"/>
                        <a:pt x="1441" y="5028"/>
                      </a:cubicBezTo>
                      <a:cubicBezTo>
                        <a:pt x="987" y="4917"/>
                        <a:pt x="466" y="4763"/>
                        <a:pt x="324" y="4686"/>
                      </a:cubicBezTo>
                      <a:cubicBezTo>
                        <a:pt x="420" y="4566"/>
                        <a:pt x="802" y="4251"/>
                        <a:pt x="1142" y="4001"/>
                      </a:cubicBezTo>
                      <a:cubicBezTo>
                        <a:pt x="1163" y="3983"/>
                        <a:pt x="1179" y="3955"/>
                        <a:pt x="1175" y="3927"/>
                      </a:cubicBezTo>
                      <a:cubicBezTo>
                        <a:pt x="1175" y="3899"/>
                        <a:pt x="1160" y="3872"/>
                        <a:pt x="1132" y="3859"/>
                      </a:cubicBezTo>
                      <a:cubicBezTo>
                        <a:pt x="636" y="3572"/>
                        <a:pt x="204" y="3233"/>
                        <a:pt x="207" y="3134"/>
                      </a:cubicBezTo>
                      <a:cubicBezTo>
                        <a:pt x="222" y="3042"/>
                        <a:pt x="701" y="2857"/>
                        <a:pt x="1206" y="2740"/>
                      </a:cubicBezTo>
                      <a:cubicBezTo>
                        <a:pt x="1262" y="2727"/>
                        <a:pt x="1290" y="2666"/>
                        <a:pt x="1262" y="2616"/>
                      </a:cubicBezTo>
                      <a:cubicBezTo>
                        <a:pt x="1043" y="2203"/>
                        <a:pt x="812" y="1734"/>
                        <a:pt x="756" y="1558"/>
                      </a:cubicBezTo>
                      <a:lnTo>
                        <a:pt x="756" y="1558"/>
                      </a:lnTo>
                      <a:cubicBezTo>
                        <a:pt x="981" y="1577"/>
                        <a:pt x="1580" y="1716"/>
                        <a:pt x="1805" y="1774"/>
                      </a:cubicBezTo>
                      <a:cubicBezTo>
                        <a:pt x="1811" y="1776"/>
                        <a:pt x="1818" y="1777"/>
                        <a:pt x="1824" y="1777"/>
                      </a:cubicBezTo>
                      <a:cubicBezTo>
                        <a:pt x="1843" y="1777"/>
                        <a:pt x="1862" y="1770"/>
                        <a:pt x="1876" y="1759"/>
                      </a:cubicBezTo>
                      <a:cubicBezTo>
                        <a:pt x="1897" y="1743"/>
                        <a:pt x="1910" y="1719"/>
                        <a:pt x="1910" y="1694"/>
                      </a:cubicBezTo>
                      <a:cubicBezTo>
                        <a:pt x="1925" y="1241"/>
                        <a:pt x="1956" y="738"/>
                        <a:pt x="1990" y="562"/>
                      </a:cubicBezTo>
                      <a:cubicBezTo>
                        <a:pt x="2162" y="649"/>
                        <a:pt x="2644" y="954"/>
                        <a:pt x="3072" y="1238"/>
                      </a:cubicBezTo>
                      <a:cubicBezTo>
                        <a:pt x="3086" y="1247"/>
                        <a:pt x="3103" y="1253"/>
                        <a:pt x="3121" y="1253"/>
                      </a:cubicBezTo>
                      <a:cubicBezTo>
                        <a:pt x="3130" y="1253"/>
                        <a:pt x="3140" y="1251"/>
                        <a:pt x="3149" y="1247"/>
                      </a:cubicBezTo>
                      <a:cubicBezTo>
                        <a:pt x="3174" y="1238"/>
                        <a:pt x="3196" y="1219"/>
                        <a:pt x="3202" y="1191"/>
                      </a:cubicBezTo>
                      <a:cubicBezTo>
                        <a:pt x="3313" y="812"/>
                        <a:pt x="3461" y="380"/>
                        <a:pt x="3541" y="217"/>
                      </a:cubicBezTo>
                      <a:close/>
                      <a:moveTo>
                        <a:pt x="3541" y="1"/>
                      </a:moveTo>
                      <a:cubicBezTo>
                        <a:pt x="3476" y="1"/>
                        <a:pt x="3381" y="1"/>
                        <a:pt x="3072" y="1034"/>
                      </a:cubicBezTo>
                      <a:cubicBezTo>
                        <a:pt x="2403" y="593"/>
                        <a:pt x="2027" y="368"/>
                        <a:pt x="1943" y="368"/>
                      </a:cubicBezTo>
                      <a:cubicBezTo>
                        <a:pt x="1937" y="368"/>
                        <a:pt x="1928" y="371"/>
                        <a:pt x="1919" y="371"/>
                      </a:cubicBezTo>
                      <a:cubicBezTo>
                        <a:pt x="1854" y="389"/>
                        <a:pt x="1783" y="405"/>
                        <a:pt x="1743" y="1583"/>
                      </a:cubicBezTo>
                      <a:cubicBezTo>
                        <a:pt x="1499" y="1524"/>
                        <a:pt x="904" y="1386"/>
                        <a:pt x="713" y="1386"/>
                      </a:cubicBezTo>
                      <a:cubicBezTo>
                        <a:pt x="709" y="1385"/>
                        <a:pt x="704" y="1385"/>
                        <a:pt x="700" y="1385"/>
                      </a:cubicBezTo>
                      <a:cubicBezTo>
                        <a:pt x="670" y="1385"/>
                        <a:pt x="638" y="1394"/>
                        <a:pt x="614" y="1410"/>
                      </a:cubicBezTo>
                      <a:cubicBezTo>
                        <a:pt x="556" y="1457"/>
                        <a:pt x="482" y="1509"/>
                        <a:pt x="1058" y="2601"/>
                      </a:cubicBezTo>
                      <a:cubicBezTo>
                        <a:pt x="697" y="2690"/>
                        <a:pt x="77" y="2875"/>
                        <a:pt x="40" y="3110"/>
                      </a:cubicBezTo>
                      <a:cubicBezTo>
                        <a:pt x="0" y="3344"/>
                        <a:pt x="583" y="3733"/>
                        <a:pt x="935" y="3943"/>
                      </a:cubicBezTo>
                      <a:cubicBezTo>
                        <a:pt x="108" y="4562"/>
                        <a:pt x="127" y="4674"/>
                        <a:pt x="136" y="4723"/>
                      </a:cubicBezTo>
                      <a:cubicBezTo>
                        <a:pt x="145" y="4775"/>
                        <a:pt x="164" y="4889"/>
                        <a:pt x="1311" y="5176"/>
                      </a:cubicBezTo>
                      <a:cubicBezTo>
                        <a:pt x="1209" y="5534"/>
                        <a:pt x="1024" y="6194"/>
                        <a:pt x="1043" y="6308"/>
                      </a:cubicBezTo>
                      <a:cubicBezTo>
                        <a:pt x="1046" y="6327"/>
                        <a:pt x="1068" y="6395"/>
                        <a:pt x="1172" y="6395"/>
                      </a:cubicBezTo>
                      <a:cubicBezTo>
                        <a:pt x="1373" y="6395"/>
                        <a:pt x="2116" y="6114"/>
                        <a:pt x="2397" y="6006"/>
                      </a:cubicBezTo>
                      <a:cubicBezTo>
                        <a:pt x="2459" y="6342"/>
                        <a:pt x="2551" y="6811"/>
                        <a:pt x="2607" y="6885"/>
                      </a:cubicBezTo>
                      <a:cubicBezTo>
                        <a:pt x="2628" y="6910"/>
                        <a:pt x="2656" y="6922"/>
                        <a:pt x="2687" y="6925"/>
                      </a:cubicBezTo>
                      <a:cubicBezTo>
                        <a:pt x="2785" y="6925"/>
                        <a:pt x="3097" y="6666"/>
                        <a:pt x="3612" y="6154"/>
                      </a:cubicBezTo>
                      <a:cubicBezTo>
                        <a:pt x="4028" y="6718"/>
                        <a:pt x="4297" y="7005"/>
                        <a:pt x="4417" y="7005"/>
                      </a:cubicBezTo>
                      <a:cubicBezTo>
                        <a:pt x="4445" y="7005"/>
                        <a:pt x="4473" y="6996"/>
                        <a:pt x="4494" y="6974"/>
                      </a:cubicBezTo>
                      <a:cubicBezTo>
                        <a:pt x="4590" y="6882"/>
                        <a:pt x="4790" y="6296"/>
                        <a:pt x="4880" y="6028"/>
                      </a:cubicBezTo>
                      <a:cubicBezTo>
                        <a:pt x="5056" y="6061"/>
                        <a:pt x="5493" y="6142"/>
                        <a:pt x="5768" y="6142"/>
                      </a:cubicBezTo>
                      <a:cubicBezTo>
                        <a:pt x="5885" y="6142"/>
                        <a:pt x="6015" y="6129"/>
                        <a:pt x="6058" y="6043"/>
                      </a:cubicBezTo>
                      <a:cubicBezTo>
                        <a:pt x="6135" y="5889"/>
                        <a:pt x="5907" y="5414"/>
                        <a:pt x="5728" y="5081"/>
                      </a:cubicBezTo>
                      <a:cubicBezTo>
                        <a:pt x="6194" y="5000"/>
                        <a:pt x="6857" y="4849"/>
                        <a:pt x="6915" y="4633"/>
                      </a:cubicBezTo>
                      <a:cubicBezTo>
                        <a:pt x="6974" y="4421"/>
                        <a:pt x="6499" y="4041"/>
                        <a:pt x="6147" y="3798"/>
                      </a:cubicBezTo>
                      <a:cubicBezTo>
                        <a:pt x="7070" y="3125"/>
                        <a:pt x="7011" y="2993"/>
                        <a:pt x="6986" y="2934"/>
                      </a:cubicBezTo>
                      <a:cubicBezTo>
                        <a:pt x="6931" y="2801"/>
                        <a:pt x="6434" y="2635"/>
                        <a:pt x="5990" y="2508"/>
                      </a:cubicBezTo>
                      <a:cubicBezTo>
                        <a:pt x="6141" y="2215"/>
                        <a:pt x="6394" y="1703"/>
                        <a:pt x="6394" y="1577"/>
                      </a:cubicBezTo>
                      <a:cubicBezTo>
                        <a:pt x="6394" y="1444"/>
                        <a:pt x="6206" y="1444"/>
                        <a:pt x="6092" y="1444"/>
                      </a:cubicBezTo>
                      <a:cubicBezTo>
                        <a:pt x="5814" y="1444"/>
                        <a:pt x="5352" y="1503"/>
                        <a:pt x="5130" y="1531"/>
                      </a:cubicBezTo>
                      <a:cubicBezTo>
                        <a:pt x="5336" y="655"/>
                        <a:pt x="5222" y="596"/>
                        <a:pt x="5170" y="571"/>
                      </a:cubicBezTo>
                      <a:cubicBezTo>
                        <a:pt x="5151" y="562"/>
                        <a:pt x="5130" y="559"/>
                        <a:pt x="5108" y="559"/>
                      </a:cubicBezTo>
                      <a:cubicBezTo>
                        <a:pt x="4932" y="559"/>
                        <a:pt x="4328" y="874"/>
                        <a:pt x="4075" y="1009"/>
                      </a:cubicBezTo>
                      <a:cubicBezTo>
                        <a:pt x="3705" y="59"/>
                        <a:pt x="3612" y="22"/>
                        <a:pt x="3578" y="7"/>
                      </a:cubicBezTo>
                      <a:cubicBezTo>
                        <a:pt x="3566" y="4"/>
                        <a:pt x="3553" y="1"/>
                        <a:pt x="35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10732687" y="1664810"/>
                  <a:ext cx="279682" cy="279619"/>
                </a:xfrm>
                <a:custGeom>
                  <a:avLst/>
                  <a:gdLst/>
                  <a:ahLst/>
                  <a:cxnLst/>
                  <a:rect l="l" t="t" r="r" b="b"/>
                  <a:pathLst>
                    <a:path w="4397" h="4396" extrusionOk="0">
                      <a:moveTo>
                        <a:pt x="2197" y="1"/>
                      </a:moveTo>
                      <a:cubicBezTo>
                        <a:pt x="985" y="1"/>
                        <a:pt x="1" y="985"/>
                        <a:pt x="1" y="2197"/>
                      </a:cubicBezTo>
                      <a:cubicBezTo>
                        <a:pt x="1" y="3412"/>
                        <a:pt x="985" y="4396"/>
                        <a:pt x="2197" y="4396"/>
                      </a:cubicBezTo>
                      <a:cubicBezTo>
                        <a:pt x="3412" y="4396"/>
                        <a:pt x="4396" y="3412"/>
                        <a:pt x="4396" y="2197"/>
                      </a:cubicBezTo>
                      <a:cubicBezTo>
                        <a:pt x="4396" y="985"/>
                        <a:pt x="3412" y="1"/>
                        <a:pt x="21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10883180" y="1708190"/>
                  <a:ext cx="23217" cy="14184"/>
                </a:xfrm>
                <a:custGeom>
                  <a:avLst/>
                  <a:gdLst/>
                  <a:ahLst/>
                  <a:cxnLst/>
                  <a:rect l="l" t="t" r="r" b="b"/>
                  <a:pathLst>
                    <a:path w="365" h="223" extrusionOk="0">
                      <a:moveTo>
                        <a:pt x="1" y="0"/>
                      </a:moveTo>
                      <a:lnTo>
                        <a:pt x="365" y="223"/>
                      </a:lnTo>
                      <a:cubicBezTo>
                        <a:pt x="318" y="65"/>
                        <a:pt x="1" y="1"/>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10875102" y="1702720"/>
                  <a:ext cx="37401" cy="25125"/>
                </a:xfrm>
                <a:custGeom>
                  <a:avLst/>
                  <a:gdLst/>
                  <a:ahLst/>
                  <a:cxnLst/>
                  <a:rect l="l" t="t" r="r" b="b"/>
                  <a:pathLst>
                    <a:path w="588" h="395" extrusionOk="0">
                      <a:moveTo>
                        <a:pt x="119" y="0"/>
                      </a:moveTo>
                      <a:cubicBezTo>
                        <a:pt x="24" y="0"/>
                        <a:pt x="0" y="153"/>
                        <a:pt x="109" y="170"/>
                      </a:cubicBezTo>
                      <a:cubicBezTo>
                        <a:pt x="223" y="194"/>
                        <a:pt x="390" y="262"/>
                        <a:pt x="408" y="333"/>
                      </a:cubicBezTo>
                      <a:cubicBezTo>
                        <a:pt x="421" y="370"/>
                        <a:pt x="455" y="395"/>
                        <a:pt x="492" y="395"/>
                      </a:cubicBezTo>
                      <a:cubicBezTo>
                        <a:pt x="501" y="395"/>
                        <a:pt x="507" y="392"/>
                        <a:pt x="516" y="389"/>
                      </a:cubicBezTo>
                      <a:cubicBezTo>
                        <a:pt x="562" y="376"/>
                        <a:pt x="587" y="330"/>
                        <a:pt x="575" y="284"/>
                      </a:cubicBezTo>
                      <a:cubicBezTo>
                        <a:pt x="516" y="86"/>
                        <a:pt x="205" y="16"/>
                        <a:pt x="143" y="3"/>
                      </a:cubicBezTo>
                      <a:cubicBezTo>
                        <a:pt x="135" y="1"/>
                        <a:pt x="127" y="0"/>
                        <a:pt x="1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10899655" y="1751125"/>
                  <a:ext cx="23217" cy="14248"/>
                </a:xfrm>
                <a:custGeom>
                  <a:avLst/>
                  <a:gdLst/>
                  <a:ahLst/>
                  <a:cxnLst/>
                  <a:rect l="l" t="t" r="r" b="b"/>
                  <a:pathLst>
                    <a:path w="365" h="224" extrusionOk="0">
                      <a:moveTo>
                        <a:pt x="1" y="1"/>
                      </a:moveTo>
                      <a:lnTo>
                        <a:pt x="365" y="223"/>
                      </a:lnTo>
                      <a:cubicBezTo>
                        <a:pt x="318" y="69"/>
                        <a:pt x="1" y="1"/>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10891704" y="1745718"/>
                  <a:ext cx="37274" cy="25125"/>
                </a:xfrm>
                <a:custGeom>
                  <a:avLst/>
                  <a:gdLst/>
                  <a:ahLst/>
                  <a:cxnLst/>
                  <a:rect l="l" t="t" r="r" b="b"/>
                  <a:pathLst>
                    <a:path w="586" h="395" extrusionOk="0">
                      <a:moveTo>
                        <a:pt x="119" y="0"/>
                      </a:moveTo>
                      <a:cubicBezTo>
                        <a:pt x="23" y="0"/>
                        <a:pt x="1" y="152"/>
                        <a:pt x="107" y="172"/>
                      </a:cubicBezTo>
                      <a:cubicBezTo>
                        <a:pt x="221" y="194"/>
                        <a:pt x="388" y="262"/>
                        <a:pt x="409" y="333"/>
                      </a:cubicBezTo>
                      <a:cubicBezTo>
                        <a:pt x="419" y="370"/>
                        <a:pt x="453" y="394"/>
                        <a:pt x="490" y="394"/>
                      </a:cubicBezTo>
                      <a:cubicBezTo>
                        <a:pt x="499" y="394"/>
                        <a:pt x="508" y="391"/>
                        <a:pt x="514" y="391"/>
                      </a:cubicBezTo>
                      <a:cubicBezTo>
                        <a:pt x="561" y="376"/>
                        <a:pt x="585" y="330"/>
                        <a:pt x="573" y="283"/>
                      </a:cubicBezTo>
                      <a:cubicBezTo>
                        <a:pt x="514" y="89"/>
                        <a:pt x="203" y="15"/>
                        <a:pt x="141" y="3"/>
                      </a:cubicBezTo>
                      <a:cubicBezTo>
                        <a:pt x="134" y="1"/>
                        <a:pt x="126" y="0"/>
                        <a:pt x="1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10945769" y="1750743"/>
                  <a:ext cx="20482" cy="17937"/>
                </a:xfrm>
                <a:custGeom>
                  <a:avLst/>
                  <a:gdLst/>
                  <a:ahLst/>
                  <a:cxnLst/>
                  <a:rect l="l" t="t" r="r" b="b"/>
                  <a:pathLst>
                    <a:path w="322" h="282" extrusionOk="0">
                      <a:moveTo>
                        <a:pt x="0" y="1"/>
                      </a:moveTo>
                      <a:lnTo>
                        <a:pt x="321" y="281"/>
                      </a:lnTo>
                      <a:cubicBezTo>
                        <a:pt x="303" y="121"/>
                        <a:pt x="1" y="1"/>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10937755" y="1745209"/>
                  <a:ext cx="34157" cy="28941"/>
                </a:xfrm>
                <a:custGeom>
                  <a:avLst/>
                  <a:gdLst/>
                  <a:ahLst/>
                  <a:cxnLst/>
                  <a:rect l="l" t="t" r="r" b="b"/>
                  <a:pathLst>
                    <a:path w="537" h="455" extrusionOk="0">
                      <a:moveTo>
                        <a:pt x="122" y="0"/>
                      </a:moveTo>
                      <a:cubicBezTo>
                        <a:pt x="40" y="0"/>
                        <a:pt x="0" y="130"/>
                        <a:pt x="96" y="168"/>
                      </a:cubicBezTo>
                      <a:cubicBezTo>
                        <a:pt x="200" y="208"/>
                        <a:pt x="355" y="307"/>
                        <a:pt x="361" y="378"/>
                      </a:cubicBezTo>
                      <a:cubicBezTo>
                        <a:pt x="367" y="421"/>
                        <a:pt x="404" y="455"/>
                        <a:pt x="447" y="455"/>
                      </a:cubicBezTo>
                      <a:lnTo>
                        <a:pt x="456" y="455"/>
                      </a:lnTo>
                      <a:cubicBezTo>
                        <a:pt x="503" y="449"/>
                        <a:pt x="537" y="405"/>
                        <a:pt x="534" y="359"/>
                      </a:cubicBezTo>
                      <a:cubicBezTo>
                        <a:pt x="509" y="156"/>
                        <a:pt x="216" y="32"/>
                        <a:pt x="157" y="8"/>
                      </a:cubicBezTo>
                      <a:cubicBezTo>
                        <a:pt x="145" y="3"/>
                        <a:pt x="133" y="0"/>
                        <a:pt x="1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10846861" y="1739994"/>
                  <a:ext cx="23217" cy="14184"/>
                </a:xfrm>
                <a:custGeom>
                  <a:avLst/>
                  <a:gdLst/>
                  <a:ahLst/>
                  <a:cxnLst/>
                  <a:rect l="l" t="t" r="r" b="b"/>
                  <a:pathLst>
                    <a:path w="365" h="223" extrusionOk="0">
                      <a:moveTo>
                        <a:pt x="1" y="0"/>
                      </a:moveTo>
                      <a:lnTo>
                        <a:pt x="365" y="222"/>
                      </a:lnTo>
                      <a:cubicBezTo>
                        <a:pt x="319" y="65"/>
                        <a:pt x="1" y="0"/>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10839101" y="1734523"/>
                  <a:ext cx="37083" cy="25125"/>
                </a:xfrm>
                <a:custGeom>
                  <a:avLst/>
                  <a:gdLst/>
                  <a:ahLst/>
                  <a:cxnLst/>
                  <a:rect l="l" t="t" r="r" b="b"/>
                  <a:pathLst>
                    <a:path w="583" h="395" extrusionOk="0">
                      <a:moveTo>
                        <a:pt x="119" y="1"/>
                      </a:moveTo>
                      <a:cubicBezTo>
                        <a:pt x="24" y="1"/>
                        <a:pt x="0" y="149"/>
                        <a:pt x="104" y="169"/>
                      </a:cubicBezTo>
                      <a:cubicBezTo>
                        <a:pt x="212" y="194"/>
                        <a:pt x="385" y="259"/>
                        <a:pt x="407" y="333"/>
                      </a:cubicBezTo>
                      <a:cubicBezTo>
                        <a:pt x="416" y="367"/>
                        <a:pt x="450" y="395"/>
                        <a:pt x="487" y="395"/>
                      </a:cubicBezTo>
                      <a:cubicBezTo>
                        <a:pt x="496" y="391"/>
                        <a:pt x="505" y="391"/>
                        <a:pt x="512" y="388"/>
                      </a:cubicBezTo>
                      <a:cubicBezTo>
                        <a:pt x="558" y="376"/>
                        <a:pt x="583" y="330"/>
                        <a:pt x="570" y="284"/>
                      </a:cubicBezTo>
                      <a:cubicBezTo>
                        <a:pt x="512" y="86"/>
                        <a:pt x="200" y="15"/>
                        <a:pt x="138" y="3"/>
                      </a:cubicBezTo>
                      <a:cubicBezTo>
                        <a:pt x="132" y="2"/>
                        <a:pt x="125" y="1"/>
                        <a:pt x="11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10822945" y="1705646"/>
                  <a:ext cx="25952" cy="8523"/>
                </a:xfrm>
                <a:custGeom>
                  <a:avLst/>
                  <a:gdLst/>
                  <a:ahLst/>
                  <a:cxnLst/>
                  <a:rect l="l" t="t" r="r" b="b"/>
                  <a:pathLst>
                    <a:path w="408" h="134" extrusionOk="0">
                      <a:moveTo>
                        <a:pt x="13" y="0"/>
                      </a:moveTo>
                      <a:cubicBezTo>
                        <a:pt x="5" y="0"/>
                        <a:pt x="1" y="0"/>
                        <a:pt x="1" y="0"/>
                      </a:cubicBezTo>
                      <a:lnTo>
                        <a:pt x="408" y="133"/>
                      </a:lnTo>
                      <a:cubicBezTo>
                        <a:pt x="337" y="8"/>
                        <a:pt x="73" y="0"/>
                        <a:pt x="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10817475" y="1700176"/>
                  <a:ext cx="37528" cy="19464"/>
                </a:xfrm>
                <a:custGeom>
                  <a:avLst/>
                  <a:gdLst/>
                  <a:ahLst/>
                  <a:cxnLst/>
                  <a:rect l="l" t="t" r="r" b="b"/>
                  <a:pathLst>
                    <a:path w="590" h="306" extrusionOk="0">
                      <a:moveTo>
                        <a:pt x="84" y="0"/>
                      </a:moveTo>
                      <a:cubicBezTo>
                        <a:pt x="37" y="3"/>
                        <a:pt x="0" y="40"/>
                        <a:pt x="0" y="89"/>
                      </a:cubicBezTo>
                      <a:cubicBezTo>
                        <a:pt x="3" y="136"/>
                        <a:pt x="40" y="173"/>
                        <a:pt x="90" y="173"/>
                      </a:cubicBezTo>
                      <a:cubicBezTo>
                        <a:pt x="99" y="172"/>
                        <a:pt x="108" y="172"/>
                        <a:pt x="118" y="172"/>
                      </a:cubicBezTo>
                      <a:cubicBezTo>
                        <a:pt x="227" y="172"/>
                        <a:pt x="383" y="203"/>
                        <a:pt x="417" y="262"/>
                      </a:cubicBezTo>
                      <a:cubicBezTo>
                        <a:pt x="432" y="290"/>
                        <a:pt x="460" y="305"/>
                        <a:pt x="491" y="305"/>
                      </a:cubicBezTo>
                      <a:cubicBezTo>
                        <a:pt x="506" y="305"/>
                        <a:pt x="522" y="299"/>
                        <a:pt x="534" y="293"/>
                      </a:cubicBezTo>
                      <a:cubicBezTo>
                        <a:pt x="574" y="268"/>
                        <a:pt x="589" y="219"/>
                        <a:pt x="568" y="179"/>
                      </a:cubicBezTo>
                      <a:cubicBezTo>
                        <a:pt x="466" y="0"/>
                        <a:pt x="148" y="0"/>
                        <a:pt x="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 name="Google Shape;41;p2"/>
              <p:cNvSpPr/>
              <p:nvPr/>
            </p:nvSpPr>
            <p:spPr>
              <a:xfrm>
                <a:off x="7651561" y="4922099"/>
                <a:ext cx="102663" cy="102663"/>
              </a:xfrm>
              <a:custGeom>
                <a:avLst/>
                <a:gdLst/>
                <a:ahLst/>
                <a:cxnLst/>
                <a:rect l="l" t="t" r="r" b="b"/>
                <a:pathLst>
                  <a:path w="1614" h="1614" extrusionOk="0">
                    <a:moveTo>
                      <a:pt x="867" y="0"/>
                    </a:moveTo>
                    <a:cubicBezTo>
                      <a:pt x="821" y="0"/>
                      <a:pt x="781" y="40"/>
                      <a:pt x="781" y="87"/>
                    </a:cubicBezTo>
                    <a:lnTo>
                      <a:pt x="778" y="577"/>
                    </a:lnTo>
                    <a:lnTo>
                      <a:pt x="485" y="268"/>
                    </a:lnTo>
                    <a:cubicBezTo>
                      <a:pt x="473" y="251"/>
                      <a:pt x="456" y="243"/>
                      <a:pt x="438" y="243"/>
                    </a:cubicBezTo>
                    <a:cubicBezTo>
                      <a:pt x="376" y="243"/>
                      <a:pt x="301" y="335"/>
                      <a:pt x="362" y="383"/>
                    </a:cubicBezTo>
                    <a:lnTo>
                      <a:pt x="661" y="703"/>
                    </a:lnTo>
                    <a:lnTo>
                      <a:pt x="115" y="706"/>
                    </a:lnTo>
                    <a:cubicBezTo>
                      <a:pt x="1" y="706"/>
                      <a:pt x="1" y="879"/>
                      <a:pt x="115" y="879"/>
                    </a:cubicBezTo>
                    <a:lnTo>
                      <a:pt x="614" y="873"/>
                    </a:lnTo>
                    <a:lnTo>
                      <a:pt x="226" y="1144"/>
                    </a:lnTo>
                    <a:cubicBezTo>
                      <a:pt x="161" y="1191"/>
                      <a:pt x="195" y="1296"/>
                      <a:pt x="275" y="1299"/>
                    </a:cubicBezTo>
                    <a:cubicBezTo>
                      <a:pt x="294" y="1299"/>
                      <a:pt x="309" y="1292"/>
                      <a:pt x="325" y="1283"/>
                    </a:cubicBezTo>
                    <a:lnTo>
                      <a:pt x="775" y="969"/>
                    </a:lnTo>
                    <a:lnTo>
                      <a:pt x="775" y="969"/>
                    </a:lnTo>
                    <a:lnTo>
                      <a:pt x="772" y="1527"/>
                    </a:lnTo>
                    <a:cubicBezTo>
                      <a:pt x="772" y="1573"/>
                      <a:pt x="809" y="1613"/>
                      <a:pt x="855" y="1613"/>
                    </a:cubicBezTo>
                    <a:cubicBezTo>
                      <a:pt x="904" y="1613"/>
                      <a:pt x="941" y="1573"/>
                      <a:pt x="941" y="1527"/>
                    </a:cubicBezTo>
                    <a:lnTo>
                      <a:pt x="944" y="1003"/>
                    </a:lnTo>
                    <a:lnTo>
                      <a:pt x="1259" y="1333"/>
                    </a:lnTo>
                    <a:cubicBezTo>
                      <a:pt x="1275" y="1350"/>
                      <a:pt x="1297" y="1358"/>
                      <a:pt x="1320" y="1358"/>
                    </a:cubicBezTo>
                    <a:cubicBezTo>
                      <a:pt x="1341" y="1358"/>
                      <a:pt x="1363" y="1351"/>
                      <a:pt x="1379" y="1336"/>
                    </a:cubicBezTo>
                    <a:cubicBezTo>
                      <a:pt x="1413" y="1302"/>
                      <a:pt x="1416" y="1249"/>
                      <a:pt x="1382" y="1212"/>
                    </a:cubicBezTo>
                    <a:lnTo>
                      <a:pt x="1055" y="867"/>
                    </a:lnTo>
                    <a:lnTo>
                      <a:pt x="1500" y="864"/>
                    </a:lnTo>
                    <a:cubicBezTo>
                      <a:pt x="1614" y="864"/>
                      <a:pt x="1614" y="691"/>
                      <a:pt x="1500" y="691"/>
                    </a:cubicBezTo>
                    <a:lnTo>
                      <a:pt x="1500" y="694"/>
                    </a:lnTo>
                    <a:lnTo>
                      <a:pt x="1170" y="697"/>
                    </a:lnTo>
                    <a:lnTo>
                      <a:pt x="1515" y="454"/>
                    </a:lnTo>
                    <a:cubicBezTo>
                      <a:pt x="1586" y="400"/>
                      <a:pt x="1536" y="300"/>
                      <a:pt x="1465" y="300"/>
                    </a:cubicBezTo>
                    <a:cubicBezTo>
                      <a:pt x="1451" y="300"/>
                      <a:pt x="1435" y="305"/>
                      <a:pt x="1419" y="315"/>
                    </a:cubicBezTo>
                    <a:lnTo>
                      <a:pt x="948" y="642"/>
                    </a:lnTo>
                    <a:lnTo>
                      <a:pt x="954" y="87"/>
                    </a:lnTo>
                    <a:cubicBezTo>
                      <a:pt x="954" y="40"/>
                      <a:pt x="914" y="3"/>
                      <a:pt x="8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7365098" y="4954010"/>
                <a:ext cx="82881" cy="75566"/>
              </a:xfrm>
              <a:custGeom>
                <a:avLst/>
                <a:gdLst/>
                <a:ahLst/>
                <a:cxnLst/>
                <a:rect l="l" t="t" r="r" b="b"/>
                <a:pathLst>
                  <a:path w="1303" h="1188" extrusionOk="0">
                    <a:moveTo>
                      <a:pt x="710" y="173"/>
                    </a:moveTo>
                    <a:cubicBezTo>
                      <a:pt x="941" y="173"/>
                      <a:pt x="1129" y="364"/>
                      <a:pt x="1129" y="595"/>
                    </a:cubicBezTo>
                    <a:cubicBezTo>
                      <a:pt x="1126" y="827"/>
                      <a:pt x="938" y="1012"/>
                      <a:pt x="707" y="1015"/>
                    </a:cubicBezTo>
                    <a:cubicBezTo>
                      <a:pt x="476" y="1015"/>
                      <a:pt x="287" y="823"/>
                      <a:pt x="287" y="592"/>
                    </a:cubicBezTo>
                    <a:cubicBezTo>
                      <a:pt x="287" y="358"/>
                      <a:pt x="479" y="173"/>
                      <a:pt x="710" y="173"/>
                    </a:cubicBezTo>
                    <a:close/>
                    <a:moveTo>
                      <a:pt x="712" y="1"/>
                    </a:moveTo>
                    <a:cubicBezTo>
                      <a:pt x="485" y="1"/>
                      <a:pt x="263" y="130"/>
                      <a:pt x="164" y="364"/>
                    </a:cubicBezTo>
                    <a:cubicBezTo>
                      <a:pt x="1" y="752"/>
                      <a:pt x="284" y="1184"/>
                      <a:pt x="707" y="1187"/>
                    </a:cubicBezTo>
                    <a:lnTo>
                      <a:pt x="710" y="1187"/>
                    </a:lnTo>
                    <a:cubicBezTo>
                      <a:pt x="1034" y="1187"/>
                      <a:pt x="1299" y="922"/>
                      <a:pt x="1302" y="595"/>
                    </a:cubicBezTo>
                    <a:cubicBezTo>
                      <a:pt x="1302" y="438"/>
                      <a:pt x="1240" y="287"/>
                      <a:pt x="1129" y="176"/>
                    </a:cubicBezTo>
                    <a:cubicBezTo>
                      <a:pt x="1012" y="57"/>
                      <a:pt x="861" y="1"/>
                      <a:pt x="7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3" name="Google Shape;43;p2"/>
          <p:cNvGrpSpPr/>
          <p:nvPr/>
        </p:nvGrpSpPr>
        <p:grpSpPr>
          <a:xfrm>
            <a:off x="7305875" y="93491"/>
            <a:ext cx="1761596" cy="1732556"/>
            <a:chOff x="7305875" y="93491"/>
            <a:chExt cx="1761596" cy="1732556"/>
          </a:xfrm>
        </p:grpSpPr>
        <p:grpSp>
          <p:nvGrpSpPr>
            <p:cNvPr id="44" name="Google Shape;44;p2"/>
            <p:cNvGrpSpPr/>
            <p:nvPr/>
          </p:nvGrpSpPr>
          <p:grpSpPr>
            <a:xfrm>
              <a:off x="7843196" y="103794"/>
              <a:ext cx="356308" cy="212146"/>
              <a:chOff x="5852753" y="-1422679"/>
              <a:chExt cx="195881" cy="116634"/>
            </a:xfrm>
          </p:grpSpPr>
          <p:sp>
            <p:nvSpPr>
              <p:cNvPr id="45" name="Google Shape;45;p2"/>
              <p:cNvSpPr/>
              <p:nvPr/>
            </p:nvSpPr>
            <p:spPr>
              <a:xfrm>
                <a:off x="5852753" y="-1420330"/>
                <a:ext cx="195881" cy="111615"/>
              </a:xfrm>
              <a:custGeom>
                <a:avLst/>
                <a:gdLst/>
                <a:ahLst/>
                <a:cxnLst/>
                <a:rect l="l" t="t" r="r" b="b"/>
                <a:pathLst>
                  <a:path w="6088" h="3469" extrusionOk="0">
                    <a:moveTo>
                      <a:pt x="3696" y="1"/>
                    </a:moveTo>
                    <a:cubicBezTo>
                      <a:pt x="3413" y="1"/>
                      <a:pt x="3163" y="158"/>
                      <a:pt x="2991" y="365"/>
                    </a:cubicBezTo>
                    <a:lnTo>
                      <a:pt x="2991" y="365"/>
                    </a:lnTo>
                    <a:cubicBezTo>
                      <a:pt x="2876" y="273"/>
                      <a:pt x="2725" y="190"/>
                      <a:pt x="2533" y="128"/>
                    </a:cubicBezTo>
                    <a:cubicBezTo>
                      <a:pt x="2372" y="75"/>
                      <a:pt x="2237" y="52"/>
                      <a:pt x="2122" y="52"/>
                    </a:cubicBezTo>
                    <a:cubicBezTo>
                      <a:pt x="1407" y="52"/>
                      <a:pt x="1530" y="951"/>
                      <a:pt x="1530" y="951"/>
                    </a:cubicBezTo>
                    <a:cubicBezTo>
                      <a:pt x="1457" y="907"/>
                      <a:pt x="1378" y="886"/>
                      <a:pt x="1298" y="886"/>
                    </a:cubicBezTo>
                    <a:cubicBezTo>
                      <a:pt x="694" y="886"/>
                      <a:pt x="1" y="2034"/>
                      <a:pt x="790" y="2617"/>
                    </a:cubicBezTo>
                    <a:cubicBezTo>
                      <a:pt x="1039" y="2800"/>
                      <a:pt x="1275" y="2883"/>
                      <a:pt x="1477" y="2895"/>
                    </a:cubicBezTo>
                    <a:lnTo>
                      <a:pt x="1477" y="2895"/>
                    </a:lnTo>
                    <a:cubicBezTo>
                      <a:pt x="1545" y="3200"/>
                      <a:pt x="1763" y="3463"/>
                      <a:pt x="2224" y="3468"/>
                    </a:cubicBezTo>
                    <a:cubicBezTo>
                      <a:pt x="2242" y="3468"/>
                      <a:pt x="2259" y="3468"/>
                      <a:pt x="2276" y="3468"/>
                    </a:cubicBezTo>
                    <a:cubicBezTo>
                      <a:pt x="2909" y="3468"/>
                      <a:pt x="3333" y="3322"/>
                      <a:pt x="3571" y="3105"/>
                    </a:cubicBezTo>
                    <a:lnTo>
                      <a:pt x="3571" y="3105"/>
                    </a:lnTo>
                    <a:cubicBezTo>
                      <a:pt x="3621" y="3172"/>
                      <a:pt x="3683" y="3237"/>
                      <a:pt x="3760" y="3298"/>
                    </a:cubicBezTo>
                    <a:cubicBezTo>
                      <a:pt x="3866" y="3382"/>
                      <a:pt x="3994" y="3419"/>
                      <a:pt x="4133" y="3419"/>
                    </a:cubicBezTo>
                    <a:cubicBezTo>
                      <a:pt x="4932" y="3419"/>
                      <a:pt x="6088" y="2177"/>
                      <a:pt x="5404" y="1457"/>
                    </a:cubicBezTo>
                    <a:cubicBezTo>
                      <a:pt x="5215" y="1258"/>
                      <a:pt x="5015" y="1183"/>
                      <a:pt x="4827" y="1183"/>
                    </a:cubicBezTo>
                    <a:cubicBezTo>
                      <a:pt x="4806" y="1183"/>
                      <a:pt x="4786" y="1184"/>
                      <a:pt x="4765" y="1185"/>
                    </a:cubicBezTo>
                    <a:lnTo>
                      <a:pt x="4765" y="1185"/>
                    </a:lnTo>
                    <a:cubicBezTo>
                      <a:pt x="4773" y="830"/>
                      <a:pt x="4595" y="421"/>
                      <a:pt x="4155" y="143"/>
                    </a:cubicBezTo>
                    <a:cubicBezTo>
                      <a:pt x="3998" y="43"/>
                      <a:pt x="3843" y="1"/>
                      <a:pt x="36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5861505" y="-1422679"/>
                <a:ext cx="176673" cy="116634"/>
              </a:xfrm>
              <a:custGeom>
                <a:avLst/>
                <a:gdLst/>
                <a:ahLst/>
                <a:cxnLst/>
                <a:rect l="l" t="t" r="r" b="b"/>
                <a:pathLst>
                  <a:path w="5491" h="3625" extrusionOk="0">
                    <a:moveTo>
                      <a:pt x="2733" y="558"/>
                    </a:moveTo>
                    <a:cubicBezTo>
                      <a:pt x="2952" y="768"/>
                      <a:pt x="2995" y="1015"/>
                      <a:pt x="2936" y="1178"/>
                    </a:cubicBezTo>
                    <a:cubicBezTo>
                      <a:pt x="2906" y="1264"/>
                      <a:pt x="2852" y="1311"/>
                      <a:pt x="2788" y="1311"/>
                    </a:cubicBezTo>
                    <a:cubicBezTo>
                      <a:pt x="2749" y="1311"/>
                      <a:pt x="2705" y="1293"/>
                      <a:pt x="2662" y="1255"/>
                    </a:cubicBezTo>
                    <a:cubicBezTo>
                      <a:pt x="2508" y="1129"/>
                      <a:pt x="2542" y="827"/>
                      <a:pt x="2733" y="558"/>
                    </a:cubicBezTo>
                    <a:close/>
                    <a:moveTo>
                      <a:pt x="4404" y="1354"/>
                    </a:moveTo>
                    <a:lnTo>
                      <a:pt x="4404" y="1354"/>
                    </a:lnTo>
                    <a:cubicBezTo>
                      <a:pt x="4367" y="1650"/>
                      <a:pt x="4185" y="1872"/>
                      <a:pt x="3945" y="1906"/>
                    </a:cubicBezTo>
                    <a:cubicBezTo>
                      <a:pt x="3929" y="1906"/>
                      <a:pt x="3917" y="1909"/>
                      <a:pt x="3902" y="1909"/>
                    </a:cubicBezTo>
                    <a:cubicBezTo>
                      <a:pt x="3837" y="1909"/>
                      <a:pt x="3837" y="1888"/>
                      <a:pt x="3837" y="1869"/>
                    </a:cubicBezTo>
                    <a:cubicBezTo>
                      <a:pt x="3831" y="1746"/>
                      <a:pt x="4068" y="1431"/>
                      <a:pt x="4404" y="1354"/>
                    </a:cubicBezTo>
                    <a:close/>
                    <a:moveTo>
                      <a:pt x="1527" y="2125"/>
                    </a:moveTo>
                    <a:cubicBezTo>
                      <a:pt x="1570" y="2125"/>
                      <a:pt x="1610" y="2162"/>
                      <a:pt x="1635" y="2196"/>
                    </a:cubicBezTo>
                    <a:cubicBezTo>
                      <a:pt x="1755" y="2347"/>
                      <a:pt x="1783" y="2511"/>
                      <a:pt x="1718" y="2646"/>
                    </a:cubicBezTo>
                    <a:cubicBezTo>
                      <a:pt x="1647" y="2795"/>
                      <a:pt x="1477" y="2884"/>
                      <a:pt x="1274" y="2890"/>
                    </a:cubicBezTo>
                    <a:cubicBezTo>
                      <a:pt x="1231" y="2619"/>
                      <a:pt x="1308" y="2332"/>
                      <a:pt x="1416" y="2199"/>
                    </a:cubicBezTo>
                    <a:cubicBezTo>
                      <a:pt x="1440" y="2159"/>
                      <a:pt x="1481" y="2131"/>
                      <a:pt x="1527" y="2125"/>
                    </a:cubicBezTo>
                    <a:close/>
                    <a:moveTo>
                      <a:pt x="3350" y="2350"/>
                    </a:moveTo>
                    <a:cubicBezTo>
                      <a:pt x="3362" y="2350"/>
                      <a:pt x="3396" y="2384"/>
                      <a:pt x="3424" y="2468"/>
                    </a:cubicBezTo>
                    <a:cubicBezTo>
                      <a:pt x="3491" y="2668"/>
                      <a:pt x="3448" y="2890"/>
                      <a:pt x="3313" y="3051"/>
                    </a:cubicBezTo>
                    <a:cubicBezTo>
                      <a:pt x="3183" y="2825"/>
                      <a:pt x="3195" y="2582"/>
                      <a:pt x="3266" y="2440"/>
                    </a:cubicBezTo>
                    <a:cubicBezTo>
                      <a:pt x="3297" y="2375"/>
                      <a:pt x="3334" y="2350"/>
                      <a:pt x="3350" y="2350"/>
                    </a:cubicBezTo>
                    <a:close/>
                    <a:moveTo>
                      <a:pt x="3426" y="160"/>
                    </a:moveTo>
                    <a:cubicBezTo>
                      <a:pt x="3566" y="160"/>
                      <a:pt x="3707" y="201"/>
                      <a:pt x="3840" y="287"/>
                    </a:cubicBezTo>
                    <a:cubicBezTo>
                      <a:pt x="4185" y="503"/>
                      <a:pt x="4395" y="836"/>
                      <a:pt x="4411" y="1191"/>
                    </a:cubicBezTo>
                    <a:cubicBezTo>
                      <a:pt x="3994" y="1265"/>
                      <a:pt x="3667" y="1650"/>
                      <a:pt x="3677" y="1878"/>
                    </a:cubicBezTo>
                    <a:cubicBezTo>
                      <a:pt x="3679" y="1969"/>
                      <a:pt x="3738" y="2069"/>
                      <a:pt x="3899" y="2069"/>
                    </a:cubicBezTo>
                    <a:cubicBezTo>
                      <a:pt x="3920" y="2069"/>
                      <a:pt x="3942" y="2067"/>
                      <a:pt x="3966" y="2064"/>
                    </a:cubicBezTo>
                    <a:cubicBezTo>
                      <a:pt x="4293" y="2020"/>
                      <a:pt x="4534" y="1727"/>
                      <a:pt x="4571" y="1339"/>
                    </a:cubicBezTo>
                    <a:cubicBezTo>
                      <a:pt x="4753" y="1342"/>
                      <a:pt x="4920" y="1428"/>
                      <a:pt x="5074" y="1589"/>
                    </a:cubicBezTo>
                    <a:cubicBezTo>
                      <a:pt x="5336" y="1863"/>
                      <a:pt x="5274" y="2190"/>
                      <a:pt x="5176" y="2418"/>
                    </a:cubicBezTo>
                    <a:cubicBezTo>
                      <a:pt x="4953" y="2939"/>
                      <a:pt x="4327" y="3414"/>
                      <a:pt x="3862" y="3414"/>
                    </a:cubicBezTo>
                    <a:cubicBezTo>
                      <a:pt x="3857" y="3415"/>
                      <a:pt x="3853" y="3415"/>
                      <a:pt x="3848" y="3415"/>
                    </a:cubicBezTo>
                    <a:cubicBezTo>
                      <a:pt x="3736" y="3415"/>
                      <a:pt x="3627" y="3378"/>
                      <a:pt x="3541" y="3310"/>
                    </a:cubicBezTo>
                    <a:cubicBezTo>
                      <a:pt x="3491" y="3273"/>
                      <a:pt x="3448" y="3232"/>
                      <a:pt x="3408" y="3186"/>
                    </a:cubicBezTo>
                    <a:cubicBezTo>
                      <a:pt x="3603" y="2983"/>
                      <a:pt x="3667" y="2687"/>
                      <a:pt x="3578" y="2421"/>
                    </a:cubicBezTo>
                    <a:cubicBezTo>
                      <a:pt x="3513" y="2218"/>
                      <a:pt x="3408" y="2190"/>
                      <a:pt x="3350" y="2190"/>
                    </a:cubicBezTo>
                    <a:cubicBezTo>
                      <a:pt x="3260" y="2190"/>
                      <a:pt x="3177" y="2255"/>
                      <a:pt x="3121" y="2366"/>
                    </a:cubicBezTo>
                    <a:cubicBezTo>
                      <a:pt x="3023" y="2563"/>
                      <a:pt x="3010" y="2878"/>
                      <a:pt x="3192" y="3165"/>
                    </a:cubicBezTo>
                    <a:cubicBezTo>
                      <a:pt x="3001" y="3306"/>
                      <a:pt x="2649" y="3461"/>
                      <a:pt x="1999" y="3461"/>
                    </a:cubicBezTo>
                    <a:lnTo>
                      <a:pt x="1956" y="3461"/>
                    </a:lnTo>
                    <a:cubicBezTo>
                      <a:pt x="1558" y="3458"/>
                      <a:pt x="1385" y="3254"/>
                      <a:pt x="1314" y="3051"/>
                    </a:cubicBezTo>
                    <a:cubicBezTo>
                      <a:pt x="1564" y="3035"/>
                      <a:pt x="1767" y="2915"/>
                      <a:pt x="1863" y="2720"/>
                    </a:cubicBezTo>
                    <a:cubicBezTo>
                      <a:pt x="1959" y="2523"/>
                      <a:pt x="1922" y="2298"/>
                      <a:pt x="1761" y="2097"/>
                    </a:cubicBezTo>
                    <a:cubicBezTo>
                      <a:pt x="1675" y="1986"/>
                      <a:pt x="1585" y="1965"/>
                      <a:pt x="1527" y="1965"/>
                    </a:cubicBezTo>
                    <a:cubicBezTo>
                      <a:pt x="1444" y="1965"/>
                      <a:pt x="1360" y="2011"/>
                      <a:pt x="1289" y="2097"/>
                    </a:cubicBezTo>
                    <a:cubicBezTo>
                      <a:pt x="1147" y="2276"/>
                      <a:pt x="1076" y="2594"/>
                      <a:pt x="1107" y="2878"/>
                    </a:cubicBezTo>
                    <a:cubicBezTo>
                      <a:pt x="913" y="2835"/>
                      <a:pt x="728" y="2751"/>
                      <a:pt x="568" y="2628"/>
                    </a:cubicBezTo>
                    <a:cubicBezTo>
                      <a:pt x="154" y="2320"/>
                      <a:pt x="241" y="1891"/>
                      <a:pt x="296" y="1718"/>
                    </a:cubicBezTo>
                    <a:cubicBezTo>
                      <a:pt x="420" y="1345"/>
                      <a:pt x="746" y="1043"/>
                      <a:pt x="1027" y="1043"/>
                    </a:cubicBezTo>
                    <a:cubicBezTo>
                      <a:pt x="1095" y="1043"/>
                      <a:pt x="1163" y="1061"/>
                      <a:pt x="1218" y="1095"/>
                    </a:cubicBezTo>
                    <a:cubicBezTo>
                      <a:pt x="1232" y="1103"/>
                      <a:pt x="1246" y="1106"/>
                      <a:pt x="1260" y="1106"/>
                    </a:cubicBezTo>
                    <a:cubicBezTo>
                      <a:pt x="1307" y="1106"/>
                      <a:pt x="1349" y="1067"/>
                      <a:pt x="1342" y="1015"/>
                    </a:cubicBezTo>
                    <a:cubicBezTo>
                      <a:pt x="1342" y="1012"/>
                      <a:pt x="1283" y="586"/>
                      <a:pt x="1487" y="355"/>
                    </a:cubicBezTo>
                    <a:cubicBezTo>
                      <a:pt x="1572" y="255"/>
                      <a:pt x="1695" y="205"/>
                      <a:pt x="1853" y="205"/>
                    </a:cubicBezTo>
                    <a:cubicBezTo>
                      <a:pt x="1964" y="205"/>
                      <a:pt x="2092" y="230"/>
                      <a:pt x="2236" y="278"/>
                    </a:cubicBezTo>
                    <a:cubicBezTo>
                      <a:pt x="2369" y="318"/>
                      <a:pt x="2495" y="380"/>
                      <a:pt x="2609" y="457"/>
                    </a:cubicBezTo>
                    <a:cubicBezTo>
                      <a:pt x="2387" y="765"/>
                      <a:pt x="2313" y="1172"/>
                      <a:pt x="2560" y="1382"/>
                    </a:cubicBezTo>
                    <a:cubicBezTo>
                      <a:pt x="2622" y="1437"/>
                      <a:pt x="2705" y="1474"/>
                      <a:pt x="2791" y="1478"/>
                    </a:cubicBezTo>
                    <a:cubicBezTo>
                      <a:pt x="2921" y="1478"/>
                      <a:pt x="3038" y="1382"/>
                      <a:pt x="3091" y="1234"/>
                    </a:cubicBezTo>
                    <a:cubicBezTo>
                      <a:pt x="3168" y="1018"/>
                      <a:pt x="3112" y="694"/>
                      <a:pt x="2835" y="432"/>
                    </a:cubicBezTo>
                    <a:cubicBezTo>
                      <a:pt x="3006" y="255"/>
                      <a:pt x="3214" y="160"/>
                      <a:pt x="3426" y="160"/>
                    </a:cubicBezTo>
                    <a:close/>
                    <a:moveTo>
                      <a:pt x="3431" y="0"/>
                    </a:moveTo>
                    <a:cubicBezTo>
                      <a:pt x="3171" y="0"/>
                      <a:pt x="2915" y="116"/>
                      <a:pt x="2711" y="333"/>
                    </a:cubicBezTo>
                    <a:cubicBezTo>
                      <a:pt x="2582" y="241"/>
                      <a:pt x="2440" y="173"/>
                      <a:pt x="2289" y="124"/>
                    </a:cubicBezTo>
                    <a:cubicBezTo>
                      <a:pt x="2129" y="71"/>
                      <a:pt x="1984" y="45"/>
                      <a:pt x="1856" y="45"/>
                    </a:cubicBezTo>
                    <a:cubicBezTo>
                      <a:pt x="1647" y="45"/>
                      <a:pt x="1482" y="113"/>
                      <a:pt x="1363" y="247"/>
                    </a:cubicBezTo>
                    <a:cubicBezTo>
                      <a:pt x="1194" y="444"/>
                      <a:pt x="1169" y="731"/>
                      <a:pt x="1172" y="901"/>
                    </a:cubicBezTo>
                    <a:cubicBezTo>
                      <a:pt x="1126" y="888"/>
                      <a:pt x="1076" y="882"/>
                      <a:pt x="1027" y="882"/>
                    </a:cubicBezTo>
                    <a:cubicBezTo>
                      <a:pt x="676" y="882"/>
                      <a:pt x="287" y="1228"/>
                      <a:pt x="142" y="1669"/>
                    </a:cubicBezTo>
                    <a:cubicBezTo>
                      <a:pt x="0" y="2104"/>
                      <a:pt x="120" y="2498"/>
                      <a:pt x="472" y="2757"/>
                    </a:cubicBezTo>
                    <a:cubicBezTo>
                      <a:pt x="694" y="2921"/>
                      <a:pt x="922" y="3020"/>
                      <a:pt x="1141" y="3047"/>
                    </a:cubicBezTo>
                    <a:cubicBezTo>
                      <a:pt x="1246" y="3408"/>
                      <a:pt x="1539" y="3621"/>
                      <a:pt x="1952" y="3624"/>
                    </a:cubicBezTo>
                    <a:lnTo>
                      <a:pt x="1999" y="3624"/>
                    </a:lnTo>
                    <a:cubicBezTo>
                      <a:pt x="2563" y="3624"/>
                      <a:pt x="3007" y="3513"/>
                      <a:pt x="3288" y="3297"/>
                    </a:cubicBezTo>
                    <a:cubicBezTo>
                      <a:pt x="3334" y="3347"/>
                      <a:pt x="3384" y="3396"/>
                      <a:pt x="3439" y="3439"/>
                    </a:cubicBezTo>
                    <a:cubicBezTo>
                      <a:pt x="3556" y="3529"/>
                      <a:pt x="3699" y="3578"/>
                      <a:pt x="3848" y="3578"/>
                    </a:cubicBezTo>
                    <a:cubicBezTo>
                      <a:pt x="3853" y="3578"/>
                      <a:pt x="3857" y="3578"/>
                      <a:pt x="3862" y="3578"/>
                    </a:cubicBezTo>
                    <a:cubicBezTo>
                      <a:pt x="4392" y="3578"/>
                      <a:pt x="5077" y="3066"/>
                      <a:pt x="5327" y="2483"/>
                    </a:cubicBezTo>
                    <a:cubicBezTo>
                      <a:pt x="5490" y="2097"/>
                      <a:pt x="5444" y="1743"/>
                      <a:pt x="5191" y="1478"/>
                    </a:cubicBezTo>
                    <a:cubicBezTo>
                      <a:pt x="5009" y="1283"/>
                      <a:pt x="4802" y="1185"/>
                      <a:pt x="4574" y="1178"/>
                    </a:cubicBezTo>
                    <a:cubicBezTo>
                      <a:pt x="4552" y="774"/>
                      <a:pt x="4315" y="395"/>
                      <a:pt x="3929" y="151"/>
                    </a:cubicBezTo>
                    <a:cubicBezTo>
                      <a:pt x="3770" y="49"/>
                      <a:pt x="3600" y="0"/>
                      <a:pt x="34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47;p2"/>
            <p:cNvSpPr/>
            <p:nvPr/>
          </p:nvSpPr>
          <p:spPr>
            <a:xfrm>
              <a:off x="8749603" y="1109521"/>
              <a:ext cx="77243" cy="58799"/>
            </a:xfrm>
            <a:custGeom>
              <a:avLst/>
              <a:gdLst/>
              <a:ahLst/>
              <a:cxnLst/>
              <a:rect l="l" t="t" r="r" b="b"/>
              <a:pathLst>
                <a:path w="1210" h="921" extrusionOk="0">
                  <a:moveTo>
                    <a:pt x="861" y="1"/>
                  </a:moveTo>
                  <a:cubicBezTo>
                    <a:pt x="840" y="1"/>
                    <a:pt x="818" y="10"/>
                    <a:pt x="800" y="32"/>
                  </a:cubicBezTo>
                  <a:cubicBezTo>
                    <a:pt x="1" y="788"/>
                    <a:pt x="26" y="822"/>
                    <a:pt x="78" y="890"/>
                  </a:cubicBezTo>
                  <a:cubicBezTo>
                    <a:pt x="97" y="911"/>
                    <a:pt x="152" y="921"/>
                    <a:pt x="229" y="921"/>
                  </a:cubicBezTo>
                  <a:cubicBezTo>
                    <a:pt x="525" y="921"/>
                    <a:pt x="1139" y="788"/>
                    <a:pt x="1145" y="782"/>
                  </a:cubicBezTo>
                  <a:cubicBezTo>
                    <a:pt x="1188" y="769"/>
                    <a:pt x="1210" y="723"/>
                    <a:pt x="1195" y="683"/>
                  </a:cubicBezTo>
                  <a:cubicBezTo>
                    <a:pt x="1182" y="648"/>
                    <a:pt x="1151" y="627"/>
                    <a:pt x="1117" y="627"/>
                  </a:cubicBezTo>
                  <a:cubicBezTo>
                    <a:pt x="1109" y="627"/>
                    <a:pt x="1101" y="628"/>
                    <a:pt x="1093" y="631"/>
                  </a:cubicBezTo>
                  <a:cubicBezTo>
                    <a:pt x="1028" y="649"/>
                    <a:pt x="544" y="729"/>
                    <a:pt x="300" y="757"/>
                  </a:cubicBezTo>
                  <a:cubicBezTo>
                    <a:pt x="427" y="615"/>
                    <a:pt x="676" y="368"/>
                    <a:pt x="911" y="146"/>
                  </a:cubicBezTo>
                  <a:cubicBezTo>
                    <a:pt x="981" y="90"/>
                    <a:pt x="925" y="1"/>
                    <a:pt x="86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8778139" y="978454"/>
              <a:ext cx="282609" cy="234238"/>
            </a:xfrm>
            <a:custGeom>
              <a:avLst/>
              <a:gdLst/>
              <a:ahLst/>
              <a:cxnLst/>
              <a:rect l="l" t="t" r="r" b="b"/>
              <a:pathLst>
                <a:path w="4427" h="3669" extrusionOk="0">
                  <a:moveTo>
                    <a:pt x="1234" y="0"/>
                  </a:moveTo>
                  <a:cubicBezTo>
                    <a:pt x="1179" y="0"/>
                    <a:pt x="1127" y="25"/>
                    <a:pt x="1081" y="84"/>
                  </a:cubicBezTo>
                  <a:cubicBezTo>
                    <a:pt x="769" y="478"/>
                    <a:pt x="1463" y="1792"/>
                    <a:pt x="1463" y="1792"/>
                  </a:cubicBezTo>
                  <a:cubicBezTo>
                    <a:pt x="1463" y="1792"/>
                    <a:pt x="991" y="1509"/>
                    <a:pt x="617" y="1509"/>
                  </a:cubicBezTo>
                  <a:cubicBezTo>
                    <a:pt x="424" y="1509"/>
                    <a:pt x="257" y="1585"/>
                    <a:pt x="195" y="1814"/>
                  </a:cubicBezTo>
                  <a:cubicBezTo>
                    <a:pt x="0" y="2525"/>
                    <a:pt x="944" y="3669"/>
                    <a:pt x="2021" y="3669"/>
                  </a:cubicBezTo>
                  <a:cubicBezTo>
                    <a:pt x="2356" y="3669"/>
                    <a:pt x="2703" y="3559"/>
                    <a:pt x="3033" y="3291"/>
                  </a:cubicBezTo>
                  <a:cubicBezTo>
                    <a:pt x="4427" y="2162"/>
                    <a:pt x="3613" y="852"/>
                    <a:pt x="3613" y="852"/>
                  </a:cubicBezTo>
                  <a:lnTo>
                    <a:pt x="3613" y="852"/>
                  </a:lnTo>
                  <a:lnTo>
                    <a:pt x="2913" y="1490"/>
                  </a:lnTo>
                  <a:cubicBezTo>
                    <a:pt x="2913" y="1490"/>
                    <a:pt x="2795" y="608"/>
                    <a:pt x="2358" y="383"/>
                  </a:cubicBezTo>
                  <a:cubicBezTo>
                    <a:pt x="2294" y="350"/>
                    <a:pt x="2242" y="336"/>
                    <a:pt x="2198" y="336"/>
                  </a:cubicBezTo>
                  <a:cubicBezTo>
                    <a:pt x="1936" y="336"/>
                    <a:pt x="1981" y="827"/>
                    <a:pt x="1981" y="827"/>
                  </a:cubicBezTo>
                  <a:cubicBezTo>
                    <a:pt x="1981" y="827"/>
                    <a:pt x="1553" y="0"/>
                    <a:pt x="123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8800291" y="1091901"/>
              <a:ext cx="42133" cy="40221"/>
            </a:xfrm>
            <a:custGeom>
              <a:avLst/>
              <a:gdLst/>
              <a:ahLst/>
              <a:cxnLst/>
              <a:rect l="l" t="t" r="r" b="b"/>
              <a:pathLst>
                <a:path w="660" h="630" extrusionOk="0">
                  <a:moveTo>
                    <a:pt x="428" y="0"/>
                  </a:moveTo>
                  <a:cubicBezTo>
                    <a:pt x="374" y="0"/>
                    <a:pt x="319" y="53"/>
                    <a:pt x="351" y="117"/>
                  </a:cubicBezTo>
                  <a:cubicBezTo>
                    <a:pt x="407" y="237"/>
                    <a:pt x="444" y="392"/>
                    <a:pt x="428" y="456"/>
                  </a:cubicBezTo>
                  <a:cubicBezTo>
                    <a:pt x="373" y="419"/>
                    <a:pt x="262" y="287"/>
                    <a:pt x="175" y="154"/>
                  </a:cubicBezTo>
                  <a:cubicBezTo>
                    <a:pt x="158" y="126"/>
                    <a:pt x="133" y="114"/>
                    <a:pt x="109" y="114"/>
                  </a:cubicBezTo>
                  <a:cubicBezTo>
                    <a:pt x="54" y="114"/>
                    <a:pt x="1" y="176"/>
                    <a:pt x="40" y="240"/>
                  </a:cubicBezTo>
                  <a:cubicBezTo>
                    <a:pt x="132" y="382"/>
                    <a:pt x="305" y="623"/>
                    <a:pt x="441" y="629"/>
                  </a:cubicBezTo>
                  <a:lnTo>
                    <a:pt x="447" y="629"/>
                  </a:lnTo>
                  <a:cubicBezTo>
                    <a:pt x="487" y="629"/>
                    <a:pt x="524" y="611"/>
                    <a:pt x="549" y="580"/>
                  </a:cubicBezTo>
                  <a:cubicBezTo>
                    <a:pt x="660" y="438"/>
                    <a:pt x="539" y="139"/>
                    <a:pt x="499" y="52"/>
                  </a:cubicBezTo>
                  <a:cubicBezTo>
                    <a:pt x="485" y="16"/>
                    <a:pt x="457" y="0"/>
                    <a:pt x="4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8873258" y="1034316"/>
              <a:ext cx="81648" cy="79867"/>
            </a:xfrm>
            <a:custGeom>
              <a:avLst/>
              <a:gdLst/>
              <a:ahLst/>
              <a:cxnLst/>
              <a:rect l="l" t="t" r="r" b="b"/>
              <a:pathLst>
                <a:path w="1279" h="1251" extrusionOk="0">
                  <a:moveTo>
                    <a:pt x="847" y="0"/>
                  </a:moveTo>
                  <a:cubicBezTo>
                    <a:pt x="816" y="0"/>
                    <a:pt x="784" y="9"/>
                    <a:pt x="756" y="26"/>
                  </a:cubicBezTo>
                  <a:cubicBezTo>
                    <a:pt x="667" y="88"/>
                    <a:pt x="642" y="242"/>
                    <a:pt x="642" y="387"/>
                  </a:cubicBezTo>
                  <a:cubicBezTo>
                    <a:pt x="473" y="222"/>
                    <a:pt x="340" y="137"/>
                    <a:pt x="245" y="137"/>
                  </a:cubicBezTo>
                  <a:cubicBezTo>
                    <a:pt x="214" y="137"/>
                    <a:pt x="187" y="146"/>
                    <a:pt x="164" y="165"/>
                  </a:cubicBezTo>
                  <a:cubicBezTo>
                    <a:pt x="124" y="192"/>
                    <a:pt x="1" y="288"/>
                    <a:pt x="386" y="1201"/>
                  </a:cubicBezTo>
                  <a:cubicBezTo>
                    <a:pt x="399" y="1232"/>
                    <a:pt x="430" y="1250"/>
                    <a:pt x="460" y="1250"/>
                  </a:cubicBezTo>
                  <a:cubicBezTo>
                    <a:pt x="473" y="1250"/>
                    <a:pt x="485" y="1247"/>
                    <a:pt x="494" y="1241"/>
                  </a:cubicBezTo>
                  <a:cubicBezTo>
                    <a:pt x="534" y="1226"/>
                    <a:pt x="553" y="1176"/>
                    <a:pt x="537" y="1136"/>
                  </a:cubicBezTo>
                  <a:cubicBezTo>
                    <a:pt x="402" y="812"/>
                    <a:pt x="272" y="424"/>
                    <a:pt x="272" y="300"/>
                  </a:cubicBezTo>
                  <a:lnTo>
                    <a:pt x="272" y="300"/>
                  </a:lnTo>
                  <a:cubicBezTo>
                    <a:pt x="349" y="331"/>
                    <a:pt x="525" y="485"/>
                    <a:pt x="676" y="655"/>
                  </a:cubicBezTo>
                  <a:cubicBezTo>
                    <a:pt x="693" y="674"/>
                    <a:pt x="715" y="682"/>
                    <a:pt x="736" y="682"/>
                  </a:cubicBezTo>
                  <a:cubicBezTo>
                    <a:pt x="779" y="682"/>
                    <a:pt x="821" y="646"/>
                    <a:pt x="815" y="593"/>
                  </a:cubicBezTo>
                  <a:cubicBezTo>
                    <a:pt x="793" y="399"/>
                    <a:pt x="812" y="189"/>
                    <a:pt x="843" y="162"/>
                  </a:cubicBezTo>
                  <a:cubicBezTo>
                    <a:pt x="849" y="162"/>
                    <a:pt x="855" y="165"/>
                    <a:pt x="861" y="168"/>
                  </a:cubicBezTo>
                  <a:cubicBezTo>
                    <a:pt x="1006" y="248"/>
                    <a:pt x="1093" y="606"/>
                    <a:pt x="1111" y="815"/>
                  </a:cubicBezTo>
                  <a:cubicBezTo>
                    <a:pt x="1114" y="867"/>
                    <a:pt x="1152" y="891"/>
                    <a:pt x="1190" y="891"/>
                  </a:cubicBezTo>
                  <a:cubicBezTo>
                    <a:pt x="1234" y="891"/>
                    <a:pt x="1278" y="859"/>
                    <a:pt x="1272" y="800"/>
                  </a:cubicBezTo>
                  <a:cubicBezTo>
                    <a:pt x="1265" y="735"/>
                    <a:pt x="1207" y="171"/>
                    <a:pt x="938" y="26"/>
                  </a:cubicBezTo>
                  <a:cubicBezTo>
                    <a:pt x="911" y="9"/>
                    <a:pt x="879" y="0"/>
                    <a:pt x="8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8844339" y="1126567"/>
              <a:ext cx="139996" cy="72461"/>
            </a:xfrm>
            <a:custGeom>
              <a:avLst/>
              <a:gdLst/>
              <a:ahLst/>
              <a:cxnLst/>
              <a:rect l="l" t="t" r="r" b="b"/>
              <a:pathLst>
                <a:path w="2193" h="1135" extrusionOk="0">
                  <a:moveTo>
                    <a:pt x="2091" y="0"/>
                  </a:moveTo>
                  <a:cubicBezTo>
                    <a:pt x="2061" y="0"/>
                    <a:pt x="2030" y="17"/>
                    <a:pt x="2018" y="55"/>
                  </a:cubicBezTo>
                  <a:cubicBezTo>
                    <a:pt x="2014" y="61"/>
                    <a:pt x="1795" y="672"/>
                    <a:pt x="1265" y="891"/>
                  </a:cubicBezTo>
                  <a:cubicBezTo>
                    <a:pt x="1137" y="944"/>
                    <a:pt x="1000" y="970"/>
                    <a:pt x="856" y="970"/>
                  </a:cubicBezTo>
                  <a:cubicBezTo>
                    <a:pt x="640" y="970"/>
                    <a:pt x="406" y="911"/>
                    <a:pt x="158" y="792"/>
                  </a:cubicBezTo>
                  <a:cubicBezTo>
                    <a:pt x="143" y="784"/>
                    <a:pt x="129" y="780"/>
                    <a:pt x="116" y="780"/>
                  </a:cubicBezTo>
                  <a:cubicBezTo>
                    <a:pt x="41" y="780"/>
                    <a:pt x="1" y="898"/>
                    <a:pt x="90" y="937"/>
                  </a:cubicBezTo>
                  <a:cubicBezTo>
                    <a:pt x="361" y="1067"/>
                    <a:pt x="620" y="1135"/>
                    <a:pt x="861" y="1135"/>
                  </a:cubicBezTo>
                  <a:cubicBezTo>
                    <a:pt x="1021" y="1135"/>
                    <a:pt x="1182" y="1104"/>
                    <a:pt x="1330" y="1042"/>
                  </a:cubicBezTo>
                  <a:cubicBezTo>
                    <a:pt x="1928" y="792"/>
                    <a:pt x="2163" y="135"/>
                    <a:pt x="2172" y="108"/>
                  </a:cubicBezTo>
                  <a:cubicBezTo>
                    <a:pt x="2193" y="44"/>
                    <a:pt x="2141" y="0"/>
                    <a:pt x="209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7305875" y="106700"/>
              <a:ext cx="96224" cy="96476"/>
            </a:xfrm>
            <a:custGeom>
              <a:avLst/>
              <a:gdLst/>
              <a:ahLst/>
              <a:cxnLst/>
              <a:rect l="l" t="t" r="r" b="b"/>
              <a:pathLst>
                <a:path w="1121" h="1124" extrusionOk="0">
                  <a:moveTo>
                    <a:pt x="563" y="164"/>
                  </a:moveTo>
                  <a:lnTo>
                    <a:pt x="563" y="164"/>
                  </a:lnTo>
                  <a:cubicBezTo>
                    <a:pt x="782" y="168"/>
                    <a:pt x="960" y="347"/>
                    <a:pt x="957" y="565"/>
                  </a:cubicBezTo>
                  <a:cubicBezTo>
                    <a:pt x="957" y="784"/>
                    <a:pt x="778" y="960"/>
                    <a:pt x="562" y="960"/>
                  </a:cubicBezTo>
                  <a:cubicBezTo>
                    <a:pt x="340" y="960"/>
                    <a:pt x="164" y="781"/>
                    <a:pt x="164" y="562"/>
                  </a:cubicBezTo>
                  <a:cubicBezTo>
                    <a:pt x="164" y="341"/>
                    <a:pt x="342" y="166"/>
                    <a:pt x="563" y="164"/>
                  </a:cubicBezTo>
                  <a:close/>
                  <a:moveTo>
                    <a:pt x="562" y="1"/>
                  </a:moveTo>
                  <a:cubicBezTo>
                    <a:pt x="251" y="1"/>
                    <a:pt x="1" y="251"/>
                    <a:pt x="1" y="562"/>
                  </a:cubicBezTo>
                  <a:cubicBezTo>
                    <a:pt x="1" y="871"/>
                    <a:pt x="251" y="1121"/>
                    <a:pt x="559" y="1124"/>
                  </a:cubicBezTo>
                  <a:lnTo>
                    <a:pt x="562" y="1124"/>
                  </a:lnTo>
                  <a:cubicBezTo>
                    <a:pt x="871" y="1121"/>
                    <a:pt x="1121" y="871"/>
                    <a:pt x="1121" y="562"/>
                  </a:cubicBezTo>
                  <a:cubicBezTo>
                    <a:pt x="1121" y="251"/>
                    <a:pt x="871" y="1"/>
                    <a:pt x="5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8735954" y="808984"/>
              <a:ext cx="102917" cy="102663"/>
            </a:xfrm>
            <a:custGeom>
              <a:avLst/>
              <a:gdLst/>
              <a:ahLst/>
              <a:cxnLst/>
              <a:rect l="l" t="t" r="r" b="b"/>
              <a:pathLst>
                <a:path w="1618" h="1614" extrusionOk="0">
                  <a:moveTo>
                    <a:pt x="868" y="1"/>
                  </a:moveTo>
                  <a:cubicBezTo>
                    <a:pt x="821" y="1"/>
                    <a:pt x="784" y="38"/>
                    <a:pt x="784" y="87"/>
                  </a:cubicBezTo>
                  <a:lnTo>
                    <a:pt x="781" y="575"/>
                  </a:lnTo>
                  <a:lnTo>
                    <a:pt x="488" y="266"/>
                  </a:lnTo>
                  <a:cubicBezTo>
                    <a:pt x="470" y="251"/>
                    <a:pt x="451" y="245"/>
                    <a:pt x="432" y="245"/>
                  </a:cubicBezTo>
                  <a:cubicBezTo>
                    <a:pt x="369" y="245"/>
                    <a:pt x="316" y="318"/>
                    <a:pt x="362" y="380"/>
                  </a:cubicBezTo>
                  <a:lnTo>
                    <a:pt x="664" y="701"/>
                  </a:lnTo>
                  <a:lnTo>
                    <a:pt x="115" y="707"/>
                  </a:lnTo>
                  <a:cubicBezTo>
                    <a:pt x="1" y="707"/>
                    <a:pt x="1" y="877"/>
                    <a:pt x="115" y="877"/>
                  </a:cubicBezTo>
                  <a:lnTo>
                    <a:pt x="618" y="874"/>
                  </a:lnTo>
                  <a:lnTo>
                    <a:pt x="229" y="1142"/>
                  </a:lnTo>
                  <a:cubicBezTo>
                    <a:pt x="189" y="1170"/>
                    <a:pt x="180" y="1222"/>
                    <a:pt x="208" y="1262"/>
                  </a:cubicBezTo>
                  <a:cubicBezTo>
                    <a:pt x="225" y="1285"/>
                    <a:pt x="252" y="1298"/>
                    <a:pt x="279" y="1298"/>
                  </a:cubicBezTo>
                  <a:cubicBezTo>
                    <a:pt x="296" y="1298"/>
                    <a:pt x="313" y="1293"/>
                    <a:pt x="328" y="1284"/>
                  </a:cubicBezTo>
                  <a:lnTo>
                    <a:pt x="775" y="969"/>
                  </a:lnTo>
                  <a:lnTo>
                    <a:pt x="775" y="1528"/>
                  </a:lnTo>
                  <a:cubicBezTo>
                    <a:pt x="772" y="1574"/>
                    <a:pt x="812" y="1614"/>
                    <a:pt x="858" y="1614"/>
                  </a:cubicBezTo>
                  <a:cubicBezTo>
                    <a:pt x="905" y="1614"/>
                    <a:pt x="945" y="1574"/>
                    <a:pt x="945" y="1528"/>
                  </a:cubicBezTo>
                  <a:lnTo>
                    <a:pt x="948" y="1000"/>
                  </a:lnTo>
                  <a:lnTo>
                    <a:pt x="1259" y="1333"/>
                  </a:lnTo>
                  <a:cubicBezTo>
                    <a:pt x="1278" y="1353"/>
                    <a:pt x="1300" y="1361"/>
                    <a:pt x="1321" y="1361"/>
                  </a:cubicBezTo>
                  <a:cubicBezTo>
                    <a:pt x="1387" y="1361"/>
                    <a:pt x="1444" y="1277"/>
                    <a:pt x="1386" y="1213"/>
                  </a:cubicBezTo>
                  <a:lnTo>
                    <a:pt x="1059" y="868"/>
                  </a:lnTo>
                  <a:lnTo>
                    <a:pt x="1503" y="865"/>
                  </a:lnTo>
                  <a:cubicBezTo>
                    <a:pt x="1617" y="861"/>
                    <a:pt x="1617" y="692"/>
                    <a:pt x="1503" y="692"/>
                  </a:cubicBezTo>
                  <a:lnTo>
                    <a:pt x="1173" y="695"/>
                  </a:lnTo>
                  <a:lnTo>
                    <a:pt x="1518" y="454"/>
                  </a:lnTo>
                  <a:cubicBezTo>
                    <a:pt x="1597" y="401"/>
                    <a:pt x="1544" y="296"/>
                    <a:pt x="1472" y="296"/>
                  </a:cubicBezTo>
                  <a:cubicBezTo>
                    <a:pt x="1456" y="296"/>
                    <a:pt x="1439" y="301"/>
                    <a:pt x="1423" y="312"/>
                  </a:cubicBezTo>
                  <a:lnTo>
                    <a:pt x="951" y="639"/>
                  </a:lnTo>
                  <a:lnTo>
                    <a:pt x="954" y="87"/>
                  </a:lnTo>
                  <a:cubicBezTo>
                    <a:pt x="954" y="41"/>
                    <a:pt x="917" y="1"/>
                    <a:pt x="868"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8812877" y="179637"/>
              <a:ext cx="184623" cy="198973"/>
            </a:xfrm>
            <a:custGeom>
              <a:avLst/>
              <a:gdLst/>
              <a:ahLst/>
              <a:cxnLst/>
              <a:rect l="l" t="t" r="r" b="b"/>
              <a:pathLst>
                <a:path w="2496" h="2690" extrusionOk="0">
                  <a:moveTo>
                    <a:pt x="1564" y="244"/>
                  </a:moveTo>
                  <a:cubicBezTo>
                    <a:pt x="1574" y="374"/>
                    <a:pt x="1580" y="596"/>
                    <a:pt x="1583" y="898"/>
                  </a:cubicBezTo>
                  <a:cubicBezTo>
                    <a:pt x="1450" y="849"/>
                    <a:pt x="1308" y="796"/>
                    <a:pt x="1151" y="741"/>
                  </a:cubicBezTo>
                  <a:cubicBezTo>
                    <a:pt x="1355" y="478"/>
                    <a:pt x="1487" y="327"/>
                    <a:pt x="1564" y="244"/>
                  </a:cubicBezTo>
                  <a:close/>
                  <a:moveTo>
                    <a:pt x="241" y="617"/>
                  </a:moveTo>
                  <a:cubicBezTo>
                    <a:pt x="371" y="657"/>
                    <a:pt x="605" y="734"/>
                    <a:pt x="870" y="824"/>
                  </a:cubicBezTo>
                  <a:cubicBezTo>
                    <a:pt x="775" y="947"/>
                    <a:pt x="679" y="1077"/>
                    <a:pt x="590" y="1203"/>
                  </a:cubicBezTo>
                  <a:cubicBezTo>
                    <a:pt x="352" y="864"/>
                    <a:pt x="269" y="697"/>
                    <a:pt x="241" y="617"/>
                  </a:cubicBezTo>
                  <a:close/>
                  <a:moveTo>
                    <a:pt x="1756" y="1149"/>
                  </a:moveTo>
                  <a:cubicBezTo>
                    <a:pt x="2099" y="1287"/>
                    <a:pt x="2237" y="1367"/>
                    <a:pt x="2289" y="1404"/>
                  </a:cubicBezTo>
                  <a:cubicBezTo>
                    <a:pt x="2117" y="1493"/>
                    <a:pt x="1935" y="1567"/>
                    <a:pt x="1749" y="1629"/>
                  </a:cubicBezTo>
                  <a:cubicBezTo>
                    <a:pt x="1756" y="1472"/>
                    <a:pt x="1756" y="1309"/>
                    <a:pt x="1756" y="1149"/>
                  </a:cubicBezTo>
                  <a:close/>
                  <a:moveTo>
                    <a:pt x="1043" y="883"/>
                  </a:moveTo>
                  <a:cubicBezTo>
                    <a:pt x="1244" y="953"/>
                    <a:pt x="1426" y="1021"/>
                    <a:pt x="1583" y="1080"/>
                  </a:cubicBezTo>
                  <a:cubicBezTo>
                    <a:pt x="1583" y="1283"/>
                    <a:pt x="1583" y="1493"/>
                    <a:pt x="1577" y="1691"/>
                  </a:cubicBezTo>
                  <a:cubicBezTo>
                    <a:pt x="1410" y="1749"/>
                    <a:pt x="1234" y="1802"/>
                    <a:pt x="1068" y="1851"/>
                  </a:cubicBezTo>
                  <a:cubicBezTo>
                    <a:pt x="929" y="1669"/>
                    <a:pt x="803" y="1502"/>
                    <a:pt x="695" y="1351"/>
                  </a:cubicBezTo>
                  <a:lnTo>
                    <a:pt x="692" y="1351"/>
                  </a:lnTo>
                  <a:cubicBezTo>
                    <a:pt x="806" y="1194"/>
                    <a:pt x="923" y="1037"/>
                    <a:pt x="1043" y="883"/>
                  </a:cubicBezTo>
                  <a:close/>
                  <a:moveTo>
                    <a:pt x="590" y="1496"/>
                  </a:moveTo>
                  <a:cubicBezTo>
                    <a:pt x="679" y="1623"/>
                    <a:pt x="778" y="1755"/>
                    <a:pt x="892" y="1900"/>
                  </a:cubicBezTo>
                  <a:cubicBezTo>
                    <a:pt x="590" y="1984"/>
                    <a:pt x="358" y="2030"/>
                    <a:pt x="238" y="2030"/>
                  </a:cubicBezTo>
                  <a:cubicBezTo>
                    <a:pt x="346" y="1848"/>
                    <a:pt x="463" y="1669"/>
                    <a:pt x="590" y="1496"/>
                  </a:cubicBezTo>
                  <a:close/>
                  <a:moveTo>
                    <a:pt x="1574" y="1873"/>
                  </a:moveTo>
                  <a:lnTo>
                    <a:pt x="1574" y="1873"/>
                  </a:lnTo>
                  <a:cubicBezTo>
                    <a:pt x="1561" y="2175"/>
                    <a:pt x="1546" y="2341"/>
                    <a:pt x="1534" y="2434"/>
                  </a:cubicBezTo>
                  <a:cubicBezTo>
                    <a:pt x="1456" y="2338"/>
                    <a:pt x="1327" y="2181"/>
                    <a:pt x="1182" y="1996"/>
                  </a:cubicBezTo>
                  <a:cubicBezTo>
                    <a:pt x="1312" y="1959"/>
                    <a:pt x="1441" y="1916"/>
                    <a:pt x="1574" y="1873"/>
                  </a:cubicBezTo>
                  <a:close/>
                  <a:moveTo>
                    <a:pt x="1629" y="0"/>
                  </a:moveTo>
                  <a:cubicBezTo>
                    <a:pt x="1583" y="0"/>
                    <a:pt x="1512" y="0"/>
                    <a:pt x="982" y="682"/>
                  </a:cubicBezTo>
                  <a:cubicBezTo>
                    <a:pt x="553" y="537"/>
                    <a:pt x="192" y="420"/>
                    <a:pt x="189" y="420"/>
                  </a:cubicBezTo>
                  <a:cubicBezTo>
                    <a:pt x="181" y="417"/>
                    <a:pt x="172" y="416"/>
                    <a:pt x="164" y="416"/>
                  </a:cubicBezTo>
                  <a:cubicBezTo>
                    <a:pt x="145" y="416"/>
                    <a:pt x="126" y="422"/>
                    <a:pt x="112" y="432"/>
                  </a:cubicBezTo>
                  <a:cubicBezTo>
                    <a:pt x="1" y="516"/>
                    <a:pt x="25" y="701"/>
                    <a:pt x="485" y="1351"/>
                  </a:cubicBezTo>
                  <a:cubicBezTo>
                    <a:pt x="325" y="1573"/>
                    <a:pt x="87" y="1919"/>
                    <a:pt x="50" y="2033"/>
                  </a:cubicBezTo>
                  <a:cubicBezTo>
                    <a:pt x="35" y="2070"/>
                    <a:pt x="41" y="2110"/>
                    <a:pt x="62" y="2141"/>
                  </a:cubicBezTo>
                  <a:cubicBezTo>
                    <a:pt x="102" y="2196"/>
                    <a:pt x="173" y="2203"/>
                    <a:pt x="232" y="2203"/>
                  </a:cubicBezTo>
                  <a:cubicBezTo>
                    <a:pt x="411" y="2203"/>
                    <a:pt x="741" y="2122"/>
                    <a:pt x="1003" y="2048"/>
                  </a:cubicBezTo>
                  <a:cubicBezTo>
                    <a:pt x="1271" y="2388"/>
                    <a:pt x="1487" y="2647"/>
                    <a:pt x="1490" y="2650"/>
                  </a:cubicBezTo>
                  <a:cubicBezTo>
                    <a:pt x="1512" y="2671"/>
                    <a:pt x="1540" y="2687"/>
                    <a:pt x="1571" y="2690"/>
                  </a:cubicBezTo>
                  <a:cubicBezTo>
                    <a:pt x="1660" y="2690"/>
                    <a:pt x="1719" y="2690"/>
                    <a:pt x="1746" y="1814"/>
                  </a:cubicBezTo>
                  <a:cubicBezTo>
                    <a:pt x="2039" y="1709"/>
                    <a:pt x="2382" y="1577"/>
                    <a:pt x="2459" y="1490"/>
                  </a:cubicBezTo>
                  <a:cubicBezTo>
                    <a:pt x="2487" y="1462"/>
                    <a:pt x="2496" y="1422"/>
                    <a:pt x="2487" y="1385"/>
                  </a:cubicBezTo>
                  <a:cubicBezTo>
                    <a:pt x="2471" y="1311"/>
                    <a:pt x="2397" y="1216"/>
                    <a:pt x="1756" y="963"/>
                  </a:cubicBezTo>
                  <a:cubicBezTo>
                    <a:pt x="1753" y="645"/>
                    <a:pt x="1743" y="148"/>
                    <a:pt x="1722" y="71"/>
                  </a:cubicBezTo>
                  <a:cubicBezTo>
                    <a:pt x="1706" y="31"/>
                    <a:pt x="1672" y="4"/>
                    <a:pt x="16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7578924" y="93491"/>
              <a:ext cx="122063" cy="122890"/>
            </a:xfrm>
            <a:custGeom>
              <a:avLst/>
              <a:gdLst/>
              <a:ahLst/>
              <a:cxnLst/>
              <a:rect l="l" t="t" r="r" b="b"/>
              <a:pathLst>
                <a:path w="1919" h="1932" extrusionOk="0">
                  <a:moveTo>
                    <a:pt x="1024" y="248"/>
                  </a:moveTo>
                  <a:cubicBezTo>
                    <a:pt x="1049" y="331"/>
                    <a:pt x="1076" y="442"/>
                    <a:pt x="1095" y="513"/>
                  </a:cubicBezTo>
                  <a:cubicBezTo>
                    <a:pt x="1141" y="704"/>
                    <a:pt x="1150" y="747"/>
                    <a:pt x="1175" y="781"/>
                  </a:cubicBezTo>
                  <a:cubicBezTo>
                    <a:pt x="1200" y="815"/>
                    <a:pt x="1234" y="828"/>
                    <a:pt x="1425" y="895"/>
                  </a:cubicBezTo>
                  <a:cubicBezTo>
                    <a:pt x="1490" y="920"/>
                    <a:pt x="1592" y="957"/>
                    <a:pt x="1669" y="988"/>
                  </a:cubicBezTo>
                  <a:cubicBezTo>
                    <a:pt x="1561" y="1037"/>
                    <a:pt x="1388" y="1102"/>
                    <a:pt x="1234" y="1154"/>
                  </a:cubicBezTo>
                  <a:cubicBezTo>
                    <a:pt x="1212" y="1164"/>
                    <a:pt x="1194" y="1179"/>
                    <a:pt x="1184" y="1201"/>
                  </a:cubicBezTo>
                  <a:cubicBezTo>
                    <a:pt x="1110" y="1377"/>
                    <a:pt x="1015" y="1577"/>
                    <a:pt x="953" y="1688"/>
                  </a:cubicBezTo>
                  <a:cubicBezTo>
                    <a:pt x="910" y="1568"/>
                    <a:pt x="851" y="1358"/>
                    <a:pt x="805" y="1173"/>
                  </a:cubicBezTo>
                  <a:cubicBezTo>
                    <a:pt x="796" y="1139"/>
                    <a:pt x="771" y="1114"/>
                    <a:pt x="737" y="1108"/>
                  </a:cubicBezTo>
                  <a:cubicBezTo>
                    <a:pt x="558" y="1071"/>
                    <a:pt x="355" y="1028"/>
                    <a:pt x="241" y="994"/>
                  </a:cubicBezTo>
                  <a:cubicBezTo>
                    <a:pt x="416" y="905"/>
                    <a:pt x="595" y="821"/>
                    <a:pt x="780" y="747"/>
                  </a:cubicBezTo>
                  <a:cubicBezTo>
                    <a:pt x="802" y="738"/>
                    <a:pt x="820" y="723"/>
                    <a:pt x="830" y="698"/>
                  </a:cubicBezTo>
                  <a:cubicBezTo>
                    <a:pt x="885" y="547"/>
                    <a:pt x="953" y="396"/>
                    <a:pt x="1024" y="248"/>
                  </a:cubicBezTo>
                  <a:close/>
                  <a:moveTo>
                    <a:pt x="1046" y="1"/>
                  </a:moveTo>
                  <a:cubicBezTo>
                    <a:pt x="993" y="1"/>
                    <a:pt x="916" y="1"/>
                    <a:pt x="685" y="605"/>
                  </a:cubicBezTo>
                  <a:cubicBezTo>
                    <a:pt x="40" y="865"/>
                    <a:pt x="19" y="948"/>
                    <a:pt x="6" y="982"/>
                  </a:cubicBezTo>
                  <a:cubicBezTo>
                    <a:pt x="0" y="1013"/>
                    <a:pt x="6" y="1043"/>
                    <a:pt x="22" y="1068"/>
                  </a:cubicBezTo>
                  <a:cubicBezTo>
                    <a:pt x="40" y="1093"/>
                    <a:pt x="89" y="1158"/>
                    <a:pt x="651" y="1265"/>
                  </a:cubicBezTo>
                  <a:cubicBezTo>
                    <a:pt x="817" y="1932"/>
                    <a:pt x="879" y="1932"/>
                    <a:pt x="941" y="1932"/>
                  </a:cubicBezTo>
                  <a:lnTo>
                    <a:pt x="947" y="1932"/>
                  </a:lnTo>
                  <a:cubicBezTo>
                    <a:pt x="999" y="1929"/>
                    <a:pt x="1058" y="1926"/>
                    <a:pt x="1329" y="1306"/>
                  </a:cubicBezTo>
                  <a:cubicBezTo>
                    <a:pt x="1499" y="1244"/>
                    <a:pt x="1817" y="1127"/>
                    <a:pt x="1885" y="1065"/>
                  </a:cubicBezTo>
                  <a:cubicBezTo>
                    <a:pt x="1909" y="1040"/>
                    <a:pt x="1918" y="1006"/>
                    <a:pt x="1915" y="972"/>
                  </a:cubicBezTo>
                  <a:cubicBezTo>
                    <a:pt x="1900" y="895"/>
                    <a:pt x="1814" y="855"/>
                    <a:pt x="1484" y="735"/>
                  </a:cubicBezTo>
                  <a:cubicBezTo>
                    <a:pt x="1422" y="713"/>
                    <a:pt x="1348" y="686"/>
                    <a:pt x="1314" y="670"/>
                  </a:cubicBezTo>
                  <a:cubicBezTo>
                    <a:pt x="1302" y="633"/>
                    <a:pt x="1280" y="547"/>
                    <a:pt x="1262" y="473"/>
                  </a:cubicBezTo>
                  <a:cubicBezTo>
                    <a:pt x="1203" y="241"/>
                    <a:pt x="1169" y="100"/>
                    <a:pt x="1126" y="44"/>
                  </a:cubicBezTo>
                  <a:cubicBezTo>
                    <a:pt x="1107" y="19"/>
                    <a:pt x="1076" y="4"/>
                    <a:pt x="10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8094872" y="369969"/>
              <a:ext cx="902625" cy="372204"/>
            </a:xfrm>
            <a:custGeom>
              <a:avLst/>
              <a:gdLst/>
              <a:ahLst/>
              <a:cxnLst/>
              <a:rect l="l" t="t" r="r" b="b"/>
              <a:pathLst>
                <a:path w="12203" h="5032" extrusionOk="0">
                  <a:moveTo>
                    <a:pt x="2722" y="1"/>
                  </a:moveTo>
                  <a:cubicBezTo>
                    <a:pt x="2678" y="1"/>
                    <a:pt x="2641" y="36"/>
                    <a:pt x="2638" y="79"/>
                  </a:cubicBezTo>
                  <a:cubicBezTo>
                    <a:pt x="2635" y="125"/>
                    <a:pt x="2669" y="168"/>
                    <a:pt x="2715" y="171"/>
                  </a:cubicBezTo>
                  <a:cubicBezTo>
                    <a:pt x="2823" y="180"/>
                    <a:pt x="2924" y="205"/>
                    <a:pt x="3026" y="242"/>
                  </a:cubicBezTo>
                  <a:cubicBezTo>
                    <a:pt x="3036" y="245"/>
                    <a:pt x="3045" y="248"/>
                    <a:pt x="3057" y="248"/>
                  </a:cubicBezTo>
                  <a:cubicBezTo>
                    <a:pt x="3153" y="248"/>
                    <a:pt x="3174" y="116"/>
                    <a:pt x="3085" y="82"/>
                  </a:cubicBezTo>
                  <a:cubicBezTo>
                    <a:pt x="2971" y="38"/>
                    <a:pt x="2854" y="14"/>
                    <a:pt x="2733" y="1"/>
                  </a:cubicBezTo>
                  <a:cubicBezTo>
                    <a:pt x="2730" y="1"/>
                    <a:pt x="2726" y="1"/>
                    <a:pt x="2722" y="1"/>
                  </a:cubicBezTo>
                  <a:close/>
                  <a:moveTo>
                    <a:pt x="2384" y="7"/>
                  </a:moveTo>
                  <a:cubicBezTo>
                    <a:pt x="2380" y="7"/>
                    <a:pt x="2376" y="7"/>
                    <a:pt x="2372" y="8"/>
                  </a:cubicBezTo>
                  <a:cubicBezTo>
                    <a:pt x="2271" y="20"/>
                    <a:pt x="2172" y="42"/>
                    <a:pt x="2076" y="69"/>
                  </a:cubicBezTo>
                  <a:lnTo>
                    <a:pt x="2024" y="82"/>
                  </a:lnTo>
                  <a:cubicBezTo>
                    <a:pt x="1928" y="109"/>
                    <a:pt x="1947" y="251"/>
                    <a:pt x="2049" y="251"/>
                  </a:cubicBezTo>
                  <a:cubicBezTo>
                    <a:pt x="2055" y="251"/>
                    <a:pt x="2064" y="251"/>
                    <a:pt x="2073" y="248"/>
                  </a:cubicBezTo>
                  <a:lnTo>
                    <a:pt x="2123" y="233"/>
                  </a:lnTo>
                  <a:cubicBezTo>
                    <a:pt x="2212" y="208"/>
                    <a:pt x="2301" y="190"/>
                    <a:pt x="2394" y="177"/>
                  </a:cubicBezTo>
                  <a:cubicBezTo>
                    <a:pt x="2501" y="165"/>
                    <a:pt x="2485" y="7"/>
                    <a:pt x="2384" y="7"/>
                  </a:cubicBezTo>
                  <a:close/>
                  <a:moveTo>
                    <a:pt x="1721" y="188"/>
                  </a:moveTo>
                  <a:cubicBezTo>
                    <a:pt x="1711" y="188"/>
                    <a:pt x="1701" y="189"/>
                    <a:pt x="1691" y="193"/>
                  </a:cubicBezTo>
                  <a:cubicBezTo>
                    <a:pt x="1580" y="233"/>
                    <a:pt x="1472" y="279"/>
                    <a:pt x="1370" y="328"/>
                  </a:cubicBezTo>
                  <a:cubicBezTo>
                    <a:pt x="1288" y="368"/>
                    <a:pt x="1314" y="492"/>
                    <a:pt x="1404" y="492"/>
                  </a:cubicBezTo>
                  <a:cubicBezTo>
                    <a:pt x="1405" y="492"/>
                    <a:pt x="1406" y="492"/>
                    <a:pt x="1407" y="492"/>
                  </a:cubicBezTo>
                  <a:lnTo>
                    <a:pt x="1407" y="495"/>
                  </a:lnTo>
                  <a:cubicBezTo>
                    <a:pt x="1419" y="492"/>
                    <a:pt x="1432" y="489"/>
                    <a:pt x="1444" y="483"/>
                  </a:cubicBezTo>
                  <a:cubicBezTo>
                    <a:pt x="1540" y="436"/>
                    <a:pt x="1645" y="390"/>
                    <a:pt x="1752" y="353"/>
                  </a:cubicBezTo>
                  <a:cubicBezTo>
                    <a:pt x="1841" y="314"/>
                    <a:pt x="1805" y="188"/>
                    <a:pt x="1721" y="188"/>
                  </a:cubicBezTo>
                  <a:close/>
                  <a:moveTo>
                    <a:pt x="3354" y="236"/>
                  </a:moveTo>
                  <a:cubicBezTo>
                    <a:pt x="3283" y="236"/>
                    <a:pt x="3232" y="338"/>
                    <a:pt x="3307" y="393"/>
                  </a:cubicBezTo>
                  <a:cubicBezTo>
                    <a:pt x="3393" y="455"/>
                    <a:pt x="3474" y="529"/>
                    <a:pt x="3548" y="609"/>
                  </a:cubicBezTo>
                  <a:cubicBezTo>
                    <a:pt x="3563" y="628"/>
                    <a:pt x="3585" y="637"/>
                    <a:pt x="3609" y="637"/>
                  </a:cubicBezTo>
                  <a:cubicBezTo>
                    <a:pt x="3631" y="637"/>
                    <a:pt x="3652" y="631"/>
                    <a:pt x="3668" y="615"/>
                  </a:cubicBezTo>
                  <a:cubicBezTo>
                    <a:pt x="3702" y="584"/>
                    <a:pt x="3705" y="529"/>
                    <a:pt x="3674" y="495"/>
                  </a:cubicBezTo>
                  <a:cubicBezTo>
                    <a:pt x="3594" y="406"/>
                    <a:pt x="3504" y="322"/>
                    <a:pt x="3406" y="254"/>
                  </a:cubicBezTo>
                  <a:cubicBezTo>
                    <a:pt x="3388" y="242"/>
                    <a:pt x="3371" y="236"/>
                    <a:pt x="3354" y="236"/>
                  </a:cubicBezTo>
                  <a:close/>
                  <a:moveTo>
                    <a:pt x="1117" y="483"/>
                  </a:moveTo>
                  <a:cubicBezTo>
                    <a:pt x="1100" y="483"/>
                    <a:pt x="1082" y="488"/>
                    <a:pt x="1065" y="501"/>
                  </a:cubicBezTo>
                  <a:cubicBezTo>
                    <a:pt x="966" y="563"/>
                    <a:pt x="870" y="634"/>
                    <a:pt x="781" y="708"/>
                  </a:cubicBezTo>
                  <a:cubicBezTo>
                    <a:pt x="719" y="760"/>
                    <a:pt x="753" y="859"/>
                    <a:pt x="833" y="859"/>
                  </a:cubicBezTo>
                  <a:lnTo>
                    <a:pt x="833" y="862"/>
                  </a:lnTo>
                  <a:cubicBezTo>
                    <a:pt x="855" y="862"/>
                    <a:pt x="873" y="853"/>
                    <a:pt x="889" y="840"/>
                  </a:cubicBezTo>
                  <a:cubicBezTo>
                    <a:pt x="975" y="769"/>
                    <a:pt x="1065" y="705"/>
                    <a:pt x="1157" y="646"/>
                  </a:cubicBezTo>
                  <a:cubicBezTo>
                    <a:pt x="1243" y="596"/>
                    <a:pt x="1192" y="483"/>
                    <a:pt x="1117" y="483"/>
                  </a:cubicBezTo>
                  <a:close/>
                  <a:moveTo>
                    <a:pt x="3819" y="740"/>
                  </a:moveTo>
                  <a:cubicBezTo>
                    <a:pt x="3759" y="740"/>
                    <a:pt x="3702" y="805"/>
                    <a:pt x="3745" y="871"/>
                  </a:cubicBezTo>
                  <a:cubicBezTo>
                    <a:pt x="3804" y="964"/>
                    <a:pt x="3856" y="1062"/>
                    <a:pt x="3902" y="1164"/>
                  </a:cubicBezTo>
                  <a:cubicBezTo>
                    <a:pt x="3915" y="1195"/>
                    <a:pt x="3945" y="1214"/>
                    <a:pt x="3979" y="1214"/>
                  </a:cubicBezTo>
                  <a:lnTo>
                    <a:pt x="3976" y="1217"/>
                  </a:lnTo>
                  <a:cubicBezTo>
                    <a:pt x="3989" y="1217"/>
                    <a:pt x="4001" y="1211"/>
                    <a:pt x="4013" y="1207"/>
                  </a:cubicBezTo>
                  <a:cubicBezTo>
                    <a:pt x="4056" y="1186"/>
                    <a:pt x="4075" y="1136"/>
                    <a:pt x="4056" y="1093"/>
                  </a:cubicBezTo>
                  <a:cubicBezTo>
                    <a:pt x="4007" y="985"/>
                    <a:pt x="3952" y="881"/>
                    <a:pt x="3890" y="782"/>
                  </a:cubicBezTo>
                  <a:cubicBezTo>
                    <a:pt x="3871" y="752"/>
                    <a:pt x="3845" y="740"/>
                    <a:pt x="3819" y="740"/>
                  </a:cubicBezTo>
                  <a:close/>
                  <a:moveTo>
                    <a:pt x="6999" y="1087"/>
                  </a:moveTo>
                  <a:cubicBezTo>
                    <a:pt x="6953" y="1090"/>
                    <a:pt x="6916" y="1124"/>
                    <a:pt x="6909" y="1170"/>
                  </a:cubicBezTo>
                  <a:cubicBezTo>
                    <a:pt x="6909" y="1220"/>
                    <a:pt x="6946" y="1257"/>
                    <a:pt x="6993" y="1260"/>
                  </a:cubicBezTo>
                  <a:cubicBezTo>
                    <a:pt x="7104" y="1263"/>
                    <a:pt x="7212" y="1272"/>
                    <a:pt x="7323" y="1291"/>
                  </a:cubicBezTo>
                  <a:lnTo>
                    <a:pt x="7335" y="1291"/>
                  </a:lnTo>
                  <a:cubicBezTo>
                    <a:pt x="7440" y="1291"/>
                    <a:pt x="7455" y="1140"/>
                    <a:pt x="7350" y="1121"/>
                  </a:cubicBezTo>
                  <a:cubicBezTo>
                    <a:pt x="7233" y="1103"/>
                    <a:pt x="7116" y="1090"/>
                    <a:pt x="6999" y="1087"/>
                  </a:cubicBezTo>
                  <a:close/>
                  <a:moveTo>
                    <a:pt x="6653" y="1096"/>
                  </a:moveTo>
                  <a:cubicBezTo>
                    <a:pt x="6651" y="1096"/>
                    <a:pt x="6649" y="1096"/>
                    <a:pt x="6647" y="1096"/>
                  </a:cubicBezTo>
                  <a:cubicBezTo>
                    <a:pt x="6530" y="1106"/>
                    <a:pt x="6413" y="1118"/>
                    <a:pt x="6302" y="1136"/>
                  </a:cubicBezTo>
                  <a:cubicBezTo>
                    <a:pt x="6195" y="1152"/>
                    <a:pt x="6206" y="1306"/>
                    <a:pt x="6311" y="1306"/>
                  </a:cubicBezTo>
                  <a:cubicBezTo>
                    <a:pt x="6312" y="1306"/>
                    <a:pt x="6313" y="1306"/>
                    <a:pt x="6314" y="1306"/>
                  </a:cubicBezTo>
                  <a:lnTo>
                    <a:pt x="6314" y="1306"/>
                  </a:lnTo>
                  <a:lnTo>
                    <a:pt x="6311" y="1309"/>
                  </a:lnTo>
                  <a:cubicBezTo>
                    <a:pt x="6317" y="1309"/>
                    <a:pt x="6323" y="1309"/>
                    <a:pt x="6330" y="1306"/>
                  </a:cubicBezTo>
                  <a:cubicBezTo>
                    <a:pt x="6438" y="1291"/>
                    <a:pt x="6549" y="1278"/>
                    <a:pt x="6663" y="1269"/>
                  </a:cubicBezTo>
                  <a:cubicBezTo>
                    <a:pt x="6709" y="1263"/>
                    <a:pt x="6743" y="1223"/>
                    <a:pt x="6740" y="1177"/>
                  </a:cubicBezTo>
                  <a:cubicBezTo>
                    <a:pt x="6734" y="1132"/>
                    <a:pt x="6697" y="1096"/>
                    <a:pt x="6653" y="1096"/>
                  </a:cubicBezTo>
                  <a:close/>
                  <a:moveTo>
                    <a:pt x="587" y="930"/>
                  </a:moveTo>
                  <a:cubicBezTo>
                    <a:pt x="566" y="930"/>
                    <a:pt x="544" y="938"/>
                    <a:pt x="525" y="958"/>
                  </a:cubicBezTo>
                  <a:cubicBezTo>
                    <a:pt x="448" y="1047"/>
                    <a:pt x="377" y="1143"/>
                    <a:pt x="315" y="1244"/>
                  </a:cubicBezTo>
                  <a:cubicBezTo>
                    <a:pt x="278" y="1300"/>
                    <a:pt x="321" y="1374"/>
                    <a:pt x="386" y="1374"/>
                  </a:cubicBezTo>
                  <a:lnTo>
                    <a:pt x="386" y="1377"/>
                  </a:lnTo>
                  <a:cubicBezTo>
                    <a:pt x="417" y="1377"/>
                    <a:pt x="448" y="1359"/>
                    <a:pt x="463" y="1334"/>
                  </a:cubicBezTo>
                  <a:cubicBezTo>
                    <a:pt x="519" y="1238"/>
                    <a:pt x="584" y="1152"/>
                    <a:pt x="654" y="1069"/>
                  </a:cubicBezTo>
                  <a:cubicBezTo>
                    <a:pt x="703" y="1004"/>
                    <a:pt x="649" y="930"/>
                    <a:pt x="587" y="930"/>
                  </a:cubicBezTo>
                  <a:close/>
                  <a:moveTo>
                    <a:pt x="5981" y="1204"/>
                  </a:moveTo>
                  <a:cubicBezTo>
                    <a:pt x="5973" y="1204"/>
                    <a:pt x="5965" y="1205"/>
                    <a:pt x="5956" y="1207"/>
                  </a:cubicBezTo>
                  <a:cubicBezTo>
                    <a:pt x="5842" y="1235"/>
                    <a:pt x="5731" y="1269"/>
                    <a:pt x="5623" y="1309"/>
                  </a:cubicBezTo>
                  <a:cubicBezTo>
                    <a:pt x="5531" y="1343"/>
                    <a:pt x="5555" y="1476"/>
                    <a:pt x="5651" y="1476"/>
                  </a:cubicBezTo>
                  <a:lnTo>
                    <a:pt x="5648" y="1479"/>
                  </a:lnTo>
                  <a:cubicBezTo>
                    <a:pt x="5660" y="1479"/>
                    <a:pt x="5670" y="1476"/>
                    <a:pt x="5682" y="1473"/>
                  </a:cubicBezTo>
                  <a:cubicBezTo>
                    <a:pt x="5787" y="1433"/>
                    <a:pt x="5892" y="1402"/>
                    <a:pt x="6000" y="1374"/>
                  </a:cubicBezTo>
                  <a:cubicBezTo>
                    <a:pt x="6102" y="1348"/>
                    <a:pt x="6073" y="1204"/>
                    <a:pt x="5981" y="1204"/>
                  </a:cubicBezTo>
                  <a:close/>
                  <a:moveTo>
                    <a:pt x="7665" y="1202"/>
                  </a:moveTo>
                  <a:cubicBezTo>
                    <a:pt x="7578" y="1202"/>
                    <a:pt x="7543" y="1338"/>
                    <a:pt x="7640" y="1371"/>
                  </a:cubicBezTo>
                  <a:cubicBezTo>
                    <a:pt x="7742" y="1405"/>
                    <a:pt x="7841" y="1451"/>
                    <a:pt x="7933" y="1507"/>
                  </a:cubicBezTo>
                  <a:cubicBezTo>
                    <a:pt x="7946" y="1513"/>
                    <a:pt x="7961" y="1519"/>
                    <a:pt x="7977" y="1519"/>
                  </a:cubicBezTo>
                  <a:cubicBezTo>
                    <a:pt x="8063" y="1519"/>
                    <a:pt x="8097" y="1405"/>
                    <a:pt x="8020" y="1359"/>
                  </a:cubicBezTo>
                  <a:cubicBezTo>
                    <a:pt x="7918" y="1297"/>
                    <a:pt x="7807" y="1248"/>
                    <a:pt x="7696" y="1207"/>
                  </a:cubicBezTo>
                  <a:cubicBezTo>
                    <a:pt x="7685" y="1204"/>
                    <a:pt x="7675" y="1202"/>
                    <a:pt x="7665" y="1202"/>
                  </a:cubicBezTo>
                  <a:close/>
                  <a:moveTo>
                    <a:pt x="5341" y="1437"/>
                  </a:moveTo>
                  <a:cubicBezTo>
                    <a:pt x="5328" y="1437"/>
                    <a:pt x="5314" y="1441"/>
                    <a:pt x="5299" y="1448"/>
                  </a:cubicBezTo>
                  <a:cubicBezTo>
                    <a:pt x="5195" y="1500"/>
                    <a:pt x="5090" y="1559"/>
                    <a:pt x="4994" y="1624"/>
                  </a:cubicBezTo>
                  <a:cubicBezTo>
                    <a:pt x="4923" y="1670"/>
                    <a:pt x="4954" y="1781"/>
                    <a:pt x="5040" y="1781"/>
                  </a:cubicBezTo>
                  <a:lnTo>
                    <a:pt x="5037" y="1781"/>
                  </a:lnTo>
                  <a:cubicBezTo>
                    <a:pt x="5041" y="1782"/>
                    <a:pt x="5044" y="1782"/>
                    <a:pt x="5047" y="1782"/>
                  </a:cubicBezTo>
                  <a:cubicBezTo>
                    <a:pt x="5062" y="1782"/>
                    <a:pt x="5076" y="1776"/>
                    <a:pt x="5087" y="1769"/>
                  </a:cubicBezTo>
                  <a:cubicBezTo>
                    <a:pt x="5179" y="1707"/>
                    <a:pt x="5278" y="1652"/>
                    <a:pt x="5377" y="1602"/>
                  </a:cubicBezTo>
                  <a:cubicBezTo>
                    <a:pt x="5464" y="1557"/>
                    <a:pt x="5419" y="1437"/>
                    <a:pt x="5341" y="1437"/>
                  </a:cubicBezTo>
                  <a:close/>
                  <a:moveTo>
                    <a:pt x="4106" y="1359"/>
                  </a:moveTo>
                  <a:cubicBezTo>
                    <a:pt x="4054" y="1359"/>
                    <a:pt x="4000" y="1406"/>
                    <a:pt x="4023" y="1473"/>
                  </a:cubicBezTo>
                  <a:cubicBezTo>
                    <a:pt x="4056" y="1574"/>
                    <a:pt x="4087" y="1682"/>
                    <a:pt x="4115" y="1797"/>
                  </a:cubicBezTo>
                  <a:cubicBezTo>
                    <a:pt x="4124" y="1834"/>
                    <a:pt x="4158" y="1861"/>
                    <a:pt x="4198" y="1861"/>
                  </a:cubicBezTo>
                  <a:lnTo>
                    <a:pt x="4195" y="1864"/>
                  </a:lnTo>
                  <a:cubicBezTo>
                    <a:pt x="4204" y="1861"/>
                    <a:pt x="4211" y="1861"/>
                    <a:pt x="4220" y="1858"/>
                  </a:cubicBezTo>
                  <a:cubicBezTo>
                    <a:pt x="4263" y="1846"/>
                    <a:pt x="4291" y="1800"/>
                    <a:pt x="4282" y="1753"/>
                  </a:cubicBezTo>
                  <a:cubicBezTo>
                    <a:pt x="4254" y="1639"/>
                    <a:pt x="4220" y="1525"/>
                    <a:pt x="4183" y="1417"/>
                  </a:cubicBezTo>
                  <a:cubicBezTo>
                    <a:pt x="4170" y="1376"/>
                    <a:pt x="4139" y="1359"/>
                    <a:pt x="4106" y="1359"/>
                  </a:cubicBezTo>
                  <a:close/>
                  <a:moveTo>
                    <a:pt x="8252" y="1547"/>
                  </a:moveTo>
                  <a:cubicBezTo>
                    <a:pt x="8185" y="1547"/>
                    <a:pt x="8128" y="1638"/>
                    <a:pt x="8196" y="1698"/>
                  </a:cubicBezTo>
                  <a:cubicBezTo>
                    <a:pt x="8276" y="1772"/>
                    <a:pt x="8347" y="1852"/>
                    <a:pt x="8411" y="1941"/>
                  </a:cubicBezTo>
                  <a:cubicBezTo>
                    <a:pt x="8427" y="1963"/>
                    <a:pt x="8452" y="1975"/>
                    <a:pt x="8479" y="1975"/>
                  </a:cubicBezTo>
                  <a:lnTo>
                    <a:pt x="8479" y="1979"/>
                  </a:lnTo>
                  <a:cubicBezTo>
                    <a:pt x="8498" y="1979"/>
                    <a:pt x="8516" y="1972"/>
                    <a:pt x="8532" y="1960"/>
                  </a:cubicBezTo>
                  <a:cubicBezTo>
                    <a:pt x="8569" y="1932"/>
                    <a:pt x="8578" y="1880"/>
                    <a:pt x="8550" y="1840"/>
                  </a:cubicBezTo>
                  <a:cubicBezTo>
                    <a:pt x="8479" y="1744"/>
                    <a:pt x="8399" y="1655"/>
                    <a:pt x="8310" y="1571"/>
                  </a:cubicBezTo>
                  <a:cubicBezTo>
                    <a:pt x="8291" y="1554"/>
                    <a:pt x="8272" y="1547"/>
                    <a:pt x="8252" y="1547"/>
                  </a:cubicBezTo>
                  <a:close/>
                  <a:moveTo>
                    <a:pt x="232" y="1506"/>
                  </a:moveTo>
                  <a:cubicBezTo>
                    <a:pt x="200" y="1506"/>
                    <a:pt x="168" y="1523"/>
                    <a:pt x="155" y="1565"/>
                  </a:cubicBezTo>
                  <a:cubicBezTo>
                    <a:pt x="112" y="1673"/>
                    <a:pt x="75" y="1787"/>
                    <a:pt x="50" y="1904"/>
                  </a:cubicBezTo>
                  <a:cubicBezTo>
                    <a:pt x="41" y="1951"/>
                    <a:pt x="72" y="1997"/>
                    <a:pt x="118" y="2006"/>
                  </a:cubicBezTo>
                  <a:lnTo>
                    <a:pt x="136" y="2006"/>
                  </a:lnTo>
                  <a:lnTo>
                    <a:pt x="133" y="2009"/>
                  </a:lnTo>
                  <a:cubicBezTo>
                    <a:pt x="173" y="2009"/>
                    <a:pt x="210" y="1982"/>
                    <a:pt x="220" y="1941"/>
                  </a:cubicBezTo>
                  <a:cubicBezTo>
                    <a:pt x="241" y="1834"/>
                    <a:pt x="272" y="1729"/>
                    <a:pt x="312" y="1627"/>
                  </a:cubicBezTo>
                  <a:cubicBezTo>
                    <a:pt x="345" y="1558"/>
                    <a:pt x="288" y="1506"/>
                    <a:pt x="232" y="1506"/>
                  </a:cubicBezTo>
                  <a:close/>
                  <a:moveTo>
                    <a:pt x="4766" y="1811"/>
                  </a:moveTo>
                  <a:cubicBezTo>
                    <a:pt x="4748" y="1811"/>
                    <a:pt x="4728" y="1818"/>
                    <a:pt x="4710" y="1834"/>
                  </a:cubicBezTo>
                  <a:cubicBezTo>
                    <a:pt x="4618" y="1908"/>
                    <a:pt x="4534" y="1991"/>
                    <a:pt x="4454" y="2077"/>
                  </a:cubicBezTo>
                  <a:cubicBezTo>
                    <a:pt x="4402" y="2133"/>
                    <a:pt x="4442" y="2222"/>
                    <a:pt x="4516" y="2222"/>
                  </a:cubicBezTo>
                  <a:cubicBezTo>
                    <a:pt x="4541" y="2222"/>
                    <a:pt x="4565" y="2213"/>
                    <a:pt x="4581" y="2194"/>
                  </a:cubicBezTo>
                  <a:cubicBezTo>
                    <a:pt x="4655" y="2111"/>
                    <a:pt x="4735" y="2034"/>
                    <a:pt x="4821" y="1963"/>
                  </a:cubicBezTo>
                  <a:cubicBezTo>
                    <a:pt x="4890" y="1905"/>
                    <a:pt x="4835" y="1811"/>
                    <a:pt x="4766" y="1811"/>
                  </a:cubicBezTo>
                  <a:close/>
                  <a:moveTo>
                    <a:pt x="8658" y="2096"/>
                  </a:moveTo>
                  <a:cubicBezTo>
                    <a:pt x="8602" y="2096"/>
                    <a:pt x="8545" y="2152"/>
                    <a:pt x="8578" y="2219"/>
                  </a:cubicBezTo>
                  <a:cubicBezTo>
                    <a:pt x="8624" y="2318"/>
                    <a:pt x="8664" y="2423"/>
                    <a:pt x="8695" y="2528"/>
                  </a:cubicBezTo>
                  <a:cubicBezTo>
                    <a:pt x="8708" y="2565"/>
                    <a:pt x="8741" y="2589"/>
                    <a:pt x="8778" y="2589"/>
                  </a:cubicBezTo>
                  <a:lnTo>
                    <a:pt x="8775" y="2592"/>
                  </a:lnTo>
                  <a:cubicBezTo>
                    <a:pt x="8785" y="2589"/>
                    <a:pt x="8794" y="2586"/>
                    <a:pt x="8803" y="2583"/>
                  </a:cubicBezTo>
                  <a:cubicBezTo>
                    <a:pt x="8849" y="2571"/>
                    <a:pt x="8874" y="2521"/>
                    <a:pt x="8862" y="2475"/>
                  </a:cubicBezTo>
                  <a:cubicBezTo>
                    <a:pt x="8825" y="2364"/>
                    <a:pt x="8782" y="2253"/>
                    <a:pt x="8732" y="2145"/>
                  </a:cubicBezTo>
                  <a:cubicBezTo>
                    <a:pt x="8716" y="2111"/>
                    <a:pt x="8687" y="2096"/>
                    <a:pt x="8658" y="2096"/>
                  </a:cubicBezTo>
                  <a:close/>
                  <a:moveTo>
                    <a:pt x="9705" y="2444"/>
                  </a:moveTo>
                  <a:cubicBezTo>
                    <a:pt x="9661" y="2444"/>
                    <a:pt x="9624" y="2483"/>
                    <a:pt x="9624" y="2528"/>
                  </a:cubicBezTo>
                  <a:cubicBezTo>
                    <a:pt x="9624" y="2574"/>
                    <a:pt x="9661" y="2614"/>
                    <a:pt x="9710" y="2614"/>
                  </a:cubicBezTo>
                  <a:cubicBezTo>
                    <a:pt x="9818" y="2617"/>
                    <a:pt x="9926" y="2629"/>
                    <a:pt x="10034" y="2651"/>
                  </a:cubicBezTo>
                  <a:lnTo>
                    <a:pt x="10049" y="2651"/>
                  </a:lnTo>
                  <a:cubicBezTo>
                    <a:pt x="10050" y="2651"/>
                    <a:pt x="10051" y="2651"/>
                    <a:pt x="10052" y="2651"/>
                  </a:cubicBezTo>
                  <a:cubicBezTo>
                    <a:pt x="10157" y="2651"/>
                    <a:pt x="10172" y="2500"/>
                    <a:pt x="10068" y="2481"/>
                  </a:cubicBezTo>
                  <a:cubicBezTo>
                    <a:pt x="9951" y="2460"/>
                    <a:pt x="9830" y="2447"/>
                    <a:pt x="9710" y="2444"/>
                  </a:cubicBezTo>
                  <a:cubicBezTo>
                    <a:pt x="9708" y="2444"/>
                    <a:pt x="9707" y="2444"/>
                    <a:pt x="9705" y="2444"/>
                  </a:cubicBezTo>
                  <a:close/>
                  <a:moveTo>
                    <a:pt x="83" y="2175"/>
                  </a:moveTo>
                  <a:cubicBezTo>
                    <a:pt x="41" y="2175"/>
                    <a:pt x="7" y="2210"/>
                    <a:pt x="4" y="2256"/>
                  </a:cubicBezTo>
                  <a:cubicBezTo>
                    <a:pt x="1" y="2299"/>
                    <a:pt x="1" y="2342"/>
                    <a:pt x="1" y="2379"/>
                  </a:cubicBezTo>
                  <a:cubicBezTo>
                    <a:pt x="1" y="2457"/>
                    <a:pt x="4" y="2534"/>
                    <a:pt x="13" y="2611"/>
                  </a:cubicBezTo>
                  <a:cubicBezTo>
                    <a:pt x="16" y="2654"/>
                    <a:pt x="53" y="2688"/>
                    <a:pt x="99" y="2688"/>
                  </a:cubicBezTo>
                  <a:lnTo>
                    <a:pt x="105" y="2688"/>
                  </a:lnTo>
                  <a:cubicBezTo>
                    <a:pt x="152" y="2685"/>
                    <a:pt x="189" y="2642"/>
                    <a:pt x="183" y="2595"/>
                  </a:cubicBezTo>
                  <a:cubicBezTo>
                    <a:pt x="176" y="2524"/>
                    <a:pt x="173" y="2453"/>
                    <a:pt x="173" y="2379"/>
                  </a:cubicBezTo>
                  <a:cubicBezTo>
                    <a:pt x="173" y="2342"/>
                    <a:pt x="173" y="2302"/>
                    <a:pt x="176" y="2265"/>
                  </a:cubicBezTo>
                  <a:cubicBezTo>
                    <a:pt x="176" y="2219"/>
                    <a:pt x="142" y="2176"/>
                    <a:pt x="93" y="2176"/>
                  </a:cubicBezTo>
                  <a:cubicBezTo>
                    <a:pt x="90" y="2175"/>
                    <a:pt x="86" y="2175"/>
                    <a:pt x="83" y="2175"/>
                  </a:cubicBezTo>
                  <a:close/>
                  <a:moveTo>
                    <a:pt x="9372" y="2470"/>
                  </a:moveTo>
                  <a:cubicBezTo>
                    <a:pt x="9365" y="2470"/>
                    <a:pt x="9359" y="2471"/>
                    <a:pt x="9352" y="2472"/>
                  </a:cubicBezTo>
                  <a:cubicBezTo>
                    <a:pt x="9235" y="2494"/>
                    <a:pt x="9118" y="2531"/>
                    <a:pt x="9007" y="2577"/>
                  </a:cubicBezTo>
                  <a:cubicBezTo>
                    <a:pt x="8924" y="2614"/>
                    <a:pt x="8948" y="2742"/>
                    <a:pt x="9042" y="2743"/>
                  </a:cubicBezTo>
                  <a:lnTo>
                    <a:pt x="9042" y="2743"/>
                  </a:lnTo>
                  <a:cubicBezTo>
                    <a:pt x="9054" y="2743"/>
                    <a:pt x="9066" y="2740"/>
                    <a:pt x="9078" y="2734"/>
                  </a:cubicBezTo>
                  <a:cubicBezTo>
                    <a:pt x="9176" y="2691"/>
                    <a:pt x="9278" y="2660"/>
                    <a:pt x="9386" y="2642"/>
                  </a:cubicBezTo>
                  <a:cubicBezTo>
                    <a:pt x="9490" y="2621"/>
                    <a:pt x="9469" y="2470"/>
                    <a:pt x="9372" y="2470"/>
                  </a:cubicBezTo>
                  <a:close/>
                  <a:moveTo>
                    <a:pt x="9042" y="2743"/>
                  </a:moveTo>
                  <a:lnTo>
                    <a:pt x="9042" y="2743"/>
                  </a:lnTo>
                  <a:cubicBezTo>
                    <a:pt x="9042" y="2743"/>
                    <a:pt x="9041" y="2743"/>
                    <a:pt x="9041" y="2743"/>
                  </a:cubicBezTo>
                  <a:lnTo>
                    <a:pt x="9044" y="2743"/>
                  </a:lnTo>
                  <a:cubicBezTo>
                    <a:pt x="9043" y="2743"/>
                    <a:pt x="9043" y="2743"/>
                    <a:pt x="9042" y="2743"/>
                  </a:cubicBezTo>
                  <a:close/>
                  <a:moveTo>
                    <a:pt x="4269" y="2026"/>
                  </a:moveTo>
                  <a:cubicBezTo>
                    <a:pt x="4221" y="2026"/>
                    <a:pt x="4173" y="2063"/>
                    <a:pt x="4183" y="2127"/>
                  </a:cubicBezTo>
                  <a:cubicBezTo>
                    <a:pt x="4198" y="2210"/>
                    <a:pt x="4211" y="2290"/>
                    <a:pt x="4220" y="2373"/>
                  </a:cubicBezTo>
                  <a:cubicBezTo>
                    <a:pt x="4155" y="2463"/>
                    <a:pt x="4100" y="2558"/>
                    <a:pt x="4047" y="2654"/>
                  </a:cubicBezTo>
                  <a:cubicBezTo>
                    <a:pt x="4026" y="2697"/>
                    <a:pt x="4041" y="2750"/>
                    <a:pt x="4084" y="2771"/>
                  </a:cubicBezTo>
                  <a:cubicBezTo>
                    <a:pt x="4097" y="2777"/>
                    <a:pt x="4109" y="2780"/>
                    <a:pt x="4124" y="2780"/>
                  </a:cubicBezTo>
                  <a:lnTo>
                    <a:pt x="4121" y="2780"/>
                  </a:lnTo>
                  <a:cubicBezTo>
                    <a:pt x="4124" y="2781"/>
                    <a:pt x="4126" y="2781"/>
                    <a:pt x="4129" y="2781"/>
                  </a:cubicBezTo>
                  <a:cubicBezTo>
                    <a:pt x="4159" y="2781"/>
                    <a:pt x="4184" y="2763"/>
                    <a:pt x="4198" y="2737"/>
                  </a:cubicBezTo>
                  <a:cubicBezTo>
                    <a:pt x="4235" y="2669"/>
                    <a:pt x="4272" y="2602"/>
                    <a:pt x="4316" y="2540"/>
                  </a:cubicBezTo>
                  <a:lnTo>
                    <a:pt x="4322" y="2540"/>
                  </a:lnTo>
                  <a:cubicBezTo>
                    <a:pt x="4368" y="2534"/>
                    <a:pt x="4405" y="2490"/>
                    <a:pt x="4399" y="2444"/>
                  </a:cubicBezTo>
                  <a:cubicBezTo>
                    <a:pt x="4386" y="2330"/>
                    <a:pt x="4371" y="2213"/>
                    <a:pt x="4353" y="2099"/>
                  </a:cubicBezTo>
                  <a:cubicBezTo>
                    <a:pt x="4344" y="2049"/>
                    <a:pt x="4307" y="2026"/>
                    <a:pt x="4269" y="2026"/>
                  </a:cubicBezTo>
                  <a:close/>
                  <a:moveTo>
                    <a:pt x="10380" y="2570"/>
                  </a:moveTo>
                  <a:cubicBezTo>
                    <a:pt x="10297" y="2570"/>
                    <a:pt x="10262" y="2698"/>
                    <a:pt x="10355" y="2734"/>
                  </a:cubicBezTo>
                  <a:cubicBezTo>
                    <a:pt x="10459" y="2771"/>
                    <a:pt x="10561" y="2811"/>
                    <a:pt x="10663" y="2858"/>
                  </a:cubicBezTo>
                  <a:cubicBezTo>
                    <a:pt x="10672" y="2864"/>
                    <a:pt x="10685" y="2867"/>
                    <a:pt x="10697" y="2867"/>
                  </a:cubicBezTo>
                  <a:lnTo>
                    <a:pt x="10700" y="2867"/>
                  </a:lnTo>
                  <a:cubicBezTo>
                    <a:pt x="10789" y="2867"/>
                    <a:pt x="10820" y="2740"/>
                    <a:pt x="10734" y="2703"/>
                  </a:cubicBezTo>
                  <a:cubicBezTo>
                    <a:pt x="10629" y="2654"/>
                    <a:pt x="10518" y="2611"/>
                    <a:pt x="10407" y="2574"/>
                  </a:cubicBezTo>
                  <a:cubicBezTo>
                    <a:pt x="10398" y="2571"/>
                    <a:pt x="10389" y="2570"/>
                    <a:pt x="10380" y="2570"/>
                  </a:cubicBezTo>
                  <a:close/>
                  <a:moveTo>
                    <a:pt x="4339" y="2709"/>
                  </a:moveTo>
                  <a:cubicBezTo>
                    <a:pt x="4338" y="2709"/>
                    <a:pt x="4336" y="2709"/>
                    <a:pt x="4334" y="2709"/>
                  </a:cubicBezTo>
                  <a:cubicBezTo>
                    <a:pt x="4285" y="2709"/>
                    <a:pt x="4248" y="2750"/>
                    <a:pt x="4251" y="2796"/>
                  </a:cubicBezTo>
                  <a:cubicBezTo>
                    <a:pt x="4254" y="2858"/>
                    <a:pt x="4254" y="2916"/>
                    <a:pt x="4254" y="2972"/>
                  </a:cubicBezTo>
                  <a:cubicBezTo>
                    <a:pt x="4254" y="3027"/>
                    <a:pt x="4251" y="3083"/>
                    <a:pt x="4251" y="3135"/>
                  </a:cubicBezTo>
                  <a:cubicBezTo>
                    <a:pt x="4248" y="3181"/>
                    <a:pt x="4285" y="3221"/>
                    <a:pt x="4334" y="3221"/>
                  </a:cubicBezTo>
                  <a:lnTo>
                    <a:pt x="4337" y="3221"/>
                  </a:lnTo>
                  <a:lnTo>
                    <a:pt x="4337" y="3225"/>
                  </a:lnTo>
                  <a:cubicBezTo>
                    <a:pt x="4383" y="3225"/>
                    <a:pt x="4420" y="3188"/>
                    <a:pt x="4420" y="3138"/>
                  </a:cubicBezTo>
                  <a:cubicBezTo>
                    <a:pt x="4423" y="3086"/>
                    <a:pt x="4423" y="3030"/>
                    <a:pt x="4423" y="2972"/>
                  </a:cubicBezTo>
                  <a:cubicBezTo>
                    <a:pt x="4423" y="2913"/>
                    <a:pt x="4423" y="2851"/>
                    <a:pt x="4420" y="2790"/>
                  </a:cubicBezTo>
                  <a:cubicBezTo>
                    <a:pt x="4420" y="2745"/>
                    <a:pt x="4383" y="2709"/>
                    <a:pt x="4339" y="2709"/>
                  </a:cubicBezTo>
                  <a:close/>
                  <a:moveTo>
                    <a:pt x="10993" y="2854"/>
                  </a:moveTo>
                  <a:cubicBezTo>
                    <a:pt x="10917" y="2854"/>
                    <a:pt x="10866" y="2966"/>
                    <a:pt x="10953" y="3015"/>
                  </a:cubicBezTo>
                  <a:cubicBezTo>
                    <a:pt x="11045" y="3073"/>
                    <a:pt x="11135" y="3138"/>
                    <a:pt x="11221" y="3209"/>
                  </a:cubicBezTo>
                  <a:cubicBezTo>
                    <a:pt x="11236" y="3221"/>
                    <a:pt x="11254" y="3227"/>
                    <a:pt x="11275" y="3228"/>
                  </a:cubicBezTo>
                  <a:lnTo>
                    <a:pt x="11275" y="3228"/>
                  </a:lnTo>
                  <a:cubicBezTo>
                    <a:pt x="11354" y="3226"/>
                    <a:pt x="11390" y="3129"/>
                    <a:pt x="11329" y="3077"/>
                  </a:cubicBezTo>
                  <a:cubicBezTo>
                    <a:pt x="11237" y="2999"/>
                    <a:pt x="11141" y="2932"/>
                    <a:pt x="11042" y="2870"/>
                  </a:cubicBezTo>
                  <a:cubicBezTo>
                    <a:pt x="11025" y="2859"/>
                    <a:pt x="11009" y="2854"/>
                    <a:pt x="10993" y="2854"/>
                  </a:cubicBezTo>
                  <a:close/>
                  <a:moveTo>
                    <a:pt x="11275" y="3228"/>
                  </a:moveTo>
                  <a:cubicBezTo>
                    <a:pt x="11275" y="3228"/>
                    <a:pt x="11274" y="3228"/>
                    <a:pt x="11274" y="3228"/>
                  </a:cubicBezTo>
                  <a:lnTo>
                    <a:pt x="11277" y="3228"/>
                  </a:lnTo>
                  <a:cubicBezTo>
                    <a:pt x="11276" y="3228"/>
                    <a:pt x="11276" y="3228"/>
                    <a:pt x="11275" y="3228"/>
                  </a:cubicBezTo>
                  <a:close/>
                  <a:moveTo>
                    <a:pt x="8745" y="2745"/>
                  </a:moveTo>
                  <a:cubicBezTo>
                    <a:pt x="8728" y="2745"/>
                    <a:pt x="8710" y="2751"/>
                    <a:pt x="8695" y="2762"/>
                  </a:cubicBezTo>
                  <a:cubicBezTo>
                    <a:pt x="8597" y="2833"/>
                    <a:pt x="8507" y="2913"/>
                    <a:pt x="8427" y="3006"/>
                  </a:cubicBezTo>
                  <a:cubicBezTo>
                    <a:pt x="8371" y="3068"/>
                    <a:pt x="8429" y="3149"/>
                    <a:pt x="8494" y="3149"/>
                  </a:cubicBezTo>
                  <a:cubicBezTo>
                    <a:pt x="8516" y="3149"/>
                    <a:pt x="8537" y="3140"/>
                    <a:pt x="8556" y="3120"/>
                  </a:cubicBezTo>
                  <a:cubicBezTo>
                    <a:pt x="8624" y="3043"/>
                    <a:pt x="8698" y="2975"/>
                    <a:pt x="8778" y="2913"/>
                  </a:cubicBezTo>
                  <a:cubicBezTo>
                    <a:pt x="8788" y="3002"/>
                    <a:pt x="8797" y="3092"/>
                    <a:pt x="8800" y="3184"/>
                  </a:cubicBezTo>
                  <a:cubicBezTo>
                    <a:pt x="8803" y="3231"/>
                    <a:pt x="8840" y="3265"/>
                    <a:pt x="8886" y="3268"/>
                  </a:cubicBezTo>
                  <a:lnTo>
                    <a:pt x="8890" y="3268"/>
                  </a:lnTo>
                  <a:cubicBezTo>
                    <a:pt x="8936" y="3265"/>
                    <a:pt x="8973" y="3228"/>
                    <a:pt x="8970" y="3178"/>
                  </a:cubicBezTo>
                  <a:cubicBezTo>
                    <a:pt x="8967" y="3061"/>
                    <a:pt x="8957" y="2944"/>
                    <a:pt x="8936" y="2827"/>
                  </a:cubicBezTo>
                  <a:cubicBezTo>
                    <a:pt x="8930" y="2784"/>
                    <a:pt x="8894" y="2755"/>
                    <a:pt x="8852" y="2755"/>
                  </a:cubicBezTo>
                  <a:cubicBezTo>
                    <a:pt x="8848" y="2755"/>
                    <a:pt x="8844" y="2755"/>
                    <a:pt x="8840" y="2756"/>
                  </a:cubicBezTo>
                  <a:cubicBezTo>
                    <a:pt x="8828" y="2759"/>
                    <a:pt x="8815" y="2762"/>
                    <a:pt x="8803" y="2771"/>
                  </a:cubicBezTo>
                  <a:cubicBezTo>
                    <a:pt x="8788" y="2754"/>
                    <a:pt x="8767" y="2745"/>
                    <a:pt x="8745" y="2745"/>
                  </a:cubicBezTo>
                  <a:close/>
                  <a:moveTo>
                    <a:pt x="3982" y="2926"/>
                  </a:moveTo>
                  <a:cubicBezTo>
                    <a:pt x="3950" y="2926"/>
                    <a:pt x="3917" y="2943"/>
                    <a:pt x="3902" y="2984"/>
                  </a:cubicBezTo>
                  <a:cubicBezTo>
                    <a:pt x="3862" y="3095"/>
                    <a:pt x="3831" y="3209"/>
                    <a:pt x="3810" y="3326"/>
                  </a:cubicBezTo>
                  <a:cubicBezTo>
                    <a:pt x="3800" y="3373"/>
                    <a:pt x="3831" y="3419"/>
                    <a:pt x="3878" y="3425"/>
                  </a:cubicBezTo>
                  <a:lnTo>
                    <a:pt x="3893" y="3425"/>
                  </a:lnTo>
                  <a:cubicBezTo>
                    <a:pt x="3936" y="3425"/>
                    <a:pt x="3970" y="3397"/>
                    <a:pt x="3979" y="3357"/>
                  </a:cubicBezTo>
                  <a:cubicBezTo>
                    <a:pt x="3998" y="3249"/>
                    <a:pt x="4026" y="3144"/>
                    <a:pt x="4066" y="3039"/>
                  </a:cubicBezTo>
                  <a:cubicBezTo>
                    <a:pt x="4089" y="2972"/>
                    <a:pt x="4036" y="2926"/>
                    <a:pt x="3982" y="2926"/>
                  </a:cubicBezTo>
                  <a:close/>
                  <a:moveTo>
                    <a:pt x="8291" y="3247"/>
                  </a:moveTo>
                  <a:cubicBezTo>
                    <a:pt x="8263" y="3247"/>
                    <a:pt x="8235" y="3261"/>
                    <a:pt x="8217" y="3295"/>
                  </a:cubicBezTo>
                  <a:cubicBezTo>
                    <a:pt x="8159" y="3400"/>
                    <a:pt x="8109" y="3511"/>
                    <a:pt x="8075" y="3626"/>
                  </a:cubicBezTo>
                  <a:cubicBezTo>
                    <a:pt x="8060" y="3672"/>
                    <a:pt x="8085" y="3718"/>
                    <a:pt x="8131" y="3733"/>
                  </a:cubicBezTo>
                  <a:cubicBezTo>
                    <a:pt x="8140" y="3737"/>
                    <a:pt x="8146" y="3737"/>
                    <a:pt x="8155" y="3737"/>
                  </a:cubicBezTo>
                  <a:cubicBezTo>
                    <a:pt x="8192" y="3737"/>
                    <a:pt x="8226" y="3712"/>
                    <a:pt x="8239" y="3675"/>
                  </a:cubicBezTo>
                  <a:cubicBezTo>
                    <a:pt x="8270" y="3573"/>
                    <a:pt x="8313" y="3474"/>
                    <a:pt x="8368" y="3379"/>
                  </a:cubicBezTo>
                  <a:cubicBezTo>
                    <a:pt x="8412" y="3311"/>
                    <a:pt x="8352" y="3247"/>
                    <a:pt x="8291" y="3247"/>
                  </a:cubicBezTo>
                  <a:close/>
                  <a:moveTo>
                    <a:pt x="11522" y="3293"/>
                  </a:moveTo>
                  <a:cubicBezTo>
                    <a:pt x="11457" y="3293"/>
                    <a:pt x="11401" y="3373"/>
                    <a:pt x="11459" y="3437"/>
                  </a:cubicBezTo>
                  <a:cubicBezTo>
                    <a:pt x="11530" y="3521"/>
                    <a:pt x="11598" y="3607"/>
                    <a:pt x="11659" y="3700"/>
                  </a:cubicBezTo>
                  <a:cubicBezTo>
                    <a:pt x="11675" y="3721"/>
                    <a:pt x="11702" y="3737"/>
                    <a:pt x="11730" y="3737"/>
                  </a:cubicBezTo>
                  <a:cubicBezTo>
                    <a:pt x="11746" y="3737"/>
                    <a:pt x="11764" y="3730"/>
                    <a:pt x="11776" y="3721"/>
                  </a:cubicBezTo>
                  <a:cubicBezTo>
                    <a:pt x="11816" y="3696"/>
                    <a:pt x="11829" y="3644"/>
                    <a:pt x="11801" y="3604"/>
                  </a:cubicBezTo>
                  <a:cubicBezTo>
                    <a:pt x="11736" y="3505"/>
                    <a:pt x="11665" y="3410"/>
                    <a:pt x="11585" y="3323"/>
                  </a:cubicBezTo>
                  <a:cubicBezTo>
                    <a:pt x="11566" y="3302"/>
                    <a:pt x="11543" y="3293"/>
                    <a:pt x="11522" y="3293"/>
                  </a:cubicBezTo>
                  <a:close/>
                  <a:moveTo>
                    <a:pt x="4307" y="3393"/>
                  </a:moveTo>
                  <a:cubicBezTo>
                    <a:pt x="4269" y="3393"/>
                    <a:pt x="4230" y="3417"/>
                    <a:pt x="4223" y="3468"/>
                  </a:cubicBezTo>
                  <a:cubicBezTo>
                    <a:pt x="4211" y="3573"/>
                    <a:pt x="4186" y="3681"/>
                    <a:pt x="4152" y="3783"/>
                  </a:cubicBezTo>
                  <a:cubicBezTo>
                    <a:pt x="4137" y="3829"/>
                    <a:pt x="4158" y="3875"/>
                    <a:pt x="4204" y="3894"/>
                  </a:cubicBezTo>
                  <a:cubicBezTo>
                    <a:pt x="4214" y="3897"/>
                    <a:pt x="4223" y="3897"/>
                    <a:pt x="4232" y="3897"/>
                  </a:cubicBezTo>
                  <a:cubicBezTo>
                    <a:pt x="4269" y="3897"/>
                    <a:pt x="4300" y="3875"/>
                    <a:pt x="4312" y="3841"/>
                  </a:cubicBezTo>
                  <a:cubicBezTo>
                    <a:pt x="4353" y="3727"/>
                    <a:pt x="4377" y="3610"/>
                    <a:pt x="4393" y="3490"/>
                  </a:cubicBezTo>
                  <a:cubicBezTo>
                    <a:pt x="4401" y="3427"/>
                    <a:pt x="4354" y="3393"/>
                    <a:pt x="4307" y="3393"/>
                  </a:cubicBezTo>
                  <a:close/>
                  <a:moveTo>
                    <a:pt x="8877" y="3436"/>
                  </a:moveTo>
                  <a:cubicBezTo>
                    <a:pt x="8837" y="3436"/>
                    <a:pt x="8797" y="3461"/>
                    <a:pt x="8791" y="3514"/>
                  </a:cubicBezTo>
                  <a:cubicBezTo>
                    <a:pt x="8782" y="3622"/>
                    <a:pt x="8766" y="3733"/>
                    <a:pt x="8741" y="3841"/>
                  </a:cubicBezTo>
                  <a:cubicBezTo>
                    <a:pt x="8729" y="3885"/>
                    <a:pt x="8757" y="3931"/>
                    <a:pt x="8803" y="3943"/>
                  </a:cubicBezTo>
                  <a:cubicBezTo>
                    <a:pt x="8809" y="3943"/>
                    <a:pt x="8819" y="3946"/>
                    <a:pt x="8825" y="3946"/>
                  </a:cubicBezTo>
                  <a:cubicBezTo>
                    <a:pt x="8865" y="3946"/>
                    <a:pt x="8899" y="3919"/>
                    <a:pt x="8908" y="3878"/>
                  </a:cubicBezTo>
                  <a:cubicBezTo>
                    <a:pt x="8933" y="3764"/>
                    <a:pt x="8951" y="3647"/>
                    <a:pt x="8964" y="3530"/>
                  </a:cubicBezTo>
                  <a:cubicBezTo>
                    <a:pt x="8968" y="3469"/>
                    <a:pt x="8922" y="3436"/>
                    <a:pt x="8877" y="3436"/>
                  </a:cubicBezTo>
                  <a:close/>
                  <a:moveTo>
                    <a:pt x="3871" y="3594"/>
                  </a:moveTo>
                  <a:cubicBezTo>
                    <a:pt x="3869" y="3594"/>
                    <a:pt x="3867" y="3595"/>
                    <a:pt x="3865" y="3595"/>
                  </a:cubicBezTo>
                  <a:cubicBezTo>
                    <a:pt x="3819" y="3598"/>
                    <a:pt x="3782" y="3638"/>
                    <a:pt x="3785" y="3687"/>
                  </a:cubicBezTo>
                  <a:cubicBezTo>
                    <a:pt x="3800" y="3872"/>
                    <a:pt x="3856" y="4002"/>
                    <a:pt x="3955" y="4060"/>
                  </a:cubicBezTo>
                  <a:cubicBezTo>
                    <a:pt x="3967" y="4067"/>
                    <a:pt x="3982" y="4070"/>
                    <a:pt x="3998" y="4073"/>
                  </a:cubicBezTo>
                  <a:cubicBezTo>
                    <a:pt x="4084" y="4070"/>
                    <a:pt x="4115" y="3956"/>
                    <a:pt x="4041" y="3912"/>
                  </a:cubicBezTo>
                  <a:cubicBezTo>
                    <a:pt x="4007" y="3891"/>
                    <a:pt x="3967" y="3820"/>
                    <a:pt x="3958" y="3675"/>
                  </a:cubicBezTo>
                  <a:cubicBezTo>
                    <a:pt x="3952" y="3630"/>
                    <a:pt x="3915" y="3594"/>
                    <a:pt x="3871" y="3594"/>
                  </a:cubicBezTo>
                  <a:close/>
                  <a:moveTo>
                    <a:pt x="11897" y="3855"/>
                  </a:moveTo>
                  <a:cubicBezTo>
                    <a:pt x="11837" y="3855"/>
                    <a:pt x="11775" y="3916"/>
                    <a:pt x="11820" y="3986"/>
                  </a:cubicBezTo>
                  <a:cubicBezTo>
                    <a:pt x="11866" y="4085"/>
                    <a:pt x="11903" y="4190"/>
                    <a:pt x="11934" y="4295"/>
                  </a:cubicBezTo>
                  <a:cubicBezTo>
                    <a:pt x="11946" y="4332"/>
                    <a:pt x="11980" y="4356"/>
                    <a:pt x="12017" y="4356"/>
                  </a:cubicBezTo>
                  <a:cubicBezTo>
                    <a:pt x="12026" y="4356"/>
                    <a:pt x="12032" y="4356"/>
                    <a:pt x="12042" y="4353"/>
                  </a:cubicBezTo>
                  <a:cubicBezTo>
                    <a:pt x="12085" y="4338"/>
                    <a:pt x="12113" y="4292"/>
                    <a:pt x="12100" y="4245"/>
                  </a:cubicBezTo>
                  <a:cubicBezTo>
                    <a:pt x="12063" y="4134"/>
                    <a:pt x="12023" y="4023"/>
                    <a:pt x="11974" y="3915"/>
                  </a:cubicBezTo>
                  <a:cubicBezTo>
                    <a:pt x="11960" y="3872"/>
                    <a:pt x="11929" y="3855"/>
                    <a:pt x="11897" y="3855"/>
                  </a:cubicBezTo>
                  <a:close/>
                  <a:moveTo>
                    <a:pt x="8103" y="3903"/>
                  </a:moveTo>
                  <a:cubicBezTo>
                    <a:pt x="8054" y="3903"/>
                    <a:pt x="8017" y="3940"/>
                    <a:pt x="8017" y="3989"/>
                  </a:cubicBezTo>
                  <a:cubicBezTo>
                    <a:pt x="8014" y="4119"/>
                    <a:pt x="8051" y="4252"/>
                    <a:pt x="8125" y="4363"/>
                  </a:cubicBezTo>
                  <a:cubicBezTo>
                    <a:pt x="8140" y="4384"/>
                    <a:pt x="8165" y="4397"/>
                    <a:pt x="8192" y="4397"/>
                  </a:cubicBezTo>
                  <a:cubicBezTo>
                    <a:pt x="8194" y="4397"/>
                    <a:pt x="8195" y="4397"/>
                    <a:pt x="8196" y="4397"/>
                  </a:cubicBezTo>
                  <a:cubicBezTo>
                    <a:pt x="8265" y="4397"/>
                    <a:pt x="8303" y="4318"/>
                    <a:pt x="8263" y="4264"/>
                  </a:cubicBezTo>
                  <a:cubicBezTo>
                    <a:pt x="8211" y="4181"/>
                    <a:pt x="8186" y="4085"/>
                    <a:pt x="8189" y="3986"/>
                  </a:cubicBezTo>
                  <a:cubicBezTo>
                    <a:pt x="8186" y="3940"/>
                    <a:pt x="8149" y="3903"/>
                    <a:pt x="8103" y="3903"/>
                  </a:cubicBezTo>
                  <a:close/>
                  <a:moveTo>
                    <a:pt x="8709" y="4096"/>
                  </a:moveTo>
                  <a:cubicBezTo>
                    <a:pt x="8681" y="4096"/>
                    <a:pt x="8653" y="4110"/>
                    <a:pt x="8637" y="4144"/>
                  </a:cubicBezTo>
                  <a:cubicBezTo>
                    <a:pt x="8581" y="4255"/>
                    <a:pt x="8516" y="4329"/>
                    <a:pt x="8458" y="4353"/>
                  </a:cubicBezTo>
                  <a:cubicBezTo>
                    <a:pt x="8368" y="4387"/>
                    <a:pt x="8393" y="4517"/>
                    <a:pt x="8489" y="4517"/>
                  </a:cubicBezTo>
                  <a:lnTo>
                    <a:pt x="8489" y="4520"/>
                  </a:lnTo>
                  <a:cubicBezTo>
                    <a:pt x="8498" y="4520"/>
                    <a:pt x="8510" y="4517"/>
                    <a:pt x="8519" y="4514"/>
                  </a:cubicBezTo>
                  <a:cubicBezTo>
                    <a:pt x="8621" y="4474"/>
                    <a:pt x="8714" y="4375"/>
                    <a:pt x="8791" y="4221"/>
                  </a:cubicBezTo>
                  <a:cubicBezTo>
                    <a:pt x="8824" y="4153"/>
                    <a:pt x="8766" y="4096"/>
                    <a:pt x="8709" y="4096"/>
                  </a:cubicBezTo>
                  <a:close/>
                  <a:moveTo>
                    <a:pt x="12093" y="4519"/>
                  </a:moveTo>
                  <a:cubicBezTo>
                    <a:pt x="12046" y="4519"/>
                    <a:pt x="11997" y="4555"/>
                    <a:pt x="12008" y="4619"/>
                  </a:cubicBezTo>
                  <a:cubicBezTo>
                    <a:pt x="12023" y="4714"/>
                    <a:pt x="12032" y="4813"/>
                    <a:pt x="12032" y="4912"/>
                  </a:cubicBezTo>
                  <a:lnTo>
                    <a:pt x="12032" y="4942"/>
                  </a:lnTo>
                  <a:cubicBezTo>
                    <a:pt x="12029" y="4989"/>
                    <a:pt x="12066" y="5029"/>
                    <a:pt x="12113" y="5032"/>
                  </a:cubicBezTo>
                  <a:lnTo>
                    <a:pt x="12119" y="5032"/>
                  </a:lnTo>
                  <a:cubicBezTo>
                    <a:pt x="12162" y="5032"/>
                    <a:pt x="12202" y="4995"/>
                    <a:pt x="12202" y="4952"/>
                  </a:cubicBezTo>
                  <a:lnTo>
                    <a:pt x="12202" y="4912"/>
                  </a:lnTo>
                  <a:cubicBezTo>
                    <a:pt x="12202" y="4804"/>
                    <a:pt x="12193" y="4699"/>
                    <a:pt x="12177" y="4591"/>
                  </a:cubicBezTo>
                  <a:cubicBezTo>
                    <a:pt x="12169" y="4542"/>
                    <a:pt x="12131" y="4519"/>
                    <a:pt x="12093" y="451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8964554" y="1723384"/>
              <a:ext cx="102917" cy="102663"/>
            </a:xfrm>
            <a:custGeom>
              <a:avLst/>
              <a:gdLst/>
              <a:ahLst/>
              <a:cxnLst/>
              <a:rect l="l" t="t" r="r" b="b"/>
              <a:pathLst>
                <a:path w="1618" h="1614" extrusionOk="0">
                  <a:moveTo>
                    <a:pt x="868" y="1"/>
                  </a:moveTo>
                  <a:cubicBezTo>
                    <a:pt x="821" y="1"/>
                    <a:pt x="784" y="38"/>
                    <a:pt x="784" y="87"/>
                  </a:cubicBezTo>
                  <a:lnTo>
                    <a:pt x="781" y="575"/>
                  </a:lnTo>
                  <a:lnTo>
                    <a:pt x="488" y="266"/>
                  </a:lnTo>
                  <a:cubicBezTo>
                    <a:pt x="470" y="251"/>
                    <a:pt x="451" y="245"/>
                    <a:pt x="432" y="245"/>
                  </a:cubicBezTo>
                  <a:cubicBezTo>
                    <a:pt x="369" y="245"/>
                    <a:pt x="316" y="318"/>
                    <a:pt x="362" y="380"/>
                  </a:cubicBezTo>
                  <a:lnTo>
                    <a:pt x="664" y="701"/>
                  </a:lnTo>
                  <a:lnTo>
                    <a:pt x="115" y="707"/>
                  </a:lnTo>
                  <a:cubicBezTo>
                    <a:pt x="1" y="707"/>
                    <a:pt x="1" y="877"/>
                    <a:pt x="115" y="877"/>
                  </a:cubicBezTo>
                  <a:lnTo>
                    <a:pt x="618" y="874"/>
                  </a:lnTo>
                  <a:lnTo>
                    <a:pt x="229" y="1142"/>
                  </a:lnTo>
                  <a:cubicBezTo>
                    <a:pt x="189" y="1170"/>
                    <a:pt x="180" y="1222"/>
                    <a:pt x="208" y="1262"/>
                  </a:cubicBezTo>
                  <a:cubicBezTo>
                    <a:pt x="225" y="1285"/>
                    <a:pt x="252" y="1298"/>
                    <a:pt x="279" y="1298"/>
                  </a:cubicBezTo>
                  <a:cubicBezTo>
                    <a:pt x="296" y="1298"/>
                    <a:pt x="313" y="1293"/>
                    <a:pt x="328" y="1284"/>
                  </a:cubicBezTo>
                  <a:lnTo>
                    <a:pt x="775" y="969"/>
                  </a:lnTo>
                  <a:lnTo>
                    <a:pt x="775" y="1528"/>
                  </a:lnTo>
                  <a:cubicBezTo>
                    <a:pt x="772" y="1574"/>
                    <a:pt x="812" y="1614"/>
                    <a:pt x="858" y="1614"/>
                  </a:cubicBezTo>
                  <a:cubicBezTo>
                    <a:pt x="905" y="1614"/>
                    <a:pt x="945" y="1574"/>
                    <a:pt x="945" y="1528"/>
                  </a:cubicBezTo>
                  <a:lnTo>
                    <a:pt x="948" y="1000"/>
                  </a:lnTo>
                  <a:lnTo>
                    <a:pt x="1259" y="1333"/>
                  </a:lnTo>
                  <a:cubicBezTo>
                    <a:pt x="1278" y="1353"/>
                    <a:pt x="1300" y="1361"/>
                    <a:pt x="1321" y="1361"/>
                  </a:cubicBezTo>
                  <a:cubicBezTo>
                    <a:pt x="1387" y="1361"/>
                    <a:pt x="1444" y="1277"/>
                    <a:pt x="1386" y="1213"/>
                  </a:cubicBezTo>
                  <a:lnTo>
                    <a:pt x="1059" y="868"/>
                  </a:lnTo>
                  <a:lnTo>
                    <a:pt x="1503" y="865"/>
                  </a:lnTo>
                  <a:cubicBezTo>
                    <a:pt x="1617" y="861"/>
                    <a:pt x="1617" y="692"/>
                    <a:pt x="1503" y="692"/>
                  </a:cubicBezTo>
                  <a:lnTo>
                    <a:pt x="1173" y="695"/>
                  </a:lnTo>
                  <a:lnTo>
                    <a:pt x="1518" y="454"/>
                  </a:lnTo>
                  <a:cubicBezTo>
                    <a:pt x="1597" y="401"/>
                    <a:pt x="1544" y="296"/>
                    <a:pt x="1472" y="296"/>
                  </a:cubicBezTo>
                  <a:cubicBezTo>
                    <a:pt x="1456" y="296"/>
                    <a:pt x="1439" y="301"/>
                    <a:pt x="1423" y="312"/>
                  </a:cubicBezTo>
                  <a:lnTo>
                    <a:pt x="951" y="639"/>
                  </a:lnTo>
                  <a:lnTo>
                    <a:pt x="954" y="87"/>
                  </a:lnTo>
                  <a:cubicBezTo>
                    <a:pt x="954" y="41"/>
                    <a:pt x="917" y="1"/>
                    <a:pt x="8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8965298" y="1448810"/>
              <a:ext cx="82881" cy="75566"/>
            </a:xfrm>
            <a:custGeom>
              <a:avLst/>
              <a:gdLst/>
              <a:ahLst/>
              <a:cxnLst/>
              <a:rect l="l" t="t" r="r" b="b"/>
              <a:pathLst>
                <a:path w="1303" h="1188" extrusionOk="0">
                  <a:moveTo>
                    <a:pt x="710" y="173"/>
                  </a:moveTo>
                  <a:cubicBezTo>
                    <a:pt x="941" y="173"/>
                    <a:pt x="1129" y="364"/>
                    <a:pt x="1129" y="595"/>
                  </a:cubicBezTo>
                  <a:cubicBezTo>
                    <a:pt x="1126" y="827"/>
                    <a:pt x="938" y="1012"/>
                    <a:pt x="707" y="1015"/>
                  </a:cubicBezTo>
                  <a:cubicBezTo>
                    <a:pt x="476" y="1015"/>
                    <a:pt x="287" y="823"/>
                    <a:pt x="287" y="592"/>
                  </a:cubicBezTo>
                  <a:cubicBezTo>
                    <a:pt x="287" y="358"/>
                    <a:pt x="479" y="173"/>
                    <a:pt x="710" y="173"/>
                  </a:cubicBezTo>
                  <a:close/>
                  <a:moveTo>
                    <a:pt x="712" y="1"/>
                  </a:moveTo>
                  <a:cubicBezTo>
                    <a:pt x="485" y="1"/>
                    <a:pt x="263" y="130"/>
                    <a:pt x="164" y="364"/>
                  </a:cubicBezTo>
                  <a:cubicBezTo>
                    <a:pt x="1" y="752"/>
                    <a:pt x="284" y="1184"/>
                    <a:pt x="707" y="1187"/>
                  </a:cubicBezTo>
                  <a:lnTo>
                    <a:pt x="710" y="1187"/>
                  </a:lnTo>
                  <a:cubicBezTo>
                    <a:pt x="1034" y="1187"/>
                    <a:pt x="1299" y="922"/>
                    <a:pt x="1302" y="595"/>
                  </a:cubicBezTo>
                  <a:cubicBezTo>
                    <a:pt x="1302" y="438"/>
                    <a:pt x="1240" y="287"/>
                    <a:pt x="1129" y="176"/>
                  </a:cubicBezTo>
                  <a:cubicBezTo>
                    <a:pt x="1012" y="57"/>
                    <a:pt x="861" y="1"/>
                    <a:pt x="7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 name="Google Shape;59;p2"/>
            <p:cNvGrpSpPr/>
            <p:nvPr/>
          </p:nvGrpSpPr>
          <p:grpSpPr>
            <a:xfrm>
              <a:off x="8341725" y="115829"/>
              <a:ext cx="267198" cy="188098"/>
              <a:chOff x="8341725" y="115829"/>
              <a:chExt cx="267198" cy="188098"/>
            </a:xfrm>
          </p:grpSpPr>
          <p:sp>
            <p:nvSpPr>
              <p:cNvPr id="60" name="Google Shape;60;p2"/>
              <p:cNvSpPr/>
              <p:nvPr/>
            </p:nvSpPr>
            <p:spPr>
              <a:xfrm>
                <a:off x="8405670" y="188118"/>
                <a:ext cx="107912" cy="91561"/>
              </a:xfrm>
              <a:custGeom>
                <a:avLst/>
                <a:gdLst/>
                <a:ahLst/>
                <a:cxnLst/>
                <a:rect l="l" t="t" r="r" b="b"/>
                <a:pathLst>
                  <a:path w="2884" h="2447" extrusionOk="0">
                    <a:moveTo>
                      <a:pt x="1471" y="0"/>
                    </a:moveTo>
                    <a:cubicBezTo>
                      <a:pt x="674" y="0"/>
                      <a:pt x="207" y="963"/>
                      <a:pt x="0" y="1543"/>
                    </a:cubicBezTo>
                    <a:lnTo>
                      <a:pt x="509" y="1710"/>
                    </a:lnTo>
                    <a:cubicBezTo>
                      <a:pt x="509" y="1710"/>
                      <a:pt x="918" y="578"/>
                      <a:pt x="1479" y="578"/>
                    </a:cubicBezTo>
                    <a:cubicBezTo>
                      <a:pt x="1552" y="578"/>
                      <a:pt x="1626" y="597"/>
                      <a:pt x="1703" y="639"/>
                    </a:cubicBezTo>
                    <a:cubicBezTo>
                      <a:pt x="2375" y="1009"/>
                      <a:pt x="2030" y="2212"/>
                      <a:pt x="2030" y="2212"/>
                    </a:cubicBezTo>
                    <a:lnTo>
                      <a:pt x="2647" y="2447"/>
                    </a:lnTo>
                    <a:cubicBezTo>
                      <a:pt x="2770" y="1759"/>
                      <a:pt x="2884" y="312"/>
                      <a:pt x="1724" y="32"/>
                    </a:cubicBezTo>
                    <a:cubicBezTo>
                      <a:pt x="1636" y="10"/>
                      <a:pt x="1552" y="0"/>
                      <a:pt x="1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8341725" y="115829"/>
                <a:ext cx="267198" cy="188098"/>
              </a:xfrm>
              <a:custGeom>
                <a:avLst/>
                <a:gdLst/>
                <a:ahLst/>
                <a:cxnLst/>
                <a:rect l="l" t="t" r="r" b="b"/>
                <a:pathLst>
                  <a:path w="7141" h="5027" extrusionOk="0">
                    <a:moveTo>
                      <a:pt x="3198" y="0"/>
                    </a:moveTo>
                    <a:cubicBezTo>
                      <a:pt x="998" y="0"/>
                      <a:pt x="1" y="2926"/>
                      <a:pt x="1" y="2926"/>
                    </a:cubicBezTo>
                    <a:lnTo>
                      <a:pt x="475" y="3080"/>
                    </a:lnTo>
                    <a:cubicBezTo>
                      <a:pt x="742" y="2290"/>
                      <a:pt x="1495" y="619"/>
                      <a:pt x="3054" y="619"/>
                    </a:cubicBezTo>
                    <a:cubicBezTo>
                      <a:pt x="3284" y="619"/>
                      <a:pt x="3531" y="655"/>
                      <a:pt x="3797" y="736"/>
                    </a:cubicBezTo>
                    <a:cubicBezTo>
                      <a:pt x="6456" y="1541"/>
                      <a:pt x="5916" y="4018"/>
                      <a:pt x="5648" y="4866"/>
                    </a:cubicBezTo>
                    <a:lnTo>
                      <a:pt x="6067" y="5026"/>
                    </a:lnTo>
                    <a:cubicBezTo>
                      <a:pt x="6067" y="5026"/>
                      <a:pt x="7141" y="1301"/>
                      <a:pt x="4223" y="199"/>
                    </a:cubicBezTo>
                    <a:cubicBezTo>
                      <a:pt x="3856" y="61"/>
                      <a:pt x="3515" y="0"/>
                      <a:pt x="31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8359386" y="138953"/>
                <a:ext cx="223906" cy="158950"/>
              </a:xfrm>
              <a:custGeom>
                <a:avLst/>
                <a:gdLst/>
                <a:ahLst/>
                <a:cxnLst/>
                <a:rect l="l" t="t" r="r" b="b"/>
                <a:pathLst>
                  <a:path w="5984" h="4248" extrusionOk="0">
                    <a:moveTo>
                      <a:pt x="2582" y="1"/>
                    </a:moveTo>
                    <a:cubicBezTo>
                      <a:pt x="1023" y="1"/>
                      <a:pt x="269" y="1672"/>
                      <a:pt x="0" y="2459"/>
                    </a:cubicBezTo>
                    <a:lnTo>
                      <a:pt x="627" y="2660"/>
                    </a:lnTo>
                    <a:cubicBezTo>
                      <a:pt x="890" y="1900"/>
                      <a:pt x="1508" y="619"/>
                      <a:pt x="2695" y="619"/>
                    </a:cubicBezTo>
                    <a:cubicBezTo>
                      <a:pt x="2983" y="619"/>
                      <a:pt x="3304" y="694"/>
                      <a:pt x="3661" y="871"/>
                    </a:cubicBezTo>
                    <a:cubicBezTo>
                      <a:pt x="4861" y="1463"/>
                      <a:pt x="4710" y="3199"/>
                      <a:pt x="4562" y="4017"/>
                    </a:cubicBezTo>
                    <a:lnTo>
                      <a:pt x="5173" y="4248"/>
                    </a:lnTo>
                    <a:cubicBezTo>
                      <a:pt x="5444" y="3400"/>
                      <a:pt x="5984" y="923"/>
                      <a:pt x="3325" y="118"/>
                    </a:cubicBezTo>
                    <a:cubicBezTo>
                      <a:pt x="3059" y="37"/>
                      <a:pt x="2812" y="1"/>
                      <a:pt x="258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8382696" y="162076"/>
                <a:ext cx="158613" cy="127182"/>
              </a:xfrm>
              <a:custGeom>
                <a:avLst/>
                <a:gdLst/>
                <a:ahLst/>
                <a:cxnLst/>
                <a:rect l="l" t="t" r="r" b="b"/>
                <a:pathLst>
                  <a:path w="4239" h="3399" extrusionOk="0">
                    <a:moveTo>
                      <a:pt x="2072" y="1"/>
                    </a:moveTo>
                    <a:cubicBezTo>
                      <a:pt x="884" y="1"/>
                      <a:pt x="264" y="1282"/>
                      <a:pt x="0" y="2042"/>
                    </a:cubicBezTo>
                    <a:lnTo>
                      <a:pt x="614" y="2239"/>
                    </a:lnTo>
                    <a:cubicBezTo>
                      <a:pt x="824" y="1659"/>
                      <a:pt x="1288" y="696"/>
                      <a:pt x="2085" y="696"/>
                    </a:cubicBezTo>
                    <a:cubicBezTo>
                      <a:pt x="2166" y="696"/>
                      <a:pt x="2250" y="706"/>
                      <a:pt x="2338" y="728"/>
                    </a:cubicBezTo>
                    <a:cubicBezTo>
                      <a:pt x="3498" y="1008"/>
                      <a:pt x="3384" y="2455"/>
                      <a:pt x="3261" y="3140"/>
                    </a:cubicBezTo>
                    <a:lnTo>
                      <a:pt x="3939" y="3399"/>
                    </a:lnTo>
                    <a:cubicBezTo>
                      <a:pt x="4084" y="2581"/>
                      <a:pt x="4238" y="845"/>
                      <a:pt x="3038" y="253"/>
                    </a:cubicBezTo>
                    <a:cubicBezTo>
                      <a:pt x="2681" y="76"/>
                      <a:pt x="2360" y="1"/>
                      <a:pt x="20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8355644" y="135024"/>
                <a:ext cx="241044" cy="163814"/>
              </a:xfrm>
              <a:custGeom>
                <a:avLst/>
                <a:gdLst/>
                <a:ahLst/>
                <a:cxnLst/>
                <a:rect l="l" t="t" r="r" b="b"/>
                <a:pathLst>
                  <a:path w="6442" h="4378" extrusionOk="0">
                    <a:moveTo>
                      <a:pt x="2825" y="0"/>
                    </a:moveTo>
                    <a:cubicBezTo>
                      <a:pt x="2536" y="0"/>
                      <a:pt x="2256" y="58"/>
                      <a:pt x="1985" y="174"/>
                    </a:cubicBezTo>
                    <a:cubicBezTo>
                      <a:pt x="671" y="738"/>
                      <a:pt x="48" y="2465"/>
                      <a:pt x="23" y="2536"/>
                    </a:cubicBezTo>
                    <a:cubicBezTo>
                      <a:pt x="0" y="2602"/>
                      <a:pt x="51" y="2647"/>
                      <a:pt x="102" y="2647"/>
                    </a:cubicBezTo>
                    <a:cubicBezTo>
                      <a:pt x="133" y="2647"/>
                      <a:pt x="164" y="2630"/>
                      <a:pt x="178" y="2592"/>
                    </a:cubicBezTo>
                    <a:cubicBezTo>
                      <a:pt x="184" y="2573"/>
                      <a:pt x="801" y="862"/>
                      <a:pt x="2050" y="322"/>
                    </a:cubicBezTo>
                    <a:cubicBezTo>
                      <a:pt x="2299" y="216"/>
                      <a:pt x="2558" y="163"/>
                      <a:pt x="2824" y="163"/>
                    </a:cubicBezTo>
                    <a:cubicBezTo>
                      <a:pt x="3140" y="163"/>
                      <a:pt x="3467" y="238"/>
                      <a:pt x="3802" y="387"/>
                    </a:cubicBezTo>
                    <a:cubicBezTo>
                      <a:pt x="4822" y="843"/>
                      <a:pt x="5368" y="1630"/>
                      <a:pt x="5424" y="2728"/>
                    </a:cubicBezTo>
                    <a:cubicBezTo>
                      <a:pt x="5445" y="3249"/>
                      <a:pt x="5368" y="3773"/>
                      <a:pt x="5199" y="4267"/>
                    </a:cubicBezTo>
                    <a:cubicBezTo>
                      <a:pt x="5183" y="4310"/>
                      <a:pt x="5205" y="4356"/>
                      <a:pt x="5245" y="4371"/>
                    </a:cubicBezTo>
                    <a:cubicBezTo>
                      <a:pt x="5254" y="4375"/>
                      <a:pt x="5263" y="4378"/>
                      <a:pt x="5276" y="4378"/>
                    </a:cubicBezTo>
                    <a:cubicBezTo>
                      <a:pt x="5307" y="4375"/>
                      <a:pt x="5334" y="4356"/>
                      <a:pt x="5347" y="4325"/>
                    </a:cubicBezTo>
                    <a:cubicBezTo>
                      <a:pt x="5359" y="4294"/>
                      <a:pt x="6442" y="1389"/>
                      <a:pt x="3863" y="239"/>
                    </a:cubicBezTo>
                    <a:cubicBezTo>
                      <a:pt x="3508" y="79"/>
                      <a:pt x="3161" y="0"/>
                      <a:pt x="2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8378917" y="160430"/>
                <a:ext cx="167107" cy="131822"/>
              </a:xfrm>
              <a:custGeom>
                <a:avLst/>
                <a:gdLst/>
                <a:ahLst/>
                <a:cxnLst/>
                <a:rect l="l" t="t" r="r" b="b"/>
                <a:pathLst>
                  <a:path w="4466" h="3523" extrusionOk="0">
                    <a:moveTo>
                      <a:pt x="2270" y="0"/>
                    </a:moveTo>
                    <a:cubicBezTo>
                      <a:pt x="2003" y="0"/>
                      <a:pt x="1745" y="61"/>
                      <a:pt x="1499" y="183"/>
                    </a:cubicBezTo>
                    <a:cubicBezTo>
                      <a:pt x="493" y="679"/>
                      <a:pt x="43" y="2005"/>
                      <a:pt x="21" y="2064"/>
                    </a:cubicBezTo>
                    <a:cubicBezTo>
                      <a:pt x="0" y="2127"/>
                      <a:pt x="51" y="2169"/>
                      <a:pt x="100" y="2169"/>
                    </a:cubicBezTo>
                    <a:cubicBezTo>
                      <a:pt x="131" y="2169"/>
                      <a:pt x="162" y="2153"/>
                      <a:pt x="175" y="2113"/>
                    </a:cubicBezTo>
                    <a:cubicBezTo>
                      <a:pt x="182" y="2101"/>
                      <a:pt x="626" y="793"/>
                      <a:pt x="1573" y="328"/>
                    </a:cubicBezTo>
                    <a:cubicBezTo>
                      <a:pt x="1793" y="217"/>
                      <a:pt x="2027" y="162"/>
                      <a:pt x="2269" y="162"/>
                    </a:cubicBezTo>
                    <a:cubicBezTo>
                      <a:pt x="2467" y="162"/>
                      <a:pt x="2671" y="199"/>
                      <a:pt x="2880" y="272"/>
                    </a:cubicBezTo>
                    <a:cubicBezTo>
                      <a:pt x="4466" y="818"/>
                      <a:pt x="3966" y="3403"/>
                      <a:pt x="3960" y="3427"/>
                    </a:cubicBezTo>
                    <a:cubicBezTo>
                      <a:pt x="3951" y="3470"/>
                      <a:pt x="3978" y="3514"/>
                      <a:pt x="4022" y="3523"/>
                    </a:cubicBezTo>
                    <a:lnTo>
                      <a:pt x="4040" y="3523"/>
                    </a:lnTo>
                    <a:cubicBezTo>
                      <a:pt x="4077" y="3523"/>
                      <a:pt x="4108" y="3495"/>
                      <a:pt x="4114" y="3461"/>
                    </a:cubicBezTo>
                    <a:cubicBezTo>
                      <a:pt x="4200" y="2986"/>
                      <a:pt x="4222" y="2505"/>
                      <a:pt x="4179" y="2027"/>
                    </a:cubicBezTo>
                    <a:cubicBezTo>
                      <a:pt x="4077" y="1025"/>
                      <a:pt x="3648" y="365"/>
                      <a:pt x="2933" y="118"/>
                    </a:cubicBezTo>
                    <a:cubicBezTo>
                      <a:pt x="2706" y="40"/>
                      <a:pt x="2485" y="0"/>
                      <a:pt x="22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8401853" y="185237"/>
                <a:ext cx="121906" cy="97435"/>
              </a:xfrm>
              <a:custGeom>
                <a:avLst/>
                <a:gdLst/>
                <a:ahLst/>
                <a:cxnLst/>
                <a:rect l="l" t="t" r="r" b="b"/>
                <a:pathLst>
                  <a:path w="3258" h="2604" extrusionOk="0">
                    <a:moveTo>
                      <a:pt x="1629" y="1"/>
                    </a:moveTo>
                    <a:cubicBezTo>
                      <a:pt x="1471" y="1"/>
                      <a:pt x="1312" y="37"/>
                      <a:pt x="1166" y="109"/>
                    </a:cubicBezTo>
                    <a:cubicBezTo>
                      <a:pt x="429" y="457"/>
                      <a:pt x="41" y="1549"/>
                      <a:pt x="22" y="1595"/>
                    </a:cubicBezTo>
                    <a:cubicBezTo>
                      <a:pt x="1" y="1659"/>
                      <a:pt x="52" y="1703"/>
                      <a:pt x="103" y="1703"/>
                    </a:cubicBezTo>
                    <a:cubicBezTo>
                      <a:pt x="133" y="1703"/>
                      <a:pt x="163" y="1686"/>
                      <a:pt x="176" y="1648"/>
                    </a:cubicBezTo>
                    <a:cubicBezTo>
                      <a:pt x="182" y="1638"/>
                      <a:pt x="562" y="574"/>
                      <a:pt x="1237" y="254"/>
                    </a:cubicBezTo>
                    <a:cubicBezTo>
                      <a:pt x="1360" y="194"/>
                      <a:pt x="1495" y="163"/>
                      <a:pt x="1630" y="163"/>
                    </a:cubicBezTo>
                    <a:cubicBezTo>
                      <a:pt x="1738" y="163"/>
                      <a:pt x="1847" y="183"/>
                      <a:pt x="1950" y="223"/>
                    </a:cubicBezTo>
                    <a:cubicBezTo>
                      <a:pt x="3069" y="624"/>
                      <a:pt x="2674" y="2487"/>
                      <a:pt x="2668" y="2505"/>
                    </a:cubicBezTo>
                    <a:cubicBezTo>
                      <a:pt x="2659" y="2548"/>
                      <a:pt x="2687" y="2592"/>
                      <a:pt x="2730" y="2601"/>
                    </a:cubicBezTo>
                    <a:cubicBezTo>
                      <a:pt x="2736" y="2604"/>
                      <a:pt x="2742" y="2604"/>
                      <a:pt x="2749" y="2604"/>
                    </a:cubicBezTo>
                    <a:cubicBezTo>
                      <a:pt x="2786" y="2601"/>
                      <a:pt x="2816" y="2576"/>
                      <a:pt x="2826" y="2539"/>
                    </a:cubicBezTo>
                    <a:cubicBezTo>
                      <a:pt x="2844" y="2456"/>
                      <a:pt x="3257" y="519"/>
                      <a:pt x="2002" y="69"/>
                    </a:cubicBezTo>
                    <a:cubicBezTo>
                      <a:pt x="1882" y="23"/>
                      <a:pt x="1755" y="1"/>
                      <a:pt x="16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7" name="Google Shape;67;p2"/>
          <p:cNvGrpSpPr/>
          <p:nvPr/>
        </p:nvGrpSpPr>
        <p:grpSpPr>
          <a:xfrm>
            <a:off x="110901" y="80480"/>
            <a:ext cx="1859333" cy="1514910"/>
            <a:chOff x="110901" y="80480"/>
            <a:chExt cx="1859333" cy="1514910"/>
          </a:xfrm>
        </p:grpSpPr>
        <p:sp>
          <p:nvSpPr>
            <p:cNvPr id="68" name="Google Shape;68;p2"/>
            <p:cNvSpPr/>
            <p:nvPr/>
          </p:nvSpPr>
          <p:spPr>
            <a:xfrm>
              <a:off x="738125" y="421348"/>
              <a:ext cx="76150" cy="76625"/>
            </a:xfrm>
            <a:custGeom>
              <a:avLst/>
              <a:gdLst/>
              <a:ahLst/>
              <a:cxnLst/>
              <a:rect l="l" t="t" r="r" b="b"/>
              <a:pathLst>
                <a:path w="1518" h="1528" extrusionOk="0">
                  <a:moveTo>
                    <a:pt x="812" y="1"/>
                  </a:moveTo>
                  <a:cubicBezTo>
                    <a:pt x="765" y="1"/>
                    <a:pt x="731" y="38"/>
                    <a:pt x="731" y="81"/>
                  </a:cubicBezTo>
                  <a:lnTo>
                    <a:pt x="728" y="543"/>
                  </a:lnTo>
                  <a:lnTo>
                    <a:pt x="451" y="250"/>
                  </a:lnTo>
                  <a:cubicBezTo>
                    <a:pt x="433" y="232"/>
                    <a:pt x="413" y="224"/>
                    <a:pt x="394" y="224"/>
                  </a:cubicBezTo>
                  <a:cubicBezTo>
                    <a:pt x="332" y="224"/>
                    <a:pt x="277" y="303"/>
                    <a:pt x="333" y="365"/>
                  </a:cubicBezTo>
                  <a:lnTo>
                    <a:pt x="617" y="664"/>
                  </a:lnTo>
                  <a:lnTo>
                    <a:pt x="99" y="670"/>
                  </a:lnTo>
                  <a:cubicBezTo>
                    <a:pt x="0" y="676"/>
                    <a:pt x="0" y="824"/>
                    <a:pt x="99" y="830"/>
                  </a:cubicBezTo>
                  <a:lnTo>
                    <a:pt x="574" y="827"/>
                  </a:lnTo>
                  <a:lnTo>
                    <a:pt x="574" y="827"/>
                  </a:lnTo>
                  <a:lnTo>
                    <a:pt x="207" y="1083"/>
                  </a:lnTo>
                  <a:cubicBezTo>
                    <a:pt x="142" y="1126"/>
                    <a:pt x="173" y="1228"/>
                    <a:pt x="253" y="1228"/>
                  </a:cubicBezTo>
                  <a:cubicBezTo>
                    <a:pt x="269" y="1228"/>
                    <a:pt x="284" y="1225"/>
                    <a:pt x="300" y="1216"/>
                  </a:cubicBezTo>
                  <a:lnTo>
                    <a:pt x="722" y="920"/>
                  </a:lnTo>
                  <a:lnTo>
                    <a:pt x="719" y="1444"/>
                  </a:lnTo>
                  <a:cubicBezTo>
                    <a:pt x="719" y="1490"/>
                    <a:pt x="756" y="1527"/>
                    <a:pt x="802" y="1527"/>
                  </a:cubicBezTo>
                  <a:cubicBezTo>
                    <a:pt x="845" y="1527"/>
                    <a:pt x="882" y="1490"/>
                    <a:pt x="882" y="1447"/>
                  </a:cubicBezTo>
                  <a:lnTo>
                    <a:pt x="886" y="951"/>
                  </a:lnTo>
                  <a:lnTo>
                    <a:pt x="1182" y="1262"/>
                  </a:lnTo>
                  <a:cubicBezTo>
                    <a:pt x="1194" y="1277"/>
                    <a:pt x="1216" y="1287"/>
                    <a:pt x="1240" y="1287"/>
                  </a:cubicBezTo>
                  <a:cubicBezTo>
                    <a:pt x="1311" y="1287"/>
                    <a:pt x="1345" y="1203"/>
                    <a:pt x="1299" y="1151"/>
                  </a:cubicBezTo>
                  <a:lnTo>
                    <a:pt x="990" y="824"/>
                  </a:lnTo>
                  <a:lnTo>
                    <a:pt x="1410" y="818"/>
                  </a:lnTo>
                  <a:cubicBezTo>
                    <a:pt x="1518" y="818"/>
                    <a:pt x="1518" y="658"/>
                    <a:pt x="1410" y="658"/>
                  </a:cubicBezTo>
                  <a:lnTo>
                    <a:pt x="1095" y="661"/>
                  </a:lnTo>
                  <a:lnTo>
                    <a:pt x="1095" y="661"/>
                  </a:lnTo>
                  <a:lnTo>
                    <a:pt x="1425" y="429"/>
                  </a:lnTo>
                  <a:cubicBezTo>
                    <a:pt x="1492" y="378"/>
                    <a:pt x="1443" y="284"/>
                    <a:pt x="1376" y="284"/>
                  </a:cubicBezTo>
                  <a:cubicBezTo>
                    <a:pt x="1362" y="284"/>
                    <a:pt x="1347" y="288"/>
                    <a:pt x="1333" y="297"/>
                  </a:cubicBezTo>
                  <a:lnTo>
                    <a:pt x="889" y="605"/>
                  </a:lnTo>
                  <a:lnTo>
                    <a:pt x="889" y="605"/>
                  </a:lnTo>
                  <a:lnTo>
                    <a:pt x="892" y="84"/>
                  </a:lnTo>
                  <a:cubicBezTo>
                    <a:pt x="892" y="38"/>
                    <a:pt x="855" y="4"/>
                    <a:pt x="8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1244129" y="155966"/>
              <a:ext cx="106534" cy="77311"/>
            </a:xfrm>
            <a:custGeom>
              <a:avLst/>
              <a:gdLst/>
              <a:ahLst/>
              <a:cxnLst/>
              <a:rect l="l" t="t" r="r" b="b"/>
              <a:pathLst>
                <a:path w="1254" h="910" extrusionOk="0">
                  <a:moveTo>
                    <a:pt x="1097" y="0"/>
                  </a:moveTo>
                  <a:cubicBezTo>
                    <a:pt x="975" y="0"/>
                    <a:pt x="707" y="47"/>
                    <a:pt x="93" y="188"/>
                  </a:cubicBezTo>
                  <a:cubicBezTo>
                    <a:pt x="0" y="214"/>
                    <a:pt x="25" y="347"/>
                    <a:pt x="113" y="347"/>
                  </a:cubicBezTo>
                  <a:cubicBezTo>
                    <a:pt x="119" y="347"/>
                    <a:pt x="124" y="346"/>
                    <a:pt x="130" y="345"/>
                  </a:cubicBezTo>
                  <a:cubicBezTo>
                    <a:pt x="445" y="274"/>
                    <a:pt x="790" y="203"/>
                    <a:pt x="979" y="176"/>
                  </a:cubicBezTo>
                  <a:lnTo>
                    <a:pt x="979" y="176"/>
                  </a:lnTo>
                  <a:cubicBezTo>
                    <a:pt x="818" y="364"/>
                    <a:pt x="485" y="722"/>
                    <a:pt x="433" y="765"/>
                  </a:cubicBezTo>
                  <a:cubicBezTo>
                    <a:pt x="399" y="793"/>
                    <a:pt x="390" y="842"/>
                    <a:pt x="417" y="879"/>
                  </a:cubicBezTo>
                  <a:cubicBezTo>
                    <a:pt x="433" y="897"/>
                    <a:pt x="457" y="910"/>
                    <a:pt x="482" y="910"/>
                  </a:cubicBezTo>
                  <a:cubicBezTo>
                    <a:pt x="501" y="910"/>
                    <a:pt x="516" y="904"/>
                    <a:pt x="531" y="894"/>
                  </a:cubicBezTo>
                  <a:cubicBezTo>
                    <a:pt x="538" y="888"/>
                    <a:pt x="1253" y="194"/>
                    <a:pt x="1210" y="62"/>
                  </a:cubicBezTo>
                  <a:cubicBezTo>
                    <a:pt x="1198" y="27"/>
                    <a:pt x="1189" y="0"/>
                    <a:pt x="10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1011528" y="129375"/>
              <a:ext cx="345427" cy="299475"/>
            </a:xfrm>
            <a:custGeom>
              <a:avLst/>
              <a:gdLst/>
              <a:ahLst/>
              <a:cxnLst/>
              <a:rect l="l" t="t" r="r" b="b"/>
              <a:pathLst>
                <a:path w="4066" h="3525" extrusionOk="0">
                  <a:moveTo>
                    <a:pt x="790" y="0"/>
                  </a:moveTo>
                  <a:cubicBezTo>
                    <a:pt x="781" y="0"/>
                    <a:pt x="773" y="1"/>
                    <a:pt x="765" y="1"/>
                  </a:cubicBezTo>
                  <a:cubicBezTo>
                    <a:pt x="265" y="41"/>
                    <a:pt x="885" y="1161"/>
                    <a:pt x="885" y="1161"/>
                  </a:cubicBezTo>
                  <a:cubicBezTo>
                    <a:pt x="885" y="1161"/>
                    <a:pt x="676" y="991"/>
                    <a:pt x="509" y="991"/>
                  </a:cubicBezTo>
                  <a:cubicBezTo>
                    <a:pt x="412" y="991"/>
                    <a:pt x="329" y="1048"/>
                    <a:pt x="308" y="1229"/>
                  </a:cubicBezTo>
                  <a:cubicBezTo>
                    <a:pt x="253" y="1719"/>
                    <a:pt x="922" y="2308"/>
                    <a:pt x="922" y="2308"/>
                  </a:cubicBezTo>
                  <a:lnTo>
                    <a:pt x="0" y="2534"/>
                  </a:lnTo>
                  <a:cubicBezTo>
                    <a:pt x="0" y="2534"/>
                    <a:pt x="453" y="3524"/>
                    <a:pt x="1613" y="3524"/>
                  </a:cubicBezTo>
                  <a:cubicBezTo>
                    <a:pt x="1834" y="3524"/>
                    <a:pt x="2080" y="3489"/>
                    <a:pt x="2353" y="3403"/>
                  </a:cubicBezTo>
                  <a:cubicBezTo>
                    <a:pt x="4065" y="2867"/>
                    <a:pt x="3612" y="526"/>
                    <a:pt x="2696" y="220"/>
                  </a:cubicBezTo>
                  <a:cubicBezTo>
                    <a:pt x="2643" y="203"/>
                    <a:pt x="2594" y="195"/>
                    <a:pt x="2549" y="195"/>
                  </a:cubicBezTo>
                  <a:cubicBezTo>
                    <a:pt x="2026" y="195"/>
                    <a:pt x="1974" y="1263"/>
                    <a:pt x="1974" y="1263"/>
                  </a:cubicBezTo>
                  <a:cubicBezTo>
                    <a:pt x="1974" y="1263"/>
                    <a:pt x="1290" y="0"/>
                    <a:pt x="7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1207769" y="166841"/>
              <a:ext cx="52757" cy="56242"/>
            </a:xfrm>
            <a:custGeom>
              <a:avLst/>
              <a:gdLst/>
              <a:ahLst/>
              <a:cxnLst/>
              <a:rect l="l" t="t" r="r" b="b"/>
              <a:pathLst>
                <a:path w="621" h="662" extrusionOk="0">
                  <a:moveTo>
                    <a:pt x="375" y="0"/>
                  </a:moveTo>
                  <a:cubicBezTo>
                    <a:pt x="323" y="0"/>
                    <a:pt x="269" y="51"/>
                    <a:pt x="299" y="116"/>
                  </a:cubicBezTo>
                  <a:cubicBezTo>
                    <a:pt x="364" y="264"/>
                    <a:pt x="413" y="430"/>
                    <a:pt x="413" y="495"/>
                  </a:cubicBezTo>
                  <a:cubicBezTo>
                    <a:pt x="352" y="473"/>
                    <a:pt x="244" y="353"/>
                    <a:pt x="176" y="245"/>
                  </a:cubicBezTo>
                  <a:cubicBezTo>
                    <a:pt x="157" y="219"/>
                    <a:pt x="133" y="208"/>
                    <a:pt x="109" y="208"/>
                  </a:cubicBezTo>
                  <a:cubicBezTo>
                    <a:pt x="53" y="208"/>
                    <a:pt x="1" y="267"/>
                    <a:pt x="37" y="331"/>
                  </a:cubicBezTo>
                  <a:cubicBezTo>
                    <a:pt x="90" y="409"/>
                    <a:pt x="262" y="661"/>
                    <a:pt x="435" y="661"/>
                  </a:cubicBezTo>
                  <a:lnTo>
                    <a:pt x="450" y="661"/>
                  </a:lnTo>
                  <a:cubicBezTo>
                    <a:pt x="494" y="658"/>
                    <a:pt x="531" y="634"/>
                    <a:pt x="552" y="600"/>
                  </a:cubicBezTo>
                  <a:cubicBezTo>
                    <a:pt x="620" y="483"/>
                    <a:pt x="515" y="205"/>
                    <a:pt x="447" y="51"/>
                  </a:cubicBezTo>
                  <a:cubicBezTo>
                    <a:pt x="432" y="15"/>
                    <a:pt x="404" y="0"/>
                    <a:pt x="37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1068616" y="214076"/>
              <a:ext cx="115454" cy="110445"/>
            </a:xfrm>
            <a:custGeom>
              <a:avLst/>
              <a:gdLst/>
              <a:ahLst/>
              <a:cxnLst/>
              <a:rect l="l" t="t" r="r" b="b"/>
              <a:pathLst>
                <a:path w="1359" h="1300" extrusionOk="0">
                  <a:moveTo>
                    <a:pt x="604" y="0"/>
                  </a:moveTo>
                  <a:cubicBezTo>
                    <a:pt x="588" y="0"/>
                    <a:pt x="576" y="4"/>
                    <a:pt x="568" y="7"/>
                  </a:cubicBezTo>
                  <a:cubicBezTo>
                    <a:pt x="457" y="47"/>
                    <a:pt x="432" y="223"/>
                    <a:pt x="491" y="531"/>
                  </a:cubicBezTo>
                  <a:cubicBezTo>
                    <a:pt x="396" y="468"/>
                    <a:pt x="285" y="414"/>
                    <a:pt x="195" y="414"/>
                  </a:cubicBezTo>
                  <a:cubicBezTo>
                    <a:pt x="170" y="414"/>
                    <a:pt x="148" y="418"/>
                    <a:pt x="127" y="426"/>
                  </a:cubicBezTo>
                  <a:cubicBezTo>
                    <a:pt x="68" y="451"/>
                    <a:pt x="28" y="513"/>
                    <a:pt x="28" y="577"/>
                  </a:cubicBezTo>
                  <a:cubicBezTo>
                    <a:pt x="0" y="880"/>
                    <a:pt x="438" y="1244"/>
                    <a:pt x="488" y="1284"/>
                  </a:cubicBezTo>
                  <a:cubicBezTo>
                    <a:pt x="503" y="1293"/>
                    <a:pt x="522" y="1299"/>
                    <a:pt x="540" y="1299"/>
                  </a:cubicBezTo>
                  <a:cubicBezTo>
                    <a:pt x="617" y="1299"/>
                    <a:pt x="651" y="1203"/>
                    <a:pt x="590" y="1157"/>
                  </a:cubicBezTo>
                  <a:cubicBezTo>
                    <a:pt x="429" y="1025"/>
                    <a:pt x="176" y="756"/>
                    <a:pt x="192" y="593"/>
                  </a:cubicBezTo>
                  <a:lnTo>
                    <a:pt x="192" y="574"/>
                  </a:lnTo>
                  <a:cubicBezTo>
                    <a:pt x="194" y="574"/>
                    <a:pt x="196" y="574"/>
                    <a:pt x="199" y="574"/>
                  </a:cubicBezTo>
                  <a:cubicBezTo>
                    <a:pt x="256" y="574"/>
                    <a:pt x="426" y="672"/>
                    <a:pt x="568" y="790"/>
                  </a:cubicBezTo>
                  <a:cubicBezTo>
                    <a:pt x="583" y="803"/>
                    <a:pt x="601" y="809"/>
                    <a:pt x="618" y="809"/>
                  </a:cubicBezTo>
                  <a:cubicBezTo>
                    <a:pt x="666" y="809"/>
                    <a:pt x="711" y="764"/>
                    <a:pt x="697" y="707"/>
                  </a:cubicBezTo>
                  <a:cubicBezTo>
                    <a:pt x="636" y="473"/>
                    <a:pt x="605" y="229"/>
                    <a:pt x="617" y="170"/>
                  </a:cubicBezTo>
                  <a:lnTo>
                    <a:pt x="617" y="170"/>
                  </a:lnTo>
                  <a:cubicBezTo>
                    <a:pt x="716" y="226"/>
                    <a:pt x="975" y="559"/>
                    <a:pt x="1176" y="858"/>
                  </a:cubicBezTo>
                  <a:cubicBezTo>
                    <a:pt x="1192" y="887"/>
                    <a:pt x="1216" y="899"/>
                    <a:pt x="1241" y="899"/>
                  </a:cubicBezTo>
                  <a:cubicBezTo>
                    <a:pt x="1299" y="899"/>
                    <a:pt x="1358" y="832"/>
                    <a:pt x="1308" y="769"/>
                  </a:cubicBezTo>
                  <a:cubicBezTo>
                    <a:pt x="857" y="85"/>
                    <a:pt x="679" y="0"/>
                    <a:pt x="6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1134540" y="274310"/>
              <a:ext cx="164558" cy="119875"/>
            </a:xfrm>
            <a:custGeom>
              <a:avLst/>
              <a:gdLst/>
              <a:ahLst/>
              <a:cxnLst/>
              <a:rect l="l" t="t" r="r" b="b"/>
              <a:pathLst>
                <a:path w="1937" h="1411" extrusionOk="0">
                  <a:moveTo>
                    <a:pt x="1849" y="0"/>
                  </a:moveTo>
                  <a:cubicBezTo>
                    <a:pt x="1813" y="0"/>
                    <a:pt x="1777" y="22"/>
                    <a:pt x="1769" y="69"/>
                  </a:cubicBezTo>
                  <a:cubicBezTo>
                    <a:pt x="1707" y="522"/>
                    <a:pt x="1528" y="852"/>
                    <a:pt x="1242" y="1043"/>
                  </a:cubicBezTo>
                  <a:cubicBezTo>
                    <a:pt x="1002" y="1205"/>
                    <a:pt x="722" y="1246"/>
                    <a:pt x="503" y="1246"/>
                  </a:cubicBezTo>
                  <a:cubicBezTo>
                    <a:pt x="288" y="1246"/>
                    <a:pt x="131" y="1207"/>
                    <a:pt x="128" y="1207"/>
                  </a:cubicBezTo>
                  <a:cubicBezTo>
                    <a:pt x="123" y="1206"/>
                    <a:pt x="118" y="1206"/>
                    <a:pt x="113" y="1206"/>
                  </a:cubicBezTo>
                  <a:cubicBezTo>
                    <a:pt x="26" y="1206"/>
                    <a:pt x="0" y="1332"/>
                    <a:pt x="88" y="1364"/>
                  </a:cubicBezTo>
                  <a:cubicBezTo>
                    <a:pt x="227" y="1395"/>
                    <a:pt x="366" y="1411"/>
                    <a:pt x="504" y="1411"/>
                  </a:cubicBezTo>
                  <a:cubicBezTo>
                    <a:pt x="748" y="1411"/>
                    <a:pt x="1060" y="1364"/>
                    <a:pt x="1331" y="1179"/>
                  </a:cubicBezTo>
                  <a:cubicBezTo>
                    <a:pt x="1661" y="960"/>
                    <a:pt x="1861" y="590"/>
                    <a:pt x="1929" y="90"/>
                  </a:cubicBezTo>
                  <a:cubicBezTo>
                    <a:pt x="1936" y="33"/>
                    <a:pt x="1892" y="0"/>
                    <a:pt x="18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110901" y="80480"/>
              <a:ext cx="161423" cy="148928"/>
            </a:xfrm>
            <a:custGeom>
              <a:avLst/>
              <a:gdLst/>
              <a:ahLst/>
              <a:cxnLst/>
              <a:rect l="l" t="t" r="r" b="b"/>
              <a:pathLst>
                <a:path w="2558" h="2360" extrusionOk="0">
                  <a:moveTo>
                    <a:pt x="1855" y="179"/>
                  </a:moveTo>
                  <a:lnTo>
                    <a:pt x="1855" y="179"/>
                  </a:lnTo>
                  <a:cubicBezTo>
                    <a:pt x="1827" y="306"/>
                    <a:pt x="1771" y="531"/>
                    <a:pt x="1707" y="790"/>
                  </a:cubicBezTo>
                  <a:cubicBezTo>
                    <a:pt x="1583" y="710"/>
                    <a:pt x="1457" y="630"/>
                    <a:pt x="1330" y="553"/>
                  </a:cubicBezTo>
                  <a:cubicBezTo>
                    <a:pt x="1629" y="306"/>
                    <a:pt x="1781" y="213"/>
                    <a:pt x="1855" y="179"/>
                  </a:cubicBezTo>
                  <a:close/>
                  <a:moveTo>
                    <a:pt x="522" y="287"/>
                  </a:moveTo>
                  <a:cubicBezTo>
                    <a:pt x="704" y="374"/>
                    <a:pt x="880" y="469"/>
                    <a:pt x="1053" y="577"/>
                  </a:cubicBezTo>
                  <a:cubicBezTo>
                    <a:pt x="942" y="670"/>
                    <a:pt x="824" y="778"/>
                    <a:pt x="698" y="892"/>
                  </a:cubicBezTo>
                  <a:cubicBezTo>
                    <a:pt x="575" y="559"/>
                    <a:pt x="531" y="371"/>
                    <a:pt x="522" y="287"/>
                  </a:cubicBezTo>
                  <a:close/>
                  <a:moveTo>
                    <a:pt x="1811" y="1046"/>
                  </a:moveTo>
                  <a:cubicBezTo>
                    <a:pt x="2070" y="1219"/>
                    <a:pt x="2225" y="1330"/>
                    <a:pt x="2308" y="1398"/>
                  </a:cubicBezTo>
                  <a:cubicBezTo>
                    <a:pt x="2188" y="1413"/>
                    <a:pt x="1981" y="1438"/>
                    <a:pt x="1694" y="1462"/>
                  </a:cubicBezTo>
                  <a:cubicBezTo>
                    <a:pt x="1731" y="1336"/>
                    <a:pt x="1771" y="1197"/>
                    <a:pt x="1808" y="1046"/>
                  </a:cubicBezTo>
                  <a:close/>
                  <a:moveTo>
                    <a:pt x="1201" y="664"/>
                  </a:moveTo>
                  <a:cubicBezTo>
                    <a:pt x="1355" y="756"/>
                    <a:pt x="1515" y="855"/>
                    <a:pt x="1666" y="954"/>
                  </a:cubicBezTo>
                  <a:cubicBezTo>
                    <a:pt x="1617" y="1148"/>
                    <a:pt x="1571" y="1324"/>
                    <a:pt x="1525" y="1478"/>
                  </a:cubicBezTo>
                  <a:cubicBezTo>
                    <a:pt x="1336" y="1493"/>
                    <a:pt x="1136" y="1509"/>
                    <a:pt x="951" y="1521"/>
                  </a:cubicBezTo>
                  <a:cubicBezTo>
                    <a:pt x="883" y="1367"/>
                    <a:pt x="815" y="1210"/>
                    <a:pt x="757" y="1055"/>
                  </a:cubicBezTo>
                  <a:cubicBezTo>
                    <a:pt x="917" y="910"/>
                    <a:pt x="1065" y="778"/>
                    <a:pt x="1201" y="664"/>
                  </a:cubicBezTo>
                  <a:close/>
                  <a:moveTo>
                    <a:pt x="630" y="1173"/>
                  </a:moveTo>
                  <a:cubicBezTo>
                    <a:pt x="676" y="1293"/>
                    <a:pt x="726" y="1413"/>
                    <a:pt x="775" y="1530"/>
                  </a:cubicBezTo>
                  <a:cubicBezTo>
                    <a:pt x="613" y="1539"/>
                    <a:pt x="473" y="1543"/>
                    <a:pt x="370" y="1543"/>
                  </a:cubicBezTo>
                  <a:cubicBezTo>
                    <a:pt x="319" y="1543"/>
                    <a:pt x="276" y="1542"/>
                    <a:pt x="245" y="1540"/>
                  </a:cubicBezTo>
                  <a:cubicBezTo>
                    <a:pt x="337" y="1450"/>
                    <a:pt x="476" y="1317"/>
                    <a:pt x="630" y="1173"/>
                  </a:cubicBezTo>
                  <a:close/>
                  <a:moveTo>
                    <a:pt x="1472" y="1644"/>
                  </a:moveTo>
                  <a:lnTo>
                    <a:pt x="1472" y="1644"/>
                  </a:lnTo>
                  <a:cubicBezTo>
                    <a:pt x="1370" y="1981"/>
                    <a:pt x="1306" y="2116"/>
                    <a:pt x="1275" y="2172"/>
                  </a:cubicBezTo>
                  <a:cubicBezTo>
                    <a:pt x="1176" y="2015"/>
                    <a:pt x="1090" y="1848"/>
                    <a:pt x="1019" y="1678"/>
                  </a:cubicBezTo>
                  <a:cubicBezTo>
                    <a:pt x="1167" y="1672"/>
                    <a:pt x="1321" y="1657"/>
                    <a:pt x="1472" y="1644"/>
                  </a:cubicBezTo>
                  <a:close/>
                  <a:moveTo>
                    <a:pt x="1916" y="0"/>
                  </a:moveTo>
                  <a:cubicBezTo>
                    <a:pt x="1833" y="0"/>
                    <a:pt x="1673" y="53"/>
                    <a:pt x="1182" y="466"/>
                  </a:cubicBezTo>
                  <a:cubicBezTo>
                    <a:pt x="960" y="334"/>
                    <a:pt x="618" y="136"/>
                    <a:pt x="507" y="108"/>
                  </a:cubicBezTo>
                  <a:cubicBezTo>
                    <a:pt x="494" y="108"/>
                    <a:pt x="485" y="105"/>
                    <a:pt x="476" y="105"/>
                  </a:cubicBezTo>
                  <a:cubicBezTo>
                    <a:pt x="439" y="105"/>
                    <a:pt x="408" y="124"/>
                    <a:pt x="386" y="155"/>
                  </a:cubicBezTo>
                  <a:cubicBezTo>
                    <a:pt x="359" y="192"/>
                    <a:pt x="297" y="281"/>
                    <a:pt x="568" y="1009"/>
                  </a:cubicBezTo>
                  <a:cubicBezTo>
                    <a:pt x="328" y="1231"/>
                    <a:pt x="118" y="1435"/>
                    <a:pt x="38" y="1515"/>
                  </a:cubicBezTo>
                  <a:cubicBezTo>
                    <a:pt x="10" y="1543"/>
                    <a:pt x="1" y="1583"/>
                    <a:pt x="13" y="1620"/>
                  </a:cubicBezTo>
                  <a:cubicBezTo>
                    <a:pt x="38" y="1681"/>
                    <a:pt x="93" y="1706"/>
                    <a:pt x="374" y="1706"/>
                  </a:cubicBezTo>
                  <a:cubicBezTo>
                    <a:pt x="497" y="1706"/>
                    <a:pt x="655" y="1700"/>
                    <a:pt x="846" y="1691"/>
                  </a:cubicBezTo>
                  <a:cubicBezTo>
                    <a:pt x="966" y="1959"/>
                    <a:pt x="1117" y="2271"/>
                    <a:pt x="1207" y="2338"/>
                  </a:cubicBezTo>
                  <a:cubicBezTo>
                    <a:pt x="1225" y="2351"/>
                    <a:pt x="1247" y="2360"/>
                    <a:pt x="1272" y="2360"/>
                  </a:cubicBezTo>
                  <a:lnTo>
                    <a:pt x="1275" y="2360"/>
                  </a:lnTo>
                  <a:cubicBezTo>
                    <a:pt x="1358" y="2360"/>
                    <a:pt x="1444" y="2304"/>
                    <a:pt x="1648" y="1629"/>
                  </a:cubicBezTo>
                  <a:cubicBezTo>
                    <a:pt x="1947" y="1604"/>
                    <a:pt x="2413" y="1555"/>
                    <a:pt x="2487" y="1530"/>
                  </a:cubicBezTo>
                  <a:cubicBezTo>
                    <a:pt x="2518" y="1515"/>
                    <a:pt x="2539" y="1487"/>
                    <a:pt x="2545" y="1456"/>
                  </a:cubicBezTo>
                  <a:cubicBezTo>
                    <a:pt x="2549" y="1398"/>
                    <a:pt x="2558" y="1339"/>
                    <a:pt x="1851" y="883"/>
                  </a:cubicBezTo>
                  <a:cubicBezTo>
                    <a:pt x="1959" y="466"/>
                    <a:pt x="2037" y="118"/>
                    <a:pt x="2037" y="115"/>
                  </a:cubicBezTo>
                  <a:cubicBezTo>
                    <a:pt x="2040" y="90"/>
                    <a:pt x="2033" y="62"/>
                    <a:pt x="2018" y="44"/>
                  </a:cubicBezTo>
                  <a:cubicBezTo>
                    <a:pt x="1990" y="16"/>
                    <a:pt x="1953" y="0"/>
                    <a:pt x="19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679734" y="119474"/>
              <a:ext cx="70741" cy="70930"/>
            </a:xfrm>
            <a:custGeom>
              <a:avLst/>
              <a:gdLst/>
              <a:ahLst/>
              <a:cxnLst/>
              <a:rect l="l" t="t" r="r" b="b"/>
              <a:pathLst>
                <a:path w="1121" h="1124" extrusionOk="0">
                  <a:moveTo>
                    <a:pt x="562" y="164"/>
                  </a:moveTo>
                  <a:cubicBezTo>
                    <a:pt x="781" y="168"/>
                    <a:pt x="960" y="346"/>
                    <a:pt x="957" y="565"/>
                  </a:cubicBezTo>
                  <a:cubicBezTo>
                    <a:pt x="957" y="784"/>
                    <a:pt x="778" y="960"/>
                    <a:pt x="562" y="960"/>
                  </a:cubicBezTo>
                  <a:cubicBezTo>
                    <a:pt x="340" y="960"/>
                    <a:pt x="164" y="781"/>
                    <a:pt x="164" y="562"/>
                  </a:cubicBezTo>
                  <a:cubicBezTo>
                    <a:pt x="164" y="344"/>
                    <a:pt x="341" y="166"/>
                    <a:pt x="562" y="164"/>
                  </a:cubicBezTo>
                  <a:close/>
                  <a:moveTo>
                    <a:pt x="559" y="1"/>
                  </a:moveTo>
                  <a:cubicBezTo>
                    <a:pt x="250" y="1"/>
                    <a:pt x="0" y="251"/>
                    <a:pt x="0" y="562"/>
                  </a:cubicBezTo>
                  <a:cubicBezTo>
                    <a:pt x="0" y="871"/>
                    <a:pt x="250" y="1120"/>
                    <a:pt x="559" y="1123"/>
                  </a:cubicBezTo>
                  <a:lnTo>
                    <a:pt x="562" y="1123"/>
                  </a:lnTo>
                  <a:cubicBezTo>
                    <a:pt x="870" y="1120"/>
                    <a:pt x="1120" y="871"/>
                    <a:pt x="1120" y="562"/>
                  </a:cubicBezTo>
                  <a:cubicBezTo>
                    <a:pt x="1120" y="251"/>
                    <a:pt x="870" y="1"/>
                    <a:pt x="5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134378" y="679946"/>
              <a:ext cx="114472" cy="115104"/>
            </a:xfrm>
            <a:custGeom>
              <a:avLst/>
              <a:gdLst/>
              <a:ahLst/>
              <a:cxnLst/>
              <a:rect l="l" t="t" r="r" b="b"/>
              <a:pathLst>
                <a:path w="1814" h="1824" extrusionOk="0">
                  <a:moveTo>
                    <a:pt x="969" y="232"/>
                  </a:moveTo>
                  <a:cubicBezTo>
                    <a:pt x="993" y="309"/>
                    <a:pt x="1018" y="414"/>
                    <a:pt x="1034" y="482"/>
                  </a:cubicBezTo>
                  <a:cubicBezTo>
                    <a:pt x="1080" y="664"/>
                    <a:pt x="1089" y="704"/>
                    <a:pt x="1111" y="735"/>
                  </a:cubicBezTo>
                  <a:cubicBezTo>
                    <a:pt x="1135" y="766"/>
                    <a:pt x="1169" y="778"/>
                    <a:pt x="1348" y="843"/>
                  </a:cubicBezTo>
                  <a:cubicBezTo>
                    <a:pt x="1410" y="868"/>
                    <a:pt x="1509" y="901"/>
                    <a:pt x="1579" y="929"/>
                  </a:cubicBezTo>
                  <a:cubicBezTo>
                    <a:pt x="1478" y="975"/>
                    <a:pt x="1314" y="1037"/>
                    <a:pt x="1169" y="1090"/>
                  </a:cubicBezTo>
                  <a:cubicBezTo>
                    <a:pt x="1148" y="1096"/>
                    <a:pt x="1132" y="1111"/>
                    <a:pt x="1123" y="1133"/>
                  </a:cubicBezTo>
                  <a:cubicBezTo>
                    <a:pt x="1049" y="1299"/>
                    <a:pt x="960" y="1487"/>
                    <a:pt x="901" y="1592"/>
                  </a:cubicBezTo>
                  <a:cubicBezTo>
                    <a:pt x="861" y="1478"/>
                    <a:pt x="805" y="1278"/>
                    <a:pt x="762" y="1105"/>
                  </a:cubicBezTo>
                  <a:cubicBezTo>
                    <a:pt x="753" y="1071"/>
                    <a:pt x="728" y="1049"/>
                    <a:pt x="697" y="1043"/>
                  </a:cubicBezTo>
                  <a:cubicBezTo>
                    <a:pt x="528" y="1012"/>
                    <a:pt x="333" y="969"/>
                    <a:pt x="229" y="938"/>
                  </a:cubicBezTo>
                  <a:cubicBezTo>
                    <a:pt x="395" y="849"/>
                    <a:pt x="565" y="772"/>
                    <a:pt x="741" y="704"/>
                  </a:cubicBezTo>
                  <a:cubicBezTo>
                    <a:pt x="759" y="695"/>
                    <a:pt x="778" y="676"/>
                    <a:pt x="784" y="658"/>
                  </a:cubicBezTo>
                  <a:cubicBezTo>
                    <a:pt x="839" y="513"/>
                    <a:pt x="901" y="371"/>
                    <a:pt x="969" y="232"/>
                  </a:cubicBezTo>
                  <a:close/>
                  <a:moveTo>
                    <a:pt x="990" y="1"/>
                  </a:moveTo>
                  <a:cubicBezTo>
                    <a:pt x="941" y="1"/>
                    <a:pt x="867" y="1"/>
                    <a:pt x="648" y="571"/>
                  </a:cubicBezTo>
                  <a:cubicBezTo>
                    <a:pt x="40" y="815"/>
                    <a:pt x="19" y="895"/>
                    <a:pt x="10" y="929"/>
                  </a:cubicBezTo>
                  <a:cubicBezTo>
                    <a:pt x="0" y="957"/>
                    <a:pt x="6" y="985"/>
                    <a:pt x="22" y="1009"/>
                  </a:cubicBezTo>
                  <a:cubicBezTo>
                    <a:pt x="37" y="1031"/>
                    <a:pt x="84" y="1093"/>
                    <a:pt x="617" y="1198"/>
                  </a:cubicBezTo>
                  <a:cubicBezTo>
                    <a:pt x="774" y="1824"/>
                    <a:pt x="830" y="1824"/>
                    <a:pt x="892" y="1824"/>
                  </a:cubicBezTo>
                  <a:lnTo>
                    <a:pt x="898" y="1824"/>
                  </a:lnTo>
                  <a:cubicBezTo>
                    <a:pt x="944" y="1821"/>
                    <a:pt x="1000" y="1817"/>
                    <a:pt x="1259" y="1231"/>
                  </a:cubicBezTo>
                  <a:cubicBezTo>
                    <a:pt x="1416" y="1176"/>
                    <a:pt x="1718" y="1065"/>
                    <a:pt x="1783" y="1006"/>
                  </a:cubicBezTo>
                  <a:cubicBezTo>
                    <a:pt x="1805" y="985"/>
                    <a:pt x="1814" y="951"/>
                    <a:pt x="1811" y="920"/>
                  </a:cubicBezTo>
                  <a:cubicBezTo>
                    <a:pt x="1795" y="846"/>
                    <a:pt x="1715" y="806"/>
                    <a:pt x="1404" y="695"/>
                  </a:cubicBezTo>
                  <a:cubicBezTo>
                    <a:pt x="1345" y="673"/>
                    <a:pt x="1274" y="649"/>
                    <a:pt x="1243" y="633"/>
                  </a:cubicBezTo>
                  <a:cubicBezTo>
                    <a:pt x="1234" y="599"/>
                    <a:pt x="1212" y="516"/>
                    <a:pt x="1194" y="448"/>
                  </a:cubicBezTo>
                  <a:cubicBezTo>
                    <a:pt x="1141" y="229"/>
                    <a:pt x="1104" y="93"/>
                    <a:pt x="1067" y="41"/>
                  </a:cubicBezTo>
                  <a:cubicBezTo>
                    <a:pt x="1046" y="16"/>
                    <a:pt x="1018" y="4"/>
                    <a:pt x="99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190604" y="1009210"/>
              <a:ext cx="446685" cy="254309"/>
            </a:xfrm>
            <a:custGeom>
              <a:avLst/>
              <a:gdLst/>
              <a:ahLst/>
              <a:cxnLst/>
              <a:rect l="l" t="t" r="r" b="b"/>
              <a:pathLst>
                <a:path w="6448" h="3671" extrusionOk="0">
                  <a:moveTo>
                    <a:pt x="3915" y="0"/>
                  </a:moveTo>
                  <a:cubicBezTo>
                    <a:pt x="3615" y="0"/>
                    <a:pt x="3350" y="167"/>
                    <a:pt x="3169" y="387"/>
                  </a:cubicBezTo>
                  <a:lnTo>
                    <a:pt x="3169" y="387"/>
                  </a:lnTo>
                  <a:cubicBezTo>
                    <a:pt x="3046" y="288"/>
                    <a:pt x="2886" y="200"/>
                    <a:pt x="2681" y="132"/>
                  </a:cubicBezTo>
                  <a:cubicBezTo>
                    <a:pt x="2511" y="76"/>
                    <a:pt x="2368" y="52"/>
                    <a:pt x="2248" y="52"/>
                  </a:cubicBezTo>
                  <a:cubicBezTo>
                    <a:pt x="1490" y="52"/>
                    <a:pt x="1623" y="1005"/>
                    <a:pt x="1623" y="1005"/>
                  </a:cubicBezTo>
                  <a:cubicBezTo>
                    <a:pt x="1545" y="958"/>
                    <a:pt x="1462" y="937"/>
                    <a:pt x="1377" y="937"/>
                  </a:cubicBezTo>
                  <a:cubicBezTo>
                    <a:pt x="735" y="937"/>
                    <a:pt x="1" y="2154"/>
                    <a:pt x="840" y="2769"/>
                  </a:cubicBezTo>
                  <a:cubicBezTo>
                    <a:pt x="1102" y="2963"/>
                    <a:pt x="1351" y="3051"/>
                    <a:pt x="1564" y="3064"/>
                  </a:cubicBezTo>
                  <a:lnTo>
                    <a:pt x="1564" y="3064"/>
                  </a:lnTo>
                  <a:cubicBezTo>
                    <a:pt x="1637" y="3387"/>
                    <a:pt x="1868" y="3665"/>
                    <a:pt x="2357" y="3670"/>
                  </a:cubicBezTo>
                  <a:cubicBezTo>
                    <a:pt x="2374" y="3670"/>
                    <a:pt x="2392" y="3670"/>
                    <a:pt x="2408" y="3670"/>
                  </a:cubicBezTo>
                  <a:cubicBezTo>
                    <a:pt x="3079" y="3670"/>
                    <a:pt x="3528" y="3515"/>
                    <a:pt x="3781" y="3285"/>
                  </a:cubicBezTo>
                  <a:lnTo>
                    <a:pt x="3781" y="3285"/>
                  </a:lnTo>
                  <a:cubicBezTo>
                    <a:pt x="3834" y="3357"/>
                    <a:pt x="3900" y="3426"/>
                    <a:pt x="3983" y="3491"/>
                  </a:cubicBezTo>
                  <a:cubicBezTo>
                    <a:pt x="4094" y="3579"/>
                    <a:pt x="4230" y="3618"/>
                    <a:pt x="4376" y="3618"/>
                  </a:cubicBezTo>
                  <a:cubicBezTo>
                    <a:pt x="5223" y="3618"/>
                    <a:pt x="6448" y="2304"/>
                    <a:pt x="5722" y="1542"/>
                  </a:cubicBezTo>
                  <a:cubicBezTo>
                    <a:pt x="5522" y="1331"/>
                    <a:pt x="5310" y="1251"/>
                    <a:pt x="5112" y="1251"/>
                  </a:cubicBezTo>
                  <a:cubicBezTo>
                    <a:pt x="5090" y="1251"/>
                    <a:pt x="5068" y="1252"/>
                    <a:pt x="5046" y="1254"/>
                  </a:cubicBezTo>
                  <a:lnTo>
                    <a:pt x="5046" y="1254"/>
                  </a:lnTo>
                  <a:cubicBezTo>
                    <a:pt x="5054" y="878"/>
                    <a:pt x="4866" y="444"/>
                    <a:pt x="4402" y="151"/>
                  </a:cubicBezTo>
                  <a:cubicBezTo>
                    <a:pt x="4235" y="45"/>
                    <a:pt x="4070" y="0"/>
                    <a:pt x="39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282131" y="266071"/>
              <a:ext cx="336102" cy="221545"/>
            </a:xfrm>
            <a:custGeom>
              <a:avLst/>
              <a:gdLst/>
              <a:ahLst/>
              <a:cxnLst/>
              <a:rect l="l" t="t" r="r" b="b"/>
              <a:pathLst>
                <a:path w="5284" h="3483" extrusionOk="0">
                  <a:moveTo>
                    <a:pt x="780" y="0"/>
                  </a:moveTo>
                  <a:lnTo>
                    <a:pt x="780" y="0"/>
                  </a:lnTo>
                  <a:cubicBezTo>
                    <a:pt x="577" y="1172"/>
                    <a:pt x="1086" y="1561"/>
                    <a:pt x="1086" y="1561"/>
                  </a:cubicBezTo>
                  <a:cubicBezTo>
                    <a:pt x="1075" y="1560"/>
                    <a:pt x="1064" y="1560"/>
                    <a:pt x="1053" y="1560"/>
                  </a:cubicBezTo>
                  <a:cubicBezTo>
                    <a:pt x="438" y="1560"/>
                    <a:pt x="0" y="2758"/>
                    <a:pt x="0" y="2758"/>
                  </a:cubicBezTo>
                  <a:cubicBezTo>
                    <a:pt x="89" y="2783"/>
                    <a:pt x="176" y="2794"/>
                    <a:pt x="260" y="2794"/>
                  </a:cubicBezTo>
                  <a:cubicBezTo>
                    <a:pt x="993" y="2794"/>
                    <a:pt x="1505" y="1934"/>
                    <a:pt x="1505" y="1934"/>
                  </a:cubicBezTo>
                  <a:cubicBezTo>
                    <a:pt x="1505" y="1934"/>
                    <a:pt x="2162" y="3482"/>
                    <a:pt x="3272" y="3482"/>
                  </a:cubicBezTo>
                  <a:cubicBezTo>
                    <a:pt x="4386" y="3479"/>
                    <a:pt x="5283" y="2560"/>
                    <a:pt x="5283" y="2560"/>
                  </a:cubicBezTo>
                  <a:cubicBezTo>
                    <a:pt x="5283" y="2560"/>
                    <a:pt x="4548" y="882"/>
                    <a:pt x="3369" y="882"/>
                  </a:cubicBezTo>
                  <a:cubicBezTo>
                    <a:pt x="3361" y="882"/>
                    <a:pt x="3352" y="882"/>
                    <a:pt x="3343" y="882"/>
                  </a:cubicBezTo>
                  <a:cubicBezTo>
                    <a:pt x="2147" y="907"/>
                    <a:pt x="1647" y="1493"/>
                    <a:pt x="1647" y="1493"/>
                  </a:cubicBezTo>
                  <a:cubicBezTo>
                    <a:pt x="1604" y="84"/>
                    <a:pt x="780" y="0"/>
                    <a:pt x="7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471234" y="349524"/>
              <a:ext cx="71876" cy="109659"/>
            </a:xfrm>
            <a:custGeom>
              <a:avLst/>
              <a:gdLst/>
              <a:ahLst/>
              <a:cxnLst/>
              <a:rect l="l" t="t" r="r" b="b"/>
              <a:pathLst>
                <a:path w="1130" h="1724" extrusionOk="0">
                  <a:moveTo>
                    <a:pt x="1007" y="1"/>
                  </a:moveTo>
                  <a:cubicBezTo>
                    <a:pt x="991" y="1"/>
                    <a:pt x="974" y="6"/>
                    <a:pt x="956" y="18"/>
                  </a:cubicBezTo>
                  <a:cubicBezTo>
                    <a:pt x="944" y="21"/>
                    <a:pt x="0" y="600"/>
                    <a:pt x="198" y="1652"/>
                  </a:cubicBezTo>
                  <a:cubicBezTo>
                    <a:pt x="204" y="1692"/>
                    <a:pt x="241" y="1723"/>
                    <a:pt x="281" y="1723"/>
                  </a:cubicBezTo>
                  <a:lnTo>
                    <a:pt x="296" y="1723"/>
                  </a:lnTo>
                  <a:cubicBezTo>
                    <a:pt x="343" y="1714"/>
                    <a:pt x="373" y="1668"/>
                    <a:pt x="364" y="1621"/>
                  </a:cubicBezTo>
                  <a:cubicBezTo>
                    <a:pt x="192" y="690"/>
                    <a:pt x="1009" y="184"/>
                    <a:pt x="1043" y="163"/>
                  </a:cubicBezTo>
                  <a:cubicBezTo>
                    <a:pt x="1129" y="114"/>
                    <a:pt x="1081" y="1"/>
                    <a:pt x="10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541074" y="377638"/>
              <a:ext cx="44207" cy="40327"/>
            </a:xfrm>
            <a:custGeom>
              <a:avLst/>
              <a:gdLst/>
              <a:ahLst/>
              <a:cxnLst/>
              <a:rect l="l" t="t" r="r" b="b"/>
              <a:pathLst>
                <a:path w="695" h="634" extrusionOk="0">
                  <a:moveTo>
                    <a:pt x="159" y="1"/>
                  </a:moveTo>
                  <a:cubicBezTo>
                    <a:pt x="123" y="1"/>
                    <a:pt x="88" y="21"/>
                    <a:pt x="77" y="69"/>
                  </a:cubicBezTo>
                  <a:cubicBezTo>
                    <a:pt x="59" y="158"/>
                    <a:pt x="0" y="458"/>
                    <a:pt x="99" y="578"/>
                  </a:cubicBezTo>
                  <a:cubicBezTo>
                    <a:pt x="130" y="612"/>
                    <a:pt x="173" y="633"/>
                    <a:pt x="219" y="633"/>
                  </a:cubicBezTo>
                  <a:lnTo>
                    <a:pt x="222" y="633"/>
                  </a:lnTo>
                  <a:cubicBezTo>
                    <a:pt x="423" y="630"/>
                    <a:pt x="617" y="322"/>
                    <a:pt x="654" y="260"/>
                  </a:cubicBezTo>
                  <a:cubicBezTo>
                    <a:pt x="695" y="192"/>
                    <a:pt x="638" y="128"/>
                    <a:pt x="579" y="128"/>
                  </a:cubicBezTo>
                  <a:cubicBezTo>
                    <a:pt x="553" y="128"/>
                    <a:pt x="527" y="141"/>
                    <a:pt x="509" y="171"/>
                  </a:cubicBezTo>
                  <a:cubicBezTo>
                    <a:pt x="435" y="291"/>
                    <a:pt x="293" y="461"/>
                    <a:pt x="232" y="470"/>
                  </a:cubicBezTo>
                  <a:cubicBezTo>
                    <a:pt x="207" y="436"/>
                    <a:pt x="210" y="260"/>
                    <a:pt x="244" y="106"/>
                  </a:cubicBezTo>
                  <a:cubicBezTo>
                    <a:pt x="260" y="41"/>
                    <a:pt x="209" y="1"/>
                    <a:pt x="1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555195" y="433485"/>
              <a:ext cx="43826" cy="21945"/>
            </a:xfrm>
            <a:custGeom>
              <a:avLst/>
              <a:gdLst/>
              <a:ahLst/>
              <a:cxnLst/>
              <a:rect l="l" t="t" r="r" b="b"/>
              <a:pathLst>
                <a:path w="689" h="345" extrusionOk="0">
                  <a:moveTo>
                    <a:pt x="123" y="0"/>
                  </a:moveTo>
                  <a:cubicBezTo>
                    <a:pt x="58" y="0"/>
                    <a:pt x="0" y="84"/>
                    <a:pt x="59" y="147"/>
                  </a:cubicBezTo>
                  <a:cubicBezTo>
                    <a:pt x="204" y="298"/>
                    <a:pt x="346" y="345"/>
                    <a:pt x="454" y="345"/>
                  </a:cubicBezTo>
                  <a:cubicBezTo>
                    <a:pt x="458" y="345"/>
                    <a:pt x="462" y="345"/>
                    <a:pt x="467" y="345"/>
                  </a:cubicBezTo>
                  <a:cubicBezTo>
                    <a:pt x="530" y="345"/>
                    <a:pt x="593" y="324"/>
                    <a:pt x="645" y="286"/>
                  </a:cubicBezTo>
                  <a:cubicBezTo>
                    <a:pt x="682" y="258"/>
                    <a:pt x="688" y="206"/>
                    <a:pt x="660" y="169"/>
                  </a:cubicBezTo>
                  <a:cubicBezTo>
                    <a:pt x="644" y="146"/>
                    <a:pt x="618" y="134"/>
                    <a:pt x="591" y="134"/>
                  </a:cubicBezTo>
                  <a:cubicBezTo>
                    <a:pt x="574" y="134"/>
                    <a:pt x="556" y="139"/>
                    <a:pt x="540" y="150"/>
                  </a:cubicBezTo>
                  <a:cubicBezTo>
                    <a:pt x="534" y="154"/>
                    <a:pt x="503" y="175"/>
                    <a:pt x="451" y="175"/>
                  </a:cubicBezTo>
                  <a:cubicBezTo>
                    <a:pt x="389" y="175"/>
                    <a:pt x="296" y="146"/>
                    <a:pt x="182" y="27"/>
                  </a:cubicBezTo>
                  <a:cubicBezTo>
                    <a:pt x="164" y="8"/>
                    <a:pt x="143" y="0"/>
                    <a:pt x="1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407436" y="332222"/>
              <a:ext cx="76647" cy="118882"/>
            </a:xfrm>
            <a:custGeom>
              <a:avLst/>
              <a:gdLst/>
              <a:ahLst/>
              <a:cxnLst/>
              <a:rect l="l" t="t" r="r" b="b"/>
              <a:pathLst>
                <a:path w="1205" h="1869" extrusionOk="0">
                  <a:moveTo>
                    <a:pt x="601" y="1"/>
                  </a:moveTo>
                  <a:cubicBezTo>
                    <a:pt x="552" y="1"/>
                    <a:pt x="507" y="9"/>
                    <a:pt x="470" y="27"/>
                  </a:cubicBezTo>
                  <a:cubicBezTo>
                    <a:pt x="408" y="58"/>
                    <a:pt x="365" y="117"/>
                    <a:pt x="356" y="188"/>
                  </a:cubicBezTo>
                  <a:cubicBezTo>
                    <a:pt x="334" y="339"/>
                    <a:pt x="414" y="481"/>
                    <a:pt x="510" y="592"/>
                  </a:cubicBezTo>
                  <a:cubicBezTo>
                    <a:pt x="468" y="588"/>
                    <a:pt x="426" y="585"/>
                    <a:pt x="386" y="585"/>
                  </a:cubicBezTo>
                  <a:cubicBezTo>
                    <a:pt x="311" y="585"/>
                    <a:pt x="242" y="595"/>
                    <a:pt x="192" y="623"/>
                  </a:cubicBezTo>
                  <a:cubicBezTo>
                    <a:pt x="149" y="644"/>
                    <a:pt x="118" y="684"/>
                    <a:pt x="106" y="731"/>
                  </a:cubicBezTo>
                  <a:cubicBezTo>
                    <a:pt x="69" y="876"/>
                    <a:pt x="229" y="1027"/>
                    <a:pt x="383" y="1135"/>
                  </a:cubicBezTo>
                  <a:cubicBezTo>
                    <a:pt x="263" y="1153"/>
                    <a:pt x="134" y="1193"/>
                    <a:pt x="66" y="1270"/>
                  </a:cubicBezTo>
                  <a:cubicBezTo>
                    <a:pt x="22" y="1314"/>
                    <a:pt x="1" y="1375"/>
                    <a:pt x="4" y="1434"/>
                  </a:cubicBezTo>
                  <a:cubicBezTo>
                    <a:pt x="26" y="1724"/>
                    <a:pt x="544" y="1853"/>
                    <a:pt x="605" y="1866"/>
                  </a:cubicBezTo>
                  <a:cubicBezTo>
                    <a:pt x="612" y="1869"/>
                    <a:pt x="618" y="1869"/>
                    <a:pt x="624" y="1869"/>
                  </a:cubicBezTo>
                  <a:cubicBezTo>
                    <a:pt x="726" y="1869"/>
                    <a:pt x="741" y="1724"/>
                    <a:pt x="642" y="1702"/>
                  </a:cubicBezTo>
                  <a:cubicBezTo>
                    <a:pt x="460" y="1659"/>
                    <a:pt x="186" y="1539"/>
                    <a:pt x="177" y="1421"/>
                  </a:cubicBezTo>
                  <a:cubicBezTo>
                    <a:pt x="174" y="1409"/>
                    <a:pt x="180" y="1397"/>
                    <a:pt x="189" y="1388"/>
                  </a:cubicBezTo>
                  <a:cubicBezTo>
                    <a:pt x="257" y="1314"/>
                    <a:pt x="504" y="1286"/>
                    <a:pt x="649" y="1286"/>
                  </a:cubicBezTo>
                  <a:cubicBezTo>
                    <a:pt x="689" y="1286"/>
                    <a:pt x="726" y="1258"/>
                    <a:pt x="735" y="1221"/>
                  </a:cubicBezTo>
                  <a:cubicBezTo>
                    <a:pt x="744" y="1181"/>
                    <a:pt x="726" y="1141"/>
                    <a:pt x="692" y="1122"/>
                  </a:cubicBezTo>
                  <a:cubicBezTo>
                    <a:pt x="442" y="996"/>
                    <a:pt x="260" y="826"/>
                    <a:pt x="269" y="777"/>
                  </a:cubicBezTo>
                  <a:cubicBezTo>
                    <a:pt x="281" y="764"/>
                    <a:pt x="319" y="757"/>
                    <a:pt x="373" y="757"/>
                  </a:cubicBezTo>
                  <a:cubicBezTo>
                    <a:pt x="472" y="757"/>
                    <a:pt x="626" y="780"/>
                    <a:pt x="787" y="829"/>
                  </a:cubicBezTo>
                  <a:cubicBezTo>
                    <a:pt x="797" y="832"/>
                    <a:pt x="807" y="834"/>
                    <a:pt x="815" y="834"/>
                  </a:cubicBezTo>
                  <a:cubicBezTo>
                    <a:pt x="894" y="834"/>
                    <a:pt x="936" y="722"/>
                    <a:pt x="858" y="675"/>
                  </a:cubicBezTo>
                  <a:cubicBezTo>
                    <a:pt x="763" y="613"/>
                    <a:pt x="497" y="394"/>
                    <a:pt x="525" y="216"/>
                  </a:cubicBezTo>
                  <a:cubicBezTo>
                    <a:pt x="528" y="191"/>
                    <a:pt x="538" y="188"/>
                    <a:pt x="547" y="182"/>
                  </a:cubicBezTo>
                  <a:cubicBezTo>
                    <a:pt x="561" y="174"/>
                    <a:pt x="580" y="171"/>
                    <a:pt x="603" y="171"/>
                  </a:cubicBezTo>
                  <a:cubicBezTo>
                    <a:pt x="714" y="171"/>
                    <a:pt x="914" y="250"/>
                    <a:pt x="1037" y="314"/>
                  </a:cubicBezTo>
                  <a:cubicBezTo>
                    <a:pt x="1052" y="322"/>
                    <a:pt x="1066" y="325"/>
                    <a:pt x="1079" y="325"/>
                  </a:cubicBezTo>
                  <a:cubicBezTo>
                    <a:pt x="1158" y="325"/>
                    <a:pt x="1205" y="208"/>
                    <a:pt x="1117" y="160"/>
                  </a:cubicBezTo>
                  <a:cubicBezTo>
                    <a:pt x="1058" y="130"/>
                    <a:pt x="799" y="1"/>
                    <a:pt x="6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132954" y="1478085"/>
              <a:ext cx="117305" cy="117305"/>
            </a:xfrm>
            <a:custGeom>
              <a:avLst/>
              <a:gdLst/>
              <a:ahLst/>
              <a:cxnLst/>
              <a:rect l="l" t="t" r="r" b="b"/>
              <a:pathLst>
                <a:path w="1611" h="1611" extrusionOk="0">
                  <a:moveTo>
                    <a:pt x="871" y="1"/>
                  </a:moveTo>
                  <a:cubicBezTo>
                    <a:pt x="821" y="1"/>
                    <a:pt x="784" y="38"/>
                    <a:pt x="784" y="84"/>
                  </a:cubicBezTo>
                  <a:lnTo>
                    <a:pt x="781" y="574"/>
                  </a:lnTo>
                  <a:lnTo>
                    <a:pt x="488" y="263"/>
                  </a:lnTo>
                  <a:cubicBezTo>
                    <a:pt x="469" y="243"/>
                    <a:pt x="447" y="234"/>
                    <a:pt x="426" y="234"/>
                  </a:cubicBezTo>
                  <a:cubicBezTo>
                    <a:pt x="360" y="234"/>
                    <a:pt x="303" y="317"/>
                    <a:pt x="362" y="380"/>
                  </a:cubicBezTo>
                  <a:lnTo>
                    <a:pt x="664" y="701"/>
                  </a:lnTo>
                  <a:lnTo>
                    <a:pt x="115" y="704"/>
                  </a:lnTo>
                  <a:cubicBezTo>
                    <a:pt x="1" y="704"/>
                    <a:pt x="1" y="877"/>
                    <a:pt x="115" y="877"/>
                  </a:cubicBezTo>
                  <a:lnTo>
                    <a:pt x="618" y="870"/>
                  </a:lnTo>
                  <a:lnTo>
                    <a:pt x="618" y="870"/>
                  </a:lnTo>
                  <a:lnTo>
                    <a:pt x="232" y="1142"/>
                  </a:lnTo>
                  <a:cubicBezTo>
                    <a:pt x="167" y="1191"/>
                    <a:pt x="201" y="1293"/>
                    <a:pt x="282" y="1296"/>
                  </a:cubicBezTo>
                  <a:cubicBezTo>
                    <a:pt x="297" y="1296"/>
                    <a:pt x="315" y="1290"/>
                    <a:pt x="331" y="1281"/>
                  </a:cubicBezTo>
                  <a:lnTo>
                    <a:pt x="781" y="966"/>
                  </a:lnTo>
                  <a:lnTo>
                    <a:pt x="775" y="1524"/>
                  </a:lnTo>
                  <a:cubicBezTo>
                    <a:pt x="775" y="1571"/>
                    <a:pt x="815" y="1611"/>
                    <a:pt x="861" y="1611"/>
                  </a:cubicBezTo>
                  <a:cubicBezTo>
                    <a:pt x="908" y="1611"/>
                    <a:pt x="948" y="1571"/>
                    <a:pt x="948" y="1524"/>
                  </a:cubicBezTo>
                  <a:lnTo>
                    <a:pt x="951" y="997"/>
                  </a:lnTo>
                  <a:lnTo>
                    <a:pt x="1262" y="1330"/>
                  </a:lnTo>
                  <a:cubicBezTo>
                    <a:pt x="1281" y="1345"/>
                    <a:pt x="1302" y="1355"/>
                    <a:pt x="1327" y="1355"/>
                  </a:cubicBezTo>
                  <a:cubicBezTo>
                    <a:pt x="1349" y="1355"/>
                    <a:pt x="1367" y="1349"/>
                    <a:pt x="1386" y="1333"/>
                  </a:cubicBezTo>
                  <a:cubicBezTo>
                    <a:pt x="1420" y="1299"/>
                    <a:pt x="1420" y="1247"/>
                    <a:pt x="1389" y="1210"/>
                  </a:cubicBezTo>
                  <a:lnTo>
                    <a:pt x="1059" y="864"/>
                  </a:lnTo>
                  <a:lnTo>
                    <a:pt x="1506" y="861"/>
                  </a:lnTo>
                  <a:cubicBezTo>
                    <a:pt x="1611" y="852"/>
                    <a:pt x="1611" y="695"/>
                    <a:pt x="1506" y="689"/>
                  </a:cubicBezTo>
                  <a:lnTo>
                    <a:pt x="1503" y="692"/>
                  </a:lnTo>
                  <a:lnTo>
                    <a:pt x="1170" y="695"/>
                  </a:lnTo>
                  <a:lnTo>
                    <a:pt x="1518" y="451"/>
                  </a:lnTo>
                  <a:cubicBezTo>
                    <a:pt x="1592" y="398"/>
                    <a:pt x="1540" y="297"/>
                    <a:pt x="1468" y="297"/>
                  </a:cubicBezTo>
                  <a:cubicBezTo>
                    <a:pt x="1453" y="297"/>
                    <a:pt x="1436" y="301"/>
                    <a:pt x="1420" y="312"/>
                  </a:cubicBezTo>
                  <a:lnTo>
                    <a:pt x="951" y="639"/>
                  </a:lnTo>
                  <a:lnTo>
                    <a:pt x="954" y="87"/>
                  </a:lnTo>
                  <a:cubicBezTo>
                    <a:pt x="954" y="38"/>
                    <a:pt x="917" y="1"/>
                    <a:pt x="8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rot="-5594267">
              <a:off x="1864621" y="158533"/>
              <a:ext cx="102915" cy="102661"/>
            </a:xfrm>
            <a:custGeom>
              <a:avLst/>
              <a:gdLst/>
              <a:ahLst/>
              <a:cxnLst/>
              <a:rect l="l" t="t" r="r" b="b"/>
              <a:pathLst>
                <a:path w="1618" h="1614" extrusionOk="0">
                  <a:moveTo>
                    <a:pt x="868" y="1"/>
                  </a:moveTo>
                  <a:cubicBezTo>
                    <a:pt x="821" y="1"/>
                    <a:pt x="784" y="38"/>
                    <a:pt x="784" y="87"/>
                  </a:cubicBezTo>
                  <a:lnTo>
                    <a:pt x="781" y="575"/>
                  </a:lnTo>
                  <a:lnTo>
                    <a:pt x="488" y="266"/>
                  </a:lnTo>
                  <a:cubicBezTo>
                    <a:pt x="470" y="251"/>
                    <a:pt x="451" y="245"/>
                    <a:pt x="432" y="245"/>
                  </a:cubicBezTo>
                  <a:cubicBezTo>
                    <a:pt x="369" y="245"/>
                    <a:pt x="316" y="318"/>
                    <a:pt x="362" y="380"/>
                  </a:cubicBezTo>
                  <a:lnTo>
                    <a:pt x="664" y="701"/>
                  </a:lnTo>
                  <a:lnTo>
                    <a:pt x="115" y="707"/>
                  </a:lnTo>
                  <a:cubicBezTo>
                    <a:pt x="1" y="707"/>
                    <a:pt x="1" y="877"/>
                    <a:pt x="115" y="877"/>
                  </a:cubicBezTo>
                  <a:lnTo>
                    <a:pt x="618" y="874"/>
                  </a:lnTo>
                  <a:lnTo>
                    <a:pt x="229" y="1142"/>
                  </a:lnTo>
                  <a:cubicBezTo>
                    <a:pt x="189" y="1170"/>
                    <a:pt x="180" y="1222"/>
                    <a:pt x="208" y="1262"/>
                  </a:cubicBezTo>
                  <a:cubicBezTo>
                    <a:pt x="225" y="1285"/>
                    <a:pt x="252" y="1298"/>
                    <a:pt x="279" y="1298"/>
                  </a:cubicBezTo>
                  <a:cubicBezTo>
                    <a:pt x="296" y="1298"/>
                    <a:pt x="313" y="1293"/>
                    <a:pt x="328" y="1284"/>
                  </a:cubicBezTo>
                  <a:lnTo>
                    <a:pt x="775" y="969"/>
                  </a:lnTo>
                  <a:lnTo>
                    <a:pt x="775" y="1528"/>
                  </a:lnTo>
                  <a:cubicBezTo>
                    <a:pt x="772" y="1574"/>
                    <a:pt x="812" y="1614"/>
                    <a:pt x="858" y="1614"/>
                  </a:cubicBezTo>
                  <a:cubicBezTo>
                    <a:pt x="905" y="1614"/>
                    <a:pt x="945" y="1574"/>
                    <a:pt x="945" y="1528"/>
                  </a:cubicBezTo>
                  <a:lnTo>
                    <a:pt x="948" y="1000"/>
                  </a:lnTo>
                  <a:lnTo>
                    <a:pt x="1259" y="1333"/>
                  </a:lnTo>
                  <a:cubicBezTo>
                    <a:pt x="1278" y="1353"/>
                    <a:pt x="1300" y="1361"/>
                    <a:pt x="1321" y="1361"/>
                  </a:cubicBezTo>
                  <a:cubicBezTo>
                    <a:pt x="1387" y="1361"/>
                    <a:pt x="1444" y="1277"/>
                    <a:pt x="1386" y="1213"/>
                  </a:cubicBezTo>
                  <a:lnTo>
                    <a:pt x="1059" y="868"/>
                  </a:lnTo>
                  <a:lnTo>
                    <a:pt x="1503" y="865"/>
                  </a:lnTo>
                  <a:cubicBezTo>
                    <a:pt x="1617" y="861"/>
                    <a:pt x="1617" y="692"/>
                    <a:pt x="1503" y="692"/>
                  </a:cubicBezTo>
                  <a:lnTo>
                    <a:pt x="1173" y="695"/>
                  </a:lnTo>
                  <a:lnTo>
                    <a:pt x="1518" y="454"/>
                  </a:lnTo>
                  <a:cubicBezTo>
                    <a:pt x="1597" y="401"/>
                    <a:pt x="1544" y="296"/>
                    <a:pt x="1472" y="296"/>
                  </a:cubicBezTo>
                  <a:cubicBezTo>
                    <a:pt x="1456" y="296"/>
                    <a:pt x="1439" y="301"/>
                    <a:pt x="1423" y="312"/>
                  </a:cubicBezTo>
                  <a:lnTo>
                    <a:pt x="951" y="639"/>
                  </a:lnTo>
                  <a:lnTo>
                    <a:pt x="954" y="87"/>
                  </a:lnTo>
                  <a:cubicBezTo>
                    <a:pt x="954" y="41"/>
                    <a:pt x="917" y="1"/>
                    <a:pt x="8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rot="-5594267">
              <a:off x="1518450" y="117160"/>
              <a:ext cx="82879" cy="75565"/>
            </a:xfrm>
            <a:custGeom>
              <a:avLst/>
              <a:gdLst/>
              <a:ahLst/>
              <a:cxnLst/>
              <a:rect l="l" t="t" r="r" b="b"/>
              <a:pathLst>
                <a:path w="1303" h="1188" extrusionOk="0">
                  <a:moveTo>
                    <a:pt x="710" y="173"/>
                  </a:moveTo>
                  <a:cubicBezTo>
                    <a:pt x="941" y="173"/>
                    <a:pt x="1129" y="364"/>
                    <a:pt x="1129" y="595"/>
                  </a:cubicBezTo>
                  <a:cubicBezTo>
                    <a:pt x="1126" y="827"/>
                    <a:pt x="938" y="1012"/>
                    <a:pt x="707" y="1015"/>
                  </a:cubicBezTo>
                  <a:cubicBezTo>
                    <a:pt x="476" y="1015"/>
                    <a:pt x="287" y="823"/>
                    <a:pt x="287" y="592"/>
                  </a:cubicBezTo>
                  <a:cubicBezTo>
                    <a:pt x="287" y="358"/>
                    <a:pt x="479" y="173"/>
                    <a:pt x="710" y="173"/>
                  </a:cubicBezTo>
                  <a:close/>
                  <a:moveTo>
                    <a:pt x="712" y="1"/>
                  </a:moveTo>
                  <a:cubicBezTo>
                    <a:pt x="485" y="1"/>
                    <a:pt x="263" y="130"/>
                    <a:pt x="164" y="364"/>
                  </a:cubicBezTo>
                  <a:cubicBezTo>
                    <a:pt x="1" y="752"/>
                    <a:pt x="284" y="1184"/>
                    <a:pt x="707" y="1187"/>
                  </a:cubicBezTo>
                  <a:lnTo>
                    <a:pt x="710" y="1187"/>
                  </a:lnTo>
                  <a:cubicBezTo>
                    <a:pt x="1034" y="1187"/>
                    <a:pt x="1299" y="922"/>
                    <a:pt x="1302" y="595"/>
                  </a:cubicBezTo>
                  <a:cubicBezTo>
                    <a:pt x="1302" y="438"/>
                    <a:pt x="1240" y="287"/>
                    <a:pt x="1129" y="176"/>
                  </a:cubicBezTo>
                  <a:cubicBezTo>
                    <a:pt x="1012" y="57"/>
                    <a:pt x="861" y="1"/>
                    <a:pt x="7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210486" y="1003529"/>
              <a:ext cx="402834" cy="265947"/>
            </a:xfrm>
            <a:custGeom>
              <a:avLst/>
              <a:gdLst/>
              <a:ahLst/>
              <a:cxnLst/>
              <a:rect l="l" t="t" r="r" b="b"/>
              <a:pathLst>
                <a:path w="5815" h="3839" extrusionOk="0">
                  <a:moveTo>
                    <a:pt x="2894" y="594"/>
                  </a:moveTo>
                  <a:cubicBezTo>
                    <a:pt x="3125" y="816"/>
                    <a:pt x="3174" y="1078"/>
                    <a:pt x="3110" y="1251"/>
                  </a:cubicBezTo>
                  <a:cubicBezTo>
                    <a:pt x="3077" y="1342"/>
                    <a:pt x="3020" y="1391"/>
                    <a:pt x="2952" y="1391"/>
                  </a:cubicBezTo>
                  <a:cubicBezTo>
                    <a:pt x="2910" y="1391"/>
                    <a:pt x="2864" y="1373"/>
                    <a:pt x="2817" y="1334"/>
                  </a:cubicBezTo>
                  <a:cubicBezTo>
                    <a:pt x="2656" y="1195"/>
                    <a:pt x="2693" y="877"/>
                    <a:pt x="2894" y="594"/>
                  </a:cubicBezTo>
                  <a:close/>
                  <a:moveTo>
                    <a:pt x="4667" y="1439"/>
                  </a:moveTo>
                  <a:lnTo>
                    <a:pt x="4667" y="1439"/>
                  </a:lnTo>
                  <a:cubicBezTo>
                    <a:pt x="4627" y="1750"/>
                    <a:pt x="4436" y="1981"/>
                    <a:pt x="4177" y="2018"/>
                  </a:cubicBezTo>
                  <a:cubicBezTo>
                    <a:pt x="4161" y="2018"/>
                    <a:pt x="4149" y="2022"/>
                    <a:pt x="4134" y="2022"/>
                  </a:cubicBezTo>
                  <a:cubicBezTo>
                    <a:pt x="4063" y="2022"/>
                    <a:pt x="4063" y="2000"/>
                    <a:pt x="4063" y="1981"/>
                  </a:cubicBezTo>
                  <a:cubicBezTo>
                    <a:pt x="4060" y="1852"/>
                    <a:pt x="4309" y="1519"/>
                    <a:pt x="4667" y="1439"/>
                  </a:cubicBezTo>
                  <a:close/>
                  <a:moveTo>
                    <a:pt x="1620" y="2253"/>
                  </a:moveTo>
                  <a:cubicBezTo>
                    <a:pt x="1663" y="2253"/>
                    <a:pt x="1706" y="2293"/>
                    <a:pt x="1731" y="2327"/>
                  </a:cubicBezTo>
                  <a:cubicBezTo>
                    <a:pt x="1857" y="2484"/>
                    <a:pt x="1888" y="2660"/>
                    <a:pt x="1820" y="2805"/>
                  </a:cubicBezTo>
                  <a:cubicBezTo>
                    <a:pt x="1743" y="2959"/>
                    <a:pt x="1564" y="3055"/>
                    <a:pt x="1348" y="3061"/>
                  </a:cubicBezTo>
                  <a:cubicBezTo>
                    <a:pt x="1305" y="2774"/>
                    <a:pt x="1385" y="2472"/>
                    <a:pt x="1500" y="2330"/>
                  </a:cubicBezTo>
                  <a:cubicBezTo>
                    <a:pt x="1543" y="2278"/>
                    <a:pt x="1583" y="2253"/>
                    <a:pt x="1620" y="2253"/>
                  </a:cubicBezTo>
                  <a:close/>
                  <a:moveTo>
                    <a:pt x="3548" y="2490"/>
                  </a:moveTo>
                  <a:cubicBezTo>
                    <a:pt x="3563" y="2490"/>
                    <a:pt x="3597" y="2524"/>
                    <a:pt x="3625" y="2614"/>
                  </a:cubicBezTo>
                  <a:cubicBezTo>
                    <a:pt x="3699" y="2827"/>
                    <a:pt x="3652" y="3061"/>
                    <a:pt x="3507" y="3231"/>
                  </a:cubicBezTo>
                  <a:cubicBezTo>
                    <a:pt x="3372" y="2993"/>
                    <a:pt x="3384" y="2737"/>
                    <a:pt x="3461" y="2586"/>
                  </a:cubicBezTo>
                  <a:cubicBezTo>
                    <a:pt x="3495" y="2518"/>
                    <a:pt x="3532" y="2490"/>
                    <a:pt x="3548" y="2490"/>
                  </a:cubicBezTo>
                  <a:close/>
                  <a:moveTo>
                    <a:pt x="3628" y="170"/>
                  </a:moveTo>
                  <a:cubicBezTo>
                    <a:pt x="3775" y="170"/>
                    <a:pt x="3925" y="213"/>
                    <a:pt x="4066" y="304"/>
                  </a:cubicBezTo>
                  <a:cubicBezTo>
                    <a:pt x="4430" y="532"/>
                    <a:pt x="4652" y="887"/>
                    <a:pt x="4673" y="1260"/>
                  </a:cubicBezTo>
                  <a:cubicBezTo>
                    <a:pt x="4229" y="1340"/>
                    <a:pt x="3881" y="1747"/>
                    <a:pt x="3893" y="1988"/>
                  </a:cubicBezTo>
                  <a:cubicBezTo>
                    <a:pt x="3899" y="2086"/>
                    <a:pt x="3960" y="2190"/>
                    <a:pt x="4132" y="2190"/>
                  </a:cubicBezTo>
                  <a:cubicBezTo>
                    <a:pt x="4153" y="2190"/>
                    <a:pt x="4177" y="2188"/>
                    <a:pt x="4201" y="2185"/>
                  </a:cubicBezTo>
                  <a:cubicBezTo>
                    <a:pt x="4550" y="2139"/>
                    <a:pt x="4803" y="1827"/>
                    <a:pt x="4840" y="1417"/>
                  </a:cubicBezTo>
                  <a:cubicBezTo>
                    <a:pt x="5034" y="1423"/>
                    <a:pt x="5213" y="1510"/>
                    <a:pt x="5373" y="1682"/>
                  </a:cubicBezTo>
                  <a:cubicBezTo>
                    <a:pt x="5651" y="1972"/>
                    <a:pt x="5586" y="2321"/>
                    <a:pt x="5485" y="2561"/>
                  </a:cubicBezTo>
                  <a:cubicBezTo>
                    <a:pt x="5247" y="3113"/>
                    <a:pt x="4581" y="3616"/>
                    <a:pt x="4090" y="3616"/>
                  </a:cubicBezTo>
                  <a:cubicBezTo>
                    <a:pt x="4086" y="3616"/>
                    <a:pt x="4082" y="3616"/>
                    <a:pt x="4077" y="3616"/>
                  </a:cubicBezTo>
                  <a:cubicBezTo>
                    <a:pt x="3958" y="3616"/>
                    <a:pt x="3843" y="3576"/>
                    <a:pt x="3748" y="3505"/>
                  </a:cubicBezTo>
                  <a:cubicBezTo>
                    <a:pt x="3699" y="3465"/>
                    <a:pt x="3652" y="3422"/>
                    <a:pt x="3609" y="3372"/>
                  </a:cubicBezTo>
                  <a:cubicBezTo>
                    <a:pt x="3816" y="3157"/>
                    <a:pt x="3884" y="2845"/>
                    <a:pt x="3788" y="2564"/>
                  </a:cubicBezTo>
                  <a:cubicBezTo>
                    <a:pt x="3723" y="2352"/>
                    <a:pt x="3609" y="2321"/>
                    <a:pt x="3548" y="2321"/>
                  </a:cubicBezTo>
                  <a:cubicBezTo>
                    <a:pt x="3455" y="2321"/>
                    <a:pt x="3366" y="2389"/>
                    <a:pt x="3307" y="2506"/>
                  </a:cubicBezTo>
                  <a:cubicBezTo>
                    <a:pt x="3202" y="2716"/>
                    <a:pt x="3187" y="3049"/>
                    <a:pt x="3381" y="3351"/>
                  </a:cubicBezTo>
                  <a:cubicBezTo>
                    <a:pt x="3181" y="3505"/>
                    <a:pt x="2807" y="3669"/>
                    <a:pt x="2120" y="3669"/>
                  </a:cubicBezTo>
                  <a:lnTo>
                    <a:pt x="2070" y="3669"/>
                  </a:lnTo>
                  <a:cubicBezTo>
                    <a:pt x="1651" y="3662"/>
                    <a:pt x="1469" y="3447"/>
                    <a:pt x="1392" y="3231"/>
                  </a:cubicBezTo>
                  <a:cubicBezTo>
                    <a:pt x="1657" y="3215"/>
                    <a:pt x="1873" y="3086"/>
                    <a:pt x="1972" y="2879"/>
                  </a:cubicBezTo>
                  <a:cubicBezTo>
                    <a:pt x="2073" y="2672"/>
                    <a:pt x="2033" y="2432"/>
                    <a:pt x="1864" y="2222"/>
                  </a:cubicBezTo>
                  <a:cubicBezTo>
                    <a:pt x="1771" y="2105"/>
                    <a:pt x="1679" y="2080"/>
                    <a:pt x="1617" y="2080"/>
                  </a:cubicBezTo>
                  <a:cubicBezTo>
                    <a:pt x="1527" y="2080"/>
                    <a:pt x="1441" y="2130"/>
                    <a:pt x="1367" y="2222"/>
                  </a:cubicBezTo>
                  <a:cubicBezTo>
                    <a:pt x="1216" y="2410"/>
                    <a:pt x="1139" y="2749"/>
                    <a:pt x="1173" y="3049"/>
                  </a:cubicBezTo>
                  <a:cubicBezTo>
                    <a:pt x="966" y="3002"/>
                    <a:pt x="769" y="2913"/>
                    <a:pt x="602" y="2783"/>
                  </a:cubicBezTo>
                  <a:cubicBezTo>
                    <a:pt x="161" y="2456"/>
                    <a:pt x="254" y="2003"/>
                    <a:pt x="312" y="1821"/>
                  </a:cubicBezTo>
                  <a:cubicBezTo>
                    <a:pt x="442" y="1426"/>
                    <a:pt x="790" y="1106"/>
                    <a:pt x="1086" y="1106"/>
                  </a:cubicBezTo>
                  <a:cubicBezTo>
                    <a:pt x="1157" y="1106"/>
                    <a:pt x="1228" y="1124"/>
                    <a:pt x="1290" y="1161"/>
                  </a:cubicBezTo>
                  <a:cubicBezTo>
                    <a:pt x="1304" y="1169"/>
                    <a:pt x="1319" y="1173"/>
                    <a:pt x="1333" y="1173"/>
                  </a:cubicBezTo>
                  <a:cubicBezTo>
                    <a:pt x="1382" y="1173"/>
                    <a:pt x="1427" y="1130"/>
                    <a:pt x="1419" y="1075"/>
                  </a:cubicBezTo>
                  <a:cubicBezTo>
                    <a:pt x="1419" y="1072"/>
                    <a:pt x="1358" y="621"/>
                    <a:pt x="1574" y="375"/>
                  </a:cubicBezTo>
                  <a:cubicBezTo>
                    <a:pt x="1664" y="270"/>
                    <a:pt x="1793" y="218"/>
                    <a:pt x="1959" y="218"/>
                  </a:cubicBezTo>
                  <a:cubicBezTo>
                    <a:pt x="2076" y="218"/>
                    <a:pt x="2212" y="243"/>
                    <a:pt x="2366" y="294"/>
                  </a:cubicBezTo>
                  <a:cubicBezTo>
                    <a:pt x="2508" y="338"/>
                    <a:pt x="2641" y="402"/>
                    <a:pt x="2761" y="486"/>
                  </a:cubicBezTo>
                  <a:cubicBezTo>
                    <a:pt x="2527" y="809"/>
                    <a:pt x="2446" y="1244"/>
                    <a:pt x="2709" y="1463"/>
                  </a:cubicBezTo>
                  <a:cubicBezTo>
                    <a:pt x="2777" y="1525"/>
                    <a:pt x="2863" y="1562"/>
                    <a:pt x="2955" y="1565"/>
                  </a:cubicBezTo>
                  <a:cubicBezTo>
                    <a:pt x="3094" y="1565"/>
                    <a:pt x="3218" y="1466"/>
                    <a:pt x="3273" y="1306"/>
                  </a:cubicBezTo>
                  <a:cubicBezTo>
                    <a:pt x="3353" y="1075"/>
                    <a:pt x="3298" y="735"/>
                    <a:pt x="3002" y="458"/>
                  </a:cubicBezTo>
                  <a:cubicBezTo>
                    <a:pt x="3182" y="270"/>
                    <a:pt x="3403" y="170"/>
                    <a:pt x="3628" y="170"/>
                  </a:cubicBezTo>
                  <a:close/>
                  <a:moveTo>
                    <a:pt x="3632" y="0"/>
                  </a:moveTo>
                  <a:cubicBezTo>
                    <a:pt x="3356" y="0"/>
                    <a:pt x="3085" y="122"/>
                    <a:pt x="2872" y="350"/>
                  </a:cubicBezTo>
                  <a:cubicBezTo>
                    <a:pt x="2733" y="257"/>
                    <a:pt x="2582" y="183"/>
                    <a:pt x="2422" y="131"/>
                  </a:cubicBezTo>
                  <a:cubicBezTo>
                    <a:pt x="2252" y="76"/>
                    <a:pt x="2099" y="48"/>
                    <a:pt x="1963" y="48"/>
                  </a:cubicBezTo>
                  <a:cubicBezTo>
                    <a:pt x="1743" y="48"/>
                    <a:pt x="1568" y="120"/>
                    <a:pt x="1444" y="264"/>
                  </a:cubicBezTo>
                  <a:cubicBezTo>
                    <a:pt x="1262" y="470"/>
                    <a:pt x="1237" y="776"/>
                    <a:pt x="1241" y="954"/>
                  </a:cubicBezTo>
                  <a:cubicBezTo>
                    <a:pt x="1191" y="939"/>
                    <a:pt x="1139" y="933"/>
                    <a:pt x="1089" y="933"/>
                  </a:cubicBezTo>
                  <a:cubicBezTo>
                    <a:pt x="716" y="933"/>
                    <a:pt x="306" y="1300"/>
                    <a:pt x="152" y="1766"/>
                  </a:cubicBezTo>
                  <a:cubicBezTo>
                    <a:pt x="1" y="2225"/>
                    <a:pt x="127" y="2645"/>
                    <a:pt x="500" y="2919"/>
                  </a:cubicBezTo>
                  <a:cubicBezTo>
                    <a:pt x="735" y="3092"/>
                    <a:pt x="978" y="3197"/>
                    <a:pt x="1210" y="3224"/>
                  </a:cubicBezTo>
                  <a:cubicBezTo>
                    <a:pt x="1321" y="3613"/>
                    <a:pt x="1632" y="3835"/>
                    <a:pt x="2070" y="3838"/>
                  </a:cubicBezTo>
                  <a:lnTo>
                    <a:pt x="2120" y="3838"/>
                  </a:lnTo>
                  <a:cubicBezTo>
                    <a:pt x="2715" y="3838"/>
                    <a:pt x="3184" y="3718"/>
                    <a:pt x="3483" y="3490"/>
                  </a:cubicBezTo>
                  <a:cubicBezTo>
                    <a:pt x="3532" y="3542"/>
                    <a:pt x="3585" y="3595"/>
                    <a:pt x="3643" y="3641"/>
                  </a:cubicBezTo>
                  <a:cubicBezTo>
                    <a:pt x="3766" y="3737"/>
                    <a:pt x="3921" y="3786"/>
                    <a:pt x="4076" y="3786"/>
                  </a:cubicBezTo>
                  <a:cubicBezTo>
                    <a:pt x="4081" y="3786"/>
                    <a:pt x="4086" y="3786"/>
                    <a:pt x="4090" y="3786"/>
                  </a:cubicBezTo>
                  <a:cubicBezTo>
                    <a:pt x="4652" y="3786"/>
                    <a:pt x="5377" y="3246"/>
                    <a:pt x="5642" y="2629"/>
                  </a:cubicBezTo>
                  <a:cubicBezTo>
                    <a:pt x="5815" y="2222"/>
                    <a:pt x="5765" y="1843"/>
                    <a:pt x="5500" y="1565"/>
                  </a:cubicBezTo>
                  <a:cubicBezTo>
                    <a:pt x="5303" y="1358"/>
                    <a:pt x="5084" y="1254"/>
                    <a:pt x="4843" y="1247"/>
                  </a:cubicBezTo>
                  <a:cubicBezTo>
                    <a:pt x="4821" y="819"/>
                    <a:pt x="4572" y="418"/>
                    <a:pt x="4161" y="159"/>
                  </a:cubicBezTo>
                  <a:cubicBezTo>
                    <a:pt x="3992" y="52"/>
                    <a:pt x="3811" y="0"/>
                    <a:pt x="36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 name="Google Shape;87;p2"/>
          <p:cNvGrpSpPr/>
          <p:nvPr/>
        </p:nvGrpSpPr>
        <p:grpSpPr>
          <a:xfrm>
            <a:off x="78527" y="3357080"/>
            <a:ext cx="1783386" cy="1821430"/>
            <a:chOff x="78527" y="3357080"/>
            <a:chExt cx="1783386" cy="1821430"/>
          </a:xfrm>
        </p:grpSpPr>
        <p:sp>
          <p:nvSpPr>
            <p:cNvPr id="88" name="Google Shape;88;p2"/>
            <p:cNvSpPr/>
            <p:nvPr/>
          </p:nvSpPr>
          <p:spPr>
            <a:xfrm>
              <a:off x="591016" y="4398235"/>
              <a:ext cx="117305" cy="117305"/>
            </a:xfrm>
            <a:custGeom>
              <a:avLst/>
              <a:gdLst/>
              <a:ahLst/>
              <a:cxnLst/>
              <a:rect l="l" t="t" r="r" b="b"/>
              <a:pathLst>
                <a:path w="1611" h="1611" extrusionOk="0">
                  <a:moveTo>
                    <a:pt x="871" y="1"/>
                  </a:moveTo>
                  <a:cubicBezTo>
                    <a:pt x="821" y="1"/>
                    <a:pt x="784" y="38"/>
                    <a:pt x="784" y="84"/>
                  </a:cubicBezTo>
                  <a:lnTo>
                    <a:pt x="781" y="574"/>
                  </a:lnTo>
                  <a:lnTo>
                    <a:pt x="488" y="263"/>
                  </a:lnTo>
                  <a:cubicBezTo>
                    <a:pt x="469" y="243"/>
                    <a:pt x="447" y="234"/>
                    <a:pt x="426" y="234"/>
                  </a:cubicBezTo>
                  <a:cubicBezTo>
                    <a:pt x="360" y="234"/>
                    <a:pt x="303" y="317"/>
                    <a:pt x="362" y="380"/>
                  </a:cubicBezTo>
                  <a:lnTo>
                    <a:pt x="664" y="701"/>
                  </a:lnTo>
                  <a:lnTo>
                    <a:pt x="115" y="704"/>
                  </a:lnTo>
                  <a:cubicBezTo>
                    <a:pt x="1" y="704"/>
                    <a:pt x="1" y="877"/>
                    <a:pt x="115" y="877"/>
                  </a:cubicBezTo>
                  <a:lnTo>
                    <a:pt x="618" y="870"/>
                  </a:lnTo>
                  <a:lnTo>
                    <a:pt x="618" y="870"/>
                  </a:lnTo>
                  <a:lnTo>
                    <a:pt x="232" y="1142"/>
                  </a:lnTo>
                  <a:cubicBezTo>
                    <a:pt x="167" y="1191"/>
                    <a:pt x="201" y="1293"/>
                    <a:pt x="282" y="1296"/>
                  </a:cubicBezTo>
                  <a:cubicBezTo>
                    <a:pt x="297" y="1296"/>
                    <a:pt x="315" y="1290"/>
                    <a:pt x="331" y="1281"/>
                  </a:cubicBezTo>
                  <a:lnTo>
                    <a:pt x="781" y="966"/>
                  </a:lnTo>
                  <a:lnTo>
                    <a:pt x="775" y="1524"/>
                  </a:lnTo>
                  <a:cubicBezTo>
                    <a:pt x="775" y="1571"/>
                    <a:pt x="815" y="1611"/>
                    <a:pt x="861" y="1611"/>
                  </a:cubicBezTo>
                  <a:cubicBezTo>
                    <a:pt x="908" y="1611"/>
                    <a:pt x="948" y="1571"/>
                    <a:pt x="948" y="1524"/>
                  </a:cubicBezTo>
                  <a:lnTo>
                    <a:pt x="951" y="997"/>
                  </a:lnTo>
                  <a:lnTo>
                    <a:pt x="1262" y="1330"/>
                  </a:lnTo>
                  <a:cubicBezTo>
                    <a:pt x="1281" y="1345"/>
                    <a:pt x="1302" y="1355"/>
                    <a:pt x="1327" y="1355"/>
                  </a:cubicBezTo>
                  <a:cubicBezTo>
                    <a:pt x="1349" y="1355"/>
                    <a:pt x="1367" y="1349"/>
                    <a:pt x="1386" y="1333"/>
                  </a:cubicBezTo>
                  <a:cubicBezTo>
                    <a:pt x="1420" y="1299"/>
                    <a:pt x="1420" y="1247"/>
                    <a:pt x="1389" y="1210"/>
                  </a:cubicBezTo>
                  <a:lnTo>
                    <a:pt x="1059" y="864"/>
                  </a:lnTo>
                  <a:lnTo>
                    <a:pt x="1506" y="861"/>
                  </a:lnTo>
                  <a:cubicBezTo>
                    <a:pt x="1611" y="852"/>
                    <a:pt x="1611" y="695"/>
                    <a:pt x="1506" y="689"/>
                  </a:cubicBezTo>
                  <a:lnTo>
                    <a:pt x="1503" y="692"/>
                  </a:lnTo>
                  <a:lnTo>
                    <a:pt x="1170" y="695"/>
                  </a:lnTo>
                  <a:lnTo>
                    <a:pt x="1518" y="451"/>
                  </a:lnTo>
                  <a:cubicBezTo>
                    <a:pt x="1592" y="398"/>
                    <a:pt x="1540" y="297"/>
                    <a:pt x="1468" y="297"/>
                  </a:cubicBezTo>
                  <a:cubicBezTo>
                    <a:pt x="1453" y="297"/>
                    <a:pt x="1436" y="301"/>
                    <a:pt x="1420" y="312"/>
                  </a:cubicBezTo>
                  <a:lnTo>
                    <a:pt x="951" y="639"/>
                  </a:lnTo>
                  <a:lnTo>
                    <a:pt x="954" y="87"/>
                  </a:lnTo>
                  <a:cubicBezTo>
                    <a:pt x="954" y="38"/>
                    <a:pt x="917" y="1"/>
                    <a:pt x="8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85064" y="4802233"/>
              <a:ext cx="86504" cy="86286"/>
            </a:xfrm>
            <a:custGeom>
              <a:avLst/>
              <a:gdLst/>
              <a:ahLst/>
              <a:cxnLst/>
              <a:rect l="l" t="t" r="r" b="b"/>
              <a:pathLst>
                <a:path w="1188" h="1185" extrusionOk="0">
                  <a:moveTo>
                    <a:pt x="596" y="170"/>
                  </a:moveTo>
                  <a:cubicBezTo>
                    <a:pt x="827" y="173"/>
                    <a:pt x="1015" y="361"/>
                    <a:pt x="1012" y="596"/>
                  </a:cubicBezTo>
                  <a:cubicBezTo>
                    <a:pt x="1009" y="827"/>
                    <a:pt x="824" y="1012"/>
                    <a:pt x="592" y="1015"/>
                  </a:cubicBezTo>
                  <a:cubicBezTo>
                    <a:pt x="364" y="1006"/>
                    <a:pt x="185" y="818"/>
                    <a:pt x="185" y="592"/>
                  </a:cubicBezTo>
                  <a:cubicBezTo>
                    <a:pt x="185" y="364"/>
                    <a:pt x="367" y="179"/>
                    <a:pt x="596" y="173"/>
                  </a:cubicBezTo>
                  <a:lnTo>
                    <a:pt x="596" y="170"/>
                  </a:lnTo>
                  <a:close/>
                  <a:moveTo>
                    <a:pt x="596" y="0"/>
                  </a:moveTo>
                  <a:cubicBezTo>
                    <a:pt x="269" y="0"/>
                    <a:pt x="0" y="262"/>
                    <a:pt x="0" y="592"/>
                  </a:cubicBezTo>
                  <a:cubicBezTo>
                    <a:pt x="0" y="919"/>
                    <a:pt x="266" y="1185"/>
                    <a:pt x="592" y="1185"/>
                  </a:cubicBezTo>
                  <a:lnTo>
                    <a:pt x="596" y="1185"/>
                  </a:lnTo>
                  <a:cubicBezTo>
                    <a:pt x="923" y="1185"/>
                    <a:pt x="1188" y="919"/>
                    <a:pt x="1188" y="592"/>
                  </a:cubicBezTo>
                  <a:cubicBezTo>
                    <a:pt x="1188" y="262"/>
                    <a:pt x="923" y="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rot="-1523482">
              <a:off x="388316" y="4690908"/>
              <a:ext cx="787482" cy="334944"/>
            </a:xfrm>
            <a:custGeom>
              <a:avLst/>
              <a:gdLst/>
              <a:ahLst/>
              <a:cxnLst/>
              <a:rect l="l" t="t" r="r" b="b"/>
              <a:pathLst>
                <a:path w="10815" h="4600" extrusionOk="0">
                  <a:moveTo>
                    <a:pt x="1879" y="0"/>
                  </a:moveTo>
                  <a:cubicBezTo>
                    <a:pt x="1876" y="0"/>
                    <a:pt x="1873" y="0"/>
                    <a:pt x="1870" y="0"/>
                  </a:cubicBezTo>
                  <a:cubicBezTo>
                    <a:pt x="1747" y="0"/>
                    <a:pt x="1626" y="22"/>
                    <a:pt x="1509" y="59"/>
                  </a:cubicBezTo>
                  <a:cubicBezTo>
                    <a:pt x="1417" y="90"/>
                    <a:pt x="1438" y="226"/>
                    <a:pt x="1534" y="226"/>
                  </a:cubicBezTo>
                  <a:lnTo>
                    <a:pt x="1537" y="226"/>
                  </a:lnTo>
                  <a:cubicBezTo>
                    <a:pt x="1543" y="226"/>
                    <a:pt x="1552" y="226"/>
                    <a:pt x="1559" y="223"/>
                  </a:cubicBezTo>
                  <a:cubicBezTo>
                    <a:pt x="1660" y="189"/>
                    <a:pt x="1765" y="173"/>
                    <a:pt x="1870" y="170"/>
                  </a:cubicBezTo>
                  <a:cubicBezTo>
                    <a:pt x="1873" y="170"/>
                    <a:pt x="1876" y="170"/>
                    <a:pt x="1879" y="170"/>
                  </a:cubicBezTo>
                  <a:cubicBezTo>
                    <a:pt x="1991" y="170"/>
                    <a:pt x="1991" y="0"/>
                    <a:pt x="1879" y="0"/>
                  </a:cubicBezTo>
                  <a:close/>
                  <a:moveTo>
                    <a:pt x="2205" y="48"/>
                  </a:moveTo>
                  <a:cubicBezTo>
                    <a:pt x="2115" y="48"/>
                    <a:pt x="2084" y="186"/>
                    <a:pt x="2185" y="216"/>
                  </a:cubicBezTo>
                  <a:cubicBezTo>
                    <a:pt x="2286" y="247"/>
                    <a:pt x="2382" y="293"/>
                    <a:pt x="2475" y="349"/>
                  </a:cubicBezTo>
                  <a:cubicBezTo>
                    <a:pt x="2487" y="358"/>
                    <a:pt x="2502" y="361"/>
                    <a:pt x="2518" y="361"/>
                  </a:cubicBezTo>
                  <a:cubicBezTo>
                    <a:pt x="2607" y="361"/>
                    <a:pt x="2638" y="247"/>
                    <a:pt x="2564" y="204"/>
                  </a:cubicBezTo>
                  <a:cubicBezTo>
                    <a:pt x="2459" y="139"/>
                    <a:pt x="2348" y="87"/>
                    <a:pt x="2234" y="53"/>
                  </a:cubicBezTo>
                  <a:cubicBezTo>
                    <a:pt x="2224" y="50"/>
                    <a:pt x="2214" y="48"/>
                    <a:pt x="2205" y="48"/>
                  </a:cubicBezTo>
                  <a:close/>
                  <a:moveTo>
                    <a:pt x="1225" y="194"/>
                  </a:moveTo>
                  <a:cubicBezTo>
                    <a:pt x="1210" y="194"/>
                    <a:pt x="1195" y="198"/>
                    <a:pt x="1179" y="207"/>
                  </a:cubicBezTo>
                  <a:cubicBezTo>
                    <a:pt x="1077" y="269"/>
                    <a:pt x="982" y="340"/>
                    <a:pt x="889" y="417"/>
                  </a:cubicBezTo>
                  <a:cubicBezTo>
                    <a:pt x="852" y="445"/>
                    <a:pt x="849" y="500"/>
                    <a:pt x="880" y="537"/>
                  </a:cubicBezTo>
                  <a:cubicBezTo>
                    <a:pt x="895" y="556"/>
                    <a:pt x="920" y="568"/>
                    <a:pt x="945" y="568"/>
                  </a:cubicBezTo>
                  <a:lnTo>
                    <a:pt x="948" y="568"/>
                  </a:lnTo>
                  <a:cubicBezTo>
                    <a:pt x="966" y="568"/>
                    <a:pt x="985" y="559"/>
                    <a:pt x="1000" y="549"/>
                  </a:cubicBezTo>
                  <a:cubicBezTo>
                    <a:pt x="1084" y="475"/>
                    <a:pt x="1173" y="414"/>
                    <a:pt x="1266" y="355"/>
                  </a:cubicBezTo>
                  <a:cubicBezTo>
                    <a:pt x="1348" y="306"/>
                    <a:pt x="1301" y="194"/>
                    <a:pt x="1225" y="194"/>
                  </a:cubicBezTo>
                  <a:close/>
                  <a:moveTo>
                    <a:pt x="2793" y="393"/>
                  </a:moveTo>
                  <a:cubicBezTo>
                    <a:pt x="2724" y="393"/>
                    <a:pt x="2668" y="486"/>
                    <a:pt x="2734" y="546"/>
                  </a:cubicBezTo>
                  <a:cubicBezTo>
                    <a:pt x="2786" y="593"/>
                    <a:pt x="2839" y="642"/>
                    <a:pt x="2891" y="701"/>
                  </a:cubicBezTo>
                  <a:lnTo>
                    <a:pt x="2968" y="784"/>
                  </a:lnTo>
                  <a:cubicBezTo>
                    <a:pt x="2984" y="799"/>
                    <a:pt x="3008" y="812"/>
                    <a:pt x="3033" y="812"/>
                  </a:cubicBezTo>
                  <a:cubicBezTo>
                    <a:pt x="3107" y="812"/>
                    <a:pt x="3144" y="722"/>
                    <a:pt x="3095" y="670"/>
                  </a:cubicBezTo>
                  <a:cubicBezTo>
                    <a:pt x="3070" y="639"/>
                    <a:pt x="3045" y="611"/>
                    <a:pt x="3017" y="583"/>
                  </a:cubicBezTo>
                  <a:cubicBezTo>
                    <a:pt x="2962" y="522"/>
                    <a:pt x="2906" y="469"/>
                    <a:pt x="2851" y="417"/>
                  </a:cubicBezTo>
                  <a:cubicBezTo>
                    <a:pt x="2832" y="400"/>
                    <a:pt x="2812" y="393"/>
                    <a:pt x="2793" y="393"/>
                  </a:cubicBezTo>
                  <a:close/>
                  <a:moveTo>
                    <a:pt x="691" y="637"/>
                  </a:moveTo>
                  <a:cubicBezTo>
                    <a:pt x="672" y="637"/>
                    <a:pt x="651" y="644"/>
                    <a:pt x="633" y="661"/>
                  </a:cubicBezTo>
                  <a:cubicBezTo>
                    <a:pt x="556" y="741"/>
                    <a:pt x="482" y="830"/>
                    <a:pt x="408" y="926"/>
                  </a:cubicBezTo>
                  <a:cubicBezTo>
                    <a:pt x="377" y="963"/>
                    <a:pt x="383" y="1018"/>
                    <a:pt x="424" y="1046"/>
                  </a:cubicBezTo>
                  <a:cubicBezTo>
                    <a:pt x="439" y="1058"/>
                    <a:pt x="454" y="1065"/>
                    <a:pt x="476" y="1065"/>
                  </a:cubicBezTo>
                  <a:cubicBezTo>
                    <a:pt x="504" y="1065"/>
                    <a:pt x="528" y="1052"/>
                    <a:pt x="544" y="1031"/>
                  </a:cubicBezTo>
                  <a:cubicBezTo>
                    <a:pt x="615" y="938"/>
                    <a:pt x="686" y="852"/>
                    <a:pt x="760" y="775"/>
                  </a:cubicBezTo>
                  <a:cubicBezTo>
                    <a:pt x="809" y="711"/>
                    <a:pt x="754" y="637"/>
                    <a:pt x="691" y="637"/>
                  </a:cubicBezTo>
                  <a:close/>
                  <a:moveTo>
                    <a:pt x="5503" y="1071"/>
                  </a:moveTo>
                  <a:cubicBezTo>
                    <a:pt x="5386" y="1071"/>
                    <a:pt x="5269" y="1080"/>
                    <a:pt x="5152" y="1105"/>
                  </a:cubicBezTo>
                  <a:cubicBezTo>
                    <a:pt x="5047" y="1120"/>
                    <a:pt x="5059" y="1274"/>
                    <a:pt x="5167" y="1274"/>
                  </a:cubicBezTo>
                  <a:cubicBezTo>
                    <a:pt x="5173" y="1274"/>
                    <a:pt x="5180" y="1271"/>
                    <a:pt x="5183" y="1271"/>
                  </a:cubicBezTo>
                  <a:cubicBezTo>
                    <a:pt x="5279" y="1255"/>
                    <a:pt x="5376" y="1243"/>
                    <a:pt x="5473" y="1243"/>
                  </a:cubicBezTo>
                  <a:cubicBezTo>
                    <a:pt x="5484" y="1243"/>
                    <a:pt x="5495" y="1243"/>
                    <a:pt x="5506" y="1243"/>
                  </a:cubicBezTo>
                  <a:cubicBezTo>
                    <a:pt x="5553" y="1243"/>
                    <a:pt x="5593" y="1203"/>
                    <a:pt x="5593" y="1157"/>
                  </a:cubicBezTo>
                  <a:cubicBezTo>
                    <a:pt x="5590" y="1108"/>
                    <a:pt x="5553" y="1071"/>
                    <a:pt x="5503" y="1071"/>
                  </a:cubicBezTo>
                  <a:close/>
                  <a:moveTo>
                    <a:pt x="3254" y="895"/>
                  </a:moveTo>
                  <a:cubicBezTo>
                    <a:pt x="3189" y="895"/>
                    <a:pt x="3131" y="972"/>
                    <a:pt x="3187" y="1037"/>
                  </a:cubicBezTo>
                  <a:cubicBezTo>
                    <a:pt x="3261" y="1129"/>
                    <a:pt x="3329" y="1222"/>
                    <a:pt x="3391" y="1308"/>
                  </a:cubicBezTo>
                  <a:cubicBezTo>
                    <a:pt x="3406" y="1330"/>
                    <a:pt x="3434" y="1345"/>
                    <a:pt x="3462" y="1345"/>
                  </a:cubicBezTo>
                  <a:cubicBezTo>
                    <a:pt x="3480" y="1345"/>
                    <a:pt x="3495" y="1339"/>
                    <a:pt x="3511" y="1327"/>
                  </a:cubicBezTo>
                  <a:cubicBezTo>
                    <a:pt x="3548" y="1299"/>
                    <a:pt x="3557" y="1247"/>
                    <a:pt x="3533" y="1210"/>
                  </a:cubicBezTo>
                  <a:cubicBezTo>
                    <a:pt x="3468" y="1117"/>
                    <a:pt x="3400" y="1024"/>
                    <a:pt x="3323" y="932"/>
                  </a:cubicBezTo>
                  <a:cubicBezTo>
                    <a:pt x="3303" y="906"/>
                    <a:pt x="3278" y="895"/>
                    <a:pt x="3254" y="895"/>
                  </a:cubicBezTo>
                  <a:close/>
                  <a:moveTo>
                    <a:pt x="5845" y="1100"/>
                  </a:moveTo>
                  <a:cubicBezTo>
                    <a:pt x="5747" y="1100"/>
                    <a:pt x="5725" y="1254"/>
                    <a:pt x="5833" y="1271"/>
                  </a:cubicBezTo>
                  <a:cubicBezTo>
                    <a:pt x="5877" y="1277"/>
                    <a:pt x="5917" y="1287"/>
                    <a:pt x="5960" y="1296"/>
                  </a:cubicBezTo>
                  <a:cubicBezTo>
                    <a:pt x="6028" y="1311"/>
                    <a:pt x="6092" y="1330"/>
                    <a:pt x="6154" y="1348"/>
                  </a:cubicBezTo>
                  <a:cubicBezTo>
                    <a:pt x="6163" y="1351"/>
                    <a:pt x="6173" y="1351"/>
                    <a:pt x="6182" y="1351"/>
                  </a:cubicBezTo>
                  <a:lnTo>
                    <a:pt x="6179" y="1351"/>
                  </a:lnTo>
                  <a:cubicBezTo>
                    <a:pt x="6180" y="1351"/>
                    <a:pt x="6181" y="1351"/>
                    <a:pt x="6182" y="1351"/>
                  </a:cubicBezTo>
                  <a:cubicBezTo>
                    <a:pt x="6278" y="1351"/>
                    <a:pt x="6298" y="1215"/>
                    <a:pt x="6207" y="1185"/>
                  </a:cubicBezTo>
                  <a:cubicBezTo>
                    <a:pt x="6139" y="1163"/>
                    <a:pt x="6071" y="1145"/>
                    <a:pt x="6000" y="1129"/>
                  </a:cubicBezTo>
                  <a:cubicBezTo>
                    <a:pt x="5951" y="1117"/>
                    <a:pt x="5907" y="1108"/>
                    <a:pt x="5861" y="1102"/>
                  </a:cubicBezTo>
                  <a:cubicBezTo>
                    <a:pt x="5855" y="1101"/>
                    <a:pt x="5850" y="1100"/>
                    <a:pt x="5845" y="1100"/>
                  </a:cubicBezTo>
                  <a:close/>
                  <a:moveTo>
                    <a:pt x="4842" y="1199"/>
                  </a:moveTo>
                  <a:cubicBezTo>
                    <a:pt x="4831" y="1199"/>
                    <a:pt x="4819" y="1201"/>
                    <a:pt x="4806" y="1206"/>
                  </a:cubicBezTo>
                  <a:cubicBezTo>
                    <a:pt x="4695" y="1250"/>
                    <a:pt x="4590" y="1308"/>
                    <a:pt x="4492" y="1373"/>
                  </a:cubicBezTo>
                  <a:cubicBezTo>
                    <a:pt x="4421" y="1419"/>
                    <a:pt x="4452" y="1530"/>
                    <a:pt x="4538" y="1530"/>
                  </a:cubicBezTo>
                  <a:cubicBezTo>
                    <a:pt x="4553" y="1530"/>
                    <a:pt x="4572" y="1527"/>
                    <a:pt x="4584" y="1518"/>
                  </a:cubicBezTo>
                  <a:cubicBezTo>
                    <a:pt x="4677" y="1456"/>
                    <a:pt x="4772" y="1404"/>
                    <a:pt x="4871" y="1364"/>
                  </a:cubicBezTo>
                  <a:cubicBezTo>
                    <a:pt x="4963" y="1326"/>
                    <a:pt x="4924" y="1199"/>
                    <a:pt x="4842" y="1199"/>
                  </a:cubicBezTo>
                  <a:close/>
                  <a:moveTo>
                    <a:pt x="273" y="1172"/>
                  </a:moveTo>
                  <a:cubicBezTo>
                    <a:pt x="248" y="1172"/>
                    <a:pt x="223" y="1184"/>
                    <a:pt x="205" y="1213"/>
                  </a:cubicBezTo>
                  <a:cubicBezTo>
                    <a:pt x="87" y="1388"/>
                    <a:pt x="26" y="1509"/>
                    <a:pt x="23" y="1515"/>
                  </a:cubicBezTo>
                  <a:cubicBezTo>
                    <a:pt x="1" y="1558"/>
                    <a:pt x="20" y="1610"/>
                    <a:pt x="63" y="1632"/>
                  </a:cubicBezTo>
                  <a:cubicBezTo>
                    <a:pt x="72" y="1638"/>
                    <a:pt x="87" y="1641"/>
                    <a:pt x="100" y="1641"/>
                  </a:cubicBezTo>
                  <a:lnTo>
                    <a:pt x="103" y="1641"/>
                  </a:lnTo>
                  <a:cubicBezTo>
                    <a:pt x="134" y="1638"/>
                    <a:pt x="161" y="1620"/>
                    <a:pt x="177" y="1592"/>
                  </a:cubicBezTo>
                  <a:cubicBezTo>
                    <a:pt x="229" y="1493"/>
                    <a:pt x="285" y="1398"/>
                    <a:pt x="346" y="1305"/>
                  </a:cubicBezTo>
                  <a:cubicBezTo>
                    <a:pt x="390" y="1238"/>
                    <a:pt x="333" y="1172"/>
                    <a:pt x="273" y="1172"/>
                  </a:cubicBezTo>
                  <a:close/>
                  <a:moveTo>
                    <a:pt x="6490" y="1316"/>
                  </a:moveTo>
                  <a:cubicBezTo>
                    <a:pt x="6411" y="1316"/>
                    <a:pt x="6363" y="1434"/>
                    <a:pt x="6453" y="1478"/>
                  </a:cubicBezTo>
                  <a:cubicBezTo>
                    <a:pt x="6546" y="1530"/>
                    <a:pt x="6635" y="1595"/>
                    <a:pt x="6715" y="1666"/>
                  </a:cubicBezTo>
                  <a:cubicBezTo>
                    <a:pt x="6731" y="1678"/>
                    <a:pt x="6753" y="1688"/>
                    <a:pt x="6774" y="1688"/>
                  </a:cubicBezTo>
                  <a:cubicBezTo>
                    <a:pt x="6851" y="1688"/>
                    <a:pt x="6888" y="1589"/>
                    <a:pt x="6830" y="1536"/>
                  </a:cubicBezTo>
                  <a:cubicBezTo>
                    <a:pt x="6740" y="1456"/>
                    <a:pt x="6641" y="1388"/>
                    <a:pt x="6537" y="1330"/>
                  </a:cubicBezTo>
                  <a:cubicBezTo>
                    <a:pt x="6520" y="1320"/>
                    <a:pt x="6504" y="1316"/>
                    <a:pt x="6490" y="1316"/>
                  </a:cubicBezTo>
                  <a:close/>
                  <a:moveTo>
                    <a:pt x="3651" y="1462"/>
                  </a:moveTo>
                  <a:cubicBezTo>
                    <a:pt x="3593" y="1462"/>
                    <a:pt x="3536" y="1523"/>
                    <a:pt x="3573" y="1589"/>
                  </a:cubicBezTo>
                  <a:cubicBezTo>
                    <a:pt x="3628" y="1684"/>
                    <a:pt x="3681" y="1783"/>
                    <a:pt x="3727" y="1885"/>
                  </a:cubicBezTo>
                  <a:cubicBezTo>
                    <a:pt x="3739" y="1916"/>
                    <a:pt x="3770" y="1937"/>
                    <a:pt x="3804" y="1937"/>
                  </a:cubicBezTo>
                  <a:cubicBezTo>
                    <a:pt x="3866" y="1934"/>
                    <a:pt x="3906" y="1873"/>
                    <a:pt x="3881" y="1817"/>
                  </a:cubicBezTo>
                  <a:cubicBezTo>
                    <a:pt x="3835" y="1709"/>
                    <a:pt x="3779" y="1604"/>
                    <a:pt x="3721" y="1503"/>
                  </a:cubicBezTo>
                  <a:cubicBezTo>
                    <a:pt x="3703" y="1474"/>
                    <a:pt x="3677" y="1462"/>
                    <a:pt x="3651" y="1462"/>
                  </a:cubicBezTo>
                  <a:close/>
                  <a:moveTo>
                    <a:pt x="4273" y="1572"/>
                  </a:moveTo>
                  <a:cubicBezTo>
                    <a:pt x="4253" y="1572"/>
                    <a:pt x="4232" y="1580"/>
                    <a:pt x="4214" y="1598"/>
                  </a:cubicBezTo>
                  <a:cubicBezTo>
                    <a:pt x="4128" y="1681"/>
                    <a:pt x="4048" y="1771"/>
                    <a:pt x="3977" y="1866"/>
                  </a:cubicBezTo>
                  <a:cubicBezTo>
                    <a:pt x="3949" y="1903"/>
                    <a:pt x="3958" y="1956"/>
                    <a:pt x="3995" y="1987"/>
                  </a:cubicBezTo>
                  <a:cubicBezTo>
                    <a:pt x="4011" y="1996"/>
                    <a:pt x="4029" y="2002"/>
                    <a:pt x="4048" y="2002"/>
                  </a:cubicBezTo>
                  <a:cubicBezTo>
                    <a:pt x="4072" y="2002"/>
                    <a:pt x="4100" y="1990"/>
                    <a:pt x="4115" y="1968"/>
                  </a:cubicBezTo>
                  <a:cubicBezTo>
                    <a:pt x="4180" y="1879"/>
                    <a:pt x="4251" y="1799"/>
                    <a:pt x="4331" y="1721"/>
                  </a:cubicBezTo>
                  <a:cubicBezTo>
                    <a:pt x="4396" y="1660"/>
                    <a:pt x="4339" y="1572"/>
                    <a:pt x="4273" y="1572"/>
                  </a:cubicBezTo>
                  <a:close/>
                  <a:moveTo>
                    <a:pt x="7005" y="1768"/>
                  </a:moveTo>
                  <a:cubicBezTo>
                    <a:pt x="6943" y="1768"/>
                    <a:pt x="6886" y="1837"/>
                    <a:pt x="6934" y="1903"/>
                  </a:cubicBezTo>
                  <a:cubicBezTo>
                    <a:pt x="6999" y="1993"/>
                    <a:pt x="7052" y="2085"/>
                    <a:pt x="7095" y="2187"/>
                  </a:cubicBezTo>
                  <a:cubicBezTo>
                    <a:pt x="7110" y="2215"/>
                    <a:pt x="7138" y="2237"/>
                    <a:pt x="7172" y="2237"/>
                  </a:cubicBezTo>
                  <a:lnTo>
                    <a:pt x="7175" y="2237"/>
                  </a:lnTo>
                  <a:cubicBezTo>
                    <a:pt x="7237" y="2237"/>
                    <a:pt x="7277" y="2172"/>
                    <a:pt x="7252" y="2116"/>
                  </a:cubicBezTo>
                  <a:cubicBezTo>
                    <a:pt x="7203" y="2005"/>
                    <a:pt x="7144" y="1900"/>
                    <a:pt x="7073" y="1805"/>
                  </a:cubicBezTo>
                  <a:cubicBezTo>
                    <a:pt x="7054" y="1779"/>
                    <a:pt x="7029" y="1768"/>
                    <a:pt x="7005" y="1768"/>
                  </a:cubicBezTo>
                  <a:close/>
                  <a:moveTo>
                    <a:pt x="8677" y="2061"/>
                  </a:moveTo>
                  <a:cubicBezTo>
                    <a:pt x="8557" y="2064"/>
                    <a:pt x="8437" y="2082"/>
                    <a:pt x="8322" y="2113"/>
                  </a:cubicBezTo>
                  <a:cubicBezTo>
                    <a:pt x="8224" y="2141"/>
                    <a:pt x="8242" y="2283"/>
                    <a:pt x="8344" y="2283"/>
                  </a:cubicBezTo>
                  <a:cubicBezTo>
                    <a:pt x="8350" y="2283"/>
                    <a:pt x="8356" y="2283"/>
                    <a:pt x="8366" y="2280"/>
                  </a:cubicBezTo>
                  <a:cubicBezTo>
                    <a:pt x="8467" y="2252"/>
                    <a:pt x="8575" y="2237"/>
                    <a:pt x="8683" y="2233"/>
                  </a:cubicBezTo>
                  <a:cubicBezTo>
                    <a:pt x="8730" y="2230"/>
                    <a:pt x="8767" y="2190"/>
                    <a:pt x="8767" y="2144"/>
                  </a:cubicBezTo>
                  <a:cubicBezTo>
                    <a:pt x="8763" y="2098"/>
                    <a:pt x="8723" y="2061"/>
                    <a:pt x="8677" y="2061"/>
                  </a:cubicBezTo>
                  <a:close/>
                  <a:moveTo>
                    <a:pt x="9017" y="2095"/>
                  </a:moveTo>
                  <a:cubicBezTo>
                    <a:pt x="8925" y="2095"/>
                    <a:pt x="8898" y="2242"/>
                    <a:pt x="9001" y="2264"/>
                  </a:cubicBezTo>
                  <a:cubicBezTo>
                    <a:pt x="9106" y="2289"/>
                    <a:pt x="9208" y="2326"/>
                    <a:pt x="9303" y="2375"/>
                  </a:cubicBezTo>
                  <a:cubicBezTo>
                    <a:pt x="9312" y="2382"/>
                    <a:pt x="9328" y="2385"/>
                    <a:pt x="9340" y="2385"/>
                  </a:cubicBezTo>
                  <a:lnTo>
                    <a:pt x="9343" y="2385"/>
                  </a:lnTo>
                  <a:cubicBezTo>
                    <a:pt x="9430" y="2385"/>
                    <a:pt x="9461" y="2264"/>
                    <a:pt x="9380" y="2224"/>
                  </a:cubicBezTo>
                  <a:cubicBezTo>
                    <a:pt x="9272" y="2169"/>
                    <a:pt x="9158" y="2126"/>
                    <a:pt x="9041" y="2098"/>
                  </a:cubicBezTo>
                  <a:cubicBezTo>
                    <a:pt x="9033" y="2096"/>
                    <a:pt x="9025" y="2095"/>
                    <a:pt x="9017" y="2095"/>
                  </a:cubicBezTo>
                  <a:close/>
                  <a:moveTo>
                    <a:pt x="8026" y="2230"/>
                  </a:moveTo>
                  <a:cubicBezTo>
                    <a:pt x="8013" y="2230"/>
                    <a:pt x="8000" y="2233"/>
                    <a:pt x="7986" y="2240"/>
                  </a:cubicBezTo>
                  <a:cubicBezTo>
                    <a:pt x="7878" y="2292"/>
                    <a:pt x="7776" y="2351"/>
                    <a:pt x="7678" y="2419"/>
                  </a:cubicBezTo>
                  <a:cubicBezTo>
                    <a:pt x="7610" y="2468"/>
                    <a:pt x="7644" y="2576"/>
                    <a:pt x="7727" y="2576"/>
                  </a:cubicBezTo>
                  <a:cubicBezTo>
                    <a:pt x="7746" y="2576"/>
                    <a:pt x="7761" y="2570"/>
                    <a:pt x="7776" y="2560"/>
                  </a:cubicBezTo>
                  <a:cubicBezTo>
                    <a:pt x="7866" y="2499"/>
                    <a:pt x="7962" y="2443"/>
                    <a:pt x="8060" y="2394"/>
                  </a:cubicBezTo>
                  <a:cubicBezTo>
                    <a:pt x="8151" y="2351"/>
                    <a:pt x="8106" y="2230"/>
                    <a:pt x="8026" y="2230"/>
                  </a:cubicBezTo>
                  <a:close/>
                  <a:moveTo>
                    <a:pt x="3919" y="2086"/>
                  </a:moveTo>
                  <a:cubicBezTo>
                    <a:pt x="3911" y="2086"/>
                    <a:pt x="3904" y="2087"/>
                    <a:pt x="3896" y="2089"/>
                  </a:cubicBezTo>
                  <a:cubicBezTo>
                    <a:pt x="3859" y="2113"/>
                    <a:pt x="3822" y="2138"/>
                    <a:pt x="3789" y="2166"/>
                  </a:cubicBezTo>
                  <a:cubicBezTo>
                    <a:pt x="3730" y="2271"/>
                    <a:pt x="3684" y="2382"/>
                    <a:pt x="3647" y="2496"/>
                  </a:cubicBezTo>
                  <a:cubicBezTo>
                    <a:pt x="3631" y="2539"/>
                    <a:pt x="3656" y="2588"/>
                    <a:pt x="3702" y="2604"/>
                  </a:cubicBezTo>
                  <a:cubicBezTo>
                    <a:pt x="3711" y="2604"/>
                    <a:pt x="3721" y="2607"/>
                    <a:pt x="3730" y="2607"/>
                  </a:cubicBezTo>
                  <a:cubicBezTo>
                    <a:pt x="3767" y="2607"/>
                    <a:pt x="3798" y="2582"/>
                    <a:pt x="3810" y="2545"/>
                  </a:cubicBezTo>
                  <a:cubicBezTo>
                    <a:pt x="3829" y="2489"/>
                    <a:pt x="3850" y="2431"/>
                    <a:pt x="3875" y="2378"/>
                  </a:cubicBezTo>
                  <a:cubicBezTo>
                    <a:pt x="3881" y="2422"/>
                    <a:pt x="3884" y="2465"/>
                    <a:pt x="3884" y="2511"/>
                  </a:cubicBezTo>
                  <a:cubicBezTo>
                    <a:pt x="3884" y="2556"/>
                    <a:pt x="3921" y="2595"/>
                    <a:pt x="3965" y="2595"/>
                  </a:cubicBezTo>
                  <a:cubicBezTo>
                    <a:pt x="3967" y="2595"/>
                    <a:pt x="3969" y="2594"/>
                    <a:pt x="3970" y="2594"/>
                  </a:cubicBezTo>
                  <a:cubicBezTo>
                    <a:pt x="4020" y="2594"/>
                    <a:pt x="4057" y="2554"/>
                    <a:pt x="4057" y="2508"/>
                  </a:cubicBezTo>
                  <a:cubicBezTo>
                    <a:pt x="4051" y="2388"/>
                    <a:pt x="4035" y="2267"/>
                    <a:pt x="4001" y="2150"/>
                  </a:cubicBezTo>
                  <a:cubicBezTo>
                    <a:pt x="3991" y="2111"/>
                    <a:pt x="3957" y="2086"/>
                    <a:pt x="3919" y="2086"/>
                  </a:cubicBezTo>
                  <a:close/>
                  <a:moveTo>
                    <a:pt x="9628" y="2400"/>
                  </a:moveTo>
                  <a:cubicBezTo>
                    <a:pt x="9557" y="2400"/>
                    <a:pt x="9503" y="2500"/>
                    <a:pt x="9578" y="2557"/>
                  </a:cubicBezTo>
                  <a:cubicBezTo>
                    <a:pt x="9667" y="2625"/>
                    <a:pt x="9754" y="2696"/>
                    <a:pt x="9834" y="2770"/>
                  </a:cubicBezTo>
                  <a:cubicBezTo>
                    <a:pt x="9849" y="2786"/>
                    <a:pt x="9868" y="2792"/>
                    <a:pt x="9889" y="2792"/>
                  </a:cubicBezTo>
                  <a:lnTo>
                    <a:pt x="9892" y="2792"/>
                  </a:lnTo>
                  <a:cubicBezTo>
                    <a:pt x="9969" y="2792"/>
                    <a:pt x="10006" y="2696"/>
                    <a:pt x="9948" y="2644"/>
                  </a:cubicBezTo>
                  <a:cubicBezTo>
                    <a:pt x="9865" y="2567"/>
                    <a:pt x="9775" y="2493"/>
                    <a:pt x="9679" y="2419"/>
                  </a:cubicBezTo>
                  <a:cubicBezTo>
                    <a:pt x="9662" y="2406"/>
                    <a:pt x="9645" y="2400"/>
                    <a:pt x="9628" y="2400"/>
                  </a:cubicBezTo>
                  <a:close/>
                  <a:moveTo>
                    <a:pt x="7284" y="2391"/>
                  </a:moveTo>
                  <a:cubicBezTo>
                    <a:pt x="7276" y="2391"/>
                    <a:pt x="7269" y="2392"/>
                    <a:pt x="7261" y="2394"/>
                  </a:cubicBezTo>
                  <a:cubicBezTo>
                    <a:pt x="7215" y="2403"/>
                    <a:pt x="7187" y="2449"/>
                    <a:pt x="7200" y="2496"/>
                  </a:cubicBezTo>
                  <a:cubicBezTo>
                    <a:pt x="7221" y="2594"/>
                    <a:pt x="7237" y="2696"/>
                    <a:pt x="7243" y="2801"/>
                  </a:cubicBezTo>
                  <a:cubicBezTo>
                    <a:pt x="7215" y="2832"/>
                    <a:pt x="7184" y="2863"/>
                    <a:pt x="7160" y="2897"/>
                  </a:cubicBezTo>
                  <a:cubicBezTo>
                    <a:pt x="7129" y="2934"/>
                    <a:pt x="7132" y="2986"/>
                    <a:pt x="7169" y="3017"/>
                  </a:cubicBezTo>
                  <a:cubicBezTo>
                    <a:pt x="7184" y="3029"/>
                    <a:pt x="7203" y="3035"/>
                    <a:pt x="7224" y="3038"/>
                  </a:cubicBezTo>
                  <a:cubicBezTo>
                    <a:pt x="7249" y="3038"/>
                    <a:pt x="7274" y="3026"/>
                    <a:pt x="7292" y="3005"/>
                  </a:cubicBezTo>
                  <a:cubicBezTo>
                    <a:pt x="7360" y="2921"/>
                    <a:pt x="7437" y="2841"/>
                    <a:pt x="7517" y="2767"/>
                  </a:cubicBezTo>
                  <a:cubicBezTo>
                    <a:pt x="7587" y="2707"/>
                    <a:pt x="7530" y="2614"/>
                    <a:pt x="7462" y="2614"/>
                  </a:cubicBezTo>
                  <a:cubicBezTo>
                    <a:pt x="7443" y="2614"/>
                    <a:pt x="7422" y="2622"/>
                    <a:pt x="7403" y="2641"/>
                  </a:cubicBezTo>
                  <a:lnTo>
                    <a:pt x="7400" y="2644"/>
                  </a:lnTo>
                  <a:cubicBezTo>
                    <a:pt x="7391" y="2579"/>
                    <a:pt x="7379" y="2517"/>
                    <a:pt x="7366" y="2456"/>
                  </a:cubicBezTo>
                  <a:cubicBezTo>
                    <a:pt x="7356" y="2417"/>
                    <a:pt x="7322" y="2391"/>
                    <a:pt x="7284" y="2391"/>
                  </a:cubicBezTo>
                  <a:close/>
                  <a:moveTo>
                    <a:pt x="3904" y="2757"/>
                  </a:moveTo>
                  <a:cubicBezTo>
                    <a:pt x="3876" y="2757"/>
                    <a:pt x="3849" y="2771"/>
                    <a:pt x="3832" y="2804"/>
                  </a:cubicBezTo>
                  <a:cubicBezTo>
                    <a:pt x="3804" y="2860"/>
                    <a:pt x="3770" y="2875"/>
                    <a:pt x="3770" y="2875"/>
                  </a:cubicBezTo>
                  <a:cubicBezTo>
                    <a:pt x="3770" y="2875"/>
                    <a:pt x="3769" y="2878"/>
                    <a:pt x="3769" y="2878"/>
                  </a:cubicBezTo>
                  <a:cubicBezTo>
                    <a:pt x="3767" y="2878"/>
                    <a:pt x="3766" y="2872"/>
                    <a:pt x="3764" y="2847"/>
                  </a:cubicBezTo>
                  <a:cubicBezTo>
                    <a:pt x="3757" y="2796"/>
                    <a:pt x="3718" y="2772"/>
                    <a:pt x="3679" y="2772"/>
                  </a:cubicBezTo>
                  <a:cubicBezTo>
                    <a:pt x="3632" y="2772"/>
                    <a:pt x="3584" y="2806"/>
                    <a:pt x="3591" y="2869"/>
                  </a:cubicBezTo>
                  <a:cubicBezTo>
                    <a:pt x="3594" y="2906"/>
                    <a:pt x="3610" y="2943"/>
                    <a:pt x="3631" y="2977"/>
                  </a:cubicBezTo>
                  <a:cubicBezTo>
                    <a:pt x="3662" y="3020"/>
                    <a:pt x="3711" y="3048"/>
                    <a:pt x="3767" y="3048"/>
                  </a:cubicBezTo>
                  <a:cubicBezTo>
                    <a:pt x="3850" y="3048"/>
                    <a:pt x="3927" y="2986"/>
                    <a:pt x="3983" y="2884"/>
                  </a:cubicBezTo>
                  <a:cubicBezTo>
                    <a:pt x="4018" y="2816"/>
                    <a:pt x="3961" y="2757"/>
                    <a:pt x="3904" y="2757"/>
                  </a:cubicBezTo>
                  <a:close/>
                  <a:moveTo>
                    <a:pt x="10131" y="2862"/>
                  </a:moveTo>
                  <a:cubicBezTo>
                    <a:pt x="10068" y="2862"/>
                    <a:pt x="10010" y="2940"/>
                    <a:pt x="10065" y="3005"/>
                  </a:cubicBezTo>
                  <a:cubicBezTo>
                    <a:pt x="10139" y="3088"/>
                    <a:pt x="10207" y="3177"/>
                    <a:pt x="10269" y="3270"/>
                  </a:cubicBezTo>
                  <a:cubicBezTo>
                    <a:pt x="10284" y="3291"/>
                    <a:pt x="10312" y="3307"/>
                    <a:pt x="10340" y="3307"/>
                  </a:cubicBezTo>
                  <a:lnTo>
                    <a:pt x="10340" y="3310"/>
                  </a:lnTo>
                  <a:cubicBezTo>
                    <a:pt x="10355" y="3307"/>
                    <a:pt x="10373" y="3301"/>
                    <a:pt x="10389" y="3291"/>
                  </a:cubicBezTo>
                  <a:cubicBezTo>
                    <a:pt x="10426" y="3264"/>
                    <a:pt x="10438" y="3211"/>
                    <a:pt x="10410" y="3174"/>
                  </a:cubicBezTo>
                  <a:cubicBezTo>
                    <a:pt x="10346" y="3075"/>
                    <a:pt x="10272" y="2983"/>
                    <a:pt x="10195" y="2894"/>
                  </a:cubicBezTo>
                  <a:cubicBezTo>
                    <a:pt x="10176" y="2871"/>
                    <a:pt x="10153" y="2862"/>
                    <a:pt x="10131" y="2862"/>
                  </a:cubicBezTo>
                  <a:close/>
                  <a:moveTo>
                    <a:pt x="7315" y="3069"/>
                  </a:moveTo>
                  <a:cubicBezTo>
                    <a:pt x="7273" y="3069"/>
                    <a:pt x="7233" y="3101"/>
                    <a:pt x="7231" y="3143"/>
                  </a:cubicBezTo>
                  <a:cubicBezTo>
                    <a:pt x="7215" y="3248"/>
                    <a:pt x="7187" y="3347"/>
                    <a:pt x="7141" y="3443"/>
                  </a:cubicBezTo>
                  <a:cubicBezTo>
                    <a:pt x="7120" y="3483"/>
                    <a:pt x="7135" y="3535"/>
                    <a:pt x="7175" y="3557"/>
                  </a:cubicBezTo>
                  <a:cubicBezTo>
                    <a:pt x="7187" y="3563"/>
                    <a:pt x="7203" y="3566"/>
                    <a:pt x="7218" y="3569"/>
                  </a:cubicBezTo>
                  <a:cubicBezTo>
                    <a:pt x="7249" y="3569"/>
                    <a:pt x="7277" y="3550"/>
                    <a:pt x="7292" y="3523"/>
                  </a:cubicBezTo>
                  <a:cubicBezTo>
                    <a:pt x="7348" y="3412"/>
                    <a:pt x="7385" y="3291"/>
                    <a:pt x="7400" y="3168"/>
                  </a:cubicBezTo>
                  <a:cubicBezTo>
                    <a:pt x="7406" y="3122"/>
                    <a:pt x="7372" y="3079"/>
                    <a:pt x="7326" y="3069"/>
                  </a:cubicBezTo>
                  <a:cubicBezTo>
                    <a:pt x="7323" y="3069"/>
                    <a:pt x="7319" y="3069"/>
                    <a:pt x="7315" y="3069"/>
                  </a:cubicBezTo>
                  <a:close/>
                  <a:moveTo>
                    <a:pt x="7027" y="3148"/>
                  </a:moveTo>
                  <a:cubicBezTo>
                    <a:pt x="7000" y="3148"/>
                    <a:pt x="6973" y="3161"/>
                    <a:pt x="6956" y="3193"/>
                  </a:cubicBezTo>
                  <a:cubicBezTo>
                    <a:pt x="6901" y="3285"/>
                    <a:pt x="6867" y="3387"/>
                    <a:pt x="6860" y="3495"/>
                  </a:cubicBezTo>
                  <a:cubicBezTo>
                    <a:pt x="6860" y="3529"/>
                    <a:pt x="6867" y="3563"/>
                    <a:pt x="6882" y="3594"/>
                  </a:cubicBezTo>
                  <a:cubicBezTo>
                    <a:pt x="6894" y="3625"/>
                    <a:pt x="6925" y="3643"/>
                    <a:pt x="6959" y="3646"/>
                  </a:cubicBezTo>
                  <a:cubicBezTo>
                    <a:pt x="6971" y="3646"/>
                    <a:pt x="6984" y="3643"/>
                    <a:pt x="6993" y="3637"/>
                  </a:cubicBezTo>
                  <a:cubicBezTo>
                    <a:pt x="7036" y="3618"/>
                    <a:pt x="7055" y="3566"/>
                    <a:pt x="7036" y="3523"/>
                  </a:cubicBezTo>
                  <a:cubicBezTo>
                    <a:pt x="7033" y="3513"/>
                    <a:pt x="7030" y="3504"/>
                    <a:pt x="7033" y="3495"/>
                  </a:cubicBezTo>
                  <a:cubicBezTo>
                    <a:pt x="7033" y="3464"/>
                    <a:pt x="7042" y="3396"/>
                    <a:pt x="7107" y="3276"/>
                  </a:cubicBezTo>
                  <a:cubicBezTo>
                    <a:pt x="7143" y="3207"/>
                    <a:pt x="7085" y="3148"/>
                    <a:pt x="7027" y="3148"/>
                  </a:cubicBezTo>
                  <a:close/>
                  <a:moveTo>
                    <a:pt x="10512" y="3433"/>
                  </a:moveTo>
                  <a:cubicBezTo>
                    <a:pt x="10456" y="3433"/>
                    <a:pt x="10399" y="3489"/>
                    <a:pt x="10432" y="3557"/>
                  </a:cubicBezTo>
                  <a:cubicBezTo>
                    <a:pt x="10481" y="3655"/>
                    <a:pt x="10522" y="3757"/>
                    <a:pt x="10555" y="3862"/>
                  </a:cubicBezTo>
                  <a:cubicBezTo>
                    <a:pt x="10568" y="3899"/>
                    <a:pt x="10599" y="3921"/>
                    <a:pt x="10636" y="3924"/>
                  </a:cubicBezTo>
                  <a:cubicBezTo>
                    <a:pt x="10645" y="3921"/>
                    <a:pt x="10654" y="3921"/>
                    <a:pt x="10663" y="3918"/>
                  </a:cubicBezTo>
                  <a:cubicBezTo>
                    <a:pt x="10710" y="3905"/>
                    <a:pt x="10734" y="3856"/>
                    <a:pt x="10719" y="3810"/>
                  </a:cubicBezTo>
                  <a:cubicBezTo>
                    <a:pt x="10682" y="3699"/>
                    <a:pt x="10639" y="3587"/>
                    <a:pt x="10586" y="3483"/>
                  </a:cubicBezTo>
                  <a:cubicBezTo>
                    <a:pt x="10570" y="3447"/>
                    <a:pt x="10541" y="3433"/>
                    <a:pt x="10512" y="3433"/>
                  </a:cubicBezTo>
                  <a:close/>
                  <a:moveTo>
                    <a:pt x="10716" y="4086"/>
                  </a:moveTo>
                  <a:cubicBezTo>
                    <a:pt x="10711" y="4086"/>
                    <a:pt x="10706" y="4086"/>
                    <a:pt x="10700" y="4087"/>
                  </a:cubicBezTo>
                  <a:cubicBezTo>
                    <a:pt x="10654" y="4093"/>
                    <a:pt x="10620" y="4136"/>
                    <a:pt x="10626" y="4183"/>
                  </a:cubicBezTo>
                  <a:cubicBezTo>
                    <a:pt x="10636" y="4254"/>
                    <a:pt x="10642" y="4325"/>
                    <a:pt x="10642" y="4399"/>
                  </a:cubicBezTo>
                  <a:cubicBezTo>
                    <a:pt x="10642" y="4433"/>
                    <a:pt x="10642" y="4467"/>
                    <a:pt x="10639" y="4504"/>
                  </a:cubicBezTo>
                  <a:cubicBezTo>
                    <a:pt x="10633" y="4550"/>
                    <a:pt x="10666" y="4593"/>
                    <a:pt x="10713" y="4599"/>
                  </a:cubicBezTo>
                  <a:lnTo>
                    <a:pt x="10722" y="4599"/>
                  </a:lnTo>
                  <a:cubicBezTo>
                    <a:pt x="10765" y="4596"/>
                    <a:pt x="10802" y="4565"/>
                    <a:pt x="10808" y="4522"/>
                  </a:cubicBezTo>
                  <a:cubicBezTo>
                    <a:pt x="10811" y="4482"/>
                    <a:pt x="10815" y="4439"/>
                    <a:pt x="10815" y="4399"/>
                  </a:cubicBezTo>
                  <a:cubicBezTo>
                    <a:pt x="10815" y="4318"/>
                    <a:pt x="10808" y="4238"/>
                    <a:pt x="10796" y="4158"/>
                  </a:cubicBezTo>
                  <a:cubicBezTo>
                    <a:pt x="10793" y="4117"/>
                    <a:pt x="10756" y="4086"/>
                    <a:pt x="10716" y="408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flipH="1">
              <a:off x="381812" y="4602895"/>
              <a:ext cx="97968" cy="74569"/>
            </a:xfrm>
            <a:custGeom>
              <a:avLst/>
              <a:gdLst/>
              <a:ahLst/>
              <a:cxnLst/>
              <a:rect l="l" t="t" r="r" b="b"/>
              <a:pathLst>
                <a:path w="1210" h="921" extrusionOk="0">
                  <a:moveTo>
                    <a:pt x="861" y="1"/>
                  </a:moveTo>
                  <a:cubicBezTo>
                    <a:pt x="840" y="1"/>
                    <a:pt x="818" y="10"/>
                    <a:pt x="800" y="32"/>
                  </a:cubicBezTo>
                  <a:cubicBezTo>
                    <a:pt x="1" y="788"/>
                    <a:pt x="26" y="822"/>
                    <a:pt x="78" y="890"/>
                  </a:cubicBezTo>
                  <a:cubicBezTo>
                    <a:pt x="97" y="911"/>
                    <a:pt x="152" y="921"/>
                    <a:pt x="229" y="921"/>
                  </a:cubicBezTo>
                  <a:cubicBezTo>
                    <a:pt x="525" y="921"/>
                    <a:pt x="1139" y="788"/>
                    <a:pt x="1145" y="782"/>
                  </a:cubicBezTo>
                  <a:cubicBezTo>
                    <a:pt x="1188" y="769"/>
                    <a:pt x="1210" y="723"/>
                    <a:pt x="1195" y="683"/>
                  </a:cubicBezTo>
                  <a:cubicBezTo>
                    <a:pt x="1182" y="648"/>
                    <a:pt x="1151" y="627"/>
                    <a:pt x="1117" y="627"/>
                  </a:cubicBezTo>
                  <a:cubicBezTo>
                    <a:pt x="1109" y="627"/>
                    <a:pt x="1101" y="628"/>
                    <a:pt x="1093" y="631"/>
                  </a:cubicBezTo>
                  <a:cubicBezTo>
                    <a:pt x="1028" y="649"/>
                    <a:pt x="544" y="729"/>
                    <a:pt x="300" y="757"/>
                  </a:cubicBezTo>
                  <a:cubicBezTo>
                    <a:pt x="427" y="615"/>
                    <a:pt x="676" y="368"/>
                    <a:pt x="911" y="146"/>
                  </a:cubicBezTo>
                  <a:cubicBezTo>
                    <a:pt x="981" y="90"/>
                    <a:pt x="925" y="1"/>
                    <a:pt x="861"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92" name="Google Shape;92;p2"/>
            <p:cNvSpPr/>
            <p:nvPr/>
          </p:nvSpPr>
          <p:spPr>
            <a:xfrm flipH="1">
              <a:off x="85157" y="4436674"/>
              <a:ext cx="358432" cy="297061"/>
            </a:xfrm>
            <a:custGeom>
              <a:avLst/>
              <a:gdLst/>
              <a:ahLst/>
              <a:cxnLst/>
              <a:rect l="l" t="t" r="r" b="b"/>
              <a:pathLst>
                <a:path w="4427" h="3669" extrusionOk="0">
                  <a:moveTo>
                    <a:pt x="1234" y="0"/>
                  </a:moveTo>
                  <a:cubicBezTo>
                    <a:pt x="1179" y="0"/>
                    <a:pt x="1127" y="25"/>
                    <a:pt x="1081" y="84"/>
                  </a:cubicBezTo>
                  <a:cubicBezTo>
                    <a:pt x="769" y="478"/>
                    <a:pt x="1463" y="1792"/>
                    <a:pt x="1463" y="1792"/>
                  </a:cubicBezTo>
                  <a:cubicBezTo>
                    <a:pt x="1463" y="1792"/>
                    <a:pt x="991" y="1509"/>
                    <a:pt x="617" y="1509"/>
                  </a:cubicBezTo>
                  <a:cubicBezTo>
                    <a:pt x="424" y="1509"/>
                    <a:pt x="257" y="1585"/>
                    <a:pt x="195" y="1814"/>
                  </a:cubicBezTo>
                  <a:cubicBezTo>
                    <a:pt x="0" y="2525"/>
                    <a:pt x="944" y="3669"/>
                    <a:pt x="2021" y="3669"/>
                  </a:cubicBezTo>
                  <a:cubicBezTo>
                    <a:pt x="2356" y="3669"/>
                    <a:pt x="2703" y="3559"/>
                    <a:pt x="3033" y="3291"/>
                  </a:cubicBezTo>
                  <a:cubicBezTo>
                    <a:pt x="4427" y="2162"/>
                    <a:pt x="3613" y="852"/>
                    <a:pt x="3613" y="852"/>
                  </a:cubicBezTo>
                  <a:lnTo>
                    <a:pt x="3613" y="852"/>
                  </a:lnTo>
                  <a:lnTo>
                    <a:pt x="2913" y="1490"/>
                  </a:lnTo>
                  <a:cubicBezTo>
                    <a:pt x="2913" y="1490"/>
                    <a:pt x="2795" y="608"/>
                    <a:pt x="2358" y="383"/>
                  </a:cubicBezTo>
                  <a:cubicBezTo>
                    <a:pt x="2294" y="350"/>
                    <a:pt x="2242" y="336"/>
                    <a:pt x="2198" y="336"/>
                  </a:cubicBezTo>
                  <a:cubicBezTo>
                    <a:pt x="1936" y="336"/>
                    <a:pt x="1981" y="827"/>
                    <a:pt x="1981" y="827"/>
                  </a:cubicBezTo>
                  <a:cubicBezTo>
                    <a:pt x="1981" y="827"/>
                    <a:pt x="1553" y="0"/>
                    <a:pt x="12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flipH="1">
              <a:off x="362057" y="4580549"/>
              <a:ext cx="53437" cy="51008"/>
            </a:xfrm>
            <a:custGeom>
              <a:avLst/>
              <a:gdLst/>
              <a:ahLst/>
              <a:cxnLst/>
              <a:rect l="l" t="t" r="r" b="b"/>
              <a:pathLst>
                <a:path w="660" h="630" extrusionOk="0">
                  <a:moveTo>
                    <a:pt x="428" y="0"/>
                  </a:moveTo>
                  <a:cubicBezTo>
                    <a:pt x="374" y="0"/>
                    <a:pt x="319" y="53"/>
                    <a:pt x="351" y="117"/>
                  </a:cubicBezTo>
                  <a:cubicBezTo>
                    <a:pt x="407" y="237"/>
                    <a:pt x="444" y="392"/>
                    <a:pt x="428" y="456"/>
                  </a:cubicBezTo>
                  <a:cubicBezTo>
                    <a:pt x="373" y="419"/>
                    <a:pt x="262" y="287"/>
                    <a:pt x="175" y="154"/>
                  </a:cubicBezTo>
                  <a:cubicBezTo>
                    <a:pt x="158" y="126"/>
                    <a:pt x="133" y="114"/>
                    <a:pt x="109" y="114"/>
                  </a:cubicBezTo>
                  <a:cubicBezTo>
                    <a:pt x="54" y="114"/>
                    <a:pt x="1" y="176"/>
                    <a:pt x="40" y="240"/>
                  </a:cubicBezTo>
                  <a:cubicBezTo>
                    <a:pt x="132" y="382"/>
                    <a:pt x="305" y="623"/>
                    <a:pt x="441" y="629"/>
                  </a:cubicBezTo>
                  <a:lnTo>
                    <a:pt x="447" y="629"/>
                  </a:lnTo>
                  <a:cubicBezTo>
                    <a:pt x="487" y="629"/>
                    <a:pt x="524" y="611"/>
                    <a:pt x="549" y="580"/>
                  </a:cubicBezTo>
                  <a:cubicBezTo>
                    <a:pt x="660" y="438"/>
                    <a:pt x="539" y="139"/>
                    <a:pt x="499" y="52"/>
                  </a:cubicBezTo>
                  <a:cubicBezTo>
                    <a:pt x="485" y="16"/>
                    <a:pt x="457" y="0"/>
                    <a:pt x="428"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94" name="Google Shape;94;p2"/>
            <p:cNvSpPr/>
            <p:nvPr/>
          </p:nvSpPr>
          <p:spPr>
            <a:xfrm flipH="1">
              <a:off x="219396" y="4507518"/>
              <a:ext cx="103554" cy="101287"/>
            </a:xfrm>
            <a:custGeom>
              <a:avLst/>
              <a:gdLst/>
              <a:ahLst/>
              <a:cxnLst/>
              <a:rect l="l" t="t" r="r" b="b"/>
              <a:pathLst>
                <a:path w="1279" h="1251" extrusionOk="0">
                  <a:moveTo>
                    <a:pt x="847" y="0"/>
                  </a:moveTo>
                  <a:cubicBezTo>
                    <a:pt x="816" y="0"/>
                    <a:pt x="784" y="9"/>
                    <a:pt x="756" y="26"/>
                  </a:cubicBezTo>
                  <a:cubicBezTo>
                    <a:pt x="667" y="88"/>
                    <a:pt x="642" y="242"/>
                    <a:pt x="642" y="387"/>
                  </a:cubicBezTo>
                  <a:cubicBezTo>
                    <a:pt x="473" y="222"/>
                    <a:pt x="340" y="137"/>
                    <a:pt x="245" y="137"/>
                  </a:cubicBezTo>
                  <a:cubicBezTo>
                    <a:pt x="214" y="137"/>
                    <a:pt x="187" y="146"/>
                    <a:pt x="164" y="165"/>
                  </a:cubicBezTo>
                  <a:cubicBezTo>
                    <a:pt x="124" y="192"/>
                    <a:pt x="1" y="288"/>
                    <a:pt x="386" y="1201"/>
                  </a:cubicBezTo>
                  <a:cubicBezTo>
                    <a:pt x="399" y="1232"/>
                    <a:pt x="430" y="1250"/>
                    <a:pt x="460" y="1250"/>
                  </a:cubicBezTo>
                  <a:cubicBezTo>
                    <a:pt x="473" y="1250"/>
                    <a:pt x="485" y="1247"/>
                    <a:pt x="494" y="1241"/>
                  </a:cubicBezTo>
                  <a:cubicBezTo>
                    <a:pt x="534" y="1226"/>
                    <a:pt x="553" y="1176"/>
                    <a:pt x="537" y="1136"/>
                  </a:cubicBezTo>
                  <a:cubicBezTo>
                    <a:pt x="402" y="812"/>
                    <a:pt x="272" y="424"/>
                    <a:pt x="272" y="300"/>
                  </a:cubicBezTo>
                  <a:lnTo>
                    <a:pt x="272" y="300"/>
                  </a:lnTo>
                  <a:cubicBezTo>
                    <a:pt x="349" y="331"/>
                    <a:pt x="525" y="485"/>
                    <a:pt x="676" y="655"/>
                  </a:cubicBezTo>
                  <a:cubicBezTo>
                    <a:pt x="693" y="674"/>
                    <a:pt x="715" y="682"/>
                    <a:pt x="736" y="682"/>
                  </a:cubicBezTo>
                  <a:cubicBezTo>
                    <a:pt x="779" y="682"/>
                    <a:pt x="821" y="646"/>
                    <a:pt x="815" y="593"/>
                  </a:cubicBezTo>
                  <a:cubicBezTo>
                    <a:pt x="793" y="399"/>
                    <a:pt x="812" y="189"/>
                    <a:pt x="843" y="162"/>
                  </a:cubicBezTo>
                  <a:cubicBezTo>
                    <a:pt x="849" y="162"/>
                    <a:pt x="855" y="165"/>
                    <a:pt x="861" y="168"/>
                  </a:cubicBezTo>
                  <a:cubicBezTo>
                    <a:pt x="1006" y="248"/>
                    <a:pt x="1093" y="606"/>
                    <a:pt x="1111" y="815"/>
                  </a:cubicBezTo>
                  <a:cubicBezTo>
                    <a:pt x="1114" y="867"/>
                    <a:pt x="1152" y="891"/>
                    <a:pt x="1190" y="891"/>
                  </a:cubicBezTo>
                  <a:cubicBezTo>
                    <a:pt x="1234" y="891"/>
                    <a:pt x="1278" y="859"/>
                    <a:pt x="1272" y="800"/>
                  </a:cubicBezTo>
                  <a:cubicBezTo>
                    <a:pt x="1265" y="735"/>
                    <a:pt x="1207" y="171"/>
                    <a:pt x="938" y="26"/>
                  </a:cubicBezTo>
                  <a:cubicBezTo>
                    <a:pt x="911" y="9"/>
                    <a:pt x="879" y="0"/>
                    <a:pt x="847"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95" name="Google Shape;95;p2"/>
            <p:cNvSpPr/>
            <p:nvPr/>
          </p:nvSpPr>
          <p:spPr>
            <a:xfrm flipH="1">
              <a:off x="182072" y="4624513"/>
              <a:ext cx="177556" cy="91895"/>
            </a:xfrm>
            <a:custGeom>
              <a:avLst/>
              <a:gdLst/>
              <a:ahLst/>
              <a:cxnLst/>
              <a:rect l="l" t="t" r="r" b="b"/>
              <a:pathLst>
                <a:path w="2193" h="1135" extrusionOk="0">
                  <a:moveTo>
                    <a:pt x="2091" y="0"/>
                  </a:moveTo>
                  <a:cubicBezTo>
                    <a:pt x="2061" y="0"/>
                    <a:pt x="2030" y="17"/>
                    <a:pt x="2018" y="55"/>
                  </a:cubicBezTo>
                  <a:cubicBezTo>
                    <a:pt x="2014" y="61"/>
                    <a:pt x="1795" y="672"/>
                    <a:pt x="1265" y="891"/>
                  </a:cubicBezTo>
                  <a:cubicBezTo>
                    <a:pt x="1137" y="944"/>
                    <a:pt x="1000" y="970"/>
                    <a:pt x="856" y="970"/>
                  </a:cubicBezTo>
                  <a:cubicBezTo>
                    <a:pt x="640" y="970"/>
                    <a:pt x="406" y="911"/>
                    <a:pt x="158" y="792"/>
                  </a:cubicBezTo>
                  <a:cubicBezTo>
                    <a:pt x="143" y="784"/>
                    <a:pt x="129" y="780"/>
                    <a:pt x="116" y="780"/>
                  </a:cubicBezTo>
                  <a:cubicBezTo>
                    <a:pt x="41" y="780"/>
                    <a:pt x="1" y="898"/>
                    <a:pt x="90" y="937"/>
                  </a:cubicBezTo>
                  <a:cubicBezTo>
                    <a:pt x="361" y="1067"/>
                    <a:pt x="620" y="1135"/>
                    <a:pt x="861" y="1135"/>
                  </a:cubicBezTo>
                  <a:cubicBezTo>
                    <a:pt x="1021" y="1135"/>
                    <a:pt x="1182" y="1104"/>
                    <a:pt x="1330" y="1042"/>
                  </a:cubicBezTo>
                  <a:cubicBezTo>
                    <a:pt x="1928" y="792"/>
                    <a:pt x="2163" y="135"/>
                    <a:pt x="2172" y="108"/>
                  </a:cubicBezTo>
                  <a:cubicBezTo>
                    <a:pt x="2193" y="44"/>
                    <a:pt x="2141" y="0"/>
                    <a:pt x="2091"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96" name="Google Shape;96;p2"/>
            <p:cNvSpPr/>
            <p:nvPr/>
          </p:nvSpPr>
          <p:spPr>
            <a:xfrm>
              <a:off x="78527" y="4013042"/>
              <a:ext cx="407881" cy="232406"/>
            </a:xfrm>
            <a:custGeom>
              <a:avLst/>
              <a:gdLst/>
              <a:ahLst/>
              <a:cxnLst/>
              <a:rect l="l" t="t" r="r" b="b"/>
              <a:pathLst>
                <a:path w="6088" h="3469" extrusionOk="0">
                  <a:moveTo>
                    <a:pt x="3696" y="1"/>
                  </a:moveTo>
                  <a:cubicBezTo>
                    <a:pt x="3413" y="1"/>
                    <a:pt x="3163" y="158"/>
                    <a:pt x="2991" y="365"/>
                  </a:cubicBezTo>
                  <a:lnTo>
                    <a:pt x="2991" y="365"/>
                  </a:lnTo>
                  <a:cubicBezTo>
                    <a:pt x="2876" y="273"/>
                    <a:pt x="2725" y="190"/>
                    <a:pt x="2533" y="128"/>
                  </a:cubicBezTo>
                  <a:cubicBezTo>
                    <a:pt x="2372" y="75"/>
                    <a:pt x="2237" y="52"/>
                    <a:pt x="2122" y="52"/>
                  </a:cubicBezTo>
                  <a:cubicBezTo>
                    <a:pt x="1407" y="52"/>
                    <a:pt x="1530" y="951"/>
                    <a:pt x="1530" y="951"/>
                  </a:cubicBezTo>
                  <a:cubicBezTo>
                    <a:pt x="1457" y="907"/>
                    <a:pt x="1378" y="886"/>
                    <a:pt x="1298" y="886"/>
                  </a:cubicBezTo>
                  <a:cubicBezTo>
                    <a:pt x="694" y="886"/>
                    <a:pt x="1" y="2034"/>
                    <a:pt x="790" y="2617"/>
                  </a:cubicBezTo>
                  <a:cubicBezTo>
                    <a:pt x="1039" y="2800"/>
                    <a:pt x="1275" y="2883"/>
                    <a:pt x="1477" y="2895"/>
                  </a:cubicBezTo>
                  <a:lnTo>
                    <a:pt x="1477" y="2895"/>
                  </a:lnTo>
                  <a:cubicBezTo>
                    <a:pt x="1545" y="3200"/>
                    <a:pt x="1763" y="3463"/>
                    <a:pt x="2224" y="3468"/>
                  </a:cubicBezTo>
                  <a:cubicBezTo>
                    <a:pt x="2242" y="3468"/>
                    <a:pt x="2259" y="3468"/>
                    <a:pt x="2276" y="3468"/>
                  </a:cubicBezTo>
                  <a:cubicBezTo>
                    <a:pt x="2909" y="3468"/>
                    <a:pt x="3333" y="3322"/>
                    <a:pt x="3571" y="3105"/>
                  </a:cubicBezTo>
                  <a:lnTo>
                    <a:pt x="3571" y="3105"/>
                  </a:lnTo>
                  <a:cubicBezTo>
                    <a:pt x="3621" y="3172"/>
                    <a:pt x="3683" y="3237"/>
                    <a:pt x="3760" y="3298"/>
                  </a:cubicBezTo>
                  <a:cubicBezTo>
                    <a:pt x="3866" y="3382"/>
                    <a:pt x="3994" y="3419"/>
                    <a:pt x="4133" y="3419"/>
                  </a:cubicBezTo>
                  <a:cubicBezTo>
                    <a:pt x="4932" y="3419"/>
                    <a:pt x="6088" y="2177"/>
                    <a:pt x="5404" y="1457"/>
                  </a:cubicBezTo>
                  <a:cubicBezTo>
                    <a:pt x="5215" y="1258"/>
                    <a:pt x="5015" y="1183"/>
                    <a:pt x="4827" y="1183"/>
                  </a:cubicBezTo>
                  <a:cubicBezTo>
                    <a:pt x="4806" y="1183"/>
                    <a:pt x="4786" y="1184"/>
                    <a:pt x="4765" y="1185"/>
                  </a:cubicBezTo>
                  <a:lnTo>
                    <a:pt x="4765" y="1185"/>
                  </a:lnTo>
                  <a:cubicBezTo>
                    <a:pt x="4773" y="830"/>
                    <a:pt x="4595" y="421"/>
                    <a:pt x="4155" y="143"/>
                  </a:cubicBezTo>
                  <a:cubicBezTo>
                    <a:pt x="3998" y="43"/>
                    <a:pt x="3843" y="1"/>
                    <a:pt x="36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148352" y="3736183"/>
              <a:ext cx="86504" cy="86286"/>
            </a:xfrm>
            <a:custGeom>
              <a:avLst/>
              <a:gdLst/>
              <a:ahLst/>
              <a:cxnLst/>
              <a:rect l="l" t="t" r="r" b="b"/>
              <a:pathLst>
                <a:path w="1188" h="1185" extrusionOk="0">
                  <a:moveTo>
                    <a:pt x="596" y="170"/>
                  </a:moveTo>
                  <a:cubicBezTo>
                    <a:pt x="827" y="173"/>
                    <a:pt x="1015" y="361"/>
                    <a:pt x="1012" y="596"/>
                  </a:cubicBezTo>
                  <a:cubicBezTo>
                    <a:pt x="1009" y="827"/>
                    <a:pt x="824" y="1012"/>
                    <a:pt x="592" y="1015"/>
                  </a:cubicBezTo>
                  <a:cubicBezTo>
                    <a:pt x="364" y="1006"/>
                    <a:pt x="185" y="818"/>
                    <a:pt x="185" y="592"/>
                  </a:cubicBezTo>
                  <a:cubicBezTo>
                    <a:pt x="185" y="364"/>
                    <a:pt x="367" y="179"/>
                    <a:pt x="596" y="173"/>
                  </a:cubicBezTo>
                  <a:lnTo>
                    <a:pt x="596" y="170"/>
                  </a:lnTo>
                  <a:close/>
                  <a:moveTo>
                    <a:pt x="596" y="0"/>
                  </a:moveTo>
                  <a:cubicBezTo>
                    <a:pt x="269" y="0"/>
                    <a:pt x="0" y="262"/>
                    <a:pt x="0" y="592"/>
                  </a:cubicBezTo>
                  <a:cubicBezTo>
                    <a:pt x="0" y="919"/>
                    <a:pt x="266" y="1185"/>
                    <a:pt x="592" y="1185"/>
                  </a:cubicBezTo>
                  <a:lnTo>
                    <a:pt x="596" y="1185"/>
                  </a:lnTo>
                  <a:cubicBezTo>
                    <a:pt x="923" y="1185"/>
                    <a:pt x="1188" y="919"/>
                    <a:pt x="1188" y="592"/>
                  </a:cubicBezTo>
                  <a:cubicBezTo>
                    <a:pt x="1188" y="262"/>
                    <a:pt x="923" y="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98895" y="3357080"/>
              <a:ext cx="161423" cy="148928"/>
            </a:xfrm>
            <a:custGeom>
              <a:avLst/>
              <a:gdLst/>
              <a:ahLst/>
              <a:cxnLst/>
              <a:rect l="l" t="t" r="r" b="b"/>
              <a:pathLst>
                <a:path w="2558" h="2360" extrusionOk="0">
                  <a:moveTo>
                    <a:pt x="1855" y="179"/>
                  </a:moveTo>
                  <a:lnTo>
                    <a:pt x="1855" y="179"/>
                  </a:lnTo>
                  <a:cubicBezTo>
                    <a:pt x="1827" y="306"/>
                    <a:pt x="1771" y="531"/>
                    <a:pt x="1707" y="790"/>
                  </a:cubicBezTo>
                  <a:cubicBezTo>
                    <a:pt x="1583" y="710"/>
                    <a:pt x="1457" y="630"/>
                    <a:pt x="1330" y="553"/>
                  </a:cubicBezTo>
                  <a:cubicBezTo>
                    <a:pt x="1629" y="306"/>
                    <a:pt x="1781" y="213"/>
                    <a:pt x="1855" y="179"/>
                  </a:cubicBezTo>
                  <a:close/>
                  <a:moveTo>
                    <a:pt x="522" y="287"/>
                  </a:moveTo>
                  <a:cubicBezTo>
                    <a:pt x="704" y="374"/>
                    <a:pt x="880" y="469"/>
                    <a:pt x="1053" y="577"/>
                  </a:cubicBezTo>
                  <a:cubicBezTo>
                    <a:pt x="942" y="670"/>
                    <a:pt x="824" y="778"/>
                    <a:pt x="698" y="892"/>
                  </a:cubicBezTo>
                  <a:cubicBezTo>
                    <a:pt x="575" y="559"/>
                    <a:pt x="531" y="371"/>
                    <a:pt x="522" y="287"/>
                  </a:cubicBezTo>
                  <a:close/>
                  <a:moveTo>
                    <a:pt x="1811" y="1046"/>
                  </a:moveTo>
                  <a:cubicBezTo>
                    <a:pt x="2070" y="1219"/>
                    <a:pt x="2225" y="1330"/>
                    <a:pt x="2308" y="1398"/>
                  </a:cubicBezTo>
                  <a:cubicBezTo>
                    <a:pt x="2188" y="1413"/>
                    <a:pt x="1981" y="1438"/>
                    <a:pt x="1694" y="1462"/>
                  </a:cubicBezTo>
                  <a:cubicBezTo>
                    <a:pt x="1731" y="1336"/>
                    <a:pt x="1771" y="1197"/>
                    <a:pt x="1808" y="1046"/>
                  </a:cubicBezTo>
                  <a:close/>
                  <a:moveTo>
                    <a:pt x="1201" y="664"/>
                  </a:moveTo>
                  <a:cubicBezTo>
                    <a:pt x="1355" y="756"/>
                    <a:pt x="1515" y="855"/>
                    <a:pt x="1666" y="954"/>
                  </a:cubicBezTo>
                  <a:cubicBezTo>
                    <a:pt x="1617" y="1148"/>
                    <a:pt x="1571" y="1324"/>
                    <a:pt x="1525" y="1478"/>
                  </a:cubicBezTo>
                  <a:cubicBezTo>
                    <a:pt x="1336" y="1493"/>
                    <a:pt x="1136" y="1509"/>
                    <a:pt x="951" y="1521"/>
                  </a:cubicBezTo>
                  <a:cubicBezTo>
                    <a:pt x="883" y="1367"/>
                    <a:pt x="815" y="1210"/>
                    <a:pt x="757" y="1055"/>
                  </a:cubicBezTo>
                  <a:cubicBezTo>
                    <a:pt x="917" y="910"/>
                    <a:pt x="1065" y="778"/>
                    <a:pt x="1201" y="664"/>
                  </a:cubicBezTo>
                  <a:close/>
                  <a:moveTo>
                    <a:pt x="630" y="1173"/>
                  </a:moveTo>
                  <a:cubicBezTo>
                    <a:pt x="676" y="1293"/>
                    <a:pt x="726" y="1413"/>
                    <a:pt x="775" y="1530"/>
                  </a:cubicBezTo>
                  <a:cubicBezTo>
                    <a:pt x="613" y="1539"/>
                    <a:pt x="473" y="1543"/>
                    <a:pt x="370" y="1543"/>
                  </a:cubicBezTo>
                  <a:cubicBezTo>
                    <a:pt x="319" y="1543"/>
                    <a:pt x="276" y="1542"/>
                    <a:pt x="245" y="1540"/>
                  </a:cubicBezTo>
                  <a:cubicBezTo>
                    <a:pt x="337" y="1450"/>
                    <a:pt x="476" y="1317"/>
                    <a:pt x="630" y="1173"/>
                  </a:cubicBezTo>
                  <a:close/>
                  <a:moveTo>
                    <a:pt x="1472" y="1644"/>
                  </a:moveTo>
                  <a:lnTo>
                    <a:pt x="1472" y="1644"/>
                  </a:lnTo>
                  <a:cubicBezTo>
                    <a:pt x="1370" y="1981"/>
                    <a:pt x="1306" y="2116"/>
                    <a:pt x="1275" y="2172"/>
                  </a:cubicBezTo>
                  <a:cubicBezTo>
                    <a:pt x="1176" y="2015"/>
                    <a:pt x="1090" y="1848"/>
                    <a:pt x="1019" y="1678"/>
                  </a:cubicBezTo>
                  <a:cubicBezTo>
                    <a:pt x="1167" y="1672"/>
                    <a:pt x="1321" y="1657"/>
                    <a:pt x="1472" y="1644"/>
                  </a:cubicBezTo>
                  <a:close/>
                  <a:moveTo>
                    <a:pt x="1916" y="0"/>
                  </a:moveTo>
                  <a:cubicBezTo>
                    <a:pt x="1833" y="0"/>
                    <a:pt x="1673" y="53"/>
                    <a:pt x="1182" y="466"/>
                  </a:cubicBezTo>
                  <a:cubicBezTo>
                    <a:pt x="960" y="334"/>
                    <a:pt x="618" y="136"/>
                    <a:pt x="507" y="108"/>
                  </a:cubicBezTo>
                  <a:cubicBezTo>
                    <a:pt x="494" y="108"/>
                    <a:pt x="485" y="105"/>
                    <a:pt x="476" y="105"/>
                  </a:cubicBezTo>
                  <a:cubicBezTo>
                    <a:pt x="439" y="105"/>
                    <a:pt x="408" y="124"/>
                    <a:pt x="386" y="155"/>
                  </a:cubicBezTo>
                  <a:cubicBezTo>
                    <a:pt x="359" y="192"/>
                    <a:pt x="297" y="281"/>
                    <a:pt x="568" y="1009"/>
                  </a:cubicBezTo>
                  <a:cubicBezTo>
                    <a:pt x="328" y="1231"/>
                    <a:pt x="118" y="1435"/>
                    <a:pt x="38" y="1515"/>
                  </a:cubicBezTo>
                  <a:cubicBezTo>
                    <a:pt x="10" y="1543"/>
                    <a:pt x="1" y="1583"/>
                    <a:pt x="13" y="1620"/>
                  </a:cubicBezTo>
                  <a:cubicBezTo>
                    <a:pt x="38" y="1681"/>
                    <a:pt x="93" y="1706"/>
                    <a:pt x="374" y="1706"/>
                  </a:cubicBezTo>
                  <a:cubicBezTo>
                    <a:pt x="497" y="1706"/>
                    <a:pt x="655" y="1700"/>
                    <a:pt x="846" y="1691"/>
                  </a:cubicBezTo>
                  <a:cubicBezTo>
                    <a:pt x="966" y="1959"/>
                    <a:pt x="1117" y="2271"/>
                    <a:pt x="1207" y="2338"/>
                  </a:cubicBezTo>
                  <a:cubicBezTo>
                    <a:pt x="1225" y="2351"/>
                    <a:pt x="1247" y="2360"/>
                    <a:pt x="1272" y="2360"/>
                  </a:cubicBezTo>
                  <a:lnTo>
                    <a:pt x="1275" y="2360"/>
                  </a:lnTo>
                  <a:cubicBezTo>
                    <a:pt x="1358" y="2360"/>
                    <a:pt x="1444" y="2304"/>
                    <a:pt x="1648" y="1629"/>
                  </a:cubicBezTo>
                  <a:cubicBezTo>
                    <a:pt x="1947" y="1604"/>
                    <a:pt x="2413" y="1555"/>
                    <a:pt x="2487" y="1530"/>
                  </a:cubicBezTo>
                  <a:cubicBezTo>
                    <a:pt x="2518" y="1515"/>
                    <a:pt x="2539" y="1487"/>
                    <a:pt x="2545" y="1456"/>
                  </a:cubicBezTo>
                  <a:cubicBezTo>
                    <a:pt x="2549" y="1398"/>
                    <a:pt x="2558" y="1339"/>
                    <a:pt x="1851" y="883"/>
                  </a:cubicBezTo>
                  <a:cubicBezTo>
                    <a:pt x="1959" y="466"/>
                    <a:pt x="2037" y="118"/>
                    <a:pt x="2037" y="115"/>
                  </a:cubicBezTo>
                  <a:cubicBezTo>
                    <a:pt x="2040" y="90"/>
                    <a:pt x="2033" y="62"/>
                    <a:pt x="2018" y="44"/>
                  </a:cubicBezTo>
                  <a:cubicBezTo>
                    <a:pt x="1990" y="16"/>
                    <a:pt x="1953" y="0"/>
                    <a:pt x="19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1747441" y="4947871"/>
              <a:ext cx="114472" cy="115104"/>
            </a:xfrm>
            <a:custGeom>
              <a:avLst/>
              <a:gdLst/>
              <a:ahLst/>
              <a:cxnLst/>
              <a:rect l="l" t="t" r="r" b="b"/>
              <a:pathLst>
                <a:path w="1814" h="1824" extrusionOk="0">
                  <a:moveTo>
                    <a:pt x="969" y="232"/>
                  </a:moveTo>
                  <a:cubicBezTo>
                    <a:pt x="993" y="309"/>
                    <a:pt x="1018" y="414"/>
                    <a:pt x="1034" y="482"/>
                  </a:cubicBezTo>
                  <a:cubicBezTo>
                    <a:pt x="1080" y="664"/>
                    <a:pt x="1089" y="704"/>
                    <a:pt x="1111" y="735"/>
                  </a:cubicBezTo>
                  <a:cubicBezTo>
                    <a:pt x="1135" y="766"/>
                    <a:pt x="1169" y="778"/>
                    <a:pt x="1348" y="843"/>
                  </a:cubicBezTo>
                  <a:cubicBezTo>
                    <a:pt x="1410" y="868"/>
                    <a:pt x="1509" y="901"/>
                    <a:pt x="1579" y="929"/>
                  </a:cubicBezTo>
                  <a:cubicBezTo>
                    <a:pt x="1478" y="975"/>
                    <a:pt x="1314" y="1037"/>
                    <a:pt x="1169" y="1090"/>
                  </a:cubicBezTo>
                  <a:cubicBezTo>
                    <a:pt x="1148" y="1096"/>
                    <a:pt x="1132" y="1111"/>
                    <a:pt x="1123" y="1133"/>
                  </a:cubicBezTo>
                  <a:cubicBezTo>
                    <a:pt x="1049" y="1299"/>
                    <a:pt x="960" y="1487"/>
                    <a:pt x="901" y="1592"/>
                  </a:cubicBezTo>
                  <a:cubicBezTo>
                    <a:pt x="861" y="1478"/>
                    <a:pt x="805" y="1278"/>
                    <a:pt x="762" y="1105"/>
                  </a:cubicBezTo>
                  <a:cubicBezTo>
                    <a:pt x="753" y="1071"/>
                    <a:pt x="728" y="1049"/>
                    <a:pt x="697" y="1043"/>
                  </a:cubicBezTo>
                  <a:cubicBezTo>
                    <a:pt x="528" y="1012"/>
                    <a:pt x="333" y="969"/>
                    <a:pt x="229" y="938"/>
                  </a:cubicBezTo>
                  <a:cubicBezTo>
                    <a:pt x="395" y="849"/>
                    <a:pt x="565" y="772"/>
                    <a:pt x="741" y="704"/>
                  </a:cubicBezTo>
                  <a:cubicBezTo>
                    <a:pt x="759" y="695"/>
                    <a:pt x="778" y="676"/>
                    <a:pt x="784" y="658"/>
                  </a:cubicBezTo>
                  <a:cubicBezTo>
                    <a:pt x="839" y="513"/>
                    <a:pt x="901" y="371"/>
                    <a:pt x="969" y="232"/>
                  </a:cubicBezTo>
                  <a:close/>
                  <a:moveTo>
                    <a:pt x="990" y="1"/>
                  </a:moveTo>
                  <a:cubicBezTo>
                    <a:pt x="941" y="1"/>
                    <a:pt x="867" y="1"/>
                    <a:pt x="648" y="571"/>
                  </a:cubicBezTo>
                  <a:cubicBezTo>
                    <a:pt x="40" y="815"/>
                    <a:pt x="19" y="895"/>
                    <a:pt x="10" y="929"/>
                  </a:cubicBezTo>
                  <a:cubicBezTo>
                    <a:pt x="0" y="957"/>
                    <a:pt x="6" y="985"/>
                    <a:pt x="22" y="1009"/>
                  </a:cubicBezTo>
                  <a:cubicBezTo>
                    <a:pt x="37" y="1031"/>
                    <a:pt x="84" y="1093"/>
                    <a:pt x="617" y="1198"/>
                  </a:cubicBezTo>
                  <a:cubicBezTo>
                    <a:pt x="774" y="1824"/>
                    <a:pt x="830" y="1824"/>
                    <a:pt x="892" y="1824"/>
                  </a:cubicBezTo>
                  <a:lnTo>
                    <a:pt x="898" y="1824"/>
                  </a:lnTo>
                  <a:cubicBezTo>
                    <a:pt x="944" y="1821"/>
                    <a:pt x="1000" y="1817"/>
                    <a:pt x="1259" y="1231"/>
                  </a:cubicBezTo>
                  <a:cubicBezTo>
                    <a:pt x="1416" y="1176"/>
                    <a:pt x="1718" y="1065"/>
                    <a:pt x="1783" y="1006"/>
                  </a:cubicBezTo>
                  <a:cubicBezTo>
                    <a:pt x="1805" y="985"/>
                    <a:pt x="1814" y="951"/>
                    <a:pt x="1811" y="920"/>
                  </a:cubicBezTo>
                  <a:cubicBezTo>
                    <a:pt x="1795" y="846"/>
                    <a:pt x="1715" y="806"/>
                    <a:pt x="1404" y="695"/>
                  </a:cubicBezTo>
                  <a:cubicBezTo>
                    <a:pt x="1345" y="673"/>
                    <a:pt x="1274" y="649"/>
                    <a:pt x="1243" y="633"/>
                  </a:cubicBezTo>
                  <a:cubicBezTo>
                    <a:pt x="1234" y="599"/>
                    <a:pt x="1212" y="516"/>
                    <a:pt x="1194" y="448"/>
                  </a:cubicBezTo>
                  <a:cubicBezTo>
                    <a:pt x="1141" y="229"/>
                    <a:pt x="1104" y="93"/>
                    <a:pt x="1067" y="41"/>
                  </a:cubicBezTo>
                  <a:cubicBezTo>
                    <a:pt x="1046" y="16"/>
                    <a:pt x="1018" y="4"/>
                    <a:pt x="99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a:off x="96750" y="4008152"/>
              <a:ext cx="367883" cy="242857"/>
            </a:xfrm>
            <a:custGeom>
              <a:avLst/>
              <a:gdLst/>
              <a:ahLst/>
              <a:cxnLst/>
              <a:rect l="l" t="t" r="r" b="b"/>
              <a:pathLst>
                <a:path w="5491" h="3625" extrusionOk="0">
                  <a:moveTo>
                    <a:pt x="2733" y="558"/>
                  </a:moveTo>
                  <a:cubicBezTo>
                    <a:pt x="2952" y="768"/>
                    <a:pt x="2995" y="1015"/>
                    <a:pt x="2936" y="1178"/>
                  </a:cubicBezTo>
                  <a:cubicBezTo>
                    <a:pt x="2906" y="1264"/>
                    <a:pt x="2852" y="1311"/>
                    <a:pt x="2788" y="1311"/>
                  </a:cubicBezTo>
                  <a:cubicBezTo>
                    <a:pt x="2749" y="1311"/>
                    <a:pt x="2705" y="1293"/>
                    <a:pt x="2662" y="1255"/>
                  </a:cubicBezTo>
                  <a:cubicBezTo>
                    <a:pt x="2508" y="1129"/>
                    <a:pt x="2542" y="827"/>
                    <a:pt x="2733" y="558"/>
                  </a:cubicBezTo>
                  <a:close/>
                  <a:moveTo>
                    <a:pt x="4404" y="1354"/>
                  </a:moveTo>
                  <a:lnTo>
                    <a:pt x="4404" y="1354"/>
                  </a:lnTo>
                  <a:cubicBezTo>
                    <a:pt x="4367" y="1650"/>
                    <a:pt x="4185" y="1872"/>
                    <a:pt x="3945" y="1906"/>
                  </a:cubicBezTo>
                  <a:cubicBezTo>
                    <a:pt x="3929" y="1906"/>
                    <a:pt x="3917" y="1909"/>
                    <a:pt x="3902" y="1909"/>
                  </a:cubicBezTo>
                  <a:cubicBezTo>
                    <a:pt x="3837" y="1909"/>
                    <a:pt x="3837" y="1888"/>
                    <a:pt x="3837" y="1869"/>
                  </a:cubicBezTo>
                  <a:cubicBezTo>
                    <a:pt x="3831" y="1746"/>
                    <a:pt x="4068" y="1431"/>
                    <a:pt x="4404" y="1354"/>
                  </a:cubicBezTo>
                  <a:close/>
                  <a:moveTo>
                    <a:pt x="1527" y="2125"/>
                  </a:moveTo>
                  <a:cubicBezTo>
                    <a:pt x="1570" y="2125"/>
                    <a:pt x="1610" y="2162"/>
                    <a:pt x="1635" y="2196"/>
                  </a:cubicBezTo>
                  <a:cubicBezTo>
                    <a:pt x="1755" y="2347"/>
                    <a:pt x="1783" y="2511"/>
                    <a:pt x="1718" y="2646"/>
                  </a:cubicBezTo>
                  <a:cubicBezTo>
                    <a:pt x="1647" y="2795"/>
                    <a:pt x="1477" y="2884"/>
                    <a:pt x="1274" y="2890"/>
                  </a:cubicBezTo>
                  <a:cubicBezTo>
                    <a:pt x="1231" y="2619"/>
                    <a:pt x="1308" y="2332"/>
                    <a:pt x="1416" y="2199"/>
                  </a:cubicBezTo>
                  <a:cubicBezTo>
                    <a:pt x="1440" y="2159"/>
                    <a:pt x="1481" y="2131"/>
                    <a:pt x="1527" y="2125"/>
                  </a:cubicBezTo>
                  <a:close/>
                  <a:moveTo>
                    <a:pt x="3350" y="2350"/>
                  </a:moveTo>
                  <a:cubicBezTo>
                    <a:pt x="3362" y="2350"/>
                    <a:pt x="3396" y="2384"/>
                    <a:pt x="3424" y="2468"/>
                  </a:cubicBezTo>
                  <a:cubicBezTo>
                    <a:pt x="3491" y="2668"/>
                    <a:pt x="3448" y="2890"/>
                    <a:pt x="3313" y="3051"/>
                  </a:cubicBezTo>
                  <a:cubicBezTo>
                    <a:pt x="3183" y="2825"/>
                    <a:pt x="3195" y="2582"/>
                    <a:pt x="3266" y="2440"/>
                  </a:cubicBezTo>
                  <a:cubicBezTo>
                    <a:pt x="3297" y="2375"/>
                    <a:pt x="3334" y="2350"/>
                    <a:pt x="3350" y="2350"/>
                  </a:cubicBezTo>
                  <a:close/>
                  <a:moveTo>
                    <a:pt x="3426" y="160"/>
                  </a:moveTo>
                  <a:cubicBezTo>
                    <a:pt x="3566" y="160"/>
                    <a:pt x="3707" y="201"/>
                    <a:pt x="3840" y="287"/>
                  </a:cubicBezTo>
                  <a:cubicBezTo>
                    <a:pt x="4185" y="503"/>
                    <a:pt x="4395" y="836"/>
                    <a:pt x="4411" y="1191"/>
                  </a:cubicBezTo>
                  <a:cubicBezTo>
                    <a:pt x="3994" y="1265"/>
                    <a:pt x="3667" y="1650"/>
                    <a:pt x="3677" y="1878"/>
                  </a:cubicBezTo>
                  <a:cubicBezTo>
                    <a:pt x="3679" y="1969"/>
                    <a:pt x="3738" y="2069"/>
                    <a:pt x="3899" y="2069"/>
                  </a:cubicBezTo>
                  <a:cubicBezTo>
                    <a:pt x="3920" y="2069"/>
                    <a:pt x="3942" y="2067"/>
                    <a:pt x="3966" y="2064"/>
                  </a:cubicBezTo>
                  <a:cubicBezTo>
                    <a:pt x="4293" y="2020"/>
                    <a:pt x="4534" y="1727"/>
                    <a:pt x="4571" y="1339"/>
                  </a:cubicBezTo>
                  <a:cubicBezTo>
                    <a:pt x="4753" y="1342"/>
                    <a:pt x="4920" y="1428"/>
                    <a:pt x="5074" y="1589"/>
                  </a:cubicBezTo>
                  <a:cubicBezTo>
                    <a:pt x="5336" y="1863"/>
                    <a:pt x="5274" y="2190"/>
                    <a:pt x="5176" y="2418"/>
                  </a:cubicBezTo>
                  <a:cubicBezTo>
                    <a:pt x="4953" y="2939"/>
                    <a:pt x="4327" y="3414"/>
                    <a:pt x="3862" y="3414"/>
                  </a:cubicBezTo>
                  <a:cubicBezTo>
                    <a:pt x="3857" y="3415"/>
                    <a:pt x="3853" y="3415"/>
                    <a:pt x="3848" y="3415"/>
                  </a:cubicBezTo>
                  <a:cubicBezTo>
                    <a:pt x="3736" y="3415"/>
                    <a:pt x="3627" y="3378"/>
                    <a:pt x="3541" y="3310"/>
                  </a:cubicBezTo>
                  <a:cubicBezTo>
                    <a:pt x="3491" y="3273"/>
                    <a:pt x="3448" y="3232"/>
                    <a:pt x="3408" y="3186"/>
                  </a:cubicBezTo>
                  <a:cubicBezTo>
                    <a:pt x="3603" y="2983"/>
                    <a:pt x="3667" y="2687"/>
                    <a:pt x="3578" y="2421"/>
                  </a:cubicBezTo>
                  <a:cubicBezTo>
                    <a:pt x="3513" y="2218"/>
                    <a:pt x="3408" y="2190"/>
                    <a:pt x="3350" y="2190"/>
                  </a:cubicBezTo>
                  <a:cubicBezTo>
                    <a:pt x="3260" y="2190"/>
                    <a:pt x="3177" y="2255"/>
                    <a:pt x="3121" y="2366"/>
                  </a:cubicBezTo>
                  <a:cubicBezTo>
                    <a:pt x="3023" y="2563"/>
                    <a:pt x="3010" y="2878"/>
                    <a:pt x="3192" y="3165"/>
                  </a:cubicBezTo>
                  <a:cubicBezTo>
                    <a:pt x="3001" y="3306"/>
                    <a:pt x="2649" y="3461"/>
                    <a:pt x="1999" y="3461"/>
                  </a:cubicBezTo>
                  <a:lnTo>
                    <a:pt x="1956" y="3461"/>
                  </a:lnTo>
                  <a:cubicBezTo>
                    <a:pt x="1558" y="3458"/>
                    <a:pt x="1385" y="3254"/>
                    <a:pt x="1314" y="3051"/>
                  </a:cubicBezTo>
                  <a:cubicBezTo>
                    <a:pt x="1564" y="3035"/>
                    <a:pt x="1767" y="2915"/>
                    <a:pt x="1863" y="2720"/>
                  </a:cubicBezTo>
                  <a:cubicBezTo>
                    <a:pt x="1959" y="2523"/>
                    <a:pt x="1922" y="2298"/>
                    <a:pt x="1761" y="2097"/>
                  </a:cubicBezTo>
                  <a:cubicBezTo>
                    <a:pt x="1675" y="1986"/>
                    <a:pt x="1585" y="1965"/>
                    <a:pt x="1527" y="1965"/>
                  </a:cubicBezTo>
                  <a:cubicBezTo>
                    <a:pt x="1444" y="1965"/>
                    <a:pt x="1360" y="2011"/>
                    <a:pt x="1289" y="2097"/>
                  </a:cubicBezTo>
                  <a:cubicBezTo>
                    <a:pt x="1147" y="2276"/>
                    <a:pt x="1076" y="2594"/>
                    <a:pt x="1107" y="2878"/>
                  </a:cubicBezTo>
                  <a:cubicBezTo>
                    <a:pt x="913" y="2835"/>
                    <a:pt x="728" y="2751"/>
                    <a:pt x="568" y="2628"/>
                  </a:cubicBezTo>
                  <a:cubicBezTo>
                    <a:pt x="154" y="2320"/>
                    <a:pt x="241" y="1891"/>
                    <a:pt x="296" y="1718"/>
                  </a:cubicBezTo>
                  <a:cubicBezTo>
                    <a:pt x="420" y="1345"/>
                    <a:pt x="746" y="1043"/>
                    <a:pt x="1027" y="1043"/>
                  </a:cubicBezTo>
                  <a:cubicBezTo>
                    <a:pt x="1095" y="1043"/>
                    <a:pt x="1163" y="1061"/>
                    <a:pt x="1218" y="1095"/>
                  </a:cubicBezTo>
                  <a:cubicBezTo>
                    <a:pt x="1232" y="1103"/>
                    <a:pt x="1246" y="1106"/>
                    <a:pt x="1260" y="1106"/>
                  </a:cubicBezTo>
                  <a:cubicBezTo>
                    <a:pt x="1307" y="1106"/>
                    <a:pt x="1349" y="1067"/>
                    <a:pt x="1342" y="1015"/>
                  </a:cubicBezTo>
                  <a:cubicBezTo>
                    <a:pt x="1342" y="1012"/>
                    <a:pt x="1283" y="586"/>
                    <a:pt x="1487" y="355"/>
                  </a:cubicBezTo>
                  <a:cubicBezTo>
                    <a:pt x="1572" y="255"/>
                    <a:pt x="1695" y="205"/>
                    <a:pt x="1853" y="205"/>
                  </a:cubicBezTo>
                  <a:cubicBezTo>
                    <a:pt x="1964" y="205"/>
                    <a:pt x="2092" y="230"/>
                    <a:pt x="2236" y="278"/>
                  </a:cubicBezTo>
                  <a:cubicBezTo>
                    <a:pt x="2369" y="318"/>
                    <a:pt x="2495" y="380"/>
                    <a:pt x="2609" y="457"/>
                  </a:cubicBezTo>
                  <a:cubicBezTo>
                    <a:pt x="2387" y="765"/>
                    <a:pt x="2313" y="1172"/>
                    <a:pt x="2560" y="1382"/>
                  </a:cubicBezTo>
                  <a:cubicBezTo>
                    <a:pt x="2622" y="1437"/>
                    <a:pt x="2705" y="1474"/>
                    <a:pt x="2791" y="1478"/>
                  </a:cubicBezTo>
                  <a:cubicBezTo>
                    <a:pt x="2921" y="1478"/>
                    <a:pt x="3038" y="1382"/>
                    <a:pt x="3091" y="1234"/>
                  </a:cubicBezTo>
                  <a:cubicBezTo>
                    <a:pt x="3168" y="1018"/>
                    <a:pt x="3112" y="694"/>
                    <a:pt x="2835" y="432"/>
                  </a:cubicBezTo>
                  <a:cubicBezTo>
                    <a:pt x="3006" y="255"/>
                    <a:pt x="3214" y="160"/>
                    <a:pt x="3426" y="160"/>
                  </a:cubicBezTo>
                  <a:close/>
                  <a:moveTo>
                    <a:pt x="3431" y="0"/>
                  </a:moveTo>
                  <a:cubicBezTo>
                    <a:pt x="3171" y="0"/>
                    <a:pt x="2915" y="116"/>
                    <a:pt x="2711" y="333"/>
                  </a:cubicBezTo>
                  <a:cubicBezTo>
                    <a:pt x="2582" y="241"/>
                    <a:pt x="2440" y="173"/>
                    <a:pt x="2289" y="124"/>
                  </a:cubicBezTo>
                  <a:cubicBezTo>
                    <a:pt x="2129" y="71"/>
                    <a:pt x="1984" y="45"/>
                    <a:pt x="1856" y="45"/>
                  </a:cubicBezTo>
                  <a:cubicBezTo>
                    <a:pt x="1647" y="45"/>
                    <a:pt x="1482" y="113"/>
                    <a:pt x="1363" y="247"/>
                  </a:cubicBezTo>
                  <a:cubicBezTo>
                    <a:pt x="1194" y="444"/>
                    <a:pt x="1169" y="731"/>
                    <a:pt x="1172" y="901"/>
                  </a:cubicBezTo>
                  <a:cubicBezTo>
                    <a:pt x="1126" y="888"/>
                    <a:pt x="1076" y="882"/>
                    <a:pt x="1027" y="882"/>
                  </a:cubicBezTo>
                  <a:cubicBezTo>
                    <a:pt x="676" y="882"/>
                    <a:pt x="287" y="1228"/>
                    <a:pt x="142" y="1669"/>
                  </a:cubicBezTo>
                  <a:cubicBezTo>
                    <a:pt x="0" y="2104"/>
                    <a:pt x="120" y="2498"/>
                    <a:pt x="472" y="2757"/>
                  </a:cubicBezTo>
                  <a:cubicBezTo>
                    <a:pt x="694" y="2921"/>
                    <a:pt x="922" y="3020"/>
                    <a:pt x="1141" y="3047"/>
                  </a:cubicBezTo>
                  <a:cubicBezTo>
                    <a:pt x="1246" y="3408"/>
                    <a:pt x="1539" y="3621"/>
                    <a:pt x="1952" y="3624"/>
                  </a:cubicBezTo>
                  <a:lnTo>
                    <a:pt x="1999" y="3624"/>
                  </a:lnTo>
                  <a:cubicBezTo>
                    <a:pt x="2563" y="3624"/>
                    <a:pt x="3007" y="3513"/>
                    <a:pt x="3288" y="3297"/>
                  </a:cubicBezTo>
                  <a:cubicBezTo>
                    <a:pt x="3334" y="3347"/>
                    <a:pt x="3384" y="3396"/>
                    <a:pt x="3439" y="3439"/>
                  </a:cubicBezTo>
                  <a:cubicBezTo>
                    <a:pt x="3556" y="3529"/>
                    <a:pt x="3699" y="3578"/>
                    <a:pt x="3848" y="3578"/>
                  </a:cubicBezTo>
                  <a:cubicBezTo>
                    <a:pt x="3853" y="3578"/>
                    <a:pt x="3857" y="3578"/>
                    <a:pt x="3862" y="3578"/>
                  </a:cubicBezTo>
                  <a:cubicBezTo>
                    <a:pt x="4392" y="3578"/>
                    <a:pt x="5077" y="3066"/>
                    <a:pt x="5327" y="2483"/>
                  </a:cubicBezTo>
                  <a:cubicBezTo>
                    <a:pt x="5490" y="2097"/>
                    <a:pt x="5444" y="1743"/>
                    <a:pt x="5191" y="1478"/>
                  </a:cubicBezTo>
                  <a:cubicBezTo>
                    <a:pt x="5009" y="1283"/>
                    <a:pt x="4802" y="1185"/>
                    <a:pt x="4574" y="1178"/>
                  </a:cubicBezTo>
                  <a:cubicBezTo>
                    <a:pt x="4552" y="774"/>
                    <a:pt x="4315" y="395"/>
                    <a:pt x="3929" y="151"/>
                  </a:cubicBezTo>
                  <a:cubicBezTo>
                    <a:pt x="3770" y="49"/>
                    <a:pt x="3600" y="0"/>
                    <a:pt x="34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1" name="Google Shape;101;p2"/>
            <p:cNvSpPr/>
            <p:nvPr/>
          </p:nvSpPr>
          <p:spPr>
            <a:xfrm>
              <a:off x="1293227" y="4791192"/>
              <a:ext cx="407881" cy="232406"/>
            </a:xfrm>
            <a:custGeom>
              <a:avLst/>
              <a:gdLst/>
              <a:ahLst/>
              <a:cxnLst/>
              <a:rect l="l" t="t" r="r" b="b"/>
              <a:pathLst>
                <a:path w="6088" h="3469" extrusionOk="0">
                  <a:moveTo>
                    <a:pt x="3696" y="1"/>
                  </a:moveTo>
                  <a:cubicBezTo>
                    <a:pt x="3413" y="1"/>
                    <a:pt x="3163" y="158"/>
                    <a:pt x="2991" y="365"/>
                  </a:cubicBezTo>
                  <a:lnTo>
                    <a:pt x="2991" y="365"/>
                  </a:lnTo>
                  <a:cubicBezTo>
                    <a:pt x="2876" y="273"/>
                    <a:pt x="2725" y="190"/>
                    <a:pt x="2533" y="128"/>
                  </a:cubicBezTo>
                  <a:cubicBezTo>
                    <a:pt x="2372" y="75"/>
                    <a:pt x="2237" y="52"/>
                    <a:pt x="2122" y="52"/>
                  </a:cubicBezTo>
                  <a:cubicBezTo>
                    <a:pt x="1407" y="52"/>
                    <a:pt x="1530" y="951"/>
                    <a:pt x="1530" y="951"/>
                  </a:cubicBezTo>
                  <a:cubicBezTo>
                    <a:pt x="1457" y="907"/>
                    <a:pt x="1378" y="886"/>
                    <a:pt x="1298" y="886"/>
                  </a:cubicBezTo>
                  <a:cubicBezTo>
                    <a:pt x="694" y="886"/>
                    <a:pt x="1" y="2034"/>
                    <a:pt x="790" y="2617"/>
                  </a:cubicBezTo>
                  <a:cubicBezTo>
                    <a:pt x="1039" y="2800"/>
                    <a:pt x="1275" y="2883"/>
                    <a:pt x="1477" y="2895"/>
                  </a:cubicBezTo>
                  <a:lnTo>
                    <a:pt x="1477" y="2895"/>
                  </a:lnTo>
                  <a:cubicBezTo>
                    <a:pt x="1545" y="3200"/>
                    <a:pt x="1763" y="3463"/>
                    <a:pt x="2224" y="3468"/>
                  </a:cubicBezTo>
                  <a:cubicBezTo>
                    <a:pt x="2242" y="3468"/>
                    <a:pt x="2259" y="3468"/>
                    <a:pt x="2276" y="3468"/>
                  </a:cubicBezTo>
                  <a:cubicBezTo>
                    <a:pt x="2909" y="3468"/>
                    <a:pt x="3333" y="3322"/>
                    <a:pt x="3571" y="3105"/>
                  </a:cubicBezTo>
                  <a:lnTo>
                    <a:pt x="3571" y="3105"/>
                  </a:lnTo>
                  <a:cubicBezTo>
                    <a:pt x="3621" y="3172"/>
                    <a:pt x="3683" y="3237"/>
                    <a:pt x="3760" y="3298"/>
                  </a:cubicBezTo>
                  <a:cubicBezTo>
                    <a:pt x="3866" y="3382"/>
                    <a:pt x="3994" y="3419"/>
                    <a:pt x="4133" y="3419"/>
                  </a:cubicBezTo>
                  <a:cubicBezTo>
                    <a:pt x="4932" y="3419"/>
                    <a:pt x="6088" y="2177"/>
                    <a:pt x="5404" y="1457"/>
                  </a:cubicBezTo>
                  <a:cubicBezTo>
                    <a:pt x="5215" y="1258"/>
                    <a:pt x="5015" y="1183"/>
                    <a:pt x="4827" y="1183"/>
                  </a:cubicBezTo>
                  <a:cubicBezTo>
                    <a:pt x="4806" y="1183"/>
                    <a:pt x="4786" y="1184"/>
                    <a:pt x="4765" y="1185"/>
                  </a:cubicBezTo>
                  <a:lnTo>
                    <a:pt x="4765" y="1185"/>
                  </a:lnTo>
                  <a:cubicBezTo>
                    <a:pt x="4773" y="830"/>
                    <a:pt x="4595" y="421"/>
                    <a:pt x="4155" y="143"/>
                  </a:cubicBezTo>
                  <a:cubicBezTo>
                    <a:pt x="3998" y="43"/>
                    <a:pt x="3843" y="1"/>
                    <a:pt x="36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1311450" y="4786302"/>
              <a:ext cx="367883" cy="242857"/>
            </a:xfrm>
            <a:custGeom>
              <a:avLst/>
              <a:gdLst/>
              <a:ahLst/>
              <a:cxnLst/>
              <a:rect l="l" t="t" r="r" b="b"/>
              <a:pathLst>
                <a:path w="5491" h="3625" extrusionOk="0">
                  <a:moveTo>
                    <a:pt x="2733" y="558"/>
                  </a:moveTo>
                  <a:cubicBezTo>
                    <a:pt x="2952" y="768"/>
                    <a:pt x="2995" y="1015"/>
                    <a:pt x="2936" y="1178"/>
                  </a:cubicBezTo>
                  <a:cubicBezTo>
                    <a:pt x="2906" y="1264"/>
                    <a:pt x="2852" y="1311"/>
                    <a:pt x="2788" y="1311"/>
                  </a:cubicBezTo>
                  <a:cubicBezTo>
                    <a:pt x="2749" y="1311"/>
                    <a:pt x="2705" y="1293"/>
                    <a:pt x="2662" y="1255"/>
                  </a:cubicBezTo>
                  <a:cubicBezTo>
                    <a:pt x="2508" y="1129"/>
                    <a:pt x="2542" y="827"/>
                    <a:pt x="2733" y="558"/>
                  </a:cubicBezTo>
                  <a:close/>
                  <a:moveTo>
                    <a:pt x="4404" y="1354"/>
                  </a:moveTo>
                  <a:lnTo>
                    <a:pt x="4404" y="1354"/>
                  </a:lnTo>
                  <a:cubicBezTo>
                    <a:pt x="4367" y="1650"/>
                    <a:pt x="4185" y="1872"/>
                    <a:pt x="3945" y="1906"/>
                  </a:cubicBezTo>
                  <a:cubicBezTo>
                    <a:pt x="3929" y="1906"/>
                    <a:pt x="3917" y="1909"/>
                    <a:pt x="3902" y="1909"/>
                  </a:cubicBezTo>
                  <a:cubicBezTo>
                    <a:pt x="3837" y="1909"/>
                    <a:pt x="3837" y="1888"/>
                    <a:pt x="3837" y="1869"/>
                  </a:cubicBezTo>
                  <a:cubicBezTo>
                    <a:pt x="3831" y="1746"/>
                    <a:pt x="4068" y="1431"/>
                    <a:pt x="4404" y="1354"/>
                  </a:cubicBezTo>
                  <a:close/>
                  <a:moveTo>
                    <a:pt x="1527" y="2125"/>
                  </a:moveTo>
                  <a:cubicBezTo>
                    <a:pt x="1570" y="2125"/>
                    <a:pt x="1610" y="2162"/>
                    <a:pt x="1635" y="2196"/>
                  </a:cubicBezTo>
                  <a:cubicBezTo>
                    <a:pt x="1755" y="2347"/>
                    <a:pt x="1783" y="2511"/>
                    <a:pt x="1718" y="2646"/>
                  </a:cubicBezTo>
                  <a:cubicBezTo>
                    <a:pt x="1647" y="2795"/>
                    <a:pt x="1477" y="2884"/>
                    <a:pt x="1274" y="2890"/>
                  </a:cubicBezTo>
                  <a:cubicBezTo>
                    <a:pt x="1231" y="2619"/>
                    <a:pt x="1308" y="2332"/>
                    <a:pt x="1416" y="2199"/>
                  </a:cubicBezTo>
                  <a:cubicBezTo>
                    <a:pt x="1440" y="2159"/>
                    <a:pt x="1481" y="2131"/>
                    <a:pt x="1527" y="2125"/>
                  </a:cubicBezTo>
                  <a:close/>
                  <a:moveTo>
                    <a:pt x="3350" y="2350"/>
                  </a:moveTo>
                  <a:cubicBezTo>
                    <a:pt x="3362" y="2350"/>
                    <a:pt x="3396" y="2384"/>
                    <a:pt x="3424" y="2468"/>
                  </a:cubicBezTo>
                  <a:cubicBezTo>
                    <a:pt x="3491" y="2668"/>
                    <a:pt x="3448" y="2890"/>
                    <a:pt x="3313" y="3051"/>
                  </a:cubicBezTo>
                  <a:cubicBezTo>
                    <a:pt x="3183" y="2825"/>
                    <a:pt x="3195" y="2582"/>
                    <a:pt x="3266" y="2440"/>
                  </a:cubicBezTo>
                  <a:cubicBezTo>
                    <a:pt x="3297" y="2375"/>
                    <a:pt x="3334" y="2350"/>
                    <a:pt x="3350" y="2350"/>
                  </a:cubicBezTo>
                  <a:close/>
                  <a:moveTo>
                    <a:pt x="3426" y="160"/>
                  </a:moveTo>
                  <a:cubicBezTo>
                    <a:pt x="3566" y="160"/>
                    <a:pt x="3707" y="201"/>
                    <a:pt x="3840" y="287"/>
                  </a:cubicBezTo>
                  <a:cubicBezTo>
                    <a:pt x="4185" y="503"/>
                    <a:pt x="4395" y="836"/>
                    <a:pt x="4411" y="1191"/>
                  </a:cubicBezTo>
                  <a:cubicBezTo>
                    <a:pt x="3994" y="1265"/>
                    <a:pt x="3667" y="1650"/>
                    <a:pt x="3677" y="1878"/>
                  </a:cubicBezTo>
                  <a:cubicBezTo>
                    <a:pt x="3679" y="1969"/>
                    <a:pt x="3738" y="2069"/>
                    <a:pt x="3899" y="2069"/>
                  </a:cubicBezTo>
                  <a:cubicBezTo>
                    <a:pt x="3920" y="2069"/>
                    <a:pt x="3942" y="2067"/>
                    <a:pt x="3966" y="2064"/>
                  </a:cubicBezTo>
                  <a:cubicBezTo>
                    <a:pt x="4293" y="2020"/>
                    <a:pt x="4534" y="1727"/>
                    <a:pt x="4571" y="1339"/>
                  </a:cubicBezTo>
                  <a:cubicBezTo>
                    <a:pt x="4753" y="1342"/>
                    <a:pt x="4920" y="1428"/>
                    <a:pt x="5074" y="1589"/>
                  </a:cubicBezTo>
                  <a:cubicBezTo>
                    <a:pt x="5336" y="1863"/>
                    <a:pt x="5274" y="2190"/>
                    <a:pt x="5176" y="2418"/>
                  </a:cubicBezTo>
                  <a:cubicBezTo>
                    <a:pt x="4953" y="2939"/>
                    <a:pt x="4327" y="3414"/>
                    <a:pt x="3862" y="3414"/>
                  </a:cubicBezTo>
                  <a:cubicBezTo>
                    <a:pt x="3857" y="3415"/>
                    <a:pt x="3853" y="3415"/>
                    <a:pt x="3848" y="3415"/>
                  </a:cubicBezTo>
                  <a:cubicBezTo>
                    <a:pt x="3736" y="3415"/>
                    <a:pt x="3627" y="3378"/>
                    <a:pt x="3541" y="3310"/>
                  </a:cubicBezTo>
                  <a:cubicBezTo>
                    <a:pt x="3491" y="3273"/>
                    <a:pt x="3448" y="3232"/>
                    <a:pt x="3408" y="3186"/>
                  </a:cubicBezTo>
                  <a:cubicBezTo>
                    <a:pt x="3603" y="2983"/>
                    <a:pt x="3667" y="2687"/>
                    <a:pt x="3578" y="2421"/>
                  </a:cubicBezTo>
                  <a:cubicBezTo>
                    <a:pt x="3513" y="2218"/>
                    <a:pt x="3408" y="2190"/>
                    <a:pt x="3350" y="2190"/>
                  </a:cubicBezTo>
                  <a:cubicBezTo>
                    <a:pt x="3260" y="2190"/>
                    <a:pt x="3177" y="2255"/>
                    <a:pt x="3121" y="2366"/>
                  </a:cubicBezTo>
                  <a:cubicBezTo>
                    <a:pt x="3023" y="2563"/>
                    <a:pt x="3010" y="2878"/>
                    <a:pt x="3192" y="3165"/>
                  </a:cubicBezTo>
                  <a:cubicBezTo>
                    <a:pt x="3001" y="3306"/>
                    <a:pt x="2649" y="3461"/>
                    <a:pt x="1999" y="3461"/>
                  </a:cubicBezTo>
                  <a:lnTo>
                    <a:pt x="1956" y="3461"/>
                  </a:lnTo>
                  <a:cubicBezTo>
                    <a:pt x="1558" y="3458"/>
                    <a:pt x="1385" y="3254"/>
                    <a:pt x="1314" y="3051"/>
                  </a:cubicBezTo>
                  <a:cubicBezTo>
                    <a:pt x="1564" y="3035"/>
                    <a:pt x="1767" y="2915"/>
                    <a:pt x="1863" y="2720"/>
                  </a:cubicBezTo>
                  <a:cubicBezTo>
                    <a:pt x="1959" y="2523"/>
                    <a:pt x="1922" y="2298"/>
                    <a:pt x="1761" y="2097"/>
                  </a:cubicBezTo>
                  <a:cubicBezTo>
                    <a:pt x="1675" y="1986"/>
                    <a:pt x="1585" y="1965"/>
                    <a:pt x="1527" y="1965"/>
                  </a:cubicBezTo>
                  <a:cubicBezTo>
                    <a:pt x="1444" y="1965"/>
                    <a:pt x="1360" y="2011"/>
                    <a:pt x="1289" y="2097"/>
                  </a:cubicBezTo>
                  <a:cubicBezTo>
                    <a:pt x="1147" y="2276"/>
                    <a:pt x="1076" y="2594"/>
                    <a:pt x="1107" y="2878"/>
                  </a:cubicBezTo>
                  <a:cubicBezTo>
                    <a:pt x="913" y="2835"/>
                    <a:pt x="728" y="2751"/>
                    <a:pt x="568" y="2628"/>
                  </a:cubicBezTo>
                  <a:cubicBezTo>
                    <a:pt x="154" y="2320"/>
                    <a:pt x="241" y="1891"/>
                    <a:pt x="296" y="1718"/>
                  </a:cubicBezTo>
                  <a:cubicBezTo>
                    <a:pt x="420" y="1345"/>
                    <a:pt x="746" y="1043"/>
                    <a:pt x="1027" y="1043"/>
                  </a:cubicBezTo>
                  <a:cubicBezTo>
                    <a:pt x="1095" y="1043"/>
                    <a:pt x="1163" y="1061"/>
                    <a:pt x="1218" y="1095"/>
                  </a:cubicBezTo>
                  <a:cubicBezTo>
                    <a:pt x="1232" y="1103"/>
                    <a:pt x="1246" y="1106"/>
                    <a:pt x="1260" y="1106"/>
                  </a:cubicBezTo>
                  <a:cubicBezTo>
                    <a:pt x="1307" y="1106"/>
                    <a:pt x="1349" y="1067"/>
                    <a:pt x="1342" y="1015"/>
                  </a:cubicBezTo>
                  <a:cubicBezTo>
                    <a:pt x="1342" y="1012"/>
                    <a:pt x="1283" y="586"/>
                    <a:pt x="1487" y="355"/>
                  </a:cubicBezTo>
                  <a:cubicBezTo>
                    <a:pt x="1572" y="255"/>
                    <a:pt x="1695" y="205"/>
                    <a:pt x="1853" y="205"/>
                  </a:cubicBezTo>
                  <a:cubicBezTo>
                    <a:pt x="1964" y="205"/>
                    <a:pt x="2092" y="230"/>
                    <a:pt x="2236" y="278"/>
                  </a:cubicBezTo>
                  <a:cubicBezTo>
                    <a:pt x="2369" y="318"/>
                    <a:pt x="2495" y="380"/>
                    <a:pt x="2609" y="457"/>
                  </a:cubicBezTo>
                  <a:cubicBezTo>
                    <a:pt x="2387" y="765"/>
                    <a:pt x="2313" y="1172"/>
                    <a:pt x="2560" y="1382"/>
                  </a:cubicBezTo>
                  <a:cubicBezTo>
                    <a:pt x="2622" y="1437"/>
                    <a:pt x="2705" y="1474"/>
                    <a:pt x="2791" y="1478"/>
                  </a:cubicBezTo>
                  <a:cubicBezTo>
                    <a:pt x="2921" y="1478"/>
                    <a:pt x="3038" y="1382"/>
                    <a:pt x="3091" y="1234"/>
                  </a:cubicBezTo>
                  <a:cubicBezTo>
                    <a:pt x="3168" y="1018"/>
                    <a:pt x="3112" y="694"/>
                    <a:pt x="2835" y="432"/>
                  </a:cubicBezTo>
                  <a:cubicBezTo>
                    <a:pt x="3006" y="255"/>
                    <a:pt x="3214" y="160"/>
                    <a:pt x="3426" y="160"/>
                  </a:cubicBezTo>
                  <a:close/>
                  <a:moveTo>
                    <a:pt x="3431" y="0"/>
                  </a:moveTo>
                  <a:cubicBezTo>
                    <a:pt x="3171" y="0"/>
                    <a:pt x="2915" y="116"/>
                    <a:pt x="2711" y="333"/>
                  </a:cubicBezTo>
                  <a:cubicBezTo>
                    <a:pt x="2582" y="241"/>
                    <a:pt x="2440" y="173"/>
                    <a:pt x="2289" y="124"/>
                  </a:cubicBezTo>
                  <a:cubicBezTo>
                    <a:pt x="2129" y="71"/>
                    <a:pt x="1984" y="45"/>
                    <a:pt x="1856" y="45"/>
                  </a:cubicBezTo>
                  <a:cubicBezTo>
                    <a:pt x="1647" y="45"/>
                    <a:pt x="1482" y="113"/>
                    <a:pt x="1363" y="247"/>
                  </a:cubicBezTo>
                  <a:cubicBezTo>
                    <a:pt x="1194" y="444"/>
                    <a:pt x="1169" y="731"/>
                    <a:pt x="1172" y="901"/>
                  </a:cubicBezTo>
                  <a:cubicBezTo>
                    <a:pt x="1126" y="888"/>
                    <a:pt x="1076" y="882"/>
                    <a:pt x="1027" y="882"/>
                  </a:cubicBezTo>
                  <a:cubicBezTo>
                    <a:pt x="676" y="882"/>
                    <a:pt x="287" y="1228"/>
                    <a:pt x="142" y="1669"/>
                  </a:cubicBezTo>
                  <a:cubicBezTo>
                    <a:pt x="0" y="2104"/>
                    <a:pt x="120" y="2498"/>
                    <a:pt x="472" y="2757"/>
                  </a:cubicBezTo>
                  <a:cubicBezTo>
                    <a:pt x="694" y="2921"/>
                    <a:pt x="922" y="3020"/>
                    <a:pt x="1141" y="3047"/>
                  </a:cubicBezTo>
                  <a:cubicBezTo>
                    <a:pt x="1246" y="3408"/>
                    <a:pt x="1539" y="3621"/>
                    <a:pt x="1952" y="3624"/>
                  </a:cubicBezTo>
                  <a:lnTo>
                    <a:pt x="1999" y="3624"/>
                  </a:lnTo>
                  <a:cubicBezTo>
                    <a:pt x="2563" y="3624"/>
                    <a:pt x="3007" y="3513"/>
                    <a:pt x="3288" y="3297"/>
                  </a:cubicBezTo>
                  <a:cubicBezTo>
                    <a:pt x="3334" y="3347"/>
                    <a:pt x="3384" y="3396"/>
                    <a:pt x="3439" y="3439"/>
                  </a:cubicBezTo>
                  <a:cubicBezTo>
                    <a:pt x="3556" y="3529"/>
                    <a:pt x="3699" y="3578"/>
                    <a:pt x="3848" y="3578"/>
                  </a:cubicBezTo>
                  <a:cubicBezTo>
                    <a:pt x="3853" y="3578"/>
                    <a:pt x="3857" y="3578"/>
                    <a:pt x="3862" y="3578"/>
                  </a:cubicBezTo>
                  <a:cubicBezTo>
                    <a:pt x="4392" y="3578"/>
                    <a:pt x="5077" y="3066"/>
                    <a:pt x="5327" y="2483"/>
                  </a:cubicBezTo>
                  <a:cubicBezTo>
                    <a:pt x="5490" y="2097"/>
                    <a:pt x="5444" y="1743"/>
                    <a:pt x="5191" y="1478"/>
                  </a:cubicBezTo>
                  <a:cubicBezTo>
                    <a:pt x="5009" y="1283"/>
                    <a:pt x="4802" y="1185"/>
                    <a:pt x="4574" y="1178"/>
                  </a:cubicBezTo>
                  <a:cubicBezTo>
                    <a:pt x="4552" y="774"/>
                    <a:pt x="4315" y="395"/>
                    <a:pt x="3929" y="151"/>
                  </a:cubicBezTo>
                  <a:cubicBezTo>
                    <a:pt x="3770" y="49"/>
                    <a:pt x="3600" y="0"/>
                    <a:pt x="34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2"/>
        </a:solidFill>
        <a:effectLst/>
      </p:bgPr>
    </p:bg>
    <p:spTree>
      <p:nvGrpSpPr>
        <p:cNvPr id="1" name="Shape 103"/>
        <p:cNvGrpSpPr/>
        <p:nvPr/>
      </p:nvGrpSpPr>
      <p:grpSpPr>
        <a:xfrm>
          <a:off x="0" y="0"/>
          <a:ext cx="0" cy="0"/>
          <a:chOff x="0" y="0"/>
          <a:chExt cx="0" cy="0"/>
        </a:xfrm>
      </p:grpSpPr>
      <p:sp>
        <p:nvSpPr>
          <p:cNvPr id="104" name="Google Shape;104;p3"/>
          <p:cNvSpPr/>
          <p:nvPr/>
        </p:nvSpPr>
        <p:spPr>
          <a:xfrm>
            <a:off x="-111285" y="-151800"/>
            <a:ext cx="9366570" cy="5506907"/>
          </a:xfrm>
          <a:custGeom>
            <a:avLst/>
            <a:gdLst/>
            <a:ahLst/>
            <a:cxnLst/>
            <a:rect l="l" t="t" r="r" b="b"/>
            <a:pathLst>
              <a:path w="287870" h="169248" extrusionOk="0">
                <a:moveTo>
                  <a:pt x="17455" y="3287"/>
                </a:moveTo>
                <a:lnTo>
                  <a:pt x="17455" y="9371"/>
                </a:lnTo>
                <a:lnTo>
                  <a:pt x="11371" y="9371"/>
                </a:lnTo>
                <a:lnTo>
                  <a:pt x="11371" y="3287"/>
                </a:lnTo>
                <a:close/>
                <a:moveTo>
                  <a:pt x="24503" y="3287"/>
                </a:moveTo>
                <a:lnTo>
                  <a:pt x="24503" y="9371"/>
                </a:lnTo>
                <a:lnTo>
                  <a:pt x="18431" y="9371"/>
                </a:lnTo>
                <a:lnTo>
                  <a:pt x="18431" y="3287"/>
                </a:lnTo>
                <a:close/>
                <a:moveTo>
                  <a:pt x="31564" y="3287"/>
                </a:moveTo>
                <a:lnTo>
                  <a:pt x="31564" y="9371"/>
                </a:lnTo>
                <a:lnTo>
                  <a:pt x="25492" y="9371"/>
                </a:lnTo>
                <a:lnTo>
                  <a:pt x="25492" y="3287"/>
                </a:lnTo>
                <a:close/>
                <a:moveTo>
                  <a:pt x="38612" y="3287"/>
                </a:moveTo>
                <a:lnTo>
                  <a:pt x="38612" y="9371"/>
                </a:lnTo>
                <a:lnTo>
                  <a:pt x="32540" y="9371"/>
                </a:lnTo>
                <a:lnTo>
                  <a:pt x="32540" y="3287"/>
                </a:lnTo>
                <a:close/>
                <a:moveTo>
                  <a:pt x="45673" y="3287"/>
                </a:moveTo>
                <a:lnTo>
                  <a:pt x="45673" y="9371"/>
                </a:lnTo>
                <a:lnTo>
                  <a:pt x="39601" y="9371"/>
                </a:lnTo>
                <a:lnTo>
                  <a:pt x="39601" y="3287"/>
                </a:lnTo>
                <a:close/>
                <a:moveTo>
                  <a:pt x="52721" y="3287"/>
                </a:moveTo>
                <a:lnTo>
                  <a:pt x="52721" y="9371"/>
                </a:lnTo>
                <a:lnTo>
                  <a:pt x="46649" y="9371"/>
                </a:lnTo>
                <a:lnTo>
                  <a:pt x="46649" y="3287"/>
                </a:lnTo>
                <a:close/>
                <a:moveTo>
                  <a:pt x="59782" y="3287"/>
                </a:moveTo>
                <a:lnTo>
                  <a:pt x="59782" y="9371"/>
                </a:lnTo>
                <a:lnTo>
                  <a:pt x="53709" y="9371"/>
                </a:lnTo>
                <a:lnTo>
                  <a:pt x="53709" y="3287"/>
                </a:lnTo>
                <a:close/>
                <a:moveTo>
                  <a:pt x="66842" y="3287"/>
                </a:moveTo>
                <a:lnTo>
                  <a:pt x="66842" y="9371"/>
                </a:lnTo>
                <a:lnTo>
                  <a:pt x="60770" y="9371"/>
                </a:lnTo>
                <a:lnTo>
                  <a:pt x="60770" y="3287"/>
                </a:lnTo>
                <a:close/>
                <a:moveTo>
                  <a:pt x="73902" y="3287"/>
                </a:moveTo>
                <a:lnTo>
                  <a:pt x="73902" y="9371"/>
                </a:lnTo>
                <a:lnTo>
                  <a:pt x="67818" y="9371"/>
                </a:lnTo>
                <a:lnTo>
                  <a:pt x="67818" y="3287"/>
                </a:lnTo>
                <a:close/>
                <a:moveTo>
                  <a:pt x="80951" y="3287"/>
                </a:moveTo>
                <a:lnTo>
                  <a:pt x="80951" y="9371"/>
                </a:lnTo>
                <a:lnTo>
                  <a:pt x="74879" y="9371"/>
                </a:lnTo>
                <a:lnTo>
                  <a:pt x="74879" y="3287"/>
                </a:lnTo>
                <a:close/>
                <a:moveTo>
                  <a:pt x="88011" y="3287"/>
                </a:moveTo>
                <a:lnTo>
                  <a:pt x="88011" y="9371"/>
                </a:lnTo>
                <a:lnTo>
                  <a:pt x="81939" y="9371"/>
                </a:lnTo>
                <a:lnTo>
                  <a:pt x="81939" y="3287"/>
                </a:lnTo>
                <a:close/>
                <a:moveTo>
                  <a:pt x="95060" y="3287"/>
                </a:moveTo>
                <a:lnTo>
                  <a:pt x="95060" y="9371"/>
                </a:lnTo>
                <a:lnTo>
                  <a:pt x="88988" y="9371"/>
                </a:lnTo>
                <a:lnTo>
                  <a:pt x="88988" y="3287"/>
                </a:lnTo>
                <a:close/>
                <a:moveTo>
                  <a:pt x="102120" y="3287"/>
                </a:moveTo>
                <a:lnTo>
                  <a:pt x="102120" y="9371"/>
                </a:lnTo>
                <a:lnTo>
                  <a:pt x="96036" y="9371"/>
                </a:lnTo>
                <a:lnTo>
                  <a:pt x="96036" y="3287"/>
                </a:lnTo>
                <a:close/>
                <a:moveTo>
                  <a:pt x="109169" y="3287"/>
                </a:moveTo>
                <a:lnTo>
                  <a:pt x="109169" y="9371"/>
                </a:lnTo>
                <a:lnTo>
                  <a:pt x="103097" y="9371"/>
                </a:lnTo>
                <a:lnTo>
                  <a:pt x="103097" y="3287"/>
                </a:lnTo>
                <a:close/>
                <a:moveTo>
                  <a:pt x="116229" y="3287"/>
                </a:moveTo>
                <a:lnTo>
                  <a:pt x="116229" y="9371"/>
                </a:lnTo>
                <a:lnTo>
                  <a:pt x="110157" y="9371"/>
                </a:lnTo>
                <a:lnTo>
                  <a:pt x="110157" y="3287"/>
                </a:lnTo>
                <a:close/>
                <a:moveTo>
                  <a:pt x="123278" y="3287"/>
                </a:moveTo>
                <a:lnTo>
                  <a:pt x="123278" y="9371"/>
                </a:lnTo>
                <a:lnTo>
                  <a:pt x="117205" y="9371"/>
                </a:lnTo>
                <a:lnTo>
                  <a:pt x="117205" y="3287"/>
                </a:lnTo>
                <a:close/>
                <a:moveTo>
                  <a:pt x="130338" y="3287"/>
                </a:moveTo>
                <a:lnTo>
                  <a:pt x="130338" y="9371"/>
                </a:lnTo>
                <a:lnTo>
                  <a:pt x="124266" y="9371"/>
                </a:lnTo>
                <a:lnTo>
                  <a:pt x="124266" y="3287"/>
                </a:lnTo>
                <a:close/>
                <a:moveTo>
                  <a:pt x="137387" y="3287"/>
                </a:moveTo>
                <a:lnTo>
                  <a:pt x="137387" y="9371"/>
                </a:lnTo>
                <a:lnTo>
                  <a:pt x="131314" y="9371"/>
                </a:lnTo>
                <a:lnTo>
                  <a:pt x="131314" y="3287"/>
                </a:lnTo>
                <a:close/>
                <a:moveTo>
                  <a:pt x="144447" y="3287"/>
                </a:moveTo>
                <a:lnTo>
                  <a:pt x="144447" y="9371"/>
                </a:lnTo>
                <a:lnTo>
                  <a:pt x="138375" y="9371"/>
                </a:lnTo>
                <a:lnTo>
                  <a:pt x="138375" y="3287"/>
                </a:lnTo>
                <a:close/>
                <a:moveTo>
                  <a:pt x="151495" y="3287"/>
                </a:moveTo>
                <a:lnTo>
                  <a:pt x="151495" y="9371"/>
                </a:lnTo>
                <a:lnTo>
                  <a:pt x="145423" y="9371"/>
                </a:lnTo>
                <a:lnTo>
                  <a:pt x="145423" y="3287"/>
                </a:lnTo>
                <a:close/>
                <a:moveTo>
                  <a:pt x="158556" y="3287"/>
                </a:moveTo>
                <a:lnTo>
                  <a:pt x="158556" y="9371"/>
                </a:lnTo>
                <a:lnTo>
                  <a:pt x="152484" y="9371"/>
                </a:lnTo>
                <a:lnTo>
                  <a:pt x="152484" y="3287"/>
                </a:lnTo>
                <a:close/>
                <a:moveTo>
                  <a:pt x="165604" y="3287"/>
                </a:moveTo>
                <a:lnTo>
                  <a:pt x="165604" y="9371"/>
                </a:lnTo>
                <a:lnTo>
                  <a:pt x="159532" y="9371"/>
                </a:lnTo>
                <a:lnTo>
                  <a:pt x="159532" y="3287"/>
                </a:lnTo>
                <a:close/>
                <a:moveTo>
                  <a:pt x="172665" y="3287"/>
                </a:moveTo>
                <a:lnTo>
                  <a:pt x="172665" y="9371"/>
                </a:lnTo>
                <a:lnTo>
                  <a:pt x="166581" y="9371"/>
                </a:lnTo>
                <a:lnTo>
                  <a:pt x="166581" y="3287"/>
                </a:lnTo>
                <a:close/>
                <a:moveTo>
                  <a:pt x="179713" y="3287"/>
                </a:moveTo>
                <a:lnTo>
                  <a:pt x="179713" y="9371"/>
                </a:lnTo>
                <a:lnTo>
                  <a:pt x="173641" y="9371"/>
                </a:lnTo>
                <a:lnTo>
                  <a:pt x="173641" y="3287"/>
                </a:lnTo>
                <a:close/>
                <a:moveTo>
                  <a:pt x="186774" y="3287"/>
                </a:moveTo>
                <a:lnTo>
                  <a:pt x="186774" y="9371"/>
                </a:lnTo>
                <a:lnTo>
                  <a:pt x="180702" y="9371"/>
                </a:lnTo>
                <a:lnTo>
                  <a:pt x="180702" y="3287"/>
                </a:lnTo>
                <a:close/>
                <a:moveTo>
                  <a:pt x="193822" y="3287"/>
                </a:moveTo>
                <a:lnTo>
                  <a:pt x="193822" y="9371"/>
                </a:lnTo>
                <a:lnTo>
                  <a:pt x="187750" y="9371"/>
                </a:lnTo>
                <a:lnTo>
                  <a:pt x="187750" y="3287"/>
                </a:lnTo>
                <a:close/>
                <a:moveTo>
                  <a:pt x="200883" y="3287"/>
                </a:moveTo>
                <a:lnTo>
                  <a:pt x="200883" y="9371"/>
                </a:lnTo>
                <a:lnTo>
                  <a:pt x="194810" y="9371"/>
                </a:lnTo>
                <a:lnTo>
                  <a:pt x="194810" y="3287"/>
                </a:lnTo>
                <a:close/>
                <a:moveTo>
                  <a:pt x="207931" y="3287"/>
                </a:moveTo>
                <a:lnTo>
                  <a:pt x="207931" y="9371"/>
                </a:lnTo>
                <a:lnTo>
                  <a:pt x="201859" y="9371"/>
                </a:lnTo>
                <a:lnTo>
                  <a:pt x="201859" y="3287"/>
                </a:lnTo>
                <a:close/>
                <a:moveTo>
                  <a:pt x="214992" y="3287"/>
                </a:moveTo>
                <a:lnTo>
                  <a:pt x="214992" y="9371"/>
                </a:lnTo>
                <a:lnTo>
                  <a:pt x="208919" y="9371"/>
                </a:lnTo>
                <a:lnTo>
                  <a:pt x="208919" y="3287"/>
                </a:lnTo>
                <a:close/>
                <a:moveTo>
                  <a:pt x="222052" y="3287"/>
                </a:moveTo>
                <a:lnTo>
                  <a:pt x="222052" y="9371"/>
                </a:lnTo>
                <a:lnTo>
                  <a:pt x="215968" y="9371"/>
                </a:lnTo>
                <a:lnTo>
                  <a:pt x="215968" y="3287"/>
                </a:lnTo>
                <a:close/>
                <a:moveTo>
                  <a:pt x="229100" y="3287"/>
                </a:moveTo>
                <a:lnTo>
                  <a:pt x="229100" y="9371"/>
                </a:lnTo>
                <a:lnTo>
                  <a:pt x="223028" y="9371"/>
                </a:lnTo>
                <a:lnTo>
                  <a:pt x="223028" y="3287"/>
                </a:lnTo>
                <a:close/>
                <a:moveTo>
                  <a:pt x="236161" y="3287"/>
                </a:moveTo>
                <a:lnTo>
                  <a:pt x="236161" y="9371"/>
                </a:lnTo>
                <a:lnTo>
                  <a:pt x="230077" y="9371"/>
                </a:lnTo>
                <a:lnTo>
                  <a:pt x="230077" y="3287"/>
                </a:lnTo>
                <a:close/>
                <a:moveTo>
                  <a:pt x="243209" y="3287"/>
                </a:moveTo>
                <a:lnTo>
                  <a:pt x="243209" y="9371"/>
                </a:lnTo>
                <a:lnTo>
                  <a:pt x="237137" y="9371"/>
                </a:lnTo>
                <a:lnTo>
                  <a:pt x="237137" y="3287"/>
                </a:lnTo>
                <a:close/>
                <a:moveTo>
                  <a:pt x="250270" y="3287"/>
                </a:moveTo>
                <a:lnTo>
                  <a:pt x="250270" y="9371"/>
                </a:lnTo>
                <a:lnTo>
                  <a:pt x="244198" y="9371"/>
                </a:lnTo>
                <a:lnTo>
                  <a:pt x="244198" y="3287"/>
                </a:lnTo>
                <a:close/>
                <a:moveTo>
                  <a:pt x="257318" y="3287"/>
                </a:moveTo>
                <a:lnTo>
                  <a:pt x="257318" y="9371"/>
                </a:lnTo>
                <a:lnTo>
                  <a:pt x="251246" y="9371"/>
                </a:lnTo>
                <a:lnTo>
                  <a:pt x="251246" y="3287"/>
                </a:lnTo>
                <a:close/>
                <a:moveTo>
                  <a:pt x="264379" y="3287"/>
                </a:moveTo>
                <a:lnTo>
                  <a:pt x="264379" y="9371"/>
                </a:lnTo>
                <a:lnTo>
                  <a:pt x="258306" y="9371"/>
                </a:lnTo>
                <a:lnTo>
                  <a:pt x="258306" y="3287"/>
                </a:lnTo>
                <a:close/>
                <a:moveTo>
                  <a:pt x="271427" y="3287"/>
                </a:moveTo>
                <a:lnTo>
                  <a:pt x="271427" y="9371"/>
                </a:lnTo>
                <a:lnTo>
                  <a:pt x="265355" y="9371"/>
                </a:lnTo>
                <a:lnTo>
                  <a:pt x="265355" y="3287"/>
                </a:lnTo>
                <a:close/>
                <a:moveTo>
                  <a:pt x="278488" y="3287"/>
                </a:moveTo>
                <a:lnTo>
                  <a:pt x="278488" y="9371"/>
                </a:lnTo>
                <a:lnTo>
                  <a:pt x="272415" y="9371"/>
                </a:lnTo>
                <a:lnTo>
                  <a:pt x="272415" y="3287"/>
                </a:lnTo>
                <a:close/>
                <a:moveTo>
                  <a:pt x="17443" y="10347"/>
                </a:moveTo>
                <a:lnTo>
                  <a:pt x="17443" y="16419"/>
                </a:lnTo>
                <a:lnTo>
                  <a:pt x="11371" y="16419"/>
                </a:lnTo>
                <a:lnTo>
                  <a:pt x="11371" y="10347"/>
                </a:lnTo>
                <a:close/>
                <a:moveTo>
                  <a:pt x="24503" y="10347"/>
                </a:moveTo>
                <a:lnTo>
                  <a:pt x="24503" y="16419"/>
                </a:lnTo>
                <a:lnTo>
                  <a:pt x="18431" y="16419"/>
                </a:lnTo>
                <a:lnTo>
                  <a:pt x="18431" y="10347"/>
                </a:lnTo>
                <a:close/>
                <a:moveTo>
                  <a:pt x="31564" y="10347"/>
                </a:moveTo>
                <a:lnTo>
                  <a:pt x="31564" y="16419"/>
                </a:lnTo>
                <a:lnTo>
                  <a:pt x="25492" y="16419"/>
                </a:lnTo>
                <a:lnTo>
                  <a:pt x="25492" y="10347"/>
                </a:lnTo>
                <a:close/>
                <a:moveTo>
                  <a:pt x="38612" y="10347"/>
                </a:moveTo>
                <a:lnTo>
                  <a:pt x="38612" y="16419"/>
                </a:lnTo>
                <a:lnTo>
                  <a:pt x="32540" y="16419"/>
                </a:lnTo>
                <a:lnTo>
                  <a:pt x="32540" y="10347"/>
                </a:lnTo>
                <a:close/>
                <a:moveTo>
                  <a:pt x="45673" y="10347"/>
                </a:moveTo>
                <a:lnTo>
                  <a:pt x="45673" y="16419"/>
                </a:lnTo>
                <a:lnTo>
                  <a:pt x="39601" y="16419"/>
                </a:lnTo>
                <a:lnTo>
                  <a:pt x="39601" y="10347"/>
                </a:lnTo>
                <a:close/>
                <a:moveTo>
                  <a:pt x="52721" y="10347"/>
                </a:moveTo>
                <a:lnTo>
                  <a:pt x="52721" y="16419"/>
                </a:lnTo>
                <a:lnTo>
                  <a:pt x="46649" y="16419"/>
                </a:lnTo>
                <a:lnTo>
                  <a:pt x="46649" y="10347"/>
                </a:lnTo>
                <a:close/>
                <a:moveTo>
                  <a:pt x="59782" y="10347"/>
                </a:moveTo>
                <a:lnTo>
                  <a:pt x="59782" y="16419"/>
                </a:lnTo>
                <a:lnTo>
                  <a:pt x="53709" y="16419"/>
                </a:lnTo>
                <a:lnTo>
                  <a:pt x="53709" y="10347"/>
                </a:lnTo>
                <a:close/>
                <a:moveTo>
                  <a:pt x="66842" y="10347"/>
                </a:moveTo>
                <a:lnTo>
                  <a:pt x="66842" y="16419"/>
                </a:lnTo>
                <a:lnTo>
                  <a:pt x="60758" y="16419"/>
                </a:lnTo>
                <a:lnTo>
                  <a:pt x="60758" y="10347"/>
                </a:lnTo>
                <a:close/>
                <a:moveTo>
                  <a:pt x="73902" y="10347"/>
                </a:moveTo>
                <a:lnTo>
                  <a:pt x="73902" y="16419"/>
                </a:lnTo>
                <a:lnTo>
                  <a:pt x="67818" y="16419"/>
                </a:lnTo>
                <a:lnTo>
                  <a:pt x="67818" y="10347"/>
                </a:lnTo>
                <a:close/>
                <a:moveTo>
                  <a:pt x="80951" y="10347"/>
                </a:moveTo>
                <a:lnTo>
                  <a:pt x="80951" y="16419"/>
                </a:lnTo>
                <a:lnTo>
                  <a:pt x="74879" y="16419"/>
                </a:lnTo>
                <a:lnTo>
                  <a:pt x="74879" y="10347"/>
                </a:lnTo>
                <a:close/>
                <a:moveTo>
                  <a:pt x="88011" y="10347"/>
                </a:moveTo>
                <a:lnTo>
                  <a:pt x="88011" y="16419"/>
                </a:lnTo>
                <a:lnTo>
                  <a:pt x="81927" y="16419"/>
                </a:lnTo>
                <a:lnTo>
                  <a:pt x="81927" y="10347"/>
                </a:lnTo>
                <a:close/>
                <a:moveTo>
                  <a:pt x="95060" y="10347"/>
                </a:moveTo>
                <a:lnTo>
                  <a:pt x="95060" y="16419"/>
                </a:lnTo>
                <a:lnTo>
                  <a:pt x="88988" y="16419"/>
                </a:lnTo>
                <a:lnTo>
                  <a:pt x="88988" y="10347"/>
                </a:lnTo>
                <a:close/>
                <a:moveTo>
                  <a:pt x="102120" y="10347"/>
                </a:moveTo>
                <a:lnTo>
                  <a:pt x="102120" y="16419"/>
                </a:lnTo>
                <a:lnTo>
                  <a:pt x="96036" y="16419"/>
                </a:lnTo>
                <a:lnTo>
                  <a:pt x="96036" y="10347"/>
                </a:lnTo>
                <a:close/>
                <a:moveTo>
                  <a:pt x="109169" y="10347"/>
                </a:moveTo>
                <a:lnTo>
                  <a:pt x="109169" y="16419"/>
                </a:lnTo>
                <a:lnTo>
                  <a:pt x="103097" y="16419"/>
                </a:lnTo>
                <a:lnTo>
                  <a:pt x="103097" y="10347"/>
                </a:lnTo>
                <a:close/>
                <a:moveTo>
                  <a:pt x="116229" y="10347"/>
                </a:moveTo>
                <a:lnTo>
                  <a:pt x="116229" y="16419"/>
                </a:lnTo>
                <a:lnTo>
                  <a:pt x="110157" y="16419"/>
                </a:lnTo>
                <a:lnTo>
                  <a:pt x="110157" y="10347"/>
                </a:lnTo>
                <a:close/>
                <a:moveTo>
                  <a:pt x="123278" y="10347"/>
                </a:moveTo>
                <a:lnTo>
                  <a:pt x="123278" y="16419"/>
                </a:lnTo>
                <a:lnTo>
                  <a:pt x="117205" y="16419"/>
                </a:lnTo>
                <a:lnTo>
                  <a:pt x="117205" y="10347"/>
                </a:lnTo>
                <a:close/>
                <a:moveTo>
                  <a:pt x="130338" y="10347"/>
                </a:moveTo>
                <a:lnTo>
                  <a:pt x="130338" y="16419"/>
                </a:lnTo>
                <a:lnTo>
                  <a:pt x="124254" y="16419"/>
                </a:lnTo>
                <a:lnTo>
                  <a:pt x="124254" y="10347"/>
                </a:lnTo>
                <a:close/>
                <a:moveTo>
                  <a:pt x="137387" y="10347"/>
                </a:moveTo>
                <a:lnTo>
                  <a:pt x="137387" y="16419"/>
                </a:lnTo>
                <a:lnTo>
                  <a:pt x="131314" y="16419"/>
                </a:lnTo>
                <a:lnTo>
                  <a:pt x="131314" y="10347"/>
                </a:lnTo>
                <a:close/>
                <a:moveTo>
                  <a:pt x="144447" y="10347"/>
                </a:moveTo>
                <a:lnTo>
                  <a:pt x="144447" y="16419"/>
                </a:lnTo>
                <a:lnTo>
                  <a:pt x="138375" y="16419"/>
                </a:lnTo>
                <a:lnTo>
                  <a:pt x="138375" y="10347"/>
                </a:lnTo>
                <a:close/>
                <a:moveTo>
                  <a:pt x="151495" y="10347"/>
                </a:moveTo>
                <a:lnTo>
                  <a:pt x="151495" y="16419"/>
                </a:lnTo>
                <a:lnTo>
                  <a:pt x="145423" y="16419"/>
                </a:lnTo>
                <a:lnTo>
                  <a:pt x="145423" y="10347"/>
                </a:lnTo>
                <a:close/>
                <a:moveTo>
                  <a:pt x="158556" y="10347"/>
                </a:moveTo>
                <a:lnTo>
                  <a:pt x="158556" y="16419"/>
                </a:lnTo>
                <a:lnTo>
                  <a:pt x="152484" y="16419"/>
                </a:lnTo>
                <a:lnTo>
                  <a:pt x="152484" y="10347"/>
                </a:lnTo>
                <a:close/>
                <a:moveTo>
                  <a:pt x="165604" y="10347"/>
                </a:moveTo>
                <a:lnTo>
                  <a:pt x="165604" y="16419"/>
                </a:lnTo>
                <a:lnTo>
                  <a:pt x="159532" y="16419"/>
                </a:lnTo>
                <a:lnTo>
                  <a:pt x="159532" y="10347"/>
                </a:lnTo>
                <a:close/>
                <a:moveTo>
                  <a:pt x="172665" y="10347"/>
                </a:moveTo>
                <a:lnTo>
                  <a:pt x="172665" y="16419"/>
                </a:lnTo>
                <a:lnTo>
                  <a:pt x="166581" y="16419"/>
                </a:lnTo>
                <a:lnTo>
                  <a:pt x="166581" y="10347"/>
                </a:lnTo>
                <a:close/>
                <a:moveTo>
                  <a:pt x="179713" y="10347"/>
                </a:moveTo>
                <a:lnTo>
                  <a:pt x="179713" y="16419"/>
                </a:lnTo>
                <a:lnTo>
                  <a:pt x="173641" y="16419"/>
                </a:lnTo>
                <a:lnTo>
                  <a:pt x="173641" y="10347"/>
                </a:lnTo>
                <a:close/>
                <a:moveTo>
                  <a:pt x="186774" y="10347"/>
                </a:moveTo>
                <a:lnTo>
                  <a:pt x="186774" y="16419"/>
                </a:lnTo>
                <a:lnTo>
                  <a:pt x="180702" y="16419"/>
                </a:lnTo>
                <a:lnTo>
                  <a:pt x="180702" y="10347"/>
                </a:lnTo>
                <a:close/>
                <a:moveTo>
                  <a:pt x="193822" y="10347"/>
                </a:moveTo>
                <a:lnTo>
                  <a:pt x="193822" y="16419"/>
                </a:lnTo>
                <a:lnTo>
                  <a:pt x="187750" y="16419"/>
                </a:lnTo>
                <a:lnTo>
                  <a:pt x="187750" y="10347"/>
                </a:lnTo>
                <a:close/>
                <a:moveTo>
                  <a:pt x="200883" y="10347"/>
                </a:moveTo>
                <a:lnTo>
                  <a:pt x="200883" y="16419"/>
                </a:lnTo>
                <a:lnTo>
                  <a:pt x="194810" y="16419"/>
                </a:lnTo>
                <a:lnTo>
                  <a:pt x="194810" y="10347"/>
                </a:lnTo>
                <a:close/>
                <a:moveTo>
                  <a:pt x="207931" y="10347"/>
                </a:moveTo>
                <a:lnTo>
                  <a:pt x="207931" y="16419"/>
                </a:lnTo>
                <a:lnTo>
                  <a:pt x="201859" y="16419"/>
                </a:lnTo>
                <a:lnTo>
                  <a:pt x="201859" y="10347"/>
                </a:lnTo>
                <a:close/>
                <a:moveTo>
                  <a:pt x="214992" y="10347"/>
                </a:moveTo>
                <a:lnTo>
                  <a:pt x="214992" y="16419"/>
                </a:lnTo>
                <a:lnTo>
                  <a:pt x="208919" y="16419"/>
                </a:lnTo>
                <a:lnTo>
                  <a:pt x="208919" y="10347"/>
                </a:lnTo>
                <a:close/>
                <a:moveTo>
                  <a:pt x="222052" y="10347"/>
                </a:moveTo>
                <a:lnTo>
                  <a:pt x="222052" y="16419"/>
                </a:lnTo>
                <a:lnTo>
                  <a:pt x="215968" y="16419"/>
                </a:lnTo>
                <a:lnTo>
                  <a:pt x="215968" y="10347"/>
                </a:lnTo>
                <a:close/>
                <a:moveTo>
                  <a:pt x="229100" y="10347"/>
                </a:moveTo>
                <a:lnTo>
                  <a:pt x="229100" y="16419"/>
                </a:lnTo>
                <a:lnTo>
                  <a:pt x="223028" y="16419"/>
                </a:lnTo>
                <a:lnTo>
                  <a:pt x="223028" y="10347"/>
                </a:lnTo>
                <a:close/>
                <a:moveTo>
                  <a:pt x="236161" y="10347"/>
                </a:moveTo>
                <a:lnTo>
                  <a:pt x="236161" y="16419"/>
                </a:lnTo>
                <a:lnTo>
                  <a:pt x="230077" y="16419"/>
                </a:lnTo>
                <a:lnTo>
                  <a:pt x="230077" y="10347"/>
                </a:lnTo>
                <a:close/>
                <a:moveTo>
                  <a:pt x="243209" y="10347"/>
                </a:moveTo>
                <a:lnTo>
                  <a:pt x="243209" y="16419"/>
                </a:lnTo>
                <a:lnTo>
                  <a:pt x="237137" y="16419"/>
                </a:lnTo>
                <a:lnTo>
                  <a:pt x="237137" y="10347"/>
                </a:lnTo>
                <a:close/>
                <a:moveTo>
                  <a:pt x="250270" y="10347"/>
                </a:moveTo>
                <a:lnTo>
                  <a:pt x="250270" y="16419"/>
                </a:lnTo>
                <a:lnTo>
                  <a:pt x="244198" y="16419"/>
                </a:lnTo>
                <a:lnTo>
                  <a:pt x="244198" y="10347"/>
                </a:lnTo>
                <a:close/>
                <a:moveTo>
                  <a:pt x="257318" y="10347"/>
                </a:moveTo>
                <a:lnTo>
                  <a:pt x="257318" y="16419"/>
                </a:lnTo>
                <a:lnTo>
                  <a:pt x="251246" y="16419"/>
                </a:lnTo>
                <a:lnTo>
                  <a:pt x="251246" y="10347"/>
                </a:lnTo>
                <a:close/>
                <a:moveTo>
                  <a:pt x="264379" y="10347"/>
                </a:moveTo>
                <a:lnTo>
                  <a:pt x="264379" y="16419"/>
                </a:lnTo>
                <a:lnTo>
                  <a:pt x="258306" y="16419"/>
                </a:lnTo>
                <a:lnTo>
                  <a:pt x="258306" y="10347"/>
                </a:lnTo>
                <a:close/>
                <a:moveTo>
                  <a:pt x="271427" y="10347"/>
                </a:moveTo>
                <a:lnTo>
                  <a:pt x="271427" y="16419"/>
                </a:lnTo>
                <a:lnTo>
                  <a:pt x="265355" y="16419"/>
                </a:lnTo>
                <a:lnTo>
                  <a:pt x="265355" y="10347"/>
                </a:lnTo>
                <a:close/>
                <a:moveTo>
                  <a:pt x="278488" y="10347"/>
                </a:moveTo>
                <a:lnTo>
                  <a:pt x="278488" y="16419"/>
                </a:lnTo>
                <a:lnTo>
                  <a:pt x="272415" y="16419"/>
                </a:lnTo>
                <a:lnTo>
                  <a:pt x="272415" y="10347"/>
                </a:lnTo>
                <a:close/>
                <a:moveTo>
                  <a:pt x="17443" y="17408"/>
                </a:moveTo>
                <a:lnTo>
                  <a:pt x="17443" y="23480"/>
                </a:lnTo>
                <a:lnTo>
                  <a:pt x="11371" y="23480"/>
                </a:lnTo>
                <a:lnTo>
                  <a:pt x="11371" y="17408"/>
                </a:lnTo>
                <a:close/>
                <a:moveTo>
                  <a:pt x="24503" y="17408"/>
                </a:moveTo>
                <a:lnTo>
                  <a:pt x="24503" y="23480"/>
                </a:lnTo>
                <a:lnTo>
                  <a:pt x="18431" y="23480"/>
                </a:lnTo>
                <a:lnTo>
                  <a:pt x="18431" y="17408"/>
                </a:lnTo>
                <a:close/>
                <a:moveTo>
                  <a:pt x="31564" y="17408"/>
                </a:moveTo>
                <a:lnTo>
                  <a:pt x="31564" y="23480"/>
                </a:lnTo>
                <a:lnTo>
                  <a:pt x="25492" y="23480"/>
                </a:lnTo>
                <a:lnTo>
                  <a:pt x="25492" y="17408"/>
                </a:lnTo>
                <a:close/>
                <a:moveTo>
                  <a:pt x="38612" y="17408"/>
                </a:moveTo>
                <a:lnTo>
                  <a:pt x="38612" y="23480"/>
                </a:lnTo>
                <a:lnTo>
                  <a:pt x="32540" y="23480"/>
                </a:lnTo>
                <a:lnTo>
                  <a:pt x="32540" y="17408"/>
                </a:lnTo>
                <a:close/>
                <a:moveTo>
                  <a:pt x="45673" y="17408"/>
                </a:moveTo>
                <a:lnTo>
                  <a:pt x="45673" y="23480"/>
                </a:lnTo>
                <a:lnTo>
                  <a:pt x="39601" y="23480"/>
                </a:lnTo>
                <a:lnTo>
                  <a:pt x="39601" y="17408"/>
                </a:lnTo>
                <a:close/>
                <a:moveTo>
                  <a:pt x="52721" y="17408"/>
                </a:moveTo>
                <a:lnTo>
                  <a:pt x="52721" y="23480"/>
                </a:lnTo>
                <a:lnTo>
                  <a:pt x="46649" y="23480"/>
                </a:lnTo>
                <a:lnTo>
                  <a:pt x="46649" y="17408"/>
                </a:lnTo>
                <a:close/>
                <a:moveTo>
                  <a:pt x="59782" y="17408"/>
                </a:moveTo>
                <a:lnTo>
                  <a:pt x="59782" y="23480"/>
                </a:lnTo>
                <a:lnTo>
                  <a:pt x="53709" y="23480"/>
                </a:lnTo>
                <a:lnTo>
                  <a:pt x="53709" y="17408"/>
                </a:lnTo>
                <a:close/>
                <a:moveTo>
                  <a:pt x="66842" y="17408"/>
                </a:moveTo>
                <a:lnTo>
                  <a:pt x="66842" y="23480"/>
                </a:lnTo>
                <a:lnTo>
                  <a:pt x="60758" y="23480"/>
                </a:lnTo>
                <a:lnTo>
                  <a:pt x="60758" y="17408"/>
                </a:lnTo>
                <a:close/>
                <a:moveTo>
                  <a:pt x="73902" y="17408"/>
                </a:moveTo>
                <a:lnTo>
                  <a:pt x="73902" y="23480"/>
                </a:lnTo>
                <a:lnTo>
                  <a:pt x="67818" y="23480"/>
                </a:lnTo>
                <a:lnTo>
                  <a:pt x="67818" y="17408"/>
                </a:lnTo>
                <a:close/>
                <a:moveTo>
                  <a:pt x="80951" y="17408"/>
                </a:moveTo>
                <a:lnTo>
                  <a:pt x="80951" y="23480"/>
                </a:lnTo>
                <a:lnTo>
                  <a:pt x="74879" y="23480"/>
                </a:lnTo>
                <a:lnTo>
                  <a:pt x="74879" y="17408"/>
                </a:lnTo>
                <a:close/>
                <a:moveTo>
                  <a:pt x="88011" y="17408"/>
                </a:moveTo>
                <a:lnTo>
                  <a:pt x="88011" y="23480"/>
                </a:lnTo>
                <a:lnTo>
                  <a:pt x="81927" y="23480"/>
                </a:lnTo>
                <a:lnTo>
                  <a:pt x="81927" y="17408"/>
                </a:lnTo>
                <a:close/>
                <a:moveTo>
                  <a:pt x="95060" y="17408"/>
                </a:moveTo>
                <a:lnTo>
                  <a:pt x="95060" y="23480"/>
                </a:lnTo>
                <a:lnTo>
                  <a:pt x="88988" y="23480"/>
                </a:lnTo>
                <a:lnTo>
                  <a:pt x="88988" y="17408"/>
                </a:lnTo>
                <a:close/>
                <a:moveTo>
                  <a:pt x="102120" y="17408"/>
                </a:moveTo>
                <a:lnTo>
                  <a:pt x="102120" y="23480"/>
                </a:lnTo>
                <a:lnTo>
                  <a:pt x="96036" y="23480"/>
                </a:lnTo>
                <a:lnTo>
                  <a:pt x="96036" y="17408"/>
                </a:lnTo>
                <a:close/>
                <a:moveTo>
                  <a:pt x="109169" y="17408"/>
                </a:moveTo>
                <a:lnTo>
                  <a:pt x="109169" y="23480"/>
                </a:lnTo>
                <a:lnTo>
                  <a:pt x="103097" y="23480"/>
                </a:lnTo>
                <a:lnTo>
                  <a:pt x="103097" y="17408"/>
                </a:lnTo>
                <a:close/>
                <a:moveTo>
                  <a:pt x="116229" y="17408"/>
                </a:moveTo>
                <a:lnTo>
                  <a:pt x="116229" y="23480"/>
                </a:lnTo>
                <a:lnTo>
                  <a:pt x="110157" y="23480"/>
                </a:lnTo>
                <a:lnTo>
                  <a:pt x="110157" y="17408"/>
                </a:lnTo>
                <a:close/>
                <a:moveTo>
                  <a:pt x="123278" y="17408"/>
                </a:moveTo>
                <a:lnTo>
                  <a:pt x="123278" y="23480"/>
                </a:lnTo>
                <a:lnTo>
                  <a:pt x="117205" y="23480"/>
                </a:lnTo>
                <a:lnTo>
                  <a:pt x="117205" y="17408"/>
                </a:lnTo>
                <a:close/>
                <a:moveTo>
                  <a:pt x="130338" y="17408"/>
                </a:moveTo>
                <a:lnTo>
                  <a:pt x="130338" y="23480"/>
                </a:lnTo>
                <a:lnTo>
                  <a:pt x="124254" y="23480"/>
                </a:lnTo>
                <a:lnTo>
                  <a:pt x="124254" y="17408"/>
                </a:lnTo>
                <a:close/>
                <a:moveTo>
                  <a:pt x="137387" y="17408"/>
                </a:moveTo>
                <a:lnTo>
                  <a:pt x="137387" y="23480"/>
                </a:lnTo>
                <a:lnTo>
                  <a:pt x="131314" y="23480"/>
                </a:lnTo>
                <a:lnTo>
                  <a:pt x="131314" y="17408"/>
                </a:lnTo>
                <a:close/>
                <a:moveTo>
                  <a:pt x="144447" y="17408"/>
                </a:moveTo>
                <a:lnTo>
                  <a:pt x="144447" y="23480"/>
                </a:lnTo>
                <a:lnTo>
                  <a:pt x="138375" y="23480"/>
                </a:lnTo>
                <a:lnTo>
                  <a:pt x="138375" y="17408"/>
                </a:lnTo>
                <a:close/>
                <a:moveTo>
                  <a:pt x="151495" y="17408"/>
                </a:moveTo>
                <a:lnTo>
                  <a:pt x="151495" y="23480"/>
                </a:lnTo>
                <a:lnTo>
                  <a:pt x="145423" y="23480"/>
                </a:lnTo>
                <a:lnTo>
                  <a:pt x="145423" y="17408"/>
                </a:lnTo>
                <a:close/>
                <a:moveTo>
                  <a:pt x="158556" y="17408"/>
                </a:moveTo>
                <a:lnTo>
                  <a:pt x="158556" y="23480"/>
                </a:lnTo>
                <a:lnTo>
                  <a:pt x="152484" y="23480"/>
                </a:lnTo>
                <a:lnTo>
                  <a:pt x="152484" y="17408"/>
                </a:lnTo>
                <a:close/>
                <a:moveTo>
                  <a:pt x="165604" y="17408"/>
                </a:moveTo>
                <a:lnTo>
                  <a:pt x="165604" y="23480"/>
                </a:lnTo>
                <a:lnTo>
                  <a:pt x="159532" y="23480"/>
                </a:lnTo>
                <a:lnTo>
                  <a:pt x="159532" y="17408"/>
                </a:lnTo>
                <a:close/>
                <a:moveTo>
                  <a:pt x="172665" y="17408"/>
                </a:moveTo>
                <a:lnTo>
                  <a:pt x="172665" y="23480"/>
                </a:lnTo>
                <a:lnTo>
                  <a:pt x="166581" y="23480"/>
                </a:lnTo>
                <a:lnTo>
                  <a:pt x="166581" y="17408"/>
                </a:lnTo>
                <a:close/>
                <a:moveTo>
                  <a:pt x="179713" y="17408"/>
                </a:moveTo>
                <a:lnTo>
                  <a:pt x="179713" y="23480"/>
                </a:lnTo>
                <a:lnTo>
                  <a:pt x="173641" y="23480"/>
                </a:lnTo>
                <a:lnTo>
                  <a:pt x="173641" y="17408"/>
                </a:lnTo>
                <a:close/>
                <a:moveTo>
                  <a:pt x="186774" y="17408"/>
                </a:moveTo>
                <a:lnTo>
                  <a:pt x="186774" y="23480"/>
                </a:lnTo>
                <a:lnTo>
                  <a:pt x="180702" y="23480"/>
                </a:lnTo>
                <a:lnTo>
                  <a:pt x="180702" y="17408"/>
                </a:lnTo>
                <a:close/>
                <a:moveTo>
                  <a:pt x="193822" y="17408"/>
                </a:moveTo>
                <a:lnTo>
                  <a:pt x="193822" y="23480"/>
                </a:lnTo>
                <a:lnTo>
                  <a:pt x="187750" y="23480"/>
                </a:lnTo>
                <a:lnTo>
                  <a:pt x="187750" y="17408"/>
                </a:lnTo>
                <a:close/>
                <a:moveTo>
                  <a:pt x="200883" y="17408"/>
                </a:moveTo>
                <a:lnTo>
                  <a:pt x="200883" y="23480"/>
                </a:lnTo>
                <a:lnTo>
                  <a:pt x="194810" y="23480"/>
                </a:lnTo>
                <a:lnTo>
                  <a:pt x="194810" y="17408"/>
                </a:lnTo>
                <a:close/>
                <a:moveTo>
                  <a:pt x="207931" y="17408"/>
                </a:moveTo>
                <a:lnTo>
                  <a:pt x="207931" y="23480"/>
                </a:lnTo>
                <a:lnTo>
                  <a:pt x="201859" y="23480"/>
                </a:lnTo>
                <a:lnTo>
                  <a:pt x="201859" y="17408"/>
                </a:lnTo>
                <a:close/>
                <a:moveTo>
                  <a:pt x="214992" y="17408"/>
                </a:moveTo>
                <a:lnTo>
                  <a:pt x="214992" y="23480"/>
                </a:lnTo>
                <a:lnTo>
                  <a:pt x="208919" y="23480"/>
                </a:lnTo>
                <a:lnTo>
                  <a:pt x="208919" y="17408"/>
                </a:lnTo>
                <a:close/>
                <a:moveTo>
                  <a:pt x="222052" y="17408"/>
                </a:moveTo>
                <a:lnTo>
                  <a:pt x="222052" y="23480"/>
                </a:lnTo>
                <a:lnTo>
                  <a:pt x="215968" y="23480"/>
                </a:lnTo>
                <a:lnTo>
                  <a:pt x="215968" y="17408"/>
                </a:lnTo>
                <a:close/>
                <a:moveTo>
                  <a:pt x="229100" y="17408"/>
                </a:moveTo>
                <a:lnTo>
                  <a:pt x="229100" y="23480"/>
                </a:lnTo>
                <a:lnTo>
                  <a:pt x="223028" y="23480"/>
                </a:lnTo>
                <a:lnTo>
                  <a:pt x="223028" y="17408"/>
                </a:lnTo>
                <a:close/>
                <a:moveTo>
                  <a:pt x="236161" y="17408"/>
                </a:moveTo>
                <a:lnTo>
                  <a:pt x="236161" y="23480"/>
                </a:lnTo>
                <a:lnTo>
                  <a:pt x="230077" y="23480"/>
                </a:lnTo>
                <a:lnTo>
                  <a:pt x="230077" y="17408"/>
                </a:lnTo>
                <a:close/>
                <a:moveTo>
                  <a:pt x="243209" y="17408"/>
                </a:moveTo>
                <a:lnTo>
                  <a:pt x="243209" y="23480"/>
                </a:lnTo>
                <a:lnTo>
                  <a:pt x="237137" y="23480"/>
                </a:lnTo>
                <a:lnTo>
                  <a:pt x="237137" y="17408"/>
                </a:lnTo>
                <a:close/>
                <a:moveTo>
                  <a:pt x="250270" y="17408"/>
                </a:moveTo>
                <a:lnTo>
                  <a:pt x="250270" y="23480"/>
                </a:lnTo>
                <a:lnTo>
                  <a:pt x="244198" y="23480"/>
                </a:lnTo>
                <a:lnTo>
                  <a:pt x="244198" y="17408"/>
                </a:lnTo>
                <a:close/>
                <a:moveTo>
                  <a:pt x="257318" y="17408"/>
                </a:moveTo>
                <a:lnTo>
                  <a:pt x="257318" y="23480"/>
                </a:lnTo>
                <a:lnTo>
                  <a:pt x="251246" y="23480"/>
                </a:lnTo>
                <a:lnTo>
                  <a:pt x="251246" y="17408"/>
                </a:lnTo>
                <a:close/>
                <a:moveTo>
                  <a:pt x="264379" y="17408"/>
                </a:moveTo>
                <a:lnTo>
                  <a:pt x="264379" y="23480"/>
                </a:lnTo>
                <a:lnTo>
                  <a:pt x="258306" y="23480"/>
                </a:lnTo>
                <a:lnTo>
                  <a:pt x="258306" y="17408"/>
                </a:lnTo>
                <a:close/>
                <a:moveTo>
                  <a:pt x="271427" y="17408"/>
                </a:moveTo>
                <a:lnTo>
                  <a:pt x="271427" y="23480"/>
                </a:lnTo>
                <a:lnTo>
                  <a:pt x="265355" y="23480"/>
                </a:lnTo>
                <a:lnTo>
                  <a:pt x="265355" y="17408"/>
                </a:lnTo>
                <a:close/>
                <a:moveTo>
                  <a:pt x="278488" y="17408"/>
                </a:moveTo>
                <a:lnTo>
                  <a:pt x="278488" y="23480"/>
                </a:lnTo>
                <a:lnTo>
                  <a:pt x="272415" y="23480"/>
                </a:lnTo>
                <a:lnTo>
                  <a:pt x="272415" y="17408"/>
                </a:lnTo>
                <a:close/>
                <a:moveTo>
                  <a:pt x="17443" y="24456"/>
                </a:moveTo>
                <a:lnTo>
                  <a:pt x="17443" y="30528"/>
                </a:lnTo>
                <a:lnTo>
                  <a:pt x="11371" y="30528"/>
                </a:lnTo>
                <a:lnTo>
                  <a:pt x="11371" y="24456"/>
                </a:lnTo>
                <a:close/>
                <a:moveTo>
                  <a:pt x="24503" y="24456"/>
                </a:moveTo>
                <a:lnTo>
                  <a:pt x="24503" y="30528"/>
                </a:lnTo>
                <a:lnTo>
                  <a:pt x="18431" y="30528"/>
                </a:lnTo>
                <a:lnTo>
                  <a:pt x="18431" y="24456"/>
                </a:lnTo>
                <a:close/>
                <a:moveTo>
                  <a:pt x="31564" y="24456"/>
                </a:moveTo>
                <a:lnTo>
                  <a:pt x="31564" y="30528"/>
                </a:lnTo>
                <a:lnTo>
                  <a:pt x="25492" y="30528"/>
                </a:lnTo>
                <a:lnTo>
                  <a:pt x="25492" y="24456"/>
                </a:lnTo>
                <a:close/>
                <a:moveTo>
                  <a:pt x="38612" y="24456"/>
                </a:moveTo>
                <a:lnTo>
                  <a:pt x="38612" y="30528"/>
                </a:lnTo>
                <a:lnTo>
                  <a:pt x="32540" y="30528"/>
                </a:lnTo>
                <a:lnTo>
                  <a:pt x="32540" y="24456"/>
                </a:lnTo>
                <a:close/>
                <a:moveTo>
                  <a:pt x="45673" y="24456"/>
                </a:moveTo>
                <a:lnTo>
                  <a:pt x="45673" y="30528"/>
                </a:lnTo>
                <a:lnTo>
                  <a:pt x="39601" y="30528"/>
                </a:lnTo>
                <a:lnTo>
                  <a:pt x="39601" y="24456"/>
                </a:lnTo>
                <a:close/>
                <a:moveTo>
                  <a:pt x="52721" y="24456"/>
                </a:moveTo>
                <a:lnTo>
                  <a:pt x="52721" y="30528"/>
                </a:lnTo>
                <a:lnTo>
                  <a:pt x="46649" y="30528"/>
                </a:lnTo>
                <a:lnTo>
                  <a:pt x="46649" y="24456"/>
                </a:lnTo>
                <a:close/>
                <a:moveTo>
                  <a:pt x="59782" y="24456"/>
                </a:moveTo>
                <a:lnTo>
                  <a:pt x="59782" y="30528"/>
                </a:lnTo>
                <a:lnTo>
                  <a:pt x="53709" y="30528"/>
                </a:lnTo>
                <a:lnTo>
                  <a:pt x="53709" y="24456"/>
                </a:lnTo>
                <a:close/>
                <a:moveTo>
                  <a:pt x="88011" y="24456"/>
                </a:moveTo>
                <a:lnTo>
                  <a:pt x="88011" y="30528"/>
                </a:lnTo>
                <a:lnTo>
                  <a:pt x="81927" y="30528"/>
                </a:lnTo>
                <a:lnTo>
                  <a:pt x="81927" y="24456"/>
                </a:lnTo>
                <a:close/>
                <a:moveTo>
                  <a:pt x="95060" y="24456"/>
                </a:moveTo>
                <a:lnTo>
                  <a:pt x="95060" y="30528"/>
                </a:lnTo>
                <a:lnTo>
                  <a:pt x="88988" y="30528"/>
                </a:lnTo>
                <a:lnTo>
                  <a:pt x="88988" y="24456"/>
                </a:lnTo>
                <a:close/>
                <a:moveTo>
                  <a:pt x="123278" y="24456"/>
                </a:moveTo>
                <a:lnTo>
                  <a:pt x="123278" y="30528"/>
                </a:lnTo>
                <a:lnTo>
                  <a:pt x="117205" y="30528"/>
                </a:lnTo>
                <a:lnTo>
                  <a:pt x="117205" y="24456"/>
                </a:lnTo>
                <a:close/>
                <a:moveTo>
                  <a:pt x="130338" y="24456"/>
                </a:moveTo>
                <a:lnTo>
                  <a:pt x="130338" y="30528"/>
                </a:lnTo>
                <a:lnTo>
                  <a:pt x="124254" y="30528"/>
                </a:lnTo>
                <a:lnTo>
                  <a:pt x="124254" y="24456"/>
                </a:lnTo>
                <a:close/>
                <a:moveTo>
                  <a:pt x="144447" y="24456"/>
                </a:moveTo>
                <a:lnTo>
                  <a:pt x="144447" y="30528"/>
                </a:lnTo>
                <a:lnTo>
                  <a:pt x="138375" y="30528"/>
                </a:lnTo>
                <a:lnTo>
                  <a:pt x="138375" y="24456"/>
                </a:lnTo>
                <a:close/>
                <a:moveTo>
                  <a:pt x="151495" y="24456"/>
                </a:moveTo>
                <a:lnTo>
                  <a:pt x="151495" y="30528"/>
                </a:lnTo>
                <a:lnTo>
                  <a:pt x="145423" y="30528"/>
                </a:lnTo>
                <a:lnTo>
                  <a:pt x="145423" y="24456"/>
                </a:lnTo>
                <a:close/>
                <a:moveTo>
                  <a:pt x="158556" y="24456"/>
                </a:moveTo>
                <a:lnTo>
                  <a:pt x="158556" y="30528"/>
                </a:lnTo>
                <a:lnTo>
                  <a:pt x="152484" y="30528"/>
                </a:lnTo>
                <a:lnTo>
                  <a:pt x="152484" y="24456"/>
                </a:lnTo>
                <a:close/>
                <a:moveTo>
                  <a:pt x="165604" y="24456"/>
                </a:moveTo>
                <a:lnTo>
                  <a:pt x="165604" y="30528"/>
                </a:lnTo>
                <a:lnTo>
                  <a:pt x="159532" y="30528"/>
                </a:lnTo>
                <a:lnTo>
                  <a:pt x="159532" y="24456"/>
                </a:lnTo>
                <a:close/>
                <a:moveTo>
                  <a:pt x="172665" y="24456"/>
                </a:moveTo>
                <a:lnTo>
                  <a:pt x="172665" y="30528"/>
                </a:lnTo>
                <a:lnTo>
                  <a:pt x="166581" y="30528"/>
                </a:lnTo>
                <a:lnTo>
                  <a:pt x="166581" y="24456"/>
                </a:lnTo>
                <a:close/>
                <a:moveTo>
                  <a:pt x="179713" y="24456"/>
                </a:moveTo>
                <a:lnTo>
                  <a:pt x="179713" y="30528"/>
                </a:lnTo>
                <a:lnTo>
                  <a:pt x="173641" y="30528"/>
                </a:lnTo>
                <a:lnTo>
                  <a:pt x="173641" y="24456"/>
                </a:lnTo>
                <a:close/>
                <a:moveTo>
                  <a:pt x="186774" y="24456"/>
                </a:moveTo>
                <a:lnTo>
                  <a:pt x="186774" y="30528"/>
                </a:lnTo>
                <a:lnTo>
                  <a:pt x="180702" y="30528"/>
                </a:lnTo>
                <a:lnTo>
                  <a:pt x="180702" y="24456"/>
                </a:lnTo>
                <a:close/>
                <a:moveTo>
                  <a:pt x="193822" y="24456"/>
                </a:moveTo>
                <a:lnTo>
                  <a:pt x="193822" y="30528"/>
                </a:lnTo>
                <a:lnTo>
                  <a:pt x="187750" y="30528"/>
                </a:lnTo>
                <a:lnTo>
                  <a:pt x="187750" y="24456"/>
                </a:lnTo>
                <a:close/>
                <a:moveTo>
                  <a:pt x="200883" y="24456"/>
                </a:moveTo>
                <a:lnTo>
                  <a:pt x="200883" y="30528"/>
                </a:lnTo>
                <a:lnTo>
                  <a:pt x="194810" y="30528"/>
                </a:lnTo>
                <a:lnTo>
                  <a:pt x="194810" y="24456"/>
                </a:lnTo>
                <a:close/>
                <a:moveTo>
                  <a:pt x="207931" y="24456"/>
                </a:moveTo>
                <a:lnTo>
                  <a:pt x="207931" y="30528"/>
                </a:lnTo>
                <a:lnTo>
                  <a:pt x="201859" y="30528"/>
                </a:lnTo>
                <a:lnTo>
                  <a:pt x="201859" y="24456"/>
                </a:lnTo>
                <a:close/>
                <a:moveTo>
                  <a:pt x="214992" y="24456"/>
                </a:moveTo>
                <a:lnTo>
                  <a:pt x="214992" y="30528"/>
                </a:lnTo>
                <a:lnTo>
                  <a:pt x="208919" y="30528"/>
                </a:lnTo>
                <a:lnTo>
                  <a:pt x="208919" y="24456"/>
                </a:lnTo>
                <a:close/>
                <a:moveTo>
                  <a:pt x="222052" y="24456"/>
                </a:moveTo>
                <a:lnTo>
                  <a:pt x="222052" y="30528"/>
                </a:lnTo>
                <a:lnTo>
                  <a:pt x="215968" y="30528"/>
                </a:lnTo>
                <a:lnTo>
                  <a:pt x="215968" y="24456"/>
                </a:lnTo>
                <a:close/>
                <a:moveTo>
                  <a:pt x="229100" y="24456"/>
                </a:moveTo>
                <a:lnTo>
                  <a:pt x="229100" y="30528"/>
                </a:lnTo>
                <a:lnTo>
                  <a:pt x="223028" y="30528"/>
                </a:lnTo>
                <a:lnTo>
                  <a:pt x="223028" y="24456"/>
                </a:lnTo>
                <a:close/>
                <a:moveTo>
                  <a:pt x="236161" y="24456"/>
                </a:moveTo>
                <a:lnTo>
                  <a:pt x="236161" y="30528"/>
                </a:lnTo>
                <a:lnTo>
                  <a:pt x="230077" y="30528"/>
                </a:lnTo>
                <a:lnTo>
                  <a:pt x="230077" y="24456"/>
                </a:lnTo>
                <a:close/>
                <a:moveTo>
                  <a:pt x="243209" y="24456"/>
                </a:moveTo>
                <a:lnTo>
                  <a:pt x="243209" y="30528"/>
                </a:lnTo>
                <a:lnTo>
                  <a:pt x="237137" y="30528"/>
                </a:lnTo>
                <a:lnTo>
                  <a:pt x="237137" y="24456"/>
                </a:lnTo>
                <a:close/>
                <a:moveTo>
                  <a:pt x="250270" y="24456"/>
                </a:moveTo>
                <a:lnTo>
                  <a:pt x="250270" y="30528"/>
                </a:lnTo>
                <a:lnTo>
                  <a:pt x="244198" y="30528"/>
                </a:lnTo>
                <a:lnTo>
                  <a:pt x="244198" y="24456"/>
                </a:lnTo>
                <a:close/>
                <a:moveTo>
                  <a:pt x="257318" y="24456"/>
                </a:moveTo>
                <a:lnTo>
                  <a:pt x="257318" y="30528"/>
                </a:lnTo>
                <a:lnTo>
                  <a:pt x="251246" y="30528"/>
                </a:lnTo>
                <a:lnTo>
                  <a:pt x="251246" y="24456"/>
                </a:lnTo>
                <a:close/>
                <a:moveTo>
                  <a:pt x="264379" y="24456"/>
                </a:moveTo>
                <a:lnTo>
                  <a:pt x="264379" y="30528"/>
                </a:lnTo>
                <a:lnTo>
                  <a:pt x="258306" y="30528"/>
                </a:lnTo>
                <a:lnTo>
                  <a:pt x="258306" y="24456"/>
                </a:lnTo>
                <a:close/>
                <a:moveTo>
                  <a:pt x="271427" y="24456"/>
                </a:moveTo>
                <a:lnTo>
                  <a:pt x="271427" y="30528"/>
                </a:lnTo>
                <a:lnTo>
                  <a:pt x="265355" y="30528"/>
                </a:lnTo>
                <a:lnTo>
                  <a:pt x="265355" y="24456"/>
                </a:lnTo>
                <a:close/>
                <a:moveTo>
                  <a:pt x="278488" y="24456"/>
                </a:moveTo>
                <a:lnTo>
                  <a:pt x="278488" y="30528"/>
                </a:lnTo>
                <a:lnTo>
                  <a:pt x="272415" y="30528"/>
                </a:lnTo>
                <a:lnTo>
                  <a:pt x="272415" y="24456"/>
                </a:lnTo>
                <a:close/>
                <a:moveTo>
                  <a:pt x="66842" y="24456"/>
                </a:moveTo>
                <a:lnTo>
                  <a:pt x="66842" y="30540"/>
                </a:lnTo>
                <a:lnTo>
                  <a:pt x="60758" y="30540"/>
                </a:lnTo>
                <a:lnTo>
                  <a:pt x="60758" y="24456"/>
                </a:lnTo>
                <a:close/>
                <a:moveTo>
                  <a:pt x="73902" y="24456"/>
                </a:moveTo>
                <a:lnTo>
                  <a:pt x="73902" y="30540"/>
                </a:lnTo>
                <a:lnTo>
                  <a:pt x="67818" y="30540"/>
                </a:lnTo>
                <a:lnTo>
                  <a:pt x="67818" y="24456"/>
                </a:lnTo>
                <a:close/>
                <a:moveTo>
                  <a:pt x="80951" y="24456"/>
                </a:moveTo>
                <a:lnTo>
                  <a:pt x="80951" y="30540"/>
                </a:lnTo>
                <a:lnTo>
                  <a:pt x="74879" y="30540"/>
                </a:lnTo>
                <a:lnTo>
                  <a:pt x="74879" y="24456"/>
                </a:lnTo>
                <a:close/>
                <a:moveTo>
                  <a:pt x="96036" y="24456"/>
                </a:moveTo>
                <a:lnTo>
                  <a:pt x="102120" y="24468"/>
                </a:lnTo>
                <a:lnTo>
                  <a:pt x="102120" y="30540"/>
                </a:lnTo>
                <a:lnTo>
                  <a:pt x="96036" y="30540"/>
                </a:lnTo>
                <a:lnTo>
                  <a:pt x="96036" y="24456"/>
                </a:lnTo>
                <a:close/>
                <a:moveTo>
                  <a:pt x="103097" y="24456"/>
                </a:moveTo>
                <a:lnTo>
                  <a:pt x="109169" y="24468"/>
                </a:lnTo>
                <a:lnTo>
                  <a:pt x="109169" y="30540"/>
                </a:lnTo>
                <a:lnTo>
                  <a:pt x="103097" y="30540"/>
                </a:lnTo>
                <a:lnTo>
                  <a:pt x="103097" y="24456"/>
                </a:lnTo>
                <a:close/>
                <a:moveTo>
                  <a:pt x="110157" y="24456"/>
                </a:moveTo>
                <a:lnTo>
                  <a:pt x="116229" y="24468"/>
                </a:lnTo>
                <a:lnTo>
                  <a:pt x="116229" y="30540"/>
                </a:lnTo>
                <a:lnTo>
                  <a:pt x="110157" y="30540"/>
                </a:lnTo>
                <a:lnTo>
                  <a:pt x="110157" y="24456"/>
                </a:lnTo>
                <a:close/>
                <a:moveTo>
                  <a:pt x="131314" y="24456"/>
                </a:moveTo>
                <a:lnTo>
                  <a:pt x="137387" y="24468"/>
                </a:lnTo>
                <a:lnTo>
                  <a:pt x="137387" y="30540"/>
                </a:lnTo>
                <a:lnTo>
                  <a:pt x="131314" y="30540"/>
                </a:lnTo>
                <a:lnTo>
                  <a:pt x="131314" y="24456"/>
                </a:lnTo>
                <a:close/>
                <a:moveTo>
                  <a:pt x="17443" y="31516"/>
                </a:moveTo>
                <a:lnTo>
                  <a:pt x="17443" y="37589"/>
                </a:lnTo>
                <a:lnTo>
                  <a:pt x="11371" y="37589"/>
                </a:lnTo>
                <a:lnTo>
                  <a:pt x="11371" y="31516"/>
                </a:lnTo>
                <a:close/>
                <a:moveTo>
                  <a:pt x="24503" y="31516"/>
                </a:moveTo>
                <a:lnTo>
                  <a:pt x="24503" y="37589"/>
                </a:lnTo>
                <a:lnTo>
                  <a:pt x="18431" y="37589"/>
                </a:lnTo>
                <a:lnTo>
                  <a:pt x="18431" y="31516"/>
                </a:lnTo>
                <a:close/>
                <a:moveTo>
                  <a:pt x="31564" y="31516"/>
                </a:moveTo>
                <a:lnTo>
                  <a:pt x="31564" y="37589"/>
                </a:lnTo>
                <a:lnTo>
                  <a:pt x="25492" y="37589"/>
                </a:lnTo>
                <a:lnTo>
                  <a:pt x="25492" y="31516"/>
                </a:lnTo>
                <a:close/>
                <a:moveTo>
                  <a:pt x="38612" y="31516"/>
                </a:moveTo>
                <a:lnTo>
                  <a:pt x="38612" y="37589"/>
                </a:lnTo>
                <a:lnTo>
                  <a:pt x="32540" y="37589"/>
                </a:lnTo>
                <a:lnTo>
                  <a:pt x="32540" y="31516"/>
                </a:lnTo>
                <a:close/>
                <a:moveTo>
                  <a:pt x="45673" y="31516"/>
                </a:moveTo>
                <a:lnTo>
                  <a:pt x="45673" y="37589"/>
                </a:lnTo>
                <a:lnTo>
                  <a:pt x="39601" y="37589"/>
                </a:lnTo>
                <a:lnTo>
                  <a:pt x="39601" y="31516"/>
                </a:lnTo>
                <a:close/>
                <a:moveTo>
                  <a:pt x="52721" y="31516"/>
                </a:moveTo>
                <a:lnTo>
                  <a:pt x="52721" y="37589"/>
                </a:lnTo>
                <a:lnTo>
                  <a:pt x="46649" y="37589"/>
                </a:lnTo>
                <a:lnTo>
                  <a:pt x="46649" y="31516"/>
                </a:lnTo>
                <a:close/>
                <a:moveTo>
                  <a:pt x="59782" y="31516"/>
                </a:moveTo>
                <a:lnTo>
                  <a:pt x="59782" y="37589"/>
                </a:lnTo>
                <a:lnTo>
                  <a:pt x="53709" y="37589"/>
                </a:lnTo>
                <a:lnTo>
                  <a:pt x="53709" y="31516"/>
                </a:lnTo>
                <a:close/>
                <a:moveTo>
                  <a:pt x="66842" y="31516"/>
                </a:moveTo>
                <a:lnTo>
                  <a:pt x="66842" y="37589"/>
                </a:lnTo>
                <a:lnTo>
                  <a:pt x="60758" y="37589"/>
                </a:lnTo>
                <a:lnTo>
                  <a:pt x="60758" y="31516"/>
                </a:lnTo>
                <a:close/>
                <a:moveTo>
                  <a:pt x="73902" y="31516"/>
                </a:moveTo>
                <a:lnTo>
                  <a:pt x="73902" y="37589"/>
                </a:lnTo>
                <a:lnTo>
                  <a:pt x="67818" y="37589"/>
                </a:lnTo>
                <a:lnTo>
                  <a:pt x="67818" y="31516"/>
                </a:lnTo>
                <a:close/>
                <a:moveTo>
                  <a:pt x="80951" y="31516"/>
                </a:moveTo>
                <a:lnTo>
                  <a:pt x="80951" y="37589"/>
                </a:lnTo>
                <a:lnTo>
                  <a:pt x="74879" y="37589"/>
                </a:lnTo>
                <a:lnTo>
                  <a:pt x="74879" y="31516"/>
                </a:lnTo>
                <a:close/>
                <a:moveTo>
                  <a:pt x="88011" y="31516"/>
                </a:moveTo>
                <a:lnTo>
                  <a:pt x="88011" y="37589"/>
                </a:lnTo>
                <a:lnTo>
                  <a:pt x="81927" y="37589"/>
                </a:lnTo>
                <a:lnTo>
                  <a:pt x="81927" y="31516"/>
                </a:lnTo>
                <a:close/>
                <a:moveTo>
                  <a:pt x="95060" y="31516"/>
                </a:moveTo>
                <a:lnTo>
                  <a:pt x="95060" y="37589"/>
                </a:lnTo>
                <a:lnTo>
                  <a:pt x="88988" y="37589"/>
                </a:lnTo>
                <a:lnTo>
                  <a:pt x="88988" y="31516"/>
                </a:lnTo>
                <a:close/>
                <a:moveTo>
                  <a:pt x="102120" y="31516"/>
                </a:moveTo>
                <a:lnTo>
                  <a:pt x="102120" y="37589"/>
                </a:lnTo>
                <a:lnTo>
                  <a:pt x="96036" y="37589"/>
                </a:lnTo>
                <a:lnTo>
                  <a:pt x="96036" y="31516"/>
                </a:lnTo>
                <a:close/>
                <a:moveTo>
                  <a:pt x="109169" y="31516"/>
                </a:moveTo>
                <a:lnTo>
                  <a:pt x="109169" y="37589"/>
                </a:lnTo>
                <a:lnTo>
                  <a:pt x="103097" y="37589"/>
                </a:lnTo>
                <a:lnTo>
                  <a:pt x="103097" y="31516"/>
                </a:lnTo>
                <a:close/>
                <a:moveTo>
                  <a:pt x="116229" y="31516"/>
                </a:moveTo>
                <a:lnTo>
                  <a:pt x="116229" y="37589"/>
                </a:lnTo>
                <a:lnTo>
                  <a:pt x="110157" y="37589"/>
                </a:lnTo>
                <a:lnTo>
                  <a:pt x="110157" y="31516"/>
                </a:lnTo>
                <a:close/>
                <a:moveTo>
                  <a:pt x="123278" y="31516"/>
                </a:moveTo>
                <a:lnTo>
                  <a:pt x="123278" y="37589"/>
                </a:lnTo>
                <a:lnTo>
                  <a:pt x="117205" y="37589"/>
                </a:lnTo>
                <a:lnTo>
                  <a:pt x="117205" y="31516"/>
                </a:lnTo>
                <a:close/>
                <a:moveTo>
                  <a:pt x="130338" y="31516"/>
                </a:moveTo>
                <a:lnTo>
                  <a:pt x="130338" y="37589"/>
                </a:lnTo>
                <a:lnTo>
                  <a:pt x="124254" y="37589"/>
                </a:lnTo>
                <a:lnTo>
                  <a:pt x="124254" y="31516"/>
                </a:lnTo>
                <a:close/>
                <a:moveTo>
                  <a:pt x="137387" y="31516"/>
                </a:moveTo>
                <a:lnTo>
                  <a:pt x="137387" y="37589"/>
                </a:lnTo>
                <a:lnTo>
                  <a:pt x="131314" y="37589"/>
                </a:lnTo>
                <a:lnTo>
                  <a:pt x="131314" y="31516"/>
                </a:lnTo>
                <a:close/>
                <a:moveTo>
                  <a:pt x="144447" y="31516"/>
                </a:moveTo>
                <a:lnTo>
                  <a:pt x="144447" y="37589"/>
                </a:lnTo>
                <a:lnTo>
                  <a:pt x="138375" y="37589"/>
                </a:lnTo>
                <a:lnTo>
                  <a:pt x="138375" y="31516"/>
                </a:lnTo>
                <a:close/>
                <a:moveTo>
                  <a:pt x="151495" y="31516"/>
                </a:moveTo>
                <a:lnTo>
                  <a:pt x="151495" y="37589"/>
                </a:lnTo>
                <a:lnTo>
                  <a:pt x="145423" y="37589"/>
                </a:lnTo>
                <a:lnTo>
                  <a:pt x="145423" y="31516"/>
                </a:lnTo>
                <a:close/>
                <a:moveTo>
                  <a:pt x="158556" y="31516"/>
                </a:moveTo>
                <a:lnTo>
                  <a:pt x="158556" y="37589"/>
                </a:lnTo>
                <a:lnTo>
                  <a:pt x="152484" y="37589"/>
                </a:lnTo>
                <a:lnTo>
                  <a:pt x="152484" y="31516"/>
                </a:lnTo>
                <a:close/>
                <a:moveTo>
                  <a:pt x="165604" y="31516"/>
                </a:moveTo>
                <a:lnTo>
                  <a:pt x="165604" y="37589"/>
                </a:lnTo>
                <a:lnTo>
                  <a:pt x="159532" y="37589"/>
                </a:lnTo>
                <a:lnTo>
                  <a:pt x="159532" y="31516"/>
                </a:lnTo>
                <a:close/>
                <a:moveTo>
                  <a:pt x="172665" y="31516"/>
                </a:moveTo>
                <a:lnTo>
                  <a:pt x="172665" y="37589"/>
                </a:lnTo>
                <a:lnTo>
                  <a:pt x="166581" y="37589"/>
                </a:lnTo>
                <a:lnTo>
                  <a:pt x="166581" y="31516"/>
                </a:lnTo>
                <a:close/>
                <a:moveTo>
                  <a:pt x="179713" y="31516"/>
                </a:moveTo>
                <a:lnTo>
                  <a:pt x="179713" y="37589"/>
                </a:lnTo>
                <a:lnTo>
                  <a:pt x="173641" y="37589"/>
                </a:lnTo>
                <a:lnTo>
                  <a:pt x="173641" y="31516"/>
                </a:lnTo>
                <a:close/>
                <a:moveTo>
                  <a:pt x="186774" y="31516"/>
                </a:moveTo>
                <a:lnTo>
                  <a:pt x="186774" y="37589"/>
                </a:lnTo>
                <a:lnTo>
                  <a:pt x="180702" y="37589"/>
                </a:lnTo>
                <a:lnTo>
                  <a:pt x="180702" y="31516"/>
                </a:lnTo>
                <a:close/>
                <a:moveTo>
                  <a:pt x="193822" y="31516"/>
                </a:moveTo>
                <a:lnTo>
                  <a:pt x="193822" y="37589"/>
                </a:lnTo>
                <a:lnTo>
                  <a:pt x="187750" y="37589"/>
                </a:lnTo>
                <a:lnTo>
                  <a:pt x="187750" y="31516"/>
                </a:lnTo>
                <a:close/>
                <a:moveTo>
                  <a:pt x="200883" y="31516"/>
                </a:moveTo>
                <a:lnTo>
                  <a:pt x="200883" y="37589"/>
                </a:lnTo>
                <a:lnTo>
                  <a:pt x="194810" y="37589"/>
                </a:lnTo>
                <a:lnTo>
                  <a:pt x="194810" y="31516"/>
                </a:lnTo>
                <a:close/>
                <a:moveTo>
                  <a:pt x="207931" y="31516"/>
                </a:moveTo>
                <a:lnTo>
                  <a:pt x="207931" y="37589"/>
                </a:lnTo>
                <a:lnTo>
                  <a:pt x="201859" y="37589"/>
                </a:lnTo>
                <a:lnTo>
                  <a:pt x="201859" y="31516"/>
                </a:lnTo>
                <a:close/>
                <a:moveTo>
                  <a:pt x="214992" y="31516"/>
                </a:moveTo>
                <a:lnTo>
                  <a:pt x="214992" y="37589"/>
                </a:lnTo>
                <a:lnTo>
                  <a:pt x="208919" y="37589"/>
                </a:lnTo>
                <a:lnTo>
                  <a:pt x="208919" y="31516"/>
                </a:lnTo>
                <a:close/>
                <a:moveTo>
                  <a:pt x="222052" y="31516"/>
                </a:moveTo>
                <a:lnTo>
                  <a:pt x="222052" y="37589"/>
                </a:lnTo>
                <a:lnTo>
                  <a:pt x="215968" y="37589"/>
                </a:lnTo>
                <a:lnTo>
                  <a:pt x="215968" y="31516"/>
                </a:lnTo>
                <a:close/>
                <a:moveTo>
                  <a:pt x="229100" y="31516"/>
                </a:moveTo>
                <a:lnTo>
                  <a:pt x="229100" y="37589"/>
                </a:lnTo>
                <a:lnTo>
                  <a:pt x="223028" y="37589"/>
                </a:lnTo>
                <a:lnTo>
                  <a:pt x="223028" y="31516"/>
                </a:lnTo>
                <a:close/>
                <a:moveTo>
                  <a:pt x="236161" y="31516"/>
                </a:moveTo>
                <a:lnTo>
                  <a:pt x="236161" y="37589"/>
                </a:lnTo>
                <a:lnTo>
                  <a:pt x="230077" y="37589"/>
                </a:lnTo>
                <a:lnTo>
                  <a:pt x="230077" y="31516"/>
                </a:lnTo>
                <a:close/>
                <a:moveTo>
                  <a:pt x="243209" y="31516"/>
                </a:moveTo>
                <a:lnTo>
                  <a:pt x="243209" y="37589"/>
                </a:lnTo>
                <a:lnTo>
                  <a:pt x="237137" y="37589"/>
                </a:lnTo>
                <a:lnTo>
                  <a:pt x="237137" y="31516"/>
                </a:lnTo>
                <a:close/>
                <a:moveTo>
                  <a:pt x="250270" y="31516"/>
                </a:moveTo>
                <a:lnTo>
                  <a:pt x="250270" y="37589"/>
                </a:lnTo>
                <a:lnTo>
                  <a:pt x="244198" y="37589"/>
                </a:lnTo>
                <a:lnTo>
                  <a:pt x="244198" y="31516"/>
                </a:lnTo>
                <a:close/>
                <a:moveTo>
                  <a:pt x="257318" y="31516"/>
                </a:moveTo>
                <a:lnTo>
                  <a:pt x="257318" y="37589"/>
                </a:lnTo>
                <a:lnTo>
                  <a:pt x="251246" y="37589"/>
                </a:lnTo>
                <a:lnTo>
                  <a:pt x="251246" y="31516"/>
                </a:lnTo>
                <a:close/>
                <a:moveTo>
                  <a:pt x="264379" y="31516"/>
                </a:moveTo>
                <a:lnTo>
                  <a:pt x="264379" y="37589"/>
                </a:lnTo>
                <a:lnTo>
                  <a:pt x="258306" y="37589"/>
                </a:lnTo>
                <a:lnTo>
                  <a:pt x="258306" y="31516"/>
                </a:lnTo>
                <a:close/>
                <a:moveTo>
                  <a:pt x="271427" y="31516"/>
                </a:moveTo>
                <a:lnTo>
                  <a:pt x="271427" y="37589"/>
                </a:lnTo>
                <a:lnTo>
                  <a:pt x="265355" y="37589"/>
                </a:lnTo>
                <a:lnTo>
                  <a:pt x="265355" y="31516"/>
                </a:lnTo>
                <a:close/>
                <a:moveTo>
                  <a:pt x="278488" y="31516"/>
                </a:moveTo>
                <a:lnTo>
                  <a:pt x="278488" y="37589"/>
                </a:lnTo>
                <a:lnTo>
                  <a:pt x="272415" y="37589"/>
                </a:lnTo>
                <a:lnTo>
                  <a:pt x="272415" y="31516"/>
                </a:lnTo>
                <a:close/>
                <a:moveTo>
                  <a:pt x="17443" y="38565"/>
                </a:moveTo>
                <a:lnTo>
                  <a:pt x="17443" y="44637"/>
                </a:lnTo>
                <a:lnTo>
                  <a:pt x="11371" y="44637"/>
                </a:lnTo>
                <a:lnTo>
                  <a:pt x="11371" y="38565"/>
                </a:lnTo>
                <a:close/>
                <a:moveTo>
                  <a:pt x="24503" y="38565"/>
                </a:moveTo>
                <a:lnTo>
                  <a:pt x="24503" y="44637"/>
                </a:lnTo>
                <a:lnTo>
                  <a:pt x="18431" y="44637"/>
                </a:lnTo>
                <a:lnTo>
                  <a:pt x="18431" y="38565"/>
                </a:lnTo>
                <a:close/>
                <a:moveTo>
                  <a:pt x="31564" y="38565"/>
                </a:moveTo>
                <a:lnTo>
                  <a:pt x="31564" y="44637"/>
                </a:lnTo>
                <a:lnTo>
                  <a:pt x="25492" y="44637"/>
                </a:lnTo>
                <a:lnTo>
                  <a:pt x="25492" y="38565"/>
                </a:lnTo>
                <a:close/>
                <a:moveTo>
                  <a:pt x="38612" y="38565"/>
                </a:moveTo>
                <a:lnTo>
                  <a:pt x="38612" y="44637"/>
                </a:lnTo>
                <a:lnTo>
                  <a:pt x="32540" y="44637"/>
                </a:lnTo>
                <a:lnTo>
                  <a:pt x="32540" y="38565"/>
                </a:lnTo>
                <a:close/>
                <a:moveTo>
                  <a:pt x="45673" y="38565"/>
                </a:moveTo>
                <a:lnTo>
                  <a:pt x="45673" y="44637"/>
                </a:lnTo>
                <a:lnTo>
                  <a:pt x="39601" y="44637"/>
                </a:lnTo>
                <a:lnTo>
                  <a:pt x="39601" y="38565"/>
                </a:lnTo>
                <a:close/>
                <a:moveTo>
                  <a:pt x="52721" y="38565"/>
                </a:moveTo>
                <a:lnTo>
                  <a:pt x="52721" y="44637"/>
                </a:lnTo>
                <a:lnTo>
                  <a:pt x="46649" y="44637"/>
                </a:lnTo>
                <a:lnTo>
                  <a:pt x="46649" y="38565"/>
                </a:lnTo>
                <a:close/>
                <a:moveTo>
                  <a:pt x="59782" y="38565"/>
                </a:moveTo>
                <a:lnTo>
                  <a:pt x="59782" y="44637"/>
                </a:lnTo>
                <a:lnTo>
                  <a:pt x="53709" y="44637"/>
                </a:lnTo>
                <a:lnTo>
                  <a:pt x="53709" y="38565"/>
                </a:lnTo>
                <a:close/>
                <a:moveTo>
                  <a:pt x="88011" y="38565"/>
                </a:moveTo>
                <a:lnTo>
                  <a:pt x="88011" y="44637"/>
                </a:lnTo>
                <a:lnTo>
                  <a:pt x="81927" y="44637"/>
                </a:lnTo>
                <a:lnTo>
                  <a:pt x="81927" y="38565"/>
                </a:lnTo>
                <a:close/>
                <a:moveTo>
                  <a:pt x="95060" y="38565"/>
                </a:moveTo>
                <a:lnTo>
                  <a:pt x="95060" y="44637"/>
                </a:lnTo>
                <a:lnTo>
                  <a:pt x="88988" y="44637"/>
                </a:lnTo>
                <a:lnTo>
                  <a:pt x="88988" y="38565"/>
                </a:lnTo>
                <a:close/>
                <a:moveTo>
                  <a:pt x="123278" y="38565"/>
                </a:moveTo>
                <a:lnTo>
                  <a:pt x="123278" y="44637"/>
                </a:lnTo>
                <a:lnTo>
                  <a:pt x="117205" y="44637"/>
                </a:lnTo>
                <a:lnTo>
                  <a:pt x="117205" y="38565"/>
                </a:lnTo>
                <a:close/>
                <a:moveTo>
                  <a:pt x="130338" y="38565"/>
                </a:moveTo>
                <a:lnTo>
                  <a:pt x="130338" y="44637"/>
                </a:lnTo>
                <a:lnTo>
                  <a:pt x="124254" y="44637"/>
                </a:lnTo>
                <a:lnTo>
                  <a:pt x="124254" y="38565"/>
                </a:lnTo>
                <a:close/>
                <a:moveTo>
                  <a:pt x="144447" y="38565"/>
                </a:moveTo>
                <a:lnTo>
                  <a:pt x="144447" y="44637"/>
                </a:lnTo>
                <a:lnTo>
                  <a:pt x="138375" y="44637"/>
                </a:lnTo>
                <a:lnTo>
                  <a:pt x="138375" y="38565"/>
                </a:lnTo>
                <a:close/>
                <a:moveTo>
                  <a:pt x="151495" y="38565"/>
                </a:moveTo>
                <a:lnTo>
                  <a:pt x="151495" y="44637"/>
                </a:lnTo>
                <a:lnTo>
                  <a:pt x="145423" y="44637"/>
                </a:lnTo>
                <a:lnTo>
                  <a:pt x="145423" y="38565"/>
                </a:lnTo>
                <a:close/>
                <a:moveTo>
                  <a:pt x="158556" y="38565"/>
                </a:moveTo>
                <a:lnTo>
                  <a:pt x="158556" y="44637"/>
                </a:lnTo>
                <a:lnTo>
                  <a:pt x="152484" y="44637"/>
                </a:lnTo>
                <a:lnTo>
                  <a:pt x="152484" y="38565"/>
                </a:lnTo>
                <a:close/>
                <a:moveTo>
                  <a:pt x="165604" y="38565"/>
                </a:moveTo>
                <a:lnTo>
                  <a:pt x="165604" y="44637"/>
                </a:lnTo>
                <a:lnTo>
                  <a:pt x="159532" y="44637"/>
                </a:lnTo>
                <a:lnTo>
                  <a:pt x="159532" y="38565"/>
                </a:lnTo>
                <a:close/>
                <a:moveTo>
                  <a:pt x="172665" y="38565"/>
                </a:moveTo>
                <a:lnTo>
                  <a:pt x="172665" y="44637"/>
                </a:lnTo>
                <a:lnTo>
                  <a:pt x="166581" y="44637"/>
                </a:lnTo>
                <a:lnTo>
                  <a:pt x="166581" y="38565"/>
                </a:lnTo>
                <a:close/>
                <a:moveTo>
                  <a:pt x="179713" y="38565"/>
                </a:moveTo>
                <a:lnTo>
                  <a:pt x="179713" y="44637"/>
                </a:lnTo>
                <a:lnTo>
                  <a:pt x="173641" y="44637"/>
                </a:lnTo>
                <a:lnTo>
                  <a:pt x="173641" y="38565"/>
                </a:lnTo>
                <a:close/>
                <a:moveTo>
                  <a:pt x="186774" y="38565"/>
                </a:moveTo>
                <a:lnTo>
                  <a:pt x="186774" y="44637"/>
                </a:lnTo>
                <a:lnTo>
                  <a:pt x="180702" y="44637"/>
                </a:lnTo>
                <a:lnTo>
                  <a:pt x="180702" y="38565"/>
                </a:lnTo>
                <a:close/>
                <a:moveTo>
                  <a:pt x="193822" y="38565"/>
                </a:moveTo>
                <a:lnTo>
                  <a:pt x="193822" y="44637"/>
                </a:lnTo>
                <a:lnTo>
                  <a:pt x="187750" y="44637"/>
                </a:lnTo>
                <a:lnTo>
                  <a:pt x="187750" y="38565"/>
                </a:lnTo>
                <a:close/>
                <a:moveTo>
                  <a:pt x="200883" y="38565"/>
                </a:moveTo>
                <a:lnTo>
                  <a:pt x="200883" y="44637"/>
                </a:lnTo>
                <a:lnTo>
                  <a:pt x="194810" y="44637"/>
                </a:lnTo>
                <a:lnTo>
                  <a:pt x="194810" y="38565"/>
                </a:lnTo>
                <a:close/>
                <a:moveTo>
                  <a:pt x="207931" y="38565"/>
                </a:moveTo>
                <a:lnTo>
                  <a:pt x="207931" y="44637"/>
                </a:lnTo>
                <a:lnTo>
                  <a:pt x="201859" y="44637"/>
                </a:lnTo>
                <a:lnTo>
                  <a:pt x="201859" y="38565"/>
                </a:lnTo>
                <a:close/>
                <a:moveTo>
                  <a:pt x="214992" y="38565"/>
                </a:moveTo>
                <a:lnTo>
                  <a:pt x="214992" y="44637"/>
                </a:lnTo>
                <a:lnTo>
                  <a:pt x="208919" y="44637"/>
                </a:lnTo>
                <a:lnTo>
                  <a:pt x="208919" y="38565"/>
                </a:lnTo>
                <a:close/>
                <a:moveTo>
                  <a:pt x="222052" y="38565"/>
                </a:moveTo>
                <a:lnTo>
                  <a:pt x="222052" y="44637"/>
                </a:lnTo>
                <a:lnTo>
                  <a:pt x="215968" y="44637"/>
                </a:lnTo>
                <a:lnTo>
                  <a:pt x="215968" y="38565"/>
                </a:lnTo>
                <a:close/>
                <a:moveTo>
                  <a:pt x="229100" y="38565"/>
                </a:moveTo>
                <a:lnTo>
                  <a:pt x="229100" y="44637"/>
                </a:lnTo>
                <a:lnTo>
                  <a:pt x="223028" y="44637"/>
                </a:lnTo>
                <a:lnTo>
                  <a:pt x="223028" y="38565"/>
                </a:lnTo>
                <a:close/>
                <a:moveTo>
                  <a:pt x="236161" y="38565"/>
                </a:moveTo>
                <a:lnTo>
                  <a:pt x="236161" y="44637"/>
                </a:lnTo>
                <a:lnTo>
                  <a:pt x="230077" y="44637"/>
                </a:lnTo>
                <a:lnTo>
                  <a:pt x="230077" y="38565"/>
                </a:lnTo>
                <a:close/>
                <a:moveTo>
                  <a:pt x="243209" y="38565"/>
                </a:moveTo>
                <a:lnTo>
                  <a:pt x="243209" y="44637"/>
                </a:lnTo>
                <a:lnTo>
                  <a:pt x="237137" y="44637"/>
                </a:lnTo>
                <a:lnTo>
                  <a:pt x="237137" y="38565"/>
                </a:lnTo>
                <a:close/>
                <a:moveTo>
                  <a:pt x="250270" y="38565"/>
                </a:moveTo>
                <a:lnTo>
                  <a:pt x="250270" y="44637"/>
                </a:lnTo>
                <a:lnTo>
                  <a:pt x="244198" y="44637"/>
                </a:lnTo>
                <a:lnTo>
                  <a:pt x="244198" y="38565"/>
                </a:lnTo>
                <a:close/>
                <a:moveTo>
                  <a:pt x="257318" y="38565"/>
                </a:moveTo>
                <a:lnTo>
                  <a:pt x="257318" y="44637"/>
                </a:lnTo>
                <a:lnTo>
                  <a:pt x="251246" y="44637"/>
                </a:lnTo>
                <a:lnTo>
                  <a:pt x="251246" y="38565"/>
                </a:lnTo>
                <a:close/>
                <a:moveTo>
                  <a:pt x="264379" y="38565"/>
                </a:moveTo>
                <a:lnTo>
                  <a:pt x="264379" y="44637"/>
                </a:lnTo>
                <a:lnTo>
                  <a:pt x="258306" y="44637"/>
                </a:lnTo>
                <a:lnTo>
                  <a:pt x="258306" y="38565"/>
                </a:lnTo>
                <a:close/>
                <a:moveTo>
                  <a:pt x="271427" y="38565"/>
                </a:moveTo>
                <a:lnTo>
                  <a:pt x="271427" y="44637"/>
                </a:lnTo>
                <a:lnTo>
                  <a:pt x="265355" y="44637"/>
                </a:lnTo>
                <a:lnTo>
                  <a:pt x="265355" y="38565"/>
                </a:lnTo>
                <a:close/>
                <a:moveTo>
                  <a:pt x="278488" y="38565"/>
                </a:moveTo>
                <a:lnTo>
                  <a:pt x="278488" y="44637"/>
                </a:lnTo>
                <a:lnTo>
                  <a:pt x="272415" y="44637"/>
                </a:lnTo>
                <a:lnTo>
                  <a:pt x="272415" y="38565"/>
                </a:lnTo>
                <a:close/>
                <a:moveTo>
                  <a:pt x="66842" y="38565"/>
                </a:moveTo>
                <a:lnTo>
                  <a:pt x="66842" y="44649"/>
                </a:lnTo>
                <a:lnTo>
                  <a:pt x="60758" y="44649"/>
                </a:lnTo>
                <a:lnTo>
                  <a:pt x="60758" y="38565"/>
                </a:lnTo>
                <a:close/>
                <a:moveTo>
                  <a:pt x="73902" y="38565"/>
                </a:moveTo>
                <a:lnTo>
                  <a:pt x="73902" y="44649"/>
                </a:lnTo>
                <a:lnTo>
                  <a:pt x="67818" y="44649"/>
                </a:lnTo>
                <a:lnTo>
                  <a:pt x="67818" y="38565"/>
                </a:lnTo>
                <a:close/>
                <a:moveTo>
                  <a:pt x="80951" y="38565"/>
                </a:moveTo>
                <a:lnTo>
                  <a:pt x="80951" y="44649"/>
                </a:lnTo>
                <a:lnTo>
                  <a:pt x="74879" y="44649"/>
                </a:lnTo>
                <a:lnTo>
                  <a:pt x="74879" y="38565"/>
                </a:lnTo>
                <a:close/>
                <a:moveTo>
                  <a:pt x="96036" y="38565"/>
                </a:moveTo>
                <a:lnTo>
                  <a:pt x="102120" y="38577"/>
                </a:lnTo>
                <a:lnTo>
                  <a:pt x="102120" y="44649"/>
                </a:lnTo>
                <a:lnTo>
                  <a:pt x="96036" y="44649"/>
                </a:lnTo>
                <a:lnTo>
                  <a:pt x="96036" y="38565"/>
                </a:lnTo>
                <a:close/>
                <a:moveTo>
                  <a:pt x="103097" y="38565"/>
                </a:moveTo>
                <a:lnTo>
                  <a:pt x="109169" y="38577"/>
                </a:lnTo>
                <a:lnTo>
                  <a:pt x="109169" y="44649"/>
                </a:lnTo>
                <a:lnTo>
                  <a:pt x="103097" y="44649"/>
                </a:lnTo>
                <a:lnTo>
                  <a:pt x="103097" y="38565"/>
                </a:lnTo>
                <a:close/>
                <a:moveTo>
                  <a:pt x="110157" y="38565"/>
                </a:moveTo>
                <a:lnTo>
                  <a:pt x="116229" y="38577"/>
                </a:lnTo>
                <a:lnTo>
                  <a:pt x="116229" y="44649"/>
                </a:lnTo>
                <a:lnTo>
                  <a:pt x="110157" y="44649"/>
                </a:lnTo>
                <a:lnTo>
                  <a:pt x="110157" y="38565"/>
                </a:lnTo>
                <a:close/>
                <a:moveTo>
                  <a:pt x="131314" y="38565"/>
                </a:moveTo>
                <a:lnTo>
                  <a:pt x="137387" y="38577"/>
                </a:lnTo>
                <a:lnTo>
                  <a:pt x="137387" y="44649"/>
                </a:lnTo>
                <a:lnTo>
                  <a:pt x="131314" y="44649"/>
                </a:lnTo>
                <a:lnTo>
                  <a:pt x="131314" y="38565"/>
                </a:lnTo>
                <a:close/>
                <a:moveTo>
                  <a:pt x="17443" y="45625"/>
                </a:moveTo>
                <a:lnTo>
                  <a:pt x="17443" y="51697"/>
                </a:lnTo>
                <a:lnTo>
                  <a:pt x="11371" y="51697"/>
                </a:lnTo>
                <a:lnTo>
                  <a:pt x="11371" y="45625"/>
                </a:lnTo>
                <a:close/>
                <a:moveTo>
                  <a:pt x="24503" y="45625"/>
                </a:moveTo>
                <a:lnTo>
                  <a:pt x="24503" y="51697"/>
                </a:lnTo>
                <a:lnTo>
                  <a:pt x="18431" y="51697"/>
                </a:lnTo>
                <a:lnTo>
                  <a:pt x="18431" y="45625"/>
                </a:lnTo>
                <a:close/>
                <a:moveTo>
                  <a:pt x="31564" y="45625"/>
                </a:moveTo>
                <a:lnTo>
                  <a:pt x="31564" y="51697"/>
                </a:lnTo>
                <a:lnTo>
                  <a:pt x="25492" y="51697"/>
                </a:lnTo>
                <a:lnTo>
                  <a:pt x="25492" y="45625"/>
                </a:lnTo>
                <a:close/>
                <a:moveTo>
                  <a:pt x="38612" y="45625"/>
                </a:moveTo>
                <a:lnTo>
                  <a:pt x="38612" y="51697"/>
                </a:lnTo>
                <a:lnTo>
                  <a:pt x="32540" y="51697"/>
                </a:lnTo>
                <a:lnTo>
                  <a:pt x="32540" y="45625"/>
                </a:lnTo>
                <a:close/>
                <a:moveTo>
                  <a:pt x="45673" y="45625"/>
                </a:moveTo>
                <a:lnTo>
                  <a:pt x="45673" y="51697"/>
                </a:lnTo>
                <a:lnTo>
                  <a:pt x="39601" y="51697"/>
                </a:lnTo>
                <a:lnTo>
                  <a:pt x="39601" y="45625"/>
                </a:lnTo>
                <a:close/>
                <a:moveTo>
                  <a:pt x="52721" y="45625"/>
                </a:moveTo>
                <a:lnTo>
                  <a:pt x="52721" y="51697"/>
                </a:lnTo>
                <a:lnTo>
                  <a:pt x="46649" y="51697"/>
                </a:lnTo>
                <a:lnTo>
                  <a:pt x="46649" y="45625"/>
                </a:lnTo>
                <a:close/>
                <a:moveTo>
                  <a:pt x="59782" y="45625"/>
                </a:moveTo>
                <a:lnTo>
                  <a:pt x="59782" y="51697"/>
                </a:lnTo>
                <a:lnTo>
                  <a:pt x="53709" y="51697"/>
                </a:lnTo>
                <a:lnTo>
                  <a:pt x="53709" y="45625"/>
                </a:lnTo>
                <a:close/>
                <a:moveTo>
                  <a:pt x="66842" y="45625"/>
                </a:moveTo>
                <a:lnTo>
                  <a:pt x="66842" y="51697"/>
                </a:lnTo>
                <a:lnTo>
                  <a:pt x="60758" y="51697"/>
                </a:lnTo>
                <a:lnTo>
                  <a:pt x="60758" y="45625"/>
                </a:lnTo>
                <a:close/>
                <a:moveTo>
                  <a:pt x="73902" y="45625"/>
                </a:moveTo>
                <a:lnTo>
                  <a:pt x="73902" y="51697"/>
                </a:lnTo>
                <a:lnTo>
                  <a:pt x="67818" y="51697"/>
                </a:lnTo>
                <a:lnTo>
                  <a:pt x="67818" y="45625"/>
                </a:lnTo>
                <a:close/>
                <a:moveTo>
                  <a:pt x="80951" y="45625"/>
                </a:moveTo>
                <a:lnTo>
                  <a:pt x="80951" y="51697"/>
                </a:lnTo>
                <a:lnTo>
                  <a:pt x="74879" y="51697"/>
                </a:lnTo>
                <a:lnTo>
                  <a:pt x="74879" y="45625"/>
                </a:lnTo>
                <a:close/>
                <a:moveTo>
                  <a:pt x="88011" y="45625"/>
                </a:moveTo>
                <a:lnTo>
                  <a:pt x="88011" y="51697"/>
                </a:lnTo>
                <a:lnTo>
                  <a:pt x="81927" y="51697"/>
                </a:lnTo>
                <a:lnTo>
                  <a:pt x="81927" y="45625"/>
                </a:lnTo>
                <a:close/>
                <a:moveTo>
                  <a:pt x="95060" y="45625"/>
                </a:moveTo>
                <a:lnTo>
                  <a:pt x="95060" y="51697"/>
                </a:lnTo>
                <a:lnTo>
                  <a:pt x="88988" y="51697"/>
                </a:lnTo>
                <a:lnTo>
                  <a:pt x="88988" y="45625"/>
                </a:lnTo>
                <a:close/>
                <a:moveTo>
                  <a:pt x="102120" y="45625"/>
                </a:moveTo>
                <a:lnTo>
                  <a:pt x="102120" y="51697"/>
                </a:lnTo>
                <a:lnTo>
                  <a:pt x="96036" y="51697"/>
                </a:lnTo>
                <a:lnTo>
                  <a:pt x="96036" y="45625"/>
                </a:lnTo>
                <a:close/>
                <a:moveTo>
                  <a:pt x="109169" y="45625"/>
                </a:moveTo>
                <a:lnTo>
                  <a:pt x="109169" y="51697"/>
                </a:lnTo>
                <a:lnTo>
                  <a:pt x="103097" y="51697"/>
                </a:lnTo>
                <a:lnTo>
                  <a:pt x="103097" y="45625"/>
                </a:lnTo>
                <a:close/>
                <a:moveTo>
                  <a:pt x="116229" y="45625"/>
                </a:moveTo>
                <a:lnTo>
                  <a:pt x="116229" y="51697"/>
                </a:lnTo>
                <a:lnTo>
                  <a:pt x="110157" y="51697"/>
                </a:lnTo>
                <a:lnTo>
                  <a:pt x="110157" y="45625"/>
                </a:lnTo>
                <a:close/>
                <a:moveTo>
                  <a:pt x="123278" y="45625"/>
                </a:moveTo>
                <a:lnTo>
                  <a:pt x="123278" y="51697"/>
                </a:lnTo>
                <a:lnTo>
                  <a:pt x="117205" y="51697"/>
                </a:lnTo>
                <a:lnTo>
                  <a:pt x="117205" y="45625"/>
                </a:lnTo>
                <a:close/>
                <a:moveTo>
                  <a:pt x="130338" y="45625"/>
                </a:moveTo>
                <a:lnTo>
                  <a:pt x="130338" y="51697"/>
                </a:lnTo>
                <a:lnTo>
                  <a:pt x="124254" y="51697"/>
                </a:lnTo>
                <a:lnTo>
                  <a:pt x="124254" y="45625"/>
                </a:lnTo>
                <a:close/>
                <a:moveTo>
                  <a:pt x="137387" y="45625"/>
                </a:moveTo>
                <a:lnTo>
                  <a:pt x="137387" y="51697"/>
                </a:lnTo>
                <a:lnTo>
                  <a:pt x="131314" y="51697"/>
                </a:lnTo>
                <a:lnTo>
                  <a:pt x="131314" y="45625"/>
                </a:lnTo>
                <a:close/>
                <a:moveTo>
                  <a:pt x="144447" y="45625"/>
                </a:moveTo>
                <a:lnTo>
                  <a:pt x="144447" y="51697"/>
                </a:lnTo>
                <a:lnTo>
                  <a:pt x="138375" y="51697"/>
                </a:lnTo>
                <a:lnTo>
                  <a:pt x="138375" y="45625"/>
                </a:lnTo>
                <a:close/>
                <a:moveTo>
                  <a:pt x="151495" y="45625"/>
                </a:moveTo>
                <a:lnTo>
                  <a:pt x="151495" y="51697"/>
                </a:lnTo>
                <a:lnTo>
                  <a:pt x="145423" y="51697"/>
                </a:lnTo>
                <a:lnTo>
                  <a:pt x="145423" y="45625"/>
                </a:lnTo>
                <a:close/>
                <a:moveTo>
                  <a:pt x="158556" y="45625"/>
                </a:moveTo>
                <a:lnTo>
                  <a:pt x="158556" y="51697"/>
                </a:lnTo>
                <a:lnTo>
                  <a:pt x="152484" y="51697"/>
                </a:lnTo>
                <a:lnTo>
                  <a:pt x="152484" y="45625"/>
                </a:lnTo>
                <a:close/>
                <a:moveTo>
                  <a:pt x="165604" y="45625"/>
                </a:moveTo>
                <a:lnTo>
                  <a:pt x="165604" y="51697"/>
                </a:lnTo>
                <a:lnTo>
                  <a:pt x="159532" y="51697"/>
                </a:lnTo>
                <a:lnTo>
                  <a:pt x="159532" y="45625"/>
                </a:lnTo>
                <a:close/>
                <a:moveTo>
                  <a:pt x="172665" y="45625"/>
                </a:moveTo>
                <a:lnTo>
                  <a:pt x="172665" y="51697"/>
                </a:lnTo>
                <a:lnTo>
                  <a:pt x="166581" y="51697"/>
                </a:lnTo>
                <a:lnTo>
                  <a:pt x="166581" y="45625"/>
                </a:lnTo>
                <a:close/>
                <a:moveTo>
                  <a:pt x="179713" y="45625"/>
                </a:moveTo>
                <a:lnTo>
                  <a:pt x="179713" y="51697"/>
                </a:lnTo>
                <a:lnTo>
                  <a:pt x="173641" y="51697"/>
                </a:lnTo>
                <a:lnTo>
                  <a:pt x="173641" y="45625"/>
                </a:lnTo>
                <a:close/>
                <a:moveTo>
                  <a:pt x="186774" y="45625"/>
                </a:moveTo>
                <a:lnTo>
                  <a:pt x="186774" y="51697"/>
                </a:lnTo>
                <a:lnTo>
                  <a:pt x="180702" y="51697"/>
                </a:lnTo>
                <a:lnTo>
                  <a:pt x="180702" y="45625"/>
                </a:lnTo>
                <a:close/>
                <a:moveTo>
                  <a:pt x="193822" y="45625"/>
                </a:moveTo>
                <a:lnTo>
                  <a:pt x="193822" y="51697"/>
                </a:lnTo>
                <a:lnTo>
                  <a:pt x="187750" y="51697"/>
                </a:lnTo>
                <a:lnTo>
                  <a:pt x="187750" y="45625"/>
                </a:lnTo>
                <a:close/>
                <a:moveTo>
                  <a:pt x="200883" y="45625"/>
                </a:moveTo>
                <a:lnTo>
                  <a:pt x="200883" y="51697"/>
                </a:lnTo>
                <a:lnTo>
                  <a:pt x="194810" y="51697"/>
                </a:lnTo>
                <a:lnTo>
                  <a:pt x="194810" y="45625"/>
                </a:lnTo>
                <a:close/>
                <a:moveTo>
                  <a:pt x="207931" y="45625"/>
                </a:moveTo>
                <a:lnTo>
                  <a:pt x="207931" y="51697"/>
                </a:lnTo>
                <a:lnTo>
                  <a:pt x="201859" y="51697"/>
                </a:lnTo>
                <a:lnTo>
                  <a:pt x="201859" y="45625"/>
                </a:lnTo>
                <a:close/>
                <a:moveTo>
                  <a:pt x="214992" y="45625"/>
                </a:moveTo>
                <a:lnTo>
                  <a:pt x="214992" y="51697"/>
                </a:lnTo>
                <a:lnTo>
                  <a:pt x="208919" y="51697"/>
                </a:lnTo>
                <a:lnTo>
                  <a:pt x="208919" y="45625"/>
                </a:lnTo>
                <a:close/>
                <a:moveTo>
                  <a:pt x="222052" y="45625"/>
                </a:moveTo>
                <a:lnTo>
                  <a:pt x="222052" y="51697"/>
                </a:lnTo>
                <a:lnTo>
                  <a:pt x="215968" y="51697"/>
                </a:lnTo>
                <a:lnTo>
                  <a:pt x="215968" y="45625"/>
                </a:lnTo>
                <a:close/>
                <a:moveTo>
                  <a:pt x="229100" y="45625"/>
                </a:moveTo>
                <a:lnTo>
                  <a:pt x="229100" y="51697"/>
                </a:lnTo>
                <a:lnTo>
                  <a:pt x="223028" y="51697"/>
                </a:lnTo>
                <a:lnTo>
                  <a:pt x="223028" y="45625"/>
                </a:lnTo>
                <a:close/>
                <a:moveTo>
                  <a:pt x="236161" y="45625"/>
                </a:moveTo>
                <a:lnTo>
                  <a:pt x="236161" y="51697"/>
                </a:lnTo>
                <a:lnTo>
                  <a:pt x="230077" y="51697"/>
                </a:lnTo>
                <a:lnTo>
                  <a:pt x="230077" y="45625"/>
                </a:lnTo>
                <a:close/>
                <a:moveTo>
                  <a:pt x="243209" y="45625"/>
                </a:moveTo>
                <a:lnTo>
                  <a:pt x="243209" y="51697"/>
                </a:lnTo>
                <a:lnTo>
                  <a:pt x="237137" y="51697"/>
                </a:lnTo>
                <a:lnTo>
                  <a:pt x="237137" y="45625"/>
                </a:lnTo>
                <a:close/>
                <a:moveTo>
                  <a:pt x="250270" y="45625"/>
                </a:moveTo>
                <a:lnTo>
                  <a:pt x="250270" y="51697"/>
                </a:lnTo>
                <a:lnTo>
                  <a:pt x="244198" y="51697"/>
                </a:lnTo>
                <a:lnTo>
                  <a:pt x="244198" y="45625"/>
                </a:lnTo>
                <a:close/>
                <a:moveTo>
                  <a:pt x="257318" y="45625"/>
                </a:moveTo>
                <a:lnTo>
                  <a:pt x="257318" y="51697"/>
                </a:lnTo>
                <a:lnTo>
                  <a:pt x="251246" y="51697"/>
                </a:lnTo>
                <a:lnTo>
                  <a:pt x="251246" y="45625"/>
                </a:lnTo>
                <a:close/>
                <a:moveTo>
                  <a:pt x="264379" y="45625"/>
                </a:moveTo>
                <a:lnTo>
                  <a:pt x="264379" y="51697"/>
                </a:lnTo>
                <a:lnTo>
                  <a:pt x="258306" y="51697"/>
                </a:lnTo>
                <a:lnTo>
                  <a:pt x="258306" y="45625"/>
                </a:lnTo>
                <a:close/>
                <a:moveTo>
                  <a:pt x="271427" y="45625"/>
                </a:moveTo>
                <a:lnTo>
                  <a:pt x="271427" y="51697"/>
                </a:lnTo>
                <a:lnTo>
                  <a:pt x="265355" y="51697"/>
                </a:lnTo>
                <a:lnTo>
                  <a:pt x="265355" y="45625"/>
                </a:lnTo>
                <a:close/>
                <a:moveTo>
                  <a:pt x="278488" y="45625"/>
                </a:moveTo>
                <a:lnTo>
                  <a:pt x="278488" y="51697"/>
                </a:lnTo>
                <a:lnTo>
                  <a:pt x="272415" y="51697"/>
                </a:lnTo>
                <a:lnTo>
                  <a:pt x="272415" y="45625"/>
                </a:lnTo>
                <a:close/>
                <a:moveTo>
                  <a:pt x="17443" y="52674"/>
                </a:moveTo>
                <a:lnTo>
                  <a:pt x="17443" y="58746"/>
                </a:lnTo>
                <a:lnTo>
                  <a:pt x="11371" y="58746"/>
                </a:lnTo>
                <a:lnTo>
                  <a:pt x="11371" y="52674"/>
                </a:lnTo>
                <a:close/>
                <a:moveTo>
                  <a:pt x="24503" y="52674"/>
                </a:moveTo>
                <a:lnTo>
                  <a:pt x="24503" y="58746"/>
                </a:lnTo>
                <a:lnTo>
                  <a:pt x="18431" y="58746"/>
                </a:lnTo>
                <a:lnTo>
                  <a:pt x="18431" y="52674"/>
                </a:lnTo>
                <a:close/>
                <a:moveTo>
                  <a:pt x="31564" y="52674"/>
                </a:moveTo>
                <a:lnTo>
                  <a:pt x="31564" y="58746"/>
                </a:lnTo>
                <a:lnTo>
                  <a:pt x="25492" y="58746"/>
                </a:lnTo>
                <a:lnTo>
                  <a:pt x="25492" y="52674"/>
                </a:lnTo>
                <a:close/>
                <a:moveTo>
                  <a:pt x="38612" y="52674"/>
                </a:moveTo>
                <a:lnTo>
                  <a:pt x="38612" y="58746"/>
                </a:lnTo>
                <a:lnTo>
                  <a:pt x="32540" y="58746"/>
                </a:lnTo>
                <a:lnTo>
                  <a:pt x="32540" y="52674"/>
                </a:lnTo>
                <a:close/>
                <a:moveTo>
                  <a:pt x="45673" y="52674"/>
                </a:moveTo>
                <a:lnTo>
                  <a:pt x="45673" y="58746"/>
                </a:lnTo>
                <a:lnTo>
                  <a:pt x="39601" y="58746"/>
                </a:lnTo>
                <a:lnTo>
                  <a:pt x="39601" y="52674"/>
                </a:lnTo>
                <a:close/>
                <a:moveTo>
                  <a:pt x="52721" y="52674"/>
                </a:moveTo>
                <a:lnTo>
                  <a:pt x="52721" y="58746"/>
                </a:lnTo>
                <a:lnTo>
                  <a:pt x="46649" y="58746"/>
                </a:lnTo>
                <a:lnTo>
                  <a:pt x="46649" y="52674"/>
                </a:lnTo>
                <a:close/>
                <a:moveTo>
                  <a:pt x="59782" y="52674"/>
                </a:moveTo>
                <a:lnTo>
                  <a:pt x="59782" y="58746"/>
                </a:lnTo>
                <a:lnTo>
                  <a:pt x="53709" y="58746"/>
                </a:lnTo>
                <a:lnTo>
                  <a:pt x="53709" y="52674"/>
                </a:lnTo>
                <a:close/>
                <a:moveTo>
                  <a:pt x="88011" y="52674"/>
                </a:moveTo>
                <a:lnTo>
                  <a:pt x="88011" y="58746"/>
                </a:lnTo>
                <a:lnTo>
                  <a:pt x="81927" y="58746"/>
                </a:lnTo>
                <a:lnTo>
                  <a:pt x="81927" y="52674"/>
                </a:lnTo>
                <a:close/>
                <a:moveTo>
                  <a:pt x="95060" y="52674"/>
                </a:moveTo>
                <a:lnTo>
                  <a:pt x="95060" y="58746"/>
                </a:lnTo>
                <a:lnTo>
                  <a:pt x="88988" y="58746"/>
                </a:lnTo>
                <a:lnTo>
                  <a:pt x="88988" y="52674"/>
                </a:lnTo>
                <a:close/>
                <a:moveTo>
                  <a:pt x="123278" y="52674"/>
                </a:moveTo>
                <a:lnTo>
                  <a:pt x="123278" y="58746"/>
                </a:lnTo>
                <a:lnTo>
                  <a:pt x="117205" y="58746"/>
                </a:lnTo>
                <a:lnTo>
                  <a:pt x="117205" y="52674"/>
                </a:lnTo>
                <a:close/>
                <a:moveTo>
                  <a:pt x="130338" y="52674"/>
                </a:moveTo>
                <a:lnTo>
                  <a:pt x="130338" y="58746"/>
                </a:lnTo>
                <a:lnTo>
                  <a:pt x="124254" y="58746"/>
                </a:lnTo>
                <a:lnTo>
                  <a:pt x="124254" y="52674"/>
                </a:lnTo>
                <a:close/>
                <a:moveTo>
                  <a:pt x="144447" y="52674"/>
                </a:moveTo>
                <a:lnTo>
                  <a:pt x="144447" y="58746"/>
                </a:lnTo>
                <a:lnTo>
                  <a:pt x="138375" y="58746"/>
                </a:lnTo>
                <a:lnTo>
                  <a:pt x="138375" y="52674"/>
                </a:lnTo>
                <a:close/>
                <a:moveTo>
                  <a:pt x="151495" y="52674"/>
                </a:moveTo>
                <a:lnTo>
                  <a:pt x="151495" y="58746"/>
                </a:lnTo>
                <a:lnTo>
                  <a:pt x="145423" y="58746"/>
                </a:lnTo>
                <a:lnTo>
                  <a:pt x="145423" y="52674"/>
                </a:lnTo>
                <a:close/>
                <a:moveTo>
                  <a:pt x="158556" y="52674"/>
                </a:moveTo>
                <a:lnTo>
                  <a:pt x="158556" y="58746"/>
                </a:lnTo>
                <a:lnTo>
                  <a:pt x="152484" y="58746"/>
                </a:lnTo>
                <a:lnTo>
                  <a:pt x="152484" y="52674"/>
                </a:lnTo>
                <a:close/>
                <a:moveTo>
                  <a:pt x="165604" y="52674"/>
                </a:moveTo>
                <a:lnTo>
                  <a:pt x="165604" y="58746"/>
                </a:lnTo>
                <a:lnTo>
                  <a:pt x="159532" y="58746"/>
                </a:lnTo>
                <a:lnTo>
                  <a:pt x="159532" y="52674"/>
                </a:lnTo>
                <a:close/>
                <a:moveTo>
                  <a:pt x="172665" y="52674"/>
                </a:moveTo>
                <a:lnTo>
                  <a:pt x="172665" y="58746"/>
                </a:lnTo>
                <a:lnTo>
                  <a:pt x="166581" y="58746"/>
                </a:lnTo>
                <a:lnTo>
                  <a:pt x="166581" y="52674"/>
                </a:lnTo>
                <a:close/>
                <a:moveTo>
                  <a:pt x="179713" y="52674"/>
                </a:moveTo>
                <a:lnTo>
                  <a:pt x="179713" y="58746"/>
                </a:lnTo>
                <a:lnTo>
                  <a:pt x="173641" y="58746"/>
                </a:lnTo>
                <a:lnTo>
                  <a:pt x="173641" y="52674"/>
                </a:lnTo>
                <a:close/>
                <a:moveTo>
                  <a:pt x="186774" y="52674"/>
                </a:moveTo>
                <a:lnTo>
                  <a:pt x="186774" y="58746"/>
                </a:lnTo>
                <a:lnTo>
                  <a:pt x="180702" y="58746"/>
                </a:lnTo>
                <a:lnTo>
                  <a:pt x="180702" y="52674"/>
                </a:lnTo>
                <a:close/>
                <a:moveTo>
                  <a:pt x="193822" y="52674"/>
                </a:moveTo>
                <a:lnTo>
                  <a:pt x="193822" y="58746"/>
                </a:lnTo>
                <a:lnTo>
                  <a:pt x="187750" y="58746"/>
                </a:lnTo>
                <a:lnTo>
                  <a:pt x="187750" y="52674"/>
                </a:lnTo>
                <a:close/>
                <a:moveTo>
                  <a:pt x="200883" y="52674"/>
                </a:moveTo>
                <a:lnTo>
                  <a:pt x="200883" y="58746"/>
                </a:lnTo>
                <a:lnTo>
                  <a:pt x="194810" y="58746"/>
                </a:lnTo>
                <a:lnTo>
                  <a:pt x="194810" y="52674"/>
                </a:lnTo>
                <a:close/>
                <a:moveTo>
                  <a:pt x="207931" y="52674"/>
                </a:moveTo>
                <a:lnTo>
                  <a:pt x="207931" y="58746"/>
                </a:lnTo>
                <a:lnTo>
                  <a:pt x="201859" y="58746"/>
                </a:lnTo>
                <a:lnTo>
                  <a:pt x="201859" y="52674"/>
                </a:lnTo>
                <a:close/>
                <a:moveTo>
                  <a:pt x="214992" y="52674"/>
                </a:moveTo>
                <a:lnTo>
                  <a:pt x="214992" y="58746"/>
                </a:lnTo>
                <a:lnTo>
                  <a:pt x="208919" y="58746"/>
                </a:lnTo>
                <a:lnTo>
                  <a:pt x="208919" y="52674"/>
                </a:lnTo>
                <a:close/>
                <a:moveTo>
                  <a:pt x="222052" y="52674"/>
                </a:moveTo>
                <a:lnTo>
                  <a:pt x="222052" y="58746"/>
                </a:lnTo>
                <a:lnTo>
                  <a:pt x="215968" y="58746"/>
                </a:lnTo>
                <a:lnTo>
                  <a:pt x="215968" y="52674"/>
                </a:lnTo>
                <a:close/>
                <a:moveTo>
                  <a:pt x="229100" y="52674"/>
                </a:moveTo>
                <a:lnTo>
                  <a:pt x="229100" y="58746"/>
                </a:lnTo>
                <a:lnTo>
                  <a:pt x="223028" y="58746"/>
                </a:lnTo>
                <a:lnTo>
                  <a:pt x="223028" y="52674"/>
                </a:lnTo>
                <a:close/>
                <a:moveTo>
                  <a:pt x="236161" y="52674"/>
                </a:moveTo>
                <a:lnTo>
                  <a:pt x="236161" y="58746"/>
                </a:lnTo>
                <a:lnTo>
                  <a:pt x="230077" y="58746"/>
                </a:lnTo>
                <a:lnTo>
                  <a:pt x="230077" y="52674"/>
                </a:lnTo>
                <a:close/>
                <a:moveTo>
                  <a:pt x="243209" y="52674"/>
                </a:moveTo>
                <a:lnTo>
                  <a:pt x="243209" y="58746"/>
                </a:lnTo>
                <a:lnTo>
                  <a:pt x="237137" y="58746"/>
                </a:lnTo>
                <a:lnTo>
                  <a:pt x="237137" y="52674"/>
                </a:lnTo>
                <a:close/>
                <a:moveTo>
                  <a:pt x="250270" y="52674"/>
                </a:moveTo>
                <a:lnTo>
                  <a:pt x="250270" y="58746"/>
                </a:lnTo>
                <a:lnTo>
                  <a:pt x="244198" y="58746"/>
                </a:lnTo>
                <a:lnTo>
                  <a:pt x="244198" y="52674"/>
                </a:lnTo>
                <a:close/>
                <a:moveTo>
                  <a:pt x="257318" y="52674"/>
                </a:moveTo>
                <a:lnTo>
                  <a:pt x="257318" y="58746"/>
                </a:lnTo>
                <a:lnTo>
                  <a:pt x="251246" y="58746"/>
                </a:lnTo>
                <a:lnTo>
                  <a:pt x="251246" y="52674"/>
                </a:lnTo>
                <a:close/>
                <a:moveTo>
                  <a:pt x="264379" y="52674"/>
                </a:moveTo>
                <a:lnTo>
                  <a:pt x="264379" y="58746"/>
                </a:lnTo>
                <a:lnTo>
                  <a:pt x="258306" y="58746"/>
                </a:lnTo>
                <a:lnTo>
                  <a:pt x="258306" y="52674"/>
                </a:lnTo>
                <a:close/>
                <a:moveTo>
                  <a:pt x="271427" y="52674"/>
                </a:moveTo>
                <a:lnTo>
                  <a:pt x="271427" y="58746"/>
                </a:lnTo>
                <a:lnTo>
                  <a:pt x="265355" y="58746"/>
                </a:lnTo>
                <a:lnTo>
                  <a:pt x="265355" y="52674"/>
                </a:lnTo>
                <a:close/>
                <a:moveTo>
                  <a:pt x="278488" y="52674"/>
                </a:moveTo>
                <a:lnTo>
                  <a:pt x="278488" y="58746"/>
                </a:lnTo>
                <a:lnTo>
                  <a:pt x="272415" y="58746"/>
                </a:lnTo>
                <a:lnTo>
                  <a:pt x="272415" y="52674"/>
                </a:lnTo>
                <a:close/>
                <a:moveTo>
                  <a:pt x="60758" y="52674"/>
                </a:moveTo>
                <a:lnTo>
                  <a:pt x="66842" y="52686"/>
                </a:lnTo>
                <a:lnTo>
                  <a:pt x="66842" y="58758"/>
                </a:lnTo>
                <a:lnTo>
                  <a:pt x="60758" y="58758"/>
                </a:lnTo>
                <a:lnTo>
                  <a:pt x="60758" y="52674"/>
                </a:lnTo>
                <a:close/>
                <a:moveTo>
                  <a:pt x="67818" y="52674"/>
                </a:moveTo>
                <a:lnTo>
                  <a:pt x="73902" y="52686"/>
                </a:lnTo>
                <a:lnTo>
                  <a:pt x="73902" y="58758"/>
                </a:lnTo>
                <a:lnTo>
                  <a:pt x="67818" y="58758"/>
                </a:lnTo>
                <a:lnTo>
                  <a:pt x="67818" y="52674"/>
                </a:lnTo>
                <a:close/>
                <a:moveTo>
                  <a:pt x="74879" y="52674"/>
                </a:moveTo>
                <a:lnTo>
                  <a:pt x="80951" y="52686"/>
                </a:lnTo>
                <a:lnTo>
                  <a:pt x="80951" y="58758"/>
                </a:lnTo>
                <a:lnTo>
                  <a:pt x="74879" y="58758"/>
                </a:lnTo>
                <a:lnTo>
                  <a:pt x="74879" y="52674"/>
                </a:lnTo>
                <a:close/>
                <a:moveTo>
                  <a:pt x="96036" y="52674"/>
                </a:moveTo>
                <a:lnTo>
                  <a:pt x="102120" y="52686"/>
                </a:lnTo>
                <a:lnTo>
                  <a:pt x="102120" y="58758"/>
                </a:lnTo>
                <a:lnTo>
                  <a:pt x="96036" y="58758"/>
                </a:lnTo>
                <a:lnTo>
                  <a:pt x="96036" y="52674"/>
                </a:lnTo>
                <a:close/>
                <a:moveTo>
                  <a:pt x="103097" y="52674"/>
                </a:moveTo>
                <a:lnTo>
                  <a:pt x="109169" y="52686"/>
                </a:lnTo>
                <a:lnTo>
                  <a:pt x="109169" y="58758"/>
                </a:lnTo>
                <a:lnTo>
                  <a:pt x="103097" y="58758"/>
                </a:lnTo>
                <a:lnTo>
                  <a:pt x="103097" y="52674"/>
                </a:lnTo>
                <a:close/>
                <a:moveTo>
                  <a:pt x="110157" y="52674"/>
                </a:moveTo>
                <a:lnTo>
                  <a:pt x="116229" y="52686"/>
                </a:lnTo>
                <a:lnTo>
                  <a:pt x="116229" y="58758"/>
                </a:lnTo>
                <a:lnTo>
                  <a:pt x="110157" y="58758"/>
                </a:lnTo>
                <a:lnTo>
                  <a:pt x="110157" y="52674"/>
                </a:lnTo>
                <a:close/>
                <a:moveTo>
                  <a:pt x="131314" y="52674"/>
                </a:moveTo>
                <a:lnTo>
                  <a:pt x="137387" y="52686"/>
                </a:lnTo>
                <a:lnTo>
                  <a:pt x="137387" y="58758"/>
                </a:lnTo>
                <a:lnTo>
                  <a:pt x="131314" y="58758"/>
                </a:lnTo>
                <a:lnTo>
                  <a:pt x="131314" y="52674"/>
                </a:lnTo>
                <a:close/>
                <a:moveTo>
                  <a:pt x="17443" y="59734"/>
                </a:moveTo>
                <a:lnTo>
                  <a:pt x="17443" y="65806"/>
                </a:lnTo>
                <a:lnTo>
                  <a:pt x="11371" y="65806"/>
                </a:lnTo>
                <a:lnTo>
                  <a:pt x="11371" y="59734"/>
                </a:lnTo>
                <a:close/>
                <a:moveTo>
                  <a:pt x="24503" y="59734"/>
                </a:moveTo>
                <a:lnTo>
                  <a:pt x="24503" y="65806"/>
                </a:lnTo>
                <a:lnTo>
                  <a:pt x="18431" y="65806"/>
                </a:lnTo>
                <a:lnTo>
                  <a:pt x="18431" y="59734"/>
                </a:lnTo>
                <a:close/>
                <a:moveTo>
                  <a:pt x="31564" y="59734"/>
                </a:moveTo>
                <a:lnTo>
                  <a:pt x="31564" y="65806"/>
                </a:lnTo>
                <a:lnTo>
                  <a:pt x="25492" y="65806"/>
                </a:lnTo>
                <a:lnTo>
                  <a:pt x="25492" y="59734"/>
                </a:lnTo>
                <a:close/>
                <a:moveTo>
                  <a:pt x="38612" y="59734"/>
                </a:moveTo>
                <a:lnTo>
                  <a:pt x="38612" y="65806"/>
                </a:lnTo>
                <a:lnTo>
                  <a:pt x="32540" y="65806"/>
                </a:lnTo>
                <a:lnTo>
                  <a:pt x="32540" y="59734"/>
                </a:lnTo>
                <a:close/>
                <a:moveTo>
                  <a:pt x="45673" y="59734"/>
                </a:moveTo>
                <a:lnTo>
                  <a:pt x="45673" y="65806"/>
                </a:lnTo>
                <a:lnTo>
                  <a:pt x="39601" y="65806"/>
                </a:lnTo>
                <a:lnTo>
                  <a:pt x="39601" y="59734"/>
                </a:lnTo>
                <a:close/>
                <a:moveTo>
                  <a:pt x="52721" y="59734"/>
                </a:moveTo>
                <a:lnTo>
                  <a:pt x="52721" y="65806"/>
                </a:lnTo>
                <a:lnTo>
                  <a:pt x="46649" y="65806"/>
                </a:lnTo>
                <a:lnTo>
                  <a:pt x="46649" y="59734"/>
                </a:lnTo>
                <a:close/>
                <a:moveTo>
                  <a:pt x="59782" y="59734"/>
                </a:moveTo>
                <a:lnTo>
                  <a:pt x="59782" y="65806"/>
                </a:lnTo>
                <a:lnTo>
                  <a:pt x="53709" y="65806"/>
                </a:lnTo>
                <a:lnTo>
                  <a:pt x="53709" y="59734"/>
                </a:lnTo>
                <a:close/>
                <a:moveTo>
                  <a:pt x="66842" y="59734"/>
                </a:moveTo>
                <a:lnTo>
                  <a:pt x="66842" y="65806"/>
                </a:lnTo>
                <a:lnTo>
                  <a:pt x="60758" y="65806"/>
                </a:lnTo>
                <a:lnTo>
                  <a:pt x="60758" y="59734"/>
                </a:lnTo>
                <a:close/>
                <a:moveTo>
                  <a:pt x="73902" y="59734"/>
                </a:moveTo>
                <a:lnTo>
                  <a:pt x="73902" y="65806"/>
                </a:lnTo>
                <a:lnTo>
                  <a:pt x="67818" y="65806"/>
                </a:lnTo>
                <a:lnTo>
                  <a:pt x="67818" y="59734"/>
                </a:lnTo>
                <a:close/>
                <a:moveTo>
                  <a:pt x="80951" y="59734"/>
                </a:moveTo>
                <a:lnTo>
                  <a:pt x="80951" y="65806"/>
                </a:lnTo>
                <a:lnTo>
                  <a:pt x="74879" y="65806"/>
                </a:lnTo>
                <a:lnTo>
                  <a:pt x="74879" y="59734"/>
                </a:lnTo>
                <a:close/>
                <a:moveTo>
                  <a:pt x="88011" y="59734"/>
                </a:moveTo>
                <a:lnTo>
                  <a:pt x="88011" y="65806"/>
                </a:lnTo>
                <a:lnTo>
                  <a:pt x="81927" y="65806"/>
                </a:lnTo>
                <a:lnTo>
                  <a:pt x="81927" y="59734"/>
                </a:lnTo>
                <a:close/>
                <a:moveTo>
                  <a:pt x="95060" y="59734"/>
                </a:moveTo>
                <a:lnTo>
                  <a:pt x="95060" y="65806"/>
                </a:lnTo>
                <a:lnTo>
                  <a:pt x="88988" y="65806"/>
                </a:lnTo>
                <a:lnTo>
                  <a:pt x="88988" y="59734"/>
                </a:lnTo>
                <a:close/>
                <a:moveTo>
                  <a:pt x="123278" y="59734"/>
                </a:moveTo>
                <a:lnTo>
                  <a:pt x="123278" y="65806"/>
                </a:lnTo>
                <a:lnTo>
                  <a:pt x="117205" y="65806"/>
                </a:lnTo>
                <a:lnTo>
                  <a:pt x="117205" y="59734"/>
                </a:lnTo>
                <a:close/>
                <a:moveTo>
                  <a:pt x="130338" y="59734"/>
                </a:moveTo>
                <a:lnTo>
                  <a:pt x="130338" y="65806"/>
                </a:lnTo>
                <a:lnTo>
                  <a:pt x="124254" y="65806"/>
                </a:lnTo>
                <a:lnTo>
                  <a:pt x="124254" y="59734"/>
                </a:lnTo>
                <a:close/>
                <a:moveTo>
                  <a:pt x="144447" y="59734"/>
                </a:moveTo>
                <a:lnTo>
                  <a:pt x="144447" y="65806"/>
                </a:lnTo>
                <a:lnTo>
                  <a:pt x="138375" y="65806"/>
                </a:lnTo>
                <a:lnTo>
                  <a:pt x="138375" y="59734"/>
                </a:lnTo>
                <a:close/>
                <a:moveTo>
                  <a:pt x="151495" y="59734"/>
                </a:moveTo>
                <a:lnTo>
                  <a:pt x="151495" y="65806"/>
                </a:lnTo>
                <a:lnTo>
                  <a:pt x="145423" y="65806"/>
                </a:lnTo>
                <a:lnTo>
                  <a:pt x="145423" y="59734"/>
                </a:lnTo>
                <a:close/>
                <a:moveTo>
                  <a:pt x="158556" y="59734"/>
                </a:moveTo>
                <a:lnTo>
                  <a:pt x="158556" y="65806"/>
                </a:lnTo>
                <a:lnTo>
                  <a:pt x="152484" y="65806"/>
                </a:lnTo>
                <a:lnTo>
                  <a:pt x="152484" y="59734"/>
                </a:lnTo>
                <a:close/>
                <a:moveTo>
                  <a:pt x="165604" y="59734"/>
                </a:moveTo>
                <a:lnTo>
                  <a:pt x="165604" y="65806"/>
                </a:lnTo>
                <a:lnTo>
                  <a:pt x="159532" y="65806"/>
                </a:lnTo>
                <a:lnTo>
                  <a:pt x="159532" y="59734"/>
                </a:lnTo>
                <a:close/>
                <a:moveTo>
                  <a:pt x="172665" y="59734"/>
                </a:moveTo>
                <a:lnTo>
                  <a:pt x="172665" y="65806"/>
                </a:lnTo>
                <a:lnTo>
                  <a:pt x="166581" y="65806"/>
                </a:lnTo>
                <a:lnTo>
                  <a:pt x="166581" y="59734"/>
                </a:lnTo>
                <a:close/>
                <a:moveTo>
                  <a:pt x="179713" y="59734"/>
                </a:moveTo>
                <a:lnTo>
                  <a:pt x="179713" y="65806"/>
                </a:lnTo>
                <a:lnTo>
                  <a:pt x="173641" y="65806"/>
                </a:lnTo>
                <a:lnTo>
                  <a:pt x="173641" y="59734"/>
                </a:lnTo>
                <a:close/>
                <a:moveTo>
                  <a:pt x="186774" y="59734"/>
                </a:moveTo>
                <a:lnTo>
                  <a:pt x="186774" y="65806"/>
                </a:lnTo>
                <a:lnTo>
                  <a:pt x="180702" y="65806"/>
                </a:lnTo>
                <a:lnTo>
                  <a:pt x="180702" y="59734"/>
                </a:lnTo>
                <a:close/>
                <a:moveTo>
                  <a:pt x="193822" y="59734"/>
                </a:moveTo>
                <a:lnTo>
                  <a:pt x="193822" y="65806"/>
                </a:lnTo>
                <a:lnTo>
                  <a:pt x="187750" y="65806"/>
                </a:lnTo>
                <a:lnTo>
                  <a:pt x="187750" y="59734"/>
                </a:lnTo>
                <a:close/>
                <a:moveTo>
                  <a:pt x="200883" y="59734"/>
                </a:moveTo>
                <a:lnTo>
                  <a:pt x="200883" y="65806"/>
                </a:lnTo>
                <a:lnTo>
                  <a:pt x="194810" y="65806"/>
                </a:lnTo>
                <a:lnTo>
                  <a:pt x="194810" y="59734"/>
                </a:lnTo>
                <a:close/>
                <a:moveTo>
                  <a:pt x="207931" y="59734"/>
                </a:moveTo>
                <a:lnTo>
                  <a:pt x="207931" y="65806"/>
                </a:lnTo>
                <a:lnTo>
                  <a:pt x="201859" y="65806"/>
                </a:lnTo>
                <a:lnTo>
                  <a:pt x="201859" y="59734"/>
                </a:lnTo>
                <a:close/>
                <a:moveTo>
                  <a:pt x="214992" y="59734"/>
                </a:moveTo>
                <a:lnTo>
                  <a:pt x="214992" y="65806"/>
                </a:lnTo>
                <a:lnTo>
                  <a:pt x="208919" y="65806"/>
                </a:lnTo>
                <a:lnTo>
                  <a:pt x="208919" y="59734"/>
                </a:lnTo>
                <a:close/>
                <a:moveTo>
                  <a:pt x="222052" y="59734"/>
                </a:moveTo>
                <a:lnTo>
                  <a:pt x="222052" y="65806"/>
                </a:lnTo>
                <a:lnTo>
                  <a:pt x="215968" y="65806"/>
                </a:lnTo>
                <a:lnTo>
                  <a:pt x="215968" y="59734"/>
                </a:lnTo>
                <a:close/>
                <a:moveTo>
                  <a:pt x="229100" y="59734"/>
                </a:moveTo>
                <a:lnTo>
                  <a:pt x="229100" y="65806"/>
                </a:lnTo>
                <a:lnTo>
                  <a:pt x="223028" y="65806"/>
                </a:lnTo>
                <a:lnTo>
                  <a:pt x="223028" y="59734"/>
                </a:lnTo>
                <a:close/>
                <a:moveTo>
                  <a:pt x="236161" y="59734"/>
                </a:moveTo>
                <a:lnTo>
                  <a:pt x="236161" y="65806"/>
                </a:lnTo>
                <a:lnTo>
                  <a:pt x="230077" y="65806"/>
                </a:lnTo>
                <a:lnTo>
                  <a:pt x="230077" y="59734"/>
                </a:lnTo>
                <a:close/>
                <a:moveTo>
                  <a:pt x="243209" y="59734"/>
                </a:moveTo>
                <a:lnTo>
                  <a:pt x="243209" y="65806"/>
                </a:lnTo>
                <a:lnTo>
                  <a:pt x="237137" y="65806"/>
                </a:lnTo>
                <a:lnTo>
                  <a:pt x="237137" y="59734"/>
                </a:lnTo>
                <a:close/>
                <a:moveTo>
                  <a:pt x="250270" y="59734"/>
                </a:moveTo>
                <a:lnTo>
                  <a:pt x="250270" y="65806"/>
                </a:lnTo>
                <a:lnTo>
                  <a:pt x="244198" y="65806"/>
                </a:lnTo>
                <a:lnTo>
                  <a:pt x="244198" y="59734"/>
                </a:lnTo>
                <a:close/>
                <a:moveTo>
                  <a:pt x="257318" y="59734"/>
                </a:moveTo>
                <a:lnTo>
                  <a:pt x="257318" y="65806"/>
                </a:lnTo>
                <a:lnTo>
                  <a:pt x="251246" y="65806"/>
                </a:lnTo>
                <a:lnTo>
                  <a:pt x="251246" y="59734"/>
                </a:lnTo>
                <a:close/>
                <a:moveTo>
                  <a:pt x="264379" y="59734"/>
                </a:moveTo>
                <a:lnTo>
                  <a:pt x="264379" y="65806"/>
                </a:lnTo>
                <a:lnTo>
                  <a:pt x="258306" y="65806"/>
                </a:lnTo>
                <a:lnTo>
                  <a:pt x="258306" y="59734"/>
                </a:lnTo>
                <a:close/>
                <a:moveTo>
                  <a:pt x="271427" y="59734"/>
                </a:moveTo>
                <a:lnTo>
                  <a:pt x="271427" y="65806"/>
                </a:lnTo>
                <a:lnTo>
                  <a:pt x="265355" y="65806"/>
                </a:lnTo>
                <a:lnTo>
                  <a:pt x="265355" y="59734"/>
                </a:lnTo>
                <a:close/>
                <a:moveTo>
                  <a:pt x="278488" y="59734"/>
                </a:moveTo>
                <a:lnTo>
                  <a:pt x="278488" y="65806"/>
                </a:lnTo>
                <a:lnTo>
                  <a:pt x="272415" y="65806"/>
                </a:lnTo>
                <a:lnTo>
                  <a:pt x="272415" y="59734"/>
                </a:lnTo>
                <a:close/>
                <a:moveTo>
                  <a:pt x="102120" y="59734"/>
                </a:moveTo>
                <a:lnTo>
                  <a:pt x="102120" y="65818"/>
                </a:lnTo>
                <a:lnTo>
                  <a:pt x="96036" y="65818"/>
                </a:lnTo>
                <a:lnTo>
                  <a:pt x="96036" y="59734"/>
                </a:lnTo>
                <a:close/>
                <a:moveTo>
                  <a:pt x="109169" y="59734"/>
                </a:moveTo>
                <a:lnTo>
                  <a:pt x="109169" y="65818"/>
                </a:lnTo>
                <a:lnTo>
                  <a:pt x="103097" y="65818"/>
                </a:lnTo>
                <a:lnTo>
                  <a:pt x="103097" y="59734"/>
                </a:lnTo>
                <a:close/>
                <a:moveTo>
                  <a:pt x="116229" y="59734"/>
                </a:moveTo>
                <a:lnTo>
                  <a:pt x="116229" y="65818"/>
                </a:lnTo>
                <a:lnTo>
                  <a:pt x="110157" y="65818"/>
                </a:lnTo>
                <a:lnTo>
                  <a:pt x="110157" y="59734"/>
                </a:lnTo>
                <a:close/>
                <a:moveTo>
                  <a:pt x="137387" y="59734"/>
                </a:moveTo>
                <a:lnTo>
                  <a:pt x="137387" y="65818"/>
                </a:lnTo>
                <a:lnTo>
                  <a:pt x="131314" y="65818"/>
                </a:lnTo>
                <a:lnTo>
                  <a:pt x="131314" y="59734"/>
                </a:lnTo>
                <a:close/>
                <a:moveTo>
                  <a:pt x="17443" y="66783"/>
                </a:moveTo>
                <a:lnTo>
                  <a:pt x="17443" y="72867"/>
                </a:lnTo>
                <a:lnTo>
                  <a:pt x="11371" y="72867"/>
                </a:lnTo>
                <a:lnTo>
                  <a:pt x="11371" y="66783"/>
                </a:lnTo>
                <a:close/>
                <a:moveTo>
                  <a:pt x="24503" y="66783"/>
                </a:moveTo>
                <a:lnTo>
                  <a:pt x="24503" y="72867"/>
                </a:lnTo>
                <a:lnTo>
                  <a:pt x="18431" y="72867"/>
                </a:lnTo>
                <a:lnTo>
                  <a:pt x="18431" y="66783"/>
                </a:lnTo>
                <a:close/>
                <a:moveTo>
                  <a:pt x="31564" y="66783"/>
                </a:moveTo>
                <a:lnTo>
                  <a:pt x="31564" y="72867"/>
                </a:lnTo>
                <a:lnTo>
                  <a:pt x="25492" y="72867"/>
                </a:lnTo>
                <a:lnTo>
                  <a:pt x="25492" y="66783"/>
                </a:lnTo>
                <a:close/>
                <a:moveTo>
                  <a:pt x="38612" y="66783"/>
                </a:moveTo>
                <a:lnTo>
                  <a:pt x="38612" y="72867"/>
                </a:lnTo>
                <a:lnTo>
                  <a:pt x="32540" y="72867"/>
                </a:lnTo>
                <a:lnTo>
                  <a:pt x="32540" y="66783"/>
                </a:lnTo>
                <a:close/>
                <a:moveTo>
                  <a:pt x="45673" y="66783"/>
                </a:moveTo>
                <a:lnTo>
                  <a:pt x="45673" y="72867"/>
                </a:lnTo>
                <a:lnTo>
                  <a:pt x="39601" y="72867"/>
                </a:lnTo>
                <a:lnTo>
                  <a:pt x="39601" y="66783"/>
                </a:lnTo>
                <a:close/>
                <a:moveTo>
                  <a:pt x="52721" y="66783"/>
                </a:moveTo>
                <a:lnTo>
                  <a:pt x="52721" y="72867"/>
                </a:lnTo>
                <a:lnTo>
                  <a:pt x="46649" y="72867"/>
                </a:lnTo>
                <a:lnTo>
                  <a:pt x="46649" y="66783"/>
                </a:lnTo>
                <a:close/>
                <a:moveTo>
                  <a:pt x="59782" y="66783"/>
                </a:moveTo>
                <a:lnTo>
                  <a:pt x="59782" y="72867"/>
                </a:lnTo>
                <a:lnTo>
                  <a:pt x="53709" y="72867"/>
                </a:lnTo>
                <a:lnTo>
                  <a:pt x="53709" y="66783"/>
                </a:lnTo>
                <a:close/>
                <a:moveTo>
                  <a:pt x="60758" y="66783"/>
                </a:moveTo>
                <a:lnTo>
                  <a:pt x="66842" y="66795"/>
                </a:lnTo>
                <a:lnTo>
                  <a:pt x="66842" y="72867"/>
                </a:lnTo>
                <a:lnTo>
                  <a:pt x="60758" y="72867"/>
                </a:lnTo>
                <a:lnTo>
                  <a:pt x="60758" y="66783"/>
                </a:lnTo>
                <a:close/>
                <a:moveTo>
                  <a:pt x="67818" y="66783"/>
                </a:moveTo>
                <a:lnTo>
                  <a:pt x="73902" y="66795"/>
                </a:lnTo>
                <a:lnTo>
                  <a:pt x="73902" y="72867"/>
                </a:lnTo>
                <a:lnTo>
                  <a:pt x="67818" y="72867"/>
                </a:lnTo>
                <a:lnTo>
                  <a:pt x="67818" y="66783"/>
                </a:lnTo>
                <a:close/>
                <a:moveTo>
                  <a:pt x="74879" y="66783"/>
                </a:moveTo>
                <a:lnTo>
                  <a:pt x="80951" y="66795"/>
                </a:lnTo>
                <a:lnTo>
                  <a:pt x="80951" y="72867"/>
                </a:lnTo>
                <a:lnTo>
                  <a:pt x="74879" y="72867"/>
                </a:lnTo>
                <a:lnTo>
                  <a:pt x="74879" y="66783"/>
                </a:lnTo>
                <a:close/>
                <a:moveTo>
                  <a:pt x="88011" y="66783"/>
                </a:moveTo>
                <a:lnTo>
                  <a:pt x="88011" y="72867"/>
                </a:lnTo>
                <a:lnTo>
                  <a:pt x="81927" y="72867"/>
                </a:lnTo>
                <a:lnTo>
                  <a:pt x="81927" y="66783"/>
                </a:lnTo>
                <a:close/>
                <a:moveTo>
                  <a:pt x="95060" y="66783"/>
                </a:moveTo>
                <a:lnTo>
                  <a:pt x="95060" y="72867"/>
                </a:lnTo>
                <a:lnTo>
                  <a:pt x="88988" y="72867"/>
                </a:lnTo>
                <a:lnTo>
                  <a:pt x="88988" y="66783"/>
                </a:lnTo>
                <a:close/>
                <a:moveTo>
                  <a:pt x="96036" y="66783"/>
                </a:moveTo>
                <a:lnTo>
                  <a:pt x="102120" y="66795"/>
                </a:lnTo>
                <a:lnTo>
                  <a:pt x="102120" y="72867"/>
                </a:lnTo>
                <a:lnTo>
                  <a:pt x="96036" y="72867"/>
                </a:lnTo>
                <a:lnTo>
                  <a:pt x="96036" y="66783"/>
                </a:lnTo>
                <a:close/>
                <a:moveTo>
                  <a:pt x="103097" y="66783"/>
                </a:moveTo>
                <a:lnTo>
                  <a:pt x="109169" y="66795"/>
                </a:lnTo>
                <a:lnTo>
                  <a:pt x="109169" y="72867"/>
                </a:lnTo>
                <a:lnTo>
                  <a:pt x="103097" y="72867"/>
                </a:lnTo>
                <a:lnTo>
                  <a:pt x="103097" y="66783"/>
                </a:lnTo>
                <a:close/>
                <a:moveTo>
                  <a:pt x="110157" y="66783"/>
                </a:moveTo>
                <a:lnTo>
                  <a:pt x="116229" y="66795"/>
                </a:lnTo>
                <a:lnTo>
                  <a:pt x="116229" y="72867"/>
                </a:lnTo>
                <a:lnTo>
                  <a:pt x="110157" y="72867"/>
                </a:lnTo>
                <a:lnTo>
                  <a:pt x="110157" y="66783"/>
                </a:lnTo>
                <a:close/>
                <a:moveTo>
                  <a:pt x="123278" y="66783"/>
                </a:moveTo>
                <a:lnTo>
                  <a:pt x="123278" y="72867"/>
                </a:lnTo>
                <a:lnTo>
                  <a:pt x="117205" y="72867"/>
                </a:lnTo>
                <a:lnTo>
                  <a:pt x="117205" y="66783"/>
                </a:lnTo>
                <a:close/>
                <a:moveTo>
                  <a:pt x="130338" y="66783"/>
                </a:moveTo>
                <a:lnTo>
                  <a:pt x="130338" y="72867"/>
                </a:lnTo>
                <a:lnTo>
                  <a:pt x="124254" y="72867"/>
                </a:lnTo>
                <a:lnTo>
                  <a:pt x="124254" y="66783"/>
                </a:lnTo>
                <a:close/>
                <a:moveTo>
                  <a:pt x="131314" y="66783"/>
                </a:moveTo>
                <a:lnTo>
                  <a:pt x="137387" y="66795"/>
                </a:lnTo>
                <a:lnTo>
                  <a:pt x="137387" y="72867"/>
                </a:lnTo>
                <a:lnTo>
                  <a:pt x="131314" y="72867"/>
                </a:lnTo>
                <a:lnTo>
                  <a:pt x="131314" y="66783"/>
                </a:lnTo>
                <a:close/>
                <a:moveTo>
                  <a:pt x="144447" y="66783"/>
                </a:moveTo>
                <a:lnTo>
                  <a:pt x="144447" y="72867"/>
                </a:lnTo>
                <a:lnTo>
                  <a:pt x="138375" y="72867"/>
                </a:lnTo>
                <a:lnTo>
                  <a:pt x="138375" y="66783"/>
                </a:lnTo>
                <a:close/>
                <a:moveTo>
                  <a:pt x="151495" y="66783"/>
                </a:moveTo>
                <a:lnTo>
                  <a:pt x="151495" y="72867"/>
                </a:lnTo>
                <a:lnTo>
                  <a:pt x="145423" y="72867"/>
                </a:lnTo>
                <a:lnTo>
                  <a:pt x="145423" y="66783"/>
                </a:lnTo>
                <a:close/>
                <a:moveTo>
                  <a:pt x="158556" y="66783"/>
                </a:moveTo>
                <a:lnTo>
                  <a:pt x="158556" y="72867"/>
                </a:lnTo>
                <a:lnTo>
                  <a:pt x="152484" y="72867"/>
                </a:lnTo>
                <a:lnTo>
                  <a:pt x="152484" y="66783"/>
                </a:lnTo>
                <a:close/>
                <a:moveTo>
                  <a:pt x="165604" y="66783"/>
                </a:moveTo>
                <a:lnTo>
                  <a:pt x="165604" y="72867"/>
                </a:lnTo>
                <a:lnTo>
                  <a:pt x="159532" y="72867"/>
                </a:lnTo>
                <a:lnTo>
                  <a:pt x="159532" y="66783"/>
                </a:lnTo>
                <a:close/>
                <a:moveTo>
                  <a:pt x="172665" y="66783"/>
                </a:moveTo>
                <a:lnTo>
                  <a:pt x="172665" y="72867"/>
                </a:lnTo>
                <a:lnTo>
                  <a:pt x="166581" y="72867"/>
                </a:lnTo>
                <a:lnTo>
                  <a:pt x="166581" y="66783"/>
                </a:lnTo>
                <a:close/>
                <a:moveTo>
                  <a:pt x="179713" y="66783"/>
                </a:moveTo>
                <a:lnTo>
                  <a:pt x="179713" y="72867"/>
                </a:lnTo>
                <a:lnTo>
                  <a:pt x="173641" y="72867"/>
                </a:lnTo>
                <a:lnTo>
                  <a:pt x="173641" y="66783"/>
                </a:lnTo>
                <a:close/>
                <a:moveTo>
                  <a:pt x="186774" y="66783"/>
                </a:moveTo>
                <a:lnTo>
                  <a:pt x="186774" y="72867"/>
                </a:lnTo>
                <a:lnTo>
                  <a:pt x="180702" y="72867"/>
                </a:lnTo>
                <a:lnTo>
                  <a:pt x="180702" y="66783"/>
                </a:lnTo>
                <a:close/>
                <a:moveTo>
                  <a:pt x="193822" y="66783"/>
                </a:moveTo>
                <a:lnTo>
                  <a:pt x="193822" y="72867"/>
                </a:lnTo>
                <a:lnTo>
                  <a:pt x="187750" y="72867"/>
                </a:lnTo>
                <a:lnTo>
                  <a:pt x="187750" y="66783"/>
                </a:lnTo>
                <a:close/>
                <a:moveTo>
                  <a:pt x="200883" y="66783"/>
                </a:moveTo>
                <a:lnTo>
                  <a:pt x="200883" y="72867"/>
                </a:lnTo>
                <a:lnTo>
                  <a:pt x="194810" y="72867"/>
                </a:lnTo>
                <a:lnTo>
                  <a:pt x="194810" y="66783"/>
                </a:lnTo>
                <a:close/>
                <a:moveTo>
                  <a:pt x="207931" y="66783"/>
                </a:moveTo>
                <a:lnTo>
                  <a:pt x="207931" y="72867"/>
                </a:lnTo>
                <a:lnTo>
                  <a:pt x="201859" y="72867"/>
                </a:lnTo>
                <a:lnTo>
                  <a:pt x="201859" y="66783"/>
                </a:lnTo>
                <a:close/>
                <a:moveTo>
                  <a:pt x="214992" y="66783"/>
                </a:moveTo>
                <a:lnTo>
                  <a:pt x="214992" y="72867"/>
                </a:lnTo>
                <a:lnTo>
                  <a:pt x="208919" y="72867"/>
                </a:lnTo>
                <a:lnTo>
                  <a:pt x="208919" y="66783"/>
                </a:lnTo>
                <a:close/>
                <a:moveTo>
                  <a:pt x="222052" y="66783"/>
                </a:moveTo>
                <a:lnTo>
                  <a:pt x="222052" y="72867"/>
                </a:lnTo>
                <a:lnTo>
                  <a:pt x="215968" y="72867"/>
                </a:lnTo>
                <a:lnTo>
                  <a:pt x="215968" y="66783"/>
                </a:lnTo>
                <a:close/>
                <a:moveTo>
                  <a:pt x="229100" y="66783"/>
                </a:moveTo>
                <a:lnTo>
                  <a:pt x="229100" y="72867"/>
                </a:lnTo>
                <a:lnTo>
                  <a:pt x="223028" y="72867"/>
                </a:lnTo>
                <a:lnTo>
                  <a:pt x="223028" y="66783"/>
                </a:lnTo>
                <a:close/>
                <a:moveTo>
                  <a:pt x="236161" y="66783"/>
                </a:moveTo>
                <a:lnTo>
                  <a:pt x="236161" y="72867"/>
                </a:lnTo>
                <a:lnTo>
                  <a:pt x="230077" y="72867"/>
                </a:lnTo>
                <a:lnTo>
                  <a:pt x="230077" y="66783"/>
                </a:lnTo>
                <a:close/>
                <a:moveTo>
                  <a:pt x="243209" y="66783"/>
                </a:moveTo>
                <a:lnTo>
                  <a:pt x="243209" y="72867"/>
                </a:lnTo>
                <a:lnTo>
                  <a:pt x="237137" y="72867"/>
                </a:lnTo>
                <a:lnTo>
                  <a:pt x="237137" y="66783"/>
                </a:lnTo>
                <a:close/>
                <a:moveTo>
                  <a:pt x="250270" y="66783"/>
                </a:moveTo>
                <a:lnTo>
                  <a:pt x="250270" y="72867"/>
                </a:lnTo>
                <a:lnTo>
                  <a:pt x="244198" y="72867"/>
                </a:lnTo>
                <a:lnTo>
                  <a:pt x="244198" y="66783"/>
                </a:lnTo>
                <a:close/>
                <a:moveTo>
                  <a:pt x="257318" y="66783"/>
                </a:moveTo>
                <a:lnTo>
                  <a:pt x="257318" y="72867"/>
                </a:lnTo>
                <a:lnTo>
                  <a:pt x="251246" y="72867"/>
                </a:lnTo>
                <a:lnTo>
                  <a:pt x="251246" y="66783"/>
                </a:lnTo>
                <a:close/>
                <a:moveTo>
                  <a:pt x="264379" y="66783"/>
                </a:moveTo>
                <a:lnTo>
                  <a:pt x="264379" y="72867"/>
                </a:lnTo>
                <a:lnTo>
                  <a:pt x="258306" y="72867"/>
                </a:lnTo>
                <a:lnTo>
                  <a:pt x="258306" y="66783"/>
                </a:lnTo>
                <a:close/>
                <a:moveTo>
                  <a:pt x="271427" y="66783"/>
                </a:moveTo>
                <a:lnTo>
                  <a:pt x="271427" y="72867"/>
                </a:lnTo>
                <a:lnTo>
                  <a:pt x="265355" y="72867"/>
                </a:lnTo>
                <a:lnTo>
                  <a:pt x="265355" y="66783"/>
                </a:lnTo>
                <a:close/>
                <a:moveTo>
                  <a:pt x="278488" y="66783"/>
                </a:moveTo>
                <a:lnTo>
                  <a:pt x="278488" y="72867"/>
                </a:lnTo>
                <a:lnTo>
                  <a:pt x="272415" y="72867"/>
                </a:lnTo>
                <a:lnTo>
                  <a:pt x="272415" y="66783"/>
                </a:lnTo>
                <a:close/>
                <a:moveTo>
                  <a:pt x="17443" y="73843"/>
                </a:moveTo>
                <a:lnTo>
                  <a:pt x="17443" y="79915"/>
                </a:lnTo>
                <a:lnTo>
                  <a:pt x="11371" y="79915"/>
                </a:lnTo>
                <a:lnTo>
                  <a:pt x="11371" y="73843"/>
                </a:lnTo>
                <a:close/>
                <a:moveTo>
                  <a:pt x="24503" y="73843"/>
                </a:moveTo>
                <a:lnTo>
                  <a:pt x="24503" y="79915"/>
                </a:lnTo>
                <a:lnTo>
                  <a:pt x="18431" y="79915"/>
                </a:lnTo>
                <a:lnTo>
                  <a:pt x="18431" y="73843"/>
                </a:lnTo>
                <a:close/>
                <a:moveTo>
                  <a:pt x="31564" y="73843"/>
                </a:moveTo>
                <a:lnTo>
                  <a:pt x="31564" y="79915"/>
                </a:lnTo>
                <a:lnTo>
                  <a:pt x="25492" y="79915"/>
                </a:lnTo>
                <a:lnTo>
                  <a:pt x="25492" y="73843"/>
                </a:lnTo>
                <a:close/>
                <a:moveTo>
                  <a:pt x="38612" y="73843"/>
                </a:moveTo>
                <a:lnTo>
                  <a:pt x="38612" y="79915"/>
                </a:lnTo>
                <a:lnTo>
                  <a:pt x="32540" y="79915"/>
                </a:lnTo>
                <a:lnTo>
                  <a:pt x="32540" y="73843"/>
                </a:lnTo>
                <a:close/>
                <a:moveTo>
                  <a:pt x="45673" y="73843"/>
                </a:moveTo>
                <a:lnTo>
                  <a:pt x="45673" y="79915"/>
                </a:lnTo>
                <a:lnTo>
                  <a:pt x="39601" y="79915"/>
                </a:lnTo>
                <a:lnTo>
                  <a:pt x="39601" y="73843"/>
                </a:lnTo>
                <a:close/>
                <a:moveTo>
                  <a:pt x="52721" y="73843"/>
                </a:moveTo>
                <a:lnTo>
                  <a:pt x="52721" y="79915"/>
                </a:lnTo>
                <a:lnTo>
                  <a:pt x="46649" y="79915"/>
                </a:lnTo>
                <a:lnTo>
                  <a:pt x="46649" y="73843"/>
                </a:lnTo>
                <a:close/>
                <a:moveTo>
                  <a:pt x="59782" y="73843"/>
                </a:moveTo>
                <a:lnTo>
                  <a:pt x="59782" y="79915"/>
                </a:lnTo>
                <a:lnTo>
                  <a:pt x="53709" y="79915"/>
                </a:lnTo>
                <a:lnTo>
                  <a:pt x="53709" y="73843"/>
                </a:lnTo>
                <a:close/>
                <a:moveTo>
                  <a:pt x="66842" y="73843"/>
                </a:moveTo>
                <a:lnTo>
                  <a:pt x="66842" y="79915"/>
                </a:lnTo>
                <a:lnTo>
                  <a:pt x="60758" y="79915"/>
                </a:lnTo>
                <a:lnTo>
                  <a:pt x="60758" y="73843"/>
                </a:lnTo>
                <a:close/>
                <a:moveTo>
                  <a:pt x="73902" y="73843"/>
                </a:moveTo>
                <a:lnTo>
                  <a:pt x="73902" y="79915"/>
                </a:lnTo>
                <a:lnTo>
                  <a:pt x="67818" y="79915"/>
                </a:lnTo>
                <a:lnTo>
                  <a:pt x="67818" y="73843"/>
                </a:lnTo>
                <a:close/>
                <a:moveTo>
                  <a:pt x="80951" y="73843"/>
                </a:moveTo>
                <a:lnTo>
                  <a:pt x="80951" y="79915"/>
                </a:lnTo>
                <a:lnTo>
                  <a:pt x="74879" y="79915"/>
                </a:lnTo>
                <a:lnTo>
                  <a:pt x="74879" y="73843"/>
                </a:lnTo>
                <a:close/>
                <a:moveTo>
                  <a:pt x="88011" y="73843"/>
                </a:moveTo>
                <a:lnTo>
                  <a:pt x="88011" y="79915"/>
                </a:lnTo>
                <a:lnTo>
                  <a:pt x="81927" y="79915"/>
                </a:lnTo>
                <a:lnTo>
                  <a:pt x="81927" y="73843"/>
                </a:lnTo>
                <a:close/>
                <a:moveTo>
                  <a:pt x="95060" y="73843"/>
                </a:moveTo>
                <a:lnTo>
                  <a:pt x="95060" y="79915"/>
                </a:lnTo>
                <a:lnTo>
                  <a:pt x="88988" y="79915"/>
                </a:lnTo>
                <a:lnTo>
                  <a:pt x="88988" y="73843"/>
                </a:lnTo>
                <a:close/>
                <a:moveTo>
                  <a:pt x="123278" y="73843"/>
                </a:moveTo>
                <a:lnTo>
                  <a:pt x="123278" y="79915"/>
                </a:lnTo>
                <a:lnTo>
                  <a:pt x="117205" y="79915"/>
                </a:lnTo>
                <a:lnTo>
                  <a:pt x="117205" y="73843"/>
                </a:lnTo>
                <a:close/>
                <a:moveTo>
                  <a:pt x="130338" y="73843"/>
                </a:moveTo>
                <a:lnTo>
                  <a:pt x="130338" y="79915"/>
                </a:lnTo>
                <a:lnTo>
                  <a:pt x="124254" y="79915"/>
                </a:lnTo>
                <a:lnTo>
                  <a:pt x="124254" y="73843"/>
                </a:lnTo>
                <a:close/>
                <a:moveTo>
                  <a:pt x="144447" y="73843"/>
                </a:moveTo>
                <a:lnTo>
                  <a:pt x="144447" y="79915"/>
                </a:lnTo>
                <a:lnTo>
                  <a:pt x="138375" y="79915"/>
                </a:lnTo>
                <a:lnTo>
                  <a:pt x="138375" y="73843"/>
                </a:lnTo>
                <a:close/>
                <a:moveTo>
                  <a:pt x="151495" y="73843"/>
                </a:moveTo>
                <a:lnTo>
                  <a:pt x="151495" y="79915"/>
                </a:lnTo>
                <a:lnTo>
                  <a:pt x="145423" y="79915"/>
                </a:lnTo>
                <a:lnTo>
                  <a:pt x="145423" y="73843"/>
                </a:lnTo>
                <a:close/>
                <a:moveTo>
                  <a:pt x="158556" y="73843"/>
                </a:moveTo>
                <a:lnTo>
                  <a:pt x="158556" y="79915"/>
                </a:lnTo>
                <a:lnTo>
                  <a:pt x="152484" y="79915"/>
                </a:lnTo>
                <a:lnTo>
                  <a:pt x="152484" y="73843"/>
                </a:lnTo>
                <a:close/>
                <a:moveTo>
                  <a:pt x="165604" y="73843"/>
                </a:moveTo>
                <a:lnTo>
                  <a:pt x="165604" y="79915"/>
                </a:lnTo>
                <a:lnTo>
                  <a:pt x="159532" y="79915"/>
                </a:lnTo>
                <a:lnTo>
                  <a:pt x="159532" y="73843"/>
                </a:lnTo>
                <a:close/>
                <a:moveTo>
                  <a:pt x="172665" y="73843"/>
                </a:moveTo>
                <a:lnTo>
                  <a:pt x="172665" y="79915"/>
                </a:lnTo>
                <a:lnTo>
                  <a:pt x="166581" y="79915"/>
                </a:lnTo>
                <a:lnTo>
                  <a:pt x="166581" y="73843"/>
                </a:lnTo>
                <a:close/>
                <a:moveTo>
                  <a:pt x="179713" y="73843"/>
                </a:moveTo>
                <a:lnTo>
                  <a:pt x="179713" y="79915"/>
                </a:lnTo>
                <a:lnTo>
                  <a:pt x="173641" y="79915"/>
                </a:lnTo>
                <a:lnTo>
                  <a:pt x="173641" y="73843"/>
                </a:lnTo>
                <a:close/>
                <a:moveTo>
                  <a:pt x="186774" y="73843"/>
                </a:moveTo>
                <a:lnTo>
                  <a:pt x="186774" y="79915"/>
                </a:lnTo>
                <a:lnTo>
                  <a:pt x="180702" y="79915"/>
                </a:lnTo>
                <a:lnTo>
                  <a:pt x="180702" y="73843"/>
                </a:lnTo>
                <a:close/>
                <a:moveTo>
                  <a:pt x="193822" y="73843"/>
                </a:moveTo>
                <a:lnTo>
                  <a:pt x="193822" y="79915"/>
                </a:lnTo>
                <a:lnTo>
                  <a:pt x="187750" y="79915"/>
                </a:lnTo>
                <a:lnTo>
                  <a:pt x="187750" y="73843"/>
                </a:lnTo>
                <a:close/>
                <a:moveTo>
                  <a:pt x="200883" y="73843"/>
                </a:moveTo>
                <a:lnTo>
                  <a:pt x="200883" y="79915"/>
                </a:lnTo>
                <a:lnTo>
                  <a:pt x="194810" y="79915"/>
                </a:lnTo>
                <a:lnTo>
                  <a:pt x="194810" y="73843"/>
                </a:lnTo>
                <a:close/>
                <a:moveTo>
                  <a:pt x="207931" y="73843"/>
                </a:moveTo>
                <a:lnTo>
                  <a:pt x="207931" y="79915"/>
                </a:lnTo>
                <a:lnTo>
                  <a:pt x="201859" y="79915"/>
                </a:lnTo>
                <a:lnTo>
                  <a:pt x="201859" y="73843"/>
                </a:lnTo>
                <a:close/>
                <a:moveTo>
                  <a:pt x="214992" y="73843"/>
                </a:moveTo>
                <a:lnTo>
                  <a:pt x="214992" y="79915"/>
                </a:lnTo>
                <a:lnTo>
                  <a:pt x="208919" y="79915"/>
                </a:lnTo>
                <a:lnTo>
                  <a:pt x="208919" y="73843"/>
                </a:lnTo>
                <a:close/>
                <a:moveTo>
                  <a:pt x="222052" y="73843"/>
                </a:moveTo>
                <a:lnTo>
                  <a:pt x="222052" y="79915"/>
                </a:lnTo>
                <a:lnTo>
                  <a:pt x="215968" y="79915"/>
                </a:lnTo>
                <a:lnTo>
                  <a:pt x="215968" y="73843"/>
                </a:lnTo>
                <a:close/>
                <a:moveTo>
                  <a:pt x="229100" y="73843"/>
                </a:moveTo>
                <a:lnTo>
                  <a:pt x="229100" y="79915"/>
                </a:lnTo>
                <a:lnTo>
                  <a:pt x="223028" y="79915"/>
                </a:lnTo>
                <a:lnTo>
                  <a:pt x="223028" y="73843"/>
                </a:lnTo>
                <a:close/>
                <a:moveTo>
                  <a:pt x="236161" y="73843"/>
                </a:moveTo>
                <a:lnTo>
                  <a:pt x="236161" y="79915"/>
                </a:lnTo>
                <a:lnTo>
                  <a:pt x="230077" y="79915"/>
                </a:lnTo>
                <a:lnTo>
                  <a:pt x="230077" y="73843"/>
                </a:lnTo>
                <a:close/>
                <a:moveTo>
                  <a:pt x="243209" y="73843"/>
                </a:moveTo>
                <a:lnTo>
                  <a:pt x="243209" y="79915"/>
                </a:lnTo>
                <a:lnTo>
                  <a:pt x="237137" y="79915"/>
                </a:lnTo>
                <a:lnTo>
                  <a:pt x="237137" y="73843"/>
                </a:lnTo>
                <a:close/>
                <a:moveTo>
                  <a:pt x="250270" y="73843"/>
                </a:moveTo>
                <a:lnTo>
                  <a:pt x="250270" y="79915"/>
                </a:lnTo>
                <a:lnTo>
                  <a:pt x="244198" y="79915"/>
                </a:lnTo>
                <a:lnTo>
                  <a:pt x="244198" y="73843"/>
                </a:lnTo>
                <a:close/>
                <a:moveTo>
                  <a:pt x="257318" y="73843"/>
                </a:moveTo>
                <a:lnTo>
                  <a:pt x="257318" y="79915"/>
                </a:lnTo>
                <a:lnTo>
                  <a:pt x="251246" y="79915"/>
                </a:lnTo>
                <a:lnTo>
                  <a:pt x="251246" y="73843"/>
                </a:lnTo>
                <a:close/>
                <a:moveTo>
                  <a:pt x="264379" y="73843"/>
                </a:moveTo>
                <a:lnTo>
                  <a:pt x="264379" y="79915"/>
                </a:lnTo>
                <a:lnTo>
                  <a:pt x="258306" y="79915"/>
                </a:lnTo>
                <a:lnTo>
                  <a:pt x="258306" y="73843"/>
                </a:lnTo>
                <a:close/>
                <a:moveTo>
                  <a:pt x="271427" y="73843"/>
                </a:moveTo>
                <a:lnTo>
                  <a:pt x="271427" y="79915"/>
                </a:lnTo>
                <a:lnTo>
                  <a:pt x="265355" y="79915"/>
                </a:lnTo>
                <a:lnTo>
                  <a:pt x="265355" y="73843"/>
                </a:lnTo>
                <a:close/>
                <a:moveTo>
                  <a:pt x="278488" y="73843"/>
                </a:moveTo>
                <a:lnTo>
                  <a:pt x="278488" y="79915"/>
                </a:lnTo>
                <a:lnTo>
                  <a:pt x="272415" y="79915"/>
                </a:lnTo>
                <a:lnTo>
                  <a:pt x="272415" y="73843"/>
                </a:lnTo>
                <a:close/>
                <a:moveTo>
                  <a:pt x="96036" y="73843"/>
                </a:moveTo>
                <a:lnTo>
                  <a:pt x="102120" y="73855"/>
                </a:lnTo>
                <a:lnTo>
                  <a:pt x="102120" y="79927"/>
                </a:lnTo>
                <a:lnTo>
                  <a:pt x="96036" y="79927"/>
                </a:lnTo>
                <a:lnTo>
                  <a:pt x="96036" y="73843"/>
                </a:lnTo>
                <a:close/>
                <a:moveTo>
                  <a:pt x="103097" y="73843"/>
                </a:moveTo>
                <a:lnTo>
                  <a:pt x="109169" y="73855"/>
                </a:lnTo>
                <a:lnTo>
                  <a:pt x="109169" y="79927"/>
                </a:lnTo>
                <a:lnTo>
                  <a:pt x="103097" y="79927"/>
                </a:lnTo>
                <a:lnTo>
                  <a:pt x="103097" y="73843"/>
                </a:lnTo>
                <a:close/>
                <a:moveTo>
                  <a:pt x="110157" y="73843"/>
                </a:moveTo>
                <a:lnTo>
                  <a:pt x="116229" y="73855"/>
                </a:lnTo>
                <a:lnTo>
                  <a:pt x="116229" y="79927"/>
                </a:lnTo>
                <a:lnTo>
                  <a:pt x="110157" y="79927"/>
                </a:lnTo>
                <a:lnTo>
                  <a:pt x="110157" y="73843"/>
                </a:lnTo>
                <a:close/>
                <a:moveTo>
                  <a:pt x="131314" y="73843"/>
                </a:moveTo>
                <a:lnTo>
                  <a:pt x="137387" y="73855"/>
                </a:lnTo>
                <a:lnTo>
                  <a:pt x="137387" y="79927"/>
                </a:lnTo>
                <a:lnTo>
                  <a:pt x="131314" y="79927"/>
                </a:lnTo>
                <a:lnTo>
                  <a:pt x="131314" y="73843"/>
                </a:lnTo>
                <a:close/>
                <a:moveTo>
                  <a:pt x="17443" y="80903"/>
                </a:moveTo>
                <a:lnTo>
                  <a:pt x="17443" y="86976"/>
                </a:lnTo>
                <a:lnTo>
                  <a:pt x="11371" y="86976"/>
                </a:lnTo>
                <a:lnTo>
                  <a:pt x="11371" y="80903"/>
                </a:lnTo>
                <a:close/>
                <a:moveTo>
                  <a:pt x="24503" y="80903"/>
                </a:moveTo>
                <a:lnTo>
                  <a:pt x="24503" y="86976"/>
                </a:lnTo>
                <a:lnTo>
                  <a:pt x="18431" y="86976"/>
                </a:lnTo>
                <a:lnTo>
                  <a:pt x="18431" y="80903"/>
                </a:lnTo>
                <a:close/>
                <a:moveTo>
                  <a:pt x="31564" y="80903"/>
                </a:moveTo>
                <a:lnTo>
                  <a:pt x="31564" y="86976"/>
                </a:lnTo>
                <a:lnTo>
                  <a:pt x="25492" y="86976"/>
                </a:lnTo>
                <a:lnTo>
                  <a:pt x="25492" y="80903"/>
                </a:lnTo>
                <a:close/>
                <a:moveTo>
                  <a:pt x="38612" y="80903"/>
                </a:moveTo>
                <a:lnTo>
                  <a:pt x="38612" y="86976"/>
                </a:lnTo>
                <a:lnTo>
                  <a:pt x="32540" y="86976"/>
                </a:lnTo>
                <a:lnTo>
                  <a:pt x="32540" y="80903"/>
                </a:lnTo>
                <a:close/>
                <a:moveTo>
                  <a:pt x="45673" y="80903"/>
                </a:moveTo>
                <a:lnTo>
                  <a:pt x="45673" y="86976"/>
                </a:lnTo>
                <a:lnTo>
                  <a:pt x="39601" y="86976"/>
                </a:lnTo>
                <a:lnTo>
                  <a:pt x="39601" y="80903"/>
                </a:lnTo>
                <a:close/>
                <a:moveTo>
                  <a:pt x="52721" y="80903"/>
                </a:moveTo>
                <a:lnTo>
                  <a:pt x="52721" y="86976"/>
                </a:lnTo>
                <a:lnTo>
                  <a:pt x="46649" y="86976"/>
                </a:lnTo>
                <a:lnTo>
                  <a:pt x="46649" y="80903"/>
                </a:lnTo>
                <a:close/>
                <a:moveTo>
                  <a:pt x="59782" y="80903"/>
                </a:moveTo>
                <a:lnTo>
                  <a:pt x="59782" y="86976"/>
                </a:lnTo>
                <a:lnTo>
                  <a:pt x="53709" y="86976"/>
                </a:lnTo>
                <a:lnTo>
                  <a:pt x="53709" y="80903"/>
                </a:lnTo>
                <a:close/>
                <a:moveTo>
                  <a:pt x="66842" y="80903"/>
                </a:moveTo>
                <a:lnTo>
                  <a:pt x="66842" y="86976"/>
                </a:lnTo>
                <a:lnTo>
                  <a:pt x="60758" y="86976"/>
                </a:lnTo>
                <a:lnTo>
                  <a:pt x="60758" y="80903"/>
                </a:lnTo>
                <a:close/>
                <a:moveTo>
                  <a:pt x="73902" y="80903"/>
                </a:moveTo>
                <a:lnTo>
                  <a:pt x="73902" y="86976"/>
                </a:lnTo>
                <a:lnTo>
                  <a:pt x="67818" y="86976"/>
                </a:lnTo>
                <a:lnTo>
                  <a:pt x="67818" y="80903"/>
                </a:lnTo>
                <a:close/>
                <a:moveTo>
                  <a:pt x="80951" y="80903"/>
                </a:moveTo>
                <a:lnTo>
                  <a:pt x="80951" y="86976"/>
                </a:lnTo>
                <a:lnTo>
                  <a:pt x="74879" y="86976"/>
                </a:lnTo>
                <a:lnTo>
                  <a:pt x="74879" y="80903"/>
                </a:lnTo>
                <a:close/>
                <a:moveTo>
                  <a:pt x="88011" y="80903"/>
                </a:moveTo>
                <a:lnTo>
                  <a:pt x="88011" y="86976"/>
                </a:lnTo>
                <a:lnTo>
                  <a:pt x="81927" y="86976"/>
                </a:lnTo>
                <a:lnTo>
                  <a:pt x="81927" y="80903"/>
                </a:lnTo>
                <a:close/>
                <a:moveTo>
                  <a:pt x="95060" y="80903"/>
                </a:moveTo>
                <a:lnTo>
                  <a:pt x="95060" y="86976"/>
                </a:lnTo>
                <a:lnTo>
                  <a:pt x="88988" y="86976"/>
                </a:lnTo>
                <a:lnTo>
                  <a:pt x="88988" y="80903"/>
                </a:lnTo>
                <a:close/>
                <a:moveTo>
                  <a:pt x="102120" y="80903"/>
                </a:moveTo>
                <a:lnTo>
                  <a:pt x="102120" y="86976"/>
                </a:lnTo>
                <a:lnTo>
                  <a:pt x="96036" y="86976"/>
                </a:lnTo>
                <a:lnTo>
                  <a:pt x="96036" y="80903"/>
                </a:lnTo>
                <a:close/>
                <a:moveTo>
                  <a:pt x="109169" y="80903"/>
                </a:moveTo>
                <a:lnTo>
                  <a:pt x="109169" y="86976"/>
                </a:lnTo>
                <a:lnTo>
                  <a:pt x="103097" y="86976"/>
                </a:lnTo>
                <a:lnTo>
                  <a:pt x="103097" y="80903"/>
                </a:lnTo>
                <a:close/>
                <a:moveTo>
                  <a:pt x="116229" y="80903"/>
                </a:moveTo>
                <a:lnTo>
                  <a:pt x="116229" y="86976"/>
                </a:lnTo>
                <a:lnTo>
                  <a:pt x="110157" y="86976"/>
                </a:lnTo>
                <a:lnTo>
                  <a:pt x="110157" y="80903"/>
                </a:lnTo>
                <a:close/>
                <a:moveTo>
                  <a:pt x="123278" y="80903"/>
                </a:moveTo>
                <a:lnTo>
                  <a:pt x="123278" y="86976"/>
                </a:lnTo>
                <a:lnTo>
                  <a:pt x="117205" y="86976"/>
                </a:lnTo>
                <a:lnTo>
                  <a:pt x="117205" y="80903"/>
                </a:lnTo>
                <a:close/>
                <a:moveTo>
                  <a:pt x="130338" y="80903"/>
                </a:moveTo>
                <a:lnTo>
                  <a:pt x="130338" y="86976"/>
                </a:lnTo>
                <a:lnTo>
                  <a:pt x="124254" y="86976"/>
                </a:lnTo>
                <a:lnTo>
                  <a:pt x="124254" y="80903"/>
                </a:lnTo>
                <a:close/>
                <a:moveTo>
                  <a:pt x="137387" y="80903"/>
                </a:moveTo>
                <a:lnTo>
                  <a:pt x="137387" y="86976"/>
                </a:lnTo>
                <a:lnTo>
                  <a:pt x="131314" y="86976"/>
                </a:lnTo>
                <a:lnTo>
                  <a:pt x="131314" y="80903"/>
                </a:lnTo>
                <a:close/>
                <a:moveTo>
                  <a:pt x="144447" y="80903"/>
                </a:moveTo>
                <a:lnTo>
                  <a:pt x="144447" y="86976"/>
                </a:lnTo>
                <a:lnTo>
                  <a:pt x="138375" y="86976"/>
                </a:lnTo>
                <a:lnTo>
                  <a:pt x="138375" y="80903"/>
                </a:lnTo>
                <a:close/>
                <a:moveTo>
                  <a:pt x="151495" y="80903"/>
                </a:moveTo>
                <a:lnTo>
                  <a:pt x="151495" y="86976"/>
                </a:lnTo>
                <a:lnTo>
                  <a:pt x="145423" y="86976"/>
                </a:lnTo>
                <a:lnTo>
                  <a:pt x="145423" y="80903"/>
                </a:lnTo>
                <a:close/>
                <a:moveTo>
                  <a:pt x="158556" y="80903"/>
                </a:moveTo>
                <a:lnTo>
                  <a:pt x="158556" y="86976"/>
                </a:lnTo>
                <a:lnTo>
                  <a:pt x="152484" y="86976"/>
                </a:lnTo>
                <a:lnTo>
                  <a:pt x="152484" y="80903"/>
                </a:lnTo>
                <a:close/>
                <a:moveTo>
                  <a:pt x="165604" y="80903"/>
                </a:moveTo>
                <a:lnTo>
                  <a:pt x="165604" y="86976"/>
                </a:lnTo>
                <a:lnTo>
                  <a:pt x="159532" y="86976"/>
                </a:lnTo>
                <a:lnTo>
                  <a:pt x="159532" y="80903"/>
                </a:lnTo>
                <a:close/>
                <a:moveTo>
                  <a:pt x="172665" y="80903"/>
                </a:moveTo>
                <a:lnTo>
                  <a:pt x="172665" y="86976"/>
                </a:lnTo>
                <a:lnTo>
                  <a:pt x="166581" y="86976"/>
                </a:lnTo>
                <a:lnTo>
                  <a:pt x="166581" y="80903"/>
                </a:lnTo>
                <a:close/>
                <a:moveTo>
                  <a:pt x="179713" y="80903"/>
                </a:moveTo>
                <a:lnTo>
                  <a:pt x="179713" y="86976"/>
                </a:lnTo>
                <a:lnTo>
                  <a:pt x="173641" y="86976"/>
                </a:lnTo>
                <a:lnTo>
                  <a:pt x="173641" y="80903"/>
                </a:lnTo>
                <a:close/>
                <a:moveTo>
                  <a:pt x="186774" y="80903"/>
                </a:moveTo>
                <a:lnTo>
                  <a:pt x="186774" y="86976"/>
                </a:lnTo>
                <a:lnTo>
                  <a:pt x="180702" y="86976"/>
                </a:lnTo>
                <a:lnTo>
                  <a:pt x="180702" y="80903"/>
                </a:lnTo>
                <a:close/>
                <a:moveTo>
                  <a:pt x="193822" y="80903"/>
                </a:moveTo>
                <a:lnTo>
                  <a:pt x="193822" y="86976"/>
                </a:lnTo>
                <a:lnTo>
                  <a:pt x="187750" y="86976"/>
                </a:lnTo>
                <a:lnTo>
                  <a:pt x="187750" y="80903"/>
                </a:lnTo>
                <a:close/>
                <a:moveTo>
                  <a:pt x="200883" y="80903"/>
                </a:moveTo>
                <a:lnTo>
                  <a:pt x="200883" y="86976"/>
                </a:lnTo>
                <a:lnTo>
                  <a:pt x="194810" y="86976"/>
                </a:lnTo>
                <a:lnTo>
                  <a:pt x="194810" y="80903"/>
                </a:lnTo>
                <a:close/>
                <a:moveTo>
                  <a:pt x="207931" y="80903"/>
                </a:moveTo>
                <a:lnTo>
                  <a:pt x="207931" y="86976"/>
                </a:lnTo>
                <a:lnTo>
                  <a:pt x="201859" y="86976"/>
                </a:lnTo>
                <a:lnTo>
                  <a:pt x="201859" y="80903"/>
                </a:lnTo>
                <a:close/>
                <a:moveTo>
                  <a:pt x="214992" y="80903"/>
                </a:moveTo>
                <a:lnTo>
                  <a:pt x="214992" y="86976"/>
                </a:lnTo>
                <a:lnTo>
                  <a:pt x="208919" y="86976"/>
                </a:lnTo>
                <a:lnTo>
                  <a:pt x="208919" y="80903"/>
                </a:lnTo>
                <a:close/>
                <a:moveTo>
                  <a:pt x="222052" y="80903"/>
                </a:moveTo>
                <a:lnTo>
                  <a:pt x="222052" y="86976"/>
                </a:lnTo>
                <a:lnTo>
                  <a:pt x="215968" y="86976"/>
                </a:lnTo>
                <a:lnTo>
                  <a:pt x="215968" y="80903"/>
                </a:lnTo>
                <a:close/>
                <a:moveTo>
                  <a:pt x="229100" y="80903"/>
                </a:moveTo>
                <a:lnTo>
                  <a:pt x="229100" y="86976"/>
                </a:lnTo>
                <a:lnTo>
                  <a:pt x="223028" y="86976"/>
                </a:lnTo>
                <a:lnTo>
                  <a:pt x="223028" y="80903"/>
                </a:lnTo>
                <a:close/>
                <a:moveTo>
                  <a:pt x="236161" y="80903"/>
                </a:moveTo>
                <a:lnTo>
                  <a:pt x="236161" y="86976"/>
                </a:lnTo>
                <a:lnTo>
                  <a:pt x="230077" y="86976"/>
                </a:lnTo>
                <a:lnTo>
                  <a:pt x="230077" y="80903"/>
                </a:lnTo>
                <a:close/>
                <a:moveTo>
                  <a:pt x="243209" y="80903"/>
                </a:moveTo>
                <a:lnTo>
                  <a:pt x="243209" y="86976"/>
                </a:lnTo>
                <a:lnTo>
                  <a:pt x="237137" y="86976"/>
                </a:lnTo>
                <a:lnTo>
                  <a:pt x="237137" y="80903"/>
                </a:lnTo>
                <a:close/>
                <a:moveTo>
                  <a:pt x="250270" y="80903"/>
                </a:moveTo>
                <a:lnTo>
                  <a:pt x="250270" y="86976"/>
                </a:lnTo>
                <a:lnTo>
                  <a:pt x="244198" y="86976"/>
                </a:lnTo>
                <a:lnTo>
                  <a:pt x="244198" y="80903"/>
                </a:lnTo>
                <a:close/>
                <a:moveTo>
                  <a:pt x="257318" y="80903"/>
                </a:moveTo>
                <a:lnTo>
                  <a:pt x="257318" y="86976"/>
                </a:lnTo>
                <a:lnTo>
                  <a:pt x="251246" y="86976"/>
                </a:lnTo>
                <a:lnTo>
                  <a:pt x="251246" y="80903"/>
                </a:lnTo>
                <a:close/>
                <a:moveTo>
                  <a:pt x="264379" y="80903"/>
                </a:moveTo>
                <a:lnTo>
                  <a:pt x="264379" y="86976"/>
                </a:lnTo>
                <a:lnTo>
                  <a:pt x="258306" y="86976"/>
                </a:lnTo>
                <a:lnTo>
                  <a:pt x="258306" y="80903"/>
                </a:lnTo>
                <a:close/>
                <a:moveTo>
                  <a:pt x="271427" y="80903"/>
                </a:moveTo>
                <a:lnTo>
                  <a:pt x="271427" y="86976"/>
                </a:lnTo>
                <a:lnTo>
                  <a:pt x="265355" y="86976"/>
                </a:lnTo>
                <a:lnTo>
                  <a:pt x="265355" y="80903"/>
                </a:lnTo>
                <a:close/>
                <a:moveTo>
                  <a:pt x="278488" y="80903"/>
                </a:moveTo>
                <a:lnTo>
                  <a:pt x="278488" y="86976"/>
                </a:lnTo>
                <a:lnTo>
                  <a:pt x="272415" y="86976"/>
                </a:lnTo>
                <a:lnTo>
                  <a:pt x="272415" y="80903"/>
                </a:lnTo>
                <a:close/>
                <a:moveTo>
                  <a:pt x="17443" y="87952"/>
                </a:moveTo>
                <a:lnTo>
                  <a:pt x="17443" y="94024"/>
                </a:lnTo>
                <a:lnTo>
                  <a:pt x="11371" y="94024"/>
                </a:lnTo>
                <a:lnTo>
                  <a:pt x="11371" y="87952"/>
                </a:lnTo>
                <a:close/>
                <a:moveTo>
                  <a:pt x="24503" y="87952"/>
                </a:moveTo>
                <a:lnTo>
                  <a:pt x="24503" y="94024"/>
                </a:lnTo>
                <a:lnTo>
                  <a:pt x="18431" y="94024"/>
                </a:lnTo>
                <a:lnTo>
                  <a:pt x="18431" y="87952"/>
                </a:lnTo>
                <a:close/>
                <a:moveTo>
                  <a:pt x="31564" y="87952"/>
                </a:moveTo>
                <a:lnTo>
                  <a:pt x="31564" y="94024"/>
                </a:lnTo>
                <a:lnTo>
                  <a:pt x="25492" y="94024"/>
                </a:lnTo>
                <a:lnTo>
                  <a:pt x="25492" y="87952"/>
                </a:lnTo>
                <a:close/>
                <a:moveTo>
                  <a:pt x="38612" y="87952"/>
                </a:moveTo>
                <a:lnTo>
                  <a:pt x="38612" y="94024"/>
                </a:lnTo>
                <a:lnTo>
                  <a:pt x="32540" y="94024"/>
                </a:lnTo>
                <a:lnTo>
                  <a:pt x="32540" y="87952"/>
                </a:lnTo>
                <a:close/>
                <a:moveTo>
                  <a:pt x="45673" y="87952"/>
                </a:moveTo>
                <a:lnTo>
                  <a:pt x="45673" y="94024"/>
                </a:lnTo>
                <a:lnTo>
                  <a:pt x="39601" y="94024"/>
                </a:lnTo>
                <a:lnTo>
                  <a:pt x="39601" y="87952"/>
                </a:lnTo>
                <a:close/>
                <a:moveTo>
                  <a:pt x="52721" y="87952"/>
                </a:moveTo>
                <a:lnTo>
                  <a:pt x="52721" y="94024"/>
                </a:lnTo>
                <a:lnTo>
                  <a:pt x="46649" y="94024"/>
                </a:lnTo>
                <a:lnTo>
                  <a:pt x="46649" y="87952"/>
                </a:lnTo>
                <a:close/>
                <a:moveTo>
                  <a:pt x="59782" y="87952"/>
                </a:moveTo>
                <a:lnTo>
                  <a:pt x="59782" y="94024"/>
                </a:lnTo>
                <a:lnTo>
                  <a:pt x="53709" y="94024"/>
                </a:lnTo>
                <a:lnTo>
                  <a:pt x="53709" y="87952"/>
                </a:lnTo>
                <a:close/>
                <a:moveTo>
                  <a:pt x="88011" y="87952"/>
                </a:moveTo>
                <a:lnTo>
                  <a:pt x="88011" y="94024"/>
                </a:lnTo>
                <a:lnTo>
                  <a:pt x="81927" y="94024"/>
                </a:lnTo>
                <a:lnTo>
                  <a:pt x="81927" y="87952"/>
                </a:lnTo>
                <a:close/>
                <a:moveTo>
                  <a:pt x="95060" y="87952"/>
                </a:moveTo>
                <a:lnTo>
                  <a:pt x="95060" y="94024"/>
                </a:lnTo>
                <a:lnTo>
                  <a:pt x="88988" y="94024"/>
                </a:lnTo>
                <a:lnTo>
                  <a:pt x="88988" y="87952"/>
                </a:lnTo>
                <a:close/>
                <a:moveTo>
                  <a:pt x="123278" y="87952"/>
                </a:moveTo>
                <a:lnTo>
                  <a:pt x="123278" y="94024"/>
                </a:lnTo>
                <a:lnTo>
                  <a:pt x="117205" y="94024"/>
                </a:lnTo>
                <a:lnTo>
                  <a:pt x="117205" y="87952"/>
                </a:lnTo>
                <a:close/>
                <a:moveTo>
                  <a:pt x="130338" y="87952"/>
                </a:moveTo>
                <a:lnTo>
                  <a:pt x="130338" y="94024"/>
                </a:lnTo>
                <a:lnTo>
                  <a:pt x="124254" y="94024"/>
                </a:lnTo>
                <a:lnTo>
                  <a:pt x="124254" y="87952"/>
                </a:lnTo>
                <a:close/>
                <a:moveTo>
                  <a:pt x="144447" y="87952"/>
                </a:moveTo>
                <a:lnTo>
                  <a:pt x="144447" y="94024"/>
                </a:lnTo>
                <a:lnTo>
                  <a:pt x="138375" y="94024"/>
                </a:lnTo>
                <a:lnTo>
                  <a:pt x="138375" y="87952"/>
                </a:lnTo>
                <a:close/>
                <a:moveTo>
                  <a:pt x="151495" y="87952"/>
                </a:moveTo>
                <a:lnTo>
                  <a:pt x="151495" y="94024"/>
                </a:lnTo>
                <a:lnTo>
                  <a:pt x="145423" y="94024"/>
                </a:lnTo>
                <a:lnTo>
                  <a:pt x="145423" y="87952"/>
                </a:lnTo>
                <a:close/>
                <a:moveTo>
                  <a:pt x="158556" y="87952"/>
                </a:moveTo>
                <a:lnTo>
                  <a:pt x="158556" y="94024"/>
                </a:lnTo>
                <a:lnTo>
                  <a:pt x="152484" y="94024"/>
                </a:lnTo>
                <a:lnTo>
                  <a:pt x="152484" y="87952"/>
                </a:lnTo>
                <a:close/>
                <a:moveTo>
                  <a:pt x="165604" y="87952"/>
                </a:moveTo>
                <a:lnTo>
                  <a:pt x="165604" y="94024"/>
                </a:lnTo>
                <a:lnTo>
                  <a:pt x="159532" y="94024"/>
                </a:lnTo>
                <a:lnTo>
                  <a:pt x="159532" y="87952"/>
                </a:lnTo>
                <a:close/>
                <a:moveTo>
                  <a:pt x="172665" y="87952"/>
                </a:moveTo>
                <a:lnTo>
                  <a:pt x="172665" y="94024"/>
                </a:lnTo>
                <a:lnTo>
                  <a:pt x="166581" y="94024"/>
                </a:lnTo>
                <a:lnTo>
                  <a:pt x="166581" y="87952"/>
                </a:lnTo>
                <a:close/>
                <a:moveTo>
                  <a:pt x="179713" y="87952"/>
                </a:moveTo>
                <a:lnTo>
                  <a:pt x="179713" y="94024"/>
                </a:lnTo>
                <a:lnTo>
                  <a:pt x="173641" y="94024"/>
                </a:lnTo>
                <a:lnTo>
                  <a:pt x="173641" y="87952"/>
                </a:lnTo>
                <a:close/>
                <a:moveTo>
                  <a:pt x="186774" y="87952"/>
                </a:moveTo>
                <a:lnTo>
                  <a:pt x="186774" y="94024"/>
                </a:lnTo>
                <a:lnTo>
                  <a:pt x="180702" y="94024"/>
                </a:lnTo>
                <a:lnTo>
                  <a:pt x="180702" y="87952"/>
                </a:lnTo>
                <a:close/>
                <a:moveTo>
                  <a:pt x="193822" y="87952"/>
                </a:moveTo>
                <a:lnTo>
                  <a:pt x="193822" y="94024"/>
                </a:lnTo>
                <a:lnTo>
                  <a:pt x="187750" y="94024"/>
                </a:lnTo>
                <a:lnTo>
                  <a:pt x="187750" y="87952"/>
                </a:lnTo>
                <a:close/>
                <a:moveTo>
                  <a:pt x="200883" y="87952"/>
                </a:moveTo>
                <a:lnTo>
                  <a:pt x="200883" y="94024"/>
                </a:lnTo>
                <a:lnTo>
                  <a:pt x="194810" y="94024"/>
                </a:lnTo>
                <a:lnTo>
                  <a:pt x="194810" y="87952"/>
                </a:lnTo>
                <a:close/>
                <a:moveTo>
                  <a:pt x="207931" y="87952"/>
                </a:moveTo>
                <a:lnTo>
                  <a:pt x="207931" y="94024"/>
                </a:lnTo>
                <a:lnTo>
                  <a:pt x="201859" y="94024"/>
                </a:lnTo>
                <a:lnTo>
                  <a:pt x="201859" y="87952"/>
                </a:lnTo>
                <a:close/>
                <a:moveTo>
                  <a:pt x="214992" y="87952"/>
                </a:moveTo>
                <a:lnTo>
                  <a:pt x="214992" y="94024"/>
                </a:lnTo>
                <a:lnTo>
                  <a:pt x="208919" y="94024"/>
                </a:lnTo>
                <a:lnTo>
                  <a:pt x="208919" y="87952"/>
                </a:lnTo>
                <a:close/>
                <a:moveTo>
                  <a:pt x="222052" y="87952"/>
                </a:moveTo>
                <a:lnTo>
                  <a:pt x="222052" y="94024"/>
                </a:lnTo>
                <a:lnTo>
                  <a:pt x="215968" y="94024"/>
                </a:lnTo>
                <a:lnTo>
                  <a:pt x="215968" y="87952"/>
                </a:lnTo>
                <a:close/>
                <a:moveTo>
                  <a:pt x="229100" y="87952"/>
                </a:moveTo>
                <a:lnTo>
                  <a:pt x="229100" y="94024"/>
                </a:lnTo>
                <a:lnTo>
                  <a:pt x="223028" y="94024"/>
                </a:lnTo>
                <a:lnTo>
                  <a:pt x="223028" y="87952"/>
                </a:lnTo>
                <a:close/>
                <a:moveTo>
                  <a:pt x="236161" y="87952"/>
                </a:moveTo>
                <a:lnTo>
                  <a:pt x="236161" y="94024"/>
                </a:lnTo>
                <a:lnTo>
                  <a:pt x="230077" y="94024"/>
                </a:lnTo>
                <a:lnTo>
                  <a:pt x="230077" y="87952"/>
                </a:lnTo>
                <a:close/>
                <a:moveTo>
                  <a:pt x="243209" y="87952"/>
                </a:moveTo>
                <a:lnTo>
                  <a:pt x="243209" y="94024"/>
                </a:lnTo>
                <a:lnTo>
                  <a:pt x="237137" y="94024"/>
                </a:lnTo>
                <a:lnTo>
                  <a:pt x="237137" y="87952"/>
                </a:lnTo>
                <a:close/>
                <a:moveTo>
                  <a:pt x="250270" y="87952"/>
                </a:moveTo>
                <a:lnTo>
                  <a:pt x="250270" y="94024"/>
                </a:lnTo>
                <a:lnTo>
                  <a:pt x="244198" y="94024"/>
                </a:lnTo>
                <a:lnTo>
                  <a:pt x="244198" y="87952"/>
                </a:lnTo>
                <a:close/>
                <a:moveTo>
                  <a:pt x="257318" y="87952"/>
                </a:moveTo>
                <a:lnTo>
                  <a:pt x="257318" y="94024"/>
                </a:lnTo>
                <a:lnTo>
                  <a:pt x="251246" y="94024"/>
                </a:lnTo>
                <a:lnTo>
                  <a:pt x="251246" y="87952"/>
                </a:lnTo>
                <a:close/>
                <a:moveTo>
                  <a:pt x="264379" y="87952"/>
                </a:moveTo>
                <a:lnTo>
                  <a:pt x="264379" y="94024"/>
                </a:lnTo>
                <a:lnTo>
                  <a:pt x="258306" y="94024"/>
                </a:lnTo>
                <a:lnTo>
                  <a:pt x="258306" y="87952"/>
                </a:lnTo>
                <a:close/>
                <a:moveTo>
                  <a:pt x="271427" y="87952"/>
                </a:moveTo>
                <a:lnTo>
                  <a:pt x="271427" y="94024"/>
                </a:lnTo>
                <a:lnTo>
                  <a:pt x="265355" y="94024"/>
                </a:lnTo>
                <a:lnTo>
                  <a:pt x="265355" y="87952"/>
                </a:lnTo>
                <a:close/>
                <a:moveTo>
                  <a:pt x="278488" y="87952"/>
                </a:moveTo>
                <a:lnTo>
                  <a:pt x="278488" y="94024"/>
                </a:lnTo>
                <a:lnTo>
                  <a:pt x="272415" y="94024"/>
                </a:lnTo>
                <a:lnTo>
                  <a:pt x="272415" y="87952"/>
                </a:lnTo>
                <a:close/>
                <a:moveTo>
                  <a:pt x="66842" y="87952"/>
                </a:moveTo>
                <a:lnTo>
                  <a:pt x="66842" y="94036"/>
                </a:lnTo>
                <a:lnTo>
                  <a:pt x="60758" y="94036"/>
                </a:lnTo>
                <a:lnTo>
                  <a:pt x="60758" y="87952"/>
                </a:lnTo>
                <a:close/>
                <a:moveTo>
                  <a:pt x="73902" y="87952"/>
                </a:moveTo>
                <a:lnTo>
                  <a:pt x="73902" y="94036"/>
                </a:lnTo>
                <a:lnTo>
                  <a:pt x="67818" y="94036"/>
                </a:lnTo>
                <a:lnTo>
                  <a:pt x="67818" y="87952"/>
                </a:lnTo>
                <a:close/>
                <a:moveTo>
                  <a:pt x="80951" y="87952"/>
                </a:moveTo>
                <a:lnTo>
                  <a:pt x="80951" y="94036"/>
                </a:lnTo>
                <a:lnTo>
                  <a:pt x="74879" y="94036"/>
                </a:lnTo>
                <a:lnTo>
                  <a:pt x="74879" y="87952"/>
                </a:lnTo>
                <a:close/>
                <a:moveTo>
                  <a:pt x="102120" y="87952"/>
                </a:moveTo>
                <a:lnTo>
                  <a:pt x="102120" y="94036"/>
                </a:lnTo>
                <a:lnTo>
                  <a:pt x="96036" y="94036"/>
                </a:lnTo>
                <a:lnTo>
                  <a:pt x="96036" y="87952"/>
                </a:lnTo>
                <a:close/>
                <a:moveTo>
                  <a:pt x="103097" y="87952"/>
                </a:moveTo>
                <a:lnTo>
                  <a:pt x="109169" y="87964"/>
                </a:lnTo>
                <a:lnTo>
                  <a:pt x="109169" y="94036"/>
                </a:lnTo>
                <a:lnTo>
                  <a:pt x="103097" y="94036"/>
                </a:lnTo>
                <a:lnTo>
                  <a:pt x="103097" y="87952"/>
                </a:lnTo>
                <a:close/>
                <a:moveTo>
                  <a:pt x="110157" y="87952"/>
                </a:moveTo>
                <a:lnTo>
                  <a:pt x="116229" y="87964"/>
                </a:lnTo>
                <a:lnTo>
                  <a:pt x="116229" y="94036"/>
                </a:lnTo>
                <a:lnTo>
                  <a:pt x="110157" y="94036"/>
                </a:lnTo>
                <a:lnTo>
                  <a:pt x="110157" y="87952"/>
                </a:lnTo>
                <a:close/>
                <a:moveTo>
                  <a:pt x="137387" y="87952"/>
                </a:moveTo>
                <a:lnTo>
                  <a:pt x="137387" y="94036"/>
                </a:lnTo>
                <a:lnTo>
                  <a:pt x="131314" y="94036"/>
                </a:lnTo>
                <a:lnTo>
                  <a:pt x="131314" y="87952"/>
                </a:lnTo>
                <a:close/>
                <a:moveTo>
                  <a:pt x="17443" y="95012"/>
                </a:moveTo>
                <a:lnTo>
                  <a:pt x="17443" y="101085"/>
                </a:lnTo>
                <a:lnTo>
                  <a:pt x="11371" y="101085"/>
                </a:lnTo>
                <a:lnTo>
                  <a:pt x="11371" y="95012"/>
                </a:lnTo>
                <a:close/>
                <a:moveTo>
                  <a:pt x="24503" y="95012"/>
                </a:moveTo>
                <a:lnTo>
                  <a:pt x="24503" y="101085"/>
                </a:lnTo>
                <a:lnTo>
                  <a:pt x="18431" y="101085"/>
                </a:lnTo>
                <a:lnTo>
                  <a:pt x="18431" y="95012"/>
                </a:lnTo>
                <a:close/>
                <a:moveTo>
                  <a:pt x="31564" y="95012"/>
                </a:moveTo>
                <a:lnTo>
                  <a:pt x="31564" y="101085"/>
                </a:lnTo>
                <a:lnTo>
                  <a:pt x="25492" y="101085"/>
                </a:lnTo>
                <a:lnTo>
                  <a:pt x="25492" y="95012"/>
                </a:lnTo>
                <a:close/>
                <a:moveTo>
                  <a:pt x="38612" y="95012"/>
                </a:moveTo>
                <a:lnTo>
                  <a:pt x="38612" y="101085"/>
                </a:lnTo>
                <a:lnTo>
                  <a:pt x="32540" y="101085"/>
                </a:lnTo>
                <a:lnTo>
                  <a:pt x="32540" y="95012"/>
                </a:lnTo>
                <a:close/>
                <a:moveTo>
                  <a:pt x="45673" y="95012"/>
                </a:moveTo>
                <a:lnTo>
                  <a:pt x="45673" y="101085"/>
                </a:lnTo>
                <a:lnTo>
                  <a:pt x="39601" y="101085"/>
                </a:lnTo>
                <a:lnTo>
                  <a:pt x="39601" y="95012"/>
                </a:lnTo>
                <a:close/>
                <a:moveTo>
                  <a:pt x="52721" y="95012"/>
                </a:moveTo>
                <a:lnTo>
                  <a:pt x="52721" y="101085"/>
                </a:lnTo>
                <a:lnTo>
                  <a:pt x="46649" y="101085"/>
                </a:lnTo>
                <a:lnTo>
                  <a:pt x="46649" y="95012"/>
                </a:lnTo>
                <a:close/>
                <a:moveTo>
                  <a:pt x="59782" y="95012"/>
                </a:moveTo>
                <a:lnTo>
                  <a:pt x="59782" y="101085"/>
                </a:lnTo>
                <a:lnTo>
                  <a:pt x="53709" y="101085"/>
                </a:lnTo>
                <a:lnTo>
                  <a:pt x="53709" y="95012"/>
                </a:lnTo>
                <a:close/>
                <a:moveTo>
                  <a:pt x="66842" y="95012"/>
                </a:moveTo>
                <a:lnTo>
                  <a:pt x="66842" y="101085"/>
                </a:lnTo>
                <a:lnTo>
                  <a:pt x="60758" y="101085"/>
                </a:lnTo>
                <a:lnTo>
                  <a:pt x="60758" y="95012"/>
                </a:lnTo>
                <a:close/>
                <a:moveTo>
                  <a:pt x="73902" y="95012"/>
                </a:moveTo>
                <a:lnTo>
                  <a:pt x="73902" y="101085"/>
                </a:lnTo>
                <a:lnTo>
                  <a:pt x="67818" y="101085"/>
                </a:lnTo>
                <a:lnTo>
                  <a:pt x="67818" y="95012"/>
                </a:lnTo>
                <a:close/>
                <a:moveTo>
                  <a:pt x="80951" y="95012"/>
                </a:moveTo>
                <a:lnTo>
                  <a:pt x="80951" y="101085"/>
                </a:lnTo>
                <a:lnTo>
                  <a:pt x="74879" y="101085"/>
                </a:lnTo>
                <a:lnTo>
                  <a:pt x="74879" y="95012"/>
                </a:lnTo>
                <a:close/>
                <a:moveTo>
                  <a:pt x="88011" y="95012"/>
                </a:moveTo>
                <a:lnTo>
                  <a:pt x="88011" y="101085"/>
                </a:lnTo>
                <a:lnTo>
                  <a:pt x="81927" y="101085"/>
                </a:lnTo>
                <a:lnTo>
                  <a:pt x="81927" y="95012"/>
                </a:lnTo>
                <a:close/>
                <a:moveTo>
                  <a:pt x="95060" y="95012"/>
                </a:moveTo>
                <a:lnTo>
                  <a:pt x="95060" y="101085"/>
                </a:lnTo>
                <a:lnTo>
                  <a:pt x="88988" y="101085"/>
                </a:lnTo>
                <a:lnTo>
                  <a:pt x="88988" y="95012"/>
                </a:lnTo>
                <a:close/>
                <a:moveTo>
                  <a:pt x="102120" y="95012"/>
                </a:moveTo>
                <a:lnTo>
                  <a:pt x="102120" y="101085"/>
                </a:lnTo>
                <a:lnTo>
                  <a:pt x="96036" y="101085"/>
                </a:lnTo>
                <a:lnTo>
                  <a:pt x="96036" y="95012"/>
                </a:lnTo>
                <a:close/>
                <a:moveTo>
                  <a:pt x="109169" y="95012"/>
                </a:moveTo>
                <a:lnTo>
                  <a:pt x="109169" y="101085"/>
                </a:lnTo>
                <a:lnTo>
                  <a:pt x="103097" y="101085"/>
                </a:lnTo>
                <a:lnTo>
                  <a:pt x="103097" y="95012"/>
                </a:lnTo>
                <a:close/>
                <a:moveTo>
                  <a:pt x="116229" y="95012"/>
                </a:moveTo>
                <a:lnTo>
                  <a:pt x="116229" y="101085"/>
                </a:lnTo>
                <a:lnTo>
                  <a:pt x="110157" y="101085"/>
                </a:lnTo>
                <a:lnTo>
                  <a:pt x="110157" y="95012"/>
                </a:lnTo>
                <a:close/>
                <a:moveTo>
                  <a:pt x="123278" y="95012"/>
                </a:moveTo>
                <a:lnTo>
                  <a:pt x="123278" y="101085"/>
                </a:lnTo>
                <a:lnTo>
                  <a:pt x="117205" y="101085"/>
                </a:lnTo>
                <a:lnTo>
                  <a:pt x="117205" y="95012"/>
                </a:lnTo>
                <a:close/>
                <a:moveTo>
                  <a:pt x="130338" y="95012"/>
                </a:moveTo>
                <a:lnTo>
                  <a:pt x="130338" y="101085"/>
                </a:lnTo>
                <a:lnTo>
                  <a:pt x="124254" y="101085"/>
                </a:lnTo>
                <a:lnTo>
                  <a:pt x="124254" y="95012"/>
                </a:lnTo>
                <a:close/>
                <a:moveTo>
                  <a:pt x="137387" y="95012"/>
                </a:moveTo>
                <a:lnTo>
                  <a:pt x="137387" y="101085"/>
                </a:lnTo>
                <a:lnTo>
                  <a:pt x="131314" y="101085"/>
                </a:lnTo>
                <a:lnTo>
                  <a:pt x="131314" y="95012"/>
                </a:lnTo>
                <a:close/>
                <a:moveTo>
                  <a:pt x="144447" y="95012"/>
                </a:moveTo>
                <a:lnTo>
                  <a:pt x="144447" y="101085"/>
                </a:lnTo>
                <a:lnTo>
                  <a:pt x="138375" y="101085"/>
                </a:lnTo>
                <a:lnTo>
                  <a:pt x="138375" y="95012"/>
                </a:lnTo>
                <a:close/>
                <a:moveTo>
                  <a:pt x="151495" y="95012"/>
                </a:moveTo>
                <a:lnTo>
                  <a:pt x="151495" y="101085"/>
                </a:lnTo>
                <a:lnTo>
                  <a:pt x="145423" y="101085"/>
                </a:lnTo>
                <a:lnTo>
                  <a:pt x="145423" y="95012"/>
                </a:lnTo>
                <a:close/>
                <a:moveTo>
                  <a:pt x="158556" y="95012"/>
                </a:moveTo>
                <a:lnTo>
                  <a:pt x="158556" y="101085"/>
                </a:lnTo>
                <a:lnTo>
                  <a:pt x="152484" y="101085"/>
                </a:lnTo>
                <a:lnTo>
                  <a:pt x="152484" y="95012"/>
                </a:lnTo>
                <a:close/>
                <a:moveTo>
                  <a:pt x="165604" y="95012"/>
                </a:moveTo>
                <a:lnTo>
                  <a:pt x="165604" y="101085"/>
                </a:lnTo>
                <a:lnTo>
                  <a:pt x="159532" y="101085"/>
                </a:lnTo>
                <a:lnTo>
                  <a:pt x="159532" y="95012"/>
                </a:lnTo>
                <a:close/>
                <a:moveTo>
                  <a:pt x="172665" y="95012"/>
                </a:moveTo>
                <a:lnTo>
                  <a:pt x="172665" y="101085"/>
                </a:lnTo>
                <a:lnTo>
                  <a:pt x="166581" y="101085"/>
                </a:lnTo>
                <a:lnTo>
                  <a:pt x="166581" y="95012"/>
                </a:lnTo>
                <a:close/>
                <a:moveTo>
                  <a:pt x="179713" y="95012"/>
                </a:moveTo>
                <a:lnTo>
                  <a:pt x="179713" y="101085"/>
                </a:lnTo>
                <a:lnTo>
                  <a:pt x="173641" y="101085"/>
                </a:lnTo>
                <a:lnTo>
                  <a:pt x="173641" y="95012"/>
                </a:lnTo>
                <a:close/>
                <a:moveTo>
                  <a:pt x="186774" y="95012"/>
                </a:moveTo>
                <a:lnTo>
                  <a:pt x="186774" y="101085"/>
                </a:lnTo>
                <a:lnTo>
                  <a:pt x="180702" y="101085"/>
                </a:lnTo>
                <a:lnTo>
                  <a:pt x="180702" y="95012"/>
                </a:lnTo>
                <a:close/>
                <a:moveTo>
                  <a:pt x="193822" y="95012"/>
                </a:moveTo>
                <a:lnTo>
                  <a:pt x="193822" y="101085"/>
                </a:lnTo>
                <a:lnTo>
                  <a:pt x="187750" y="101085"/>
                </a:lnTo>
                <a:lnTo>
                  <a:pt x="187750" y="95012"/>
                </a:lnTo>
                <a:close/>
                <a:moveTo>
                  <a:pt x="200883" y="95012"/>
                </a:moveTo>
                <a:lnTo>
                  <a:pt x="200883" y="101085"/>
                </a:lnTo>
                <a:lnTo>
                  <a:pt x="194810" y="101085"/>
                </a:lnTo>
                <a:lnTo>
                  <a:pt x="194810" y="95012"/>
                </a:lnTo>
                <a:close/>
                <a:moveTo>
                  <a:pt x="207931" y="95012"/>
                </a:moveTo>
                <a:lnTo>
                  <a:pt x="207931" y="101085"/>
                </a:lnTo>
                <a:lnTo>
                  <a:pt x="201859" y="101085"/>
                </a:lnTo>
                <a:lnTo>
                  <a:pt x="201859" y="95012"/>
                </a:lnTo>
                <a:close/>
                <a:moveTo>
                  <a:pt x="214992" y="95012"/>
                </a:moveTo>
                <a:lnTo>
                  <a:pt x="214992" y="101085"/>
                </a:lnTo>
                <a:lnTo>
                  <a:pt x="208919" y="101085"/>
                </a:lnTo>
                <a:lnTo>
                  <a:pt x="208919" y="95012"/>
                </a:lnTo>
                <a:close/>
                <a:moveTo>
                  <a:pt x="222052" y="95012"/>
                </a:moveTo>
                <a:lnTo>
                  <a:pt x="222052" y="101085"/>
                </a:lnTo>
                <a:lnTo>
                  <a:pt x="215968" y="101085"/>
                </a:lnTo>
                <a:lnTo>
                  <a:pt x="215968" y="95012"/>
                </a:lnTo>
                <a:close/>
                <a:moveTo>
                  <a:pt x="229100" y="95012"/>
                </a:moveTo>
                <a:lnTo>
                  <a:pt x="229100" y="101085"/>
                </a:lnTo>
                <a:lnTo>
                  <a:pt x="223028" y="101085"/>
                </a:lnTo>
                <a:lnTo>
                  <a:pt x="223028" y="95012"/>
                </a:lnTo>
                <a:close/>
                <a:moveTo>
                  <a:pt x="236161" y="95012"/>
                </a:moveTo>
                <a:lnTo>
                  <a:pt x="236161" y="101085"/>
                </a:lnTo>
                <a:lnTo>
                  <a:pt x="230077" y="101085"/>
                </a:lnTo>
                <a:lnTo>
                  <a:pt x="230077" y="95012"/>
                </a:lnTo>
                <a:close/>
                <a:moveTo>
                  <a:pt x="243209" y="95012"/>
                </a:moveTo>
                <a:lnTo>
                  <a:pt x="243209" y="101085"/>
                </a:lnTo>
                <a:lnTo>
                  <a:pt x="237137" y="101085"/>
                </a:lnTo>
                <a:lnTo>
                  <a:pt x="237137" y="95012"/>
                </a:lnTo>
                <a:close/>
                <a:moveTo>
                  <a:pt x="250270" y="95012"/>
                </a:moveTo>
                <a:lnTo>
                  <a:pt x="250270" y="101085"/>
                </a:lnTo>
                <a:lnTo>
                  <a:pt x="244198" y="101085"/>
                </a:lnTo>
                <a:lnTo>
                  <a:pt x="244198" y="95012"/>
                </a:lnTo>
                <a:close/>
                <a:moveTo>
                  <a:pt x="257318" y="95012"/>
                </a:moveTo>
                <a:lnTo>
                  <a:pt x="257318" y="101085"/>
                </a:lnTo>
                <a:lnTo>
                  <a:pt x="251246" y="101085"/>
                </a:lnTo>
                <a:lnTo>
                  <a:pt x="251246" y="95012"/>
                </a:lnTo>
                <a:close/>
                <a:moveTo>
                  <a:pt x="264379" y="95012"/>
                </a:moveTo>
                <a:lnTo>
                  <a:pt x="264379" y="101085"/>
                </a:lnTo>
                <a:lnTo>
                  <a:pt x="258306" y="101085"/>
                </a:lnTo>
                <a:lnTo>
                  <a:pt x="258306" y="95012"/>
                </a:lnTo>
                <a:close/>
                <a:moveTo>
                  <a:pt x="271427" y="95012"/>
                </a:moveTo>
                <a:lnTo>
                  <a:pt x="271427" y="101085"/>
                </a:lnTo>
                <a:lnTo>
                  <a:pt x="265355" y="101085"/>
                </a:lnTo>
                <a:lnTo>
                  <a:pt x="265355" y="95012"/>
                </a:lnTo>
                <a:close/>
                <a:moveTo>
                  <a:pt x="278488" y="95012"/>
                </a:moveTo>
                <a:lnTo>
                  <a:pt x="278488" y="101085"/>
                </a:lnTo>
                <a:lnTo>
                  <a:pt x="272415" y="101085"/>
                </a:lnTo>
                <a:lnTo>
                  <a:pt x="272415" y="95012"/>
                </a:lnTo>
                <a:close/>
                <a:moveTo>
                  <a:pt x="17443" y="102061"/>
                </a:moveTo>
                <a:lnTo>
                  <a:pt x="17443" y="108145"/>
                </a:lnTo>
                <a:lnTo>
                  <a:pt x="11371" y="108145"/>
                </a:lnTo>
                <a:lnTo>
                  <a:pt x="11371" y="102061"/>
                </a:lnTo>
                <a:close/>
                <a:moveTo>
                  <a:pt x="24503" y="102061"/>
                </a:moveTo>
                <a:lnTo>
                  <a:pt x="24503" y="108145"/>
                </a:lnTo>
                <a:lnTo>
                  <a:pt x="18431" y="108145"/>
                </a:lnTo>
                <a:lnTo>
                  <a:pt x="18431" y="102061"/>
                </a:lnTo>
                <a:close/>
                <a:moveTo>
                  <a:pt x="31564" y="102061"/>
                </a:moveTo>
                <a:lnTo>
                  <a:pt x="31564" y="108145"/>
                </a:lnTo>
                <a:lnTo>
                  <a:pt x="25492" y="108145"/>
                </a:lnTo>
                <a:lnTo>
                  <a:pt x="25492" y="102061"/>
                </a:lnTo>
                <a:close/>
                <a:moveTo>
                  <a:pt x="38612" y="102061"/>
                </a:moveTo>
                <a:lnTo>
                  <a:pt x="38612" y="108145"/>
                </a:lnTo>
                <a:lnTo>
                  <a:pt x="32540" y="108145"/>
                </a:lnTo>
                <a:lnTo>
                  <a:pt x="32540" y="102061"/>
                </a:lnTo>
                <a:close/>
                <a:moveTo>
                  <a:pt x="45673" y="102061"/>
                </a:moveTo>
                <a:lnTo>
                  <a:pt x="45673" y="108145"/>
                </a:lnTo>
                <a:lnTo>
                  <a:pt x="39601" y="108145"/>
                </a:lnTo>
                <a:lnTo>
                  <a:pt x="39601" y="102061"/>
                </a:lnTo>
                <a:close/>
                <a:moveTo>
                  <a:pt x="52721" y="102061"/>
                </a:moveTo>
                <a:lnTo>
                  <a:pt x="52721" y="108145"/>
                </a:lnTo>
                <a:lnTo>
                  <a:pt x="46649" y="108145"/>
                </a:lnTo>
                <a:lnTo>
                  <a:pt x="46649" y="102061"/>
                </a:lnTo>
                <a:close/>
                <a:moveTo>
                  <a:pt x="59782" y="102061"/>
                </a:moveTo>
                <a:lnTo>
                  <a:pt x="59782" y="108145"/>
                </a:lnTo>
                <a:lnTo>
                  <a:pt x="53709" y="108145"/>
                </a:lnTo>
                <a:lnTo>
                  <a:pt x="53709" y="102061"/>
                </a:lnTo>
                <a:close/>
                <a:moveTo>
                  <a:pt x="66842" y="102061"/>
                </a:moveTo>
                <a:lnTo>
                  <a:pt x="66842" y="108145"/>
                </a:lnTo>
                <a:lnTo>
                  <a:pt x="60758" y="108145"/>
                </a:lnTo>
                <a:lnTo>
                  <a:pt x="60758" y="102061"/>
                </a:lnTo>
                <a:close/>
                <a:moveTo>
                  <a:pt x="73902" y="102061"/>
                </a:moveTo>
                <a:lnTo>
                  <a:pt x="73902" y="108145"/>
                </a:lnTo>
                <a:lnTo>
                  <a:pt x="67818" y="108145"/>
                </a:lnTo>
                <a:lnTo>
                  <a:pt x="67818" y="102061"/>
                </a:lnTo>
                <a:close/>
                <a:moveTo>
                  <a:pt x="80951" y="102061"/>
                </a:moveTo>
                <a:lnTo>
                  <a:pt x="80951" y="108145"/>
                </a:lnTo>
                <a:lnTo>
                  <a:pt x="74879" y="108145"/>
                </a:lnTo>
                <a:lnTo>
                  <a:pt x="74879" y="102061"/>
                </a:lnTo>
                <a:close/>
                <a:moveTo>
                  <a:pt x="88011" y="102061"/>
                </a:moveTo>
                <a:lnTo>
                  <a:pt x="88011" y="108145"/>
                </a:lnTo>
                <a:lnTo>
                  <a:pt x="81927" y="108145"/>
                </a:lnTo>
                <a:lnTo>
                  <a:pt x="81927" y="102061"/>
                </a:lnTo>
                <a:close/>
                <a:moveTo>
                  <a:pt x="95060" y="102061"/>
                </a:moveTo>
                <a:lnTo>
                  <a:pt x="95060" y="108145"/>
                </a:lnTo>
                <a:lnTo>
                  <a:pt x="88988" y="108145"/>
                </a:lnTo>
                <a:lnTo>
                  <a:pt x="88988" y="102061"/>
                </a:lnTo>
                <a:close/>
                <a:moveTo>
                  <a:pt x="102120" y="102061"/>
                </a:moveTo>
                <a:lnTo>
                  <a:pt x="102120" y="108145"/>
                </a:lnTo>
                <a:lnTo>
                  <a:pt x="96036" y="108145"/>
                </a:lnTo>
                <a:lnTo>
                  <a:pt x="96036" y="102061"/>
                </a:lnTo>
                <a:close/>
                <a:moveTo>
                  <a:pt x="103097" y="102061"/>
                </a:moveTo>
                <a:lnTo>
                  <a:pt x="109169" y="102073"/>
                </a:lnTo>
                <a:lnTo>
                  <a:pt x="109169" y="108145"/>
                </a:lnTo>
                <a:lnTo>
                  <a:pt x="103097" y="108145"/>
                </a:lnTo>
                <a:lnTo>
                  <a:pt x="103097" y="102061"/>
                </a:lnTo>
                <a:close/>
                <a:moveTo>
                  <a:pt x="110157" y="102061"/>
                </a:moveTo>
                <a:lnTo>
                  <a:pt x="116229" y="102073"/>
                </a:lnTo>
                <a:lnTo>
                  <a:pt x="116229" y="108145"/>
                </a:lnTo>
                <a:lnTo>
                  <a:pt x="110157" y="108145"/>
                </a:lnTo>
                <a:lnTo>
                  <a:pt x="110157" y="102061"/>
                </a:lnTo>
                <a:close/>
                <a:moveTo>
                  <a:pt x="123278" y="102061"/>
                </a:moveTo>
                <a:lnTo>
                  <a:pt x="123278" y="108145"/>
                </a:lnTo>
                <a:lnTo>
                  <a:pt x="117205" y="108145"/>
                </a:lnTo>
                <a:lnTo>
                  <a:pt x="117205" y="102061"/>
                </a:lnTo>
                <a:close/>
                <a:moveTo>
                  <a:pt x="130338" y="102061"/>
                </a:moveTo>
                <a:lnTo>
                  <a:pt x="130338" y="108145"/>
                </a:lnTo>
                <a:lnTo>
                  <a:pt x="124254" y="108145"/>
                </a:lnTo>
                <a:lnTo>
                  <a:pt x="124254" y="102061"/>
                </a:lnTo>
                <a:close/>
                <a:moveTo>
                  <a:pt x="137387" y="102061"/>
                </a:moveTo>
                <a:lnTo>
                  <a:pt x="137387" y="108145"/>
                </a:lnTo>
                <a:lnTo>
                  <a:pt x="131314" y="108145"/>
                </a:lnTo>
                <a:lnTo>
                  <a:pt x="131314" y="102061"/>
                </a:lnTo>
                <a:close/>
                <a:moveTo>
                  <a:pt x="144447" y="102061"/>
                </a:moveTo>
                <a:lnTo>
                  <a:pt x="144447" y="108145"/>
                </a:lnTo>
                <a:lnTo>
                  <a:pt x="138375" y="108145"/>
                </a:lnTo>
                <a:lnTo>
                  <a:pt x="138375" y="102061"/>
                </a:lnTo>
                <a:close/>
                <a:moveTo>
                  <a:pt x="151495" y="102061"/>
                </a:moveTo>
                <a:lnTo>
                  <a:pt x="151495" y="108145"/>
                </a:lnTo>
                <a:lnTo>
                  <a:pt x="145423" y="108145"/>
                </a:lnTo>
                <a:lnTo>
                  <a:pt x="145423" y="102061"/>
                </a:lnTo>
                <a:close/>
                <a:moveTo>
                  <a:pt x="158556" y="102061"/>
                </a:moveTo>
                <a:lnTo>
                  <a:pt x="158556" y="108145"/>
                </a:lnTo>
                <a:lnTo>
                  <a:pt x="152484" y="108145"/>
                </a:lnTo>
                <a:lnTo>
                  <a:pt x="152484" y="102061"/>
                </a:lnTo>
                <a:close/>
                <a:moveTo>
                  <a:pt x="165604" y="102061"/>
                </a:moveTo>
                <a:lnTo>
                  <a:pt x="165604" y="108145"/>
                </a:lnTo>
                <a:lnTo>
                  <a:pt x="159532" y="108145"/>
                </a:lnTo>
                <a:lnTo>
                  <a:pt x="159532" y="102061"/>
                </a:lnTo>
                <a:close/>
                <a:moveTo>
                  <a:pt x="172665" y="102061"/>
                </a:moveTo>
                <a:lnTo>
                  <a:pt x="172665" y="108145"/>
                </a:lnTo>
                <a:lnTo>
                  <a:pt x="166581" y="108145"/>
                </a:lnTo>
                <a:lnTo>
                  <a:pt x="166581" y="102061"/>
                </a:lnTo>
                <a:close/>
                <a:moveTo>
                  <a:pt x="179713" y="102061"/>
                </a:moveTo>
                <a:lnTo>
                  <a:pt x="179713" y="108145"/>
                </a:lnTo>
                <a:lnTo>
                  <a:pt x="173641" y="108145"/>
                </a:lnTo>
                <a:lnTo>
                  <a:pt x="173641" y="102061"/>
                </a:lnTo>
                <a:close/>
                <a:moveTo>
                  <a:pt x="186774" y="102061"/>
                </a:moveTo>
                <a:lnTo>
                  <a:pt x="186774" y="108145"/>
                </a:lnTo>
                <a:lnTo>
                  <a:pt x="180702" y="108145"/>
                </a:lnTo>
                <a:lnTo>
                  <a:pt x="180702" y="102061"/>
                </a:lnTo>
                <a:close/>
                <a:moveTo>
                  <a:pt x="193822" y="102061"/>
                </a:moveTo>
                <a:lnTo>
                  <a:pt x="193822" y="108145"/>
                </a:lnTo>
                <a:lnTo>
                  <a:pt x="187750" y="108145"/>
                </a:lnTo>
                <a:lnTo>
                  <a:pt x="187750" y="102061"/>
                </a:lnTo>
                <a:close/>
                <a:moveTo>
                  <a:pt x="200883" y="102061"/>
                </a:moveTo>
                <a:lnTo>
                  <a:pt x="200883" y="108145"/>
                </a:lnTo>
                <a:lnTo>
                  <a:pt x="194810" y="108145"/>
                </a:lnTo>
                <a:lnTo>
                  <a:pt x="194810" y="102061"/>
                </a:lnTo>
                <a:close/>
                <a:moveTo>
                  <a:pt x="207931" y="102061"/>
                </a:moveTo>
                <a:lnTo>
                  <a:pt x="207931" y="108145"/>
                </a:lnTo>
                <a:lnTo>
                  <a:pt x="201859" y="108145"/>
                </a:lnTo>
                <a:lnTo>
                  <a:pt x="201859" y="102061"/>
                </a:lnTo>
                <a:close/>
                <a:moveTo>
                  <a:pt x="214992" y="102061"/>
                </a:moveTo>
                <a:lnTo>
                  <a:pt x="214992" y="108145"/>
                </a:lnTo>
                <a:lnTo>
                  <a:pt x="208919" y="108145"/>
                </a:lnTo>
                <a:lnTo>
                  <a:pt x="208919" y="102061"/>
                </a:lnTo>
                <a:close/>
                <a:moveTo>
                  <a:pt x="222052" y="102061"/>
                </a:moveTo>
                <a:lnTo>
                  <a:pt x="222052" y="108145"/>
                </a:lnTo>
                <a:lnTo>
                  <a:pt x="215968" y="108145"/>
                </a:lnTo>
                <a:lnTo>
                  <a:pt x="215968" y="102061"/>
                </a:lnTo>
                <a:close/>
                <a:moveTo>
                  <a:pt x="229100" y="102061"/>
                </a:moveTo>
                <a:lnTo>
                  <a:pt x="229100" y="108145"/>
                </a:lnTo>
                <a:lnTo>
                  <a:pt x="223028" y="108145"/>
                </a:lnTo>
                <a:lnTo>
                  <a:pt x="223028" y="102061"/>
                </a:lnTo>
                <a:close/>
                <a:moveTo>
                  <a:pt x="236161" y="102061"/>
                </a:moveTo>
                <a:lnTo>
                  <a:pt x="236161" y="108145"/>
                </a:lnTo>
                <a:lnTo>
                  <a:pt x="230077" y="108145"/>
                </a:lnTo>
                <a:lnTo>
                  <a:pt x="230077" y="102061"/>
                </a:lnTo>
                <a:close/>
                <a:moveTo>
                  <a:pt x="243209" y="102061"/>
                </a:moveTo>
                <a:lnTo>
                  <a:pt x="243209" y="108145"/>
                </a:lnTo>
                <a:lnTo>
                  <a:pt x="237137" y="108145"/>
                </a:lnTo>
                <a:lnTo>
                  <a:pt x="237137" y="102061"/>
                </a:lnTo>
                <a:close/>
                <a:moveTo>
                  <a:pt x="250270" y="102061"/>
                </a:moveTo>
                <a:lnTo>
                  <a:pt x="250270" y="108145"/>
                </a:lnTo>
                <a:lnTo>
                  <a:pt x="244198" y="108145"/>
                </a:lnTo>
                <a:lnTo>
                  <a:pt x="244198" y="102061"/>
                </a:lnTo>
                <a:close/>
                <a:moveTo>
                  <a:pt x="257318" y="102061"/>
                </a:moveTo>
                <a:lnTo>
                  <a:pt x="257318" y="108145"/>
                </a:lnTo>
                <a:lnTo>
                  <a:pt x="251246" y="108145"/>
                </a:lnTo>
                <a:lnTo>
                  <a:pt x="251246" y="102061"/>
                </a:lnTo>
                <a:close/>
                <a:moveTo>
                  <a:pt x="264379" y="102061"/>
                </a:moveTo>
                <a:lnTo>
                  <a:pt x="264379" y="108145"/>
                </a:lnTo>
                <a:lnTo>
                  <a:pt x="258306" y="108145"/>
                </a:lnTo>
                <a:lnTo>
                  <a:pt x="258306" y="102061"/>
                </a:lnTo>
                <a:close/>
                <a:moveTo>
                  <a:pt x="271427" y="102061"/>
                </a:moveTo>
                <a:lnTo>
                  <a:pt x="271427" y="108145"/>
                </a:lnTo>
                <a:lnTo>
                  <a:pt x="265355" y="108145"/>
                </a:lnTo>
                <a:lnTo>
                  <a:pt x="265355" y="102061"/>
                </a:lnTo>
                <a:close/>
                <a:moveTo>
                  <a:pt x="278488" y="102061"/>
                </a:moveTo>
                <a:lnTo>
                  <a:pt x="278488" y="108145"/>
                </a:lnTo>
                <a:lnTo>
                  <a:pt x="272415" y="108145"/>
                </a:lnTo>
                <a:lnTo>
                  <a:pt x="272415" y="102061"/>
                </a:lnTo>
                <a:close/>
                <a:moveTo>
                  <a:pt x="17443" y="109121"/>
                </a:moveTo>
                <a:lnTo>
                  <a:pt x="17443" y="115193"/>
                </a:lnTo>
                <a:lnTo>
                  <a:pt x="11371" y="115193"/>
                </a:lnTo>
                <a:lnTo>
                  <a:pt x="11371" y="109121"/>
                </a:lnTo>
                <a:close/>
                <a:moveTo>
                  <a:pt x="24503" y="109121"/>
                </a:moveTo>
                <a:lnTo>
                  <a:pt x="24503" y="115193"/>
                </a:lnTo>
                <a:lnTo>
                  <a:pt x="18431" y="115193"/>
                </a:lnTo>
                <a:lnTo>
                  <a:pt x="18431" y="109121"/>
                </a:lnTo>
                <a:close/>
                <a:moveTo>
                  <a:pt x="31564" y="109121"/>
                </a:moveTo>
                <a:lnTo>
                  <a:pt x="31564" y="115193"/>
                </a:lnTo>
                <a:lnTo>
                  <a:pt x="25492" y="115193"/>
                </a:lnTo>
                <a:lnTo>
                  <a:pt x="25492" y="109121"/>
                </a:lnTo>
                <a:close/>
                <a:moveTo>
                  <a:pt x="38612" y="109121"/>
                </a:moveTo>
                <a:lnTo>
                  <a:pt x="38612" y="115193"/>
                </a:lnTo>
                <a:lnTo>
                  <a:pt x="32540" y="115193"/>
                </a:lnTo>
                <a:lnTo>
                  <a:pt x="32540" y="109121"/>
                </a:lnTo>
                <a:close/>
                <a:moveTo>
                  <a:pt x="45673" y="109121"/>
                </a:moveTo>
                <a:lnTo>
                  <a:pt x="45673" y="115193"/>
                </a:lnTo>
                <a:lnTo>
                  <a:pt x="39601" y="115193"/>
                </a:lnTo>
                <a:lnTo>
                  <a:pt x="39601" y="109121"/>
                </a:lnTo>
                <a:close/>
                <a:moveTo>
                  <a:pt x="52721" y="109121"/>
                </a:moveTo>
                <a:lnTo>
                  <a:pt x="52721" y="115193"/>
                </a:lnTo>
                <a:lnTo>
                  <a:pt x="46649" y="115193"/>
                </a:lnTo>
                <a:lnTo>
                  <a:pt x="46649" y="109121"/>
                </a:lnTo>
                <a:close/>
                <a:moveTo>
                  <a:pt x="59782" y="109121"/>
                </a:moveTo>
                <a:lnTo>
                  <a:pt x="59782" y="115193"/>
                </a:lnTo>
                <a:lnTo>
                  <a:pt x="53709" y="115193"/>
                </a:lnTo>
                <a:lnTo>
                  <a:pt x="53709" y="109121"/>
                </a:lnTo>
                <a:close/>
                <a:moveTo>
                  <a:pt x="66842" y="109121"/>
                </a:moveTo>
                <a:lnTo>
                  <a:pt x="66842" y="115193"/>
                </a:lnTo>
                <a:lnTo>
                  <a:pt x="60758" y="115193"/>
                </a:lnTo>
                <a:lnTo>
                  <a:pt x="60758" y="109121"/>
                </a:lnTo>
                <a:close/>
                <a:moveTo>
                  <a:pt x="73902" y="109121"/>
                </a:moveTo>
                <a:lnTo>
                  <a:pt x="73902" y="115193"/>
                </a:lnTo>
                <a:lnTo>
                  <a:pt x="67818" y="115193"/>
                </a:lnTo>
                <a:lnTo>
                  <a:pt x="67818" y="109121"/>
                </a:lnTo>
                <a:close/>
                <a:moveTo>
                  <a:pt x="80951" y="109121"/>
                </a:moveTo>
                <a:lnTo>
                  <a:pt x="80951" y="115193"/>
                </a:lnTo>
                <a:lnTo>
                  <a:pt x="74879" y="115193"/>
                </a:lnTo>
                <a:lnTo>
                  <a:pt x="74879" y="109121"/>
                </a:lnTo>
                <a:close/>
                <a:moveTo>
                  <a:pt x="88011" y="109121"/>
                </a:moveTo>
                <a:lnTo>
                  <a:pt x="88011" y="115193"/>
                </a:lnTo>
                <a:lnTo>
                  <a:pt x="81927" y="115193"/>
                </a:lnTo>
                <a:lnTo>
                  <a:pt x="81927" y="109121"/>
                </a:lnTo>
                <a:close/>
                <a:moveTo>
                  <a:pt x="95060" y="109121"/>
                </a:moveTo>
                <a:lnTo>
                  <a:pt x="95060" y="115193"/>
                </a:lnTo>
                <a:lnTo>
                  <a:pt x="88988" y="115193"/>
                </a:lnTo>
                <a:lnTo>
                  <a:pt x="88988" y="109121"/>
                </a:lnTo>
                <a:close/>
                <a:moveTo>
                  <a:pt x="102120" y="109121"/>
                </a:moveTo>
                <a:lnTo>
                  <a:pt x="102120" y="115193"/>
                </a:lnTo>
                <a:lnTo>
                  <a:pt x="96036" y="115193"/>
                </a:lnTo>
                <a:lnTo>
                  <a:pt x="96036" y="109121"/>
                </a:lnTo>
                <a:close/>
                <a:moveTo>
                  <a:pt x="109169" y="109121"/>
                </a:moveTo>
                <a:lnTo>
                  <a:pt x="109169" y="115193"/>
                </a:lnTo>
                <a:lnTo>
                  <a:pt x="103097" y="115193"/>
                </a:lnTo>
                <a:lnTo>
                  <a:pt x="103097" y="109121"/>
                </a:lnTo>
                <a:close/>
                <a:moveTo>
                  <a:pt x="116229" y="109121"/>
                </a:moveTo>
                <a:lnTo>
                  <a:pt x="116229" y="115193"/>
                </a:lnTo>
                <a:lnTo>
                  <a:pt x="110157" y="115193"/>
                </a:lnTo>
                <a:lnTo>
                  <a:pt x="110157" y="109121"/>
                </a:lnTo>
                <a:close/>
                <a:moveTo>
                  <a:pt x="123278" y="109121"/>
                </a:moveTo>
                <a:lnTo>
                  <a:pt x="123278" y="115193"/>
                </a:lnTo>
                <a:lnTo>
                  <a:pt x="117205" y="115193"/>
                </a:lnTo>
                <a:lnTo>
                  <a:pt x="117205" y="109121"/>
                </a:lnTo>
                <a:close/>
                <a:moveTo>
                  <a:pt x="130338" y="109121"/>
                </a:moveTo>
                <a:lnTo>
                  <a:pt x="130338" y="115193"/>
                </a:lnTo>
                <a:lnTo>
                  <a:pt x="124254" y="115193"/>
                </a:lnTo>
                <a:lnTo>
                  <a:pt x="124254" y="109121"/>
                </a:lnTo>
                <a:close/>
                <a:moveTo>
                  <a:pt x="137387" y="109121"/>
                </a:moveTo>
                <a:lnTo>
                  <a:pt x="137387" y="115193"/>
                </a:lnTo>
                <a:lnTo>
                  <a:pt x="131314" y="115193"/>
                </a:lnTo>
                <a:lnTo>
                  <a:pt x="131314" y="109121"/>
                </a:lnTo>
                <a:close/>
                <a:moveTo>
                  <a:pt x="144447" y="109121"/>
                </a:moveTo>
                <a:lnTo>
                  <a:pt x="144447" y="115193"/>
                </a:lnTo>
                <a:lnTo>
                  <a:pt x="138375" y="115193"/>
                </a:lnTo>
                <a:lnTo>
                  <a:pt x="138375" y="109121"/>
                </a:lnTo>
                <a:close/>
                <a:moveTo>
                  <a:pt x="151495" y="109121"/>
                </a:moveTo>
                <a:lnTo>
                  <a:pt x="151495" y="115193"/>
                </a:lnTo>
                <a:lnTo>
                  <a:pt x="145423" y="115193"/>
                </a:lnTo>
                <a:lnTo>
                  <a:pt x="145423" y="109121"/>
                </a:lnTo>
                <a:close/>
                <a:moveTo>
                  <a:pt x="158556" y="109121"/>
                </a:moveTo>
                <a:lnTo>
                  <a:pt x="158556" y="115193"/>
                </a:lnTo>
                <a:lnTo>
                  <a:pt x="152484" y="115193"/>
                </a:lnTo>
                <a:lnTo>
                  <a:pt x="152484" y="109121"/>
                </a:lnTo>
                <a:close/>
                <a:moveTo>
                  <a:pt x="165604" y="109121"/>
                </a:moveTo>
                <a:lnTo>
                  <a:pt x="165604" y="115193"/>
                </a:lnTo>
                <a:lnTo>
                  <a:pt x="159532" y="115193"/>
                </a:lnTo>
                <a:lnTo>
                  <a:pt x="159532" y="109121"/>
                </a:lnTo>
                <a:close/>
                <a:moveTo>
                  <a:pt x="172665" y="109121"/>
                </a:moveTo>
                <a:lnTo>
                  <a:pt x="172665" y="115193"/>
                </a:lnTo>
                <a:lnTo>
                  <a:pt x="166581" y="115193"/>
                </a:lnTo>
                <a:lnTo>
                  <a:pt x="166581" y="109121"/>
                </a:lnTo>
                <a:close/>
                <a:moveTo>
                  <a:pt x="179713" y="109121"/>
                </a:moveTo>
                <a:lnTo>
                  <a:pt x="179713" y="115193"/>
                </a:lnTo>
                <a:lnTo>
                  <a:pt x="173641" y="115193"/>
                </a:lnTo>
                <a:lnTo>
                  <a:pt x="173641" y="109121"/>
                </a:lnTo>
                <a:close/>
                <a:moveTo>
                  <a:pt x="186774" y="109121"/>
                </a:moveTo>
                <a:lnTo>
                  <a:pt x="186774" y="115193"/>
                </a:lnTo>
                <a:lnTo>
                  <a:pt x="180702" y="115193"/>
                </a:lnTo>
                <a:lnTo>
                  <a:pt x="180702" y="109121"/>
                </a:lnTo>
                <a:close/>
                <a:moveTo>
                  <a:pt x="193822" y="109121"/>
                </a:moveTo>
                <a:lnTo>
                  <a:pt x="193822" y="115193"/>
                </a:lnTo>
                <a:lnTo>
                  <a:pt x="187750" y="115193"/>
                </a:lnTo>
                <a:lnTo>
                  <a:pt x="187750" y="109121"/>
                </a:lnTo>
                <a:close/>
                <a:moveTo>
                  <a:pt x="200883" y="109121"/>
                </a:moveTo>
                <a:lnTo>
                  <a:pt x="200883" y="115193"/>
                </a:lnTo>
                <a:lnTo>
                  <a:pt x="194810" y="115193"/>
                </a:lnTo>
                <a:lnTo>
                  <a:pt x="194810" y="109121"/>
                </a:lnTo>
                <a:close/>
                <a:moveTo>
                  <a:pt x="207931" y="109121"/>
                </a:moveTo>
                <a:lnTo>
                  <a:pt x="207931" y="115193"/>
                </a:lnTo>
                <a:lnTo>
                  <a:pt x="201859" y="115193"/>
                </a:lnTo>
                <a:lnTo>
                  <a:pt x="201859" y="109121"/>
                </a:lnTo>
                <a:close/>
                <a:moveTo>
                  <a:pt x="214992" y="109121"/>
                </a:moveTo>
                <a:lnTo>
                  <a:pt x="214992" y="115193"/>
                </a:lnTo>
                <a:lnTo>
                  <a:pt x="208919" y="115193"/>
                </a:lnTo>
                <a:lnTo>
                  <a:pt x="208919" y="109121"/>
                </a:lnTo>
                <a:close/>
                <a:moveTo>
                  <a:pt x="222052" y="109121"/>
                </a:moveTo>
                <a:lnTo>
                  <a:pt x="222052" y="115193"/>
                </a:lnTo>
                <a:lnTo>
                  <a:pt x="215968" y="115193"/>
                </a:lnTo>
                <a:lnTo>
                  <a:pt x="215968" y="109121"/>
                </a:lnTo>
                <a:close/>
                <a:moveTo>
                  <a:pt x="229100" y="109121"/>
                </a:moveTo>
                <a:lnTo>
                  <a:pt x="229100" y="115193"/>
                </a:lnTo>
                <a:lnTo>
                  <a:pt x="223028" y="115193"/>
                </a:lnTo>
                <a:lnTo>
                  <a:pt x="223028" y="109121"/>
                </a:lnTo>
                <a:close/>
                <a:moveTo>
                  <a:pt x="236161" y="109121"/>
                </a:moveTo>
                <a:lnTo>
                  <a:pt x="236161" y="115193"/>
                </a:lnTo>
                <a:lnTo>
                  <a:pt x="230077" y="115193"/>
                </a:lnTo>
                <a:lnTo>
                  <a:pt x="230077" y="109121"/>
                </a:lnTo>
                <a:close/>
                <a:moveTo>
                  <a:pt x="243209" y="109121"/>
                </a:moveTo>
                <a:lnTo>
                  <a:pt x="243209" y="115193"/>
                </a:lnTo>
                <a:lnTo>
                  <a:pt x="237137" y="115193"/>
                </a:lnTo>
                <a:lnTo>
                  <a:pt x="237137" y="109121"/>
                </a:lnTo>
                <a:close/>
                <a:moveTo>
                  <a:pt x="250270" y="109121"/>
                </a:moveTo>
                <a:lnTo>
                  <a:pt x="250270" y="115193"/>
                </a:lnTo>
                <a:lnTo>
                  <a:pt x="244198" y="115193"/>
                </a:lnTo>
                <a:lnTo>
                  <a:pt x="244198" y="109121"/>
                </a:lnTo>
                <a:close/>
                <a:moveTo>
                  <a:pt x="257318" y="109121"/>
                </a:moveTo>
                <a:lnTo>
                  <a:pt x="257318" y="115193"/>
                </a:lnTo>
                <a:lnTo>
                  <a:pt x="251246" y="115193"/>
                </a:lnTo>
                <a:lnTo>
                  <a:pt x="251246" y="109121"/>
                </a:lnTo>
                <a:close/>
                <a:moveTo>
                  <a:pt x="264379" y="109121"/>
                </a:moveTo>
                <a:lnTo>
                  <a:pt x="264379" y="115193"/>
                </a:lnTo>
                <a:lnTo>
                  <a:pt x="258306" y="115193"/>
                </a:lnTo>
                <a:lnTo>
                  <a:pt x="258306" y="109121"/>
                </a:lnTo>
                <a:close/>
                <a:moveTo>
                  <a:pt x="271427" y="109121"/>
                </a:moveTo>
                <a:lnTo>
                  <a:pt x="271427" y="115193"/>
                </a:lnTo>
                <a:lnTo>
                  <a:pt x="265355" y="115193"/>
                </a:lnTo>
                <a:lnTo>
                  <a:pt x="265355" y="109121"/>
                </a:lnTo>
                <a:close/>
                <a:moveTo>
                  <a:pt x="278488" y="109121"/>
                </a:moveTo>
                <a:lnTo>
                  <a:pt x="278488" y="115193"/>
                </a:lnTo>
                <a:lnTo>
                  <a:pt x="272415" y="115193"/>
                </a:lnTo>
                <a:lnTo>
                  <a:pt x="272415" y="109121"/>
                </a:lnTo>
                <a:close/>
                <a:moveTo>
                  <a:pt x="17443" y="116170"/>
                </a:moveTo>
                <a:lnTo>
                  <a:pt x="17443" y="122254"/>
                </a:lnTo>
                <a:lnTo>
                  <a:pt x="11371" y="122254"/>
                </a:lnTo>
                <a:lnTo>
                  <a:pt x="11371" y="116182"/>
                </a:lnTo>
                <a:lnTo>
                  <a:pt x="17443" y="116170"/>
                </a:lnTo>
                <a:close/>
                <a:moveTo>
                  <a:pt x="24503" y="116170"/>
                </a:moveTo>
                <a:lnTo>
                  <a:pt x="24503" y="122254"/>
                </a:lnTo>
                <a:lnTo>
                  <a:pt x="18431" y="122254"/>
                </a:lnTo>
                <a:lnTo>
                  <a:pt x="18431" y="116182"/>
                </a:lnTo>
                <a:lnTo>
                  <a:pt x="24503" y="116170"/>
                </a:lnTo>
                <a:close/>
                <a:moveTo>
                  <a:pt x="31564" y="116170"/>
                </a:moveTo>
                <a:lnTo>
                  <a:pt x="31564" y="122254"/>
                </a:lnTo>
                <a:lnTo>
                  <a:pt x="25492" y="122254"/>
                </a:lnTo>
                <a:lnTo>
                  <a:pt x="25492" y="116182"/>
                </a:lnTo>
                <a:lnTo>
                  <a:pt x="31564" y="116170"/>
                </a:lnTo>
                <a:close/>
                <a:moveTo>
                  <a:pt x="38612" y="116170"/>
                </a:moveTo>
                <a:lnTo>
                  <a:pt x="38612" y="122254"/>
                </a:lnTo>
                <a:lnTo>
                  <a:pt x="32540" y="122254"/>
                </a:lnTo>
                <a:lnTo>
                  <a:pt x="32540" y="116182"/>
                </a:lnTo>
                <a:lnTo>
                  <a:pt x="38612" y="116170"/>
                </a:lnTo>
                <a:close/>
                <a:moveTo>
                  <a:pt x="45673" y="116170"/>
                </a:moveTo>
                <a:lnTo>
                  <a:pt x="45673" y="122254"/>
                </a:lnTo>
                <a:lnTo>
                  <a:pt x="39601" y="122254"/>
                </a:lnTo>
                <a:lnTo>
                  <a:pt x="39601" y="116182"/>
                </a:lnTo>
                <a:lnTo>
                  <a:pt x="45673" y="116170"/>
                </a:lnTo>
                <a:close/>
                <a:moveTo>
                  <a:pt x="52721" y="116170"/>
                </a:moveTo>
                <a:lnTo>
                  <a:pt x="52721" y="122254"/>
                </a:lnTo>
                <a:lnTo>
                  <a:pt x="46649" y="122254"/>
                </a:lnTo>
                <a:lnTo>
                  <a:pt x="46649" y="116182"/>
                </a:lnTo>
                <a:lnTo>
                  <a:pt x="52721" y="116170"/>
                </a:lnTo>
                <a:close/>
                <a:moveTo>
                  <a:pt x="59782" y="116170"/>
                </a:moveTo>
                <a:lnTo>
                  <a:pt x="59782" y="122254"/>
                </a:lnTo>
                <a:lnTo>
                  <a:pt x="53709" y="122254"/>
                </a:lnTo>
                <a:lnTo>
                  <a:pt x="53709" y="116182"/>
                </a:lnTo>
                <a:lnTo>
                  <a:pt x="59782" y="116170"/>
                </a:lnTo>
                <a:close/>
                <a:moveTo>
                  <a:pt x="66842" y="116182"/>
                </a:moveTo>
                <a:lnTo>
                  <a:pt x="66842" y="122254"/>
                </a:lnTo>
                <a:lnTo>
                  <a:pt x="60758" y="122254"/>
                </a:lnTo>
                <a:lnTo>
                  <a:pt x="60758" y="116182"/>
                </a:lnTo>
                <a:close/>
                <a:moveTo>
                  <a:pt x="73902" y="116182"/>
                </a:moveTo>
                <a:lnTo>
                  <a:pt x="73902" y="122254"/>
                </a:lnTo>
                <a:lnTo>
                  <a:pt x="67818" y="122254"/>
                </a:lnTo>
                <a:lnTo>
                  <a:pt x="67818" y="116182"/>
                </a:lnTo>
                <a:close/>
                <a:moveTo>
                  <a:pt x="80951" y="116182"/>
                </a:moveTo>
                <a:lnTo>
                  <a:pt x="80951" y="122254"/>
                </a:lnTo>
                <a:lnTo>
                  <a:pt x="74879" y="122254"/>
                </a:lnTo>
                <a:lnTo>
                  <a:pt x="74879" y="116182"/>
                </a:lnTo>
                <a:close/>
                <a:moveTo>
                  <a:pt x="88011" y="116170"/>
                </a:moveTo>
                <a:lnTo>
                  <a:pt x="88011" y="122254"/>
                </a:lnTo>
                <a:lnTo>
                  <a:pt x="81927" y="122254"/>
                </a:lnTo>
                <a:lnTo>
                  <a:pt x="81927" y="116182"/>
                </a:lnTo>
                <a:lnTo>
                  <a:pt x="88011" y="116170"/>
                </a:lnTo>
                <a:close/>
                <a:moveTo>
                  <a:pt x="95060" y="116170"/>
                </a:moveTo>
                <a:lnTo>
                  <a:pt x="95060" y="122254"/>
                </a:lnTo>
                <a:lnTo>
                  <a:pt x="88988" y="122254"/>
                </a:lnTo>
                <a:lnTo>
                  <a:pt x="88988" y="116182"/>
                </a:lnTo>
                <a:lnTo>
                  <a:pt x="95060" y="116170"/>
                </a:lnTo>
                <a:close/>
                <a:moveTo>
                  <a:pt x="102120" y="116182"/>
                </a:moveTo>
                <a:lnTo>
                  <a:pt x="102120" y="122254"/>
                </a:lnTo>
                <a:lnTo>
                  <a:pt x="96036" y="122254"/>
                </a:lnTo>
                <a:lnTo>
                  <a:pt x="96036" y="116182"/>
                </a:lnTo>
                <a:close/>
                <a:moveTo>
                  <a:pt x="109169" y="116182"/>
                </a:moveTo>
                <a:lnTo>
                  <a:pt x="109169" y="122254"/>
                </a:lnTo>
                <a:lnTo>
                  <a:pt x="103097" y="122254"/>
                </a:lnTo>
                <a:lnTo>
                  <a:pt x="103097" y="116182"/>
                </a:lnTo>
                <a:close/>
                <a:moveTo>
                  <a:pt x="116229" y="116182"/>
                </a:moveTo>
                <a:lnTo>
                  <a:pt x="116229" y="122254"/>
                </a:lnTo>
                <a:lnTo>
                  <a:pt x="110157" y="122254"/>
                </a:lnTo>
                <a:lnTo>
                  <a:pt x="110157" y="116182"/>
                </a:lnTo>
                <a:close/>
                <a:moveTo>
                  <a:pt x="123278" y="116170"/>
                </a:moveTo>
                <a:lnTo>
                  <a:pt x="123278" y="122254"/>
                </a:lnTo>
                <a:lnTo>
                  <a:pt x="117205" y="122254"/>
                </a:lnTo>
                <a:lnTo>
                  <a:pt x="117205" y="116182"/>
                </a:lnTo>
                <a:lnTo>
                  <a:pt x="123278" y="116170"/>
                </a:lnTo>
                <a:close/>
                <a:moveTo>
                  <a:pt x="130338" y="116170"/>
                </a:moveTo>
                <a:lnTo>
                  <a:pt x="130338" y="122254"/>
                </a:lnTo>
                <a:lnTo>
                  <a:pt x="124254" y="122254"/>
                </a:lnTo>
                <a:lnTo>
                  <a:pt x="124254" y="116182"/>
                </a:lnTo>
                <a:lnTo>
                  <a:pt x="130338" y="116170"/>
                </a:lnTo>
                <a:close/>
                <a:moveTo>
                  <a:pt x="137387" y="116182"/>
                </a:moveTo>
                <a:lnTo>
                  <a:pt x="137387" y="122254"/>
                </a:lnTo>
                <a:lnTo>
                  <a:pt x="131314" y="122254"/>
                </a:lnTo>
                <a:lnTo>
                  <a:pt x="131314" y="116182"/>
                </a:lnTo>
                <a:close/>
                <a:moveTo>
                  <a:pt x="144447" y="116170"/>
                </a:moveTo>
                <a:lnTo>
                  <a:pt x="144447" y="122254"/>
                </a:lnTo>
                <a:lnTo>
                  <a:pt x="138375" y="122254"/>
                </a:lnTo>
                <a:lnTo>
                  <a:pt x="138375" y="116182"/>
                </a:lnTo>
                <a:lnTo>
                  <a:pt x="144447" y="116170"/>
                </a:lnTo>
                <a:close/>
                <a:moveTo>
                  <a:pt x="151495" y="116170"/>
                </a:moveTo>
                <a:lnTo>
                  <a:pt x="151495" y="122254"/>
                </a:lnTo>
                <a:lnTo>
                  <a:pt x="145423" y="122254"/>
                </a:lnTo>
                <a:lnTo>
                  <a:pt x="145423" y="116182"/>
                </a:lnTo>
                <a:lnTo>
                  <a:pt x="151495" y="116170"/>
                </a:lnTo>
                <a:close/>
                <a:moveTo>
                  <a:pt x="158556" y="116170"/>
                </a:moveTo>
                <a:lnTo>
                  <a:pt x="158556" y="122254"/>
                </a:lnTo>
                <a:lnTo>
                  <a:pt x="152484" y="122254"/>
                </a:lnTo>
                <a:lnTo>
                  <a:pt x="152484" y="116182"/>
                </a:lnTo>
                <a:lnTo>
                  <a:pt x="158556" y="116170"/>
                </a:lnTo>
                <a:close/>
                <a:moveTo>
                  <a:pt x="165604" y="116170"/>
                </a:moveTo>
                <a:lnTo>
                  <a:pt x="165604" y="122254"/>
                </a:lnTo>
                <a:lnTo>
                  <a:pt x="159532" y="122254"/>
                </a:lnTo>
                <a:lnTo>
                  <a:pt x="159532" y="116182"/>
                </a:lnTo>
                <a:lnTo>
                  <a:pt x="165604" y="116170"/>
                </a:lnTo>
                <a:close/>
                <a:moveTo>
                  <a:pt x="172665" y="116170"/>
                </a:moveTo>
                <a:lnTo>
                  <a:pt x="172665" y="122254"/>
                </a:lnTo>
                <a:lnTo>
                  <a:pt x="166581" y="122254"/>
                </a:lnTo>
                <a:lnTo>
                  <a:pt x="166581" y="116182"/>
                </a:lnTo>
                <a:lnTo>
                  <a:pt x="172665" y="116170"/>
                </a:lnTo>
                <a:close/>
                <a:moveTo>
                  <a:pt x="179713" y="116170"/>
                </a:moveTo>
                <a:lnTo>
                  <a:pt x="179713" y="122254"/>
                </a:lnTo>
                <a:lnTo>
                  <a:pt x="173641" y="122254"/>
                </a:lnTo>
                <a:lnTo>
                  <a:pt x="173641" y="116182"/>
                </a:lnTo>
                <a:lnTo>
                  <a:pt x="179713" y="116170"/>
                </a:lnTo>
                <a:close/>
                <a:moveTo>
                  <a:pt x="186774" y="116170"/>
                </a:moveTo>
                <a:lnTo>
                  <a:pt x="186774" y="122254"/>
                </a:lnTo>
                <a:lnTo>
                  <a:pt x="180702" y="122254"/>
                </a:lnTo>
                <a:lnTo>
                  <a:pt x="180702" y="116182"/>
                </a:lnTo>
                <a:lnTo>
                  <a:pt x="186774" y="116170"/>
                </a:lnTo>
                <a:close/>
                <a:moveTo>
                  <a:pt x="193822" y="116170"/>
                </a:moveTo>
                <a:lnTo>
                  <a:pt x="193822" y="122254"/>
                </a:lnTo>
                <a:lnTo>
                  <a:pt x="187750" y="122254"/>
                </a:lnTo>
                <a:lnTo>
                  <a:pt x="187750" y="116182"/>
                </a:lnTo>
                <a:lnTo>
                  <a:pt x="193822" y="116170"/>
                </a:lnTo>
                <a:close/>
                <a:moveTo>
                  <a:pt x="200883" y="116170"/>
                </a:moveTo>
                <a:lnTo>
                  <a:pt x="200883" y="122254"/>
                </a:lnTo>
                <a:lnTo>
                  <a:pt x="194810" y="122254"/>
                </a:lnTo>
                <a:lnTo>
                  <a:pt x="194810" y="116182"/>
                </a:lnTo>
                <a:lnTo>
                  <a:pt x="200883" y="116170"/>
                </a:lnTo>
                <a:close/>
                <a:moveTo>
                  <a:pt x="207931" y="116170"/>
                </a:moveTo>
                <a:lnTo>
                  <a:pt x="207931" y="122254"/>
                </a:lnTo>
                <a:lnTo>
                  <a:pt x="201859" y="122254"/>
                </a:lnTo>
                <a:lnTo>
                  <a:pt x="201859" y="116182"/>
                </a:lnTo>
                <a:lnTo>
                  <a:pt x="207931" y="116170"/>
                </a:lnTo>
                <a:close/>
                <a:moveTo>
                  <a:pt x="214992" y="116170"/>
                </a:moveTo>
                <a:lnTo>
                  <a:pt x="214992" y="122254"/>
                </a:lnTo>
                <a:lnTo>
                  <a:pt x="208919" y="122254"/>
                </a:lnTo>
                <a:lnTo>
                  <a:pt x="208919" y="116182"/>
                </a:lnTo>
                <a:lnTo>
                  <a:pt x="214992" y="116170"/>
                </a:lnTo>
                <a:close/>
                <a:moveTo>
                  <a:pt x="222052" y="116170"/>
                </a:moveTo>
                <a:lnTo>
                  <a:pt x="222052" y="122254"/>
                </a:lnTo>
                <a:lnTo>
                  <a:pt x="215968" y="122254"/>
                </a:lnTo>
                <a:lnTo>
                  <a:pt x="215968" y="116182"/>
                </a:lnTo>
                <a:lnTo>
                  <a:pt x="222052" y="116170"/>
                </a:lnTo>
                <a:close/>
                <a:moveTo>
                  <a:pt x="229100" y="116170"/>
                </a:moveTo>
                <a:lnTo>
                  <a:pt x="229100" y="122254"/>
                </a:lnTo>
                <a:lnTo>
                  <a:pt x="223028" y="122254"/>
                </a:lnTo>
                <a:lnTo>
                  <a:pt x="223028" y="116182"/>
                </a:lnTo>
                <a:lnTo>
                  <a:pt x="229100" y="116170"/>
                </a:lnTo>
                <a:close/>
                <a:moveTo>
                  <a:pt x="236161" y="116170"/>
                </a:moveTo>
                <a:lnTo>
                  <a:pt x="236161" y="122254"/>
                </a:lnTo>
                <a:lnTo>
                  <a:pt x="230077" y="122254"/>
                </a:lnTo>
                <a:lnTo>
                  <a:pt x="230077" y="116182"/>
                </a:lnTo>
                <a:lnTo>
                  <a:pt x="236161" y="116170"/>
                </a:lnTo>
                <a:close/>
                <a:moveTo>
                  <a:pt x="243209" y="116170"/>
                </a:moveTo>
                <a:lnTo>
                  <a:pt x="243209" y="122254"/>
                </a:lnTo>
                <a:lnTo>
                  <a:pt x="237137" y="122254"/>
                </a:lnTo>
                <a:lnTo>
                  <a:pt x="237137" y="116182"/>
                </a:lnTo>
                <a:lnTo>
                  <a:pt x="243209" y="116170"/>
                </a:lnTo>
                <a:close/>
                <a:moveTo>
                  <a:pt x="250270" y="116170"/>
                </a:moveTo>
                <a:lnTo>
                  <a:pt x="250270" y="122254"/>
                </a:lnTo>
                <a:lnTo>
                  <a:pt x="244198" y="122254"/>
                </a:lnTo>
                <a:lnTo>
                  <a:pt x="244198" y="116182"/>
                </a:lnTo>
                <a:lnTo>
                  <a:pt x="250270" y="116170"/>
                </a:lnTo>
                <a:close/>
                <a:moveTo>
                  <a:pt x="257318" y="116170"/>
                </a:moveTo>
                <a:lnTo>
                  <a:pt x="257318" y="122254"/>
                </a:lnTo>
                <a:lnTo>
                  <a:pt x="251246" y="122254"/>
                </a:lnTo>
                <a:lnTo>
                  <a:pt x="251246" y="116182"/>
                </a:lnTo>
                <a:lnTo>
                  <a:pt x="257318" y="116170"/>
                </a:lnTo>
                <a:close/>
                <a:moveTo>
                  <a:pt x="264379" y="116170"/>
                </a:moveTo>
                <a:lnTo>
                  <a:pt x="264379" y="122254"/>
                </a:lnTo>
                <a:lnTo>
                  <a:pt x="258306" y="122254"/>
                </a:lnTo>
                <a:lnTo>
                  <a:pt x="258306" y="116182"/>
                </a:lnTo>
                <a:lnTo>
                  <a:pt x="264379" y="116170"/>
                </a:lnTo>
                <a:close/>
                <a:moveTo>
                  <a:pt x="271427" y="116170"/>
                </a:moveTo>
                <a:lnTo>
                  <a:pt x="271427" y="122254"/>
                </a:lnTo>
                <a:lnTo>
                  <a:pt x="265355" y="122254"/>
                </a:lnTo>
                <a:lnTo>
                  <a:pt x="265355" y="116182"/>
                </a:lnTo>
                <a:lnTo>
                  <a:pt x="271427" y="116170"/>
                </a:lnTo>
                <a:close/>
                <a:moveTo>
                  <a:pt x="278488" y="116170"/>
                </a:moveTo>
                <a:lnTo>
                  <a:pt x="278488" y="122254"/>
                </a:lnTo>
                <a:lnTo>
                  <a:pt x="272415" y="122254"/>
                </a:lnTo>
                <a:lnTo>
                  <a:pt x="272415" y="116182"/>
                </a:lnTo>
                <a:lnTo>
                  <a:pt x="278488" y="116170"/>
                </a:lnTo>
                <a:close/>
                <a:moveTo>
                  <a:pt x="17443" y="123230"/>
                </a:moveTo>
                <a:lnTo>
                  <a:pt x="17443" y="129302"/>
                </a:lnTo>
                <a:lnTo>
                  <a:pt x="11371" y="129302"/>
                </a:lnTo>
                <a:lnTo>
                  <a:pt x="11371" y="123230"/>
                </a:lnTo>
                <a:close/>
                <a:moveTo>
                  <a:pt x="24503" y="123230"/>
                </a:moveTo>
                <a:lnTo>
                  <a:pt x="24503" y="129302"/>
                </a:lnTo>
                <a:lnTo>
                  <a:pt x="18431" y="129302"/>
                </a:lnTo>
                <a:lnTo>
                  <a:pt x="18431" y="123230"/>
                </a:lnTo>
                <a:close/>
                <a:moveTo>
                  <a:pt x="31564" y="123230"/>
                </a:moveTo>
                <a:lnTo>
                  <a:pt x="31564" y="129302"/>
                </a:lnTo>
                <a:lnTo>
                  <a:pt x="25492" y="129302"/>
                </a:lnTo>
                <a:lnTo>
                  <a:pt x="25492" y="123230"/>
                </a:lnTo>
                <a:close/>
                <a:moveTo>
                  <a:pt x="38612" y="123230"/>
                </a:moveTo>
                <a:lnTo>
                  <a:pt x="38612" y="129302"/>
                </a:lnTo>
                <a:lnTo>
                  <a:pt x="32540" y="129302"/>
                </a:lnTo>
                <a:lnTo>
                  <a:pt x="32540" y="123230"/>
                </a:lnTo>
                <a:close/>
                <a:moveTo>
                  <a:pt x="45673" y="123230"/>
                </a:moveTo>
                <a:lnTo>
                  <a:pt x="45673" y="129302"/>
                </a:lnTo>
                <a:lnTo>
                  <a:pt x="39601" y="129302"/>
                </a:lnTo>
                <a:lnTo>
                  <a:pt x="39601" y="123230"/>
                </a:lnTo>
                <a:close/>
                <a:moveTo>
                  <a:pt x="52721" y="123230"/>
                </a:moveTo>
                <a:lnTo>
                  <a:pt x="52721" y="129302"/>
                </a:lnTo>
                <a:lnTo>
                  <a:pt x="46649" y="129302"/>
                </a:lnTo>
                <a:lnTo>
                  <a:pt x="46649" y="123230"/>
                </a:lnTo>
                <a:close/>
                <a:moveTo>
                  <a:pt x="59782" y="123230"/>
                </a:moveTo>
                <a:lnTo>
                  <a:pt x="59782" y="129302"/>
                </a:lnTo>
                <a:lnTo>
                  <a:pt x="53709" y="129302"/>
                </a:lnTo>
                <a:lnTo>
                  <a:pt x="53709" y="123230"/>
                </a:lnTo>
                <a:close/>
                <a:moveTo>
                  <a:pt x="66842" y="123230"/>
                </a:moveTo>
                <a:lnTo>
                  <a:pt x="66842" y="129302"/>
                </a:lnTo>
                <a:lnTo>
                  <a:pt x="60758" y="129302"/>
                </a:lnTo>
                <a:lnTo>
                  <a:pt x="60758" y="123230"/>
                </a:lnTo>
                <a:close/>
                <a:moveTo>
                  <a:pt x="73902" y="123230"/>
                </a:moveTo>
                <a:lnTo>
                  <a:pt x="73902" y="129302"/>
                </a:lnTo>
                <a:lnTo>
                  <a:pt x="67818" y="129302"/>
                </a:lnTo>
                <a:lnTo>
                  <a:pt x="67818" y="123230"/>
                </a:lnTo>
                <a:close/>
                <a:moveTo>
                  <a:pt x="80951" y="123230"/>
                </a:moveTo>
                <a:lnTo>
                  <a:pt x="80951" y="129302"/>
                </a:lnTo>
                <a:lnTo>
                  <a:pt x="74879" y="129302"/>
                </a:lnTo>
                <a:lnTo>
                  <a:pt x="74879" y="123230"/>
                </a:lnTo>
                <a:close/>
                <a:moveTo>
                  <a:pt x="88011" y="123230"/>
                </a:moveTo>
                <a:lnTo>
                  <a:pt x="88011" y="129302"/>
                </a:lnTo>
                <a:lnTo>
                  <a:pt x="81927" y="129302"/>
                </a:lnTo>
                <a:lnTo>
                  <a:pt x="81927" y="123230"/>
                </a:lnTo>
                <a:close/>
                <a:moveTo>
                  <a:pt x="95060" y="123230"/>
                </a:moveTo>
                <a:lnTo>
                  <a:pt x="95060" y="129302"/>
                </a:lnTo>
                <a:lnTo>
                  <a:pt x="88988" y="129302"/>
                </a:lnTo>
                <a:lnTo>
                  <a:pt x="88988" y="123230"/>
                </a:lnTo>
                <a:close/>
                <a:moveTo>
                  <a:pt x="102120" y="123230"/>
                </a:moveTo>
                <a:lnTo>
                  <a:pt x="102120" y="129302"/>
                </a:lnTo>
                <a:lnTo>
                  <a:pt x="96036" y="129302"/>
                </a:lnTo>
                <a:lnTo>
                  <a:pt x="96036" y="123230"/>
                </a:lnTo>
                <a:close/>
                <a:moveTo>
                  <a:pt x="109169" y="123230"/>
                </a:moveTo>
                <a:lnTo>
                  <a:pt x="109169" y="129302"/>
                </a:lnTo>
                <a:lnTo>
                  <a:pt x="103097" y="129302"/>
                </a:lnTo>
                <a:lnTo>
                  <a:pt x="103097" y="123230"/>
                </a:lnTo>
                <a:close/>
                <a:moveTo>
                  <a:pt x="116229" y="123230"/>
                </a:moveTo>
                <a:lnTo>
                  <a:pt x="116229" y="129302"/>
                </a:lnTo>
                <a:lnTo>
                  <a:pt x="110157" y="129302"/>
                </a:lnTo>
                <a:lnTo>
                  <a:pt x="110157" y="123230"/>
                </a:lnTo>
                <a:close/>
                <a:moveTo>
                  <a:pt x="123278" y="123230"/>
                </a:moveTo>
                <a:lnTo>
                  <a:pt x="123278" y="129302"/>
                </a:lnTo>
                <a:lnTo>
                  <a:pt x="117205" y="129302"/>
                </a:lnTo>
                <a:lnTo>
                  <a:pt x="117205" y="123230"/>
                </a:lnTo>
                <a:close/>
                <a:moveTo>
                  <a:pt x="130338" y="123230"/>
                </a:moveTo>
                <a:lnTo>
                  <a:pt x="130338" y="129302"/>
                </a:lnTo>
                <a:lnTo>
                  <a:pt x="124254" y="129302"/>
                </a:lnTo>
                <a:lnTo>
                  <a:pt x="124254" y="123230"/>
                </a:lnTo>
                <a:close/>
                <a:moveTo>
                  <a:pt x="137387" y="123230"/>
                </a:moveTo>
                <a:lnTo>
                  <a:pt x="137387" y="129302"/>
                </a:lnTo>
                <a:lnTo>
                  <a:pt x="131314" y="129302"/>
                </a:lnTo>
                <a:lnTo>
                  <a:pt x="131314" y="123230"/>
                </a:lnTo>
                <a:close/>
                <a:moveTo>
                  <a:pt x="144447" y="123230"/>
                </a:moveTo>
                <a:lnTo>
                  <a:pt x="144447" y="129302"/>
                </a:lnTo>
                <a:lnTo>
                  <a:pt x="138375" y="129302"/>
                </a:lnTo>
                <a:lnTo>
                  <a:pt x="138375" y="123230"/>
                </a:lnTo>
                <a:close/>
                <a:moveTo>
                  <a:pt x="151495" y="123230"/>
                </a:moveTo>
                <a:lnTo>
                  <a:pt x="151495" y="129302"/>
                </a:lnTo>
                <a:lnTo>
                  <a:pt x="145423" y="129302"/>
                </a:lnTo>
                <a:lnTo>
                  <a:pt x="145423" y="123230"/>
                </a:lnTo>
                <a:close/>
                <a:moveTo>
                  <a:pt x="158556" y="123230"/>
                </a:moveTo>
                <a:lnTo>
                  <a:pt x="158556" y="129302"/>
                </a:lnTo>
                <a:lnTo>
                  <a:pt x="152484" y="129302"/>
                </a:lnTo>
                <a:lnTo>
                  <a:pt x="152484" y="123230"/>
                </a:lnTo>
                <a:close/>
                <a:moveTo>
                  <a:pt x="165604" y="123230"/>
                </a:moveTo>
                <a:lnTo>
                  <a:pt x="165604" y="129302"/>
                </a:lnTo>
                <a:lnTo>
                  <a:pt x="159532" y="129302"/>
                </a:lnTo>
                <a:lnTo>
                  <a:pt x="159532" y="123230"/>
                </a:lnTo>
                <a:close/>
                <a:moveTo>
                  <a:pt x="172665" y="123230"/>
                </a:moveTo>
                <a:lnTo>
                  <a:pt x="172665" y="129302"/>
                </a:lnTo>
                <a:lnTo>
                  <a:pt x="166581" y="129302"/>
                </a:lnTo>
                <a:lnTo>
                  <a:pt x="166581" y="123230"/>
                </a:lnTo>
                <a:close/>
                <a:moveTo>
                  <a:pt x="179713" y="123230"/>
                </a:moveTo>
                <a:lnTo>
                  <a:pt x="179713" y="129302"/>
                </a:lnTo>
                <a:lnTo>
                  <a:pt x="173641" y="129302"/>
                </a:lnTo>
                <a:lnTo>
                  <a:pt x="173641" y="123230"/>
                </a:lnTo>
                <a:close/>
                <a:moveTo>
                  <a:pt x="186774" y="123230"/>
                </a:moveTo>
                <a:lnTo>
                  <a:pt x="186774" y="129302"/>
                </a:lnTo>
                <a:lnTo>
                  <a:pt x="180702" y="129302"/>
                </a:lnTo>
                <a:lnTo>
                  <a:pt x="180702" y="123230"/>
                </a:lnTo>
                <a:close/>
                <a:moveTo>
                  <a:pt x="193822" y="123230"/>
                </a:moveTo>
                <a:lnTo>
                  <a:pt x="193822" y="129302"/>
                </a:lnTo>
                <a:lnTo>
                  <a:pt x="187750" y="129302"/>
                </a:lnTo>
                <a:lnTo>
                  <a:pt x="187750" y="123230"/>
                </a:lnTo>
                <a:close/>
                <a:moveTo>
                  <a:pt x="200883" y="123230"/>
                </a:moveTo>
                <a:lnTo>
                  <a:pt x="200883" y="129302"/>
                </a:lnTo>
                <a:lnTo>
                  <a:pt x="194810" y="129302"/>
                </a:lnTo>
                <a:lnTo>
                  <a:pt x="194810" y="123230"/>
                </a:lnTo>
                <a:close/>
                <a:moveTo>
                  <a:pt x="207931" y="123230"/>
                </a:moveTo>
                <a:lnTo>
                  <a:pt x="207931" y="129302"/>
                </a:lnTo>
                <a:lnTo>
                  <a:pt x="201859" y="129302"/>
                </a:lnTo>
                <a:lnTo>
                  <a:pt x="201859" y="123230"/>
                </a:lnTo>
                <a:close/>
                <a:moveTo>
                  <a:pt x="214992" y="123230"/>
                </a:moveTo>
                <a:lnTo>
                  <a:pt x="214992" y="129302"/>
                </a:lnTo>
                <a:lnTo>
                  <a:pt x="208919" y="129302"/>
                </a:lnTo>
                <a:lnTo>
                  <a:pt x="208919" y="123230"/>
                </a:lnTo>
                <a:close/>
                <a:moveTo>
                  <a:pt x="222052" y="123230"/>
                </a:moveTo>
                <a:lnTo>
                  <a:pt x="222052" y="129302"/>
                </a:lnTo>
                <a:lnTo>
                  <a:pt x="215968" y="129302"/>
                </a:lnTo>
                <a:lnTo>
                  <a:pt x="215968" y="123230"/>
                </a:lnTo>
                <a:close/>
                <a:moveTo>
                  <a:pt x="229100" y="123230"/>
                </a:moveTo>
                <a:lnTo>
                  <a:pt x="229100" y="129302"/>
                </a:lnTo>
                <a:lnTo>
                  <a:pt x="223028" y="129302"/>
                </a:lnTo>
                <a:lnTo>
                  <a:pt x="223028" y="123230"/>
                </a:lnTo>
                <a:close/>
                <a:moveTo>
                  <a:pt x="236161" y="123230"/>
                </a:moveTo>
                <a:lnTo>
                  <a:pt x="236161" y="129302"/>
                </a:lnTo>
                <a:lnTo>
                  <a:pt x="230077" y="129302"/>
                </a:lnTo>
                <a:lnTo>
                  <a:pt x="230077" y="123230"/>
                </a:lnTo>
                <a:close/>
                <a:moveTo>
                  <a:pt x="243209" y="123230"/>
                </a:moveTo>
                <a:lnTo>
                  <a:pt x="243209" y="129302"/>
                </a:lnTo>
                <a:lnTo>
                  <a:pt x="237137" y="129302"/>
                </a:lnTo>
                <a:lnTo>
                  <a:pt x="237137" y="123230"/>
                </a:lnTo>
                <a:close/>
                <a:moveTo>
                  <a:pt x="250270" y="123230"/>
                </a:moveTo>
                <a:lnTo>
                  <a:pt x="250270" y="129302"/>
                </a:lnTo>
                <a:lnTo>
                  <a:pt x="244198" y="129302"/>
                </a:lnTo>
                <a:lnTo>
                  <a:pt x="244198" y="123230"/>
                </a:lnTo>
                <a:close/>
                <a:moveTo>
                  <a:pt x="257318" y="123230"/>
                </a:moveTo>
                <a:lnTo>
                  <a:pt x="257318" y="129302"/>
                </a:lnTo>
                <a:lnTo>
                  <a:pt x="251246" y="129302"/>
                </a:lnTo>
                <a:lnTo>
                  <a:pt x="251246" y="123230"/>
                </a:lnTo>
                <a:close/>
                <a:moveTo>
                  <a:pt x="264379" y="123230"/>
                </a:moveTo>
                <a:lnTo>
                  <a:pt x="264379" y="129302"/>
                </a:lnTo>
                <a:lnTo>
                  <a:pt x="258306" y="129302"/>
                </a:lnTo>
                <a:lnTo>
                  <a:pt x="258306" y="123230"/>
                </a:lnTo>
                <a:close/>
                <a:moveTo>
                  <a:pt x="271427" y="123230"/>
                </a:moveTo>
                <a:lnTo>
                  <a:pt x="271427" y="129302"/>
                </a:lnTo>
                <a:lnTo>
                  <a:pt x="265355" y="129302"/>
                </a:lnTo>
                <a:lnTo>
                  <a:pt x="265355" y="123230"/>
                </a:lnTo>
                <a:close/>
                <a:moveTo>
                  <a:pt x="278488" y="123230"/>
                </a:moveTo>
                <a:lnTo>
                  <a:pt x="278488" y="129302"/>
                </a:lnTo>
                <a:lnTo>
                  <a:pt x="272415" y="129302"/>
                </a:lnTo>
                <a:lnTo>
                  <a:pt x="272415" y="123230"/>
                </a:lnTo>
                <a:close/>
                <a:moveTo>
                  <a:pt x="17443" y="130279"/>
                </a:moveTo>
                <a:lnTo>
                  <a:pt x="17443" y="136363"/>
                </a:lnTo>
                <a:lnTo>
                  <a:pt x="11371" y="136363"/>
                </a:lnTo>
                <a:lnTo>
                  <a:pt x="11371" y="130279"/>
                </a:lnTo>
                <a:close/>
                <a:moveTo>
                  <a:pt x="24503" y="130279"/>
                </a:moveTo>
                <a:lnTo>
                  <a:pt x="24503" y="136363"/>
                </a:lnTo>
                <a:lnTo>
                  <a:pt x="18431" y="136363"/>
                </a:lnTo>
                <a:lnTo>
                  <a:pt x="18431" y="130279"/>
                </a:lnTo>
                <a:close/>
                <a:moveTo>
                  <a:pt x="31564" y="130279"/>
                </a:moveTo>
                <a:lnTo>
                  <a:pt x="31564" y="136363"/>
                </a:lnTo>
                <a:lnTo>
                  <a:pt x="25492" y="136363"/>
                </a:lnTo>
                <a:lnTo>
                  <a:pt x="25492" y="130279"/>
                </a:lnTo>
                <a:close/>
                <a:moveTo>
                  <a:pt x="38612" y="130279"/>
                </a:moveTo>
                <a:lnTo>
                  <a:pt x="38612" y="136363"/>
                </a:lnTo>
                <a:lnTo>
                  <a:pt x="32540" y="136363"/>
                </a:lnTo>
                <a:lnTo>
                  <a:pt x="32540" y="130279"/>
                </a:lnTo>
                <a:close/>
                <a:moveTo>
                  <a:pt x="45673" y="130279"/>
                </a:moveTo>
                <a:lnTo>
                  <a:pt x="45673" y="136363"/>
                </a:lnTo>
                <a:lnTo>
                  <a:pt x="39601" y="136363"/>
                </a:lnTo>
                <a:lnTo>
                  <a:pt x="39601" y="130279"/>
                </a:lnTo>
                <a:close/>
                <a:moveTo>
                  <a:pt x="52721" y="130279"/>
                </a:moveTo>
                <a:lnTo>
                  <a:pt x="52721" y="136363"/>
                </a:lnTo>
                <a:lnTo>
                  <a:pt x="46649" y="136363"/>
                </a:lnTo>
                <a:lnTo>
                  <a:pt x="46649" y="130279"/>
                </a:lnTo>
                <a:close/>
                <a:moveTo>
                  <a:pt x="59782" y="130279"/>
                </a:moveTo>
                <a:lnTo>
                  <a:pt x="59782" y="136363"/>
                </a:lnTo>
                <a:lnTo>
                  <a:pt x="53709" y="136363"/>
                </a:lnTo>
                <a:lnTo>
                  <a:pt x="53709" y="130279"/>
                </a:lnTo>
                <a:close/>
                <a:moveTo>
                  <a:pt x="66842" y="130279"/>
                </a:moveTo>
                <a:lnTo>
                  <a:pt x="66842" y="136363"/>
                </a:lnTo>
                <a:lnTo>
                  <a:pt x="60758" y="136363"/>
                </a:lnTo>
                <a:lnTo>
                  <a:pt x="60758" y="130279"/>
                </a:lnTo>
                <a:close/>
                <a:moveTo>
                  <a:pt x="67818" y="130279"/>
                </a:moveTo>
                <a:lnTo>
                  <a:pt x="73902" y="130290"/>
                </a:lnTo>
                <a:lnTo>
                  <a:pt x="73902" y="136363"/>
                </a:lnTo>
                <a:lnTo>
                  <a:pt x="67818" y="136363"/>
                </a:lnTo>
                <a:lnTo>
                  <a:pt x="67818" y="130279"/>
                </a:lnTo>
                <a:close/>
                <a:moveTo>
                  <a:pt x="74879" y="130279"/>
                </a:moveTo>
                <a:lnTo>
                  <a:pt x="80951" y="130290"/>
                </a:lnTo>
                <a:lnTo>
                  <a:pt x="80951" y="136363"/>
                </a:lnTo>
                <a:lnTo>
                  <a:pt x="74879" y="136363"/>
                </a:lnTo>
                <a:lnTo>
                  <a:pt x="74879" y="130279"/>
                </a:lnTo>
                <a:close/>
                <a:moveTo>
                  <a:pt x="88011" y="130279"/>
                </a:moveTo>
                <a:lnTo>
                  <a:pt x="88011" y="136363"/>
                </a:lnTo>
                <a:lnTo>
                  <a:pt x="81927" y="136363"/>
                </a:lnTo>
                <a:lnTo>
                  <a:pt x="81927" y="130279"/>
                </a:lnTo>
                <a:close/>
                <a:moveTo>
                  <a:pt x="95060" y="130279"/>
                </a:moveTo>
                <a:lnTo>
                  <a:pt x="95060" y="136363"/>
                </a:lnTo>
                <a:lnTo>
                  <a:pt x="88988" y="136363"/>
                </a:lnTo>
                <a:lnTo>
                  <a:pt x="88988" y="130279"/>
                </a:lnTo>
                <a:close/>
                <a:moveTo>
                  <a:pt x="102120" y="130279"/>
                </a:moveTo>
                <a:lnTo>
                  <a:pt x="102120" y="136363"/>
                </a:lnTo>
                <a:lnTo>
                  <a:pt x="96036" y="136363"/>
                </a:lnTo>
                <a:lnTo>
                  <a:pt x="96036" y="130279"/>
                </a:lnTo>
                <a:close/>
                <a:moveTo>
                  <a:pt x="103097" y="130279"/>
                </a:moveTo>
                <a:lnTo>
                  <a:pt x="109169" y="130290"/>
                </a:lnTo>
                <a:lnTo>
                  <a:pt x="109169" y="136363"/>
                </a:lnTo>
                <a:lnTo>
                  <a:pt x="103097" y="136363"/>
                </a:lnTo>
                <a:lnTo>
                  <a:pt x="103097" y="130279"/>
                </a:lnTo>
                <a:close/>
                <a:moveTo>
                  <a:pt x="110157" y="130279"/>
                </a:moveTo>
                <a:lnTo>
                  <a:pt x="116229" y="130290"/>
                </a:lnTo>
                <a:lnTo>
                  <a:pt x="116229" y="136363"/>
                </a:lnTo>
                <a:lnTo>
                  <a:pt x="110157" y="136363"/>
                </a:lnTo>
                <a:lnTo>
                  <a:pt x="110157" y="130279"/>
                </a:lnTo>
                <a:close/>
                <a:moveTo>
                  <a:pt x="123278" y="130279"/>
                </a:moveTo>
                <a:lnTo>
                  <a:pt x="123278" y="136363"/>
                </a:lnTo>
                <a:lnTo>
                  <a:pt x="117205" y="136363"/>
                </a:lnTo>
                <a:lnTo>
                  <a:pt x="117205" y="130279"/>
                </a:lnTo>
                <a:close/>
                <a:moveTo>
                  <a:pt x="130338" y="130279"/>
                </a:moveTo>
                <a:lnTo>
                  <a:pt x="130338" y="136363"/>
                </a:lnTo>
                <a:lnTo>
                  <a:pt x="124254" y="136363"/>
                </a:lnTo>
                <a:lnTo>
                  <a:pt x="124254" y="130279"/>
                </a:lnTo>
                <a:close/>
                <a:moveTo>
                  <a:pt x="137387" y="130279"/>
                </a:moveTo>
                <a:lnTo>
                  <a:pt x="137387" y="136363"/>
                </a:lnTo>
                <a:lnTo>
                  <a:pt x="131314" y="136363"/>
                </a:lnTo>
                <a:lnTo>
                  <a:pt x="131314" y="130279"/>
                </a:lnTo>
                <a:close/>
                <a:moveTo>
                  <a:pt x="144447" y="130279"/>
                </a:moveTo>
                <a:lnTo>
                  <a:pt x="144447" y="136363"/>
                </a:lnTo>
                <a:lnTo>
                  <a:pt x="138375" y="136363"/>
                </a:lnTo>
                <a:lnTo>
                  <a:pt x="138375" y="130279"/>
                </a:lnTo>
                <a:close/>
                <a:moveTo>
                  <a:pt x="151495" y="130279"/>
                </a:moveTo>
                <a:lnTo>
                  <a:pt x="151495" y="136363"/>
                </a:lnTo>
                <a:lnTo>
                  <a:pt x="145423" y="136363"/>
                </a:lnTo>
                <a:lnTo>
                  <a:pt x="145423" y="130279"/>
                </a:lnTo>
                <a:close/>
                <a:moveTo>
                  <a:pt x="158556" y="130279"/>
                </a:moveTo>
                <a:lnTo>
                  <a:pt x="158556" y="136363"/>
                </a:lnTo>
                <a:lnTo>
                  <a:pt x="152484" y="136363"/>
                </a:lnTo>
                <a:lnTo>
                  <a:pt x="152484" y="130279"/>
                </a:lnTo>
                <a:close/>
                <a:moveTo>
                  <a:pt x="165604" y="130279"/>
                </a:moveTo>
                <a:lnTo>
                  <a:pt x="165604" y="136363"/>
                </a:lnTo>
                <a:lnTo>
                  <a:pt x="159532" y="136363"/>
                </a:lnTo>
                <a:lnTo>
                  <a:pt x="159532" y="130279"/>
                </a:lnTo>
                <a:close/>
                <a:moveTo>
                  <a:pt x="172665" y="130279"/>
                </a:moveTo>
                <a:lnTo>
                  <a:pt x="172665" y="136363"/>
                </a:lnTo>
                <a:lnTo>
                  <a:pt x="166581" y="136363"/>
                </a:lnTo>
                <a:lnTo>
                  <a:pt x="166581" y="130279"/>
                </a:lnTo>
                <a:close/>
                <a:moveTo>
                  <a:pt x="179713" y="130279"/>
                </a:moveTo>
                <a:lnTo>
                  <a:pt x="179713" y="136363"/>
                </a:lnTo>
                <a:lnTo>
                  <a:pt x="173641" y="136363"/>
                </a:lnTo>
                <a:lnTo>
                  <a:pt x="173641" y="130279"/>
                </a:lnTo>
                <a:close/>
                <a:moveTo>
                  <a:pt x="186774" y="130279"/>
                </a:moveTo>
                <a:lnTo>
                  <a:pt x="186774" y="136363"/>
                </a:lnTo>
                <a:lnTo>
                  <a:pt x="180702" y="136363"/>
                </a:lnTo>
                <a:lnTo>
                  <a:pt x="180702" y="130279"/>
                </a:lnTo>
                <a:close/>
                <a:moveTo>
                  <a:pt x="193822" y="130279"/>
                </a:moveTo>
                <a:lnTo>
                  <a:pt x="193822" y="136363"/>
                </a:lnTo>
                <a:lnTo>
                  <a:pt x="187750" y="136363"/>
                </a:lnTo>
                <a:lnTo>
                  <a:pt x="187750" y="130279"/>
                </a:lnTo>
                <a:close/>
                <a:moveTo>
                  <a:pt x="200883" y="130279"/>
                </a:moveTo>
                <a:lnTo>
                  <a:pt x="200883" y="136363"/>
                </a:lnTo>
                <a:lnTo>
                  <a:pt x="194810" y="136363"/>
                </a:lnTo>
                <a:lnTo>
                  <a:pt x="194810" y="130279"/>
                </a:lnTo>
                <a:close/>
                <a:moveTo>
                  <a:pt x="207931" y="130279"/>
                </a:moveTo>
                <a:lnTo>
                  <a:pt x="207931" y="136363"/>
                </a:lnTo>
                <a:lnTo>
                  <a:pt x="201859" y="136363"/>
                </a:lnTo>
                <a:lnTo>
                  <a:pt x="201859" y="130279"/>
                </a:lnTo>
                <a:close/>
                <a:moveTo>
                  <a:pt x="214992" y="130279"/>
                </a:moveTo>
                <a:lnTo>
                  <a:pt x="214992" y="136363"/>
                </a:lnTo>
                <a:lnTo>
                  <a:pt x="208919" y="136363"/>
                </a:lnTo>
                <a:lnTo>
                  <a:pt x="208919" y="130279"/>
                </a:lnTo>
                <a:close/>
                <a:moveTo>
                  <a:pt x="222052" y="130279"/>
                </a:moveTo>
                <a:lnTo>
                  <a:pt x="222052" y="136363"/>
                </a:lnTo>
                <a:lnTo>
                  <a:pt x="215968" y="136363"/>
                </a:lnTo>
                <a:lnTo>
                  <a:pt x="215968" y="130279"/>
                </a:lnTo>
                <a:close/>
                <a:moveTo>
                  <a:pt x="229100" y="130279"/>
                </a:moveTo>
                <a:lnTo>
                  <a:pt x="229100" y="136363"/>
                </a:lnTo>
                <a:lnTo>
                  <a:pt x="223028" y="136363"/>
                </a:lnTo>
                <a:lnTo>
                  <a:pt x="223028" y="130279"/>
                </a:lnTo>
                <a:close/>
                <a:moveTo>
                  <a:pt x="236161" y="130279"/>
                </a:moveTo>
                <a:lnTo>
                  <a:pt x="236161" y="136363"/>
                </a:lnTo>
                <a:lnTo>
                  <a:pt x="230077" y="136363"/>
                </a:lnTo>
                <a:lnTo>
                  <a:pt x="230077" y="130279"/>
                </a:lnTo>
                <a:close/>
                <a:moveTo>
                  <a:pt x="243209" y="130279"/>
                </a:moveTo>
                <a:lnTo>
                  <a:pt x="243209" y="136363"/>
                </a:lnTo>
                <a:lnTo>
                  <a:pt x="237137" y="136363"/>
                </a:lnTo>
                <a:lnTo>
                  <a:pt x="237137" y="130279"/>
                </a:lnTo>
                <a:close/>
                <a:moveTo>
                  <a:pt x="250270" y="130279"/>
                </a:moveTo>
                <a:lnTo>
                  <a:pt x="250270" y="136363"/>
                </a:lnTo>
                <a:lnTo>
                  <a:pt x="244198" y="136363"/>
                </a:lnTo>
                <a:lnTo>
                  <a:pt x="244198" y="130279"/>
                </a:lnTo>
                <a:close/>
                <a:moveTo>
                  <a:pt x="257318" y="130279"/>
                </a:moveTo>
                <a:lnTo>
                  <a:pt x="257318" y="136363"/>
                </a:lnTo>
                <a:lnTo>
                  <a:pt x="251246" y="136363"/>
                </a:lnTo>
                <a:lnTo>
                  <a:pt x="251246" y="130279"/>
                </a:lnTo>
                <a:close/>
                <a:moveTo>
                  <a:pt x="264379" y="130279"/>
                </a:moveTo>
                <a:lnTo>
                  <a:pt x="264379" y="136363"/>
                </a:lnTo>
                <a:lnTo>
                  <a:pt x="258306" y="136363"/>
                </a:lnTo>
                <a:lnTo>
                  <a:pt x="258306" y="130279"/>
                </a:lnTo>
                <a:close/>
                <a:moveTo>
                  <a:pt x="271427" y="130279"/>
                </a:moveTo>
                <a:lnTo>
                  <a:pt x="271427" y="136363"/>
                </a:lnTo>
                <a:lnTo>
                  <a:pt x="265355" y="136363"/>
                </a:lnTo>
                <a:lnTo>
                  <a:pt x="265355" y="130279"/>
                </a:lnTo>
                <a:close/>
                <a:moveTo>
                  <a:pt x="278488" y="130279"/>
                </a:moveTo>
                <a:lnTo>
                  <a:pt x="278488" y="136363"/>
                </a:lnTo>
                <a:lnTo>
                  <a:pt x="272415" y="136363"/>
                </a:lnTo>
                <a:lnTo>
                  <a:pt x="272415" y="130279"/>
                </a:lnTo>
                <a:close/>
                <a:moveTo>
                  <a:pt x="17443" y="137339"/>
                </a:moveTo>
                <a:lnTo>
                  <a:pt x="17443" y="143411"/>
                </a:lnTo>
                <a:lnTo>
                  <a:pt x="11371" y="143411"/>
                </a:lnTo>
                <a:lnTo>
                  <a:pt x="11371" y="137339"/>
                </a:lnTo>
                <a:close/>
                <a:moveTo>
                  <a:pt x="24503" y="137339"/>
                </a:moveTo>
                <a:lnTo>
                  <a:pt x="24503" y="143411"/>
                </a:lnTo>
                <a:lnTo>
                  <a:pt x="18431" y="143411"/>
                </a:lnTo>
                <a:lnTo>
                  <a:pt x="18431" y="137339"/>
                </a:lnTo>
                <a:close/>
                <a:moveTo>
                  <a:pt x="31564" y="137339"/>
                </a:moveTo>
                <a:lnTo>
                  <a:pt x="31564" y="143411"/>
                </a:lnTo>
                <a:lnTo>
                  <a:pt x="25492" y="143411"/>
                </a:lnTo>
                <a:lnTo>
                  <a:pt x="25492" y="137339"/>
                </a:lnTo>
                <a:close/>
                <a:moveTo>
                  <a:pt x="38612" y="137339"/>
                </a:moveTo>
                <a:lnTo>
                  <a:pt x="38612" y="143411"/>
                </a:lnTo>
                <a:lnTo>
                  <a:pt x="32540" y="143411"/>
                </a:lnTo>
                <a:lnTo>
                  <a:pt x="32540" y="137339"/>
                </a:lnTo>
                <a:close/>
                <a:moveTo>
                  <a:pt x="45673" y="137339"/>
                </a:moveTo>
                <a:lnTo>
                  <a:pt x="45673" y="143411"/>
                </a:lnTo>
                <a:lnTo>
                  <a:pt x="39601" y="143411"/>
                </a:lnTo>
                <a:lnTo>
                  <a:pt x="39601" y="137339"/>
                </a:lnTo>
                <a:close/>
                <a:moveTo>
                  <a:pt x="52721" y="137339"/>
                </a:moveTo>
                <a:lnTo>
                  <a:pt x="52721" y="143411"/>
                </a:lnTo>
                <a:lnTo>
                  <a:pt x="46649" y="143411"/>
                </a:lnTo>
                <a:lnTo>
                  <a:pt x="46649" y="137339"/>
                </a:lnTo>
                <a:close/>
                <a:moveTo>
                  <a:pt x="59782" y="137339"/>
                </a:moveTo>
                <a:lnTo>
                  <a:pt x="59782" y="143411"/>
                </a:lnTo>
                <a:lnTo>
                  <a:pt x="53709" y="143411"/>
                </a:lnTo>
                <a:lnTo>
                  <a:pt x="53709" y="137339"/>
                </a:lnTo>
                <a:close/>
                <a:moveTo>
                  <a:pt x="66842" y="137339"/>
                </a:moveTo>
                <a:lnTo>
                  <a:pt x="66842" y="143411"/>
                </a:lnTo>
                <a:lnTo>
                  <a:pt x="60758" y="143411"/>
                </a:lnTo>
                <a:lnTo>
                  <a:pt x="60758" y="137339"/>
                </a:lnTo>
                <a:close/>
                <a:moveTo>
                  <a:pt x="73902" y="137339"/>
                </a:moveTo>
                <a:lnTo>
                  <a:pt x="73902" y="143411"/>
                </a:lnTo>
                <a:lnTo>
                  <a:pt x="67818" y="143411"/>
                </a:lnTo>
                <a:lnTo>
                  <a:pt x="67818" y="137339"/>
                </a:lnTo>
                <a:close/>
                <a:moveTo>
                  <a:pt x="80951" y="137339"/>
                </a:moveTo>
                <a:lnTo>
                  <a:pt x="80951" y="143411"/>
                </a:lnTo>
                <a:lnTo>
                  <a:pt x="74879" y="143411"/>
                </a:lnTo>
                <a:lnTo>
                  <a:pt x="74879" y="137339"/>
                </a:lnTo>
                <a:close/>
                <a:moveTo>
                  <a:pt x="88011" y="137339"/>
                </a:moveTo>
                <a:lnTo>
                  <a:pt x="88011" y="143411"/>
                </a:lnTo>
                <a:lnTo>
                  <a:pt x="81927" y="143411"/>
                </a:lnTo>
                <a:lnTo>
                  <a:pt x="81927" y="137339"/>
                </a:lnTo>
                <a:close/>
                <a:moveTo>
                  <a:pt x="95060" y="137339"/>
                </a:moveTo>
                <a:lnTo>
                  <a:pt x="95060" y="143411"/>
                </a:lnTo>
                <a:lnTo>
                  <a:pt x="88988" y="143411"/>
                </a:lnTo>
                <a:lnTo>
                  <a:pt x="88988" y="137339"/>
                </a:lnTo>
                <a:close/>
                <a:moveTo>
                  <a:pt x="102120" y="137339"/>
                </a:moveTo>
                <a:lnTo>
                  <a:pt x="102120" y="143411"/>
                </a:lnTo>
                <a:lnTo>
                  <a:pt x="96036" y="143411"/>
                </a:lnTo>
                <a:lnTo>
                  <a:pt x="96036" y="137339"/>
                </a:lnTo>
                <a:close/>
                <a:moveTo>
                  <a:pt x="103097" y="137339"/>
                </a:moveTo>
                <a:lnTo>
                  <a:pt x="109169" y="137351"/>
                </a:lnTo>
                <a:lnTo>
                  <a:pt x="109169" y="143411"/>
                </a:lnTo>
                <a:lnTo>
                  <a:pt x="103097" y="143411"/>
                </a:lnTo>
                <a:lnTo>
                  <a:pt x="103097" y="137339"/>
                </a:lnTo>
                <a:close/>
                <a:moveTo>
                  <a:pt x="110157" y="137339"/>
                </a:moveTo>
                <a:lnTo>
                  <a:pt x="116229" y="137351"/>
                </a:lnTo>
                <a:lnTo>
                  <a:pt x="116229" y="143411"/>
                </a:lnTo>
                <a:lnTo>
                  <a:pt x="110157" y="143411"/>
                </a:lnTo>
                <a:lnTo>
                  <a:pt x="110157" y="137339"/>
                </a:lnTo>
                <a:close/>
                <a:moveTo>
                  <a:pt x="123278" y="137339"/>
                </a:moveTo>
                <a:lnTo>
                  <a:pt x="123278" y="143411"/>
                </a:lnTo>
                <a:lnTo>
                  <a:pt x="117205" y="143411"/>
                </a:lnTo>
                <a:lnTo>
                  <a:pt x="117205" y="137339"/>
                </a:lnTo>
                <a:close/>
                <a:moveTo>
                  <a:pt x="130338" y="137339"/>
                </a:moveTo>
                <a:lnTo>
                  <a:pt x="130338" y="143411"/>
                </a:lnTo>
                <a:lnTo>
                  <a:pt x="124254" y="143411"/>
                </a:lnTo>
                <a:lnTo>
                  <a:pt x="124254" y="137339"/>
                </a:lnTo>
                <a:close/>
                <a:moveTo>
                  <a:pt x="137387" y="137339"/>
                </a:moveTo>
                <a:lnTo>
                  <a:pt x="137387" y="143411"/>
                </a:lnTo>
                <a:lnTo>
                  <a:pt x="131314" y="143411"/>
                </a:lnTo>
                <a:lnTo>
                  <a:pt x="131314" y="137339"/>
                </a:lnTo>
                <a:close/>
                <a:moveTo>
                  <a:pt x="144447" y="137339"/>
                </a:moveTo>
                <a:lnTo>
                  <a:pt x="144447" y="143411"/>
                </a:lnTo>
                <a:lnTo>
                  <a:pt x="138375" y="143411"/>
                </a:lnTo>
                <a:lnTo>
                  <a:pt x="138375" y="137339"/>
                </a:lnTo>
                <a:close/>
                <a:moveTo>
                  <a:pt x="151495" y="137339"/>
                </a:moveTo>
                <a:lnTo>
                  <a:pt x="151495" y="143411"/>
                </a:lnTo>
                <a:lnTo>
                  <a:pt x="145423" y="143411"/>
                </a:lnTo>
                <a:lnTo>
                  <a:pt x="145423" y="137339"/>
                </a:lnTo>
                <a:close/>
                <a:moveTo>
                  <a:pt x="158556" y="137339"/>
                </a:moveTo>
                <a:lnTo>
                  <a:pt x="158556" y="143411"/>
                </a:lnTo>
                <a:lnTo>
                  <a:pt x="152484" y="143411"/>
                </a:lnTo>
                <a:lnTo>
                  <a:pt x="152484" y="137339"/>
                </a:lnTo>
                <a:close/>
                <a:moveTo>
                  <a:pt x="165604" y="137339"/>
                </a:moveTo>
                <a:lnTo>
                  <a:pt x="165604" y="143411"/>
                </a:lnTo>
                <a:lnTo>
                  <a:pt x="159532" y="143411"/>
                </a:lnTo>
                <a:lnTo>
                  <a:pt x="159532" y="137339"/>
                </a:lnTo>
                <a:close/>
                <a:moveTo>
                  <a:pt x="172665" y="137339"/>
                </a:moveTo>
                <a:lnTo>
                  <a:pt x="172665" y="143411"/>
                </a:lnTo>
                <a:lnTo>
                  <a:pt x="166581" y="143411"/>
                </a:lnTo>
                <a:lnTo>
                  <a:pt x="166581" y="137339"/>
                </a:lnTo>
                <a:close/>
                <a:moveTo>
                  <a:pt x="179713" y="137339"/>
                </a:moveTo>
                <a:lnTo>
                  <a:pt x="179713" y="143411"/>
                </a:lnTo>
                <a:lnTo>
                  <a:pt x="173641" y="143411"/>
                </a:lnTo>
                <a:lnTo>
                  <a:pt x="173641" y="137339"/>
                </a:lnTo>
                <a:close/>
                <a:moveTo>
                  <a:pt x="186774" y="137339"/>
                </a:moveTo>
                <a:lnTo>
                  <a:pt x="186774" y="143411"/>
                </a:lnTo>
                <a:lnTo>
                  <a:pt x="180702" y="143411"/>
                </a:lnTo>
                <a:lnTo>
                  <a:pt x="180702" y="137339"/>
                </a:lnTo>
                <a:close/>
                <a:moveTo>
                  <a:pt x="193822" y="137339"/>
                </a:moveTo>
                <a:lnTo>
                  <a:pt x="193822" y="143411"/>
                </a:lnTo>
                <a:lnTo>
                  <a:pt x="187750" y="143411"/>
                </a:lnTo>
                <a:lnTo>
                  <a:pt x="187750" y="137339"/>
                </a:lnTo>
                <a:close/>
                <a:moveTo>
                  <a:pt x="200883" y="137339"/>
                </a:moveTo>
                <a:lnTo>
                  <a:pt x="200883" y="143411"/>
                </a:lnTo>
                <a:lnTo>
                  <a:pt x="194810" y="143411"/>
                </a:lnTo>
                <a:lnTo>
                  <a:pt x="194810" y="137339"/>
                </a:lnTo>
                <a:close/>
                <a:moveTo>
                  <a:pt x="207931" y="137339"/>
                </a:moveTo>
                <a:lnTo>
                  <a:pt x="207931" y="143411"/>
                </a:lnTo>
                <a:lnTo>
                  <a:pt x="201859" y="143411"/>
                </a:lnTo>
                <a:lnTo>
                  <a:pt x="201859" y="137339"/>
                </a:lnTo>
                <a:close/>
                <a:moveTo>
                  <a:pt x="214992" y="137339"/>
                </a:moveTo>
                <a:lnTo>
                  <a:pt x="214992" y="143411"/>
                </a:lnTo>
                <a:lnTo>
                  <a:pt x="208919" y="143411"/>
                </a:lnTo>
                <a:lnTo>
                  <a:pt x="208919" y="137339"/>
                </a:lnTo>
                <a:close/>
                <a:moveTo>
                  <a:pt x="222052" y="137339"/>
                </a:moveTo>
                <a:lnTo>
                  <a:pt x="222052" y="143411"/>
                </a:lnTo>
                <a:lnTo>
                  <a:pt x="215968" y="143411"/>
                </a:lnTo>
                <a:lnTo>
                  <a:pt x="215968" y="137339"/>
                </a:lnTo>
                <a:close/>
                <a:moveTo>
                  <a:pt x="229100" y="137339"/>
                </a:moveTo>
                <a:lnTo>
                  <a:pt x="229100" y="143411"/>
                </a:lnTo>
                <a:lnTo>
                  <a:pt x="223028" y="143411"/>
                </a:lnTo>
                <a:lnTo>
                  <a:pt x="223028" y="137339"/>
                </a:lnTo>
                <a:close/>
                <a:moveTo>
                  <a:pt x="236161" y="137339"/>
                </a:moveTo>
                <a:lnTo>
                  <a:pt x="236161" y="143411"/>
                </a:lnTo>
                <a:lnTo>
                  <a:pt x="230077" y="143411"/>
                </a:lnTo>
                <a:lnTo>
                  <a:pt x="230077" y="137339"/>
                </a:lnTo>
                <a:close/>
                <a:moveTo>
                  <a:pt x="243209" y="137339"/>
                </a:moveTo>
                <a:lnTo>
                  <a:pt x="243209" y="143411"/>
                </a:lnTo>
                <a:lnTo>
                  <a:pt x="237137" y="143411"/>
                </a:lnTo>
                <a:lnTo>
                  <a:pt x="237137" y="137339"/>
                </a:lnTo>
                <a:close/>
                <a:moveTo>
                  <a:pt x="250270" y="137339"/>
                </a:moveTo>
                <a:lnTo>
                  <a:pt x="250270" y="143411"/>
                </a:lnTo>
                <a:lnTo>
                  <a:pt x="244198" y="143411"/>
                </a:lnTo>
                <a:lnTo>
                  <a:pt x="244198" y="137339"/>
                </a:lnTo>
                <a:close/>
                <a:moveTo>
                  <a:pt x="257318" y="137339"/>
                </a:moveTo>
                <a:lnTo>
                  <a:pt x="257318" y="143411"/>
                </a:lnTo>
                <a:lnTo>
                  <a:pt x="251246" y="143411"/>
                </a:lnTo>
                <a:lnTo>
                  <a:pt x="251246" y="137339"/>
                </a:lnTo>
                <a:close/>
                <a:moveTo>
                  <a:pt x="264379" y="137339"/>
                </a:moveTo>
                <a:lnTo>
                  <a:pt x="264379" y="143411"/>
                </a:lnTo>
                <a:lnTo>
                  <a:pt x="258306" y="143411"/>
                </a:lnTo>
                <a:lnTo>
                  <a:pt x="258306" y="137339"/>
                </a:lnTo>
                <a:close/>
                <a:moveTo>
                  <a:pt x="271427" y="137339"/>
                </a:moveTo>
                <a:lnTo>
                  <a:pt x="271427" y="143411"/>
                </a:lnTo>
                <a:lnTo>
                  <a:pt x="265355" y="143411"/>
                </a:lnTo>
                <a:lnTo>
                  <a:pt x="265355" y="137339"/>
                </a:lnTo>
                <a:close/>
                <a:moveTo>
                  <a:pt x="278488" y="137339"/>
                </a:moveTo>
                <a:lnTo>
                  <a:pt x="278488" y="143411"/>
                </a:lnTo>
                <a:lnTo>
                  <a:pt x="272415" y="143411"/>
                </a:lnTo>
                <a:lnTo>
                  <a:pt x="272415" y="137339"/>
                </a:lnTo>
                <a:close/>
                <a:moveTo>
                  <a:pt x="17443" y="144399"/>
                </a:moveTo>
                <a:lnTo>
                  <a:pt x="17443" y="150472"/>
                </a:lnTo>
                <a:lnTo>
                  <a:pt x="11371" y="150472"/>
                </a:lnTo>
                <a:lnTo>
                  <a:pt x="11371" y="144399"/>
                </a:lnTo>
                <a:close/>
                <a:moveTo>
                  <a:pt x="24503" y="144399"/>
                </a:moveTo>
                <a:lnTo>
                  <a:pt x="24503" y="150472"/>
                </a:lnTo>
                <a:lnTo>
                  <a:pt x="18431" y="150472"/>
                </a:lnTo>
                <a:lnTo>
                  <a:pt x="18431" y="144399"/>
                </a:lnTo>
                <a:close/>
                <a:moveTo>
                  <a:pt x="31564" y="144399"/>
                </a:moveTo>
                <a:lnTo>
                  <a:pt x="31564" y="150472"/>
                </a:lnTo>
                <a:lnTo>
                  <a:pt x="25492" y="150472"/>
                </a:lnTo>
                <a:lnTo>
                  <a:pt x="25492" y="144399"/>
                </a:lnTo>
                <a:close/>
                <a:moveTo>
                  <a:pt x="38612" y="144399"/>
                </a:moveTo>
                <a:lnTo>
                  <a:pt x="38612" y="150472"/>
                </a:lnTo>
                <a:lnTo>
                  <a:pt x="32540" y="150472"/>
                </a:lnTo>
                <a:lnTo>
                  <a:pt x="32540" y="144399"/>
                </a:lnTo>
                <a:close/>
                <a:moveTo>
                  <a:pt x="45673" y="144399"/>
                </a:moveTo>
                <a:lnTo>
                  <a:pt x="45673" y="150472"/>
                </a:lnTo>
                <a:lnTo>
                  <a:pt x="39601" y="150472"/>
                </a:lnTo>
                <a:lnTo>
                  <a:pt x="39601" y="144399"/>
                </a:lnTo>
                <a:close/>
                <a:moveTo>
                  <a:pt x="52721" y="144399"/>
                </a:moveTo>
                <a:lnTo>
                  <a:pt x="52721" y="150472"/>
                </a:lnTo>
                <a:lnTo>
                  <a:pt x="46649" y="150472"/>
                </a:lnTo>
                <a:lnTo>
                  <a:pt x="46649" y="144399"/>
                </a:lnTo>
                <a:close/>
                <a:moveTo>
                  <a:pt x="59782" y="144399"/>
                </a:moveTo>
                <a:lnTo>
                  <a:pt x="59782" y="150472"/>
                </a:lnTo>
                <a:lnTo>
                  <a:pt x="53709" y="150472"/>
                </a:lnTo>
                <a:lnTo>
                  <a:pt x="53709" y="144399"/>
                </a:lnTo>
                <a:close/>
                <a:moveTo>
                  <a:pt x="66842" y="144387"/>
                </a:moveTo>
                <a:lnTo>
                  <a:pt x="66842" y="150472"/>
                </a:lnTo>
                <a:lnTo>
                  <a:pt x="60758" y="150472"/>
                </a:lnTo>
                <a:lnTo>
                  <a:pt x="60758" y="144399"/>
                </a:lnTo>
                <a:lnTo>
                  <a:pt x="66842" y="144387"/>
                </a:lnTo>
                <a:close/>
                <a:moveTo>
                  <a:pt x="73902" y="144399"/>
                </a:moveTo>
                <a:lnTo>
                  <a:pt x="73902" y="150472"/>
                </a:lnTo>
                <a:lnTo>
                  <a:pt x="67818" y="150472"/>
                </a:lnTo>
                <a:lnTo>
                  <a:pt x="67818" y="144399"/>
                </a:lnTo>
                <a:close/>
                <a:moveTo>
                  <a:pt x="80951" y="144399"/>
                </a:moveTo>
                <a:lnTo>
                  <a:pt x="80951" y="150472"/>
                </a:lnTo>
                <a:lnTo>
                  <a:pt x="74879" y="150472"/>
                </a:lnTo>
                <a:lnTo>
                  <a:pt x="74879" y="144399"/>
                </a:lnTo>
                <a:close/>
                <a:moveTo>
                  <a:pt x="88011" y="144399"/>
                </a:moveTo>
                <a:lnTo>
                  <a:pt x="88011" y="150472"/>
                </a:lnTo>
                <a:lnTo>
                  <a:pt x="81927" y="150472"/>
                </a:lnTo>
                <a:lnTo>
                  <a:pt x="81927" y="144399"/>
                </a:lnTo>
                <a:close/>
                <a:moveTo>
                  <a:pt x="95060" y="144399"/>
                </a:moveTo>
                <a:lnTo>
                  <a:pt x="95060" y="150472"/>
                </a:lnTo>
                <a:lnTo>
                  <a:pt x="88988" y="150472"/>
                </a:lnTo>
                <a:lnTo>
                  <a:pt x="88988" y="144399"/>
                </a:lnTo>
                <a:close/>
                <a:moveTo>
                  <a:pt x="102120" y="144387"/>
                </a:moveTo>
                <a:lnTo>
                  <a:pt x="102120" y="150472"/>
                </a:lnTo>
                <a:lnTo>
                  <a:pt x="96036" y="150472"/>
                </a:lnTo>
                <a:lnTo>
                  <a:pt x="96036" y="144399"/>
                </a:lnTo>
                <a:lnTo>
                  <a:pt x="102120" y="144387"/>
                </a:lnTo>
                <a:close/>
                <a:moveTo>
                  <a:pt x="109169" y="144399"/>
                </a:moveTo>
                <a:lnTo>
                  <a:pt x="109169" y="150472"/>
                </a:lnTo>
                <a:lnTo>
                  <a:pt x="103097" y="150472"/>
                </a:lnTo>
                <a:lnTo>
                  <a:pt x="103097" y="144399"/>
                </a:lnTo>
                <a:close/>
                <a:moveTo>
                  <a:pt x="116229" y="144399"/>
                </a:moveTo>
                <a:lnTo>
                  <a:pt x="116229" y="150472"/>
                </a:lnTo>
                <a:lnTo>
                  <a:pt x="110157" y="150472"/>
                </a:lnTo>
                <a:lnTo>
                  <a:pt x="110157" y="144399"/>
                </a:lnTo>
                <a:close/>
                <a:moveTo>
                  <a:pt x="123278" y="144399"/>
                </a:moveTo>
                <a:lnTo>
                  <a:pt x="123278" y="150472"/>
                </a:lnTo>
                <a:lnTo>
                  <a:pt x="117205" y="150472"/>
                </a:lnTo>
                <a:lnTo>
                  <a:pt x="117205" y="144399"/>
                </a:lnTo>
                <a:close/>
                <a:moveTo>
                  <a:pt x="130338" y="144399"/>
                </a:moveTo>
                <a:lnTo>
                  <a:pt x="130338" y="150472"/>
                </a:lnTo>
                <a:lnTo>
                  <a:pt x="124254" y="150472"/>
                </a:lnTo>
                <a:lnTo>
                  <a:pt x="124254" y="144399"/>
                </a:lnTo>
                <a:close/>
                <a:moveTo>
                  <a:pt x="137387" y="144387"/>
                </a:moveTo>
                <a:lnTo>
                  <a:pt x="137387" y="150472"/>
                </a:lnTo>
                <a:lnTo>
                  <a:pt x="131314" y="150472"/>
                </a:lnTo>
                <a:lnTo>
                  <a:pt x="131314" y="144399"/>
                </a:lnTo>
                <a:lnTo>
                  <a:pt x="137387" y="144387"/>
                </a:lnTo>
                <a:close/>
                <a:moveTo>
                  <a:pt x="144447" y="144399"/>
                </a:moveTo>
                <a:lnTo>
                  <a:pt x="144447" y="150472"/>
                </a:lnTo>
                <a:lnTo>
                  <a:pt x="138375" y="150472"/>
                </a:lnTo>
                <a:lnTo>
                  <a:pt x="138375" y="144399"/>
                </a:lnTo>
                <a:close/>
                <a:moveTo>
                  <a:pt x="151495" y="144399"/>
                </a:moveTo>
                <a:lnTo>
                  <a:pt x="151495" y="150472"/>
                </a:lnTo>
                <a:lnTo>
                  <a:pt x="145423" y="150472"/>
                </a:lnTo>
                <a:lnTo>
                  <a:pt x="145423" y="144399"/>
                </a:lnTo>
                <a:close/>
                <a:moveTo>
                  <a:pt x="158556" y="144399"/>
                </a:moveTo>
                <a:lnTo>
                  <a:pt x="158556" y="150472"/>
                </a:lnTo>
                <a:lnTo>
                  <a:pt x="152484" y="150472"/>
                </a:lnTo>
                <a:lnTo>
                  <a:pt x="152484" y="144399"/>
                </a:lnTo>
                <a:close/>
                <a:moveTo>
                  <a:pt x="165604" y="144399"/>
                </a:moveTo>
                <a:lnTo>
                  <a:pt x="165604" y="150472"/>
                </a:lnTo>
                <a:lnTo>
                  <a:pt x="159532" y="150472"/>
                </a:lnTo>
                <a:lnTo>
                  <a:pt x="159532" y="144399"/>
                </a:lnTo>
                <a:close/>
                <a:moveTo>
                  <a:pt x="172665" y="144399"/>
                </a:moveTo>
                <a:lnTo>
                  <a:pt x="172665" y="150472"/>
                </a:lnTo>
                <a:lnTo>
                  <a:pt x="166581" y="150472"/>
                </a:lnTo>
                <a:lnTo>
                  <a:pt x="166581" y="144399"/>
                </a:lnTo>
                <a:close/>
                <a:moveTo>
                  <a:pt x="179713" y="144399"/>
                </a:moveTo>
                <a:lnTo>
                  <a:pt x="179713" y="150472"/>
                </a:lnTo>
                <a:lnTo>
                  <a:pt x="173641" y="150472"/>
                </a:lnTo>
                <a:lnTo>
                  <a:pt x="173641" y="144399"/>
                </a:lnTo>
                <a:close/>
                <a:moveTo>
                  <a:pt x="186774" y="144399"/>
                </a:moveTo>
                <a:lnTo>
                  <a:pt x="186774" y="150472"/>
                </a:lnTo>
                <a:lnTo>
                  <a:pt x="180702" y="150472"/>
                </a:lnTo>
                <a:lnTo>
                  <a:pt x="180702" y="144399"/>
                </a:lnTo>
                <a:close/>
                <a:moveTo>
                  <a:pt x="193822" y="144399"/>
                </a:moveTo>
                <a:lnTo>
                  <a:pt x="193822" y="150472"/>
                </a:lnTo>
                <a:lnTo>
                  <a:pt x="187750" y="150472"/>
                </a:lnTo>
                <a:lnTo>
                  <a:pt x="187750" y="144399"/>
                </a:lnTo>
                <a:close/>
                <a:moveTo>
                  <a:pt x="200883" y="144399"/>
                </a:moveTo>
                <a:lnTo>
                  <a:pt x="200883" y="150472"/>
                </a:lnTo>
                <a:lnTo>
                  <a:pt x="194810" y="150472"/>
                </a:lnTo>
                <a:lnTo>
                  <a:pt x="194810" y="144399"/>
                </a:lnTo>
                <a:close/>
                <a:moveTo>
                  <a:pt x="207931" y="144399"/>
                </a:moveTo>
                <a:lnTo>
                  <a:pt x="207931" y="150472"/>
                </a:lnTo>
                <a:lnTo>
                  <a:pt x="201859" y="150472"/>
                </a:lnTo>
                <a:lnTo>
                  <a:pt x="201859" y="144399"/>
                </a:lnTo>
                <a:close/>
                <a:moveTo>
                  <a:pt x="214992" y="144399"/>
                </a:moveTo>
                <a:lnTo>
                  <a:pt x="214992" y="150472"/>
                </a:lnTo>
                <a:lnTo>
                  <a:pt x="208919" y="150472"/>
                </a:lnTo>
                <a:lnTo>
                  <a:pt x="208919" y="144399"/>
                </a:lnTo>
                <a:close/>
                <a:moveTo>
                  <a:pt x="222052" y="144399"/>
                </a:moveTo>
                <a:lnTo>
                  <a:pt x="222052" y="150472"/>
                </a:lnTo>
                <a:lnTo>
                  <a:pt x="215968" y="150472"/>
                </a:lnTo>
                <a:lnTo>
                  <a:pt x="215968" y="144399"/>
                </a:lnTo>
                <a:close/>
                <a:moveTo>
                  <a:pt x="229100" y="144399"/>
                </a:moveTo>
                <a:lnTo>
                  <a:pt x="229100" y="150472"/>
                </a:lnTo>
                <a:lnTo>
                  <a:pt x="223028" y="150472"/>
                </a:lnTo>
                <a:lnTo>
                  <a:pt x="223028" y="144399"/>
                </a:lnTo>
                <a:close/>
                <a:moveTo>
                  <a:pt x="236161" y="144399"/>
                </a:moveTo>
                <a:lnTo>
                  <a:pt x="236161" y="150472"/>
                </a:lnTo>
                <a:lnTo>
                  <a:pt x="230077" y="150472"/>
                </a:lnTo>
                <a:lnTo>
                  <a:pt x="230077" y="144399"/>
                </a:lnTo>
                <a:close/>
                <a:moveTo>
                  <a:pt x="243209" y="144399"/>
                </a:moveTo>
                <a:lnTo>
                  <a:pt x="243209" y="150472"/>
                </a:lnTo>
                <a:lnTo>
                  <a:pt x="237137" y="150472"/>
                </a:lnTo>
                <a:lnTo>
                  <a:pt x="237137" y="144399"/>
                </a:lnTo>
                <a:close/>
                <a:moveTo>
                  <a:pt x="250270" y="144399"/>
                </a:moveTo>
                <a:lnTo>
                  <a:pt x="250270" y="150472"/>
                </a:lnTo>
                <a:lnTo>
                  <a:pt x="244198" y="150472"/>
                </a:lnTo>
                <a:lnTo>
                  <a:pt x="244198" y="144399"/>
                </a:lnTo>
                <a:close/>
                <a:moveTo>
                  <a:pt x="257318" y="144399"/>
                </a:moveTo>
                <a:lnTo>
                  <a:pt x="257318" y="150472"/>
                </a:lnTo>
                <a:lnTo>
                  <a:pt x="251246" y="150472"/>
                </a:lnTo>
                <a:lnTo>
                  <a:pt x="251246" y="144399"/>
                </a:lnTo>
                <a:close/>
                <a:moveTo>
                  <a:pt x="264379" y="144399"/>
                </a:moveTo>
                <a:lnTo>
                  <a:pt x="264379" y="150472"/>
                </a:lnTo>
                <a:lnTo>
                  <a:pt x="258306" y="150472"/>
                </a:lnTo>
                <a:lnTo>
                  <a:pt x="258306" y="144399"/>
                </a:lnTo>
                <a:close/>
                <a:moveTo>
                  <a:pt x="271427" y="144399"/>
                </a:moveTo>
                <a:lnTo>
                  <a:pt x="271427" y="150472"/>
                </a:lnTo>
                <a:lnTo>
                  <a:pt x="265355" y="150472"/>
                </a:lnTo>
                <a:lnTo>
                  <a:pt x="265355" y="144399"/>
                </a:lnTo>
                <a:close/>
                <a:moveTo>
                  <a:pt x="278488" y="144399"/>
                </a:moveTo>
                <a:lnTo>
                  <a:pt x="278488" y="150472"/>
                </a:lnTo>
                <a:lnTo>
                  <a:pt x="272415" y="150472"/>
                </a:lnTo>
                <a:lnTo>
                  <a:pt x="272415" y="144399"/>
                </a:lnTo>
                <a:close/>
                <a:moveTo>
                  <a:pt x="17443" y="151448"/>
                </a:moveTo>
                <a:lnTo>
                  <a:pt x="17443" y="157520"/>
                </a:lnTo>
                <a:lnTo>
                  <a:pt x="11371" y="157520"/>
                </a:lnTo>
                <a:lnTo>
                  <a:pt x="11371" y="151448"/>
                </a:lnTo>
                <a:close/>
                <a:moveTo>
                  <a:pt x="24503" y="151448"/>
                </a:moveTo>
                <a:lnTo>
                  <a:pt x="24503" y="157520"/>
                </a:lnTo>
                <a:lnTo>
                  <a:pt x="18431" y="157520"/>
                </a:lnTo>
                <a:lnTo>
                  <a:pt x="18431" y="151448"/>
                </a:lnTo>
                <a:close/>
                <a:moveTo>
                  <a:pt x="31564" y="151448"/>
                </a:moveTo>
                <a:lnTo>
                  <a:pt x="31564" y="157520"/>
                </a:lnTo>
                <a:lnTo>
                  <a:pt x="25492" y="157520"/>
                </a:lnTo>
                <a:lnTo>
                  <a:pt x="25492" y="151448"/>
                </a:lnTo>
                <a:close/>
                <a:moveTo>
                  <a:pt x="38612" y="151448"/>
                </a:moveTo>
                <a:lnTo>
                  <a:pt x="38612" y="157520"/>
                </a:lnTo>
                <a:lnTo>
                  <a:pt x="32540" y="157520"/>
                </a:lnTo>
                <a:lnTo>
                  <a:pt x="32540" y="151448"/>
                </a:lnTo>
                <a:close/>
                <a:moveTo>
                  <a:pt x="45673" y="151448"/>
                </a:moveTo>
                <a:lnTo>
                  <a:pt x="45673" y="157520"/>
                </a:lnTo>
                <a:lnTo>
                  <a:pt x="39601" y="157520"/>
                </a:lnTo>
                <a:lnTo>
                  <a:pt x="39601" y="151448"/>
                </a:lnTo>
                <a:close/>
                <a:moveTo>
                  <a:pt x="52721" y="151448"/>
                </a:moveTo>
                <a:lnTo>
                  <a:pt x="52721" y="157520"/>
                </a:lnTo>
                <a:lnTo>
                  <a:pt x="46649" y="157520"/>
                </a:lnTo>
                <a:lnTo>
                  <a:pt x="46649" y="151448"/>
                </a:lnTo>
                <a:close/>
                <a:moveTo>
                  <a:pt x="59782" y="151448"/>
                </a:moveTo>
                <a:lnTo>
                  <a:pt x="59782" y="157520"/>
                </a:lnTo>
                <a:lnTo>
                  <a:pt x="53709" y="157520"/>
                </a:lnTo>
                <a:lnTo>
                  <a:pt x="53709" y="151448"/>
                </a:lnTo>
                <a:close/>
                <a:moveTo>
                  <a:pt x="66842" y="151448"/>
                </a:moveTo>
                <a:lnTo>
                  <a:pt x="66842" y="157520"/>
                </a:lnTo>
                <a:lnTo>
                  <a:pt x="60758" y="157520"/>
                </a:lnTo>
                <a:lnTo>
                  <a:pt x="60758" y="151448"/>
                </a:lnTo>
                <a:close/>
                <a:moveTo>
                  <a:pt x="88011" y="151448"/>
                </a:moveTo>
                <a:lnTo>
                  <a:pt x="88011" y="157520"/>
                </a:lnTo>
                <a:lnTo>
                  <a:pt x="81927" y="157520"/>
                </a:lnTo>
                <a:lnTo>
                  <a:pt x="81927" y="151448"/>
                </a:lnTo>
                <a:close/>
                <a:moveTo>
                  <a:pt x="95060" y="151448"/>
                </a:moveTo>
                <a:lnTo>
                  <a:pt x="95060" y="157520"/>
                </a:lnTo>
                <a:lnTo>
                  <a:pt x="88988" y="157520"/>
                </a:lnTo>
                <a:lnTo>
                  <a:pt x="88988" y="151448"/>
                </a:lnTo>
                <a:close/>
                <a:moveTo>
                  <a:pt x="102120" y="151448"/>
                </a:moveTo>
                <a:lnTo>
                  <a:pt x="102120" y="157520"/>
                </a:lnTo>
                <a:lnTo>
                  <a:pt x="96036" y="157520"/>
                </a:lnTo>
                <a:lnTo>
                  <a:pt x="96036" y="151448"/>
                </a:lnTo>
                <a:close/>
                <a:moveTo>
                  <a:pt x="123278" y="151448"/>
                </a:moveTo>
                <a:lnTo>
                  <a:pt x="123278" y="157520"/>
                </a:lnTo>
                <a:lnTo>
                  <a:pt x="117205" y="157520"/>
                </a:lnTo>
                <a:lnTo>
                  <a:pt x="117205" y="151448"/>
                </a:lnTo>
                <a:close/>
                <a:moveTo>
                  <a:pt x="130338" y="151448"/>
                </a:moveTo>
                <a:lnTo>
                  <a:pt x="130338" y="157520"/>
                </a:lnTo>
                <a:lnTo>
                  <a:pt x="124254" y="157520"/>
                </a:lnTo>
                <a:lnTo>
                  <a:pt x="124254" y="151448"/>
                </a:lnTo>
                <a:close/>
                <a:moveTo>
                  <a:pt x="137387" y="151448"/>
                </a:moveTo>
                <a:lnTo>
                  <a:pt x="137387" y="157520"/>
                </a:lnTo>
                <a:lnTo>
                  <a:pt x="131314" y="157520"/>
                </a:lnTo>
                <a:lnTo>
                  <a:pt x="131314" y="151448"/>
                </a:lnTo>
                <a:close/>
                <a:moveTo>
                  <a:pt x="144447" y="151448"/>
                </a:moveTo>
                <a:lnTo>
                  <a:pt x="144447" y="157520"/>
                </a:lnTo>
                <a:lnTo>
                  <a:pt x="138375" y="157520"/>
                </a:lnTo>
                <a:lnTo>
                  <a:pt x="138375" y="151448"/>
                </a:lnTo>
                <a:close/>
                <a:moveTo>
                  <a:pt x="151495" y="151448"/>
                </a:moveTo>
                <a:lnTo>
                  <a:pt x="151495" y="157520"/>
                </a:lnTo>
                <a:lnTo>
                  <a:pt x="145423" y="157520"/>
                </a:lnTo>
                <a:lnTo>
                  <a:pt x="145423" y="151448"/>
                </a:lnTo>
                <a:close/>
                <a:moveTo>
                  <a:pt x="158556" y="151448"/>
                </a:moveTo>
                <a:lnTo>
                  <a:pt x="158556" y="157520"/>
                </a:lnTo>
                <a:lnTo>
                  <a:pt x="152484" y="157520"/>
                </a:lnTo>
                <a:lnTo>
                  <a:pt x="152484" y="151448"/>
                </a:lnTo>
                <a:close/>
                <a:moveTo>
                  <a:pt x="165604" y="151448"/>
                </a:moveTo>
                <a:lnTo>
                  <a:pt x="165604" y="157520"/>
                </a:lnTo>
                <a:lnTo>
                  <a:pt x="159532" y="157520"/>
                </a:lnTo>
                <a:lnTo>
                  <a:pt x="159532" y="151448"/>
                </a:lnTo>
                <a:close/>
                <a:moveTo>
                  <a:pt x="172665" y="151448"/>
                </a:moveTo>
                <a:lnTo>
                  <a:pt x="172665" y="157520"/>
                </a:lnTo>
                <a:lnTo>
                  <a:pt x="166581" y="157520"/>
                </a:lnTo>
                <a:lnTo>
                  <a:pt x="166581" y="151448"/>
                </a:lnTo>
                <a:close/>
                <a:moveTo>
                  <a:pt x="179713" y="151448"/>
                </a:moveTo>
                <a:lnTo>
                  <a:pt x="179713" y="157520"/>
                </a:lnTo>
                <a:lnTo>
                  <a:pt x="173641" y="157520"/>
                </a:lnTo>
                <a:lnTo>
                  <a:pt x="173641" y="151448"/>
                </a:lnTo>
                <a:close/>
                <a:moveTo>
                  <a:pt x="186774" y="151448"/>
                </a:moveTo>
                <a:lnTo>
                  <a:pt x="186774" y="157520"/>
                </a:lnTo>
                <a:lnTo>
                  <a:pt x="180702" y="157520"/>
                </a:lnTo>
                <a:lnTo>
                  <a:pt x="180702" y="151448"/>
                </a:lnTo>
                <a:close/>
                <a:moveTo>
                  <a:pt x="193822" y="151448"/>
                </a:moveTo>
                <a:lnTo>
                  <a:pt x="193822" y="157520"/>
                </a:lnTo>
                <a:lnTo>
                  <a:pt x="187750" y="157520"/>
                </a:lnTo>
                <a:lnTo>
                  <a:pt x="187750" y="151448"/>
                </a:lnTo>
                <a:close/>
                <a:moveTo>
                  <a:pt x="200883" y="151448"/>
                </a:moveTo>
                <a:lnTo>
                  <a:pt x="200883" y="157520"/>
                </a:lnTo>
                <a:lnTo>
                  <a:pt x="194810" y="157520"/>
                </a:lnTo>
                <a:lnTo>
                  <a:pt x="194810" y="151448"/>
                </a:lnTo>
                <a:close/>
                <a:moveTo>
                  <a:pt x="207931" y="151448"/>
                </a:moveTo>
                <a:lnTo>
                  <a:pt x="207931" y="157520"/>
                </a:lnTo>
                <a:lnTo>
                  <a:pt x="201859" y="157520"/>
                </a:lnTo>
                <a:lnTo>
                  <a:pt x="201859" y="151448"/>
                </a:lnTo>
                <a:close/>
                <a:moveTo>
                  <a:pt x="214992" y="151448"/>
                </a:moveTo>
                <a:lnTo>
                  <a:pt x="214992" y="157520"/>
                </a:lnTo>
                <a:lnTo>
                  <a:pt x="208919" y="157520"/>
                </a:lnTo>
                <a:lnTo>
                  <a:pt x="208919" y="151448"/>
                </a:lnTo>
                <a:close/>
                <a:moveTo>
                  <a:pt x="222052" y="151448"/>
                </a:moveTo>
                <a:lnTo>
                  <a:pt x="222052" y="157520"/>
                </a:lnTo>
                <a:lnTo>
                  <a:pt x="215968" y="157520"/>
                </a:lnTo>
                <a:lnTo>
                  <a:pt x="215968" y="151448"/>
                </a:lnTo>
                <a:close/>
                <a:moveTo>
                  <a:pt x="229100" y="151448"/>
                </a:moveTo>
                <a:lnTo>
                  <a:pt x="229100" y="157520"/>
                </a:lnTo>
                <a:lnTo>
                  <a:pt x="223028" y="157520"/>
                </a:lnTo>
                <a:lnTo>
                  <a:pt x="223028" y="151448"/>
                </a:lnTo>
                <a:close/>
                <a:moveTo>
                  <a:pt x="236161" y="151448"/>
                </a:moveTo>
                <a:lnTo>
                  <a:pt x="236161" y="157520"/>
                </a:lnTo>
                <a:lnTo>
                  <a:pt x="230077" y="157520"/>
                </a:lnTo>
                <a:lnTo>
                  <a:pt x="230077" y="151448"/>
                </a:lnTo>
                <a:close/>
                <a:moveTo>
                  <a:pt x="243209" y="151448"/>
                </a:moveTo>
                <a:lnTo>
                  <a:pt x="243209" y="157520"/>
                </a:lnTo>
                <a:lnTo>
                  <a:pt x="237137" y="157520"/>
                </a:lnTo>
                <a:lnTo>
                  <a:pt x="237137" y="151448"/>
                </a:lnTo>
                <a:close/>
                <a:moveTo>
                  <a:pt x="250270" y="151448"/>
                </a:moveTo>
                <a:lnTo>
                  <a:pt x="250270" y="157520"/>
                </a:lnTo>
                <a:lnTo>
                  <a:pt x="244198" y="157520"/>
                </a:lnTo>
                <a:lnTo>
                  <a:pt x="244198" y="151448"/>
                </a:lnTo>
                <a:close/>
                <a:moveTo>
                  <a:pt x="257318" y="151448"/>
                </a:moveTo>
                <a:lnTo>
                  <a:pt x="257318" y="157520"/>
                </a:lnTo>
                <a:lnTo>
                  <a:pt x="251246" y="157520"/>
                </a:lnTo>
                <a:lnTo>
                  <a:pt x="251246" y="151448"/>
                </a:lnTo>
                <a:close/>
                <a:moveTo>
                  <a:pt x="264379" y="151448"/>
                </a:moveTo>
                <a:lnTo>
                  <a:pt x="264379" y="157520"/>
                </a:lnTo>
                <a:lnTo>
                  <a:pt x="258306" y="157520"/>
                </a:lnTo>
                <a:lnTo>
                  <a:pt x="258306" y="151448"/>
                </a:lnTo>
                <a:close/>
                <a:moveTo>
                  <a:pt x="271427" y="151448"/>
                </a:moveTo>
                <a:lnTo>
                  <a:pt x="271427" y="157520"/>
                </a:lnTo>
                <a:lnTo>
                  <a:pt x="265355" y="157520"/>
                </a:lnTo>
                <a:lnTo>
                  <a:pt x="265355" y="151448"/>
                </a:lnTo>
                <a:close/>
                <a:moveTo>
                  <a:pt x="278488" y="151448"/>
                </a:moveTo>
                <a:lnTo>
                  <a:pt x="278488" y="157520"/>
                </a:lnTo>
                <a:lnTo>
                  <a:pt x="272415" y="157520"/>
                </a:lnTo>
                <a:lnTo>
                  <a:pt x="272415" y="151448"/>
                </a:lnTo>
                <a:close/>
                <a:moveTo>
                  <a:pt x="73902" y="151448"/>
                </a:moveTo>
                <a:lnTo>
                  <a:pt x="73902" y="157532"/>
                </a:lnTo>
                <a:lnTo>
                  <a:pt x="67818" y="157532"/>
                </a:lnTo>
                <a:lnTo>
                  <a:pt x="67818" y="151448"/>
                </a:lnTo>
                <a:close/>
                <a:moveTo>
                  <a:pt x="80951" y="151448"/>
                </a:moveTo>
                <a:lnTo>
                  <a:pt x="80951" y="157532"/>
                </a:lnTo>
                <a:lnTo>
                  <a:pt x="74879" y="157532"/>
                </a:lnTo>
                <a:lnTo>
                  <a:pt x="74879" y="151448"/>
                </a:lnTo>
                <a:close/>
                <a:moveTo>
                  <a:pt x="103097" y="151448"/>
                </a:moveTo>
                <a:lnTo>
                  <a:pt x="109169" y="151460"/>
                </a:lnTo>
                <a:lnTo>
                  <a:pt x="109169" y="157532"/>
                </a:lnTo>
                <a:lnTo>
                  <a:pt x="103097" y="157532"/>
                </a:lnTo>
                <a:lnTo>
                  <a:pt x="103097" y="151448"/>
                </a:lnTo>
                <a:close/>
                <a:moveTo>
                  <a:pt x="110157" y="151448"/>
                </a:moveTo>
                <a:lnTo>
                  <a:pt x="116229" y="151460"/>
                </a:lnTo>
                <a:lnTo>
                  <a:pt x="116229" y="157532"/>
                </a:lnTo>
                <a:lnTo>
                  <a:pt x="110157" y="157532"/>
                </a:lnTo>
                <a:lnTo>
                  <a:pt x="110157" y="151448"/>
                </a:lnTo>
                <a:close/>
                <a:moveTo>
                  <a:pt x="17443" y="158508"/>
                </a:moveTo>
                <a:lnTo>
                  <a:pt x="17443" y="164580"/>
                </a:lnTo>
                <a:lnTo>
                  <a:pt x="11371" y="164580"/>
                </a:lnTo>
                <a:lnTo>
                  <a:pt x="11371" y="158508"/>
                </a:lnTo>
                <a:close/>
                <a:moveTo>
                  <a:pt x="24503" y="158508"/>
                </a:moveTo>
                <a:lnTo>
                  <a:pt x="24503" y="164580"/>
                </a:lnTo>
                <a:lnTo>
                  <a:pt x="18431" y="164580"/>
                </a:lnTo>
                <a:lnTo>
                  <a:pt x="18431" y="158508"/>
                </a:lnTo>
                <a:close/>
                <a:moveTo>
                  <a:pt x="31564" y="158508"/>
                </a:moveTo>
                <a:lnTo>
                  <a:pt x="31564" y="164580"/>
                </a:lnTo>
                <a:lnTo>
                  <a:pt x="25492" y="164580"/>
                </a:lnTo>
                <a:lnTo>
                  <a:pt x="25492" y="158508"/>
                </a:lnTo>
                <a:close/>
                <a:moveTo>
                  <a:pt x="38612" y="158508"/>
                </a:moveTo>
                <a:lnTo>
                  <a:pt x="38612" y="164580"/>
                </a:lnTo>
                <a:lnTo>
                  <a:pt x="32540" y="164580"/>
                </a:lnTo>
                <a:lnTo>
                  <a:pt x="32540" y="158508"/>
                </a:lnTo>
                <a:close/>
                <a:moveTo>
                  <a:pt x="45673" y="158508"/>
                </a:moveTo>
                <a:lnTo>
                  <a:pt x="45673" y="164580"/>
                </a:lnTo>
                <a:lnTo>
                  <a:pt x="39601" y="164580"/>
                </a:lnTo>
                <a:lnTo>
                  <a:pt x="39601" y="158508"/>
                </a:lnTo>
                <a:close/>
                <a:moveTo>
                  <a:pt x="52721" y="158508"/>
                </a:moveTo>
                <a:lnTo>
                  <a:pt x="52721" y="164580"/>
                </a:lnTo>
                <a:lnTo>
                  <a:pt x="46649" y="164580"/>
                </a:lnTo>
                <a:lnTo>
                  <a:pt x="46649" y="158508"/>
                </a:lnTo>
                <a:close/>
                <a:moveTo>
                  <a:pt x="59782" y="158508"/>
                </a:moveTo>
                <a:lnTo>
                  <a:pt x="59782" y="164580"/>
                </a:lnTo>
                <a:lnTo>
                  <a:pt x="53709" y="164580"/>
                </a:lnTo>
                <a:lnTo>
                  <a:pt x="53709" y="158508"/>
                </a:lnTo>
                <a:close/>
                <a:moveTo>
                  <a:pt x="66842" y="158508"/>
                </a:moveTo>
                <a:lnTo>
                  <a:pt x="66842" y="164580"/>
                </a:lnTo>
                <a:lnTo>
                  <a:pt x="60758" y="164580"/>
                </a:lnTo>
                <a:lnTo>
                  <a:pt x="60758" y="158508"/>
                </a:lnTo>
                <a:close/>
                <a:moveTo>
                  <a:pt x="73902" y="158508"/>
                </a:moveTo>
                <a:lnTo>
                  <a:pt x="73902" y="164580"/>
                </a:lnTo>
                <a:lnTo>
                  <a:pt x="67818" y="164580"/>
                </a:lnTo>
                <a:lnTo>
                  <a:pt x="67818" y="158508"/>
                </a:lnTo>
                <a:close/>
                <a:moveTo>
                  <a:pt x="80951" y="158508"/>
                </a:moveTo>
                <a:lnTo>
                  <a:pt x="80951" y="164580"/>
                </a:lnTo>
                <a:lnTo>
                  <a:pt x="74879" y="164580"/>
                </a:lnTo>
                <a:lnTo>
                  <a:pt x="74879" y="158508"/>
                </a:lnTo>
                <a:close/>
                <a:moveTo>
                  <a:pt x="88011" y="158508"/>
                </a:moveTo>
                <a:lnTo>
                  <a:pt x="88011" y="164580"/>
                </a:lnTo>
                <a:lnTo>
                  <a:pt x="81927" y="164580"/>
                </a:lnTo>
                <a:lnTo>
                  <a:pt x="81927" y="158508"/>
                </a:lnTo>
                <a:close/>
                <a:moveTo>
                  <a:pt x="95060" y="158508"/>
                </a:moveTo>
                <a:lnTo>
                  <a:pt x="95060" y="164580"/>
                </a:lnTo>
                <a:lnTo>
                  <a:pt x="88988" y="164580"/>
                </a:lnTo>
                <a:lnTo>
                  <a:pt x="88988" y="158508"/>
                </a:lnTo>
                <a:close/>
                <a:moveTo>
                  <a:pt x="102120" y="158508"/>
                </a:moveTo>
                <a:lnTo>
                  <a:pt x="102120" y="164580"/>
                </a:lnTo>
                <a:lnTo>
                  <a:pt x="96036" y="164580"/>
                </a:lnTo>
                <a:lnTo>
                  <a:pt x="96036" y="158508"/>
                </a:lnTo>
                <a:close/>
                <a:moveTo>
                  <a:pt x="109169" y="158508"/>
                </a:moveTo>
                <a:lnTo>
                  <a:pt x="109169" y="164580"/>
                </a:lnTo>
                <a:lnTo>
                  <a:pt x="103097" y="164580"/>
                </a:lnTo>
                <a:lnTo>
                  <a:pt x="103097" y="158508"/>
                </a:lnTo>
                <a:close/>
                <a:moveTo>
                  <a:pt x="116229" y="158508"/>
                </a:moveTo>
                <a:lnTo>
                  <a:pt x="116229" y="164580"/>
                </a:lnTo>
                <a:lnTo>
                  <a:pt x="110157" y="164580"/>
                </a:lnTo>
                <a:lnTo>
                  <a:pt x="110157" y="158508"/>
                </a:lnTo>
                <a:close/>
                <a:moveTo>
                  <a:pt x="123278" y="158508"/>
                </a:moveTo>
                <a:lnTo>
                  <a:pt x="123278" y="164580"/>
                </a:lnTo>
                <a:lnTo>
                  <a:pt x="117205" y="164580"/>
                </a:lnTo>
                <a:lnTo>
                  <a:pt x="117205" y="158508"/>
                </a:lnTo>
                <a:close/>
                <a:moveTo>
                  <a:pt x="130338" y="158508"/>
                </a:moveTo>
                <a:lnTo>
                  <a:pt x="130338" y="164580"/>
                </a:lnTo>
                <a:lnTo>
                  <a:pt x="124254" y="164580"/>
                </a:lnTo>
                <a:lnTo>
                  <a:pt x="124254" y="158508"/>
                </a:lnTo>
                <a:close/>
                <a:moveTo>
                  <a:pt x="137387" y="158508"/>
                </a:moveTo>
                <a:lnTo>
                  <a:pt x="137387" y="164580"/>
                </a:lnTo>
                <a:lnTo>
                  <a:pt x="131314" y="164580"/>
                </a:lnTo>
                <a:lnTo>
                  <a:pt x="131314" y="158508"/>
                </a:lnTo>
                <a:close/>
                <a:moveTo>
                  <a:pt x="144447" y="158508"/>
                </a:moveTo>
                <a:lnTo>
                  <a:pt x="144447" y="164580"/>
                </a:lnTo>
                <a:lnTo>
                  <a:pt x="138375" y="164580"/>
                </a:lnTo>
                <a:lnTo>
                  <a:pt x="138375" y="158508"/>
                </a:lnTo>
                <a:close/>
                <a:moveTo>
                  <a:pt x="151495" y="158508"/>
                </a:moveTo>
                <a:lnTo>
                  <a:pt x="151495" y="164580"/>
                </a:lnTo>
                <a:lnTo>
                  <a:pt x="145423" y="164580"/>
                </a:lnTo>
                <a:lnTo>
                  <a:pt x="145423" y="158508"/>
                </a:lnTo>
                <a:close/>
                <a:moveTo>
                  <a:pt x="158556" y="158508"/>
                </a:moveTo>
                <a:lnTo>
                  <a:pt x="158556" y="164580"/>
                </a:lnTo>
                <a:lnTo>
                  <a:pt x="152484" y="164580"/>
                </a:lnTo>
                <a:lnTo>
                  <a:pt x="152484" y="158508"/>
                </a:lnTo>
                <a:close/>
                <a:moveTo>
                  <a:pt x="165604" y="158508"/>
                </a:moveTo>
                <a:lnTo>
                  <a:pt x="165604" y="164580"/>
                </a:lnTo>
                <a:lnTo>
                  <a:pt x="159532" y="164580"/>
                </a:lnTo>
                <a:lnTo>
                  <a:pt x="159532" y="158508"/>
                </a:lnTo>
                <a:close/>
                <a:moveTo>
                  <a:pt x="172665" y="158508"/>
                </a:moveTo>
                <a:lnTo>
                  <a:pt x="172665" y="164580"/>
                </a:lnTo>
                <a:lnTo>
                  <a:pt x="166581" y="164580"/>
                </a:lnTo>
                <a:lnTo>
                  <a:pt x="166581" y="158508"/>
                </a:lnTo>
                <a:close/>
                <a:moveTo>
                  <a:pt x="179713" y="158508"/>
                </a:moveTo>
                <a:lnTo>
                  <a:pt x="179713" y="164580"/>
                </a:lnTo>
                <a:lnTo>
                  <a:pt x="173641" y="164580"/>
                </a:lnTo>
                <a:lnTo>
                  <a:pt x="173641" y="158508"/>
                </a:lnTo>
                <a:close/>
                <a:moveTo>
                  <a:pt x="186774" y="158508"/>
                </a:moveTo>
                <a:lnTo>
                  <a:pt x="186774" y="164580"/>
                </a:lnTo>
                <a:lnTo>
                  <a:pt x="180702" y="164580"/>
                </a:lnTo>
                <a:lnTo>
                  <a:pt x="180702" y="158508"/>
                </a:lnTo>
                <a:close/>
                <a:moveTo>
                  <a:pt x="193822" y="158508"/>
                </a:moveTo>
                <a:lnTo>
                  <a:pt x="193822" y="164580"/>
                </a:lnTo>
                <a:lnTo>
                  <a:pt x="187750" y="164580"/>
                </a:lnTo>
                <a:lnTo>
                  <a:pt x="187750" y="158508"/>
                </a:lnTo>
                <a:close/>
                <a:moveTo>
                  <a:pt x="200883" y="158508"/>
                </a:moveTo>
                <a:lnTo>
                  <a:pt x="200883" y="164580"/>
                </a:lnTo>
                <a:lnTo>
                  <a:pt x="194810" y="164580"/>
                </a:lnTo>
                <a:lnTo>
                  <a:pt x="194810" y="158508"/>
                </a:lnTo>
                <a:close/>
                <a:moveTo>
                  <a:pt x="207931" y="158508"/>
                </a:moveTo>
                <a:lnTo>
                  <a:pt x="207931" y="164580"/>
                </a:lnTo>
                <a:lnTo>
                  <a:pt x="201859" y="164580"/>
                </a:lnTo>
                <a:lnTo>
                  <a:pt x="201859" y="158508"/>
                </a:lnTo>
                <a:close/>
                <a:moveTo>
                  <a:pt x="214992" y="158508"/>
                </a:moveTo>
                <a:lnTo>
                  <a:pt x="214992" y="164580"/>
                </a:lnTo>
                <a:lnTo>
                  <a:pt x="208919" y="164580"/>
                </a:lnTo>
                <a:lnTo>
                  <a:pt x="208919" y="158508"/>
                </a:lnTo>
                <a:close/>
                <a:moveTo>
                  <a:pt x="222052" y="158508"/>
                </a:moveTo>
                <a:lnTo>
                  <a:pt x="222052" y="164580"/>
                </a:lnTo>
                <a:lnTo>
                  <a:pt x="215968" y="164580"/>
                </a:lnTo>
                <a:lnTo>
                  <a:pt x="215968" y="158508"/>
                </a:lnTo>
                <a:close/>
                <a:moveTo>
                  <a:pt x="229100" y="158508"/>
                </a:moveTo>
                <a:lnTo>
                  <a:pt x="229100" y="164580"/>
                </a:lnTo>
                <a:lnTo>
                  <a:pt x="223028" y="164580"/>
                </a:lnTo>
                <a:lnTo>
                  <a:pt x="223028" y="158508"/>
                </a:lnTo>
                <a:close/>
                <a:moveTo>
                  <a:pt x="236161" y="158508"/>
                </a:moveTo>
                <a:lnTo>
                  <a:pt x="236161" y="164580"/>
                </a:lnTo>
                <a:lnTo>
                  <a:pt x="230077" y="164580"/>
                </a:lnTo>
                <a:lnTo>
                  <a:pt x="230077" y="158508"/>
                </a:lnTo>
                <a:close/>
                <a:moveTo>
                  <a:pt x="243209" y="158508"/>
                </a:moveTo>
                <a:lnTo>
                  <a:pt x="243209" y="164580"/>
                </a:lnTo>
                <a:lnTo>
                  <a:pt x="237137" y="164580"/>
                </a:lnTo>
                <a:lnTo>
                  <a:pt x="237137" y="158508"/>
                </a:lnTo>
                <a:close/>
                <a:moveTo>
                  <a:pt x="250270" y="158508"/>
                </a:moveTo>
                <a:lnTo>
                  <a:pt x="250270" y="164580"/>
                </a:lnTo>
                <a:lnTo>
                  <a:pt x="244198" y="164580"/>
                </a:lnTo>
                <a:lnTo>
                  <a:pt x="244198" y="158508"/>
                </a:lnTo>
                <a:close/>
                <a:moveTo>
                  <a:pt x="257318" y="158508"/>
                </a:moveTo>
                <a:lnTo>
                  <a:pt x="257318" y="164580"/>
                </a:lnTo>
                <a:lnTo>
                  <a:pt x="251246" y="164580"/>
                </a:lnTo>
                <a:lnTo>
                  <a:pt x="251246" y="158508"/>
                </a:lnTo>
                <a:close/>
                <a:moveTo>
                  <a:pt x="264379" y="158508"/>
                </a:moveTo>
                <a:lnTo>
                  <a:pt x="264379" y="164580"/>
                </a:lnTo>
                <a:lnTo>
                  <a:pt x="258306" y="164580"/>
                </a:lnTo>
                <a:lnTo>
                  <a:pt x="258306" y="158508"/>
                </a:lnTo>
                <a:close/>
                <a:moveTo>
                  <a:pt x="271427" y="158508"/>
                </a:moveTo>
                <a:lnTo>
                  <a:pt x="271427" y="164580"/>
                </a:lnTo>
                <a:lnTo>
                  <a:pt x="265355" y="164580"/>
                </a:lnTo>
                <a:lnTo>
                  <a:pt x="265355" y="158508"/>
                </a:lnTo>
                <a:close/>
                <a:moveTo>
                  <a:pt x="278488" y="158508"/>
                </a:moveTo>
                <a:lnTo>
                  <a:pt x="278488" y="164580"/>
                </a:lnTo>
                <a:lnTo>
                  <a:pt x="272415" y="164580"/>
                </a:lnTo>
                <a:lnTo>
                  <a:pt x="272415" y="158508"/>
                </a:lnTo>
                <a:close/>
                <a:moveTo>
                  <a:pt x="10395" y="1"/>
                </a:moveTo>
                <a:lnTo>
                  <a:pt x="10395" y="2310"/>
                </a:lnTo>
                <a:lnTo>
                  <a:pt x="0" y="2310"/>
                </a:lnTo>
                <a:lnTo>
                  <a:pt x="0" y="3287"/>
                </a:lnTo>
                <a:lnTo>
                  <a:pt x="10395" y="3287"/>
                </a:lnTo>
                <a:lnTo>
                  <a:pt x="10395" y="9371"/>
                </a:lnTo>
                <a:lnTo>
                  <a:pt x="0" y="9371"/>
                </a:lnTo>
                <a:lnTo>
                  <a:pt x="0" y="10347"/>
                </a:lnTo>
                <a:lnTo>
                  <a:pt x="10395" y="10347"/>
                </a:lnTo>
                <a:lnTo>
                  <a:pt x="10395" y="16419"/>
                </a:lnTo>
                <a:lnTo>
                  <a:pt x="0" y="16419"/>
                </a:lnTo>
                <a:lnTo>
                  <a:pt x="0" y="17408"/>
                </a:lnTo>
                <a:lnTo>
                  <a:pt x="10395" y="17408"/>
                </a:lnTo>
                <a:lnTo>
                  <a:pt x="10395" y="23480"/>
                </a:lnTo>
                <a:lnTo>
                  <a:pt x="0" y="23480"/>
                </a:lnTo>
                <a:lnTo>
                  <a:pt x="0" y="24456"/>
                </a:lnTo>
                <a:lnTo>
                  <a:pt x="10395" y="24456"/>
                </a:lnTo>
                <a:lnTo>
                  <a:pt x="10395" y="30528"/>
                </a:lnTo>
                <a:lnTo>
                  <a:pt x="0" y="30528"/>
                </a:lnTo>
                <a:lnTo>
                  <a:pt x="0" y="31516"/>
                </a:lnTo>
                <a:lnTo>
                  <a:pt x="10395" y="31516"/>
                </a:lnTo>
                <a:lnTo>
                  <a:pt x="10395" y="37589"/>
                </a:lnTo>
                <a:lnTo>
                  <a:pt x="0" y="37589"/>
                </a:lnTo>
                <a:lnTo>
                  <a:pt x="0" y="38565"/>
                </a:lnTo>
                <a:lnTo>
                  <a:pt x="10395" y="38565"/>
                </a:lnTo>
                <a:lnTo>
                  <a:pt x="10395" y="44637"/>
                </a:lnTo>
                <a:lnTo>
                  <a:pt x="0" y="44637"/>
                </a:lnTo>
                <a:lnTo>
                  <a:pt x="0" y="45625"/>
                </a:lnTo>
                <a:lnTo>
                  <a:pt x="10395" y="45625"/>
                </a:lnTo>
                <a:lnTo>
                  <a:pt x="10395" y="51697"/>
                </a:lnTo>
                <a:lnTo>
                  <a:pt x="0" y="51697"/>
                </a:lnTo>
                <a:lnTo>
                  <a:pt x="0" y="52674"/>
                </a:lnTo>
                <a:lnTo>
                  <a:pt x="10395" y="52674"/>
                </a:lnTo>
                <a:lnTo>
                  <a:pt x="10395" y="58746"/>
                </a:lnTo>
                <a:lnTo>
                  <a:pt x="0" y="58746"/>
                </a:lnTo>
                <a:lnTo>
                  <a:pt x="0" y="59734"/>
                </a:lnTo>
                <a:lnTo>
                  <a:pt x="10395" y="59734"/>
                </a:lnTo>
                <a:lnTo>
                  <a:pt x="10395" y="65806"/>
                </a:lnTo>
                <a:lnTo>
                  <a:pt x="0" y="65806"/>
                </a:lnTo>
                <a:lnTo>
                  <a:pt x="0" y="66783"/>
                </a:lnTo>
                <a:lnTo>
                  <a:pt x="10395" y="66783"/>
                </a:lnTo>
                <a:lnTo>
                  <a:pt x="10395" y="72867"/>
                </a:lnTo>
                <a:lnTo>
                  <a:pt x="0" y="72867"/>
                </a:lnTo>
                <a:lnTo>
                  <a:pt x="0" y="73843"/>
                </a:lnTo>
                <a:lnTo>
                  <a:pt x="10395" y="73843"/>
                </a:lnTo>
                <a:lnTo>
                  <a:pt x="10395" y="79927"/>
                </a:lnTo>
                <a:lnTo>
                  <a:pt x="0" y="79927"/>
                </a:lnTo>
                <a:lnTo>
                  <a:pt x="0" y="80903"/>
                </a:lnTo>
                <a:lnTo>
                  <a:pt x="10395" y="80903"/>
                </a:lnTo>
                <a:lnTo>
                  <a:pt x="10395" y="86976"/>
                </a:lnTo>
                <a:lnTo>
                  <a:pt x="0" y="86976"/>
                </a:lnTo>
                <a:lnTo>
                  <a:pt x="0" y="87964"/>
                </a:lnTo>
                <a:lnTo>
                  <a:pt x="10395" y="87964"/>
                </a:lnTo>
                <a:lnTo>
                  <a:pt x="10395" y="94036"/>
                </a:lnTo>
                <a:lnTo>
                  <a:pt x="0" y="94036"/>
                </a:lnTo>
                <a:lnTo>
                  <a:pt x="0" y="95012"/>
                </a:lnTo>
                <a:lnTo>
                  <a:pt x="10395" y="95012"/>
                </a:lnTo>
                <a:lnTo>
                  <a:pt x="10395" y="101085"/>
                </a:lnTo>
                <a:lnTo>
                  <a:pt x="0" y="101085"/>
                </a:lnTo>
                <a:lnTo>
                  <a:pt x="0" y="102073"/>
                </a:lnTo>
                <a:lnTo>
                  <a:pt x="10395" y="102073"/>
                </a:lnTo>
                <a:lnTo>
                  <a:pt x="10395" y="108145"/>
                </a:lnTo>
                <a:lnTo>
                  <a:pt x="0" y="108145"/>
                </a:lnTo>
                <a:lnTo>
                  <a:pt x="0" y="109121"/>
                </a:lnTo>
                <a:lnTo>
                  <a:pt x="10395" y="109121"/>
                </a:lnTo>
                <a:lnTo>
                  <a:pt x="10395" y="115193"/>
                </a:lnTo>
                <a:lnTo>
                  <a:pt x="0" y="115193"/>
                </a:lnTo>
                <a:lnTo>
                  <a:pt x="0" y="116182"/>
                </a:lnTo>
                <a:lnTo>
                  <a:pt x="10395" y="116182"/>
                </a:lnTo>
                <a:lnTo>
                  <a:pt x="10395" y="122254"/>
                </a:lnTo>
                <a:lnTo>
                  <a:pt x="0" y="122254"/>
                </a:lnTo>
                <a:lnTo>
                  <a:pt x="0" y="123230"/>
                </a:lnTo>
                <a:lnTo>
                  <a:pt x="10395" y="123230"/>
                </a:lnTo>
                <a:lnTo>
                  <a:pt x="10395" y="129302"/>
                </a:lnTo>
                <a:lnTo>
                  <a:pt x="0" y="129302"/>
                </a:lnTo>
                <a:lnTo>
                  <a:pt x="0" y="130279"/>
                </a:lnTo>
                <a:lnTo>
                  <a:pt x="10395" y="130279"/>
                </a:lnTo>
                <a:lnTo>
                  <a:pt x="10395" y="136363"/>
                </a:lnTo>
                <a:lnTo>
                  <a:pt x="0" y="136363"/>
                </a:lnTo>
                <a:lnTo>
                  <a:pt x="0" y="137339"/>
                </a:lnTo>
                <a:lnTo>
                  <a:pt x="10395" y="137339"/>
                </a:lnTo>
                <a:lnTo>
                  <a:pt x="10395" y="143411"/>
                </a:lnTo>
                <a:lnTo>
                  <a:pt x="0" y="143411"/>
                </a:lnTo>
                <a:lnTo>
                  <a:pt x="0" y="144387"/>
                </a:lnTo>
                <a:lnTo>
                  <a:pt x="10395" y="144387"/>
                </a:lnTo>
                <a:lnTo>
                  <a:pt x="10395" y="150472"/>
                </a:lnTo>
                <a:lnTo>
                  <a:pt x="0" y="150472"/>
                </a:lnTo>
                <a:lnTo>
                  <a:pt x="0" y="151448"/>
                </a:lnTo>
                <a:lnTo>
                  <a:pt x="10395" y="151448"/>
                </a:lnTo>
                <a:lnTo>
                  <a:pt x="10395" y="157520"/>
                </a:lnTo>
                <a:lnTo>
                  <a:pt x="0" y="157520"/>
                </a:lnTo>
                <a:lnTo>
                  <a:pt x="0" y="158508"/>
                </a:lnTo>
                <a:lnTo>
                  <a:pt x="10395" y="158508"/>
                </a:lnTo>
                <a:lnTo>
                  <a:pt x="10395" y="164580"/>
                </a:lnTo>
                <a:lnTo>
                  <a:pt x="0" y="164580"/>
                </a:lnTo>
                <a:lnTo>
                  <a:pt x="0" y="165557"/>
                </a:lnTo>
                <a:lnTo>
                  <a:pt x="10395" y="165557"/>
                </a:lnTo>
                <a:lnTo>
                  <a:pt x="10395" y="169248"/>
                </a:lnTo>
                <a:lnTo>
                  <a:pt x="11371" y="169248"/>
                </a:lnTo>
                <a:lnTo>
                  <a:pt x="11371" y="165557"/>
                </a:lnTo>
                <a:lnTo>
                  <a:pt x="17455" y="165557"/>
                </a:lnTo>
                <a:lnTo>
                  <a:pt x="17455" y="169248"/>
                </a:lnTo>
                <a:lnTo>
                  <a:pt x="18431" y="169248"/>
                </a:lnTo>
                <a:lnTo>
                  <a:pt x="18431" y="165557"/>
                </a:lnTo>
                <a:lnTo>
                  <a:pt x="24503" y="165557"/>
                </a:lnTo>
                <a:lnTo>
                  <a:pt x="24503" y="169248"/>
                </a:lnTo>
                <a:lnTo>
                  <a:pt x="25492" y="169248"/>
                </a:lnTo>
                <a:lnTo>
                  <a:pt x="25492" y="165557"/>
                </a:lnTo>
                <a:lnTo>
                  <a:pt x="31564" y="165557"/>
                </a:lnTo>
                <a:lnTo>
                  <a:pt x="31564" y="169248"/>
                </a:lnTo>
                <a:lnTo>
                  <a:pt x="32540" y="169248"/>
                </a:lnTo>
                <a:lnTo>
                  <a:pt x="32540" y="165557"/>
                </a:lnTo>
                <a:lnTo>
                  <a:pt x="38612" y="165557"/>
                </a:lnTo>
                <a:lnTo>
                  <a:pt x="38612" y="169248"/>
                </a:lnTo>
                <a:lnTo>
                  <a:pt x="39601" y="169248"/>
                </a:lnTo>
                <a:lnTo>
                  <a:pt x="39601" y="165557"/>
                </a:lnTo>
                <a:lnTo>
                  <a:pt x="45673" y="165557"/>
                </a:lnTo>
                <a:lnTo>
                  <a:pt x="45673" y="169248"/>
                </a:lnTo>
                <a:lnTo>
                  <a:pt x="46649" y="169248"/>
                </a:lnTo>
                <a:lnTo>
                  <a:pt x="46649" y="165557"/>
                </a:lnTo>
                <a:lnTo>
                  <a:pt x="52721" y="165557"/>
                </a:lnTo>
                <a:lnTo>
                  <a:pt x="52721" y="169248"/>
                </a:lnTo>
                <a:lnTo>
                  <a:pt x="53709" y="169248"/>
                </a:lnTo>
                <a:lnTo>
                  <a:pt x="53709" y="165557"/>
                </a:lnTo>
                <a:lnTo>
                  <a:pt x="59782" y="165557"/>
                </a:lnTo>
                <a:lnTo>
                  <a:pt x="59782" y="169248"/>
                </a:lnTo>
                <a:lnTo>
                  <a:pt x="60758" y="169248"/>
                </a:lnTo>
                <a:lnTo>
                  <a:pt x="60758" y="165557"/>
                </a:lnTo>
                <a:lnTo>
                  <a:pt x="66842" y="165557"/>
                </a:lnTo>
                <a:lnTo>
                  <a:pt x="66842" y="169248"/>
                </a:lnTo>
                <a:lnTo>
                  <a:pt x="67818" y="169248"/>
                </a:lnTo>
                <a:lnTo>
                  <a:pt x="67818" y="165557"/>
                </a:lnTo>
                <a:lnTo>
                  <a:pt x="73902" y="165557"/>
                </a:lnTo>
                <a:lnTo>
                  <a:pt x="73902" y="169248"/>
                </a:lnTo>
                <a:lnTo>
                  <a:pt x="74879" y="169248"/>
                </a:lnTo>
                <a:lnTo>
                  <a:pt x="74879" y="165557"/>
                </a:lnTo>
                <a:lnTo>
                  <a:pt x="80951" y="165557"/>
                </a:lnTo>
                <a:lnTo>
                  <a:pt x="80951" y="169248"/>
                </a:lnTo>
                <a:lnTo>
                  <a:pt x="81939" y="169248"/>
                </a:lnTo>
                <a:lnTo>
                  <a:pt x="81939" y="165557"/>
                </a:lnTo>
                <a:lnTo>
                  <a:pt x="88011" y="165557"/>
                </a:lnTo>
                <a:lnTo>
                  <a:pt x="88011" y="169248"/>
                </a:lnTo>
                <a:lnTo>
                  <a:pt x="88988" y="169248"/>
                </a:lnTo>
                <a:lnTo>
                  <a:pt x="88988" y="165557"/>
                </a:lnTo>
                <a:lnTo>
                  <a:pt x="95060" y="165557"/>
                </a:lnTo>
                <a:lnTo>
                  <a:pt x="95060" y="169248"/>
                </a:lnTo>
                <a:lnTo>
                  <a:pt x="96048" y="169248"/>
                </a:lnTo>
                <a:lnTo>
                  <a:pt x="96048" y="165557"/>
                </a:lnTo>
                <a:lnTo>
                  <a:pt x="102120" y="165557"/>
                </a:lnTo>
                <a:lnTo>
                  <a:pt x="102120" y="169248"/>
                </a:lnTo>
                <a:lnTo>
                  <a:pt x="103097" y="169248"/>
                </a:lnTo>
                <a:lnTo>
                  <a:pt x="103097" y="165557"/>
                </a:lnTo>
                <a:lnTo>
                  <a:pt x="109169" y="165557"/>
                </a:lnTo>
                <a:lnTo>
                  <a:pt x="109169" y="169248"/>
                </a:lnTo>
                <a:lnTo>
                  <a:pt x="110157" y="169248"/>
                </a:lnTo>
                <a:lnTo>
                  <a:pt x="110157" y="165557"/>
                </a:lnTo>
                <a:lnTo>
                  <a:pt x="116229" y="165557"/>
                </a:lnTo>
                <a:lnTo>
                  <a:pt x="116229" y="169248"/>
                </a:lnTo>
                <a:lnTo>
                  <a:pt x="117205" y="169248"/>
                </a:lnTo>
                <a:lnTo>
                  <a:pt x="117205" y="165557"/>
                </a:lnTo>
                <a:lnTo>
                  <a:pt x="123278" y="165557"/>
                </a:lnTo>
                <a:lnTo>
                  <a:pt x="123278" y="169248"/>
                </a:lnTo>
                <a:lnTo>
                  <a:pt x="124254" y="169248"/>
                </a:lnTo>
                <a:lnTo>
                  <a:pt x="124254" y="165557"/>
                </a:lnTo>
                <a:lnTo>
                  <a:pt x="130338" y="165557"/>
                </a:lnTo>
                <a:lnTo>
                  <a:pt x="130338" y="169248"/>
                </a:lnTo>
                <a:lnTo>
                  <a:pt x="131314" y="169248"/>
                </a:lnTo>
                <a:lnTo>
                  <a:pt x="131314" y="165557"/>
                </a:lnTo>
                <a:lnTo>
                  <a:pt x="137387" y="165557"/>
                </a:lnTo>
                <a:lnTo>
                  <a:pt x="137387" y="169248"/>
                </a:lnTo>
                <a:lnTo>
                  <a:pt x="138363" y="169248"/>
                </a:lnTo>
                <a:lnTo>
                  <a:pt x="138363" y="165557"/>
                </a:lnTo>
                <a:lnTo>
                  <a:pt x="144447" y="165557"/>
                </a:lnTo>
                <a:lnTo>
                  <a:pt x="144447" y="169248"/>
                </a:lnTo>
                <a:lnTo>
                  <a:pt x="145423" y="169248"/>
                </a:lnTo>
                <a:lnTo>
                  <a:pt x="145423" y="165557"/>
                </a:lnTo>
                <a:lnTo>
                  <a:pt x="151495" y="165557"/>
                </a:lnTo>
                <a:lnTo>
                  <a:pt x="151495" y="169248"/>
                </a:lnTo>
                <a:lnTo>
                  <a:pt x="152484" y="169248"/>
                </a:lnTo>
                <a:lnTo>
                  <a:pt x="152484" y="165557"/>
                </a:lnTo>
                <a:lnTo>
                  <a:pt x="158556" y="165557"/>
                </a:lnTo>
                <a:lnTo>
                  <a:pt x="158556" y="169248"/>
                </a:lnTo>
                <a:lnTo>
                  <a:pt x="159532" y="169248"/>
                </a:lnTo>
                <a:lnTo>
                  <a:pt x="159532" y="165557"/>
                </a:lnTo>
                <a:lnTo>
                  <a:pt x="165604" y="165557"/>
                </a:lnTo>
                <a:lnTo>
                  <a:pt x="165604" y="169248"/>
                </a:lnTo>
                <a:lnTo>
                  <a:pt x="166593" y="169248"/>
                </a:lnTo>
                <a:lnTo>
                  <a:pt x="166593" y="165557"/>
                </a:lnTo>
                <a:lnTo>
                  <a:pt x="172665" y="165557"/>
                </a:lnTo>
                <a:lnTo>
                  <a:pt x="172665" y="169248"/>
                </a:lnTo>
                <a:lnTo>
                  <a:pt x="173641" y="169248"/>
                </a:lnTo>
                <a:lnTo>
                  <a:pt x="173641" y="165557"/>
                </a:lnTo>
                <a:lnTo>
                  <a:pt x="179713" y="165557"/>
                </a:lnTo>
                <a:lnTo>
                  <a:pt x="179713" y="169248"/>
                </a:lnTo>
                <a:lnTo>
                  <a:pt x="180702" y="169248"/>
                </a:lnTo>
                <a:lnTo>
                  <a:pt x="180702" y="165557"/>
                </a:lnTo>
                <a:lnTo>
                  <a:pt x="186774" y="165557"/>
                </a:lnTo>
                <a:lnTo>
                  <a:pt x="186774" y="169248"/>
                </a:lnTo>
                <a:lnTo>
                  <a:pt x="187750" y="169248"/>
                </a:lnTo>
                <a:lnTo>
                  <a:pt x="187750" y="165557"/>
                </a:lnTo>
                <a:lnTo>
                  <a:pt x="193822" y="165557"/>
                </a:lnTo>
                <a:lnTo>
                  <a:pt x="193822" y="169248"/>
                </a:lnTo>
                <a:lnTo>
                  <a:pt x="194810" y="169248"/>
                </a:lnTo>
                <a:lnTo>
                  <a:pt x="194810" y="165557"/>
                </a:lnTo>
                <a:lnTo>
                  <a:pt x="200883" y="165557"/>
                </a:lnTo>
                <a:lnTo>
                  <a:pt x="200883" y="169248"/>
                </a:lnTo>
                <a:lnTo>
                  <a:pt x="201859" y="169248"/>
                </a:lnTo>
                <a:lnTo>
                  <a:pt x="201859" y="165557"/>
                </a:lnTo>
                <a:lnTo>
                  <a:pt x="207931" y="165557"/>
                </a:lnTo>
                <a:lnTo>
                  <a:pt x="207931" y="169248"/>
                </a:lnTo>
                <a:lnTo>
                  <a:pt x="208919" y="169248"/>
                </a:lnTo>
                <a:lnTo>
                  <a:pt x="208919" y="165557"/>
                </a:lnTo>
                <a:lnTo>
                  <a:pt x="214992" y="165557"/>
                </a:lnTo>
                <a:lnTo>
                  <a:pt x="214992" y="169248"/>
                </a:lnTo>
                <a:lnTo>
                  <a:pt x="215968" y="169248"/>
                </a:lnTo>
                <a:lnTo>
                  <a:pt x="215968" y="165557"/>
                </a:lnTo>
                <a:lnTo>
                  <a:pt x="222040" y="165557"/>
                </a:lnTo>
                <a:lnTo>
                  <a:pt x="222040" y="169248"/>
                </a:lnTo>
                <a:lnTo>
                  <a:pt x="223028" y="169248"/>
                </a:lnTo>
                <a:lnTo>
                  <a:pt x="223028" y="165557"/>
                </a:lnTo>
                <a:lnTo>
                  <a:pt x="229100" y="165557"/>
                </a:lnTo>
                <a:lnTo>
                  <a:pt x="229100" y="169248"/>
                </a:lnTo>
                <a:lnTo>
                  <a:pt x="230077" y="169248"/>
                </a:lnTo>
                <a:lnTo>
                  <a:pt x="230077" y="165557"/>
                </a:lnTo>
                <a:lnTo>
                  <a:pt x="236161" y="165557"/>
                </a:lnTo>
                <a:lnTo>
                  <a:pt x="236161" y="169248"/>
                </a:lnTo>
                <a:lnTo>
                  <a:pt x="237137" y="169248"/>
                </a:lnTo>
                <a:lnTo>
                  <a:pt x="237137" y="165557"/>
                </a:lnTo>
                <a:lnTo>
                  <a:pt x="243209" y="165557"/>
                </a:lnTo>
                <a:lnTo>
                  <a:pt x="243209" y="169248"/>
                </a:lnTo>
                <a:lnTo>
                  <a:pt x="244198" y="169248"/>
                </a:lnTo>
                <a:lnTo>
                  <a:pt x="244198" y="165557"/>
                </a:lnTo>
                <a:lnTo>
                  <a:pt x="250270" y="165557"/>
                </a:lnTo>
                <a:lnTo>
                  <a:pt x="250270" y="169248"/>
                </a:lnTo>
                <a:lnTo>
                  <a:pt x="251246" y="169248"/>
                </a:lnTo>
                <a:lnTo>
                  <a:pt x="251246" y="165557"/>
                </a:lnTo>
                <a:lnTo>
                  <a:pt x="257318" y="165557"/>
                </a:lnTo>
                <a:lnTo>
                  <a:pt x="257318" y="169248"/>
                </a:lnTo>
                <a:lnTo>
                  <a:pt x="258306" y="169248"/>
                </a:lnTo>
                <a:lnTo>
                  <a:pt x="258306" y="165557"/>
                </a:lnTo>
                <a:lnTo>
                  <a:pt x="264379" y="165557"/>
                </a:lnTo>
                <a:lnTo>
                  <a:pt x="264379" y="169248"/>
                </a:lnTo>
                <a:lnTo>
                  <a:pt x="265355" y="169248"/>
                </a:lnTo>
                <a:lnTo>
                  <a:pt x="265355" y="165557"/>
                </a:lnTo>
                <a:lnTo>
                  <a:pt x="271427" y="165557"/>
                </a:lnTo>
                <a:lnTo>
                  <a:pt x="271427" y="169248"/>
                </a:lnTo>
                <a:lnTo>
                  <a:pt x="272415" y="169248"/>
                </a:lnTo>
                <a:lnTo>
                  <a:pt x="272415" y="165557"/>
                </a:lnTo>
                <a:lnTo>
                  <a:pt x="278488" y="165557"/>
                </a:lnTo>
                <a:lnTo>
                  <a:pt x="278488" y="169248"/>
                </a:lnTo>
                <a:lnTo>
                  <a:pt x="279464" y="169248"/>
                </a:lnTo>
                <a:lnTo>
                  <a:pt x="279464" y="165557"/>
                </a:lnTo>
                <a:lnTo>
                  <a:pt x="287858" y="165557"/>
                </a:lnTo>
                <a:lnTo>
                  <a:pt x="287858" y="164580"/>
                </a:lnTo>
                <a:lnTo>
                  <a:pt x="279476" y="164580"/>
                </a:lnTo>
                <a:lnTo>
                  <a:pt x="279476" y="158508"/>
                </a:lnTo>
                <a:lnTo>
                  <a:pt x="287870" y="158508"/>
                </a:lnTo>
                <a:lnTo>
                  <a:pt x="287870" y="157520"/>
                </a:lnTo>
                <a:lnTo>
                  <a:pt x="279476" y="157520"/>
                </a:lnTo>
                <a:lnTo>
                  <a:pt x="279476" y="151448"/>
                </a:lnTo>
                <a:lnTo>
                  <a:pt x="287870" y="151448"/>
                </a:lnTo>
                <a:lnTo>
                  <a:pt x="287870" y="150472"/>
                </a:lnTo>
                <a:lnTo>
                  <a:pt x="279476" y="150472"/>
                </a:lnTo>
                <a:lnTo>
                  <a:pt x="279476" y="144399"/>
                </a:lnTo>
                <a:lnTo>
                  <a:pt x="287870" y="144399"/>
                </a:lnTo>
                <a:lnTo>
                  <a:pt x="287870" y="143411"/>
                </a:lnTo>
                <a:lnTo>
                  <a:pt x="279476" y="143411"/>
                </a:lnTo>
                <a:lnTo>
                  <a:pt x="279476" y="137339"/>
                </a:lnTo>
                <a:lnTo>
                  <a:pt x="287870" y="137339"/>
                </a:lnTo>
                <a:lnTo>
                  <a:pt x="287870" y="136363"/>
                </a:lnTo>
                <a:lnTo>
                  <a:pt x="279476" y="136363"/>
                </a:lnTo>
                <a:lnTo>
                  <a:pt x="279476" y="130279"/>
                </a:lnTo>
                <a:lnTo>
                  <a:pt x="287870" y="130279"/>
                </a:lnTo>
                <a:lnTo>
                  <a:pt x="287870" y="129302"/>
                </a:lnTo>
                <a:lnTo>
                  <a:pt x="279476" y="129302"/>
                </a:lnTo>
                <a:lnTo>
                  <a:pt x="279476" y="123230"/>
                </a:lnTo>
                <a:lnTo>
                  <a:pt x="287870" y="123230"/>
                </a:lnTo>
                <a:lnTo>
                  <a:pt x="287870" y="122254"/>
                </a:lnTo>
                <a:lnTo>
                  <a:pt x="279476" y="122254"/>
                </a:lnTo>
                <a:lnTo>
                  <a:pt x="279476" y="116182"/>
                </a:lnTo>
                <a:lnTo>
                  <a:pt x="287870" y="116182"/>
                </a:lnTo>
                <a:lnTo>
                  <a:pt x="287870" y="115193"/>
                </a:lnTo>
                <a:lnTo>
                  <a:pt x="279476" y="115193"/>
                </a:lnTo>
                <a:lnTo>
                  <a:pt x="279476" y="109121"/>
                </a:lnTo>
                <a:lnTo>
                  <a:pt x="287870" y="109121"/>
                </a:lnTo>
                <a:lnTo>
                  <a:pt x="287870" y="108145"/>
                </a:lnTo>
                <a:lnTo>
                  <a:pt x="279476" y="108145"/>
                </a:lnTo>
                <a:lnTo>
                  <a:pt x="279476" y="102061"/>
                </a:lnTo>
                <a:lnTo>
                  <a:pt x="287870" y="102061"/>
                </a:lnTo>
                <a:lnTo>
                  <a:pt x="287870" y="101085"/>
                </a:lnTo>
                <a:lnTo>
                  <a:pt x="279476" y="101085"/>
                </a:lnTo>
                <a:lnTo>
                  <a:pt x="279476" y="95012"/>
                </a:lnTo>
                <a:lnTo>
                  <a:pt x="287870" y="95012"/>
                </a:lnTo>
                <a:lnTo>
                  <a:pt x="287870" y="94024"/>
                </a:lnTo>
                <a:lnTo>
                  <a:pt x="279476" y="94024"/>
                </a:lnTo>
                <a:lnTo>
                  <a:pt x="279476" y="87952"/>
                </a:lnTo>
                <a:lnTo>
                  <a:pt x="287870" y="87952"/>
                </a:lnTo>
                <a:lnTo>
                  <a:pt x="287870" y="86976"/>
                </a:lnTo>
                <a:lnTo>
                  <a:pt x="279476" y="86976"/>
                </a:lnTo>
                <a:lnTo>
                  <a:pt x="279476" y="80903"/>
                </a:lnTo>
                <a:lnTo>
                  <a:pt x="287870" y="80903"/>
                </a:lnTo>
                <a:lnTo>
                  <a:pt x="287870" y="79927"/>
                </a:lnTo>
                <a:lnTo>
                  <a:pt x="279476" y="79927"/>
                </a:lnTo>
                <a:lnTo>
                  <a:pt x="279476" y="73843"/>
                </a:lnTo>
                <a:lnTo>
                  <a:pt x="287870" y="73843"/>
                </a:lnTo>
                <a:lnTo>
                  <a:pt x="287870" y="72867"/>
                </a:lnTo>
                <a:lnTo>
                  <a:pt x="279476" y="72867"/>
                </a:lnTo>
                <a:lnTo>
                  <a:pt x="279476" y="66783"/>
                </a:lnTo>
                <a:lnTo>
                  <a:pt x="287870" y="66783"/>
                </a:lnTo>
                <a:lnTo>
                  <a:pt x="287870" y="65806"/>
                </a:lnTo>
                <a:lnTo>
                  <a:pt x="279476" y="65806"/>
                </a:lnTo>
                <a:lnTo>
                  <a:pt x="279476" y="59734"/>
                </a:lnTo>
                <a:lnTo>
                  <a:pt x="287870" y="59734"/>
                </a:lnTo>
                <a:lnTo>
                  <a:pt x="287870" y="58746"/>
                </a:lnTo>
                <a:lnTo>
                  <a:pt x="279476" y="58746"/>
                </a:lnTo>
                <a:lnTo>
                  <a:pt x="279476" y="52674"/>
                </a:lnTo>
                <a:lnTo>
                  <a:pt x="287870" y="52674"/>
                </a:lnTo>
                <a:lnTo>
                  <a:pt x="287870" y="51697"/>
                </a:lnTo>
                <a:lnTo>
                  <a:pt x="279476" y="51697"/>
                </a:lnTo>
                <a:lnTo>
                  <a:pt x="279476" y="45625"/>
                </a:lnTo>
                <a:lnTo>
                  <a:pt x="287870" y="45625"/>
                </a:lnTo>
                <a:lnTo>
                  <a:pt x="287870" y="44637"/>
                </a:lnTo>
                <a:lnTo>
                  <a:pt x="279476" y="44637"/>
                </a:lnTo>
                <a:lnTo>
                  <a:pt x="279476" y="38565"/>
                </a:lnTo>
                <a:lnTo>
                  <a:pt x="287870" y="38565"/>
                </a:lnTo>
                <a:lnTo>
                  <a:pt x="287870" y="37589"/>
                </a:lnTo>
                <a:lnTo>
                  <a:pt x="279476" y="37589"/>
                </a:lnTo>
                <a:lnTo>
                  <a:pt x="279476" y="31516"/>
                </a:lnTo>
                <a:lnTo>
                  <a:pt x="287870" y="31516"/>
                </a:lnTo>
                <a:lnTo>
                  <a:pt x="287870" y="30528"/>
                </a:lnTo>
                <a:lnTo>
                  <a:pt x="279476" y="30528"/>
                </a:lnTo>
                <a:lnTo>
                  <a:pt x="279476" y="24456"/>
                </a:lnTo>
                <a:lnTo>
                  <a:pt x="287870" y="24456"/>
                </a:lnTo>
                <a:lnTo>
                  <a:pt x="287870" y="23480"/>
                </a:lnTo>
                <a:lnTo>
                  <a:pt x="279476" y="23480"/>
                </a:lnTo>
                <a:lnTo>
                  <a:pt x="279476" y="17408"/>
                </a:lnTo>
                <a:lnTo>
                  <a:pt x="287870" y="17408"/>
                </a:lnTo>
                <a:lnTo>
                  <a:pt x="287870" y="16419"/>
                </a:lnTo>
                <a:lnTo>
                  <a:pt x="279476" y="16419"/>
                </a:lnTo>
                <a:lnTo>
                  <a:pt x="279476" y="10347"/>
                </a:lnTo>
                <a:lnTo>
                  <a:pt x="287870" y="10347"/>
                </a:lnTo>
                <a:lnTo>
                  <a:pt x="287870" y="9371"/>
                </a:lnTo>
                <a:lnTo>
                  <a:pt x="279476" y="9371"/>
                </a:lnTo>
                <a:lnTo>
                  <a:pt x="279476" y="3287"/>
                </a:lnTo>
                <a:lnTo>
                  <a:pt x="287870" y="3287"/>
                </a:lnTo>
                <a:lnTo>
                  <a:pt x="287870" y="2310"/>
                </a:lnTo>
                <a:lnTo>
                  <a:pt x="279476" y="2310"/>
                </a:lnTo>
                <a:lnTo>
                  <a:pt x="279476" y="1"/>
                </a:lnTo>
                <a:lnTo>
                  <a:pt x="278488" y="1"/>
                </a:lnTo>
                <a:lnTo>
                  <a:pt x="278488" y="2310"/>
                </a:lnTo>
                <a:lnTo>
                  <a:pt x="272415" y="2310"/>
                </a:lnTo>
                <a:lnTo>
                  <a:pt x="272415" y="1"/>
                </a:lnTo>
                <a:lnTo>
                  <a:pt x="271439" y="1"/>
                </a:lnTo>
                <a:lnTo>
                  <a:pt x="271439" y="2310"/>
                </a:lnTo>
                <a:lnTo>
                  <a:pt x="265367" y="2310"/>
                </a:lnTo>
                <a:lnTo>
                  <a:pt x="265367" y="1"/>
                </a:lnTo>
                <a:lnTo>
                  <a:pt x="264379" y="1"/>
                </a:lnTo>
                <a:lnTo>
                  <a:pt x="264379" y="2310"/>
                </a:lnTo>
                <a:lnTo>
                  <a:pt x="258306" y="2310"/>
                </a:lnTo>
                <a:lnTo>
                  <a:pt x="258306" y="1"/>
                </a:lnTo>
                <a:lnTo>
                  <a:pt x="257330" y="1"/>
                </a:lnTo>
                <a:lnTo>
                  <a:pt x="257330" y="2310"/>
                </a:lnTo>
                <a:lnTo>
                  <a:pt x="251258" y="2310"/>
                </a:lnTo>
                <a:lnTo>
                  <a:pt x="251258" y="1"/>
                </a:lnTo>
                <a:lnTo>
                  <a:pt x="250270" y="1"/>
                </a:lnTo>
                <a:lnTo>
                  <a:pt x="250270" y="2310"/>
                </a:lnTo>
                <a:lnTo>
                  <a:pt x="244198" y="2310"/>
                </a:lnTo>
                <a:lnTo>
                  <a:pt x="244198" y="1"/>
                </a:lnTo>
                <a:lnTo>
                  <a:pt x="243221" y="1"/>
                </a:lnTo>
                <a:lnTo>
                  <a:pt x="243221" y="2310"/>
                </a:lnTo>
                <a:lnTo>
                  <a:pt x="237137" y="2310"/>
                </a:lnTo>
                <a:lnTo>
                  <a:pt x="237137" y="1"/>
                </a:lnTo>
                <a:lnTo>
                  <a:pt x="236161" y="1"/>
                </a:lnTo>
                <a:lnTo>
                  <a:pt x="236161" y="2310"/>
                </a:lnTo>
                <a:lnTo>
                  <a:pt x="230089" y="2310"/>
                </a:lnTo>
                <a:lnTo>
                  <a:pt x="230089" y="1"/>
                </a:lnTo>
                <a:lnTo>
                  <a:pt x="229100" y="1"/>
                </a:lnTo>
                <a:lnTo>
                  <a:pt x="229100" y="2310"/>
                </a:lnTo>
                <a:lnTo>
                  <a:pt x="223028" y="2310"/>
                </a:lnTo>
                <a:lnTo>
                  <a:pt x="223028" y="1"/>
                </a:lnTo>
                <a:lnTo>
                  <a:pt x="222052" y="1"/>
                </a:lnTo>
                <a:lnTo>
                  <a:pt x="222052" y="2310"/>
                </a:lnTo>
                <a:lnTo>
                  <a:pt x="215980" y="2310"/>
                </a:lnTo>
                <a:lnTo>
                  <a:pt x="215980" y="1"/>
                </a:lnTo>
                <a:lnTo>
                  <a:pt x="214992" y="1"/>
                </a:lnTo>
                <a:lnTo>
                  <a:pt x="214992" y="2310"/>
                </a:lnTo>
                <a:lnTo>
                  <a:pt x="208919" y="2310"/>
                </a:lnTo>
                <a:lnTo>
                  <a:pt x="208919" y="1"/>
                </a:lnTo>
                <a:lnTo>
                  <a:pt x="207943" y="1"/>
                </a:lnTo>
                <a:lnTo>
                  <a:pt x="207943" y="2310"/>
                </a:lnTo>
                <a:lnTo>
                  <a:pt x="201871" y="2310"/>
                </a:lnTo>
                <a:lnTo>
                  <a:pt x="201871" y="1"/>
                </a:lnTo>
                <a:lnTo>
                  <a:pt x="200883" y="1"/>
                </a:lnTo>
                <a:lnTo>
                  <a:pt x="200883" y="2310"/>
                </a:lnTo>
                <a:lnTo>
                  <a:pt x="194810" y="2310"/>
                </a:lnTo>
                <a:lnTo>
                  <a:pt x="194810" y="1"/>
                </a:lnTo>
                <a:lnTo>
                  <a:pt x="193834" y="1"/>
                </a:lnTo>
                <a:lnTo>
                  <a:pt x="193834" y="2310"/>
                </a:lnTo>
                <a:lnTo>
                  <a:pt x="187762" y="2310"/>
                </a:lnTo>
                <a:lnTo>
                  <a:pt x="187762" y="1"/>
                </a:lnTo>
                <a:lnTo>
                  <a:pt x="186774" y="1"/>
                </a:lnTo>
                <a:lnTo>
                  <a:pt x="186774" y="2310"/>
                </a:lnTo>
                <a:lnTo>
                  <a:pt x="180702" y="2310"/>
                </a:lnTo>
                <a:lnTo>
                  <a:pt x="180702" y="1"/>
                </a:lnTo>
                <a:lnTo>
                  <a:pt x="179713" y="1"/>
                </a:lnTo>
                <a:lnTo>
                  <a:pt x="179713" y="2310"/>
                </a:lnTo>
                <a:lnTo>
                  <a:pt x="173641" y="2310"/>
                </a:lnTo>
                <a:lnTo>
                  <a:pt x="173641" y="1"/>
                </a:lnTo>
                <a:lnTo>
                  <a:pt x="172665" y="1"/>
                </a:lnTo>
                <a:lnTo>
                  <a:pt x="172665" y="2310"/>
                </a:lnTo>
                <a:lnTo>
                  <a:pt x="166581" y="2310"/>
                </a:lnTo>
                <a:lnTo>
                  <a:pt x="166581" y="1"/>
                </a:lnTo>
                <a:lnTo>
                  <a:pt x="165604" y="1"/>
                </a:lnTo>
                <a:lnTo>
                  <a:pt x="165604" y="2310"/>
                </a:lnTo>
                <a:lnTo>
                  <a:pt x="159532" y="2310"/>
                </a:lnTo>
                <a:lnTo>
                  <a:pt x="159532" y="1"/>
                </a:lnTo>
                <a:lnTo>
                  <a:pt x="158544" y="1"/>
                </a:lnTo>
                <a:lnTo>
                  <a:pt x="158544" y="2310"/>
                </a:lnTo>
                <a:lnTo>
                  <a:pt x="152472" y="2310"/>
                </a:lnTo>
                <a:lnTo>
                  <a:pt x="152472" y="1"/>
                </a:lnTo>
                <a:lnTo>
                  <a:pt x="151495" y="1"/>
                </a:lnTo>
                <a:lnTo>
                  <a:pt x="151495" y="2310"/>
                </a:lnTo>
                <a:lnTo>
                  <a:pt x="145423" y="2310"/>
                </a:lnTo>
                <a:lnTo>
                  <a:pt x="145423" y="1"/>
                </a:lnTo>
                <a:lnTo>
                  <a:pt x="144447" y="1"/>
                </a:lnTo>
                <a:lnTo>
                  <a:pt x="144447" y="2310"/>
                </a:lnTo>
                <a:lnTo>
                  <a:pt x="138375" y="2310"/>
                </a:lnTo>
                <a:lnTo>
                  <a:pt x="138375" y="1"/>
                </a:lnTo>
                <a:lnTo>
                  <a:pt x="137387" y="1"/>
                </a:lnTo>
                <a:lnTo>
                  <a:pt x="137387" y="2310"/>
                </a:lnTo>
                <a:lnTo>
                  <a:pt x="131314" y="2310"/>
                </a:lnTo>
                <a:lnTo>
                  <a:pt x="131314" y="1"/>
                </a:lnTo>
                <a:lnTo>
                  <a:pt x="130338" y="1"/>
                </a:lnTo>
                <a:lnTo>
                  <a:pt x="130338" y="2310"/>
                </a:lnTo>
                <a:lnTo>
                  <a:pt x="124254" y="2310"/>
                </a:lnTo>
                <a:lnTo>
                  <a:pt x="124254" y="1"/>
                </a:lnTo>
                <a:lnTo>
                  <a:pt x="123278" y="1"/>
                </a:lnTo>
                <a:lnTo>
                  <a:pt x="123278" y="2310"/>
                </a:lnTo>
                <a:lnTo>
                  <a:pt x="117205" y="2310"/>
                </a:lnTo>
                <a:lnTo>
                  <a:pt x="117205" y="1"/>
                </a:lnTo>
                <a:lnTo>
                  <a:pt x="116217" y="1"/>
                </a:lnTo>
                <a:lnTo>
                  <a:pt x="116217" y="2310"/>
                </a:lnTo>
                <a:lnTo>
                  <a:pt x="110157" y="2310"/>
                </a:lnTo>
                <a:lnTo>
                  <a:pt x="110157" y="1"/>
                </a:lnTo>
                <a:lnTo>
                  <a:pt x="109169" y="1"/>
                </a:lnTo>
                <a:lnTo>
                  <a:pt x="109169" y="2310"/>
                </a:lnTo>
                <a:lnTo>
                  <a:pt x="103097" y="2310"/>
                </a:lnTo>
                <a:lnTo>
                  <a:pt x="103097" y="1"/>
                </a:lnTo>
                <a:lnTo>
                  <a:pt x="102120" y="1"/>
                </a:lnTo>
                <a:lnTo>
                  <a:pt x="102120" y="2310"/>
                </a:lnTo>
                <a:lnTo>
                  <a:pt x="96036" y="2310"/>
                </a:lnTo>
                <a:lnTo>
                  <a:pt x="96036" y="1"/>
                </a:lnTo>
                <a:lnTo>
                  <a:pt x="95060" y="1"/>
                </a:lnTo>
                <a:lnTo>
                  <a:pt x="95060" y="2310"/>
                </a:lnTo>
                <a:lnTo>
                  <a:pt x="88988" y="2310"/>
                </a:lnTo>
                <a:lnTo>
                  <a:pt x="88988" y="1"/>
                </a:lnTo>
                <a:lnTo>
                  <a:pt x="87999" y="1"/>
                </a:lnTo>
                <a:lnTo>
                  <a:pt x="87999" y="2310"/>
                </a:lnTo>
                <a:lnTo>
                  <a:pt x="81927" y="2310"/>
                </a:lnTo>
                <a:lnTo>
                  <a:pt x="81927" y="1"/>
                </a:lnTo>
                <a:lnTo>
                  <a:pt x="80951" y="1"/>
                </a:lnTo>
                <a:lnTo>
                  <a:pt x="80951" y="2310"/>
                </a:lnTo>
                <a:lnTo>
                  <a:pt x="74879" y="2310"/>
                </a:lnTo>
                <a:lnTo>
                  <a:pt x="74879" y="1"/>
                </a:lnTo>
                <a:lnTo>
                  <a:pt x="73902" y="1"/>
                </a:lnTo>
                <a:lnTo>
                  <a:pt x="73902" y="2310"/>
                </a:lnTo>
                <a:lnTo>
                  <a:pt x="67818" y="2310"/>
                </a:lnTo>
                <a:lnTo>
                  <a:pt x="67818" y="1"/>
                </a:lnTo>
                <a:lnTo>
                  <a:pt x="66842" y="1"/>
                </a:lnTo>
                <a:lnTo>
                  <a:pt x="66842" y="2310"/>
                </a:lnTo>
                <a:lnTo>
                  <a:pt x="60758" y="2310"/>
                </a:lnTo>
                <a:lnTo>
                  <a:pt x="60758" y="1"/>
                </a:lnTo>
                <a:lnTo>
                  <a:pt x="59782" y="1"/>
                </a:lnTo>
                <a:lnTo>
                  <a:pt x="59782" y="2310"/>
                </a:lnTo>
                <a:lnTo>
                  <a:pt x="53709" y="2310"/>
                </a:lnTo>
                <a:lnTo>
                  <a:pt x="53709" y="1"/>
                </a:lnTo>
                <a:lnTo>
                  <a:pt x="52721" y="1"/>
                </a:lnTo>
                <a:lnTo>
                  <a:pt x="52721" y="2310"/>
                </a:lnTo>
                <a:lnTo>
                  <a:pt x="46649" y="2310"/>
                </a:lnTo>
                <a:lnTo>
                  <a:pt x="46649" y="1"/>
                </a:lnTo>
                <a:lnTo>
                  <a:pt x="45673" y="1"/>
                </a:lnTo>
                <a:lnTo>
                  <a:pt x="45673" y="2310"/>
                </a:lnTo>
                <a:lnTo>
                  <a:pt x="39601" y="2310"/>
                </a:lnTo>
                <a:lnTo>
                  <a:pt x="39601" y="1"/>
                </a:lnTo>
                <a:lnTo>
                  <a:pt x="38612" y="1"/>
                </a:lnTo>
                <a:lnTo>
                  <a:pt x="38612" y="2310"/>
                </a:lnTo>
                <a:lnTo>
                  <a:pt x="32540" y="2310"/>
                </a:lnTo>
                <a:lnTo>
                  <a:pt x="32540" y="1"/>
                </a:lnTo>
                <a:lnTo>
                  <a:pt x="31564" y="1"/>
                </a:lnTo>
                <a:lnTo>
                  <a:pt x="31564" y="2310"/>
                </a:lnTo>
                <a:lnTo>
                  <a:pt x="25492" y="2310"/>
                </a:lnTo>
                <a:lnTo>
                  <a:pt x="25492" y="1"/>
                </a:lnTo>
                <a:lnTo>
                  <a:pt x="24503" y="1"/>
                </a:lnTo>
                <a:lnTo>
                  <a:pt x="24503" y="2310"/>
                </a:lnTo>
                <a:lnTo>
                  <a:pt x="18431" y="2310"/>
                </a:lnTo>
                <a:lnTo>
                  <a:pt x="18431" y="1"/>
                </a:lnTo>
                <a:lnTo>
                  <a:pt x="17455" y="1"/>
                </a:lnTo>
                <a:lnTo>
                  <a:pt x="17455" y="2310"/>
                </a:lnTo>
                <a:lnTo>
                  <a:pt x="11371" y="2310"/>
                </a:lnTo>
                <a:lnTo>
                  <a:pt x="1137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3"/>
          <p:cNvSpPr txBox="1">
            <a:spLocks noGrp="1"/>
          </p:cNvSpPr>
          <p:nvPr>
            <p:ph type="title" hasCustomPrompt="1"/>
          </p:nvPr>
        </p:nvSpPr>
        <p:spPr>
          <a:xfrm>
            <a:off x="1207539" y="1285500"/>
            <a:ext cx="3410700" cy="135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6000"/>
              <a:buNone/>
              <a:defRPr sz="75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06" name="Google Shape;106;p3"/>
          <p:cNvSpPr txBox="1">
            <a:spLocks noGrp="1"/>
          </p:cNvSpPr>
          <p:nvPr>
            <p:ph type="subTitle" idx="1"/>
          </p:nvPr>
        </p:nvSpPr>
        <p:spPr>
          <a:xfrm>
            <a:off x="1207539" y="3582873"/>
            <a:ext cx="3410700" cy="58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7" name="Google Shape;107;p3"/>
          <p:cNvSpPr txBox="1">
            <a:spLocks noGrp="1"/>
          </p:cNvSpPr>
          <p:nvPr>
            <p:ph type="title" idx="2"/>
          </p:nvPr>
        </p:nvSpPr>
        <p:spPr>
          <a:xfrm>
            <a:off x="1207539" y="2776175"/>
            <a:ext cx="3410700" cy="841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42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grpSp>
        <p:nvGrpSpPr>
          <p:cNvPr id="108" name="Google Shape;108;p3"/>
          <p:cNvGrpSpPr/>
          <p:nvPr/>
        </p:nvGrpSpPr>
        <p:grpSpPr>
          <a:xfrm>
            <a:off x="7365098" y="3205040"/>
            <a:ext cx="1714699" cy="1842836"/>
            <a:chOff x="7365098" y="3205040"/>
            <a:chExt cx="1714699" cy="1842836"/>
          </a:xfrm>
        </p:grpSpPr>
        <p:sp>
          <p:nvSpPr>
            <p:cNvPr id="109" name="Google Shape;109;p3"/>
            <p:cNvSpPr/>
            <p:nvPr/>
          </p:nvSpPr>
          <p:spPr>
            <a:xfrm>
              <a:off x="8944346" y="4004957"/>
              <a:ext cx="97552" cy="98090"/>
            </a:xfrm>
            <a:custGeom>
              <a:avLst/>
              <a:gdLst/>
              <a:ahLst/>
              <a:cxnLst/>
              <a:rect l="l" t="t" r="r" b="b"/>
              <a:pathLst>
                <a:path w="1814" h="1824" extrusionOk="0">
                  <a:moveTo>
                    <a:pt x="969" y="235"/>
                  </a:moveTo>
                  <a:cubicBezTo>
                    <a:pt x="990" y="315"/>
                    <a:pt x="1018" y="417"/>
                    <a:pt x="1034" y="485"/>
                  </a:cubicBezTo>
                  <a:cubicBezTo>
                    <a:pt x="1080" y="667"/>
                    <a:pt x="1089" y="707"/>
                    <a:pt x="1111" y="738"/>
                  </a:cubicBezTo>
                  <a:cubicBezTo>
                    <a:pt x="1135" y="769"/>
                    <a:pt x="1166" y="784"/>
                    <a:pt x="1345" y="846"/>
                  </a:cubicBezTo>
                  <a:cubicBezTo>
                    <a:pt x="1410" y="870"/>
                    <a:pt x="1505" y="904"/>
                    <a:pt x="1576" y="935"/>
                  </a:cubicBezTo>
                  <a:cubicBezTo>
                    <a:pt x="1478" y="978"/>
                    <a:pt x="1314" y="1040"/>
                    <a:pt x="1169" y="1093"/>
                  </a:cubicBezTo>
                  <a:cubicBezTo>
                    <a:pt x="1148" y="1099"/>
                    <a:pt x="1129" y="1114"/>
                    <a:pt x="1120" y="1136"/>
                  </a:cubicBezTo>
                  <a:cubicBezTo>
                    <a:pt x="1049" y="1302"/>
                    <a:pt x="960" y="1490"/>
                    <a:pt x="901" y="1595"/>
                  </a:cubicBezTo>
                  <a:cubicBezTo>
                    <a:pt x="861" y="1481"/>
                    <a:pt x="802" y="1281"/>
                    <a:pt x="759" y="1108"/>
                  </a:cubicBezTo>
                  <a:cubicBezTo>
                    <a:pt x="753" y="1077"/>
                    <a:pt x="728" y="1052"/>
                    <a:pt x="697" y="1046"/>
                  </a:cubicBezTo>
                  <a:cubicBezTo>
                    <a:pt x="528" y="1015"/>
                    <a:pt x="333" y="972"/>
                    <a:pt x="229" y="941"/>
                  </a:cubicBezTo>
                  <a:cubicBezTo>
                    <a:pt x="392" y="852"/>
                    <a:pt x="565" y="775"/>
                    <a:pt x="738" y="707"/>
                  </a:cubicBezTo>
                  <a:cubicBezTo>
                    <a:pt x="759" y="698"/>
                    <a:pt x="775" y="682"/>
                    <a:pt x="784" y="661"/>
                  </a:cubicBezTo>
                  <a:cubicBezTo>
                    <a:pt x="839" y="516"/>
                    <a:pt x="901" y="374"/>
                    <a:pt x="969" y="235"/>
                  </a:cubicBezTo>
                  <a:close/>
                  <a:moveTo>
                    <a:pt x="987" y="1"/>
                  </a:moveTo>
                  <a:cubicBezTo>
                    <a:pt x="938" y="1"/>
                    <a:pt x="864" y="1"/>
                    <a:pt x="648" y="571"/>
                  </a:cubicBezTo>
                  <a:cubicBezTo>
                    <a:pt x="40" y="815"/>
                    <a:pt x="16" y="895"/>
                    <a:pt x="7" y="929"/>
                  </a:cubicBezTo>
                  <a:cubicBezTo>
                    <a:pt x="0" y="957"/>
                    <a:pt x="7" y="985"/>
                    <a:pt x="22" y="1009"/>
                  </a:cubicBezTo>
                  <a:cubicBezTo>
                    <a:pt x="37" y="1031"/>
                    <a:pt x="84" y="1093"/>
                    <a:pt x="617" y="1194"/>
                  </a:cubicBezTo>
                  <a:cubicBezTo>
                    <a:pt x="775" y="1823"/>
                    <a:pt x="830" y="1823"/>
                    <a:pt x="889" y="1823"/>
                  </a:cubicBezTo>
                  <a:lnTo>
                    <a:pt x="895" y="1823"/>
                  </a:lnTo>
                  <a:cubicBezTo>
                    <a:pt x="944" y="1820"/>
                    <a:pt x="1000" y="1817"/>
                    <a:pt x="1256" y="1231"/>
                  </a:cubicBezTo>
                  <a:cubicBezTo>
                    <a:pt x="1416" y="1176"/>
                    <a:pt x="1718" y="1065"/>
                    <a:pt x="1780" y="1006"/>
                  </a:cubicBezTo>
                  <a:cubicBezTo>
                    <a:pt x="1805" y="985"/>
                    <a:pt x="1814" y="951"/>
                    <a:pt x="1811" y="920"/>
                  </a:cubicBezTo>
                  <a:cubicBezTo>
                    <a:pt x="1795" y="846"/>
                    <a:pt x="1715" y="806"/>
                    <a:pt x="1404" y="695"/>
                  </a:cubicBezTo>
                  <a:cubicBezTo>
                    <a:pt x="1345" y="673"/>
                    <a:pt x="1274" y="648"/>
                    <a:pt x="1243" y="633"/>
                  </a:cubicBezTo>
                  <a:cubicBezTo>
                    <a:pt x="1231" y="599"/>
                    <a:pt x="1209" y="516"/>
                    <a:pt x="1194" y="448"/>
                  </a:cubicBezTo>
                  <a:cubicBezTo>
                    <a:pt x="1142" y="229"/>
                    <a:pt x="1105" y="93"/>
                    <a:pt x="1064" y="41"/>
                  </a:cubicBezTo>
                  <a:cubicBezTo>
                    <a:pt x="1046" y="16"/>
                    <a:pt x="1018" y="4"/>
                    <a:pt x="9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3"/>
            <p:cNvSpPr/>
            <p:nvPr/>
          </p:nvSpPr>
          <p:spPr>
            <a:xfrm>
              <a:off x="8906457" y="3205040"/>
              <a:ext cx="173330" cy="167924"/>
            </a:xfrm>
            <a:custGeom>
              <a:avLst/>
              <a:gdLst/>
              <a:ahLst/>
              <a:cxnLst/>
              <a:rect l="l" t="t" r="r" b="b"/>
              <a:pathLst>
                <a:path w="2725" h="2640" extrusionOk="0">
                  <a:moveTo>
                    <a:pt x="889" y="243"/>
                  </a:moveTo>
                  <a:cubicBezTo>
                    <a:pt x="988" y="326"/>
                    <a:pt x="1151" y="474"/>
                    <a:pt x="1370" y="681"/>
                  </a:cubicBezTo>
                  <a:cubicBezTo>
                    <a:pt x="1244" y="739"/>
                    <a:pt x="1108" y="807"/>
                    <a:pt x="960" y="884"/>
                  </a:cubicBezTo>
                  <a:cubicBezTo>
                    <a:pt x="914" y="557"/>
                    <a:pt x="895" y="358"/>
                    <a:pt x="889" y="243"/>
                  </a:cubicBezTo>
                  <a:close/>
                  <a:moveTo>
                    <a:pt x="2227" y="520"/>
                  </a:moveTo>
                  <a:lnTo>
                    <a:pt x="2227" y="520"/>
                  </a:lnTo>
                  <a:cubicBezTo>
                    <a:pt x="2172" y="708"/>
                    <a:pt x="2101" y="890"/>
                    <a:pt x="2018" y="1066"/>
                  </a:cubicBezTo>
                  <a:cubicBezTo>
                    <a:pt x="1904" y="955"/>
                    <a:pt x="1786" y="841"/>
                    <a:pt x="1672" y="730"/>
                  </a:cubicBezTo>
                  <a:cubicBezTo>
                    <a:pt x="1996" y="585"/>
                    <a:pt x="2150" y="536"/>
                    <a:pt x="2227" y="520"/>
                  </a:cubicBezTo>
                  <a:close/>
                  <a:moveTo>
                    <a:pt x="827" y="1143"/>
                  </a:moveTo>
                  <a:cubicBezTo>
                    <a:pt x="849" y="1298"/>
                    <a:pt x="877" y="1455"/>
                    <a:pt x="904" y="1609"/>
                  </a:cubicBezTo>
                  <a:cubicBezTo>
                    <a:pt x="497" y="1544"/>
                    <a:pt x="318" y="1489"/>
                    <a:pt x="241" y="1455"/>
                  </a:cubicBezTo>
                  <a:cubicBezTo>
                    <a:pt x="358" y="1390"/>
                    <a:pt x="577" y="1273"/>
                    <a:pt x="827" y="1143"/>
                  </a:cubicBezTo>
                  <a:close/>
                  <a:moveTo>
                    <a:pt x="1506" y="810"/>
                  </a:moveTo>
                  <a:cubicBezTo>
                    <a:pt x="1651" y="946"/>
                    <a:pt x="1802" y="1094"/>
                    <a:pt x="1941" y="1233"/>
                  </a:cubicBezTo>
                  <a:cubicBezTo>
                    <a:pt x="1867" y="1396"/>
                    <a:pt x="1786" y="1557"/>
                    <a:pt x="1706" y="1711"/>
                  </a:cubicBezTo>
                  <a:cubicBezTo>
                    <a:pt x="1478" y="1689"/>
                    <a:pt x="1268" y="1661"/>
                    <a:pt x="1086" y="1637"/>
                  </a:cubicBezTo>
                  <a:lnTo>
                    <a:pt x="1083" y="1637"/>
                  </a:lnTo>
                  <a:cubicBezTo>
                    <a:pt x="1049" y="1449"/>
                    <a:pt x="1015" y="1251"/>
                    <a:pt x="988" y="1063"/>
                  </a:cubicBezTo>
                  <a:cubicBezTo>
                    <a:pt x="1179" y="968"/>
                    <a:pt x="1352" y="881"/>
                    <a:pt x="1506" y="810"/>
                  </a:cubicBezTo>
                  <a:close/>
                  <a:moveTo>
                    <a:pt x="2070" y="1362"/>
                  </a:moveTo>
                  <a:cubicBezTo>
                    <a:pt x="2280" y="1578"/>
                    <a:pt x="2394" y="1708"/>
                    <a:pt x="2453" y="1779"/>
                  </a:cubicBezTo>
                  <a:cubicBezTo>
                    <a:pt x="2314" y="1769"/>
                    <a:pt x="2110" y="1751"/>
                    <a:pt x="1888" y="1729"/>
                  </a:cubicBezTo>
                  <a:cubicBezTo>
                    <a:pt x="1950" y="1612"/>
                    <a:pt x="2012" y="1486"/>
                    <a:pt x="2070" y="1362"/>
                  </a:cubicBezTo>
                  <a:close/>
                  <a:moveTo>
                    <a:pt x="1117" y="1816"/>
                  </a:moveTo>
                  <a:lnTo>
                    <a:pt x="1117" y="1816"/>
                  </a:lnTo>
                  <a:cubicBezTo>
                    <a:pt x="1268" y="1834"/>
                    <a:pt x="1438" y="1856"/>
                    <a:pt x="1620" y="1874"/>
                  </a:cubicBezTo>
                  <a:cubicBezTo>
                    <a:pt x="1438" y="2207"/>
                    <a:pt x="1321" y="2371"/>
                    <a:pt x="1259" y="2436"/>
                  </a:cubicBezTo>
                  <a:cubicBezTo>
                    <a:pt x="1231" y="2340"/>
                    <a:pt x="1182" y="2143"/>
                    <a:pt x="1117" y="1816"/>
                  </a:cubicBezTo>
                  <a:close/>
                  <a:moveTo>
                    <a:pt x="826" y="0"/>
                  </a:moveTo>
                  <a:cubicBezTo>
                    <a:pt x="798" y="0"/>
                    <a:pt x="770" y="10"/>
                    <a:pt x="750" y="30"/>
                  </a:cubicBezTo>
                  <a:cubicBezTo>
                    <a:pt x="719" y="67"/>
                    <a:pt x="673" y="119"/>
                    <a:pt x="799" y="968"/>
                  </a:cubicBezTo>
                  <a:cubicBezTo>
                    <a:pt x="395" y="1174"/>
                    <a:pt x="65" y="1356"/>
                    <a:pt x="62" y="1356"/>
                  </a:cubicBezTo>
                  <a:cubicBezTo>
                    <a:pt x="38" y="1372"/>
                    <a:pt x="22" y="1393"/>
                    <a:pt x="19" y="1421"/>
                  </a:cubicBezTo>
                  <a:cubicBezTo>
                    <a:pt x="1" y="1557"/>
                    <a:pt x="149" y="1668"/>
                    <a:pt x="938" y="1788"/>
                  </a:cubicBezTo>
                  <a:cubicBezTo>
                    <a:pt x="988" y="2059"/>
                    <a:pt x="1071" y="2466"/>
                    <a:pt x="1129" y="2574"/>
                  </a:cubicBezTo>
                  <a:cubicBezTo>
                    <a:pt x="1148" y="2615"/>
                    <a:pt x="1188" y="2639"/>
                    <a:pt x="1234" y="2639"/>
                  </a:cubicBezTo>
                  <a:cubicBezTo>
                    <a:pt x="1290" y="2639"/>
                    <a:pt x="1404" y="2639"/>
                    <a:pt x="1802" y="1893"/>
                  </a:cubicBezTo>
                  <a:cubicBezTo>
                    <a:pt x="2144" y="1930"/>
                    <a:pt x="2453" y="1951"/>
                    <a:pt x="2573" y="1961"/>
                  </a:cubicBezTo>
                  <a:cubicBezTo>
                    <a:pt x="2616" y="1961"/>
                    <a:pt x="2656" y="1939"/>
                    <a:pt x="2675" y="1902"/>
                  </a:cubicBezTo>
                  <a:cubicBezTo>
                    <a:pt x="2702" y="1837"/>
                    <a:pt x="2724" y="1785"/>
                    <a:pt x="2144" y="1199"/>
                  </a:cubicBezTo>
                  <a:cubicBezTo>
                    <a:pt x="2274" y="912"/>
                    <a:pt x="2416" y="573"/>
                    <a:pt x="2406" y="459"/>
                  </a:cubicBezTo>
                  <a:cubicBezTo>
                    <a:pt x="2403" y="406"/>
                    <a:pt x="2363" y="344"/>
                    <a:pt x="2264" y="344"/>
                  </a:cubicBezTo>
                  <a:cubicBezTo>
                    <a:pt x="2194" y="344"/>
                    <a:pt x="2039" y="372"/>
                    <a:pt x="1537" y="604"/>
                  </a:cubicBezTo>
                  <a:cubicBezTo>
                    <a:pt x="1305" y="385"/>
                    <a:pt x="941" y="48"/>
                    <a:pt x="870" y="8"/>
                  </a:cubicBezTo>
                  <a:cubicBezTo>
                    <a:pt x="856" y="3"/>
                    <a:pt x="841" y="0"/>
                    <a:pt x="8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3"/>
            <p:cNvSpPr/>
            <p:nvPr/>
          </p:nvSpPr>
          <p:spPr>
            <a:xfrm rot="-3925217">
              <a:off x="8308376" y="4170355"/>
              <a:ext cx="773793" cy="491747"/>
            </a:xfrm>
            <a:custGeom>
              <a:avLst/>
              <a:gdLst/>
              <a:ahLst/>
              <a:cxnLst/>
              <a:rect l="l" t="t" r="r" b="b"/>
              <a:pathLst>
                <a:path w="12073" h="8280" extrusionOk="0">
                  <a:moveTo>
                    <a:pt x="8926" y="1"/>
                  </a:moveTo>
                  <a:cubicBezTo>
                    <a:pt x="8924" y="1"/>
                    <a:pt x="8922" y="1"/>
                    <a:pt x="8921" y="1"/>
                  </a:cubicBezTo>
                  <a:cubicBezTo>
                    <a:pt x="8831" y="4"/>
                    <a:pt x="8742" y="13"/>
                    <a:pt x="8652" y="29"/>
                  </a:cubicBezTo>
                  <a:lnTo>
                    <a:pt x="8588" y="41"/>
                  </a:lnTo>
                  <a:cubicBezTo>
                    <a:pt x="8492" y="60"/>
                    <a:pt x="8507" y="201"/>
                    <a:pt x="8606" y="201"/>
                  </a:cubicBezTo>
                  <a:cubicBezTo>
                    <a:pt x="8609" y="201"/>
                    <a:pt x="8615" y="201"/>
                    <a:pt x="8621" y="198"/>
                  </a:cubicBezTo>
                  <a:lnTo>
                    <a:pt x="8677" y="189"/>
                  </a:lnTo>
                  <a:cubicBezTo>
                    <a:pt x="8760" y="174"/>
                    <a:pt x="8844" y="164"/>
                    <a:pt x="8930" y="161"/>
                  </a:cubicBezTo>
                  <a:cubicBezTo>
                    <a:pt x="8973" y="158"/>
                    <a:pt x="9007" y="121"/>
                    <a:pt x="9007" y="78"/>
                  </a:cubicBezTo>
                  <a:cubicBezTo>
                    <a:pt x="9004" y="34"/>
                    <a:pt x="8967" y="1"/>
                    <a:pt x="8926" y="1"/>
                  </a:cubicBezTo>
                  <a:close/>
                  <a:moveTo>
                    <a:pt x="9248" y="13"/>
                  </a:moveTo>
                  <a:cubicBezTo>
                    <a:pt x="9151" y="13"/>
                    <a:pt x="9136" y="159"/>
                    <a:pt x="9238" y="174"/>
                  </a:cubicBezTo>
                  <a:cubicBezTo>
                    <a:pt x="9343" y="186"/>
                    <a:pt x="9445" y="205"/>
                    <a:pt x="9544" y="232"/>
                  </a:cubicBezTo>
                  <a:cubicBezTo>
                    <a:pt x="9553" y="235"/>
                    <a:pt x="9559" y="235"/>
                    <a:pt x="9565" y="235"/>
                  </a:cubicBezTo>
                  <a:cubicBezTo>
                    <a:pt x="9661" y="235"/>
                    <a:pt x="9679" y="100"/>
                    <a:pt x="9587" y="75"/>
                  </a:cubicBezTo>
                  <a:cubicBezTo>
                    <a:pt x="9479" y="47"/>
                    <a:pt x="9368" y="26"/>
                    <a:pt x="9257" y="13"/>
                  </a:cubicBezTo>
                  <a:cubicBezTo>
                    <a:pt x="9254" y="13"/>
                    <a:pt x="9251" y="13"/>
                    <a:pt x="9248" y="13"/>
                  </a:cubicBezTo>
                  <a:close/>
                  <a:moveTo>
                    <a:pt x="8303" y="128"/>
                  </a:moveTo>
                  <a:cubicBezTo>
                    <a:pt x="8291" y="128"/>
                    <a:pt x="8279" y="131"/>
                    <a:pt x="8267" y="137"/>
                  </a:cubicBezTo>
                  <a:cubicBezTo>
                    <a:pt x="8162" y="180"/>
                    <a:pt x="8060" y="232"/>
                    <a:pt x="7964" y="294"/>
                  </a:cubicBezTo>
                  <a:cubicBezTo>
                    <a:pt x="7900" y="340"/>
                    <a:pt x="7931" y="442"/>
                    <a:pt x="8011" y="442"/>
                  </a:cubicBezTo>
                  <a:lnTo>
                    <a:pt x="8011" y="445"/>
                  </a:lnTo>
                  <a:cubicBezTo>
                    <a:pt x="8026" y="445"/>
                    <a:pt x="8042" y="439"/>
                    <a:pt x="8054" y="430"/>
                  </a:cubicBezTo>
                  <a:cubicBezTo>
                    <a:pt x="8140" y="374"/>
                    <a:pt x="8233" y="325"/>
                    <a:pt x="8325" y="288"/>
                  </a:cubicBezTo>
                  <a:cubicBezTo>
                    <a:pt x="8420" y="255"/>
                    <a:pt x="8382" y="128"/>
                    <a:pt x="8303" y="128"/>
                  </a:cubicBezTo>
                  <a:close/>
                  <a:moveTo>
                    <a:pt x="9873" y="178"/>
                  </a:moveTo>
                  <a:cubicBezTo>
                    <a:pt x="9795" y="178"/>
                    <a:pt x="9757" y="295"/>
                    <a:pt x="9840" y="334"/>
                  </a:cubicBezTo>
                  <a:cubicBezTo>
                    <a:pt x="9938" y="374"/>
                    <a:pt x="10031" y="417"/>
                    <a:pt x="10123" y="470"/>
                  </a:cubicBezTo>
                  <a:cubicBezTo>
                    <a:pt x="10136" y="476"/>
                    <a:pt x="10148" y="479"/>
                    <a:pt x="10164" y="479"/>
                  </a:cubicBezTo>
                  <a:cubicBezTo>
                    <a:pt x="10247" y="479"/>
                    <a:pt x="10275" y="368"/>
                    <a:pt x="10201" y="328"/>
                  </a:cubicBezTo>
                  <a:cubicBezTo>
                    <a:pt x="10105" y="275"/>
                    <a:pt x="10003" y="226"/>
                    <a:pt x="9901" y="183"/>
                  </a:cubicBezTo>
                  <a:cubicBezTo>
                    <a:pt x="9891" y="179"/>
                    <a:pt x="9882" y="178"/>
                    <a:pt x="9873" y="178"/>
                  </a:cubicBezTo>
                  <a:close/>
                  <a:moveTo>
                    <a:pt x="5475" y="516"/>
                  </a:moveTo>
                  <a:cubicBezTo>
                    <a:pt x="5406" y="516"/>
                    <a:pt x="5337" y="518"/>
                    <a:pt x="5269" y="522"/>
                  </a:cubicBezTo>
                  <a:cubicBezTo>
                    <a:pt x="5167" y="531"/>
                    <a:pt x="5173" y="683"/>
                    <a:pt x="5275" y="686"/>
                  </a:cubicBezTo>
                  <a:lnTo>
                    <a:pt x="5281" y="683"/>
                  </a:lnTo>
                  <a:cubicBezTo>
                    <a:pt x="5341" y="679"/>
                    <a:pt x="5401" y="677"/>
                    <a:pt x="5463" y="677"/>
                  </a:cubicBezTo>
                  <a:cubicBezTo>
                    <a:pt x="5506" y="677"/>
                    <a:pt x="5549" y="678"/>
                    <a:pt x="5593" y="679"/>
                  </a:cubicBezTo>
                  <a:cubicBezTo>
                    <a:pt x="5698" y="679"/>
                    <a:pt x="5704" y="528"/>
                    <a:pt x="5602" y="519"/>
                  </a:cubicBezTo>
                  <a:cubicBezTo>
                    <a:pt x="5560" y="517"/>
                    <a:pt x="5517" y="516"/>
                    <a:pt x="5475" y="516"/>
                  </a:cubicBezTo>
                  <a:close/>
                  <a:moveTo>
                    <a:pt x="5916" y="551"/>
                  </a:moveTo>
                  <a:cubicBezTo>
                    <a:pt x="5879" y="551"/>
                    <a:pt x="5845" y="580"/>
                    <a:pt x="5839" y="621"/>
                  </a:cubicBezTo>
                  <a:cubicBezTo>
                    <a:pt x="5833" y="664"/>
                    <a:pt x="5861" y="704"/>
                    <a:pt x="5907" y="713"/>
                  </a:cubicBezTo>
                  <a:cubicBezTo>
                    <a:pt x="6009" y="729"/>
                    <a:pt x="6111" y="754"/>
                    <a:pt x="6213" y="781"/>
                  </a:cubicBezTo>
                  <a:cubicBezTo>
                    <a:pt x="6219" y="784"/>
                    <a:pt x="6228" y="784"/>
                    <a:pt x="6234" y="784"/>
                  </a:cubicBezTo>
                  <a:cubicBezTo>
                    <a:pt x="6327" y="784"/>
                    <a:pt x="6345" y="655"/>
                    <a:pt x="6256" y="627"/>
                  </a:cubicBezTo>
                  <a:cubicBezTo>
                    <a:pt x="6151" y="596"/>
                    <a:pt x="6043" y="572"/>
                    <a:pt x="5932" y="553"/>
                  </a:cubicBezTo>
                  <a:cubicBezTo>
                    <a:pt x="5927" y="552"/>
                    <a:pt x="5922" y="551"/>
                    <a:pt x="5916" y="551"/>
                  </a:cubicBezTo>
                  <a:close/>
                  <a:moveTo>
                    <a:pt x="4962" y="562"/>
                  </a:moveTo>
                  <a:cubicBezTo>
                    <a:pt x="4955" y="562"/>
                    <a:pt x="4947" y="563"/>
                    <a:pt x="4939" y="565"/>
                  </a:cubicBezTo>
                  <a:cubicBezTo>
                    <a:pt x="4831" y="587"/>
                    <a:pt x="4723" y="612"/>
                    <a:pt x="4615" y="642"/>
                  </a:cubicBezTo>
                  <a:cubicBezTo>
                    <a:pt x="4526" y="670"/>
                    <a:pt x="4544" y="803"/>
                    <a:pt x="4640" y="803"/>
                  </a:cubicBezTo>
                  <a:cubicBezTo>
                    <a:pt x="4646" y="803"/>
                    <a:pt x="4655" y="803"/>
                    <a:pt x="4661" y="800"/>
                  </a:cubicBezTo>
                  <a:cubicBezTo>
                    <a:pt x="4763" y="769"/>
                    <a:pt x="4865" y="744"/>
                    <a:pt x="4970" y="726"/>
                  </a:cubicBezTo>
                  <a:cubicBezTo>
                    <a:pt x="5075" y="711"/>
                    <a:pt x="5054" y="562"/>
                    <a:pt x="4962" y="562"/>
                  </a:cubicBezTo>
                  <a:close/>
                  <a:moveTo>
                    <a:pt x="10439" y="486"/>
                  </a:moveTo>
                  <a:cubicBezTo>
                    <a:pt x="10370" y="486"/>
                    <a:pt x="10324" y="585"/>
                    <a:pt x="10395" y="633"/>
                  </a:cubicBezTo>
                  <a:cubicBezTo>
                    <a:pt x="10478" y="692"/>
                    <a:pt x="10565" y="757"/>
                    <a:pt x="10651" y="821"/>
                  </a:cubicBezTo>
                  <a:cubicBezTo>
                    <a:pt x="10663" y="834"/>
                    <a:pt x="10682" y="840"/>
                    <a:pt x="10700" y="840"/>
                  </a:cubicBezTo>
                  <a:lnTo>
                    <a:pt x="10700" y="843"/>
                  </a:lnTo>
                  <a:cubicBezTo>
                    <a:pt x="10725" y="843"/>
                    <a:pt x="10747" y="831"/>
                    <a:pt x="10762" y="809"/>
                  </a:cubicBezTo>
                  <a:cubicBezTo>
                    <a:pt x="10790" y="775"/>
                    <a:pt x="10784" y="723"/>
                    <a:pt x="10750" y="695"/>
                  </a:cubicBezTo>
                  <a:cubicBezTo>
                    <a:pt x="10663" y="627"/>
                    <a:pt x="10574" y="559"/>
                    <a:pt x="10484" y="501"/>
                  </a:cubicBezTo>
                  <a:cubicBezTo>
                    <a:pt x="10469" y="490"/>
                    <a:pt x="10453" y="486"/>
                    <a:pt x="10439" y="486"/>
                  </a:cubicBezTo>
                  <a:close/>
                  <a:moveTo>
                    <a:pt x="7760" y="484"/>
                  </a:moveTo>
                  <a:cubicBezTo>
                    <a:pt x="7741" y="484"/>
                    <a:pt x="7720" y="492"/>
                    <a:pt x="7702" y="510"/>
                  </a:cubicBezTo>
                  <a:cubicBezTo>
                    <a:pt x="7622" y="590"/>
                    <a:pt x="7551" y="676"/>
                    <a:pt x="7490" y="772"/>
                  </a:cubicBezTo>
                  <a:cubicBezTo>
                    <a:pt x="7452" y="824"/>
                    <a:pt x="7490" y="898"/>
                    <a:pt x="7554" y="898"/>
                  </a:cubicBezTo>
                  <a:cubicBezTo>
                    <a:pt x="7582" y="898"/>
                    <a:pt x="7610" y="886"/>
                    <a:pt x="7625" y="861"/>
                  </a:cubicBezTo>
                  <a:cubicBezTo>
                    <a:pt x="7684" y="778"/>
                    <a:pt x="7749" y="698"/>
                    <a:pt x="7820" y="624"/>
                  </a:cubicBezTo>
                  <a:cubicBezTo>
                    <a:pt x="7879" y="565"/>
                    <a:pt x="7824" y="484"/>
                    <a:pt x="7760" y="484"/>
                  </a:cubicBezTo>
                  <a:close/>
                  <a:moveTo>
                    <a:pt x="6543" y="733"/>
                  </a:moveTo>
                  <a:cubicBezTo>
                    <a:pt x="6464" y="733"/>
                    <a:pt x="6426" y="848"/>
                    <a:pt x="6509" y="886"/>
                  </a:cubicBezTo>
                  <a:cubicBezTo>
                    <a:pt x="6604" y="929"/>
                    <a:pt x="6700" y="976"/>
                    <a:pt x="6789" y="1028"/>
                  </a:cubicBezTo>
                  <a:cubicBezTo>
                    <a:pt x="6802" y="1034"/>
                    <a:pt x="6814" y="1037"/>
                    <a:pt x="6829" y="1037"/>
                  </a:cubicBezTo>
                  <a:lnTo>
                    <a:pt x="6833" y="1037"/>
                  </a:lnTo>
                  <a:cubicBezTo>
                    <a:pt x="6913" y="1037"/>
                    <a:pt x="6941" y="926"/>
                    <a:pt x="6870" y="886"/>
                  </a:cubicBezTo>
                  <a:cubicBezTo>
                    <a:pt x="6774" y="831"/>
                    <a:pt x="6675" y="781"/>
                    <a:pt x="6573" y="738"/>
                  </a:cubicBezTo>
                  <a:cubicBezTo>
                    <a:pt x="6563" y="734"/>
                    <a:pt x="6553" y="733"/>
                    <a:pt x="6543" y="733"/>
                  </a:cubicBezTo>
                  <a:close/>
                  <a:moveTo>
                    <a:pt x="4337" y="747"/>
                  </a:moveTo>
                  <a:cubicBezTo>
                    <a:pt x="4326" y="747"/>
                    <a:pt x="4315" y="749"/>
                    <a:pt x="4303" y="754"/>
                  </a:cubicBezTo>
                  <a:cubicBezTo>
                    <a:pt x="4236" y="781"/>
                    <a:pt x="4168" y="812"/>
                    <a:pt x="4100" y="846"/>
                  </a:cubicBezTo>
                  <a:cubicBezTo>
                    <a:pt x="4069" y="861"/>
                    <a:pt x="4035" y="877"/>
                    <a:pt x="4004" y="892"/>
                  </a:cubicBezTo>
                  <a:cubicBezTo>
                    <a:pt x="3964" y="914"/>
                    <a:pt x="3949" y="963"/>
                    <a:pt x="3970" y="1003"/>
                  </a:cubicBezTo>
                  <a:cubicBezTo>
                    <a:pt x="3983" y="1031"/>
                    <a:pt x="4010" y="1047"/>
                    <a:pt x="4041" y="1047"/>
                  </a:cubicBezTo>
                  <a:cubicBezTo>
                    <a:pt x="4054" y="1047"/>
                    <a:pt x="4069" y="1043"/>
                    <a:pt x="4081" y="1037"/>
                  </a:cubicBezTo>
                  <a:cubicBezTo>
                    <a:pt x="4109" y="1022"/>
                    <a:pt x="4140" y="1006"/>
                    <a:pt x="4174" y="991"/>
                  </a:cubicBezTo>
                  <a:cubicBezTo>
                    <a:pt x="4236" y="960"/>
                    <a:pt x="4300" y="929"/>
                    <a:pt x="4365" y="905"/>
                  </a:cubicBezTo>
                  <a:cubicBezTo>
                    <a:pt x="4452" y="869"/>
                    <a:pt x="4417" y="747"/>
                    <a:pt x="4337" y="747"/>
                  </a:cubicBezTo>
                  <a:close/>
                  <a:moveTo>
                    <a:pt x="10948" y="890"/>
                  </a:moveTo>
                  <a:cubicBezTo>
                    <a:pt x="10885" y="890"/>
                    <a:pt x="10833" y="972"/>
                    <a:pt x="10891" y="1028"/>
                  </a:cubicBezTo>
                  <a:cubicBezTo>
                    <a:pt x="10972" y="1102"/>
                    <a:pt x="11049" y="1176"/>
                    <a:pt x="11120" y="1250"/>
                  </a:cubicBezTo>
                  <a:cubicBezTo>
                    <a:pt x="11135" y="1266"/>
                    <a:pt x="11157" y="1275"/>
                    <a:pt x="11178" y="1275"/>
                  </a:cubicBezTo>
                  <a:cubicBezTo>
                    <a:pt x="11249" y="1275"/>
                    <a:pt x="11286" y="1188"/>
                    <a:pt x="11237" y="1139"/>
                  </a:cubicBezTo>
                  <a:cubicBezTo>
                    <a:pt x="11163" y="1062"/>
                    <a:pt x="11083" y="988"/>
                    <a:pt x="10999" y="911"/>
                  </a:cubicBezTo>
                  <a:cubicBezTo>
                    <a:pt x="10983" y="896"/>
                    <a:pt x="10965" y="890"/>
                    <a:pt x="10948" y="890"/>
                  </a:cubicBezTo>
                  <a:close/>
                  <a:moveTo>
                    <a:pt x="3769" y="1046"/>
                  </a:moveTo>
                  <a:cubicBezTo>
                    <a:pt x="3753" y="1046"/>
                    <a:pt x="3735" y="1052"/>
                    <a:pt x="3717" y="1065"/>
                  </a:cubicBezTo>
                  <a:cubicBezTo>
                    <a:pt x="3628" y="1130"/>
                    <a:pt x="3539" y="1198"/>
                    <a:pt x="3458" y="1272"/>
                  </a:cubicBezTo>
                  <a:cubicBezTo>
                    <a:pt x="3403" y="1321"/>
                    <a:pt x="3437" y="1414"/>
                    <a:pt x="3511" y="1414"/>
                  </a:cubicBezTo>
                  <a:cubicBezTo>
                    <a:pt x="3529" y="1414"/>
                    <a:pt x="3551" y="1407"/>
                    <a:pt x="3566" y="1392"/>
                  </a:cubicBezTo>
                  <a:cubicBezTo>
                    <a:pt x="3643" y="1321"/>
                    <a:pt x="3724" y="1256"/>
                    <a:pt x="3810" y="1198"/>
                  </a:cubicBezTo>
                  <a:cubicBezTo>
                    <a:pt x="3890" y="1150"/>
                    <a:pt x="3840" y="1046"/>
                    <a:pt x="3769" y="1046"/>
                  </a:cubicBezTo>
                  <a:close/>
                  <a:moveTo>
                    <a:pt x="7396" y="1017"/>
                  </a:moveTo>
                  <a:cubicBezTo>
                    <a:pt x="7368" y="1017"/>
                    <a:pt x="7341" y="1031"/>
                    <a:pt x="7326" y="1065"/>
                  </a:cubicBezTo>
                  <a:cubicBezTo>
                    <a:pt x="7311" y="1102"/>
                    <a:pt x="7295" y="1136"/>
                    <a:pt x="7280" y="1176"/>
                  </a:cubicBezTo>
                  <a:cubicBezTo>
                    <a:pt x="7237" y="1139"/>
                    <a:pt x="7193" y="1102"/>
                    <a:pt x="7147" y="1068"/>
                  </a:cubicBezTo>
                  <a:cubicBezTo>
                    <a:pt x="7131" y="1056"/>
                    <a:pt x="7114" y="1050"/>
                    <a:pt x="7098" y="1050"/>
                  </a:cubicBezTo>
                  <a:cubicBezTo>
                    <a:pt x="7031" y="1050"/>
                    <a:pt x="6982" y="1145"/>
                    <a:pt x="7052" y="1198"/>
                  </a:cubicBezTo>
                  <a:cubicBezTo>
                    <a:pt x="7110" y="1244"/>
                    <a:pt x="7169" y="1290"/>
                    <a:pt x="7224" y="1343"/>
                  </a:cubicBezTo>
                  <a:cubicBezTo>
                    <a:pt x="7221" y="1355"/>
                    <a:pt x="7218" y="1370"/>
                    <a:pt x="7215" y="1383"/>
                  </a:cubicBezTo>
                  <a:cubicBezTo>
                    <a:pt x="7203" y="1426"/>
                    <a:pt x="7227" y="1472"/>
                    <a:pt x="7271" y="1481"/>
                  </a:cubicBezTo>
                  <a:cubicBezTo>
                    <a:pt x="7277" y="1484"/>
                    <a:pt x="7283" y="1484"/>
                    <a:pt x="7292" y="1484"/>
                  </a:cubicBezTo>
                  <a:cubicBezTo>
                    <a:pt x="7294" y="1485"/>
                    <a:pt x="7296" y="1485"/>
                    <a:pt x="7298" y="1485"/>
                  </a:cubicBezTo>
                  <a:cubicBezTo>
                    <a:pt x="7333" y="1485"/>
                    <a:pt x="7364" y="1461"/>
                    <a:pt x="7372" y="1426"/>
                  </a:cubicBezTo>
                  <a:lnTo>
                    <a:pt x="7372" y="1420"/>
                  </a:lnTo>
                  <a:cubicBezTo>
                    <a:pt x="7425" y="1401"/>
                    <a:pt x="7443" y="1340"/>
                    <a:pt x="7409" y="1293"/>
                  </a:cubicBezTo>
                  <a:cubicBezTo>
                    <a:pt x="7428" y="1238"/>
                    <a:pt x="7449" y="1182"/>
                    <a:pt x="7474" y="1133"/>
                  </a:cubicBezTo>
                  <a:cubicBezTo>
                    <a:pt x="7502" y="1068"/>
                    <a:pt x="7449" y="1017"/>
                    <a:pt x="7396" y="1017"/>
                  </a:cubicBezTo>
                  <a:close/>
                  <a:moveTo>
                    <a:pt x="11402" y="1354"/>
                  </a:moveTo>
                  <a:cubicBezTo>
                    <a:pt x="11342" y="1354"/>
                    <a:pt x="11290" y="1425"/>
                    <a:pt x="11339" y="1488"/>
                  </a:cubicBezTo>
                  <a:cubicBezTo>
                    <a:pt x="11413" y="1571"/>
                    <a:pt x="11481" y="1654"/>
                    <a:pt x="11542" y="1731"/>
                  </a:cubicBezTo>
                  <a:cubicBezTo>
                    <a:pt x="11558" y="1753"/>
                    <a:pt x="11579" y="1762"/>
                    <a:pt x="11607" y="1762"/>
                  </a:cubicBezTo>
                  <a:cubicBezTo>
                    <a:pt x="11672" y="1762"/>
                    <a:pt x="11712" y="1685"/>
                    <a:pt x="11669" y="1633"/>
                  </a:cubicBezTo>
                  <a:cubicBezTo>
                    <a:pt x="11607" y="1552"/>
                    <a:pt x="11536" y="1466"/>
                    <a:pt x="11459" y="1380"/>
                  </a:cubicBezTo>
                  <a:cubicBezTo>
                    <a:pt x="11441" y="1361"/>
                    <a:pt x="11421" y="1354"/>
                    <a:pt x="11402" y="1354"/>
                  </a:cubicBezTo>
                  <a:close/>
                  <a:moveTo>
                    <a:pt x="3285" y="1486"/>
                  </a:moveTo>
                  <a:cubicBezTo>
                    <a:pt x="3264" y="1486"/>
                    <a:pt x="3242" y="1494"/>
                    <a:pt x="3224" y="1515"/>
                  </a:cubicBezTo>
                  <a:cubicBezTo>
                    <a:pt x="3153" y="1602"/>
                    <a:pt x="3088" y="1694"/>
                    <a:pt x="3033" y="1790"/>
                  </a:cubicBezTo>
                  <a:cubicBezTo>
                    <a:pt x="3008" y="1827"/>
                    <a:pt x="3023" y="1876"/>
                    <a:pt x="3060" y="1901"/>
                  </a:cubicBezTo>
                  <a:cubicBezTo>
                    <a:pt x="3073" y="1907"/>
                    <a:pt x="3088" y="1910"/>
                    <a:pt x="3104" y="1910"/>
                  </a:cubicBezTo>
                  <a:lnTo>
                    <a:pt x="3101" y="1913"/>
                  </a:lnTo>
                  <a:cubicBezTo>
                    <a:pt x="3131" y="1913"/>
                    <a:pt x="3156" y="1898"/>
                    <a:pt x="3172" y="1870"/>
                  </a:cubicBezTo>
                  <a:cubicBezTo>
                    <a:pt x="3224" y="1784"/>
                    <a:pt x="3283" y="1697"/>
                    <a:pt x="3350" y="1617"/>
                  </a:cubicBezTo>
                  <a:cubicBezTo>
                    <a:pt x="3398" y="1556"/>
                    <a:pt x="3345" y="1486"/>
                    <a:pt x="3285" y="1486"/>
                  </a:cubicBezTo>
                  <a:close/>
                  <a:moveTo>
                    <a:pt x="7559" y="1500"/>
                  </a:moveTo>
                  <a:cubicBezTo>
                    <a:pt x="7501" y="1500"/>
                    <a:pt x="7445" y="1570"/>
                    <a:pt x="7496" y="1633"/>
                  </a:cubicBezTo>
                  <a:cubicBezTo>
                    <a:pt x="7557" y="1716"/>
                    <a:pt x="7610" y="1802"/>
                    <a:pt x="7656" y="1895"/>
                  </a:cubicBezTo>
                  <a:cubicBezTo>
                    <a:pt x="7668" y="1922"/>
                    <a:pt x="7696" y="1941"/>
                    <a:pt x="7730" y="1941"/>
                  </a:cubicBezTo>
                  <a:cubicBezTo>
                    <a:pt x="7742" y="1941"/>
                    <a:pt x="7752" y="1938"/>
                    <a:pt x="7764" y="1932"/>
                  </a:cubicBezTo>
                  <a:cubicBezTo>
                    <a:pt x="7804" y="1913"/>
                    <a:pt x="7820" y="1864"/>
                    <a:pt x="7801" y="1824"/>
                  </a:cubicBezTo>
                  <a:cubicBezTo>
                    <a:pt x="7752" y="1722"/>
                    <a:pt x="7693" y="1626"/>
                    <a:pt x="7622" y="1537"/>
                  </a:cubicBezTo>
                  <a:cubicBezTo>
                    <a:pt x="7605" y="1511"/>
                    <a:pt x="7582" y="1500"/>
                    <a:pt x="7559" y="1500"/>
                  </a:cubicBezTo>
                  <a:close/>
                  <a:moveTo>
                    <a:pt x="7233" y="1638"/>
                  </a:moveTo>
                  <a:cubicBezTo>
                    <a:pt x="7190" y="1638"/>
                    <a:pt x="7153" y="1669"/>
                    <a:pt x="7150" y="1713"/>
                  </a:cubicBezTo>
                  <a:cubicBezTo>
                    <a:pt x="7141" y="1787"/>
                    <a:pt x="7138" y="1861"/>
                    <a:pt x="7138" y="1938"/>
                  </a:cubicBezTo>
                  <a:cubicBezTo>
                    <a:pt x="7138" y="1975"/>
                    <a:pt x="7138" y="2012"/>
                    <a:pt x="7141" y="2049"/>
                  </a:cubicBezTo>
                  <a:cubicBezTo>
                    <a:pt x="7141" y="2092"/>
                    <a:pt x="7178" y="2126"/>
                    <a:pt x="7221" y="2126"/>
                  </a:cubicBezTo>
                  <a:lnTo>
                    <a:pt x="7224" y="2123"/>
                  </a:lnTo>
                  <a:cubicBezTo>
                    <a:pt x="7271" y="2123"/>
                    <a:pt x="7304" y="2083"/>
                    <a:pt x="7301" y="2040"/>
                  </a:cubicBezTo>
                  <a:cubicBezTo>
                    <a:pt x="7298" y="2006"/>
                    <a:pt x="7298" y="1972"/>
                    <a:pt x="7298" y="1938"/>
                  </a:cubicBezTo>
                  <a:cubicBezTo>
                    <a:pt x="7298" y="1867"/>
                    <a:pt x="7301" y="1799"/>
                    <a:pt x="7311" y="1728"/>
                  </a:cubicBezTo>
                  <a:cubicBezTo>
                    <a:pt x="7314" y="1685"/>
                    <a:pt x="7283" y="1645"/>
                    <a:pt x="7240" y="1639"/>
                  </a:cubicBezTo>
                  <a:cubicBezTo>
                    <a:pt x="7238" y="1639"/>
                    <a:pt x="7235" y="1638"/>
                    <a:pt x="7233" y="1638"/>
                  </a:cubicBezTo>
                  <a:close/>
                  <a:moveTo>
                    <a:pt x="11801" y="1860"/>
                  </a:moveTo>
                  <a:cubicBezTo>
                    <a:pt x="11742" y="1860"/>
                    <a:pt x="11687" y="1926"/>
                    <a:pt x="11733" y="1990"/>
                  </a:cubicBezTo>
                  <a:cubicBezTo>
                    <a:pt x="11848" y="2148"/>
                    <a:pt x="11909" y="2252"/>
                    <a:pt x="11909" y="2252"/>
                  </a:cubicBezTo>
                  <a:cubicBezTo>
                    <a:pt x="11925" y="2277"/>
                    <a:pt x="11952" y="2293"/>
                    <a:pt x="11980" y="2293"/>
                  </a:cubicBezTo>
                  <a:cubicBezTo>
                    <a:pt x="11996" y="2293"/>
                    <a:pt x="12008" y="2289"/>
                    <a:pt x="12020" y="2280"/>
                  </a:cubicBezTo>
                  <a:cubicBezTo>
                    <a:pt x="12060" y="2259"/>
                    <a:pt x="12073" y="2209"/>
                    <a:pt x="12048" y="2169"/>
                  </a:cubicBezTo>
                  <a:cubicBezTo>
                    <a:pt x="12045" y="2166"/>
                    <a:pt x="11983" y="2061"/>
                    <a:pt x="11866" y="1895"/>
                  </a:cubicBezTo>
                  <a:cubicBezTo>
                    <a:pt x="11848" y="1870"/>
                    <a:pt x="11824" y="1860"/>
                    <a:pt x="11801" y="1860"/>
                  </a:cubicBezTo>
                  <a:close/>
                  <a:moveTo>
                    <a:pt x="2955" y="2033"/>
                  </a:moveTo>
                  <a:cubicBezTo>
                    <a:pt x="2925" y="2033"/>
                    <a:pt x="2895" y="2050"/>
                    <a:pt x="2882" y="2089"/>
                  </a:cubicBezTo>
                  <a:cubicBezTo>
                    <a:pt x="2841" y="2194"/>
                    <a:pt x="2804" y="2299"/>
                    <a:pt x="2780" y="2407"/>
                  </a:cubicBezTo>
                  <a:cubicBezTo>
                    <a:pt x="2767" y="2453"/>
                    <a:pt x="2795" y="2496"/>
                    <a:pt x="2838" y="2505"/>
                  </a:cubicBezTo>
                  <a:cubicBezTo>
                    <a:pt x="2845" y="2508"/>
                    <a:pt x="2851" y="2508"/>
                    <a:pt x="2857" y="2508"/>
                  </a:cubicBezTo>
                  <a:lnTo>
                    <a:pt x="2860" y="2508"/>
                  </a:lnTo>
                  <a:cubicBezTo>
                    <a:pt x="2897" y="2508"/>
                    <a:pt x="2928" y="2484"/>
                    <a:pt x="2937" y="2447"/>
                  </a:cubicBezTo>
                  <a:cubicBezTo>
                    <a:pt x="2962" y="2345"/>
                    <a:pt x="2993" y="2246"/>
                    <a:pt x="3033" y="2151"/>
                  </a:cubicBezTo>
                  <a:cubicBezTo>
                    <a:pt x="3062" y="2084"/>
                    <a:pt x="3008" y="2033"/>
                    <a:pt x="2955" y="2033"/>
                  </a:cubicBezTo>
                  <a:close/>
                  <a:moveTo>
                    <a:pt x="7821" y="2084"/>
                  </a:moveTo>
                  <a:cubicBezTo>
                    <a:pt x="7777" y="2084"/>
                    <a:pt x="7733" y="2116"/>
                    <a:pt x="7739" y="2175"/>
                  </a:cubicBezTo>
                  <a:cubicBezTo>
                    <a:pt x="7742" y="2191"/>
                    <a:pt x="7742" y="2209"/>
                    <a:pt x="7742" y="2225"/>
                  </a:cubicBezTo>
                  <a:cubicBezTo>
                    <a:pt x="7746" y="2299"/>
                    <a:pt x="7724" y="2370"/>
                    <a:pt x="7684" y="2428"/>
                  </a:cubicBezTo>
                  <a:cubicBezTo>
                    <a:pt x="7656" y="2465"/>
                    <a:pt x="7665" y="2515"/>
                    <a:pt x="7699" y="2539"/>
                  </a:cubicBezTo>
                  <a:cubicBezTo>
                    <a:pt x="7715" y="2552"/>
                    <a:pt x="7730" y="2558"/>
                    <a:pt x="7749" y="2558"/>
                  </a:cubicBezTo>
                  <a:cubicBezTo>
                    <a:pt x="7773" y="2558"/>
                    <a:pt x="7798" y="2545"/>
                    <a:pt x="7813" y="2524"/>
                  </a:cubicBezTo>
                  <a:cubicBezTo>
                    <a:pt x="7875" y="2438"/>
                    <a:pt x="7906" y="2333"/>
                    <a:pt x="7903" y="2225"/>
                  </a:cubicBezTo>
                  <a:cubicBezTo>
                    <a:pt x="7903" y="2203"/>
                    <a:pt x="7900" y="2182"/>
                    <a:pt x="7900" y="2160"/>
                  </a:cubicBezTo>
                  <a:cubicBezTo>
                    <a:pt x="7897" y="2108"/>
                    <a:pt x="7859" y="2084"/>
                    <a:pt x="7821" y="2084"/>
                  </a:cubicBezTo>
                  <a:close/>
                  <a:moveTo>
                    <a:pt x="7283" y="2281"/>
                  </a:moveTo>
                  <a:cubicBezTo>
                    <a:pt x="7233" y="2281"/>
                    <a:pt x="7182" y="2325"/>
                    <a:pt x="7203" y="2388"/>
                  </a:cubicBezTo>
                  <a:cubicBezTo>
                    <a:pt x="7258" y="2549"/>
                    <a:pt x="7341" y="2650"/>
                    <a:pt x="7449" y="2684"/>
                  </a:cubicBezTo>
                  <a:cubicBezTo>
                    <a:pt x="7456" y="2687"/>
                    <a:pt x="7465" y="2687"/>
                    <a:pt x="7474" y="2687"/>
                  </a:cubicBezTo>
                  <a:cubicBezTo>
                    <a:pt x="7567" y="2687"/>
                    <a:pt x="7588" y="2555"/>
                    <a:pt x="7499" y="2530"/>
                  </a:cubicBezTo>
                  <a:cubicBezTo>
                    <a:pt x="7443" y="2512"/>
                    <a:pt x="7394" y="2444"/>
                    <a:pt x="7357" y="2336"/>
                  </a:cubicBezTo>
                  <a:cubicBezTo>
                    <a:pt x="7344" y="2297"/>
                    <a:pt x="7314" y="2281"/>
                    <a:pt x="7283" y="2281"/>
                  </a:cubicBezTo>
                  <a:close/>
                  <a:moveTo>
                    <a:pt x="2802" y="2670"/>
                  </a:moveTo>
                  <a:cubicBezTo>
                    <a:pt x="2766" y="2670"/>
                    <a:pt x="2731" y="2692"/>
                    <a:pt x="2724" y="2737"/>
                  </a:cubicBezTo>
                  <a:cubicBezTo>
                    <a:pt x="2712" y="2829"/>
                    <a:pt x="2709" y="2925"/>
                    <a:pt x="2709" y="3017"/>
                  </a:cubicBezTo>
                  <a:lnTo>
                    <a:pt x="2709" y="3070"/>
                  </a:lnTo>
                  <a:cubicBezTo>
                    <a:pt x="2709" y="3116"/>
                    <a:pt x="2746" y="3150"/>
                    <a:pt x="2789" y="3150"/>
                  </a:cubicBezTo>
                  <a:cubicBezTo>
                    <a:pt x="2835" y="3150"/>
                    <a:pt x="2869" y="3113"/>
                    <a:pt x="2869" y="3067"/>
                  </a:cubicBezTo>
                  <a:lnTo>
                    <a:pt x="2869" y="3017"/>
                  </a:lnTo>
                  <a:cubicBezTo>
                    <a:pt x="2869" y="2931"/>
                    <a:pt x="2875" y="2842"/>
                    <a:pt x="2885" y="2755"/>
                  </a:cubicBezTo>
                  <a:cubicBezTo>
                    <a:pt x="2886" y="2700"/>
                    <a:pt x="2844" y="2670"/>
                    <a:pt x="2802" y="2670"/>
                  </a:cubicBezTo>
                  <a:close/>
                  <a:moveTo>
                    <a:pt x="1978" y="3267"/>
                  </a:moveTo>
                  <a:cubicBezTo>
                    <a:pt x="1864" y="3273"/>
                    <a:pt x="1753" y="3292"/>
                    <a:pt x="1645" y="3320"/>
                  </a:cubicBezTo>
                  <a:cubicBezTo>
                    <a:pt x="1552" y="3344"/>
                    <a:pt x="1568" y="3477"/>
                    <a:pt x="1663" y="3480"/>
                  </a:cubicBezTo>
                  <a:cubicBezTo>
                    <a:pt x="1669" y="3480"/>
                    <a:pt x="1676" y="3480"/>
                    <a:pt x="1685" y="3477"/>
                  </a:cubicBezTo>
                  <a:cubicBezTo>
                    <a:pt x="1784" y="3452"/>
                    <a:pt x="1885" y="3437"/>
                    <a:pt x="1987" y="3428"/>
                  </a:cubicBezTo>
                  <a:cubicBezTo>
                    <a:pt x="2089" y="3415"/>
                    <a:pt x="2077" y="3267"/>
                    <a:pt x="1978" y="3267"/>
                  </a:cubicBezTo>
                  <a:close/>
                  <a:moveTo>
                    <a:pt x="2305" y="3270"/>
                  </a:moveTo>
                  <a:cubicBezTo>
                    <a:pt x="2209" y="3270"/>
                    <a:pt x="2196" y="3419"/>
                    <a:pt x="2299" y="3431"/>
                  </a:cubicBezTo>
                  <a:cubicBezTo>
                    <a:pt x="2400" y="3440"/>
                    <a:pt x="2505" y="3458"/>
                    <a:pt x="2607" y="3483"/>
                  </a:cubicBezTo>
                  <a:cubicBezTo>
                    <a:pt x="2613" y="3483"/>
                    <a:pt x="2619" y="3486"/>
                    <a:pt x="2625" y="3486"/>
                  </a:cubicBezTo>
                  <a:lnTo>
                    <a:pt x="2625" y="3486"/>
                  </a:lnTo>
                  <a:cubicBezTo>
                    <a:pt x="2718" y="3484"/>
                    <a:pt x="2733" y="3347"/>
                    <a:pt x="2641" y="3326"/>
                  </a:cubicBezTo>
                  <a:cubicBezTo>
                    <a:pt x="2533" y="3298"/>
                    <a:pt x="2422" y="3280"/>
                    <a:pt x="2311" y="3270"/>
                  </a:cubicBezTo>
                  <a:cubicBezTo>
                    <a:pt x="2309" y="3270"/>
                    <a:pt x="2307" y="3270"/>
                    <a:pt x="2305" y="3270"/>
                  </a:cubicBezTo>
                  <a:close/>
                  <a:moveTo>
                    <a:pt x="2625" y="3486"/>
                  </a:moveTo>
                  <a:cubicBezTo>
                    <a:pt x="2624" y="3486"/>
                    <a:pt x="2623" y="3486"/>
                    <a:pt x="2623" y="3486"/>
                  </a:cubicBezTo>
                  <a:lnTo>
                    <a:pt x="2626" y="3486"/>
                  </a:lnTo>
                  <a:cubicBezTo>
                    <a:pt x="2625" y="3486"/>
                    <a:pt x="2625" y="3486"/>
                    <a:pt x="2625" y="3486"/>
                  </a:cubicBezTo>
                  <a:close/>
                  <a:moveTo>
                    <a:pt x="1361" y="3427"/>
                  </a:moveTo>
                  <a:cubicBezTo>
                    <a:pt x="1350" y="3427"/>
                    <a:pt x="1339" y="3429"/>
                    <a:pt x="1327" y="3434"/>
                  </a:cubicBezTo>
                  <a:cubicBezTo>
                    <a:pt x="1225" y="3483"/>
                    <a:pt x="1127" y="3539"/>
                    <a:pt x="1034" y="3606"/>
                  </a:cubicBezTo>
                  <a:cubicBezTo>
                    <a:pt x="972" y="3653"/>
                    <a:pt x="1003" y="3751"/>
                    <a:pt x="1083" y="3751"/>
                  </a:cubicBezTo>
                  <a:lnTo>
                    <a:pt x="1083" y="3755"/>
                  </a:lnTo>
                  <a:cubicBezTo>
                    <a:pt x="1099" y="3751"/>
                    <a:pt x="1117" y="3745"/>
                    <a:pt x="1130" y="3736"/>
                  </a:cubicBezTo>
                  <a:cubicBezTo>
                    <a:pt x="1213" y="3674"/>
                    <a:pt x="1302" y="3625"/>
                    <a:pt x="1395" y="3582"/>
                  </a:cubicBezTo>
                  <a:cubicBezTo>
                    <a:pt x="1476" y="3539"/>
                    <a:pt x="1436" y="3427"/>
                    <a:pt x="1361" y="3427"/>
                  </a:cubicBezTo>
                  <a:close/>
                  <a:moveTo>
                    <a:pt x="2818" y="3311"/>
                  </a:moveTo>
                  <a:cubicBezTo>
                    <a:pt x="2773" y="3311"/>
                    <a:pt x="2728" y="3345"/>
                    <a:pt x="2737" y="3403"/>
                  </a:cubicBezTo>
                  <a:cubicBezTo>
                    <a:pt x="2752" y="3514"/>
                    <a:pt x="2774" y="3622"/>
                    <a:pt x="2801" y="3730"/>
                  </a:cubicBezTo>
                  <a:cubicBezTo>
                    <a:pt x="2811" y="3764"/>
                    <a:pt x="2841" y="3792"/>
                    <a:pt x="2878" y="3792"/>
                  </a:cubicBezTo>
                  <a:cubicBezTo>
                    <a:pt x="2885" y="3792"/>
                    <a:pt x="2894" y="3792"/>
                    <a:pt x="2900" y="3788"/>
                  </a:cubicBezTo>
                  <a:cubicBezTo>
                    <a:pt x="2943" y="3779"/>
                    <a:pt x="2968" y="3733"/>
                    <a:pt x="2959" y="3690"/>
                  </a:cubicBezTo>
                  <a:cubicBezTo>
                    <a:pt x="2949" y="3656"/>
                    <a:pt x="2943" y="3622"/>
                    <a:pt x="2934" y="3588"/>
                  </a:cubicBezTo>
                  <a:lnTo>
                    <a:pt x="2934" y="3588"/>
                  </a:lnTo>
                  <a:cubicBezTo>
                    <a:pt x="3020" y="3625"/>
                    <a:pt x="3107" y="3665"/>
                    <a:pt x="3190" y="3711"/>
                  </a:cubicBezTo>
                  <a:cubicBezTo>
                    <a:pt x="3207" y="3724"/>
                    <a:pt x="3224" y="3729"/>
                    <a:pt x="3239" y="3729"/>
                  </a:cubicBezTo>
                  <a:cubicBezTo>
                    <a:pt x="3313" y="3729"/>
                    <a:pt x="3359" y="3608"/>
                    <a:pt x="3267" y="3569"/>
                  </a:cubicBezTo>
                  <a:cubicBezTo>
                    <a:pt x="3168" y="3517"/>
                    <a:pt x="3067" y="3468"/>
                    <a:pt x="2965" y="3428"/>
                  </a:cubicBezTo>
                  <a:cubicBezTo>
                    <a:pt x="2954" y="3423"/>
                    <a:pt x="2943" y="3421"/>
                    <a:pt x="2933" y="3421"/>
                  </a:cubicBezTo>
                  <a:cubicBezTo>
                    <a:pt x="2922" y="3421"/>
                    <a:pt x="2912" y="3423"/>
                    <a:pt x="2903" y="3428"/>
                  </a:cubicBezTo>
                  <a:lnTo>
                    <a:pt x="2897" y="3381"/>
                  </a:lnTo>
                  <a:cubicBezTo>
                    <a:pt x="2890" y="3333"/>
                    <a:pt x="2854" y="3311"/>
                    <a:pt x="2818" y="3311"/>
                  </a:cubicBezTo>
                  <a:close/>
                  <a:moveTo>
                    <a:pt x="3498" y="3734"/>
                  </a:moveTo>
                  <a:cubicBezTo>
                    <a:pt x="3430" y="3734"/>
                    <a:pt x="3379" y="3829"/>
                    <a:pt x="3449" y="3881"/>
                  </a:cubicBezTo>
                  <a:cubicBezTo>
                    <a:pt x="3529" y="3943"/>
                    <a:pt x="3603" y="4014"/>
                    <a:pt x="3671" y="4091"/>
                  </a:cubicBezTo>
                  <a:cubicBezTo>
                    <a:pt x="3687" y="4109"/>
                    <a:pt x="3708" y="4118"/>
                    <a:pt x="3733" y="4118"/>
                  </a:cubicBezTo>
                  <a:cubicBezTo>
                    <a:pt x="3801" y="4118"/>
                    <a:pt x="3838" y="4035"/>
                    <a:pt x="3795" y="3983"/>
                  </a:cubicBezTo>
                  <a:cubicBezTo>
                    <a:pt x="3721" y="3899"/>
                    <a:pt x="3637" y="3822"/>
                    <a:pt x="3548" y="3751"/>
                  </a:cubicBezTo>
                  <a:cubicBezTo>
                    <a:pt x="3531" y="3739"/>
                    <a:pt x="3514" y="3734"/>
                    <a:pt x="3498" y="3734"/>
                  </a:cubicBezTo>
                  <a:close/>
                  <a:moveTo>
                    <a:pt x="837" y="3800"/>
                  </a:moveTo>
                  <a:cubicBezTo>
                    <a:pt x="818" y="3800"/>
                    <a:pt x="799" y="3807"/>
                    <a:pt x="781" y="3825"/>
                  </a:cubicBezTo>
                  <a:cubicBezTo>
                    <a:pt x="744" y="3862"/>
                    <a:pt x="710" y="3899"/>
                    <a:pt x="676" y="3940"/>
                  </a:cubicBezTo>
                  <a:cubicBezTo>
                    <a:pt x="636" y="3986"/>
                    <a:pt x="599" y="4035"/>
                    <a:pt x="565" y="4081"/>
                  </a:cubicBezTo>
                  <a:cubicBezTo>
                    <a:pt x="538" y="4118"/>
                    <a:pt x="544" y="4168"/>
                    <a:pt x="581" y="4196"/>
                  </a:cubicBezTo>
                  <a:cubicBezTo>
                    <a:pt x="596" y="4205"/>
                    <a:pt x="612" y="4211"/>
                    <a:pt x="630" y="4211"/>
                  </a:cubicBezTo>
                  <a:cubicBezTo>
                    <a:pt x="655" y="4211"/>
                    <a:pt x="679" y="4199"/>
                    <a:pt x="695" y="4177"/>
                  </a:cubicBezTo>
                  <a:cubicBezTo>
                    <a:pt x="729" y="4134"/>
                    <a:pt x="763" y="4088"/>
                    <a:pt x="800" y="4044"/>
                  </a:cubicBezTo>
                  <a:cubicBezTo>
                    <a:pt x="831" y="4007"/>
                    <a:pt x="864" y="3974"/>
                    <a:pt x="895" y="3940"/>
                  </a:cubicBezTo>
                  <a:cubicBezTo>
                    <a:pt x="952" y="3881"/>
                    <a:pt x="898" y="3800"/>
                    <a:pt x="837" y="3800"/>
                  </a:cubicBezTo>
                  <a:close/>
                  <a:moveTo>
                    <a:pt x="2978" y="3936"/>
                  </a:moveTo>
                  <a:cubicBezTo>
                    <a:pt x="2927" y="3936"/>
                    <a:pt x="2877" y="3983"/>
                    <a:pt x="2900" y="4048"/>
                  </a:cubicBezTo>
                  <a:cubicBezTo>
                    <a:pt x="2940" y="4152"/>
                    <a:pt x="2990" y="4254"/>
                    <a:pt x="3045" y="4350"/>
                  </a:cubicBezTo>
                  <a:cubicBezTo>
                    <a:pt x="3060" y="4374"/>
                    <a:pt x="3085" y="4390"/>
                    <a:pt x="3116" y="4390"/>
                  </a:cubicBezTo>
                  <a:cubicBezTo>
                    <a:pt x="3178" y="4390"/>
                    <a:pt x="3215" y="4322"/>
                    <a:pt x="3187" y="4270"/>
                  </a:cubicBezTo>
                  <a:cubicBezTo>
                    <a:pt x="3134" y="4180"/>
                    <a:pt x="3088" y="4085"/>
                    <a:pt x="3051" y="3989"/>
                  </a:cubicBezTo>
                  <a:cubicBezTo>
                    <a:pt x="3037" y="3952"/>
                    <a:pt x="3007" y="3936"/>
                    <a:pt x="2978" y="3936"/>
                  </a:cubicBezTo>
                  <a:close/>
                  <a:moveTo>
                    <a:pt x="3900" y="4233"/>
                  </a:moveTo>
                  <a:cubicBezTo>
                    <a:pt x="3851" y="4233"/>
                    <a:pt x="3802" y="4275"/>
                    <a:pt x="3819" y="4337"/>
                  </a:cubicBezTo>
                  <a:cubicBezTo>
                    <a:pt x="3832" y="4368"/>
                    <a:pt x="3838" y="4402"/>
                    <a:pt x="3838" y="4436"/>
                  </a:cubicBezTo>
                  <a:cubicBezTo>
                    <a:pt x="3838" y="4482"/>
                    <a:pt x="3822" y="4529"/>
                    <a:pt x="3791" y="4569"/>
                  </a:cubicBezTo>
                  <a:cubicBezTo>
                    <a:pt x="3761" y="4603"/>
                    <a:pt x="3767" y="4655"/>
                    <a:pt x="3804" y="4683"/>
                  </a:cubicBezTo>
                  <a:cubicBezTo>
                    <a:pt x="3819" y="4695"/>
                    <a:pt x="3835" y="4701"/>
                    <a:pt x="3853" y="4701"/>
                  </a:cubicBezTo>
                  <a:cubicBezTo>
                    <a:pt x="3878" y="4701"/>
                    <a:pt x="3902" y="4689"/>
                    <a:pt x="3918" y="4667"/>
                  </a:cubicBezTo>
                  <a:cubicBezTo>
                    <a:pt x="3970" y="4603"/>
                    <a:pt x="4001" y="4519"/>
                    <a:pt x="3998" y="4436"/>
                  </a:cubicBezTo>
                  <a:cubicBezTo>
                    <a:pt x="3998" y="4384"/>
                    <a:pt x="3989" y="4334"/>
                    <a:pt x="3973" y="4288"/>
                  </a:cubicBezTo>
                  <a:cubicBezTo>
                    <a:pt x="3960" y="4250"/>
                    <a:pt x="3930" y="4233"/>
                    <a:pt x="3900" y="4233"/>
                  </a:cubicBezTo>
                  <a:close/>
                  <a:moveTo>
                    <a:pt x="448" y="4328"/>
                  </a:moveTo>
                  <a:cubicBezTo>
                    <a:pt x="424" y="4328"/>
                    <a:pt x="401" y="4338"/>
                    <a:pt x="383" y="4362"/>
                  </a:cubicBezTo>
                  <a:cubicBezTo>
                    <a:pt x="328" y="4458"/>
                    <a:pt x="282" y="4560"/>
                    <a:pt x="238" y="4661"/>
                  </a:cubicBezTo>
                  <a:cubicBezTo>
                    <a:pt x="223" y="4704"/>
                    <a:pt x="241" y="4751"/>
                    <a:pt x="282" y="4766"/>
                  </a:cubicBezTo>
                  <a:cubicBezTo>
                    <a:pt x="288" y="4771"/>
                    <a:pt x="297" y="4774"/>
                    <a:pt x="304" y="4774"/>
                  </a:cubicBezTo>
                  <a:cubicBezTo>
                    <a:pt x="307" y="4774"/>
                    <a:pt x="310" y="4773"/>
                    <a:pt x="312" y="4772"/>
                  </a:cubicBezTo>
                  <a:cubicBezTo>
                    <a:pt x="346" y="4772"/>
                    <a:pt x="377" y="4754"/>
                    <a:pt x="389" y="4723"/>
                  </a:cubicBezTo>
                  <a:cubicBezTo>
                    <a:pt x="426" y="4624"/>
                    <a:pt x="473" y="4532"/>
                    <a:pt x="525" y="4439"/>
                  </a:cubicBezTo>
                  <a:cubicBezTo>
                    <a:pt x="549" y="4378"/>
                    <a:pt x="499" y="4328"/>
                    <a:pt x="448" y="4328"/>
                  </a:cubicBezTo>
                  <a:close/>
                  <a:moveTo>
                    <a:pt x="3306" y="4490"/>
                  </a:moveTo>
                  <a:cubicBezTo>
                    <a:pt x="3244" y="4490"/>
                    <a:pt x="3189" y="4569"/>
                    <a:pt x="3246" y="4627"/>
                  </a:cubicBezTo>
                  <a:cubicBezTo>
                    <a:pt x="3350" y="4738"/>
                    <a:pt x="3455" y="4803"/>
                    <a:pt x="3557" y="4825"/>
                  </a:cubicBezTo>
                  <a:lnTo>
                    <a:pt x="3572" y="4825"/>
                  </a:lnTo>
                  <a:cubicBezTo>
                    <a:pt x="3574" y="4825"/>
                    <a:pt x="3575" y="4825"/>
                    <a:pt x="3576" y="4825"/>
                  </a:cubicBezTo>
                  <a:cubicBezTo>
                    <a:pt x="3671" y="4825"/>
                    <a:pt x="3686" y="4683"/>
                    <a:pt x="3588" y="4664"/>
                  </a:cubicBezTo>
                  <a:cubicBezTo>
                    <a:pt x="3517" y="4652"/>
                    <a:pt x="3440" y="4600"/>
                    <a:pt x="3363" y="4516"/>
                  </a:cubicBezTo>
                  <a:cubicBezTo>
                    <a:pt x="3345" y="4498"/>
                    <a:pt x="3325" y="4490"/>
                    <a:pt x="3306" y="4490"/>
                  </a:cubicBezTo>
                  <a:close/>
                  <a:moveTo>
                    <a:pt x="203" y="4930"/>
                  </a:moveTo>
                  <a:cubicBezTo>
                    <a:pt x="174" y="4930"/>
                    <a:pt x="145" y="4945"/>
                    <a:pt x="130" y="4979"/>
                  </a:cubicBezTo>
                  <a:cubicBezTo>
                    <a:pt x="100" y="5084"/>
                    <a:pt x="75" y="5192"/>
                    <a:pt x="56" y="5303"/>
                  </a:cubicBezTo>
                  <a:cubicBezTo>
                    <a:pt x="50" y="5346"/>
                    <a:pt x="78" y="5386"/>
                    <a:pt x="121" y="5395"/>
                  </a:cubicBezTo>
                  <a:lnTo>
                    <a:pt x="137" y="5395"/>
                  </a:lnTo>
                  <a:cubicBezTo>
                    <a:pt x="174" y="5395"/>
                    <a:pt x="208" y="5368"/>
                    <a:pt x="214" y="5331"/>
                  </a:cubicBezTo>
                  <a:cubicBezTo>
                    <a:pt x="232" y="5226"/>
                    <a:pt x="257" y="5124"/>
                    <a:pt x="285" y="5022"/>
                  </a:cubicBezTo>
                  <a:cubicBezTo>
                    <a:pt x="292" y="4966"/>
                    <a:pt x="247" y="4930"/>
                    <a:pt x="203" y="4930"/>
                  </a:cubicBezTo>
                  <a:close/>
                  <a:moveTo>
                    <a:pt x="97" y="5556"/>
                  </a:moveTo>
                  <a:cubicBezTo>
                    <a:pt x="56" y="5556"/>
                    <a:pt x="19" y="5586"/>
                    <a:pt x="16" y="5630"/>
                  </a:cubicBezTo>
                  <a:cubicBezTo>
                    <a:pt x="7" y="5735"/>
                    <a:pt x="1" y="5846"/>
                    <a:pt x="1" y="5960"/>
                  </a:cubicBezTo>
                  <a:cubicBezTo>
                    <a:pt x="1" y="6003"/>
                    <a:pt x="38" y="6040"/>
                    <a:pt x="84" y="6040"/>
                  </a:cubicBezTo>
                  <a:cubicBezTo>
                    <a:pt x="127" y="6040"/>
                    <a:pt x="164" y="6003"/>
                    <a:pt x="164" y="5960"/>
                  </a:cubicBezTo>
                  <a:cubicBezTo>
                    <a:pt x="164" y="5852"/>
                    <a:pt x="167" y="5744"/>
                    <a:pt x="177" y="5642"/>
                  </a:cubicBezTo>
                  <a:cubicBezTo>
                    <a:pt x="180" y="5596"/>
                    <a:pt x="146" y="5559"/>
                    <a:pt x="103" y="5556"/>
                  </a:cubicBezTo>
                  <a:cubicBezTo>
                    <a:pt x="101" y="5556"/>
                    <a:pt x="99" y="5556"/>
                    <a:pt x="97" y="5556"/>
                  </a:cubicBezTo>
                  <a:close/>
                  <a:moveTo>
                    <a:pt x="96" y="6200"/>
                  </a:moveTo>
                  <a:cubicBezTo>
                    <a:pt x="94" y="6200"/>
                    <a:pt x="92" y="6200"/>
                    <a:pt x="90" y="6200"/>
                  </a:cubicBezTo>
                  <a:cubicBezTo>
                    <a:pt x="44" y="6203"/>
                    <a:pt x="10" y="6244"/>
                    <a:pt x="13" y="6287"/>
                  </a:cubicBezTo>
                  <a:cubicBezTo>
                    <a:pt x="22" y="6398"/>
                    <a:pt x="35" y="6509"/>
                    <a:pt x="47" y="6614"/>
                  </a:cubicBezTo>
                  <a:cubicBezTo>
                    <a:pt x="53" y="6654"/>
                    <a:pt x="87" y="6685"/>
                    <a:pt x="127" y="6685"/>
                  </a:cubicBezTo>
                  <a:lnTo>
                    <a:pt x="140" y="6685"/>
                  </a:lnTo>
                  <a:cubicBezTo>
                    <a:pt x="183" y="6678"/>
                    <a:pt x="214" y="6635"/>
                    <a:pt x="208" y="6592"/>
                  </a:cubicBezTo>
                  <a:cubicBezTo>
                    <a:pt x="195" y="6490"/>
                    <a:pt x="183" y="6382"/>
                    <a:pt x="177" y="6277"/>
                  </a:cubicBezTo>
                  <a:cubicBezTo>
                    <a:pt x="174" y="6233"/>
                    <a:pt x="137" y="6200"/>
                    <a:pt x="96" y="6200"/>
                  </a:cubicBezTo>
                  <a:close/>
                  <a:moveTo>
                    <a:pt x="184" y="6844"/>
                  </a:moveTo>
                  <a:cubicBezTo>
                    <a:pt x="138" y="6844"/>
                    <a:pt x="92" y="6879"/>
                    <a:pt x="103" y="6938"/>
                  </a:cubicBezTo>
                  <a:cubicBezTo>
                    <a:pt x="124" y="7049"/>
                    <a:pt x="149" y="7156"/>
                    <a:pt x="174" y="7258"/>
                  </a:cubicBezTo>
                  <a:cubicBezTo>
                    <a:pt x="183" y="7295"/>
                    <a:pt x="214" y="7320"/>
                    <a:pt x="251" y="7320"/>
                  </a:cubicBezTo>
                  <a:cubicBezTo>
                    <a:pt x="260" y="7320"/>
                    <a:pt x="266" y="7320"/>
                    <a:pt x="272" y="7317"/>
                  </a:cubicBezTo>
                  <a:cubicBezTo>
                    <a:pt x="315" y="7308"/>
                    <a:pt x="343" y="7261"/>
                    <a:pt x="331" y="7218"/>
                  </a:cubicBezTo>
                  <a:cubicBezTo>
                    <a:pt x="306" y="7119"/>
                    <a:pt x="285" y="7015"/>
                    <a:pt x="263" y="6907"/>
                  </a:cubicBezTo>
                  <a:cubicBezTo>
                    <a:pt x="253" y="6863"/>
                    <a:pt x="219" y="6844"/>
                    <a:pt x="184" y="6844"/>
                  </a:cubicBezTo>
                  <a:close/>
                  <a:moveTo>
                    <a:pt x="341" y="7477"/>
                  </a:moveTo>
                  <a:cubicBezTo>
                    <a:pt x="295" y="7477"/>
                    <a:pt x="249" y="7514"/>
                    <a:pt x="260" y="7573"/>
                  </a:cubicBezTo>
                  <a:cubicBezTo>
                    <a:pt x="297" y="7693"/>
                    <a:pt x="331" y="7795"/>
                    <a:pt x="365" y="7884"/>
                  </a:cubicBezTo>
                  <a:cubicBezTo>
                    <a:pt x="374" y="7918"/>
                    <a:pt x="405" y="7940"/>
                    <a:pt x="442" y="7940"/>
                  </a:cubicBezTo>
                  <a:cubicBezTo>
                    <a:pt x="451" y="7940"/>
                    <a:pt x="457" y="7937"/>
                    <a:pt x="467" y="7934"/>
                  </a:cubicBezTo>
                  <a:cubicBezTo>
                    <a:pt x="510" y="7918"/>
                    <a:pt x="531" y="7872"/>
                    <a:pt x="516" y="7832"/>
                  </a:cubicBezTo>
                  <a:cubicBezTo>
                    <a:pt x="485" y="7742"/>
                    <a:pt x="448" y="7644"/>
                    <a:pt x="414" y="7527"/>
                  </a:cubicBezTo>
                  <a:cubicBezTo>
                    <a:pt x="400" y="7492"/>
                    <a:pt x="371" y="7477"/>
                    <a:pt x="341" y="7477"/>
                  </a:cubicBezTo>
                  <a:close/>
                  <a:moveTo>
                    <a:pt x="564" y="8082"/>
                  </a:moveTo>
                  <a:cubicBezTo>
                    <a:pt x="513" y="8082"/>
                    <a:pt x="463" y="8130"/>
                    <a:pt x="485" y="8193"/>
                  </a:cubicBezTo>
                  <a:cubicBezTo>
                    <a:pt x="507" y="8239"/>
                    <a:pt x="510" y="8242"/>
                    <a:pt x="519" y="8254"/>
                  </a:cubicBezTo>
                  <a:cubicBezTo>
                    <a:pt x="534" y="8270"/>
                    <a:pt x="556" y="8279"/>
                    <a:pt x="578" y="8279"/>
                  </a:cubicBezTo>
                  <a:lnTo>
                    <a:pt x="578" y="8276"/>
                  </a:lnTo>
                  <a:cubicBezTo>
                    <a:pt x="636" y="8276"/>
                    <a:pt x="673" y="8214"/>
                    <a:pt x="649" y="8162"/>
                  </a:cubicBezTo>
                  <a:lnTo>
                    <a:pt x="633" y="8128"/>
                  </a:lnTo>
                  <a:cubicBezTo>
                    <a:pt x="617" y="8096"/>
                    <a:pt x="590" y="8082"/>
                    <a:pt x="564" y="808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3"/>
            <p:cNvSpPr/>
            <p:nvPr/>
          </p:nvSpPr>
          <p:spPr>
            <a:xfrm>
              <a:off x="8941796" y="4505825"/>
              <a:ext cx="102663" cy="102663"/>
            </a:xfrm>
            <a:custGeom>
              <a:avLst/>
              <a:gdLst/>
              <a:ahLst/>
              <a:cxnLst/>
              <a:rect l="l" t="t" r="r" b="b"/>
              <a:pathLst>
                <a:path w="1614" h="1614" extrusionOk="0">
                  <a:moveTo>
                    <a:pt x="867" y="0"/>
                  </a:moveTo>
                  <a:cubicBezTo>
                    <a:pt x="821" y="0"/>
                    <a:pt x="781" y="40"/>
                    <a:pt x="781" y="87"/>
                  </a:cubicBezTo>
                  <a:lnTo>
                    <a:pt x="778" y="577"/>
                  </a:lnTo>
                  <a:lnTo>
                    <a:pt x="485" y="268"/>
                  </a:lnTo>
                  <a:cubicBezTo>
                    <a:pt x="473" y="251"/>
                    <a:pt x="456" y="243"/>
                    <a:pt x="438" y="243"/>
                  </a:cubicBezTo>
                  <a:cubicBezTo>
                    <a:pt x="376" y="243"/>
                    <a:pt x="301" y="335"/>
                    <a:pt x="362" y="383"/>
                  </a:cubicBezTo>
                  <a:lnTo>
                    <a:pt x="661" y="703"/>
                  </a:lnTo>
                  <a:lnTo>
                    <a:pt x="115" y="706"/>
                  </a:lnTo>
                  <a:cubicBezTo>
                    <a:pt x="1" y="706"/>
                    <a:pt x="1" y="879"/>
                    <a:pt x="115" y="879"/>
                  </a:cubicBezTo>
                  <a:lnTo>
                    <a:pt x="614" y="873"/>
                  </a:lnTo>
                  <a:lnTo>
                    <a:pt x="226" y="1144"/>
                  </a:lnTo>
                  <a:cubicBezTo>
                    <a:pt x="161" y="1191"/>
                    <a:pt x="195" y="1296"/>
                    <a:pt x="275" y="1299"/>
                  </a:cubicBezTo>
                  <a:cubicBezTo>
                    <a:pt x="294" y="1299"/>
                    <a:pt x="309" y="1292"/>
                    <a:pt x="325" y="1283"/>
                  </a:cubicBezTo>
                  <a:lnTo>
                    <a:pt x="775" y="969"/>
                  </a:lnTo>
                  <a:lnTo>
                    <a:pt x="775" y="969"/>
                  </a:lnTo>
                  <a:lnTo>
                    <a:pt x="772" y="1527"/>
                  </a:lnTo>
                  <a:cubicBezTo>
                    <a:pt x="772" y="1573"/>
                    <a:pt x="809" y="1613"/>
                    <a:pt x="855" y="1613"/>
                  </a:cubicBezTo>
                  <a:cubicBezTo>
                    <a:pt x="904" y="1613"/>
                    <a:pt x="941" y="1573"/>
                    <a:pt x="941" y="1527"/>
                  </a:cubicBezTo>
                  <a:lnTo>
                    <a:pt x="944" y="1003"/>
                  </a:lnTo>
                  <a:lnTo>
                    <a:pt x="1259" y="1333"/>
                  </a:lnTo>
                  <a:cubicBezTo>
                    <a:pt x="1275" y="1350"/>
                    <a:pt x="1297" y="1358"/>
                    <a:pt x="1320" y="1358"/>
                  </a:cubicBezTo>
                  <a:cubicBezTo>
                    <a:pt x="1341" y="1358"/>
                    <a:pt x="1363" y="1351"/>
                    <a:pt x="1379" y="1336"/>
                  </a:cubicBezTo>
                  <a:cubicBezTo>
                    <a:pt x="1413" y="1302"/>
                    <a:pt x="1416" y="1249"/>
                    <a:pt x="1382" y="1212"/>
                  </a:cubicBezTo>
                  <a:lnTo>
                    <a:pt x="1055" y="867"/>
                  </a:lnTo>
                  <a:lnTo>
                    <a:pt x="1500" y="864"/>
                  </a:lnTo>
                  <a:cubicBezTo>
                    <a:pt x="1614" y="864"/>
                    <a:pt x="1614" y="691"/>
                    <a:pt x="1500" y="691"/>
                  </a:cubicBezTo>
                  <a:lnTo>
                    <a:pt x="1500" y="694"/>
                  </a:lnTo>
                  <a:lnTo>
                    <a:pt x="1170" y="697"/>
                  </a:lnTo>
                  <a:lnTo>
                    <a:pt x="1515" y="454"/>
                  </a:lnTo>
                  <a:cubicBezTo>
                    <a:pt x="1586" y="400"/>
                    <a:pt x="1536" y="300"/>
                    <a:pt x="1465" y="300"/>
                  </a:cubicBezTo>
                  <a:cubicBezTo>
                    <a:pt x="1451" y="300"/>
                    <a:pt x="1435" y="305"/>
                    <a:pt x="1419" y="315"/>
                  </a:cubicBezTo>
                  <a:lnTo>
                    <a:pt x="948" y="642"/>
                  </a:lnTo>
                  <a:lnTo>
                    <a:pt x="954" y="87"/>
                  </a:lnTo>
                  <a:cubicBezTo>
                    <a:pt x="954" y="40"/>
                    <a:pt x="914" y="3"/>
                    <a:pt x="8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3"/>
            <p:cNvSpPr/>
            <p:nvPr/>
          </p:nvSpPr>
          <p:spPr>
            <a:xfrm>
              <a:off x="8784632" y="4879952"/>
              <a:ext cx="173330" cy="167924"/>
            </a:xfrm>
            <a:custGeom>
              <a:avLst/>
              <a:gdLst/>
              <a:ahLst/>
              <a:cxnLst/>
              <a:rect l="l" t="t" r="r" b="b"/>
              <a:pathLst>
                <a:path w="2725" h="2640" extrusionOk="0">
                  <a:moveTo>
                    <a:pt x="889" y="243"/>
                  </a:moveTo>
                  <a:cubicBezTo>
                    <a:pt x="988" y="326"/>
                    <a:pt x="1151" y="474"/>
                    <a:pt x="1370" y="681"/>
                  </a:cubicBezTo>
                  <a:cubicBezTo>
                    <a:pt x="1244" y="739"/>
                    <a:pt x="1108" y="807"/>
                    <a:pt x="960" y="884"/>
                  </a:cubicBezTo>
                  <a:cubicBezTo>
                    <a:pt x="914" y="557"/>
                    <a:pt x="895" y="358"/>
                    <a:pt x="889" y="243"/>
                  </a:cubicBezTo>
                  <a:close/>
                  <a:moveTo>
                    <a:pt x="2227" y="520"/>
                  </a:moveTo>
                  <a:lnTo>
                    <a:pt x="2227" y="520"/>
                  </a:lnTo>
                  <a:cubicBezTo>
                    <a:pt x="2172" y="708"/>
                    <a:pt x="2101" y="890"/>
                    <a:pt x="2018" y="1066"/>
                  </a:cubicBezTo>
                  <a:cubicBezTo>
                    <a:pt x="1904" y="955"/>
                    <a:pt x="1786" y="841"/>
                    <a:pt x="1672" y="730"/>
                  </a:cubicBezTo>
                  <a:cubicBezTo>
                    <a:pt x="1996" y="585"/>
                    <a:pt x="2150" y="536"/>
                    <a:pt x="2227" y="520"/>
                  </a:cubicBezTo>
                  <a:close/>
                  <a:moveTo>
                    <a:pt x="827" y="1143"/>
                  </a:moveTo>
                  <a:cubicBezTo>
                    <a:pt x="849" y="1298"/>
                    <a:pt x="877" y="1455"/>
                    <a:pt x="904" y="1609"/>
                  </a:cubicBezTo>
                  <a:cubicBezTo>
                    <a:pt x="497" y="1544"/>
                    <a:pt x="318" y="1489"/>
                    <a:pt x="241" y="1455"/>
                  </a:cubicBezTo>
                  <a:cubicBezTo>
                    <a:pt x="358" y="1390"/>
                    <a:pt x="577" y="1273"/>
                    <a:pt x="827" y="1143"/>
                  </a:cubicBezTo>
                  <a:close/>
                  <a:moveTo>
                    <a:pt x="1506" y="810"/>
                  </a:moveTo>
                  <a:cubicBezTo>
                    <a:pt x="1651" y="946"/>
                    <a:pt x="1802" y="1094"/>
                    <a:pt x="1941" y="1233"/>
                  </a:cubicBezTo>
                  <a:cubicBezTo>
                    <a:pt x="1867" y="1396"/>
                    <a:pt x="1786" y="1557"/>
                    <a:pt x="1706" y="1711"/>
                  </a:cubicBezTo>
                  <a:cubicBezTo>
                    <a:pt x="1478" y="1689"/>
                    <a:pt x="1268" y="1661"/>
                    <a:pt x="1086" y="1637"/>
                  </a:cubicBezTo>
                  <a:lnTo>
                    <a:pt x="1083" y="1637"/>
                  </a:lnTo>
                  <a:cubicBezTo>
                    <a:pt x="1049" y="1449"/>
                    <a:pt x="1015" y="1251"/>
                    <a:pt x="988" y="1063"/>
                  </a:cubicBezTo>
                  <a:cubicBezTo>
                    <a:pt x="1179" y="968"/>
                    <a:pt x="1352" y="881"/>
                    <a:pt x="1506" y="810"/>
                  </a:cubicBezTo>
                  <a:close/>
                  <a:moveTo>
                    <a:pt x="2070" y="1362"/>
                  </a:moveTo>
                  <a:cubicBezTo>
                    <a:pt x="2280" y="1578"/>
                    <a:pt x="2394" y="1708"/>
                    <a:pt x="2453" y="1779"/>
                  </a:cubicBezTo>
                  <a:cubicBezTo>
                    <a:pt x="2314" y="1769"/>
                    <a:pt x="2110" y="1751"/>
                    <a:pt x="1888" y="1729"/>
                  </a:cubicBezTo>
                  <a:cubicBezTo>
                    <a:pt x="1950" y="1612"/>
                    <a:pt x="2012" y="1486"/>
                    <a:pt x="2070" y="1362"/>
                  </a:cubicBezTo>
                  <a:close/>
                  <a:moveTo>
                    <a:pt x="1117" y="1816"/>
                  </a:moveTo>
                  <a:lnTo>
                    <a:pt x="1117" y="1816"/>
                  </a:lnTo>
                  <a:cubicBezTo>
                    <a:pt x="1268" y="1834"/>
                    <a:pt x="1438" y="1856"/>
                    <a:pt x="1620" y="1874"/>
                  </a:cubicBezTo>
                  <a:cubicBezTo>
                    <a:pt x="1438" y="2207"/>
                    <a:pt x="1321" y="2371"/>
                    <a:pt x="1259" y="2436"/>
                  </a:cubicBezTo>
                  <a:cubicBezTo>
                    <a:pt x="1231" y="2340"/>
                    <a:pt x="1182" y="2143"/>
                    <a:pt x="1117" y="1816"/>
                  </a:cubicBezTo>
                  <a:close/>
                  <a:moveTo>
                    <a:pt x="826" y="0"/>
                  </a:moveTo>
                  <a:cubicBezTo>
                    <a:pt x="798" y="0"/>
                    <a:pt x="770" y="10"/>
                    <a:pt x="750" y="30"/>
                  </a:cubicBezTo>
                  <a:cubicBezTo>
                    <a:pt x="719" y="67"/>
                    <a:pt x="673" y="119"/>
                    <a:pt x="799" y="968"/>
                  </a:cubicBezTo>
                  <a:cubicBezTo>
                    <a:pt x="395" y="1174"/>
                    <a:pt x="65" y="1356"/>
                    <a:pt x="62" y="1356"/>
                  </a:cubicBezTo>
                  <a:cubicBezTo>
                    <a:pt x="38" y="1372"/>
                    <a:pt x="22" y="1393"/>
                    <a:pt x="19" y="1421"/>
                  </a:cubicBezTo>
                  <a:cubicBezTo>
                    <a:pt x="1" y="1557"/>
                    <a:pt x="149" y="1668"/>
                    <a:pt x="938" y="1788"/>
                  </a:cubicBezTo>
                  <a:cubicBezTo>
                    <a:pt x="988" y="2059"/>
                    <a:pt x="1071" y="2466"/>
                    <a:pt x="1129" y="2574"/>
                  </a:cubicBezTo>
                  <a:cubicBezTo>
                    <a:pt x="1148" y="2615"/>
                    <a:pt x="1188" y="2639"/>
                    <a:pt x="1234" y="2639"/>
                  </a:cubicBezTo>
                  <a:cubicBezTo>
                    <a:pt x="1290" y="2639"/>
                    <a:pt x="1404" y="2639"/>
                    <a:pt x="1802" y="1893"/>
                  </a:cubicBezTo>
                  <a:cubicBezTo>
                    <a:pt x="2144" y="1930"/>
                    <a:pt x="2453" y="1951"/>
                    <a:pt x="2573" y="1961"/>
                  </a:cubicBezTo>
                  <a:cubicBezTo>
                    <a:pt x="2616" y="1961"/>
                    <a:pt x="2656" y="1939"/>
                    <a:pt x="2675" y="1902"/>
                  </a:cubicBezTo>
                  <a:cubicBezTo>
                    <a:pt x="2702" y="1837"/>
                    <a:pt x="2724" y="1785"/>
                    <a:pt x="2144" y="1199"/>
                  </a:cubicBezTo>
                  <a:cubicBezTo>
                    <a:pt x="2274" y="912"/>
                    <a:pt x="2416" y="573"/>
                    <a:pt x="2406" y="459"/>
                  </a:cubicBezTo>
                  <a:cubicBezTo>
                    <a:pt x="2403" y="406"/>
                    <a:pt x="2363" y="344"/>
                    <a:pt x="2264" y="344"/>
                  </a:cubicBezTo>
                  <a:cubicBezTo>
                    <a:pt x="2194" y="344"/>
                    <a:pt x="2039" y="372"/>
                    <a:pt x="1537" y="604"/>
                  </a:cubicBezTo>
                  <a:cubicBezTo>
                    <a:pt x="1305" y="385"/>
                    <a:pt x="941" y="48"/>
                    <a:pt x="870" y="8"/>
                  </a:cubicBezTo>
                  <a:cubicBezTo>
                    <a:pt x="856" y="3"/>
                    <a:pt x="841" y="0"/>
                    <a:pt x="8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3"/>
            <p:cNvSpPr/>
            <p:nvPr/>
          </p:nvSpPr>
          <p:spPr>
            <a:xfrm>
              <a:off x="8414295" y="4897906"/>
              <a:ext cx="122063" cy="122635"/>
            </a:xfrm>
            <a:custGeom>
              <a:avLst/>
              <a:gdLst/>
              <a:ahLst/>
              <a:cxnLst/>
              <a:rect l="l" t="t" r="r" b="b"/>
              <a:pathLst>
                <a:path w="1919" h="1928" extrusionOk="0">
                  <a:moveTo>
                    <a:pt x="1024" y="247"/>
                  </a:moveTo>
                  <a:cubicBezTo>
                    <a:pt x="1049" y="330"/>
                    <a:pt x="1076" y="438"/>
                    <a:pt x="1095" y="512"/>
                  </a:cubicBezTo>
                  <a:cubicBezTo>
                    <a:pt x="1141" y="700"/>
                    <a:pt x="1150" y="747"/>
                    <a:pt x="1175" y="777"/>
                  </a:cubicBezTo>
                  <a:cubicBezTo>
                    <a:pt x="1200" y="811"/>
                    <a:pt x="1237" y="827"/>
                    <a:pt x="1425" y="895"/>
                  </a:cubicBezTo>
                  <a:cubicBezTo>
                    <a:pt x="1490" y="919"/>
                    <a:pt x="1595" y="953"/>
                    <a:pt x="1669" y="987"/>
                  </a:cubicBezTo>
                  <a:cubicBezTo>
                    <a:pt x="1561" y="1033"/>
                    <a:pt x="1391" y="1098"/>
                    <a:pt x="1237" y="1154"/>
                  </a:cubicBezTo>
                  <a:cubicBezTo>
                    <a:pt x="1212" y="1160"/>
                    <a:pt x="1194" y="1178"/>
                    <a:pt x="1184" y="1200"/>
                  </a:cubicBezTo>
                  <a:cubicBezTo>
                    <a:pt x="1110" y="1376"/>
                    <a:pt x="1015" y="1573"/>
                    <a:pt x="953" y="1687"/>
                  </a:cubicBezTo>
                  <a:cubicBezTo>
                    <a:pt x="910" y="1567"/>
                    <a:pt x="848" y="1354"/>
                    <a:pt x="802" y="1169"/>
                  </a:cubicBezTo>
                  <a:cubicBezTo>
                    <a:pt x="796" y="1135"/>
                    <a:pt x="768" y="1111"/>
                    <a:pt x="737" y="1104"/>
                  </a:cubicBezTo>
                  <a:cubicBezTo>
                    <a:pt x="558" y="1074"/>
                    <a:pt x="352" y="1024"/>
                    <a:pt x="241" y="993"/>
                  </a:cubicBezTo>
                  <a:cubicBezTo>
                    <a:pt x="416" y="901"/>
                    <a:pt x="595" y="818"/>
                    <a:pt x="780" y="747"/>
                  </a:cubicBezTo>
                  <a:cubicBezTo>
                    <a:pt x="805" y="737"/>
                    <a:pt x="820" y="719"/>
                    <a:pt x="830" y="697"/>
                  </a:cubicBezTo>
                  <a:cubicBezTo>
                    <a:pt x="888" y="543"/>
                    <a:pt x="953" y="392"/>
                    <a:pt x="1024" y="247"/>
                  </a:cubicBezTo>
                  <a:close/>
                  <a:moveTo>
                    <a:pt x="1046" y="0"/>
                  </a:moveTo>
                  <a:cubicBezTo>
                    <a:pt x="990" y="0"/>
                    <a:pt x="913" y="0"/>
                    <a:pt x="682" y="602"/>
                  </a:cubicBezTo>
                  <a:cubicBezTo>
                    <a:pt x="40" y="861"/>
                    <a:pt x="15" y="944"/>
                    <a:pt x="6" y="981"/>
                  </a:cubicBezTo>
                  <a:cubicBezTo>
                    <a:pt x="0" y="1012"/>
                    <a:pt x="6" y="1043"/>
                    <a:pt x="22" y="1067"/>
                  </a:cubicBezTo>
                  <a:cubicBezTo>
                    <a:pt x="40" y="1092"/>
                    <a:pt x="86" y="1157"/>
                    <a:pt x="651" y="1265"/>
                  </a:cubicBezTo>
                  <a:cubicBezTo>
                    <a:pt x="817" y="1928"/>
                    <a:pt x="876" y="1928"/>
                    <a:pt x="941" y="1928"/>
                  </a:cubicBezTo>
                  <a:lnTo>
                    <a:pt x="944" y="1928"/>
                  </a:lnTo>
                  <a:cubicBezTo>
                    <a:pt x="996" y="1925"/>
                    <a:pt x="1055" y="1922"/>
                    <a:pt x="1326" y="1302"/>
                  </a:cubicBezTo>
                  <a:cubicBezTo>
                    <a:pt x="1496" y="1243"/>
                    <a:pt x="1817" y="1123"/>
                    <a:pt x="1881" y="1064"/>
                  </a:cubicBezTo>
                  <a:cubicBezTo>
                    <a:pt x="1906" y="1040"/>
                    <a:pt x="1918" y="1006"/>
                    <a:pt x="1915" y="972"/>
                  </a:cubicBezTo>
                  <a:cubicBezTo>
                    <a:pt x="1900" y="892"/>
                    <a:pt x="1814" y="851"/>
                    <a:pt x="1484" y="734"/>
                  </a:cubicBezTo>
                  <a:cubicBezTo>
                    <a:pt x="1422" y="710"/>
                    <a:pt x="1345" y="685"/>
                    <a:pt x="1314" y="669"/>
                  </a:cubicBezTo>
                  <a:cubicBezTo>
                    <a:pt x="1299" y="629"/>
                    <a:pt x="1280" y="543"/>
                    <a:pt x="1261" y="472"/>
                  </a:cubicBezTo>
                  <a:cubicBezTo>
                    <a:pt x="1203" y="241"/>
                    <a:pt x="1166" y="96"/>
                    <a:pt x="1126" y="40"/>
                  </a:cubicBezTo>
                  <a:cubicBezTo>
                    <a:pt x="1104" y="16"/>
                    <a:pt x="1076" y="0"/>
                    <a:pt x="104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 name="Google Shape;115;p3"/>
            <p:cNvGrpSpPr/>
            <p:nvPr/>
          </p:nvGrpSpPr>
          <p:grpSpPr>
            <a:xfrm>
              <a:off x="8592133" y="3635621"/>
              <a:ext cx="405379" cy="244724"/>
              <a:chOff x="8838794" y="3786045"/>
              <a:chExt cx="326497" cy="197120"/>
            </a:xfrm>
          </p:grpSpPr>
          <p:sp>
            <p:nvSpPr>
              <p:cNvPr id="116" name="Google Shape;116;p3"/>
              <p:cNvSpPr/>
              <p:nvPr/>
            </p:nvSpPr>
            <p:spPr>
              <a:xfrm>
                <a:off x="8838794" y="3786045"/>
                <a:ext cx="326497" cy="197120"/>
              </a:xfrm>
              <a:custGeom>
                <a:avLst/>
                <a:gdLst/>
                <a:ahLst/>
                <a:cxnLst/>
                <a:rect l="l" t="t" r="r" b="b"/>
                <a:pathLst>
                  <a:path w="5133" h="3099" extrusionOk="0">
                    <a:moveTo>
                      <a:pt x="1910" y="1"/>
                    </a:moveTo>
                    <a:cubicBezTo>
                      <a:pt x="954" y="1"/>
                      <a:pt x="0" y="927"/>
                      <a:pt x="0" y="927"/>
                    </a:cubicBezTo>
                    <a:cubicBezTo>
                      <a:pt x="0" y="927"/>
                      <a:pt x="484" y="2118"/>
                      <a:pt x="1515" y="2537"/>
                    </a:cubicBezTo>
                    <a:cubicBezTo>
                      <a:pt x="1669" y="2600"/>
                      <a:pt x="1827" y="2627"/>
                      <a:pt x="1985" y="2627"/>
                    </a:cubicBezTo>
                    <a:cubicBezTo>
                      <a:pt x="2875" y="2627"/>
                      <a:pt x="3735" y="1769"/>
                      <a:pt x="3735" y="1769"/>
                    </a:cubicBezTo>
                    <a:cubicBezTo>
                      <a:pt x="3735" y="1769"/>
                      <a:pt x="3920" y="2997"/>
                      <a:pt x="4821" y="3099"/>
                    </a:cubicBezTo>
                    <a:cubicBezTo>
                      <a:pt x="4821" y="3099"/>
                      <a:pt x="4867" y="1779"/>
                      <a:pt x="4263" y="1581"/>
                    </a:cubicBezTo>
                    <a:cubicBezTo>
                      <a:pt x="4263" y="1581"/>
                      <a:pt x="4883" y="1412"/>
                      <a:pt x="5132" y="252"/>
                    </a:cubicBezTo>
                    <a:cubicBezTo>
                      <a:pt x="5132" y="252"/>
                      <a:pt x="5075" y="235"/>
                      <a:pt x="4980" y="235"/>
                    </a:cubicBezTo>
                    <a:cubicBezTo>
                      <a:pt x="4722" y="235"/>
                      <a:pt x="4186" y="362"/>
                      <a:pt x="3769" y="1307"/>
                    </a:cubicBezTo>
                    <a:cubicBezTo>
                      <a:pt x="3769" y="1307"/>
                      <a:pt x="3526" y="576"/>
                      <a:pt x="2428" y="104"/>
                    </a:cubicBezTo>
                    <a:cubicBezTo>
                      <a:pt x="2259" y="31"/>
                      <a:pt x="2085" y="1"/>
                      <a:pt x="19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3"/>
              <p:cNvSpPr/>
              <p:nvPr/>
            </p:nvSpPr>
            <p:spPr>
              <a:xfrm>
                <a:off x="8936049" y="3802329"/>
                <a:ext cx="54257" cy="119646"/>
              </a:xfrm>
              <a:custGeom>
                <a:avLst/>
                <a:gdLst/>
                <a:ahLst/>
                <a:cxnLst/>
                <a:rect l="l" t="t" r="r" b="b"/>
                <a:pathLst>
                  <a:path w="853" h="1881" extrusionOk="0">
                    <a:moveTo>
                      <a:pt x="122" y="0"/>
                    </a:moveTo>
                    <a:cubicBezTo>
                      <a:pt x="60" y="0"/>
                      <a:pt x="0" y="74"/>
                      <a:pt x="53" y="141"/>
                    </a:cubicBezTo>
                    <a:cubicBezTo>
                      <a:pt x="57" y="150"/>
                      <a:pt x="646" y="949"/>
                      <a:pt x="131" y="1751"/>
                    </a:cubicBezTo>
                    <a:cubicBezTo>
                      <a:pt x="106" y="1788"/>
                      <a:pt x="118" y="1843"/>
                      <a:pt x="155" y="1868"/>
                    </a:cubicBezTo>
                    <a:cubicBezTo>
                      <a:pt x="171" y="1877"/>
                      <a:pt x="186" y="1881"/>
                      <a:pt x="202" y="1881"/>
                    </a:cubicBezTo>
                    <a:cubicBezTo>
                      <a:pt x="232" y="1881"/>
                      <a:pt x="260" y="1868"/>
                      <a:pt x="276" y="1840"/>
                    </a:cubicBezTo>
                    <a:cubicBezTo>
                      <a:pt x="852" y="943"/>
                      <a:pt x="198" y="48"/>
                      <a:pt x="189" y="39"/>
                    </a:cubicBezTo>
                    <a:cubicBezTo>
                      <a:pt x="171" y="11"/>
                      <a:pt x="146" y="0"/>
                      <a:pt x="122"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3"/>
              <p:cNvSpPr/>
              <p:nvPr/>
            </p:nvSpPr>
            <p:spPr>
              <a:xfrm>
                <a:off x="8884018" y="3819757"/>
                <a:ext cx="39627" cy="39627"/>
              </a:xfrm>
              <a:custGeom>
                <a:avLst/>
                <a:gdLst/>
                <a:ahLst/>
                <a:cxnLst/>
                <a:rect l="l" t="t" r="r" b="b"/>
                <a:pathLst>
                  <a:path w="623" h="623" extrusionOk="0">
                    <a:moveTo>
                      <a:pt x="97" y="0"/>
                    </a:moveTo>
                    <a:cubicBezTo>
                      <a:pt x="49" y="0"/>
                      <a:pt x="1" y="36"/>
                      <a:pt x="11" y="98"/>
                    </a:cubicBezTo>
                    <a:cubicBezTo>
                      <a:pt x="20" y="169"/>
                      <a:pt x="88" y="530"/>
                      <a:pt x="270" y="610"/>
                    </a:cubicBezTo>
                    <a:cubicBezTo>
                      <a:pt x="289" y="616"/>
                      <a:pt x="310" y="623"/>
                      <a:pt x="332" y="623"/>
                    </a:cubicBezTo>
                    <a:cubicBezTo>
                      <a:pt x="356" y="623"/>
                      <a:pt x="381" y="616"/>
                      <a:pt x="406" y="604"/>
                    </a:cubicBezTo>
                    <a:cubicBezTo>
                      <a:pt x="538" y="530"/>
                      <a:pt x="600" y="231"/>
                      <a:pt x="615" y="141"/>
                    </a:cubicBezTo>
                    <a:cubicBezTo>
                      <a:pt x="622" y="80"/>
                      <a:pt x="575" y="45"/>
                      <a:pt x="528" y="45"/>
                    </a:cubicBezTo>
                    <a:cubicBezTo>
                      <a:pt x="492" y="45"/>
                      <a:pt x="456" y="65"/>
                      <a:pt x="446" y="111"/>
                    </a:cubicBezTo>
                    <a:cubicBezTo>
                      <a:pt x="421" y="268"/>
                      <a:pt x="359" y="431"/>
                      <a:pt x="338" y="453"/>
                    </a:cubicBezTo>
                    <a:cubicBezTo>
                      <a:pt x="276" y="425"/>
                      <a:pt x="205" y="234"/>
                      <a:pt x="181" y="74"/>
                    </a:cubicBezTo>
                    <a:cubicBezTo>
                      <a:pt x="172" y="23"/>
                      <a:pt x="135" y="0"/>
                      <a:pt x="97"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3"/>
              <p:cNvSpPr/>
              <p:nvPr/>
            </p:nvSpPr>
            <p:spPr>
              <a:xfrm>
                <a:off x="8847953" y="3866190"/>
                <a:ext cx="46179" cy="18128"/>
              </a:xfrm>
              <a:custGeom>
                <a:avLst/>
                <a:gdLst/>
                <a:ahLst/>
                <a:cxnLst/>
                <a:rect l="l" t="t" r="r" b="b"/>
                <a:pathLst>
                  <a:path w="726" h="285" extrusionOk="0">
                    <a:moveTo>
                      <a:pt x="115" y="0"/>
                    </a:moveTo>
                    <a:cubicBezTo>
                      <a:pt x="57" y="0"/>
                      <a:pt x="1" y="62"/>
                      <a:pt x="41" y="130"/>
                    </a:cubicBezTo>
                    <a:cubicBezTo>
                      <a:pt x="78" y="198"/>
                      <a:pt x="183" y="284"/>
                      <a:pt x="356" y="284"/>
                    </a:cubicBezTo>
                    <a:cubicBezTo>
                      <a:pt x="451" y="284"/>
                      <a:pt x="547" y="260"/>
                      <a:pt x="633" y="220"/>
                    </a:cubicBezTo>
                    <a:cubicBezTo>
                      <a:pt x="725" y="179"/>
                      <a:pt x="682" y="54"/>
                      <a:pt x="600" y="54"/>
                    </a:cubicBezTo>
                    <a:cubicBezTo>
                      <a:pt x="588" y="54"/>
                      <a:pt x="576" y="56"/>
                      <a:pt x="563" y="62"/>
                    </a:cubicBezTo>
                    <a:cubicBezTo>
                      <a:pt x="475" y="102"/>
                      <a:pt x="406" y="116"/>
                      <a:pt x="353" y="116"/>
                    </a:cubicBezTo>
                    <a:cubicBezTo>
                      <a:pt x="240" y="116"/>
                      <a:pt x="195" y="54"/>
                      <a:pt x="186" y="44"/>
                    </a:cubicBezTo>
                    <a:cubicBezTo>
                      <a:pt x="168" y="13"/>
                      <a:pt x="141" y="0"/>
                      <a:pt x="115"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3"/>
              <p:cNvSpPr/>
              <p:nvPr/>
            </p:nvSpPr>
            <p:spPr>
              <a:xfrm>
                <a:off x="8983309" y="3816768"/>
                <a:ext cx="63862" cy="114621"/>
              </a:xfrm>
              <a:custGeom>
                <a:avLst/>
                <a:gdLst/>
                <a:ahLst/>
                <a:cxnLst/>
                <a:rect l="l" t="t" r="r" b="b"/>
                <a:pathLst>
                  <a:path w="1004" h="1802" extrusionOk="0">
                    <a:moveTo>
                      <a:pt x="454" y="0"/>
                    </a:moveTo>
                    <a:cubicBezTo>
                      <a:pt x="370" y="0"/>
                      <a:pt x="301" y="6"/>
                      <a:pt x="273" y="10"/>
                    </a:cubicBezTo>
                    <a:cubicBezTo>
                      <a:pt x="226" y="13"/>
                      <a:pt x="193" y="56"/>
                      <a:pt x="196" y="102"/>
                    </a:cubicBezTo>
                    <a:cubicBezTo>
                      <a:pt x="202" y="146"/>
                      <a:pt x="239" y="179"/>
                      <a:pt x="285" y="179"/>
                    </a:cubicBezTo>
                    <a:cubicBezTo>
                      <a:pt x="287" y="179"/>
                      <a:pt x="289" y="179"/>
                      <a:pt x="291" y="179"/>
                    </a:cubicBezTo>
                    <a:cubicBezTo>
                      <a:pt x="337" y="175"/>
                      <a:pt x="391" y="172"/>
                      <a:pt x="447" y="172"/>
                    </a:cubicBezTo>
                    <a:cubicBezTo>
                      <a:pt x="593" y="172"/>
                      <a:pt x="749" y="190"/>
                      <a:pt x="794" y="244"/>
                    </a:cubicBezTo>
                    <a:cubicBezTo>
                      <a:pt x="800" y="250"/>
                      <a:pt x="806" y="256"/>
                      <a:pt x="800" y="278"/>
                    </a:cubicBezTo>
                    <a:cubicBezTo>
                      <a:pt x="760" y="457"/>
                      <a:pt x="439" y="559"/>
                      <a:pt x="319" y="580"/>
                    </a:cubicBezTo>
                    <a:cubicBezTo>
                      <a:pt x="223" y="599"/>
                      <a:pt x="230" y="741"/>
                      <a:pt x="328" y="750"/>
                    </a:cubicBezTo>
                    <a:cubicBezTo>
                      <a:pt x="566" y="771"/>
                      <a:pt x="806" y="842"/>
                      <a:pt x="828" y="895"/>
                    </a:cubicBezTo>
                    <a:cubicBezTo>
                      <a:pt x="819" y="947"/>
                      <a:pt x="584" y="1034"/>
                      <a:pt x="307" y="1061"/>
                    </a:cubicBezTo>
                    <a:cubicBezTo>
                      <a:pt x="217" y="1067"/>
                      <a:pt x="199" y="1191"/>
                      <a:pt x="282" y="1225"/>
                    </a:cubicBezTo>
                    <a:cubicBezTo>
                      <a:pt x="424" y="1283"/>
                      <a:pt x="637" y="1404"/>
                      <a:pt x="671" y="1496"/>
                    </a:cubicBezTo>
                    <a:cubicBezTo>
                      <a:pt x="677" y="1509"/>
                      <a:pt x="677" y="1521"/>
                      <a:pt x="671" y="1533"/>
                    </a:cubicBezTo>
                    <a:cubicBezTo>
                      <a:pt x="635" y="1605"/>
                      <a:pt x="483" y="1631"/>
                      <a:pt x="331" y="1631"/>
                    </a:cubicBezTo>
                    <a:cubicBezTo>
                      <a:pt x="262" y="1631"/>
                      <a:pt x="192" y="1625"/>
                      <a:pt x="134" y="1616"/>
                    </a:cubicBezTo>
                    <a:cubicBezTo>
                      <a:pt x="128" y="1616"/>
                      <a:pt x="122" y="1615"/>
                      <a:pt x="117" y="1615"/>
                    </a:cubicBezTo>
                    <a:cubicBezTo>
                      <a:pt x="18" y="1615"/>
                      <a:pt x="1" y="1769"/>
                      <a:pt x="106" y="1786"/>
                    </a:cubicBezTo>
                    <a:cubicBezTo>
                      <a:pt x="183" y="1795"/>
                      <a:pt x="260" y="1802"/>
                      <a:pt x="338" y="1802"/>
                    </a:cubicBezTo>
                    <a:cubicBezTo>
                      <a:pt x="516" y="1802"/>
                      <a:pt x="745" y="1768"/>
                      <a:pt x="825" y="1607"/>
                    </a:cubicBezTo>
                    <a:cubicBezTo>
                      <a:pt x="853" y="1552"/>
                      <a:pt x="856" y="1487"/>
                      <a:pt x="831" y="1431"/>
                    </a:cubicBezTo>
                    <a:cubicBezTo>
                      <a:pt x="794" y="1336"/>
                      <a:pt x="692" y="1253"/>
                      <a:pt x="590" y="1188"/>
                    </a:cubicBezTo>
                    <a:cubicBezTo>
                      <a:pt x="772" y="1145"/>
                      <a:pt x="976" y="1064"/>
                      <a:pt x="998" y="916"/>
                    </a:cubicBezTo>
                    <a:cubicBezTo>
                      <a:pt x="1004" y="870"/>
                      <a:pt x="988" y="821"/>
                      <a:pt x="957" y="784"/>
                    </a:cubicBezTo>
                    <a:cubicBezTo>
                      <a:pt x="905" y="716"/>
                      <a:pt x="791" y="670"/>
                      <a:pt x="674" y="639"/>
                    </a:cubicBezTo>
                    <a:cubicBezTo>
                      <a:pt x="806" y="571"/>
                      <a:pt x="933" y="469"/>
                      <a:pt x="967" y="318"/>
                    </a:cubicBezTo>
                    <a:cubicBezTo>
                      <a:pt x="985" y="253"/>
                      <a:pt x="970" y="182"/>
                      <a:pt x="924" y="130"/>
                    </a:cubicBezTo>
                    <a:cubicBezTo>
                      <a:pt x="830" y="23"/>
                      <a:pt x="615" y="0"/>
                      <a:pt x="454"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1" name="Google Shape;121;p3"/>
            <p:cNvSpPr/>
            <p:nvPr/>
          </p:nvSpPr>
          <p:spPr>
            <a:xfrm>
              <a:off x="8833478" y="3478290"/>
              <a:ext cx="75629" cy="75566"/>
            </a:xfrm>
            <a:custGeom>
              <a:avLst/>
              <a:gdLst/>
              <a:ahLst/>
              <a:cxnLst/>
              <a:rect l="l" t="t" r="r" b="b"/>
              <a:pathLst>
                <a:path w="1189" h="1188" extrusionOk="0">
                  <a:moveTo>
                    <a:pt x="596" y="173"/>
                  </a:moveTo>
                  <a:cubicBezTo>
                    <a:pt x="707" y="173"/>
                    <a:pt x="815" y="220"/>
                    <a:pt x="892" y="300"/>
                  </a:cubicBezTo>
                  <a:cubicBezTo>
                    <a:pt x="1157" y="565"/>
                    <a:pt x="969" y="1015"/>
                    <a:pt x="596" y="1015"/>
                  </a:cubicBezTo>
                  <a:lnTo>
                    <a:pt x="596" y="1102"/>
                  </a:lnTo>
                  <a:lnTo>
                    <a:pt x="593" y="1015"/>
                  </a:lnTo>
                  <a:cubicBezTo>
                    <a:pt x="365" y="1009"/>
                    <a:pt x="186" y="821"/>
                    <a:pt x="186" y="593"/>
                  </a:cubicBezTo>
                  <a:cubicBezTo>
                    <a:pt x="186" y="364"/>
                    <a:pt x="368" y="179"/>
                    <a:pt x="596" y="173"/>
                  </a:cubicBezTo>
                  <a:close/>
                  <a:moveTo>
                    <a:pt x="593" y="1"/>
                  </a:moveTo>
                  <a:cubicBezTo>
                    <a:pt x="266" y="1"/>
                    <a:pt x="1" y="266"/>
                    <a:pt x="1" y="593"/>
                  </a:cubicBezTo>
                  <a:cubicBezTo>
                    <a:pt x="1" y="920"/>
                    <a:pt x="266" y="1188"/>
                    <a:pt x="593" y="1188"/>
                  </a:cubicBezTo>
                  <a:lnTo>
                    <a:pt x="596" y="1188"/>
                  </a:lnTo>
                  <a:cubicBezTo>
                    <a:pt x="923" y="1188"/>
                    <a:pt x="1188" y="920"/>
                    <a:pt x="1185" y="593"/>
                  </a:cubicBezTo>
                  <a:cubicBezTo>
                    <a:pt x="1185" y="266"/>
                    <a:pt x="920" y="1"/>
                    <a:pt x="59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3"/>
            <p:cNvSpPr/>
            <p:nvPr/>
          </p:nvSpPr>
          <p:spPr>
            <a:xfrm>
              <a:off x="8753373" y="4274710"/>
              <a:ext cx="82881" cy="75566"/>
            </a:xfrm>
            <a:custGeom>
              <a:avLst/>
              <a:gdLst/>
              <a:ahLst/>
              <a:cxnLst/>
              <a:rect l="l" t="t" r="r" b="b"/>
              <a:pathLst>
                <a:path w="1303" h="1188" extrusionOk="0">
                  <a:moveTo>
                    <a:pt x="710" y="173"/>
                  </a:moveTo>
                  <a:cubicBezTo>
                    <a:pt x="941" y="173"/>
                    <a:pt x="1129" y="364"/>
                    <a:pt x="1129" y="595"/>
                  </a:cubicBezTo>
                  <a:cubicBezTo>
                    <a:pt x="1126" y="827"/>
                    <a:pt x="938" y="1012"/>
                    <a:pt x="707" y="1015"/>
                  </a:cubicBezTo>
                  <a:cubicBezTo>
                    <a:pt x="476" y="1015"/>
                    <a:pt x="287" y="823"/>
                    <a:pt x="287" y="592"/>
                  </a:cubicBezTo>
                  <a:cubicBezTo>
                    <a:pt x="287" y="358"/>
                    <a:pt x="479" y="173"/>
                    <a:pt x="710" y="173"/>
                  </a:cubicBezTo>
                  <a:close/>
                  <a:moveTo>
                    <a:pt x="712" y="1"/>
                  </a:moveTo>
                  <a:cubicBezTo>
                    <a:pt x="485" y="1"/>
                    <a:pt x="263" y="130"/>
                    <a:pt x="164" y="364"/>
                  </a:cubicBezTo>
                  <a:cubicBezTo>
                    <a:pt x="1" y="752"/>
                    <a:pt x="284" y="1184"/>
                    <a:pt x="707" y="1187"/>
                  </a:cubicBezTo>
                  <a:lnTo>
                    <a:pt x="710" y="1187"/>
                  </a:lnTo>
                  <a:cubicBezTo>
                    <a:pt x="1034" y="1187"/>
                    <a:pt x="1299" y="922"/>
                    <a:pt x="1302" y="595"/>
                  </a:cubicBezTo>
                  <a:cubicBezTo>
                    <a:pt x="1302" y="438"/>
                    <a:pt x="1240" y="287"/>
                    <a:pt x="1129" y="176"/>
                  </a:cubicBezTo>
                  <a:cubicBezTo>
                    <a:pt x="1012" y="57"/>
                    <a:pt x="861" y="1"/>
                    <a:pt x="7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3" name="Google Shape;123;p3"/>
            <p:cNvGrpSpPr/>
            <p:nvPr/>
          </p:nvGrpSpPr>
          <p:grpSpPr>
            <a:xfrm>
              <a:off x="7890068" y="4686148"/>
              <a:ext cx="360349" cy="357087"/>
              <a:chOff x="10649934" y="1571625"/>
              <a:chExt cx="449705" cy="445634"/>
            </a:xfrm>
          </p:grpSpPr>
          <p:sp>
            <p:nvSpPr>
              <p:cNvPr id="124" name="Google Shape;124;p3"/>
              <p:cNvSpPr/>
              <p:nvPr/>
            </p:nvSpPr>
            <p:spPr>
              <a:xfrm>
                <a:off x="10649934" y="1571625"/>
                <a:ext cx="449705" cy="445634"/>
              </a:xfrm>
              <a:custGeom>
                <a:avLst/>
                <a:gdLst/>
                <a:ahLst/>
                <a:cxnLst/>
                <a:rect l="l" t="t" r="r" b="b"/>
                <a:pathLst>
                  <a:path w="7070" h="7006" extrusionOk="0">
                    <a:moveTo>
                      <a:pt x="3541" y="217"/>
                    </a:moveTo>
                    <a:cubicBezTo>
                      <a:pt x="3631" y="377"/>
                      <a:pt x="3809" y="793"/>
                      <a:pt x="3948" y="1161"/>
                    </a:cubicBezTo>
                    <a:cubicBezTo>
                      <a:pt x="3958" y="1182"/>
                      <a:pt x="3976" y="1201"/>
                      <a:pt x="4001" y="1210"/>
                    </a:cubicBezTo>
                    <a:cubicBezTo>
                      <a:pt x="4009" y="1214"/>
                      <a:pt x="4019" y="1215"/>
                      <a:pt x="4028" y="1215"/>
                    </a:cubicBezTo>
                    <a:cubicBezTo>
                      <a:pt x="4043" y="1215"/>
                      <a:pt x="4059" y="1211"/>
                      <a:pt x="4072" y="1204"/>
                    </a:cubicBezTo>
                    <a:cubicBezTo>
                      <a:pt x="4414" y="1016"/>
                      <a:pt x="4941" y="750"/>
                      <a:pt x="5077" y="726"/>
                    </a:cubicBezTo>
                    <a:lnTo>
                      <a:pt x="5077" y="726"/>
                    </a:lnTo>
                    <a:cubicBezTo>
                      <a:pt x="5093" y="846"/>
                      <a:pt x="5019" y="1262"/>
                      <a:pt x="4932" y="1611"/>
                    </a:cubicBezTo>
                    <a:cubicBezTo>
                      <a:pt x="4918" y="1665"/>
                      <a:pt x="4959" y="1717"/>
                      <a:pt x="5014" y="1717"/>
                    </a:cubicBezTo>
                    <a:cubicBezTo>
                      <a:pt x="5019" y="1717"/>
                      <a:pt x="5023" y="1716"/>
                      <a:pt x="5028" y="1716"/>
                    </a:cubicBezTo>
                    <a:cubicBezTo>
                      <a:pt x="5034" y="1716"/>
                      <a:pt x="5737" y="1611"/>
                      <a:pt x="6095" y="1611"/>
                    </a:cubicBezTo>
                    <a:cubicBezTo>
                      <a:pt x="6135" y="1611"/>
                      <a:pt x="6175" y="1614"/>
                      <a:pt x="6215" y="1617"/>
                    </a:cubicBezTo>
                    <a:cubicBezTo>
                      <a:pt x="6169" y="1762"/>
                      <a:pt x="5975" y="2166"/>
                      <a:pt x="5790" y="2521"/>
                    </a:cubicBezTo>
                    <a:cubicBezTo>
                      <a:pt x="5765" y="2570"/>
                      <a:pt x="5790" y="2629"/>
                      <a:pt x="5842" y="2641"/>
                    </a:cubicBezTo>
                    <a:cubicBezTo>
                      <a:pt x="6252" y="2755"/>
                      <a:pt x="6727" y="2919"/>
                      <a:pt x="6820" y="2990"/>
                    </a:cubicBezTo>
                    <a:cubicBezTo>
                      <a:pt x="6755" y="3107"/>
                      <a:pt x="6329" y="3455"/>
                      <a:pt x="5950" y="3727"/>
                    </a:cubicBezTo>
                    <a:cubicBezTo>
                      <a:pt x="5904" y="3764"/>
                      <a:pt x="5904" y="3835"/>
                      <a:pt x="5953" y="3869"/>
                    </a:cubicBezTo>
                    <a:cubicBezTo>
                      <a:pt x="6385" y="4158"/>
                      <a:pt x="6755" y="4495"/>
                      <a:pt x="6752" y="4584"/>
                    </a:cubicBezTo>
                    <a:cubicBezTo>
                      <a:pt x="6706" y="4677"/>
                      <a:pt x="6172" y="4834"/>
                      <a:pt x="5583" y="4933"/>
                    </a:cubicBezTo>
                    <a:cubicBezTo>
                      <a:pt x="5524" y="4942"/>
                      <a:pt x="5493" y="5007"/>
                      <a:pt x="5521" y="5059"/>
                    </a:cubicBezTo>
                    <a:cubicBezTo>
                      <a:pt x="5719" y="5411"/>
                      <a:pt x="5913" y="5846"/>
                      <a:pt x="5907" y="5957"/>
                    </a:cubicBezTo>
                    <a:cubicBezTo>
                      <a:pt x="5871" y="5966"/>
                      <a:pt x="5836" y="5970"/>
                      <a:pt x="5801" y="5970"/>
                    </a:cubicBezTo>
                    <a:cubicBezTo>
                      <a:pt x="5790" y="5970"/>
                      <a:pt x="5779" y="5970"/>
                      <a:pt x="5768" y="5969"/>
                    </a:cubicBezTo>
                    <a:cubicBezTo>
                      <a:pt x="5444" y="5969"/>
                      <a:pt x="4846" y="5842"/>
                      <a:pt x="4840" y="5842"/>
                    </a:cubicBezTo>
                    <a:cubicBezTo>
                      <a:pt x="4833" y="5841"/>
                      <a:pt x="4827" y="5841"/>
                      <a:pt x="4821" y="5841"/>
                    </a:cubicBezTo>
                    <a:cubicBezTo>
                      <a:pt x="4785" y="5841"/>
                      <a:pt x="4752" y="5864"/>
                      <a:pt x="4741" y="5898"/>
                    </a:cubicBezTo>
                    <a:cubicBezTo>
                      <a:pt x="4624" y="6265"/>
                      <a:pt x="4470" y="6684"/>
                      <a:pt x="4399" y="6817"/>
                    </a:cubicBezTo>
                    <a:cubicBezTo>
                      <a:pt x="4272" y="6721"/>
                      <a:pt x="3951" y="6327"/>
                      <a:pt x="3692" y="5972"/>
                    </a:cubicBezTo>
                    <a:cubicBezTo>
                      <a:pt x="3680" y="5950"/>
                      <a:pt x="3655" y="5938"/>
                      <a:pt x="3631" y="5938"/>
                    </a:cubicBezTo>
                    <a:lnTo>
                      <a:pt x="3624" y="5938"/>
                    </a:lnTo>
                    <a:cubicBezTo>
                      <a:pt x="3622" y="5938"/>
                      <a:pt x="3619" y="5937"/>
                      <a:pt x="3616" y="5937"/>
                    </a:cubicBezTo>
                    <a:cubicBezTo>
                      <a:pt x="3597" y="5937"/>
                      <a:pt x="3576" y="5946"/>
                      <a:pt x="3563" y="5960"/>
                    </a:cubicBezTo>
                    <a:cubicBezTo>
                      <a:pt x="3245" y="6277"/>
                      <a:pt x="2863" y="6632"/>
                      <a:pt x="2727" y="6728"/>
                    </a:cubicBezTo>
                    <a:cubicBezTo>
                      <a:pt x="2684" y="6580"/>
                      <a:pt x="2607" y="6206"/>
                      <a:pt x="2548" y="5870"/>
                    </a:cubicBezTo>
                    <a:cubicBezTo>
                      <a:pt x="2541" y="5827"/>
                      <a:pt x="2505" y="5799"/>
                      <a:pt x="2465" y="5799"/>
                    </a:cubicBezTo>
                    <a:cubicBezTo>
                      <a:pt x="2454" y="5799"/>
                      <a:pt x="2442" y="5801"/>
                      <a:pt x="2431" y="5805"/>
                    </a:cubicBezTo>
                    <a:cubicBezTo>
                      <a:pt x="2061" y="5950"/>
                      <a:pt x="1447" y="6176"/>
                      <a:pt x="1222" y="6216"/>
                    </a:cubicBezTo>
                    <a:cubicBezTo>
                      <a:pt x="1253" y="6037"/>
                      <a:pt x="1376" y="5562"/>
                      <a:pt x="1502" y="5136"/>
                    </a:cubicBezTo>
                    <a:cubicBezTo>
                      <a:pt x="1509" y="5111"/>
                      <a:pt x="1506" y="5090"/>
                      <a:pt x="1493" y="5068"/>
                    </a:cubicBezTo>
                    <a:cubicBezTo>
                      <a:pt x="1481" y="5050"/>
                      <a:pt x="1462" y="5034"/>
                      <a:pt x="1441" y="5028"/>
                    </a:cubicBezTo>
                    <a:cubicBezTo>
                      <a:pt x="987" y="4917"/>
                      <a:pt x="466" y="4763"/>
                      <a:pt x="324" y="4686"/>
                    </a:cubicBezTo>
                    <a:cubicBezTo>
                      <a:pt x="420" y="4566"/>
                      <a:pt x="802" y="4251"/>
                      <a:pt x="1142" y="4001"/>
                    </a:cubicBezTo>
                    <a:cubicBezTo>
                      <a:pt x="1163" y="3983"/>
                      <a:pt x="1179" y="3955"/>
                      <a:pt x="1175" y="3927"/>
                    </a:cubicBezTo>
                    <a:cubicBezTo>
                      <a:pt x="1175" y="3899"/>
                      <a:pt x="1160" y="3872"/>
                      <a:pt x="1132" y="3859"/>
                    </a:cubicBezTo>
                    <a:cubicBezTo>
                      <a:pt x="636" y="3572"/>
                      <a:pt x="204" y="3233"/>
                      <a:pt x="207" y="3134"/>
                    </a:cubicBezTo>
                    <a:cubicBezTo>
                      <a:pt x="222" y="3042"/>
                      <a:pt x="701" y="2857"/>
                      <a:pt x="1206" y="2740"/>
                    </a:cubicBezTo>
                    <a:cubicBezTo>
                      <a:pt x="1262" y="2727"/>
                      <a:pt x="1290" y="2666"/>
                      <a:pt x="1262" y="2616"/>
                    </a:cubicBezTo>
                    <a:cubicBezTo>
                      <a:pt x="1043" y="2203"/>
                      <a:pt x="812" y="1734"/>
                      <a:pt x="756" y="1558"/>
                    </a:cubicBezTo>
                    <a:lnTo>
                      <a:pt x="756" y="1558"/>
                    </a:lnTo>
                    <a:cubicBezTo>
                      <a:pt x="981" y="1577"/>
                      <a:pt x="1580" y="1716"/>
                      <a:pt x="1805" y="1774"/>
                    </a:cubicBezTo>
                    <a:cubicBezTo>
                      <a:pt x="1811" y="1776"/>
                      <a:pt x="1818" y="1777"/>
                      <a:pt x="1824" y="1777"/>
                    </a:cubicBezTo>
                    <a:cubicBezTo>
                      <a:pt x="1843" y="1777"/>
                      <a:pt x="1862" y="1770"/>
                      <a:pt x="1876" y="1759"/>
                    </a:cubicBezTo>
                    <a:cubicBezTo>
                      <a:pt x="1897" y="1743"/>
                      <a:pt x="1910" y="1719"/>
                      <a:pt x="1910" y="1694"/>
                    </a:cubicBezTo>
                    <a:cubicBezTo>
                      <a:pt x="1925" y="1241"/>
                      <a:pt x="1956" y="738"/>
                      <a:pt x="1990" y="562"/>
                    </a:cubicBezTo>
                    <a:cubicBezTo>
                      <a:pt x="2162" y="649"/>
                      <a:pt x="2644" y="954"/>
                      <a:pt x="3072" y="1238"/>
                    </a:cubicBezTo>
                    <a:cubicBezTo>
                      <a:pt x="3086" y="1247"/>
                      <a:pt x="3103" y="1253"/>
                      <a:pt x="3121" y="1253"/>
                    </a:cubicBezTo>
                    <a:cubicBezTo>
                      <a:pt x="3130" y="1253"/>
                      <a:pt x="3140" y="1251"/>
                      <a:pt x="3149" y="1247"/>
                    </a:cubicBezTo>
                    <a:cubicBezTo>
                      <a:pt x="3174" y="1238"/>
                      <a:pt x="3196" y="1219"/>
                      <a:pt x="3202" y="1191"/>
                    </a:cubicBezTo>
                    <a:cubicBezTo>
                      <a:pt x="3313" y="812"/>
                      <a:pt x="3461" y="380"/>
                      <a:pt x="3541" y="217"/>
                    </a:cubicBezTo>
                    <a:close/>
                    <a:moveTo>
                      <a:pt x="3541" y="1"/>
                    </a:moveTo>
                    <a:cubicBezTo>
                      <a:pt x="3476" y="1"/>
                      <a:pt x="3381" y="1"/>
                      <a:pt x="3072" y="1034"/>
                    </a:cubicBezTo>
                    <a:cubicBezTo>
                      <a:pt x="2403" y="593"/>
                      <a:pt x="2027" y="368"/>
                      <a:pt x="1943" y="368"/>
                    </a:cubicBezTo>
                    <a:cubicBezTo>
                      <a:pt x="1937" y="368"/>
                      <a:pt x="1928" y="371"/>
                      <a:pt x="1919" y="371"/>
                    </a:cubicBezTo>
                    <a:cubicBezTo>
                      <a:pt x="1854" y="389"/>
                      <a:pt x="1783" y="405"/>
                      <a:pt x="1743" y="1583"/>
                    </a:cubicBezTo>
                    <a:cubicBezTo>
                      <a:pt x="1499" y="1524"/>
                      <a:pt x="904" y="1386"/>
                      <a:pt x="713" y="1386"/>
                    </a:cubicBezTo>
                    <a:cubicBezTo>
                      <a:pt x="709" y="1385"/>
                      <a:pt x="704" y="1385"/>
                      <a:pt x="700" y="1385"/>
                    </a:cubicBezTo>
                    <a:cubicBezTo>
                      <a:pt x="670" y="1385"/>
                      <a:pt x="638" y="1394"/>
                      <a:pt x="614" y="1410"/>
                    </a:cubicBezTo>
                    <a:cubicBezTo>
                      <a:pt x="556" y="1457"/>
                      <a:pt x="482" y="1509"/>
                      <a:pt x="1058" y="2601"/>
                    </a:cubicBezTo>
                    <a:cubicBezTo>
                      <a:pt x="697" y="2690"/>
                      <a:pt x="77" y="2875"/>
                      <a:pt x="40" y="3110"/>
                    </a:cubicBezTo>
                    <a:cubicBezTo>
                      <a:pt x="0" y="3344"/>
                      <a:pt x="583" y="3733"/>
                      <a:pt x="935" y="3943"/>
                    </a:cubicBezTo>
                    <a:cubicBezTo>
                      <a:pt x="108" y="4562"/>
                      <a:pt x="127" y="4674"/>
                      <a:pt x="136" y="4723"/>
                    </a:cubicBezTo>
                    <a:cubicBezTo>
                      <a:pt x="145" y="4775"/>
                      <a:pt x="164" y="4889"/>
                      <a:pt x="1311" y="5176"/>
                    </a:cubicBezTo>
                    <a:cubicBezTo>
                      <a:pt x="1209" y="5534"/>
                      <a:pt x="1024" y="6194"/>
                      <a:pt x="1043" y="6308"/>
                    </a:cubicBezTo>
                    <a:cubicBezTo>
                      <a:pt x="1046" y="6327"/>
                      <a:pt x="1068" y="6395"/>
                      <a:pt x="1172" y="6395"/>
                    </a:cubicBezTo>
                    <a:cubicBezTo>
                      <a:pt x="1373" y="6395"/>
                      <a:pt x="2116" y="6114"/>
                      <a:pt x="2397" y="6006"/>
                    </a:cubicBezTo>
                    <a:cubicBezTo>
                      <a:pt x="2459" y="6342"/>
                      <a:pt x="2551" y="6811"/>
                      <a:pt x="2607" y="6885"/>
                    </a:cubicBezTo>
                    <a:cubicBezTo>
                      <a:pt x="2628" y="6910"/>
                      <a:pt x="2656" y="6922"/>
                      <a:pt x="2687" y="6925"/>
                    </a:cubicBezTo>
                    <a:cubicBezTo>
                      <a:pt x="2785" y="6925"/>
                      <a:pt x="3097" y="6666"/>
                      <a:pt x="3612" y="6154"/>
                    </a:cubicBezTo>
                    <a:cubicBezTo>
                      <a:pt x="4028" y="6718"/>
                      <a:pt x="4297" y="7005"/>
                      <a:pt x="4417" y="7005"/>
                    </a:cubicBezTo>
                    <a:cubicBezTo>
                      <a:pt x="4445" y="7005"/>
                      <a:pt x="4473" y="6996"/>
                      <a:pt x="4494" y="6974"/>
                    </a:cubicBezTo>
                    <a:cubicBezTo>
                      <a:pt x="4590" y="6882"/>
                      <a:pt x="4790" y="6296"/>
                      <a:pt x="4880" y="6028"/>
                    </a:cubicBezTo>
                    <a:cubicBezTo>
                      <a:pt x="5056" y="6061"/>
                      <a:pt x="5493" y="6142"/>
                      <a:pt x="5768" y="6142"/>
                    </a:cubicBezTo>
                    <a:cubicBezTo>
                      <a:pt x="5885" y="6142"/>
                      <a:pt x="6015" y="6129"/>
                      <a:pt x="6058" y="6043"/>
                    </a:cubicBezTo>
                    <a:cubicBezTo>
                      <a:pt x="6135" y="5889"/>
                      <a:pt x="5907" y="5414"/>
                      <a:pt x="5728" y="5081"/>
                    </a:cubicBezTo>
                    <a:cubicBezTo>
                      <a:pt x="6194" y="5000"/>
                      <a:pt x="6857" y="4849"/>
                      <a:pt x="6915" y="4633"/>
                    </a:cubicBezTo>
                    <a:cubicBezTo>
                      <a:pt x="6974" y="4421"/>
                      <a:pt x="6499" y="4041"/>
                      <a:pt x="6147" y="3798"/>
                    </a:cubicBezTo>
                    <a:cubicBezTo>
                      <a:pt x="7070" y="3125"/>
                      <a:pt x="7011" y="2993"/>
                      <a:pt x="6986" y="2934"/>
                    </a:cubicBezTo>
                    <a:cubicBezTo>
                      <a:pt x="6931" y="2801"/>
                      <a:pt x="6434" y="2635"/>
                      <a:pt x="5990" y="2508"/>
                    </a:cubicBezTo>
                    <a:cubicBezTo>
                      <a:pt x="6141" y="2215"/>
                      <a:pt x="6394" y="1703"/>
                      <a:pt x="6394" y="1577"/>
                    </a:cubicBezTo>
                    <a:cubicBezTo>
                      <a:pt x="6394" y="1444"/>
                      <a:pt x="6206" y="1444"/>
                      <a:pt x="6092" y="1444"/>
                    </a:cubicBezTo>
                    <a:cubicBezTo>
                      <a:pt x="5814" y="1444"/>
                      <a:pt x="5352" y="1503"/>
                      <a:pt x="5130" y="1531"/>
                    </a:cubicBezTo>
                    <a:cubicBezTo>
                      <a:pt x="5336" y="655"/>
                      <a:pt x="5222" y="596"/>
                      <a:pt x="5170" y="571"/>
                    </a:cubicBezTo>
                    <a:cubicBezTo>
                      <a:pt x="5151" y="562"/>
                      <a:pt x="5130" y="559"/>
                      <a:pt x="5108" y="559"/>
                    </a:cubicBezTo>
                    <a:cubicBezTo>
                      <a:pt x="4932" y="559"/>
                      <a:pt x="4328" y="874"/>
                      <a:pt x="4075" y="1009"/>
                    </a:cubicBezTo>
                    <a:cubicBezTo>
                      <a:pt x="3705" y="59"/>
                      <a:pt x="3612" y="22"/>
                      <a:pt x="3578" y="7"/>
                    </a:cubicBezTo>
                    <a:cubicBezTo>
                      <a:pt x="3566" y="4"/>
                      <a:pt x="3553" y="1"/>
                      <a:pt x="35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3"/>
              <p:cNvSpPr/>
              <p:nvPr/>
            </p:nvSpPr>
            <p:spPr>
              <a:xfrm>
                <a:off x="10732687" y="1664810"/>
                <a:ext cx="279682" cy="279619"/>
              </a:xfrm>
              <a:custGeom>
                <a:avLst/>
                <a:gdLst/>
                <a:ahLst/>
                <a:cxnLst/>
                <a:rect l="l" t="t" r="r" b="b"/>
                <a:pathLst>
                  <a:path w="4397" h="4396" extrusionOk="0">
                    <a:moveTo>
                      <a:pt x="2197" y="1"/>
                    </a:moveTo>
                    <a:cubicBezTo>
                      <a:pt x="985" y="1"/>
                      <a:pt x="1" y="985"/>
                      <a:pt x="1" y="2197"/>
                    </a:cubicBezTo>
                    <a:cubicBezTo>
                      <a:pt x="1" y="3412"/>
                      <a:pt x="985" y="4396"/>
                      <a:pt x="2197" y="4396"/>
                    </a:cubicBezTo>
                    <a:cubicBezTo>
                      <a:pt x="3412" y="4396"/>
                      <a:pt x="4396" y="3412"/>
                      <a:pt x="4396" y="2197"/>
                    </a:cubicBezTo>
                    <a:cubicBezTo>
                      <a:pt x="4396" y="985"/>
                      <a:pt x="3412" y="1"/>
                      <a:pt x="21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3"/>
              <p:cNvSpPr/>
              <p:nvPr/>
            </p:nvSpPr>
            <p:spPr>
              <a:xfrm>
                <a:off x="10883180" y="1708190"/>
                <a:ext cx="23217" cy="14184"/>
              </a:xfrm>
              <a:custGeom>
                <a:avLst/>
                <a:gdLst/>
                <a:ahLst/>
                <a:cxnLst/>
                <a:rect l="l" t="t" r="r" b="b"/>
                <a:pathLst>
                  <a:path w="365" h="223" extrusionOk="0">
                    <a:moveTo>
                      <a:pt x="1" y="0"/>
                    </a:moveTo>
                    <a:lnTo>
                      <a:pt x="365" y="223"/>
                    </a:lnTo>
                    <a:cubicBezTo>
                      <a:pt x="318" y="65"/>
                      <a:pt x="1" y="1"/>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3"/>
              <p:cNvSpPr/>
              <p:nvPr/>
            </p:nvSpPr>
            <p:spPr>
              <a:xfrm>
                <a:off x="10875102" y="1702720"/>
                <a:ext cx="37401" cy="25125"/>
              </a:xfrm>
              <a:custGeom>
                <a:avLst/>
                <a:gdLst/>
                <a:ahLst/>
                <a:cxnLst/>
                <a:rect l="l" t="t" r="r" b="b"/>
                <a:pathLst>
                  <a:path w="588" h="395" extrusionOk="0">
                    <a:moveTo>
                      <a:pt x="119" y="0"/>
                    </a:moveTo>
                    <a:cubicBezTo>
                      <a:pt x="24" y="0"/>
                      <a:pt x="0" y="153"/>
                      <a:pt x="109" y="170"/>
                    </a:cubicBezTo>
                    <a:cubicBezTo>
                      <a:pt x="223" y="194"/>
                      <a:pt x="390" y="262"/>
                      <a:pt x="408" y="333"/>
                    </a:cubicBezTo>
                    <a:cubicBezTo>
                      <a:pt x="421" y="370"/>
                      <a:pt x="455" y="395"/>
                      <a:pt x="492" y="395"/>
                    </a:cubicBezTo>
                    <a:cubicBezTo>
                      <a:pt x="501" y="395"/>
                      <a:pt x="507" y="392"/>
                      <a:pt x="516" y="389"/>
                    </a:cubicBezTo>
                    <a:cubicBezTo>
                      <a:pt x="562" y="376"/>
                      <a:pt x="587" y="330"/>
                      <a:pt x="575" y="284"/>
                    </a:cubicBezTo>
                    <a:cubicBezTo>
                      <a:pt x="516" y="86"/>
                      <a:pt x="205" y="16"/>
                      <a:pt x="143" y="3"/>
                    </a:cubicBezTo>
                    <a:cubicBezTo>
                      <a:pt x="135" y="1"/>
                      <a:pt x="127" y="0"/>
                      <a:pt x="1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3"/>
              <p:cNvSpPr/>
              <p:nvPr/>
            </p:nvSpPr>
            <p:spPr>
              <a:xfrm>
                <a:off x="10899655" y="1751125"/>
                <a:ext cx="23217" cy="14248"/>
              </a:xfrm>
              <a:custGeom>
                <a:avLst/>
                <a:gdLst/>
                <a:ahLst/>
                <a:cxnLst/>
                <a:rect l="l" t="t" r="r" b="b"/>
                <a:pathLst>
                  <a:path w="365" h="224" extrusionOk="0">
                    <a:moveTo>
                      <a:pt x="1" y="1"/>
                    </a:moveTo>
                    <a:lnTo>
                      <a:pt x="365" y="223"/>
                    </a:lnTo>
                    <a:cubicBezTo>
                      <a:pt x="318" y="69"/>
                      <a:pt x="1" y="1"/>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3"/>
              <p:cNvSpPr/>
              <p:nvPr/>
            </p:nvSpPr>
            <p:spPr>
              <a:xfrm>
                <a:off x="10891704" y="1745718"/>
                <a:ext cx="37274" cy="25125"/>
              </a:xfrm>
              <a:custGeom>
                <a:avLst/>
                <a:gdLst/>
                <a:ahLst/>
                <a:cxnLst/>
                <a:rect l="l" t="t" r="r" b="b"/>
                <a:pathLst>
                  <a:path w="586" h="395" extrusionOk="0">
                    <a:moveTo>
                      <a:pt x="119" y="0"/>
                    </a:moveTo>
                    <a:cubicBezTo>
                      <a:pt x="23" y="0"/>
                      <a:pt x="1" y="152"/>
                      <a:pt x="107" y="172"/>
                    </a:cubicBezTo>
                    <a:cubicBezTo>
                      <a:pt x="221" y="194"/>
                      <a:pt x="388" y="262"/>
                      <a:pt x="409" y="333"/>
                    </a:cubicBezTo>
                    <a:cubicBezTo>
                      <a:pt x="419" y="370"/>
                      <a:pt x="453" y="394"/>
                      <a:pt x="490" y="394"/>
                    </a:cubicBezTo>
                    <a:cubicBezTo>
                      <a:pt x="499" y="394"/>
                      <a:pt x="508" y="391"/>
                      <a:pt x="514" y="391"/>
                    </a:cubicBezTo>
                    <a:cubicBezTo>
                      <a:pt x="561" y="376"/>
                      <a:pt x="585" y="330"/>
                      <a:pt x="573" y="283"/>
                    </a:cubicBezTo>
                    <a:cubicBezTo>
                      <a:pt x="514" y="89"/>
                      <a:pt x="203" y="15"/>
                      <a:pt x="141" y="3"/>
                    </a:cubicBezTo>
                    <a:cubicBezTo>
                      <a:pt x="134" y="1"/>
                      <a:pt x="126" y="0"/>
                      <a:pt x="1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3"/>
              <p:cNvSpPr/>
              <p:nvPr/>
            </p:nvSpPr>
            <p:spPr>
              <a:xfrm>
                <a:off x="10945769" y="1750743"/>
                <a:ext cx="20482" cy="17937"/>
              </a:xfrm>
              <a:custGeom>
                <a:avLst/>
                <a:gdLst/>
                <a:ahLst/>
                <a:cxnLst/>
                <a:rect l="l" t="t" r="r" b="b"/>
                <a:pathLst>
                  <a:path w="322" h="282" extrusionOk="0">
                    <a:moveTo>
                      <a:pt x="0" y="1"/>
                    </a:moveTo>
                    <a:lnTo>
                      <a:pt x="321" y="281"/>
                    </a:lnTo>
                    <a:cubicBezTo>
                      <a:pt x="303" y="121"/>
                      <a:pt x="1" y="1"/>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3"/>
              <p:cNvSpPr/>
              <p:nvPr/>
            </p:nvSpPr>
            <p:spPr>
              <a:xfrm>
                <a:off x="10937755" y="1745209"/>
                <a:ext cx="34157" cy="28941"/>
              </a:xfrm>
              <a:custGeom>
                <a:avLst/>
                <a:gdLst/>
                <a:ahLst/>
                <a:cxnLst/>
                <a:rect l="l" t="t" r="r" b="b"/>
                <a:pathLst>
                  <a:path w="537" h="455" extrusionOk="0">
                    <a:moveTo>
                      <a:pt x="122" y="0"/>
                    </a:moveTo>
                    <a:cubicBezTo>
                      <a:pt x="40" y="0"/>
                      <a:pt x="0" y="130"/>
                      <a:pt x="96" y="168"/>
                    </a:cubicBezTo>
                    <a:cubicBezTo>
                      <a:pt x="200" y="208"/>
                      <a:pt x="355" y="307"/>
                      <a:pt x="361" y="378"/>
                    </a:cubicBezTo>
                    <a:cubicBezTo>
                      <a:pt x="367" y="421"/>
                      <a:pt x="404" y="455"/>
                      <a:pt x="447" y="455"/>
                    </a:cubicBezTo>
                    <a:lnTo>
                      <a:pt x="456" y="455"/>
                    </a:lnTo>
                    <a:cubicBezTo>
                      <a:pt x="503" y="449"/>
                      <a:pt x="537" y="405"/>
                      <a:pt x="534" y="359"/>
                    </a:cubicBezTo>
                    <a:cubicBezTo>
                      <a:pt x="509" y="156"/>
                      <a:pt x="216" y="32"/>
                      <a:pt x="157" y="8"/>
                    </a:cubicBezTo>
                    <a:cubicBezTo>
                      <a:pt x="145" y="3"/>
                      <a:pt x="133" y="0"/>
                      <a:pt x="1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3"/>
              <p:cNvSpPr/>
              <p:nvPr/>
            </p:nvSpPr>
            <p:spPr>
              <a:xfrm>
                <a:off x="10846861" y="1739994"/>
                <a:ext cx="23217" cy="14184"/>
              </a:xfrm>
              <a:custGeom>
                <a:avLst/>
                <a:gdLst/>
                <a:ahLst/>
                <a:cxnLst/>
                <a:rect l="l" t="t" r="r" b="b"/>
                <a:pathLst>
                  <a:path w="365" h="223" extrusionOk="0">
                    <a:moveTo>
                      <a:pt x="1" y="0"/>
                    </a:moveTo>
                    <a:lnTo>
                      <a:pt x="365" y="222"/>
                    </a:lnTo>
                    <a:cubicBezTo>
                      <a:pt x="319" y="65"/>
                      <a:pt x="1" y="0"/>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3"/>
              <p:cNvSpPr/>
              <p:nvPr/>
            </p:nvSpPr>
            <p:spPr>
              <a:xfrm>
                <a:off x="10839101" y="1734523"/>
                <a:ext cx="37083" cy="25125"/>
              </a:xfrm>
              <a:custGeom>
                <a:avLst/>
                <a:gdLst/>
                <a:ahLst/>
                <a:cxnLst/>
                <a:rect l="l" t="t" r="r" b="b"/>
                <a:pathLst>
                  <a:path w="583" h="395" extrusionOk="0">
                    <a:moveTo>
                      <a:pt x="119" y="1"/>
                    </a:moveTo>
                    <a:cubicBezTo>
                      <a:pt x="24" y="1"/>
                      <a:pt x="0" y="149"/>
                      <a:pt x="104" y="169"/>
                    </a:cubicBezTo>
                    <a:cubicBezTo>
                      <a:pt x="212" y="194"/>
                      <a:pt x="385" y="259"/>
                      <a:pt x="407" y="333"/>
                    </a:cubicBezTo>
                    <a:cubicBezTo>
                      <a:pt x="416" y="367"/>
                      <a:pt x="450" y="395"/>
                      <a:pt x="487" y="395"/>
                    </a:cubicBezTo>
                    <a:cubicBezTo>
                      <a:pt x="496" y="391"/>
                      <a:pt x="505" y="391"/>
                      <a:pt x="512" y="388"/>
                    </a:cubicBezTo>
                    <a:cubicBezTo>
                      <a:pt x="558" y="376"/>
                      <a:pt x="583" y="330"/>
                      <a:pt x="570" y="284"/>
                    </a:cubicBezTo>
                    <a:cubicBezTo>
                      <a:pt x="512" y="86"/>
                      <a:pt x="200" y="15"/>
                      <a:pt x="138" y="3"/>
                    </a:cubicBezTo>
                    <a:cubicBezTo>
                      <a:pt x="132" y="2"/>
                      <a:pt x="125" y="1"/>
                      <a:pt x="11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3"/>
              <p:cNvSpPr/>
              <p:nvPr/>
            </p:nvSpPr>
            <p:spPr>
              <a:xfrm>
                <a:off x="10822945" y="1705646"/>
                <a:ext cx="25952" cy="8523"/>
              </a:xfrm>
              <a:custGeom>
                <a:avLst/>
                <a:gdLst/>
                <a:ahLst/>
                <a:cxnLst/>
                <a:rect l="l" t="t" r="r" b="b"/>
                <a:pathLst>
                  <a:path w="408" h="134" extrusionOk="0">
                    <a:moveTo>
                      <a:pt x="13" y="0"/>
                    </a:moveTo>
                    <a:cubicBezTo>
                      <a:pt x="5" y="0"/>
                      <a:pt x="1" y="0"/>
                      <a:pt x="1" y="0"/>
                    </a:cubicBezTo>
                    <a:lnTo>
                      <a:pt x="408" y="133"/>
                    </a:lnTo>
                    <a:cubicBezTo>
                      <a:pt x="337" y="8"/>
                      <a:pt x="73" y="0"/>
                      <a:pt x="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3"/>
              <p:cNvSpPr/>
              <p:nvPr/>
            </p:nvSpPr>
            <p:spPr>
              <a:xfrm>
                <a:off x="10817475" y="1700176"/>
                <a:ext cx="37528" cy="19464"/>
              </a:xfrm>
              <a:custGeom>
                <a:avLst/>
                <a:gdLst/>
                <a:ahLst/>
                <a:cxnLst/>
                <a:rect l="l" t="t" r="r" b="b"/>
                <a:pathLst>
                  <a:path w="590" h="306" extrusionOk="0">
                    <a:moveTo>
                      <a:pt x="84" y="0"/>
                    </a:moveTo>
                    <a:cubicBezTo>
                      <a:pt x="37" y="3"/>
                      <a:pt x="0" y="40"/>
                      <a:pt x="0" y="89"/>
                    </a:cubicBezTo>
                    <a:cubicBezTo>
                      <a:pt x="3" y="136"/>
                      <a:pt x="40" y="173"/>
                      <a:pt x="90" y="173"/>
                    </a:cubicBezTo>
                    <a:cubicBezTo>
                      <a:pt x="99" y="172"/>
                      <a:pt x="108" y="172"/>
                      <a:pt x="118" y="172"/>
                    </a:cubicBezTo>
                    <a:cubicBezTo>
                      <a:pt x="227" y="172"/>
                      <a:pt x="383" y="203"/>
                      <a:pt x="417" y="262"/>
                    </a:cubicBezTo>
                    <a:cubicBezTo>
                      <a:pt x="432" y="290"/>
                      <a:pt x="460" y="305"/>
                      <a:pt x="491" y="305"/>
                    </a:cubicBezTo>
                    <a:cubicBezTo>
                      <a:pt x="506" y="305"/>
                      <a:pt x="522" y="299"/>
                      <a:pt x="534" y="293"/>
                    </a:cubicBezTo>
                    <a:cubicBezTo>
                      <a:pt x="574" y="268"/>
                      <a:pt x="589" y="219"/>
                      <a:pt x="568" y="179"/>
                    </a:cubicBezTo>
                    <a:cubicBezTo>
                      <a:pt x="466" y="0"/>
                      <a:pt x="148" y="0"/>
                      <a:pt x="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6" name="Google Shape;136;p3"/>
            <p:cNvSpPr/>
            <p:nvPr/>
          </p:nvSpPr>
          <p:spPr>
            <a:xfrm>
              <a:off x="7623536" y="4813362"/>
              <a:ext cx="102663" cy="102663"/>
            </a:xfrm>
            <a:custGeom>
              <a:avLst/>
              <a:gdLst/>
              <a:ahLst/>
              <a:cxnLst/>
              <a:rect l="l" t="t" r="r" b="b"/>
              <a:pathLst>
                <a:path w="1614" h="1614" extrusionOk="0">
                  <a:moveTo>
                    <a:pt x="867" y="0"/>
                  </a:moveTo>
                  <a:cubicBezTo>
                    <a:pt x="821" y="0"/>
                    <a:pt x="781" y="40"/>
                    <a:pt x="781" y="87"/>
                  </a:cubicBezTo>
                  <a:lnTo>
                    <a:pt x="778" y="577"/>
                  </a:lnTo>
                  <a:lnTo>
                    <a:pt x="485" y="268"/>
                  </a:lnTo>
                  <a:cubicBezTo>
                    <a:pt x="473" y="251"/>
                    <a:pt x="456" y="243"/>
                    <a:pt x="438" y="243"/>
                  </a:cubicBezTo>
                  <a:cubicBezTo>
                    <a:pt x="376" y="243"/>
                    <a:pt x="301" y="335"/>
                    <a:pt x="362" y="383"/>
                  </a:cubicBezTo>
                  <a:lnTo>
                    <a:pt x="661" y="703"/>
                  </a:lnTo>
                  <a:lnTo>
                    <a:pt x="115" y="706"/>
                  </a:lnTo>
                  <a:cubicBezTo>
                    <a:pt x="1" y="706"/>
                    <a:pt x="1" y="879"/>
                    <a:pt x="115" y="879"/>
                  </a:cubicBezTo>
                  <a:lnTo>
                    <a:pt x="614" y="873"/>
                  </a:lnTo>
                  <a:lnTo>
                    <a:pt x="226" y="1144"/>
                  </a:lnTo>
                  <a:cubicBezTo>
                    <a:pt x="161" y="1191"/>
                    <a:pt x="195" y="1296"/>
                    <a:pt x="275" y="1299"/>
                  </a:cubicBezTo>
                  <a:cubicBezTo>
                    <a:pt x="294" y="1299"/>
                    <a:pt x="309" y="1292"/>
                    <a:pt x="325" y="1283"/>
                  </a:cubicBezTo>
                  <a:lnTo>
                    <a:pt x="775" y="969"/>
                  </a:lnTo>
                  <a:lnTo>
                    <a:pt x="775" y="969"/>
                  </a:lnTo>
                  <a:lnTo>
                    <a:pt x="772" y="1527"/>
                  </a:lnTo>
                  <a:cubicBezTo>
                    <a:pt x="772" y="1573"/>
                    <a:pt x="809" y="1613"/>
                    <a:pt x="855" y="1613"/>
                  </a:cubicBezTo>
                  <a:cubicBezTo>
                    <a:pt x="904" y="1613"/>
                    <a:pt x="941" y="1573"/>
                    <a:pt x="941" y="1527"/>
                  </a:cubicBezTo>
                  <a:lnTo>
                    <a:pt x="944" y="1003"/>
                  </a:lnTo>
                  <a:lnTo>
                    <a:pt x="1259" y="1333"/>
                  </a:lnTo>
                  <a:cubicBezTo>
                    <a:pt x="1275" y="1350"/>
                    <a:pt x="1297" y="1358"/>
                    <a:pt x="1320" y="1358"/>
                  </a:cubicBezTo>
                  <a:cubicBezTo>
                    <a:pt x="1341" y="1358"/>
                    <a:pt x="1363" y="1351"/>
                    <a:pt x="1379" y="1336"/>
                  </a:cubicBezTo>
                  <a:cubicBezTo>
                    <a:pt x="1413" y="1302"/>
                    <a:pt x="1416" y="1249"/>
                    <a:pt x="1382" y="1212"/>
                  </a:cubicBezTo>
                  <a:lnTo>
                    <a:pt x="1055" y="867"/>
                  </a:lnTo>
                  <a:lnTo>
                    <a:pt x="1500" y="864"/>
                  </a:lnTo>
                  <a:cubicBezTo>
                    <a:pt x="1614" y="864"/>
                    <a:pt x="1614" y="691"/>
                    <a:pt x="1500" y="691"/>
                  </a:cubicBezTo>
                  <a:lnTo>
                    <a:pt x="1500" y="694"/>
                  </a:lnTo>
                  <a:lnTo>
                    <a:pt x="1170" y="697"/>
                  </a:lnTo>
                  <a:lnTo>
                    <a:pt x="1515" y="454"/>
                  </a:lnTo>
                  <a:cubicBezTo>
                    <a:pt x="1586" y="400"/>
                    <a:pt x="1536" y="300"/>
                    <a:pt x="1465" y="300"/>
                  </a:cubicBezTo>
                  <a:cubicBezTo>
                    <a:pt x="1451" y="300"/>
                    <a:pt x="1435" y="305"/>
                    <a:pt x="1419" y="315"/>
                  </a:cubicBezTo>
                  <a:lnTo>
                    <a:pt x="948" y="642"/>
                  </a:lnTo>
                  <a:lnTo>
                    <a:pt x="954" y="87"/>
                  </a:lnTo>
                  <a:cubicBezTo>
                    <a:pt x="954" y="40"/>
                    <a:pt x="914" y="3"/>
                    <a:pt x="8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3"/>
            <p:cNvSpPr/>
            <p:nvPr/>
          </p:nvSpPr>
          <p:spPr>
            <a:xfrm>
              <a:off x="7365098" y="4954010"/>
              <a:ext cx="82881" cy="75566"/>
            </a:xfrm>
            <a:custGeom>
              <a:avLst/>
              <a:gdLst/>
              <a:ahLst/>
              <a:cxnLst/>
              <a:rect l="l" t="t" r="r" b="b"/>
              <a:pathLst>
                <a:path w="1303" h="1188" extrusionOk="0">
                  <a:moveTo>
                    <a:pt x="710" y="173"/>
                  </a:moveTo>
                  <a:cubicBezTo>
                    <a:pt x="941" y="173"/>
                    <a:pt x="1129" y="364"/>
                    <a:pt x="1129" y="595"/>
                  </a:cubicBezTo>
                  <a:cubicBezTo>
                    <a:pt x="1126" y="827"/>
                    <a:pt x="938" y="1012"/>
                    <a:pt x="707" y="1015"/>
                  </a:cubicBezTo>
                  <a:cubicBezTo>
                    <a:pt x="476" y="1015"/>
                    <a:pt x="287" y="823"/>
                    <a:pt x="287" y="592"/>
                  </a:cubicBezTo>
                  <a:cubicBezTo>
                    <a:pt x="287" y="358"/>
                    <a:pt x="479" y="173"/>
                    <a:pt x="710" y="173"/>
                  </a:cubicBezTo>
                  <a:close/>
                  <a:moveTo>
                    <a:pt x="712" y="1"/>
                  </a:moveTo>
                  <a:cubicBezTo>
                    <a:pt x="485" y="1"/>
                    <a:pt x="263" y="130"/>
                    <a:pt x="164" y="364"/>
                  </a:cubicBezTo>
                  <a:cubicBezTo>
                    <a:pt x="1" y="752"/>
                    <a:pt x="284" y="1184"/>
                    <a:pt x="707" y="1187"/>
                  </a:cubicBezTo>
                  <a:lnTo>
                    <a:pt x="710" y="1187"/>
                  </a:lnTo>
                  <a:cubicBezTo>
                    <a:pt x="1034" y="1187"/>
                    <a:pt x="1299" y="922"/>
                    <a:pt x="1302" y="595"/>
                  </a:cubicBezTo>
                  <a:cubicBezTo>
                    <a:pt x="1302" y="438"/>
                    <a:pt x="1240" y="287"/>
                    <a:pt x="1129" y="176"/>
                  </a:cubicBezTo>
                  <a:cubicBezTo>
                    <a:pt x="1012" y="57"/>
                    <a:pt x="861" y="1"/>
                    <a:pt x="7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 name="Google Shape;138;p3"/>
          <p:cNvGrpSpPr/>
          <p:nvPr/>
        </p:nvGrpSpPr>
        <p:grpSpPr>
          <a:xfrm>
            <a:off x="7305875" y="80469"/>
            <a:ext cx="1742304" cy="1617602"/>
            <a:chOff x="7305875" y="80469"/>
            <a:chExt cx="1742304" cy="1617602"/>
          </a:xfrm>
        </p:grpSpPr>
        <p:grpSp>
          <p:nvGrpSpPr>
            <p:cNvPr id="139" name="Google Shape;139;p3"/>
            <p:cNvGrpSpPr/>
            <p:nvPr/>
          </p:nvGrpSpPr>
          <p:grpSpPr>
            <a:xfrm>
              <a:off x="7646646" y="378594"/>
              <a:ext cx="356308" cy="212146"/>
              <a:chOff x="5852753" y="-1422679"/>
              <a:chExt cx="195881" cy="116634"/>
            </a:xfrm>
          </p:grpSpPr>
          <p:sp>
            <p:nvSpPr>
              <p:cNvPr id="140" name="Google Shape;140;p3"/>
              <p:cNvSpPr/>
              <p:nvPr/>
            </p:nvSpPr>
            <p:spPr>
              <a:xfrm>
                <a:off x="5852753" y="-1420330"/>
                <a:ext cx="195881" cy="111615"/>
              </a:xfrm>
              <a:custGeom>
                <a:avLst/>
                <a:gdLst/>
                <a:ahLst/>
                <a:cxnLst/>
                <a:rect l="l" t="t" r="r" b="b"/>
                <a:pathLst>
                  <a:path w="6088" h="3469" extrusionOk="0">
                    <a:moveTo>
                      <a:pt x="3696" y="1"/>
                    </a:moveTo>
                    <a:cubicBezTo>
                      <a:pt x="3413" y="1"/>
                      <a:pt x="3163" y="158"/>
                      <a:pt x="2991" y="365"/>
                    </a:cubicBezTo>
                    <a:lnTo>
                      <a:pt x="2991" y="365"/>
                    </a:lnTo>
                    <a:cubicBezTo>
                      <a:pt x="2876" y="273"/>
                      <a:pt x="2725" y="190"/>
                      <a:pt x="2533" y="128"/>
                    </a:cubicBezTo>
                    <a:cubicBezTo>
                      <a:pt x="2372" y="75"/>
                      <a:pt x="2237" y="52"/>
                      <a:pt x="2122" y="52"/>
                    </a:cubicBezTo>
                    <a:cubicBezTo>
                      <a:pt x="1407" y="52"/>
                      <a:pt x="1530" y="951"/>
                      <a:pt x="1530" y="951"/>
                    </a:cubicBezTo>
                    <a:cubicBezTo>
                      <a:pt x="1457" y="907"/>
                      <a:pt x="1378" y="886"/>
                      <a:pt x="1298" y="886"/>
                    </a:cubicBezTo>
                    <a:cubicBezTo>
                      <a:pt x="694" y="886"/>
                      <a:pt x="1" y="2034"/>
                      <a:pt x="790" y="2617"/>
                    </a:cubicBezTo>
                    <a:cubicBezTo>
                      <a:pt x="1039" y="2800"/>
                      <a:pt x="1275" y="2883"/>
                      <a:pt x="1477" y="2895"/>
                    </a:cubicBezTo>
                    <a:lnTo>
                      <a:pt x="1477" y="2895"/>
                    </a:lnTo>
                    <a:cubicBezTo>
                      <a:pt x="1545" y="3200"/>
                      <a:pt x="1763" y="3463"/>
                      <a:pt x="2224" y="3468"/>
                    </a:cubicBezTo>
                    <a:cubicBezTo>
                      <a:pt x="2242" y="3468"/>
                      <a:pt x="2259" y="3468"/>
                      <a:pt x="2276" y="3468"/>
                    </a:cubicBezTo>
                    <a:cubicBezTo>
                      <a:pt x="2909" y="3468"/>
                      <a:pt x="3333" y="3322"/>
                      <a:pt x="3571" y="3105"/>
                    </a:cubicBezTo>
                    <a:lnTo>
                      <a:pt x="3571" y="3105"/>
                    </a:lnTo>
                    <a:cubicBezTo>
                      <a:pt x="3621" y="3172"/>
                      <a:pt x="3683" y="3237"/>
                      <a:pt x="3760" y="3298"/>
                    </a:cubicBezTo>
                    <a:cubicBezTo>
                      <a:pt x="3866" y="3382"/>
                      <a:pt x="3994" y="3419"/>
                      <a:pt x="4133" y="3419"/>
                    </a:cubicBezTo>
                    <a:cubicBezTo>
                      <a:pt x="4932" y="3419"/>
                      <a:pt x="6088" y="2177"/>
                      <a:pt x="5404" y="1457"/>
                    </a:cubicBezTo>
                    <a:cubicBezTo>
                      <a:pt x="5215" y="1258"/>
                      <a:pt x="5015" y="1183"/>
                      <a:pt x="4827" y="1183"/>
                    </a:cubicBezTo>
                    <a:cubicBezTo>
                      <a:pt x="4806" y="1183"/>
                      <a:pt x="4786" y="1184"/>
                      <a:pt x="4765" y="1185"/>
                    </a:cubicBezTo>
                    <a:lnTo>
                      <a:pt x="4765" y="1185"/>
                    </a:lnTo>
                    <a:cubicBezTo>
                      <a:pt x="4773" y="830"/>
                      <a:pt x="4595" y="421"/>
                      <a:pt x="4155" y="143"/>
                    </a:cubicBezTo>
                    <a:cubicBezTo>
                      <a:pt x="3998" y="43"/>
                      <a:pt x="3843" y="1"/>
                      <a:pt x="36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3"/>
              <p:cNvSpPr/>
              <p:nvPr/>
            </p:nvSpPr>
            <p:spPr>
              <a:xfrm>
                <a:off x="5861505" y="-1422679"/>
                <a:ext cx="176673" cy="116634"/>
              </a:xfrm>
              <a:custGeom>
                <a:avLst/>
                <a:gdLst/>
                <a:ahLst/>
                <a:cxnLst/>
                <a:rect l="l" t="t" r="r" b="b"/>
                <a:pathLst>
                  <a:path w="5491" h="3625" extrusionOk="0">
                    <a:moveTo>
                      <a:pt x="2733" y="558"/>
                    </a:moveTo>
                    <a:cubicBezTo>
                      <a:pt x="2952" y="768"/>
                      <a:pt x="2995" y="1015"/>
                      <a:pt x="2936" y="1178"/>
                    </a:cubicBezTo>
                    <a:cubicBezTo>
                      <a:pt x="2906" y="1264"/>
                      <a:pt x="2852" y="1311"/>
                      <a:pt x="2788" y="1311"/>
                    </a:cubicBezTo>
                    <a:cubicBezTo>
                      <a:pt x="2749" y="1311"/>
                      <a:pt x="2705" y="1293"/>
                      <a:pt x="2662" y="1255"/>
                    </a:cubicBezTo>
                    <a:cubicBezTo>
                      <a:pt x="2508" y="1129"/>
                      <a:pt x="2542" y="827"/>
                      <a:pt x="2733" y="558"/>
                    </a:cubicBezTo>
                    <a:close/>
                    <a:moveTo>
                      <a:pt x="4404" y="1354"/>
                    </a:moveTo>
                    <a:lnTo>
                      <a:pt x="4404" y="1354"/>
                    </a:lnTo>
                    <a:cubicBezTo>
                      <a:pt x="4367" y="1650"/>
                      <a:pt x="4185" y="1872"/>
                      <a:pt x="3945" y="1906"/>
                    </a:cubicBezTo>
                    <a:cubicBezTo>
                      <a:pt x="3929" y="1906"/>
                      <a:pt x="3917" y="1909"/>
                      <a:pt x="3902" y="1909"/>
                    </a:cubicBezTo>
                    <a:cubicBezTo>
                      <a:pt x="3837" y="1909"/>
                      <a:pt x="3837" y="1888"/>
                      <a:pt x="3837" y="1869"/>
                    </a:cubicBezTo>
                    <a:cubicBezTo>
                      <a:pt x="3831" y="1746"/>
                      <a:pt x="4068" y="1431"/>
                      <a:pt x="4404" y="1354"/>
                    </a:cubicBezTo>
                    <a:close/>
                    <a:moveTo>
                      <a:pt x="1527" y="2125"/>
                    </a:moveTo>
                    <a:cubicBezTo>
                      <a:pt x="1570" y="2125"/>
                      <a:pt x="1610" y="2162"/>
                      <a:pt x="1635" y="2196"/>
                    </a:cubicBezTo>
                    <a:cubicBezTo>
                      <a:pt x="1755" y="2347"/>
                      <a:pt x="1783" y="2511"/>
                      <a:pt x="1718" y="2646"/>
                    </a:cubicBezTo>
                    <a:cubicBezTo>
                      <a:pt x="1647" y="2795"/>
                      <a:pt x="1477" y="2884"/>
                      <a:pt x="1274" y="2890"/>
                    </a:cubicBezTo>
                    <a:cubicBezTo>
                      <a:pt x="1231" y="2619"/>
                      <a:pt x="1308" y="2332"/>
                      <a:pt x="1416" y="2199"/>
                    </a:cubicBezTo>
                    <a:cubicBezTo>
                      <a:pt x="1440" y="2159"/>
                      <a:pt x="1481" y="2131"/>
                      <a:pt x="1527" y="2125"/>
                    </a:cubicBezTo>
                    <a:close/>
                    <a:moveTo>
                      <a:pt x="3350" y="2350"/>
                    </a:moveTo>
                    <a:cubicBezTo>
                      <a:pt x="3362" y="2350"/>
                      <a:pt x="3396" y="2384"/>
                      <a:pt x="3424" y="2468"/>
                    </a:cubicBezTo>
                    <a:cubicBezTo>
                      <a:pt x="3491" y="2668"/>
                      <a:pt x="3448" y="2890"/>
                      <a:pt x="3313" y="3051"/>
                    </a:cubicBezTo>
                    <a:cubicBezTo>
                      <a:pt x="3183" y="2825"/>
                      <a:pt x="3195" y="2582"/>
                      <a:pt x="3266" y="2440"/>
                    </a:cubicBezTo>
                    <a:cubicBezTo>
                      <a:pt x="3297" y="2375"/>
                      <a:pt x="3334" y="2350"/>
                      <a:pt x="3350" y="2350"/>
                    </a:cubicBezTo>
                    <a:close/>
                    <a:moveTo>
                      <a:pt x="3426" y="160"/>
                    </a:moveTo>
                    <a:cubicBezTo>
                      <a:pt x="3566" y="160"/>
                      <a:pt x="3707" y="201"/>
                      <a:pt x="3840" y="287"/>
                    </a:cubicBezTo>
                    <a:cubicBezTo>
                      <a:pt x="4185" y="503"/>
                      <a:pt x="4395" y="836"/>
                      <a:pt x="4411" y="1191"/>
                    </a:cubicBezTo>
                    <a:cubicBezTo>
                      <a:pt x="3994" y="1265"/>
                      <a:pt x="3667" y="1650"/>
                      <a:pt x="3677" y="1878"/>
                    </a:cubicBezTo>
                    <a:cubicBezTo>
                      <a:pt x="3679" y="1969"/>
                      <a:pt x="3738" y="2069"/>
                      <a:pt x="3899" y="2069"/>
                    </a:cubicBezTo>
                    <a:cubicBezTo>
                      <a:pt x="3920" y="2069"/>
                      <a:pt x="3942" y="2067"/>
                      <a:pt x="3966" y="2064"/>
                    </a:cubicBezTo>
                    <a:cubicBezTo>
                      <a:pt x="4293" y="2020"/>
                      <a:pt x="4534" y="1727"/>
                      <a:pt x="4571" y="1339"/>
                    </a:cubicBezTo>
                    <a:cubicBezTo>
                      <a:pt x="4753" y="1342"/>
                      <a:pt x="4920" y="1428"/>
                      <a:pt x="5074" y="1589"/>
                    </a:cubicBezTo>
                    <a:cubicBezTo>
                      <a:pt x="5336" y="1863"/>
                      <a:pt x="5274" y="2190"/>
                      <a:pt x="5176" y="2418"/>
                    </a:cubicBezTo>
                    <a:cubicBezTo>
                      <a:pt x="4953" y="2939"/>
                      <a:pt x="4327" y="3414"/>
                      <a:pt x="3862" y="3414"/>
                    </a:cubicBezTo>
                    <a:cubicBezTo>
                      <a:pt x="3857" y="3415"/>
                      <a:pt x="3853" y="3415"/>
                      <a:pt x="3848" y="3415"/>
                    </a:cubicBezTo>
                    <a:cubicBezTo>
                      <a:pt x="3736" y="3415"/>
                      <a:pt x="3627" y="3378"/>
                      <a:pt x="3541" y="3310"/>
                    </a:cubicBezTo>
                    <a:cubicBezTo>
                      <a:pt x="3491" y="3273"/>
                      <a:pt x="3448" y="3232"/>
                      <a:pt x="3408" y="3186"/>
                    </a:cubicBezTo>
                    <a:cubicBezTo>
                      <a:pt x="3603" y="2983"/>
                      <a:pt x="3667" y="2687"/>
                      <a:pt x="3578" y="2421"/>
                    </a:cubicBezTo>
                    <a:cubicBezTo>
                      <a:pt x="3513" y="2218"/>
                      <a:pt x="3408" y="2190"/>
                      <a:pt x="3350" y="2190"/>
                    </a:cubicBezTo>
                    <a:cubicBezTo>
                      <a:pt x="3260" y="2190"/>
                      <a:pt x="3177" y="2255"/>
                      <a:pt x="3121" y="2366"/>
                    </a:cubicBezTo>
                    <a:cubicBezTo>
                      <a:pt x="3023" y="2563"/>
                      <a:pt x="3010" y="2878"/>
                      <a:pt x="3192" y="3165"/>
                    </a:cubicBezTo>
                    <a:cubicBezTo>
                      <a:pt x="3001" y="3306"/>
                      <a:pt x="2649" y="3461"/>
                      <a:pt x="1999" y="3461"/>
                    </a:cubicBezTo>
                    <a:lnTo>
                      <a:pt x="1956" y="3461"/>
                    </a:lnTo>
                    <a:cubicBezTo>
                      <a:pt x="1558" y="3458"/>
                      <a:pt x="1385" y="3254"/>
                      <a:pt x="1314" y="3051"/>
                    </a:cubicBezTo>
                    <a:cubicBezTo>
                      <a:pt x="1564" y="3035"/>
                      <a:pt x="1767" y="2915"/>
                      <a:pt x="1863" y="2720"/>
                    </a:cubicBezTo>
                    <a:cubicBezTo>
                      <a:pt x="1959" y="2523"/>
                      <a:pt x="1922" y="2298"/>
                      <a:pt x="1761" y="2097"/>
                    </a:cubicBezTo>
                    <a:cubicBezTo>
                      <a:pt x="1675" y="1986"/>
                      <a:pt x="1585" y="1965"/>
                      <a:pt x="1527" y="1965"/>
                    </a:cubicBezTo>
                    <a:cubicBezTo>
                      <a:pt x="1444" y="1965"/>
                      <a:pt x="1360" y="2011"/>
                      <a:pt x="1289" y="2097"/>
                    </a:cubicBezTo>
                    <a:cubicBezTo>
                      <a:pt x="1147" y="2276"/>
                      <a:pt x="1076" y="2594"/>
                      <a:pt x="1107" y="2878"/>
                    </a:cubicBezTo>
                    <a:cubicBezTo>
                      <a:pt x="913" y="2835"/>
                      <a:pt x="728" y="2751"/>
                      <a:pt x="568" y="2628"/>
                    </a:cubicBezTo>
                    <a:cubicBezTo>
                      <a:pt x="154" y="2320"/>
                      <a:pt x="241" y="1891"/>
                      <a:pt x="296" y="1718"/>
                    </a:cubicBezTo>
                    <a:cubicBezTo>
                      <a:pt x="420" y="1345"/>
                      <a:pt x="746" y="1043"/>
                      <a:pt x="1027" y="1043"/>
                    </a:cubicBezTo>
                    <a:cubicBezTo>
                      <a:pt x="1095" y="1043"/>
                      <a:pt x="1163" y="1061"/>
                      <a:pt x="1218" y="1095"/>
                    </a:cubicBezTo>
                    <a:cubicBezTo>
                      <a:pt x="1232" y="1103"/>
                      <a:pt x="1246" y="1106"/>
                      <a:pt x="1260" y="1106"/>
                    </a:cubicBezTo>
                    <a:cubicBezTo>
                      <a:pt x="1307" y="1106"/>
                      <a:pt x="1349" y="1067"/>
                      <a:pt x="1342" y="1015"/>
                    </a:cubicBezTo>
                    <a:cubicBezTo>
                      <a:pt x="1342" y="1012"/>
                      <a:pt x="1283" y="586"/>
                      <a:pt x="1487" y="355"/>
                    </a:cubicBezTo>
                    <a:cubicBezTo>
                      <a:pt x="1572" y="255"/>
                      <a:pt x="1695" y="205"/>
                      <a:pt x="1853" y="205"/>
                    </a:cubicBezTo>
                    <a:cubicBezTo>
                      <a:pt x="1964" y="205"/>
                      <a:pt x="2092" y="230"/>
                      <a:pt x="2236" y="278"/>
                    </a:cubicBezTo>
                    <a:cubicBezTo>
                      <a:pt x="2369" y="318"/>
                      <a:pt x="2495" y="380"/>
                      <a:pt x="2609" y="457"/>
                    </a:cubicBezTo>
                    <a:cubicBezTo>
                      <a:pt x="2387" y="765"/>
                      <a:pt x="2313" y="1172"/>
                      <a:pt x="2560" y="1382"/>
                    </a:cubicBezTo>
                    <a:cubicBezTo>
                      <a:pt x="2622" y="1437"/>
                      <a:pt x="2705" y="1474"/>
                      <a:pt x="2791" y="1478"/>
                    </a:cubicBezTo>
                    <a:cubicBezTo>
                      <a:pt x="2921" y="1478"/>
                      <a:pt x="3038" y="1382"/>
                      <a:pt x="3091" y="1234"/>
                    </a:cubicBezTo>
                    <a:cubicBezTo>
                      <a:pt x="3168" y="1018"/>
                      <a:pt x="3112" y="694"/>
                      <a:pt x="2835" y="432"/>
                    </a:cubicBezTo>
                    <a:cubicBezTo>
                      <a:pt x="3006" y="255"/>
                      <a:pt x="3214" y="160"/>
                      <a:pt x="3426" y="160"/>
                    </a:cubicBezTo>
                    <a:close/>
                    <a:moveTo>
                      <a:pt x="3431" y="0"/>
                    </a:moveTo>
                    <a:cubicBezTo>
                      <a:pt x="3171" y="0"/>
                      <a:pt x="2915" y="116"/>
                      <a:pt x="2711" y="333"/>
                    </a:cubicBezTo>
                    <a:cubicBezTo>
                      <a:pt x="2582" y="241"/>
                      <a:pt x="2440" y="173"/>
                      <a:pt x="2289" y="124"/>
                    </a:cubicBezTo>
                    <a:cubicBezTo>
                      <a:pt x="2129" y="71"/>
                      <a:pt x="1984" y="45"/>
                      <a:pt x="1856" y="45"/>
                    </a:cubicBezTo>
                    <a:cubicBezTo>
                      <a:pt x="1647" y="45"/>
                      <a:pt x="1482" y="113"/>
                      <a:pt x="1363" y="247"/>
                    </a:cubicBezTo>
                    <a:cubicBezTo>
                      <a:pt x="1194" y="444"/>
                      <a:pt x="1169" y="731"/>
                      <a:pt x="1172" y="901"/>
                    </a:cubicBezTo>
                    <a:cubicBezTo>
                      <a:pt x="1126" y="888"/>
                      <a:pt x="1076" y="882"/>
                      <a:pt x="1027" y="882"/>
                    </a:cubicBezTo>
                    <a:cubicBezTo>
                      <a:pt x="676" y="882"/>
                      <a:pt x="287" y="1228"/>
                      <a:pt x="142" y="1669"/>
                    </a:cubicBezTo>
                    <a:cubicBezTo>
                      <a:pt x="0" y="2104"/>
                      <a:pt x="120" y="2498"/>
                      <a:pt x="472" y="2757"/>
                    </a:cubicBezTo>
                    <a:cubicBezTo>
                      <a:pt x="694" y="2921"/>
                      <a:pt x="922" y="3020"/>
                      <a:pt x="1141" y="3047"/>
                    </a:cubicBezTo>
                    <a:cubicBezTo>
                      <a:pt x="1246" y="3408"/>
                      <a:pt x="1539" y="3621"/>
                      <a:pt x="1952" y="3624"/>
                    </a:cubicBezTo>
                    <a:lnTo>
                      <a:pt x="1999" y="3624"/>
                    </a:lnTo>
                    <a:cubicBezTo>
                      <a:pt x="2563" y="3624"/>
                      <a:pt x="3007" y="3513"/>
                      <a:pt x="3288" y="3297"/>
                    </a:cubicBezTo>
                    <a:cubicBezTo>
                      <a:pt x="3334" y="3347"/>
                      <a:pt x="3384" y="3396"/>
                      <a:pt x="3439" y="3439"/>
                    </a:cubicBezTo>
                    <a:cubicBezTo>
                      <a:pt x="3556" y="3529"/>
                      <a:pt x="3699" y="3578"/>
                      <a:pt x="3848" y="3578"/>
                    </a:cubicBezTo>
                    <a:cubicBezTo>
                      <a:pt x="3853" y="3578"/>
                      <a:pt x="3857" y="3578"/>
                      <a:pt x="3862" y="3578"/>
                    </a:cubicBezTo>
                    <a:cubicBezTo>
                      <a:pt x="4392" y="3578"/>
                      <a:pt x="5077" y="3066"/>
                      <a:pt x="5327" y="2483"/>
                    </a:cubicBezTo>
                    <a:cubicBezTo>
                      <a:pt x="5490" y="2097"/>
                      <a:pt x="5444" y="1743"/>
                      <a:pt x="5191" y="1478"/>
                    </a:cubicBezTo>
                    <a:cubicBezTo>
                      <a:pt x="5009" y="1283"/>
                      <a:pt x="4802" y="1185"/>
                      <a:pt x="4574" y="1178"/>
                    </a:cubicBezTo>
                    <a:cubicBezTo>
                      <a:pt x="4552" y="774"/>
                      <a:pt x="4315" y="395"/>
                      <a:pt x="3929" y="151"/>
                    </a:cubicBezTo>
                    <a:cubicBezTo>
                      <a:pt x="3770" y="49"/>
                      <a:pt x="3600" y="0"/>
                      <a:pt x="34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 name="Google Shape;142;p3"/>
            <p:cNvGrpSpPr/>
            <p:nvPr/>
          </p:nvGrpSpPr>
          <p:grpSpPr>
            <a:xfrm>
              <a:off x="8595303" y="1041854"/>
              <a:ext cx="311144" cy="234238"/>
              <a:chOff x="8749603" y="978454"/>
              <a:chExt cx="311144" cy="234238"/>
            </a:xfrm>
          </p:grpSpPr>
          <p:sp>
            <p:nvSpPr>
              <p:cNvPr id="143" name="Google Shape;143;p3"/>
              <p:cNvSpPr/>
              <p:nvPr/>
            </p:nvSpPr>
            <p:spPr>
              <a:xfrm>
                <a:off x="8749603" y="1109521"/>
                <a:ext cx="77243" cy="58799"/>
              </a:xfrm>
              <a:custGeom>
                <a:avLst/>
                <a:gdLst/>
                <a:ahLst/>
                <a:cxnLst/>
                <a:rect l="l" t="t" r="r" b="b"/>
                <a:pathLst>
                  <a:path w="1210" h="921" extrusionOk="0">
                    <a:moveTo>
                      <a:pt x="861" y="1"/>
                    </a:moveTo>
                    <a:cubicBezTo>
                      <a:pt x="840" y="1"/>
                      <a:pt x="818" y="10"/>
                      <a:pt x="800" y="32"/>
                    </a:cubicBezTo>
                    <a:cubicBezTo>
                      <a:pt x="1" y="788"/>
                      <a:pt x="26" y="822"/>
                      <a:pt x="78" y="890"/>
                    </a:cubicBezTo>
                    <a:cubicBezTo>
                      <a:pt x="97" y="911"/>
                      <a:pt x="152" y="921"/>
                      <a:pt x="229" y="921"/>
                    </a:cubicBezTo>
                    <a:cubicBezTo>
                      <a:pt x="525" y="921"/>
                      <a:pt x="1139" y="788"/>
                      <a:pt x="1145" y="782"/>
                    </a:cubicBezTo>
                    <a:cubicBezTo>
                      <a:pt x="1188" y="769"/>
                      <a:pt x="1210" y="723"/>
                      <a:pt x="1195" y="683"/>
                    </a:cubicBezTo>
                    <a:cubicBezTo>
                      <a:pt x="1182" y="648"/>
                      <a:pt x="1151" y="627"/>
                      <a:pt x="1117" y="627"/>
                    </a:cubicBezTo>
                    <a:cubicBezTo>
                      <a:pt x="1109" y="627"/>
                      <a:pt x="1101" y="628"/>
                      <a:pt x="1093" y="631"/>
                    </a:cubicBezTo>
                    <a:cubicBezTo>
                      <a:pt x="1028" y="649"/>
                      <a:pt x="544" y="729"/>
                      <a:pt x="300" y="757"/>
                    </a:cubicBezTo>
                    <a:cubicBezTo>
                      <a:pt x="427" y="615"/>
                      <a:pt x="676" y="368"/>
                      <a:pt x="911" y="146"/>
                    </a:cubicBezTo>
                    <a:cubicBezTo>
                      <a:pt x="981" y="90"/>
                      <a:pt x="925" y="1"/>
                      <a:pt x="86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3"/>
              <p:cNvSpPr/>
              <p:nvPr/>
            </p:nvSpPr>
            <p:spPr>
              <a:xfrm>
                <a:off x="8778139" y="978454"/>
                <a:ext cx="282609" cy="234238"/>
              </a:xfrm>
              <a:custGeom>
                <a:avLst/>
                <a:gdLst/>
                <a:ahLst/>
                <a:cxnLst/>
                <a:rect l="l" t="t" r="r" b="b"/>
                <a:pathLst>
                  <a:path w="4427" h="3669" extrusionOk="0">
                    <a:moveTo>
                      <a:pt x="1234" y="0"/>
                    </a:moveTo>
                    <a:cubicBezTo>
                      <a:pt x="1179" y="0"/>
                      <a:pt x="1127" y="25"/>
                      <a:pt x="1081" y="84"/>
                    </a:cubicBezTo>
                    <a:cubicBezTo>
                      <a:pt x="769" y="478"/>
                      <a:pt x="1463" y="1792"/>
                      <a:pt x="1463" y="1792"/>
                    </a:cubicBezTo>
                    <a:cubicBezTo>
                      <a:pt x="1463" y="1792"/>
                      <a:pt x="991" y="1509"/>
                      <a:pt x="617" y="1509"/>
                    </a:cubicBezTo>
                    <a:cubicBezTo>
                      <a:pt x="424" y="1509"/>
                      <a:pt x="257" y="1585"/>
                      <a:pt x="195" y="1814"/>
                    </a:cubicBezTo>
                    <a:cubicBezTo>
                      <a:pt x="0" y="2525"/>
                      <a:pt x="944" y="3669"/>
                      <a:pt x="2021" y="3669"/>
                    </a:cubicBezTo>
                    <a:cubicBezTo>
                      <a:pt x="2356" y="3669"/>
                      <a:pt x="2703" y="3559"/>
                      <a:pt x="3033" y="3291"/>
                    </a:cubicBezTo>
                    <a:cubicBezTo>
                      <a:pt x="4427" y="2162"/>
                      <a:pt x="3613" y="852"/>
                      <a:pt x="3613" y="852"/>
                    </a:cubicBezTo>
                    <a:lnTo>
                      <a:pt x="3613" y="852"/>
                    </a:lnTo>
                    <a:lnTo>
                      <a:pt x="2913" y="1490"/>
                    </a:lnTo>
                    <a:cubicBezTo>
                      <a:pt x="2913" y="1490"/>
                      <a:pt x="2795" y="608"/>
                      <a:pt x="2358" y="383"/>
                    </a:cubicBezTo>
                    <a:cubicBezTo>
                      <a:pt x="2294" y="350"/>
                      <a:pt x="2242" y="336"/>
                      <a:pt x="2198" y="336"/>
                    </a:cubicBezTo>
                    <a:cubicBezTo>
                      <a:pt x="1936" y="336"/>
                      <a:pt x="1981" y="827"/>
                      <a:pt x="1981" y="827"/>
                    </a:cubicBezTo>
                    <a:cubicBezTo>
                      <a:pt x="1981" y="827"/>
                      <a:pt x="1553" y="0"/>
                      <a:pt x="123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3"/>
              <p:cNvSpPr/>
              <p:nvPr/>
            </p:nvSpPr>
            <p:spPr>
              <a:xfrm>
                <a:off x="8800291" y="1091901"/>
                <a:ext cx="42133" cy="40221"/>
              </a:xfrm>
              <a:custGeom>
                <a:avLst/>
                <a:gdLst/>
                <a:ahLst/>
                <a:cxnLst/>
                <a:rect l="l" t="t" r="r" b="b"/>
                <a:pathLst>
                  <a:path w="660" h="630" extrusionOk="0">
                    <a:moveTo>
                      <a:pt x="428" y="0"/>
                    </a:moveTo>
                    <a:cubicBezTo>
                      <a:pt x="374" y="0"/>
                      <a:pt x="319" y="53"/>
                      <a:pt x="351" y="117"/>
                    </a:cubicBezTo>
                    <a:cubicBezTo>
                      <a:pt x="407" y="237"/>
                      <a:pt x="444" y="392"/>
                      <a:pt x="428" y="456"/>
                    </a:cubicBezTo>
                    <a:cubicBezTo>
                      <a:pt x="373" y="419"/>
                      <a:pt x="262" y="287"/>
                      <a:pt x="175" y="154"/>
                    </a:cubicBezTo>
                    <a:cubicBezTo>
                      <a:pt x="158" y="126"/>
                      <a:pt x="133" y="114"/>
                      <a:pt x="109" y="114"/>
                    </a:cubicBezTo>
                    <a:cubicBezTo>
                      <a:pt x="54" y="114"/>
                      <a:pt x="1" y="176"/>
                      <a:pt x="40" y="240"/>
                    </a:cubicBezTo>
                    <a:cubicBezTo>
                      <a:pt x="132" y="382"/>
                      <a:pt x="305" y="623"/>
                      <a:pt x="441" y="629"/>
                    </a:cubicBezTo>
                    <a:lnTo>
                      <a:pt x="447" y="629"/>
                    </a:lnTo>
                    <a:cubicBezTo>
                      <a:pt x="487" y="629"/>
                      <a:pt x="524" y="611"/>
                      <a:pt x="549" y="580"/>
                    </a:cubicBezTo>
                    <a:cubicBezTo>
                      <a:pt x="660" y="438"/>
                      <a:pt x="539" y="139"/>
                      <a:pt x="499" y="52"/>
                    </a:cubicBezTo>
                    <a:cubicBezTo>
                      <a:pt x="485" y="16"/>
                      <a:pt x="457" y="0"/>
                      <a:pt x="4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3"/>
              <p:cNvSpPr/>
              <p:nvPr/>
            </p:nvSpPr>
            <p:spPr>
              <a:xfrm>
                <a:off x="8873258" y="1034316"/>
                <a:ext cx="81648" cy="79867"/>
              </a:xfrm>
              <a:custGeom>
                <a:avLst/>
                <a:gdLst/>
                <a:ahLst/>
                <a:cxnLst/>
                <a:rect l="l" t="t" r="r" b="b"/>
                <a:pathLst>
                  <a:path w="1279" h="1251" extrusionOk="0">
                    <a:moveTo>
                      <a:pt x="847" y="0"/>
                    </a:moveTo>
                    <a:cubicBezTo>
                      <a:pt x="816" y="0"/>
                      <a:pt x="784" y="9"/>
                      <a:pt x="756" y="26"/>
                    </a:cubicBezTo>
                    <a:cubicBezTo>
                      <a:pt x="667" y="88"/>
                      <a:pt x="642" y="242"/>
                      <a:pt x="642" y="387"/>
                    </a:cubicBezTo>
                    <a:cubicBezTo>
                      <a:pt x="473" y="222"/>
                      <a:pt x="340" y="137"/>
                      <a:pt x="245" y="137"/>
                    </a:cubicBezTo>
                    <a:cubicBezTo>
                      <a:pt x="214" y="137"/>
                      <a:pt x="187" y="146"/>
                      <a:pt x="164" y="165"/>
                    </a:cubicBezTo>
                    <a:cubicBezTo>
                      <a:pt x="124" y="192"/>
                      <a:pt x="1" y="288"/>
                      <a:pt x="386" y="1201"/>
                    </a:cubicBezTo>
                    <a:cubicBezTo>
                      <a:pt x="399" y="1232"/>
                      <a:pt x="430" y="1250"/>
                      <a:pt x="460" y="1250"/>
                    </a:cubicBezTo>
                    <a:cubicBezTo>
                      <a:pt x="473" y="1250"/>
                      <a:pt x="485" y="1247"/>
                      <a:pt x="494" y="1241"/>
                    </a:cubicBezTo>
                    <a:cubicBezTo>
                      <a:pt x="534" y="1226"/>
                      <a:pt x="553" y="1176"/>
                      <a:pt x="537" y="1136"/>
                    </a:cubicBezTo>
                    <a:cubicBezTo>
                      <a:pt x="402" y="812"/>
                      <a:pt x="272" y="424"/>
                      <a:pt x="272" y="300"/>
                    </a:cubicBezTo>
                    <a:lnTo>
                      <a:pt x="272" y="300"/>
                    </a:lnTo>
                    <a:cubicBezTo>
                      <a:pt x="349" y="331"/>
                      <a:pt x="525" y="485"/>
                      <a:pt x="676" y="655"/>
                    </a:cubicBezTo>
                    <a:cubicBezTo>
                      <a:pt x="693" y="674"/>
                      <a:pt x="715" y="682"/>
                      <a:pt x="736" y="682"/>
                    </a:cubicBezTo>
                    <a:cubicBezTo>
                      <a:pt x="779" y="682"/>
                      <a:pt x="821" y="646"/>
                      <a:pt x="815" y="593"/>
                    </a:cubicBezTo>
                    <a:cubicBezTo>
                      <a:pt x="793" y="399"/>
                      <a:pt x="812" y="189"/>
                      <a:pt x="843" y="162"/>
                    </a:cubicBezTo>
                    <a:cubicBezTo>
                      <a:pt x="849" y="162"/>
                      <a:pt x="855" y="165"/>
                      <a:pt x="861" y="168"/>
                    </a:cubicBezTo>
                    <a:cubicBezTo>
                      <a:pt x="1006" y="248"/>
                      <a:pt x="1093" y="606"/>
                      <a:pt x="1111" y="815"/>
                    </a:cubicBezTo>
                    <a:cubicBezTo>
                      <a:pt x="1114" y="867"/>
                      <a:pt x="1152" y="891"/>
                      <a:pt x="1190" y="891"/>
                    </a:cubicBezTo>
                    <a:cubicBezTo>
                      <a:pt x="1234" y="891"/>
                      <a:pt x="1278" y="859"/>
                      <a:pt x="1272" y="800"/>
                    </a:cubicBezTo>
                    <a:cubicBezTo>
                      <a:pt x="1265" y="735"/>
                      <a:pt x="1207" y="171"/>
                      <a:pt x="938" y="26"/>
                    </a:cubicBezTo>
                    <a:cubicBezTo>
                      <a:pt x="911" y="9"/>
                      <a:pt x="879" y="0"/>
                      <a:pt x="8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3"/>
              <p:cNvSpPr/>
              <p:nvPr/>
            </p:nvSpPr>
            <p:spPr>
              <a:xfrm>
                <a:off x="8844339" y="1126567"/>
                <a:ext cx="139996" cy="72461"/>
              </a:xfrm>
              <a:custGeom>
                <a:avLst/>
                <a:gdLst/>
                <a:ahLst/>
                <a:cxnLst/>
                <a:rect l="l" t="t" r="r" b="b"/>
                <a:pathLst>
                  <a:path w="2193" h="1135" extrusionOk="0">
                    <a:moveTo>
                      <a:pt x="2091" y="0"/>
                    </a:moveTo>
                    <a:cubicBezTo>
                      <a:pt x="2061" y="0"/>
                      <a:pt x="2030" y="17"/>
                      <a:pt x="2018" y="55"/>
                    </a:cubicBezTo>
                    <a:cubicBezTo>
                      <a:pt x="2014" y="61"/>
                      <a:pt x="1795" y="672"/>
                      <a:pt x="1265" y="891"/>
                    </a:cubicBezTo>
                    <a:cubicBezTo>
                      <a:pt x="1137" y="944"/>
                      <a:pt x="1000" y="970"/>
                      <a:pt x="856" y="970"/>
                    </a:cubicBezTo>
                    <a:cubicBezTo>
                      <a:pt x="640" y="970"/>
                      <a:pt x="406" y="911"/>
                      <a:pt x="158" y="792"/>
                    </a:cubicBezTo>
                    <a:cubicBezTo>
                      <a:pt x="143" y="784"/>
                      <a:pt x="129" y="780"/>
                      <a:pt x="116" y="780"/>
                    </a:cubicBezTo>
                    <a:cubicBezTo>
                      <a:pt x="41" y="780"/>
                      <a:pt x="1" y="898"/>
                      <a:pt x="90" y="937"/>
                    </a:cubicBezTo>
                    <a:cubicBezTo>
                      <a:pt x="361" y="1067"/>
                      <a:pt x="620" y="1135"/>
                      <a:pt x="861" y="1135"/>
                    </a:cubicBezTo>
                    <a:cubicBezTo>
                      <a:pt x="1021" y="1135"/>
                      <a:pt x="1182" y="1104"/>
                      <a:pt x="1330" y="1042"/>
                    </a:cubicBezTo>
                    <a:cubicBezTo>
                      <a:pt x="1928" y="792"/>
                      <a:pt x="2163" y="135"/>
                      <a:pt x="2172" y="108"/>
                    </a:cubicBezTo>
                    <a:cubicBezTo>
                      <a:pt x="2193" y="44"/>
                      <a:pt x="2141" y="0"/>
                      <a:pt x="209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8" name="Google Shape;148;p3"/>
            <p:cNvSpPr/>
            <p:nvPr/>
          </p:nvSpPr>
          <p:spPr>
            <a:xfrm>
              <a:off x="7305875" y="106700"/>
              <a:ext cx="96224" cy="96476"/>
            </a:xfrm>
            <a:custGeom>
              <a:avLst/>
              <a:gdLst/>
              <a:ahLst/>
              <a:cxnLst/>
              <a:rect l="l" t="t" r="r" b="b"/>
              <a:pathLst>
                <a:path w="1121" h="1124" extrusionOk="0">
                  <a:moveTo>
                    <a:pt x="563" y="164"/>
                  </a:moveTo>
                  <a:lnTo>
                    <a:pt x="563" y="164"/>
                  </a:lnTo>
                  <a:cubicBezTo>
                    <a:pt x="782" y="168"/>
                    <a:pt x="960" y="347"/>
                    <a:pt x="957" y="565"/>
                  </a:cubicBezTo>
                  <a:cubicBezTo>
                    <a:pt x="957" y="784"/>
                    <a:pt x="778" y="960"/>
                    <a:pt x="562" y="960"/>
                  </a:cubicBezTo>
                  <a:cubicBezTo>
                    <a:pt x="340" y="960"/>
                    <a:pt x="164" y="781"/>
                    <a:pt x="164" y="562"/>
                  </a:cubicBezTo>
                  <a:cubicBezTo>
                    <a:pt x="164" y="341"/>
                    <a:pt x="342" y="166"/>
                    <a:pt x="563" y="164"/>
                  </a:cubicBezTo>
                  <a:close/>
                  <a:moveTo>
                    <a:pt x="562" y="1"/>
                  </a:moveTo>
                  <a:cubicBezTo>
                    <a:pt x="251" y="1"/>
                    <a:pt x="1" y="251"/>
                    <a:pt x="1" y="562"/>
                  </a:cubicBezTo>
                  <a:cubicBezTo>
                    <a:pt x="1" y="871"/>
                    <a:pt x="251" y="1121"/>
                    <a:pt x="559" y="1124"/>
                  </a:cubicBezTo>
                  <a:lnTo>
                    <a:pt x="562" y="1124"/>
                  </a:lnTo>
                  <a:cubicBezTo>
                    <a:pt x="871" y="1121"/>
                    <a:pt x="1121" y="871"/>
                    <a:pt x="1121" y="562"/>
                  </a:cubicBezTo>
                  <a:cubicBezTo>
                    <a:pt x="1121" y="251"/>
                    <a:pt x="871" y="1"/>
                    <a:pt x="5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3"/>
            <p:cNvSpPr/>
            <p:nvPr/>
          </p:nvSpPr>
          <p:spPr>
            <a:xfrm>
              <a:off x="8735954" y="808984"/>
              <a:ext cx="102917" cy="102663"/>
            </a:xfrm>
            <a:custGeom>
              <a:avLst/>
              <a:gdLst/>
              <a:ahLst/>
              <a:cxnLst/>
              <a:rect l="l" t="t" r="r" b="b"/>
              <a:pathLst>
                <a:path w="1618" h="1614" extrusionOk="0">
                  <a:moveTo>
                    <a:pt x="868" y="1"/>
                  </a:moveTo>
                  <a:cubicBezTo>
                    <a:pt x="821" y="1"/>
                    <a:pt x="784" y="38"/>
                    <a:pt x="784" y="87"/>
                  </a:cubicBezTo>
                  <a:lnTo>
                    <a:pt x="781" y="575"/>
                  </a:lnTo>
                  <a:lnTo>
                    <a:pt x="488" y="266"/>
                  </a:lnTo>
                  <a:cubicBezTo>
                    <a:pt x="470" y="251"/>
                    <a:pt x="451" y="245"/>
                    <a:pt x="432" y="245"/>
                  </a:cubicBezTo>
                  <a:cubicBezTo>
                    <a:pt x="369" y="245"/>
                    <a:pt x="316" y="318"/>
                    <a:pt x="362" y="380"/>
                  </a:cubicBezTo>
                  <a:lnTo>
                    <a:pt x="664" y="701"/>
                  </a:lnTo>
                  <a:lnTo>
                    <a:pt x="115" y="707"/>
                  </a:lnTo>
                  <a:cubicBezTo>
                    <a:pt x="1" y="707"/>
                    <a:pt x="1" y="877"/>
                    <a:pt x="115" y="877"/>
                  </a:cubicBezTo>
                  <a:lnTo>
                    <a:pt x="618" y="874"/>
                  </a:lnTo>
                  <a:lnTo>
                    <a:pt x="229" y="1142"/>
                  </a:lnTo>
                  <a:cubicBezTo>
                    <a:pt x="189" y="1170"/>
                    <a:pt x="180" y="1222"/>
                    <a:pt x="208" y="1262"/>
                  </a:cubicBezTo>
                  <a:cubicBezTo>
                    <a:pt x="225" y="1285"/>
                    <a:pt x="252" y="1298"/>
                    <a:pt x="279" y="1298"/>
                  </a:cubicBezTo>
                  <a:cubicBezTo>
                    <a:pt x="296" y="1298"/>
                    <a:pt x="313" y="1293"/>
                    <a:pt x="328" y="1284"/>
                  </a:cubicBezTo>
                  <a:lnTo>
                    <a:pt x="775" y="969"/>
                  </a:lnTo>
                  <a:lnTo>
                    <a:pt x="775" y="1528"/>
                  </a:lnTo>
                  <a:cubicBezTo>
                    <a:pt x="772" y="1574"/>
                    <a:pt x="812" y="1614"/>
                    <a:pt x="858" y="1614"/>
                  </a:cubicBezTo>
                  <a:cubicBezTo>
                    <a:pt x="905" y="1614"/>
                    <a:pt x="945" y="1574"/>
                    <a:pt x="945" y="1528"/>
                  </a:cubicBezTo>
                  <a:lnTo>
                    <a:pt x="948" y="1000"/>
                  </a:lnTo>
                  <a:lnTo>
                    <a:pt x="1259" y="1333"/>
                  </a:lnTo>
                  <a:cubicBezTo>
                    <a:pt x="1278" y="1353"/>
                    <a:pt x="1300" y="1361"/>
                    <a:pt x="1321" y="1361"/>
                  </a:cubicBezTo>
                  <a:cubicBezTo>
                    <a:pt x="1387" y="1361"/>
                    <a:pt x="1444" y="1277"/>
                    <a:pt x="1386" y="1213"/>
                  </a:cubicBezTo>
                  <a:lnTo>
                    <a:pt x="1059" y="868"/>
                  </a:lnTo>
                  <a:lnTo>
                    <a:pt x="1503" y="865"/>
                  </a:lnTo>
                  <a:cubicBezTo>
                    <a:pt x="1617" y="861"/>
                    <a:pt x="1617" y="692"/>
                    <a:pt x="1503" y="692"/>
                  </a:cubicBezTo>
                  <a:lnTo>
                    <a:pt x="1173" y="695"/>
                  </a:lnTo>
                  <a:lnTo>
                    <a:pt x="1518" y="454"/>
                  </a:lnTo>
                  <a:cubicBezTo>
                    <a:pt x="1597" y="401"/>
                    <a:pt x="1544" y="296"/>
                    <a:pt x="1472" y="296"/>
                  </a:cubicBezTo>
                  <a:cubicBezTo>
                    <a:pt x="1456" y="296"/>
                    <a:pt x="1439" y="301"/>
                    <a:pt x="1423" y="312"/>
                  </a:cubicBezTo>
                  <a:lnTo>
                    <a:pt x="951" y="639"/>
                  </a:lnTo>
                  <a:lnTo>
                    <a:pt x="954" y="87"/>
                  </a:lnTo>
                  <a:cubicBezTo>
                    <a:pt x="954" y="41"/>
                    <a:pt x="917" y="1"/>
                    <a:pt x="868"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3"/>
            <p:cNvSpPr/>
            <p:nvPr/>
          </p:nvSpPr>
          <p:spPr>
            <a:xfrm>
              <a:off x="8812877" y="179637"/>
              <a:ext cx="184623" cy="198973"/>
            </a:xfrm>
            <a:custGeom>
              <a:avLst/>
              <a:gdLst/>
              <a:ahLst/>
              <a:cxnLst/>
              <a:rect l="l" t="t" r="r" b="b"/>
              <a:pathLst>
                <a:path w="2496" h="2690" extrusionOk="0">
                  <a:moveTo>
                    <a:pt x="1564" y="244"/>
                  </a:moveTo>
                  <a:cubicBezTo>
                    <a:pt x="1574" y="374"/>
                    <a:pt x="1580" y="596"/>
                    <a:pt x="1583" y="898"/>
                  </a:cubicBezTo>
                  <a:cubicBezTo>
                    <a:pt x="1450" y="849"/>
                    <a:pt x="1308" y="796"/>
                    <a:pt x="1151" y="741"/>
                  </a:cubicBezTo>
                  <a:cubicBezTo>
                    <a:pt x="1355" y="478"/>
                    <a:pt x="1487" y="327"/>
                    <a:pt x="1564" y="244"/>
                  </a:cubicBezTo>
                  <a:close/>
                  <a:moveTo>
                    <a:pt x="241" y="617"/>
                  </a:moveTo>
                  <a:cubicBezTo>
                    <a:pt x="371" y="657"/>
                    <a:pt x="605" y="734"/>
                    <a:pt x="870" y="824"/>
                  </a:cubicBezTo>
                  <a:cubicBezTo>
                    <a:pt x="775" y="947"/>
                    <a:pt x="679" y="1077"/>
                    <a:pt x="590" y="1203"/>
                  </a:cubicBezTo>
                  <a:cubicBezTo>
                    <a:pt x="352" y="864"/>
                    <a:pt x="269" y="697"/>
                    <a:pt x="241" y="617"/>
                  </a:cubicBezTo>
                  <a:close/>
                  <a:moveTo>
                    <a:pt x="1756" y="1149"/>
                  </a:moveTo>
                  <a:cubicBezTo>
                    <a:pt x="2099" y="1287"/>
                    <a:pt x="2237" y="1367"/>
                    <a:pt x="2289" y="1404"/>
                  </a:cubicBezTo>
                  <a:cubicBezTo>
                    <a:pt x="2117" y="1493"/>
                    <a:pt x="1935" y="1567"/>
                    <a:pt x="1749" y="1629"/>
                  </a:cubicBezTo>
                  <a:cubicBezTo>
                    <a:pt x="1756" y="1472"/>
                    <a:pt x="1756" y="1309"/>
                    <a:pt x="1756" y="1149"/>
                  </a:cubicBezTo>
                  <a:close/>
                  <a:moveTo>
                    <a:pt x="1043" y="883"/>
                  </a:moveTo>
                  <a:cubicBezTo>
                    <a:pt x="1244" y="953"/>
                    <a:pt x="1426" y="1021"/>
                    <a:pt x="1583" y="1080"/>
                  </a:cubicBezTo>
                  <a:cubicBezTo>
                    <a:pt x="1583" y="1283"/>
                    <a:pt x="1583" y="1493"/>
                    <a:pt x="1577" y="1691"/>
                  </a:cubicBezTo>
                  <a:cubicBezTo>
                    <a:pt x="1410" y="1749"/>
                    <a:pt x="1234" y="1802"/>
                    <a:pt x="1068" y="1851"/>
                  </a:cubicBezTo>
                  <a:cubicBezTo>
                    <a:pt x="929" y="1669"/>
                    <a:pt x="803" y="1502"/>
                    <a:pt x="695" y="1351"/>
                  </a:cubicBezTo>
                  <a:lnTo>
                    <a:pt x="692" y="1351"/>
                  </a:lnTo>
                  <a:cubicBezTo>
                    <a:pt x="806" y="1194"/>
                    <a:pt x="923" y="1037"/>
                    <a:pt x="1043" y="883"/>
                  </a:cubicBezTo>
                  <a:close/>
                  <a:moveTo>
                    <a:pt x="590" y="1496"/>
                  </a:moveTo>
                  <a:cubicBezTo>
                    <a:pt x="679" y="1623"/>
                    <a:pt x="778" y="1755"/>
                    <a:pt x="892" y="1900"/>
                  </a:cubicBezTo>
                  <a:cubicBezTo>
                    <a:pt x="590" y="1984"/>
                    <a:pt x="358" y="2030"/>
                    <a:pt x="238" y="2030"/>
                  </a:cubicBezTo>
                  <a:cubicBezTo>
                    <a:pt x="346" y="1848"/>
                    <a:pt x="463" y="1669"/>
                    <a:pt x="590" y="1496"/>
                  </a:cubicBezTo>
                  <a:close/>
                  <a:moveTo>
                    <a:pt x="1574" y="1873"/>
                  </a:moveTo>
                  <a:lnTo>
                    <a:pt x="1574" y="1873"/>
                  </a:lnTo>
                  <a:cubicBezTo>
                    <a:pt x="1561" y="2175"/>
                    <a:pt x="1546" y="2341"/>
                    <a:pt x="1534" y="2434"/>
                  </a:cubicBezTo>
                  <a:cubicBezTo>
                    <a:pt x="1456" y="2338"/>
                    <a:pt x="1327" y="2181"/>
                    <a:pt x="1182" y="1996"/>
                  </a:cubicBezTo>
                  <a:cubicBezTo>
                    <a:pt x="1312" y="1959"/>
                    <a:pt x="1441" y="1916"/>
                    <a:pt x="1574" y="1873"/>
                  </a:cubicBezTo>
                  <a:close/>
                  <a:moveTo>
                    <a:pt x="1629" y="0"/>
                  </a:moveTo>
                  <a:cubicBezTo>
                    <a:pt x="1583" y="0"/>
                    <a:pt x="1512" y="0"/>
                    <a:pt x="982" y="682"/>
                  </a:cubicBezTo>
                  <a:cubicBezTo>
                    <a:pt x="553" y="537"/>
                    <a:pt x="192" y="420"/>
                    <a:pt x="189" y="420"/>
                  </a:cubicBezTo>
                  <a:cubicBezTo>
                    <a:pt x="181" y="417"/>
                    <a:pt x="172" y="416"/>
                    <a:pt x="164" y="416"/>
                  </a:cubicBezTo>
                  <a:cubicBezTo>
                    <a:pt x="145" y="416"/>
                    <a:pt x="126" y="422"/>
                    <a:pt x="112" y="432"/>
                  </a:cubicBezTo>
                  <a:cubicBezTo>
                    <a:pt x="1" y="516"/>
                    <a:pt x="25" y="701"/>
                    <a:pt x="485" y="1351"/>
                  </a:cubicBezTo>
                  <a:cubicBezTo>
                    <a:pt x="325" y="1573"/>
                    <a:pt x="87" y="1919"/>
                    <a:pt x="50" y="2033"/>
                  </a:cubicBezTo>
                  <a:cubicBezTo>
                    <a:pt x="35" y="2070"/>
                    <a:pt x="41" y="2110"/>
                    <a:pt x="62" y="2141"/>
                  </a:cubicBezTo>
                  <a:cubicBezTo>
                    <a:pt x="102" y="2196"/>
                    <a:pt x="173" y="2203"/>
                    <a:pt x="232" y="2203"/>
                  </a:cubicBezTo>
                  <a:cubicBezTo>
                    <a:pt x="411" y="2203"/>
                    <a:pt x="741" y="2122"/>
                    <a:pt x="1003" y="2048"/>
                  </a:cubicBezTo>
                  <a:cubicBezTo>
                    <a:pt x="1271" y="2388"/>
                    <a:pt x="1487" y="2647"/>
                    <a:pt x="1490" y="2650"/>
                  </a:cubicBezTo>
                  <a:cubicBezTo>
                    <a:pt x="1512" y="2671"/>
                    <a:pt x="1540" y="2687"/>
                    <a:pt x="1571" y="2690"/>
                  </a:cubicBezTo>
                  <a:cubicBezTo>
                    <a:pt x="1660" y="2690"/>
                    <a:pt x="1719" y="2690"/>
                    <a:pt x="1746" y="1814"/>
                  </a:cubicBezTo>
                  <a:cubicBezTo>
                    <a:pt x="2039" y="1709"/>
                    <a:pt x="2382" y="1577"/>
                    <a:pt x="2459" y="1490"/>
                  </a:cubicBezTo>
                  <a:cubicBezTo>
                    <a:pt x="2487" y="1462"/>
                    <a:pt x="2496" y="1422"/>
                    <a:pt x="2487" y="1385"/>
                  </a:cubicBezTo>
                  <a:cubicBezTo>
                    <a:pt x="2471" y="1311"/>
                    <a:pt x="2397" y="1216"/>
                    <a:pt x="1756" y="963"/>
                  </a:cubicBezTo>
                  <a:cubicBezTo>
                    <a:pt x="1753" y="645"/>
                    <a:pt x="1743" y="148"/>
                    <a:pt x="1722" y="71"/>
                  </a:cubicBezTo>
                  <a:cubicBezTo>
                    <a:pt x="1706" y="31"/>
                    <a:pt x="1672" y="4"/>
                    <a:pt x="16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3"/>
            <p:cNvSpPr/>
            <p:nvPr/>
          </p:nvSpPr>
          <p:spPr>
            <a:xfrm>
              <a:off x="7578924" y="93491"/>
              <a:ext cx="122063" cy="122890"/>
            </a:xfrm>
            <a:custGeom>
              <a:avLst/>
              <a:gdLst/>
              <a:ahLst/>
              <a:cxnLst/>
              <a:rect l="l" t="t" r="r" b="b"/>
              <a:pathLst>
                <a:path w="1919" h="1932" extrusionOk="0">
                  <a:moveTo>
                    <a:pt x="1024" y="248"/>
                  </a:moveTo>
                  <a:cubicBezTo>
                    <a:pt x="1049" y="331"/>
                    <a:pt x="1076" y="442"/>
                    <a:pt x="1095" y="513"/>
                  </a:cubicBezTo>
                  <a:cubicBezTo>
                    <a:pt x="1141" y="704"/>
                    <a:pt x="1150" y="747"/>
                    <a:pt x="1175" y="781"/>
                  </a:cubicBezTo>
                  <a:cubicBezTo>
                    <a:pt x="1200" y="815"/>
                    <a:pt x="1234" y="828"/>
                    <a:pt x="1425" y="895"/>
                  </a:cubicBezTo>
                  <a:cubicBezTo>
                    <a:pt x="1490" y="920"/>
                    <a:pt x="1592" y="957"/>
                    <a:pt x="1669" y="988"/>
                  </a:cubicBezTo>
                  <a:cubicBezTo>
                    <a:pt x="1561" y="1037"/>
                    <a:pt x="1388" y="1102"/>
                    <a:pt x="1234" y="1154"/>
                  </a:cubicBezTo>
                  <a:cubicBezTo>
                    <a:pt x="1212" y="1164"/>
                    <a:pt x="1194" y="1179"/>
                    <a:pt x="1184" y="1201"/>
                  </a:cubicBezTo>
                  <a:cubicBezTo>
                    <a:pt x="1110" y="1377"/>
                    <a:pt x="1015" y="1577"/>
                    <a:pt x="953" y="1688"/>
                  </a:cubicBezTo>
                  <a:cubicBezTo>
                    <a:pt x="910" y="1568"/>
                    <a:pt x="851" y="1358"/>
                    <a:pt x="805" y="1173"/>
                  </a:cubicBezTo>
                  <a:cubicBezTo>
                    <a:pt x="796" y="1139"/>
                    <a:pt x="771" y="1114"/>
                    <a:pt x="737" y="1108"/>
                  </a:cubicBezTo>
                  <a:cubicBezTo>
                    <a:pt x="558" y="1071"/>
                    <a:pt x="355" y="1028"/>
                    <a:pt x="241" y="994"/>
                  </a:cubicBezTo>
                  <a:cubicBezTo>
                    <a:pt x="416" y="905"/>
                    <a:pt x="595" y="821"/>
                    <a:pt x="780" y="747"/>
                  </a:cubicBezTo>
                  <a:cubicBezTo>
                    <a:pt x="802" y="738"/>
                    <a:pt x="820" y="723"/>
                    <a:pt x="830" y="698"/>
                  </a:cubicBezTo>
                  <a:cubicBezTo>
                    <a:pt x="885" y="547"/>
                    <a:pt x="953" y="396"/>
                    <a:pt x="1024" y="248"/>
                  </a:cubicBezTo>
                  <a:close/>
                  <a:moveTo>
                    <a:pt x="1046" y="1"/>
                  </a:moveTo>
                  <a:cubicBezTo>
                    <a:pt x="993" y="1"/>
                    <a:pt x="916" y="1"/>
                    <a:pt x="685" y="605"/>
                  </a:cubicBezTo>
                  <a:cubicBezTo>
                    <a:pt x="40" y="865"/>
                    <a:pt x="19" y="948"/>
                    <a:pt x="6" y="982"/>
                  </a:cubicBezTo>
                  <a:cubicBezTo>
                    <a:pt x="0" y="1013"/>
                    <a:pt x="6" y="1043"/>
                    <a:pt x="22" y="1068"/>
                  </a:cubicBezTo>
                  <a:cubicBezTo>
                    <a:pt x="40" y="1093"/>
                    <a:pt x="89" y="1158"/>
                    <a:pt x="651" y="1265"/>
                  </a:cubicBezTo>
                  <a:cubicBezTo>
                    <a:pt x="817" y="1932"/>
                    <a:pt x="879" y="1932"/>
                    <a:pt x="941" y="1932"/>
                  </a:cubicBezTo>
                  <a:lnTo>
                    <a:pt x="947" y="1932"/>
                  </a:lnTo>
                  <a:cubicBezTo>
                    <a:pt x="999" y="1929"/>
                    <a:pt x="1058" y="1926"/>
                    <a:pt x="1329" y="1306"/>
                  </a:cubicBezTo>
                  <a:cubicBezTo>
                    <a:pt x="1499" y="1244"/>
                    <a:pt x="1817" y="1127"/>
                    <a:pt x="1885" y="1065"/>
                  </a:cubicBezTo>
                  <a:cubicBezTo>
                    <a:pt x="1909" y="1040"/>
                    <a:pt x="1918" y="1006"/>
                    <a:pt x="1915" y="972"/>
                  </a:cubicBezTo>
                  <a:cubicBezTo>
                    <a:pt x="1900" y="895"/>
                    <a:pt x="1814" y="855"/>
                    <a:pt x="1484" y="735"/>
                  </a:cubicBezTo>
                  <a:cubicBezTo>
                    <a:pt x="1422" y="713"/>
                    <a:pt x="1348" y="686"/>
                    <a:pt x="1314" y="670"/>
                  </a:cubicBezTo>
                  <a:cubicBezTo>
                    <a:pt x="1302" y="633"/>
                    <a:pt x="1280" y="547"/>
                    <a:pt x="1262" y="473"/>
                  </a:cubicBezTo>
                  <a:cubicBezTo>
                    <a:pt x="1203" y="241"/>
                    <a:pt x="1169" y="100"/>
                    <a:pt x="1126" y="44"/>
                  </a:cubicBezTo>
                  <a:cubicBezTo>
                    <a:pt x="1107" y="19"/>
                    <a:pt x="1076" y="4"/>
                    <a:pt x="10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3"/>
            <p:cNvSpPr/>
            <p:nvPr/>
          </p:nvSpPr>
          <p:spPr>
            <a:xfrm>
              <a:off x="7924234" y="80469"/>
              <a:ext cx="902625" cy="372204"/>
            </a:xfrm>
            <a:custGeom>
              <a:avLst/>
              <a:gdLst/>
              <a:ahLst/>
              <a:cxnLst/>
              <a:rect l="l" t="t" r="r" b="b"/>
              <a:pathLst>
                <a:path w="12203" h="5032" extrusionOk="0">
                  <a:moveTo>
                    <a:pt x="2722" y="1"/>
                  </a:moveTo>
                  <a:cubicBezTo>
                    <a:pt x="2678" y="1"/>
                    <a:pt x="2641" y="36"/>
                    <a:pt x="2638" y="79"/>
                  </a:cubicBezTo>
                  <a:cubicBezTo>
                    <a:pt x="2635" y="125"/>
                    <a:pt x="2669" y="168"/>
                    <a:pt x="2715" y="171"/>
                  </a:cubicBezTo>
                  <a:cubicBezTo>
                    <a:pt x="2823" y="180"/>
                    <a:pt x="2924" y="205"/>
                    <a:pt x="3026" y="242"/>
                  </a:cubicBezTo>
                  <a:cubicBezTo>
                    <a:pt x="3036" y="245"/>
                    <a:pt x="3045" y="248"/>
                    <a:pt x="3057" y="248"/>
                  </a:cubicBezTo>
                  <a:cubicBezTo>
                    <a:pt x="3153" y="248"/>
                    <a:pt x="3174" y="116"/>
                    <a:pt x="3085" y="82"/>
                  </a:cubicBezTo>
                  <a:cubicBezTo>
                    <a:pt x="2971" y="38"/>
                    <a:pt x="2854" y="14"/>
                    <a:pt x="2733" y="1"/>
                  </a:cubicBezTo>
                  <a:cubicBezTo>
                    <a:pt x="2730" y="1"/>
                    <a:pt x="2726" y="1"/>
                    <a:pt x="2722" y="1"/>
                  </a:cubicBezTo>
                  <a:close/>
                  <a:moveTo>
                    <a:pt x="2384" y="7"/>
                  </a:moveTo>
                  <a:cubicBezTo>
                    <a:pt x="2380" y="7"/>
                    <a:pt x="2376" y="7"/>
                    <a:pt x="2372" y="8"/>
                  </a:cubicBezTo>
                  <a:cubicBezTo>
                    <a:pt x="2271" y="20"/>
                    <a:pt x="2172" y="42"/>
                    <a:pt x="2076" y="69"/>
                  </a:cubicBezTo>
                  <a:lnTo>
                    <a:pt x="2024" y="82"/>
                  </a:lnTo>
                  <a:cubicBezTo>
                    <a:pt x="1928" y="109"/>
                    <a:pt x="1947" y="251"/>
                    <a:pt x="2049" y="251"/>
                  </a:cubicBezTo>
                  <a:cubicBezTo>
                    <a:pt x="2055" y="251"/>
                    <a:pt x="2064" y="251"/>
                    <a:pt x="2073" y="248"/>
                  </a:cubicBezTo>
                  <a:lnTo>
                    <a:pt x="2123" y="233"/>
                  </a:lnTo>
                  <a:cubicBezTo>
                    <a:pt x="2212" y="208"/>
                    <a:pt x="2301" y="190"/>
                    <a:pt x="2394" y="177"/>
                  </a:cubicBezTo>
                  <a:cubicBezTo>
                    <a:pt x="2501" y="165"/>
                    <a:pt x="2485" y="7"/>
                    <a:pt x="2384" y="7"/>
                  </a:cubicBezTo>
                  <a:close/>
                  <a:moveTo>
                    <a:pt x="1721" y="188"/>
                  </a:moveTo>
                  <a:cubicBezTo>
                    <a:pt x="1711" y="188"/>
                    <a:pt x="1701" y="189"/>
                    <a:pt x="1691" y="193"/>
                  </a:cubicBezTo>
                  <a:cubicBezTo>
                    <a:pt x="1580" y="233"/>
                    <a:pt x="1472" y="279"/>
                    <a:pt x="1370" y="328"/>
                  </a:cubicBezTo>
                  <a:cubicBezTo>
                    <a:pt x="1288" y="368"/>
                    <a:pt x="1314" y="492"/>
                    <a:pt x="1404" y="492"/>
                  </a:cubicBezTo>
                  <a:cubicBezTo>
                    <a:pt x="1405" y="492"/>
                    <a:pt x="1406" y="492"/>
                    <a:pt x="1407" y="492"/>
                  </a:cubicBezTo>
                  <a:lnTo>
                    <a:pt x="1407" y="495"/>
                  </a:lnTo>
                  <a:cubicBezTo>
                    <a:pt x="1419" y="492"/>
                    <a:pt x="1432" y="489"/>
                    <a:pt x="1444" y="483"/>
                  </a:cubicBezTo>
                  <a:cubicBezTo>
                    <a:pt x="1540" y="436"/>
                    <a:pt x="1645" y="390"/>
                    <a:pt x="1752" y="353"/>
                  </a:cubicBezTo>
                  <a:cubicBezTo>
                    <a:pt x="1841" y="314"/>
                    <a:pt x="1805" y="188"/>
                    <a:pt x="1721" y="188"/>
                  </a:cubicBezTo>
                  <a:close/>
                  <a:moveTo>
                    <a:pt x="3354" y="236"/>
                  </a:moveTo>
                  <a:cubicBezTo>
                    <a:pt x="3283" y="236"/>
                    <a:pt x="3232" y="338"/>
                    <a:pt x="3307" y="393"/>
                  </a:cubicBezTo>
                  <a:cubicBezTo>
                    <a:pt x="3393" y="455"/>
                    <a:pt x="3474" y="529"/>
                    <a:pt x="3548" y="609"/>
                  </a:cubicBezTo>
                  <a:cubicBezTo>
                    <a:pt x="3563" y="628"/>
                    <a:pt x="3585" y="637"/>
                    <a:pt x="3609" y="637"/>
                  </a:cubicBezTo>
                  <a:cubicBezTo>
                    <a:pt x="3631" y="637"/>
                    <a:pt x="3652" y="631"/>
                    <a:pt x="3668" y="615"/>
                  </a:cubicBezTo>
                  <a:cubicBezTo>
                    <a:pt x="3702" y="584"/>
                    <a:pt x="3705" y="529"/>
                    <a:pt x="3674" y="495"/>
                  </a:cubicBezTo>
                  <a:cubicBezTo>
                    <a:pt x="3594" y="406"/>
                    <a:pt x="3504" y="322"/>
                    <a:pt x="3406" y="254"/>
                  </a:cubicBezTo>
                  <a:cubicBezTo>
                    <a:pt x="3388" y="242"/>
                    <a:pt x="3371" y="236"/>
                    <a:pt x="3354" y="236"/>
                  </a:cubicBezTo>
                  <a:close/>
                  <a:moveTo>
                    <a:pt x="1117" y="483"/>
                  </a:moveTo>
                  <a:cubicBezTo>
                    <a:pt x="1100" y="483"/>
                    <a:pt x="1082" y="488"/>
                    <a:pt x="1065" y="501"/>
                  </a:cubicBezTo>
                  <a:cubicBezTo>
                    <a:pt x="966" y="563"/>
                    <a:pt x="870" y="634"/>
                    <a:pt x="781" y="708"/>
                  </a:cubicBezTo>
                  <a:cubicBezTo>
                    <a:pt x="719" y="760"/>
                    <a:pt x="753" y="859"/>
                    <a:pt x="833" y="859"/>
                  </a:cubicBezTo>
                  <a:lnTo>
                    <a:pt x="833" y="862"/>
                  </a:lnTo>
                  <a:cubicBezTo>
                    <a:pt x="855" y="862"/>
                    <a:pt x="873" y="853"/>
                    <a:pt x="889" y="840"/>
                  </a:cubicBezTo>
                  <a:cubicBezTo>
                    <a:pt x="975" y="769"/>
                    <a:pt x="1065" y="705"/>
                    <a:pt x="1157" y="646"/>
                  </a:cubicBezTo>
                  <a:cubicBezTo>
                    <a:pt x="1243" y="596"/>
                    <a:pt x="1192" y="483"/>
                    <a:pt x="1117" y="483"/>
                  </a:cubicBezTo>
                  <a:close/>
                  <a:moveTo>
                    <a:pt x="3819" y="740"/>
                  </a:moveTo>
                  <a:cubicBezTo>
                    <a:pt x="3759" y="740"/>
                    <a:pt x="3702" y="805"/>
                    <a:pt x="3745" y="871"/>
                  </a:cubicBezTo>
                  <a:cubicBezTo>
                    <a:pt x="3804" y="964"/>
                    <a:pt x="3856" y="1062"/>
                    <a:pt x="3902" y="1164"/>
                  </a:cubicBezTo>
                  <a:cubicBezTo>
                    <a:pt x="3915" y="1195"/>
                    <a:pt x="3945" y="1214"/>
                    <a:pt x="3979" y="1214"/>
                  </a:cubicBezTo>
                  <a:lnTo>
                    <a:pt x="3976" y="1217"/>
                  </a:lnTo>
                  <a:cubicBezTo>
                    <a:pt x="3989" y="1217"/>
                    <a:pt x="4001" y="1211"/>
                    <a:pt x="4013" y="1207"/>
                  </a:cubicBezTo>
                  <a:cubicBezTo>
                    <a:pt x="4056" y="1186"/>
                    <a:pt x="4075" y="1136"/>
                    <a:pt x="4056" y="1093"/>
                  </a:cubicBezTo>
                  <a:cubicBezTo>
                    <a:pt x="4007" y="985"/>
                    <a:pt x="3952" y="881"/>
                    <a:pt x="3890" y="782"/>
                  </a:cubicBezTo>
                  <a:cubicBezTo>
                    <a:pt x="3871" y="752"/>
                    <a:pt x="3845" y="740"/>
                    <a:pt x="3819" y="740"/>
                  </a:cubicBezTo>
                  <a:close/>
                  <a:moveTo>
                    <a:pt x="6999" y="1087"/>
                  </a:moveTo>
                  <a:cubicBezTo>
                    <a:pt x="6953" y="1090"/>
                    <a:pt x="6916" y="1124"/>
                    <a:pt x="6909" y="1170"/>
                  </a:cubicBezTo>
                  <a:cubicBezTo>
                    <a:pt x="6909" y="1220"/>
                    <a:pt x="6946" y="1257"/>
                    <a:pt x="6993" y="1260"/>
                  </a:cubicBezTo>
                  <a:cubicBezTo>
                    <a:pt x="7104" y="1263"/>
                    <a:pt x="7212" y="1272"/>
                    <a:pt x="7323" y="1291"/>
                  </a:cubicBezTo>
                  <a:lnTo>
                    <a:pt x="7335" y="1291"/>
                  </a:lnTo>
                  <a:cubicBezTo>
                    <a:pt x="7440" y="1291"/>
                    <a:pt x="7455" y="1140"/>
                    <a:pt x="7350" y="1121"/>
                  </a:cubicBezTo>
                  <a:cubicBezTo>
                    <a:pt x="7233" y="1103"/>
                    <a:pt x="7116" y="1090"/>
                    <a:pt x="6999" y="1087"/>
                  </a:cubicBezTo>
                  <a:close/>
                  <a:moveTo>
                    <a:pt x="6653" y="1096"/>
                  </a:moveTo>
                  <a:cubicBezTo>
                    <a:pt x="6651" y="1096"/>
                    <a:pt x="6649" y="1096"/>
                    <a:pt x="6647" y="1096"/>
                  </a:cubicBezTo>
                  <a:cubicBezTo>
                    <a:pt x="6530" y="1106"/>
                    <a:pt x="6413" y="1118"/>
                    <a:pt x="6302" y="1136"/>
                  </a:cubicBezTo>
                  <a:cubicBezTo>
                    <a:pt x="6195" y="1152"/>
                    <a:pt x="6206" y="1306"/>
                    <a:pt x="6311" y="1306"/>
                  </a:cubicBezTo>
                  <a:cubicBezTo>
                    <a:pt x="6312" y="1306"/>
                    <a:pt x="6313" y="1306"/>
                    <a:pt x="6314" y="1306"/>
                  </a:cubicBezTo>
                  <a:lnTo>
                    <a:pt x="6314" y="1306"/>
                  </a:lnTo>
                  <a:lnTo>
                    <a:pt x="6311" y="1309"/>
                  </a:lnTo>
                  <a:cubicBezTo>
                    <a:pt x="6317" y="1309"/>
                    <a:pt x="6323" y="1309"/>
                    <a:pt x="6330" y="1306"/>
                  </a:cubicBezTo>
                  <a:cubicBezTo>
                    <a:pt x="6438" y="1291"/>
                    <a:pt x="6549" y="1278"/>
                    <a:pt x="6663" y="1269"/>
                  </a:cubicBezTo>
                  <a:cubicBezTo>
                    <a:pt x="6709" y="1263"/>
                    <a:pt x="6743" y="1223"/>
                    <a:pt x="6740" y="1177"/>
                  </a:cubicBezTo>
                  <a:cubicBezTo>
                    <a:pt x="6734" y="1132"/>
                    <a:pt x="6697" y="1096"/>
                    <a:pt x="6653" y="1096"/>
                  </a:cubicBezTo>
                  <a:close/>
                  <a:moveTo>
                    <a:pt x="587" y="930"/>
                  </a:moveTo>
                  <a:cubicBezTo>
                    <a:pt x="566" y="930"/>
                    <a:pt x="544" y="938"/>
                    <a:pt x="525" y="958"/>
                  </a:cubicBezTo>
                  <a:cubicBezTo>
                    <a:pt x="448" y="1047"/>
                    <a:pt x="377" y="1143"/>
                    <a:pt x="315" y="1244"/>
                  </a:cubicBezTo>
                  <a:cubicBezTo>
                    <a:pt x="278" y="1300"/>
                    <a:pt x="321" y="1374"/>
                    <a:pt x="386" y="1374"/>
                  </a:cubicBezTo>
                  <a:lnTo>
                    <a:pt x="386" y="1377"/>
                  </a:lnTo>
                  <a:cubicBezTo>
                    <a:pt x="417" y="1377"/>
                    <a:pt x="448" y="1359"/>
                    <a:pt x="463" y="1334"/>
                  </a:cubicBezTo>
                  <a:cubicBezTo>
                    <a:pt x="519" y="1238"/>
                    <a:pt x="584" y="1152"/>
                    <a:pt x="654" y="1069"/>
                  </a:cubicBezTo>
                  <a:cubicBezTo>
                    <a:pt x="703" y="1004"/>
                    <a:pt x="649" y="930"/>
                    <a:pt x="587" y="930"/>
                  </a:cubicBezTo>
                  <a:close/>
                  <a:moveTo>
                    <a:pt x="5981" y="1204"/>
                  </a:moveTo>
                  <a:cubicBezTo>
                    <a:pt x="5973" y="1204"/>
                    <a:pt x="5965" y="1205"/>
                    <a:pt x="5956" y="1207"/>
                  </a:cubicBezTo>
                  <a:cubicBezTo>
                    <a:pt x="5842" y="1235"/>
                    <a:pt x="5731" y="1269"/>
                    <a:pt x="5623" y="1309"/>
                  </a:cubicBezTo>
                  <a:cubicBezTo>
                    <a:pt x="5531" y="1343"/>
                    <a:pt x="5555" y="1476"/>
                    <a:pt x="5651" y="1476"/>
                  </a:cubicBezTo>
                  <a:lnTo>
                    <a:pt x="5648" y="1479"/>
                  </a:lnTo>
                  <a:cubicBezTo>
                    <a:pt x="5660" y="1479"/>
                    <a:pt x="5670" y="1476"/>
                    <a:pt x="5682" y="1473"/>
                  </a:cubicBezTo>
                  <a:cubicBezTo>
                    <a:pt x="5787" y="1433"/>
                    <a:pt x="5892" y="1402"/>
                    <a:pt x="6000" y="1374"/>
                  </a:cubicBezTo>
                  <a:cubicBezTo>
                    <a:pt x="6102" y="1348"/>
                    <a:pt x="6073" y="1204"/>
                    <a:pt x="5981" y="1204"/>
                  </a:cubicBezTo>
                  <a:close/>
                  <a:moveTo>
                    <a:pt x="7665" y="1202"/>
                  </a:moveTo>
                  <a:cubicBezTo>
                    <a:pt x="7578" y="1202"/>
                    <a:pt x="7543" y="1338"/>
                    <a:pt x="7640" y="1371"/>
                  </a:cubicBezTo>
                  <a:cubicBezTo>
                    <a:pt x="7742" y="1405"/>
                    <a:pt x="7841" y="1451"/>
                    <a:pt x="7933" y="1507"/>
                  </a:cubicBezTo>
                  <a:cubicBezTo>
                    <a:pt x="7946" y="1513"/>
                    <a:pt x="7961" y="1519"/>
                    <a:pt x="7977" y="1519"/>
                  </a:cubicBezTo>
                  <a:cubicBezTo>
                    <a:pt x="8063" y="1519"/>
                    <a:pt x="8097" y="1405"/>
                    <a:pt x="8020" y="1359"/>
                  </a:cubicBezTo>
                  <a:cubicBezTo>
                    <a:pt x="7918" y="1297"/>
                    <a:pt x="7807" y="1248"/>
                    <a:pt x="7696" y="1207"/>
                  </a:cubicBezTo>
                  <a:cubicBezTo>
                    <a:pt x="7685" y="1204"/>
                    <a:pt x="7675" y="1202"/>
                    <a:pt x="7665" y="1202"/>
                  </a:cubicBezTo>
                  <a:close/>
                  <a:moveTo>
                    <a:pt x="5341" y="1437"/>
                  </a:moveTo>
                  <a:cubicBezTo>
                    <a:pt x="5328" y="1437"/>
                    <a:pt x="5314" y="1441"/>
                    <a:pt x="5299" y="1448"/>
                  </a:cubicBezTo>
                  <a:cubicBezTo>
                    <a:pt x="5195" y="1500"/>
                    <a:pt x="5090" y="1559"/>
                    <a:pt x="4994" y="1624"/>
                  </a:cubicBezTo>
                  <a:cubicBezTo>
                    <a:pt x="4923" y="1670"/>
                    <a:pt x="4954" y="1781"/>
                    <a:pt x="5040" y="1781"/>
                  </a:cubicBezTo>
                  <a:lnTo>
                    <a:pt x="5037" y="1781"/>
                  </a:lnTo>
                  <a:cubicBezTo>
                    <a:pt x="5041" y="1782"/>
                    <a:pt x="5044" y="1782"/>
                    <a:pt x="5047" y="1782"/>
                  </a:cubicBezTo>
                  <a:cubicBezTo>
                    <a:pt x="5062" y="1782"/>
                    <a:pt x="5076" y="1776"/>
                    <a:pt x="5087" y="1769"/>
                  </a:cubicBezTo>
                  <a:cubicBezTo>
                    <a:pt x="5179" y="1707"/>
                    <a:pt x="5278" y="1652"/>
                    <a:pt x="5377" y="1602"/>
                  </a:cubicBezTo>
                  <a:cubicBezTo>
                    <a:pt x="5464" y="1557"/>
                    <a:pt x="5419" y="1437"/>
                    <a:pt x="5341" y="1437"/>
                  </a:cubicBezTo>
                  <a:close/>
                  <a:moveTo>
                    <a:pt x="4106" y="1359"/>
                  </a:moveTo>
                  <a:cubicBezTo>
                    <a:pt x="4054" y="1359"/>
                    <a:pt x="4000" y="1406"/>
                    <a:pt x="4023" y="1473"/>
                  </a:cubicBezTo>
                  <a:cubicBezTo>
                    <a:pt x="4056" y="1574"/>
                    <a:pt x="4087" y="1682"/>
                    <a:pt x="4115" y="1797"/>
                  </a:cubicBezTo>
                  <a:cubicBezTo>
                    <a:pt x="4124" y="1834"/>
                    <a:pt x="4158" y="1861"/>
                    <a:pt x="4198" y="1861"/>
                  </a:cubicBezTo>
                  <a:lnTo>
                    <a:pt x="4195" y="1864"/>
                  </a:lnTo>
                  <a:cubicBezTo>
                    <a:pt x="4204" y="1861"/>
                    <a:pt x="4211" y="1861"/>
                    <a:pt x="4220" y="1858"/>
                  </a:cubicBezTo>
                  <a:cubicBezTo>
                    <a:pt x="4263" y="1846"/>
                    <a:pt x="4291" y="1800"/>
                    <a:pt x="4282" y="1753"/>
                  </a:cubicBezTo>
                  <a:cubicBezTo>
                    <a:pt x="4254" y="1639"/>
                    <a:pt x="4220" y="1525"/>
                    <a:pt x="4183" y="1417"/>
                  </a:cubicBezTo>
                  <a:cubicBezTo>
                    <a:pt x="4170" y="1376"/>
                    <a:pt x="4139" y="1359"/>
                    <a:pt x="4106" y="1359"/>
                  </a:cubicBezTo>
                  <a:close/>
                  <a:moveTo>
                    <a:pt x="8252" y="1547"/>
                  </a:moveTo>
                  <a:cubicBezTo>
                    <a:pt x="8185" y="1547"/>
                    <a:pt x="8128" y="1638"/>
                    <a:pt x="8196" y="1698"/>
                  </a:cubicBezTo>
                  <a:cubicBezTo>
                    <a:pt x="8276" y="1772"/>
                    <a:pt x="8347" y="1852"/>
                    <a:pt x="8411" y="1941"/>
                  </a:cubicBezTo>
                  <a:cubicBezTo>
                    <a:pt x="8427" y="1963"/>
                    <a:pt x="8452" y="1975"/>
                    <a:pt x="8479" y="1975"/>
                  </a:cubicBezTo>
                  <a:lnTo>
                    <a:pt x="8479" y="1979"/>
                  </a:lnTo>
                  <a:cubicBezTo>
                    <a:pt x="8498" y="1979"/>
                    <a:pt x="8516" y="1972"/>
                    <a:pt x="8532" y="1960"/>
                  </a:cubicBezTo>
                  <a:cubicBezTo>
                    <a:pt x="8569" y="1932"/>
                    <a:pt x="8578" y="1880"/>
                    <a:pt x="8550" y="1840"/>
                  </a:cubicBezTo>
                  <a:cubicBezTo>
                    <a:pt x="8479" y="1744"/>
                    <a:pt x="8399" y="1655"/>
                    <a:pt x="8310" y="1571"/>
                  </a:cubicBezTo>
                  <a:cubicBezTo>
                    <a:pt x="8291" y="1554"/>
                    <a:pt x="8272" y="1547"/>
                    <a:pt x="8252" y="1547"/>
                  </a:cubicBezTo>
                  <a:close/>
                  <a:moveTo>
                    <a:pt x="232" y="1506"/>
                  </a:moveTo>
                  <a:cubicBezTo>
                    <a:pt x="200" y="1506"/>
                    <a:pt x="168" y="1523"/>
                    <a:pt x="155" y="1565"/>
                  </a:cubicBezTo>
                  <a:cubicBezTo>
                    <a:pt x="112" y="1673"/>
                    <a:pt x="75" y="1787"/>
                    <a:pt x="50" y="1904"/>
                  </a:cubicBezTo>
                  <a:cubicBezTo>
                    <a:pt x="41" y="1951"/>
                    <a:pt x="72" y="1997"/>
                    <a:pt x="118" y="2006"/>
                  </a:cubicBezTo>
                  <a:lnTo>
                    <a:pt x="136" y="2006"/>
                  </a:lnTo>
                  <a:lnTo>
                    <a:pt x="133" y="2009"/>
                  </a:lnTo>
                  <a:cubicBezTo>
                    <a:pt x="173" y="2009"/>
                    <a:pt x="210" y="1982"/>
                    <a:pt x="220" y="1941"/>
                  </a:cubicBezTo>
                  <a:cubicBezTo>
                    <a:pt x="241" y="1834"/>
                    <a:pt x="272" y="1729"/>
                    <a:pt x="312" y="1627"/>
                  </a:cubicBezTo>
                  <a:cubicBezTo>
                    <a:pt x="345" y="1558"/>
                    <a:pt x="288" y="1506"/>
                    <a:pt x="232" y="1506"/>
                  </a:cubicBezTo>
                  <a:close/>
                  <a:moveTo>
                    <a:pt x="4766" y="1811"/>
                  </a:moveTo>
                  <a:cubicBezTo>
                    <a:pt x="4748" y="1811"/>
                    <a:pt x="4728" y="1818"/>
                    <a:pt x="4710" y="1834"/>
                  </a:cubicBezTo>
                  <a:cubicBezTo>
                    <a:pt x="4618" y="1908"/>
                    <a:pt x="4534" y="1991"/>
                    <a:pt x="4454" y="2077"/>
                  </a:cubicBezTo>
                  <a:cubicBezTo>
                    <a:pt x="4402" y="2133"/>
                    <a:pt x="4442" y="2222"/>
                    <a:pt x="4516" y="2222"/>
                  </a:cubicBezTo>
                  <a:cubicBezTo>
                    <a:pt x="4541" y="2222"/>
                    <a:pt x="4565" y="2213"/>
                    <a:pt x="4581" y="2194"/>
                  </a:cubicBezTo>
                  <a:cubicBezTo>
                    <a:pt x="4655" y="2111"/>
                    <a:pt x="4735" y="2034"/>
                    <a:pt x="4821" y="1963"/>
                  </a:cubicBezTo>
                  <a:cubicBezTo>
                    <a:pt x="4890" y="1905"/>
                    <a:pt x="4835" y="1811"/>
                    <a:pt x="4766" y="1811"/>
                  </a:cubicBezTo>
                  <a:close/>
                  <a:moveTo>
                    <a:pt x="8658" y="2096"/>
                  </a:moveTo>
                  <a:cubicBezTo>
                    <a:pt x="8602" y="2096"/>
                    <a:pt x="8545" y="2152"/>
                    <a:pt x="8578" y="2219"/>
                  </a:cubicBezTo>
                  <a:cubicBezTo>
                    <a:pt x="8624" y="2318"/>
                    <a:pt x="8664" y="2423"/>
                    <a:pt x="8695" y="2528"/>
                  </a:cubicBezTo>
                  <a:cubicBezTo>
                    <a:pt x="8708" y="2565"/>
                    <a:pt x="8741" y="2589"/>
                    <a:pt x="8778" y="2589"/>
                  </a:cubicBezTo>
                  <a:lnTo>
                    <a:pt x="8775" y="2592"/>
                  </a:lnTo>
                  <a:cubicBezTo>
                    <a:pt x="8785" y="2589"/>
                    <a:pt x="8794" y="2586"/>
                    <a:pt x="8803" y="2583"/>
                  </a:cubicBezTo>
                  <a:cubicBezTo>
                    <a:pt x="8849" y="2571"/>
                    <a:pt x="8874" y="2521"/>
                    <a:pt x="8862" y="2475"/>
                  </a:cubicBezTo>
                  <a:cubicBezTo>
                    <a:pt x="8825" y="2364"/>
                    <a:pt x="8782" y="2253"/>
                    <a:pt x="8732" y="2145"/>
                  </a:cubicBezTo>
                  <a:cubicBezTo>
                    <a:pt x="8716" y="2111"/>
                    <a:pt x="8687" y="2096"/>
                    <a:pt x="8658" y="2096"/>
                  </a:cubicBezTo>
                  <a:close/>
                  <a:moveTo>
                    <a:pt x="9705" y="2444"/>
                  </a:moveTo>
                  <a:cubicBezTo>
                    <a:pt x="9661" y="2444"/>
                    <a:pt x="9624" y="2483"/>
                    <a:pt x="9624" y="2528"/>
                  </a:cubicBezTo>
                  <a:cubicBezTo>
                    <a:pt x="9624" y="2574"/>
                    <a:pt x="9661" y="2614"/>
                    <a:pt x="9710" y="2614"/>
                  </a:cubicBezTo>
                  <a:cubicBezTo>
                    <a:pt x="9818" y="2617"/>
                    <a:pt x="9926" y="2629"/>
                    <a:pt x="10034" y="2651"/>
                  </a:cubicBezTo>
                  <a:lnTo>
                    <a:pt x="10049" y="2651"/>
                  </a:lnTo>
                  <a:cubicBezTo>
                    <a:pt x="10050" y="2651"/>
                    <a:pt x="10051" y="2651"/>
                    <a:pt x="10052" y="2651"/>
                  </a:cubicBezTo>
                  <a:cubicBezTo>
                    <a:pt x="10157" y="2651"/>
                    <a:pt x="10172" y="2500"/>
                    <a:pt x="10068" y="2481"/>
                  </a:cubicBezTo>
                  <a:cubicBezTo>
                    <a:pt x="9951" y="2460"/>
                    <a:pt x="9830" y="2447"/>
                    <a:pt x="9710" y="2444"/>
                  </a:cubicBezTo>
                  <a:cubicBezTo>
                    <a:pt x="9708" y="2444"/>
                    <a:pt x="9707" y="2444"/>
                    <a:pt x="9705" y="2444"/>
                  </a:cubicBezTo>
                  <a:close/>
                  <a:moveTo>
                    <a:pt x="83" y="2175"/>
                  </a:moveTo>
                  <a:cubicBezTo>
                    <a:pt x="41" y="2175"/>
                    <a:pt x="7" y="2210"/>
                    <a:pt x="4" y="2256"/>
                  </a:cubicBezTo>
                  <a:cubicBezTo>
                    <a:pt x="1" y="2299"/>
                    <a:pt x="1" y="2342"/>
                    <a:pt x="1" y="2379"/>
                  </a:cubicBezTo>
                  <a:cubicBezTo>
                    <a:pt x="1" y="2457"/>
                    <a:pt x="4" y="2534"/>
                    <a:pt x="13" y="2611"/>
                  </a:cubicBezTo>
                  <a:cubicBezTo>
                    <a:pt x="16" y="2654"/>
                    <a:pt x="53" y="2688"/>
                    <a:pt x="99" y="2688"/>
                  </a:cubicBezTo>
                  <a:lnTo>
                    <a:pt x="105" y="2688"/>
                  </a:lnTo>
                  <a:cubicBezTo>
                    <a:pt x="152" y="2685"/>
                    <a:pt x="189" y="2642"/>
                    <a:pt x="183" y="2595"/>
                  </a:cubicBezTo>
                  <a:cubicBezTo>
                    <a:pt x="176" y="2524"/>
                    <a:pt x="173" y="2453"/>
                    <a:pt x="173" y="2379"/>
                  </a:cubicBezTo>
                  <a:cubicBezTo>
                    <a:pt x="173" y="2342"/>
                    <a:pt x="173" y="2302"/>
                    <a:pt x="176" y="2265"/>
                  </a:cubicBezTo>
                  <a:cubicBezTo>
                    <a:pt x="176" y="2219"/>
                    <a:pt x="142" y="2176"/>
                    <a:pt x="93" y="2176"/>
                  </a:cubicBezTo>
                  <a:cubicBezTo>
                    <a:pt x="90" y="2175"/>
                    <a:pt x="86" y="2175"/>
                    <a:pt x="83" y="2175"/>
                  </a:cubicBezTo>
                  <a:close/>
                  <a:moveTo>
                    <a:pt x="9372" y="2470"/>
                  </a:moveTo>
                  <a:cubicBezTo>
                    <a:pt x="9365" y="2470"/>
                    <a:pt x="9359" y="2471"/>
                    <a:pt x="9352" y="2472"/>
                  </a:cubicBezTo>
                  <a:cubicBezTo>
                    <a:pt x="9235" y="2494"/>
                    <a:pt x="9118" y="2531"/>
                    <a:pt x="9007" y="2577"/>
                  </a:cubicBezTo>
                  <a:cubicBezTo>
                    <a:pt x="8924" y="2614"/>
                    <a:pt x="8948" y="2742"/>
                    <a:pt x="9042" y="2743"/>
                  </a:cubicBezTo>
                  <a:lnTo>
                    <a:pt x="9042" y="2743"/>
                  </a:lnTo>
                  <a:cubicBezTo>
                    <a:pt x="9054" y="2743"/>
                    <a:pt x="9066" y="2740"/>
                    <a:pt x="9078" y="2734"/>
                  </a:cubicBezTo>
                  <a:cubicBezTo>
                    <a:pt x="9176" y="2691"/>
                    <a:pt x="9278" y="2660"/>
                    <a:pt x="9386" y="2642"/>
                  </a:cubicBezTo>
                  <a:cubicBezTo>
                    <a:pt x="9490" y="2621"/>
                    <a:pt x="9469" y="2470"/>
                    <a:pt x="9372" y="2470"/>
                  </a:cubicBezTo>
                  <a:close/>
                  <a:moveTo>
                    <a:pt x="9042" y="2743"/>
                  </a:moveTo>
                  <a:lnTo>
                    <a:pt x="9042" y="2743"/>
                  </a:lnTo>
                  <a:cubicBezTo>
                    <a:pt x="9042" y="2743"/>
                    <a:pt x="9041" y="2743"/>
                    <a:pt x="9041" y="2743"/>
                  </a:cubicBezTo>
                  <a:lnTo>
                    <a:pt x="9044" y="2743"/>
                  </a:lnTo>
                  <a:cubicBezTo>
                    <a:pt x="9043" y="2743"/>
                    <a:pt x="9043" y="2743"/>
                    <a:pt x="9042" y="2743"/>
                  </a:cubicBezTo>
                  <a:close/>
                  <a:moveTo>
                    <a:pt x="4269" y="2026"/>
                  </a:moveTo>
                  <a:cubicBezTo>
                    <a:pt x="4221" y="2026"/>
                    <a:pt x="4173" y="2063"/>
                    <a:pt x="4183" y="2127"/>
                  </a:cubicBezTo>
                  <a:cubicBezTo>
                    <a:pt x="4198" y="2210"/>
                    <a:pt x="4211" y="2290"/>
                    <a:pt x="4220" y="2373"/>
                  </a:cubicBezTo>
                  <a:cubicBezTo>
                    <a:pt x="4155" y="2463"/>
                    <a:pt x="4100" y="2558"/>
                    <a:pt x="4047" y="2654"/>
                  </a:cubicBezTo>
                  <a:cubicBezTo>
                    <a:pt x="4026" y="2697"/>
                    <a:pt x="4041" y="2750"/>
                    <a:pt x="4084" y="2771"/>
                  </a:cubicBezTo>
                  <a:cubicBezTo>
                    <a:pt x="4097" y="2777"/>
                    <a:pt x="4109" y="2780"/>
                    <a:pt x="4124" y="2780"/>
                  </a:cubicBezTo>
                  <a:lnTo>
                    <a:pt x="4121" y="2780"/>
                  </a:lnTo>
                  <a:cubicBezTo>
                    <a:pt x="4124" y="2781"/>
                    <a:pt x="4126" y="2781"/>
                    <a:pt x="4129" y="2781"/>
                  </a:cubicBezTo>
                  <a:cubicBezTo>
                    <a:pt x="4159" y="2781"/>
                    <a:pt x="4184" y="2763"/>
                    <a:pt x="4198" y="2737"/>
                  </a:cubicBezTo>
                  <a:cubicBezTo>
                    <a:pt x="4235" y="2669"/>
                    <a:pt x="4272" y="2602"/>
                    <a:pt x="4316" y="2540"/>
                  </a:cubicBezTo>
                  <a:lnTo>
                    <a:pt x="4322" y="2540"/>
                  </a:lnTo>
                  <a:cubicBezTo>
                    <a:pt x="4368" y="2534"/>
                    <a:pt x="4405" y="2490"/>
                    <a:pt x="4399" y="2444"/>
                  </a:cubicBezTo>
                  <a:cubicBezTo>
                    <a:pt x="4386" y="2330"/>
                    <a:pt x="4371" y="2213"/>
                    <a:pt x="4353" y="2099"/>
                  </a:cubicBezTo>
                  <a:cubicBezTo>
                    <a:pt x="4344" y="2049"/>
                    <a:pt x="4307" y="2026"/>
                    <a:pt x="4269" y="2026"/>
                  </a:cubicBezTo>
                  <a:close/>
                  <a:moveTo>
                    <a:pt x="10380" y="2570"/>
                  </a:moveTo>
                  <a:cubicBezTo>
                    <a:pt x="10297" y="2570"/>
                    <a:pt x="10262" y="2698"/>
                    <a:pt x="10355" y="2734"/>
                  </a:cubicBezTo>
                  <a:cubicBezTo>
                    <a:pt x="10459" y="2771"/>
                    <a:pt x="10561" y="2811"/>
                    <a:pt x="10663" y="2858"/>
                  </a:cubicBezTo>
                  <a:cubicBezTo>
                    <a:pt x="10672" y="2864"/>
                    <a:pt x="10685" y="2867"/>
                    <a:pt x="10697" y="2867"/>
                  </a:cubicBezTo>
                  <a:lnTo>
                    <a:pt x="10700" y="2867"/>
                  </a:lnTo>
                  <a:cubicBezTo>
                    <a:pt x="10789" y="2867"/>
                    <a:pt x="10820" y="2740"/>
                    <a:pt x="10734" y="2703"/>
                  </a:cubicBezTo>
                  <a:cubicBezTo>
                    <a:pt x="10629" y="2654"/>
                    <a:pt x="10518" y="2611"/>
                    <a:pt x="10407" y="2574"/>
                  </a:cubicBezTo>
                  <a:cubicBezTo>
                    <a:pt x="10398" y="2571"/>
                    <a:pt x="10389" y="2570"/>
                    <a:pt x="10380" y="2570"/>
                  </a:cubicBezTo>
                  <a:close/>
                  <a:moveTo>
                    <a:pt x="4339" y="2709"/>
                  </a:moveTo>
                  <a:cubicBezTo>
                    <a:pt x="4338" y="2709"/>
                    <a:pt x="4336" y="2709"/>
                    <a:pt x="4334" y="2709"/>
                  </a:cubicBezTo>
                  <a:cubicBezTo>
                    <a:pt x="4285" y="2709"/>
                    <a:pt x="4248" y="2750"/>
                    <a:pt x="4251" y="2796"/>
                  </a:cubicBezTo>
                  <a:cubicBezTo>
                    <a:pt x="4254" y="2858"/>
                    <a:pt x="4254" y="2916"/>
                    <a:pt x="4254" y="2972"/>
                  </a:cubicBezTo>
                  <a:cubicBezTo>
                    <a:pt x="4254" y="3027"/>
                    <a:pt x="4251" y="3083"/>
                    <a:pt x="4251" y="3135"/>
                  </a:cubicBezTo>
                  <a:cubicBezTo>
                    <a:pt x="4248" y="3181"/>
                    <a:pt x="4285" y="3221"/>
                    <a:pt x="4334" y="3221"/>
                  </a:cubicBezTo>
                  <a:lnTo>
                    <a:pt x="4337" y="3221"/>
                  </a:lnTo>
                  <a:lnTo>
                    <a:pt x="4337" y="3225"/>
                  </a:lnTo>
                  <a:cubicBezTo>
                    <a:pt x="4383" y="3225"/>
                    <a:pt x="4420" y="3188"/>
                    <a:pt x="4420" y="3138"/>
                  </a:cubicBezTo>
                  <a:cubicBezTo>
                    <a:pt x="4423" y="3086"/>
                    <a:pt x="4423" y="3030"/>
                    <a:pt x="4423" y="2972"/>
                  </a:cubicBezTo>
                  <a:cubicBezTo>
                    <a:pt x="4423" y="2913"/>
                    <a:pt x="4423" y="2851"/>
                    <a:pt x="4420" y="2790"/>
                  </a:cubicBezTo>
                  <a:cubicBezTo>
                    <a:pt x="4420" y="2745"/>
                    <a:pt x="4383" y="2709"/>
                    <a:pt x="4339" y="2709"/>
                  </a:cubicBezTo>
                  <a:close/>
                  <a:moveTo>
                    <a:pt x="10993" y="2854"/>
                  </a:moveTo>
                  <a:cubicBezTo>
                    <a:pt x="10917" y="2854"/>
                    <a:pt x="10866" y="2966"/>
                    <a:pt x="10953" y="3015"/>
                  </a:cubicBezTo>
                  <a:cubicBezTo>
                    <a:pt x="11045" y="3073"/>
                    <a:pt x="11135" y="3138"/>
                    <a:pt x="11221" y="3209"/>
                  </a:cubicBezTo>
                  <a:cubicBezTo>
                    <a:pt x="11236" y="3221"/>
                    <a:pt x="11254" y="3227"/>
                    <a:pt x="11275" y="3228"/>
                  </a:cubicBezTo>
                  <a:lnTo>
                    <a:pt x="11275" y="3228"/>
                  </a:lnTo>
                  <a:cubicBezTo>
                    <a:pt x="11354" y="3226"/>
                    <a:pt x="11390" y="3129"/>
                    <a:pt x="11329" y="3077"/>
                  </a:cubicBezTo>
                  <a:cubicBezTo>
                    <a:pt x="11237" y="2999"/>
                    <a:pt x="11141" y="2932"/>
                    <a:pt x="11042" y="2870"/>
                  </a:cubicBezTo>
                  <a:cubicBezTo>
                    <a:pt x="11025" y="2859"/>
                    <a:pt x="11009" y="2854"/>
                    <a:pt x="10993" y="2854"/>
                  </a:cubicBezTo>
                  <a:close/>
                  <a:moveTo>
                    <a:pt x="11275" y="3228"/>
                  </a:moveTo>
                  <a:cubicBezTo>
                    <a:pt x="11275" y="3228"/>
                    <a:pt x="11274" y="3228"/>
                    <a:pt x="11274" y="3228"/>
                  </a:cubicBezTo>
                  <a:lnTo>
                    <a:pt x="11277" y="3228"/>
                  </a:lnTo>
                  <a:cubicBezTo>
                    <a:pt x="11276" y="3228"/>
                    <a:pt x="11276" y="3228"/>
                    <a:pt x="11275" y="3228"/>
                  </a:cubicBezTo>
                  <a:close/>
                  <a:moveTo>
                    <a:pt x="8745" y="2745"/>
                  </a:moveTo>
                  <a:cubicBezTo>
                    <a:pt x="8728" y="2745"/>
                    <a:pt x="8710" y="2751"/>
                    <a:pt x="8695" y="2762"/>
                  </a:cubicBezTo>
                  <a:cubicBezTo>
                    <a:pt x="8597" y="2833"/>
                    <a:pt x="8507" y="2913"/>
                    <a:pt x="8427" y="3006"/>
                  </a:cubicBezTo>
                  <a:cubicBezTo>
                    <a:pt x="8371" y="3068"/>
                    <a:pt x="8429" y="3149"/>
                    <a:pt x="8494" y="3149"/>
                  </a:cubicBezTo>
                  <a:cubicBezTo>
                    <a:pt x="8516" y="3149"/>
                    <a:pt x="8537" y="3140"/>
                    <a:pt x="8556" y="3120"/>
                  </a:cubicBezTo>
                  <a:cubicBezTo>
                    <a:pt x="8624" y="3043"/>
                    <a:pt x="8698" y="2975"/>
                    <a:pt x="8778" y="2913"/>
                  </a:cubicBezTo>
                  <a:cubicBezTo>
                    <a:pt x="8788" y="3002"/>
                    <a:pt x="8797" y="3092"/>
                    <a:pt x="8800" y="3184"/>
                  </a:cubicBezTo>
                  <a:cubicBezTo>
                    <a:pt x="8803" y="3231"/>
                    <a:pt x="8840" y="3265"/>
                    <a:pt x="8886" y="3268"/>
                  </a:cubicBezTo>
                  <a:lnTo>
                    <a:pt x="8890" y="3268"/>
                  </a:lnTo>
                  <a:cubicBezTo>
                    <a:pt x="8936" y="3265"/>
                    <a:pt x="8973" y="3228"/>
                    <a:pt x="8970" y="3178"/>
                  </a:cubicBezTo>
                  <a:cubicBezTo>
                    <a:pt x="8967" y="3061"/>
                    <a:pt x="8957" y="2944"/>
                    <a:pt x="8936" y="2827"/>
                  </a:cubicBezTo>
                  <a:cubicBezTo>
                    <a:pt x="8930" y="2784"/>
                    <a:pt x="8894" y="2755"/>
                    <a:pt x="8852" y="2755"/>
                  </a:cubicBezTo>
                  <a:cubicBezTo>
                    <a:pt x="8848" y="2755"/>
                    <a:pt x="8844" y="2755"/>
                    <a:pt x="8840" y="2756"/>
                  </a:cubicBezTo>
                  <a:cubicBezTo>
                    <a:pt x="8828" y="2759"/>
                    <a:pt x="8815" y="2762"/>
                    <a:pt x="8803" y="2771"/>
                  </a:cubicBezTo>
                  <a:cubicBezTo>
                    <a:pt x="8788" y="2754"/>
                    <a:pt x="8767" y="2745"/>
                    <a:pt x="8745" y="2745"/>
                  </a:cubicBezTo>
                  <a:close/>
                  <a:moveTo>
                    <a:pt x="3982" y="2926"/>
                  </a:moveTo>
                  <a:cubicBezTo>
                    <a:pt x="3950" y="2926"/>
                    <a:pt x="3917" y="2943"/>
                    <a:pt x="3902" y="2984"/>
                  </a:cubicBezTo>
                  <a:cubicBezTo>
                    <a:pt x="3862" y="3095"/>
                    <a:pt x="3831" y="3209"/>
                    <a:pt x="3810" y="3326"/>
                  </a:cubicBezTo>
                  <a:cubicBezTo>
                    <a:pt x="3800" y="3373"/>
                    <a:pt x="3831" y="3419"/>
                    <a:pt x="3878" y="3425"/>
                  </a:cubicBezTo>
                  <a:lnTo>
                    <a:pt x="3893" y="3425"/>
                  </a:lnTo>
                  <a:cubicBezTo>
                    <a:pt x="3936" y="3425"/>
                    <a:pt x="3970" y="3397"/>
                    <a:pt x="3979" y="3357"/>
                  </a:cubicBezTo>
                  <a:cubicBezTo>
                    <a:pt x="3998" y="3249"/>
                    <a:pt x="4026" y="3144"/>
                    <a:pt x="4066" y="3039"/>
                  </a:cubicBezTo>
                  <a:cubicBezTo>
                    <a:pt x="4089" y="2972"/>
                    <a:pt x="4036" y="2926"/>
                    <a:pt x="3982" y="2926"/>
                  </a:cubicBezTo>
                  <a:close/>
                  <a:moveTo>
                    <a:pt x="8291" y="3247"/>
                  </a:moveTo>
                  <a:cubicBezTo>
                    <a:pt x="8263" y="3247"/>
                    <a:pt x="8235" y="3261"/>
                    <a:pt x="8217" y="3295"/>
                  </a:cubicBezTo>
                  <a:cubicBezTo>
                    <a:pt x="8159" y="3400"/>
                    <a:pt x="8109" y="3511"/>
                    <a:pt x="8075" y="3626"/>
                  </a:cubicBezTo>
                  <a:cubicBezTo>
                    <a:pt x="8060" y="3672"/>
                    <a:pt x="8085" y="3718"/>
                    <a:pt x="8131" y="3733"/>
                  </a:cubicBezTo>
                  <a:cubicBezTo>
                    <a:pt x="8140" y="3737"/>
                    <a:pt x="8146" y="3737"/>
                    <a:pt x="8155" y="3737"/>
                  </a:cubicBezTo>
                  <a:cubicBezTo>
                    <a:pt x="8192" y="3737"/>
                    <a:pt x="8226" y="3712"/>
                    <a:pt x="8239" y="3675"/>
                  </a:cubicBezTo>
                  <a:cubicBezTo>
                    <a:pt x="8270" y="3573"/>
                    <a:pt x="8313" y="3474"/>
                    <a:pt x="8368" y="3379"/>
                  </a:cubicBezTo>
                  <a:cubicBezTo>
                    <a:pt x="8412" y="3311"/>
                    <a:pt x="8352" y="3247"/>
                    <a:pt x="8291" y="3247"/>
                  </a:cubicBezTo>
                  <a:close/>
                  <a:moveTo>
                    <a:pt x="11522" y="3293"/>
                  </a:moveTo>
                  <a:cubicBezTo>
                    <a:pt x="11457" y="3293"/>
                    <a:pt x="11401" y="3373"/>
                    <a:pt x="11459" y="3437"/>
                  </a:cubicBezTo>
                  <a:cubicBezTo>
                    <a:pt x="11530" y="3521"/>
                    <a:pt x="11598" y="3607"/>
                    <a:pt x="11659" y="3700"/>
                  </a:cubicBezTo>
                  <a:cubicBezTo>
                    <a:pt x="11675" y="3721"/>
                    <a:pt x="11702" y="3737"/>
                    <a:pt x="11730" y="3737"/>
                  </a:cubicBezTo>
                  <a:cubicBezTo>
                    <a:pt x="11746" y="3737"/>
                    <a:pt x="11764" y="3730"/>
                    <a:pt x="11776" y="3721"/>
                  </a:cubicBezTo>
                  <a:cubicBezTo>
                    <a:pt x="11816" y="3696"/>
                    <a:pt x="11829" y="3644"/>
                    <a:pt x="11801" y="3604"/>
                  </a:cubicBezTo>
                  <a:cubicBezTo>
                    <a:pt x="11736" y="3505"/>
                    <a:pt x="11665" y="3410"/>
                    <a:pt x="11585" y="3323"/>
                  </a:cubicBezTo>
                  <a:cubicBezTo>
                    <a:pt x="11566" y="3302"/>
                    <a:pt x="11543" y="3293"/>
                    <a:pt x="11522" y="3293"/>
                  </a:cubicBezTo>
                  <a:close/>
                  <a:moveTo>
                    <a:pt x="4307" y="3393"/>
                  </a:moveTo>
                  <a:cubicBezTo>
                    <a:pt x="4269" y="3393"/>
                    <a:pt x="4230" y="3417"/>
                    <a:pt x="4223" y="3468"/>
                  </a:cubicBezTo>
                  <a:cubicBezTo>
                    <a:pt x="4211" y="3573"/>
                    <a:pt x="4186" y="3681"/>
                    <a:pt x="4152" y="3783"/>
                  </a:cubicBezTo>
                  <a:cubicBezTo>
                    <a:pt x="4137" y="3829"/>
                    <a:pt x="4158" y="3875"/>
                    <a:pt x="4204" y="3894"/>
                  </a:cubicBezTo>
                  <a:cubicBezTo>
                    <a:pt x="4214" y="3897"/>
                    <a:pt x="4223" y="3897"/>
                    <a:pt x="4232" y="3897"/>
                  </a:cubicBezTo>
                  <a:cubicBezTo>
                    <a:pt x="4269" y="3897"/>
                    <a:pt x="4300" y="3875"/>
                    <a:pt x="4312" y="3841"/>
                  </a:cubicBezTo>
                  <a:cubicBezTo>
                    <a:pt x="4353" y="3727"/>
                    <a:pt x="4377" y="3610"/>
                    <a:pt x="4393" y="3490"/>
                  </a:cubicBezTo>
                  <a:cubicBezTo>
                    <a:pt x="4401" y="3427"/>
                    <a:pt x="4354" y="3393"/>
                    <a:pt x="4307" y="3393"/>
                  </a:cubicBezTo>
                  <a:close/>
                  <a:moveTo>
                    <a:pt x="8877" y="3436"/>
                  </a:moveTo>
                  <a:cubicBezTo>
                    <a:pt x="8837" y="3436"/>
                    <a:pt x="8797" y="3461"/>
                    <a:pt x="8791" y="3514"/>
                  </a:cubicBezTo>
                  <a:cubicBezTo>
                    <a:pt x="8782" y="3622"/>
                    <a:pt x="8766" y="3733"/>
                    <a:pt x="8741" y="3841"/>
                  </a:cubicBezTo>
                  <a:cubicBezTo>
                    <a:pt x="8729" y="3885"/>
                    <a:pt x="8757" y="3931"/>
                    <a:pt x="8803" y="3943"/>
                  </a:cubicBezTo>
                  <a:cubicBezTo>
                    <a:pt x="8809" y="3943"/>
                    <a:pt x="8819" y="3946"/>
                    <a:pt x="8825" y="3946"/>
                  </a:cubicBezTo>
                  <a:cubicBezTo>
                    <a:pt x="8865" y="3946"/>
                    <a:pt x="8899" y="3919"/>
                    <a:pt x="8908" y="3878"/>
                  </a:cubicBezTo>
                  <a:cubicBezTo>
                    <a:pt x="8933" y="3764"/>
                    <a:pt x="8951" y="3647"/>
                    <a:pt x="8964" y="3530"/>
                  </a:cubicBezTo>
                  <a:cubicBezTo>
                    <a:pt x="8968" y="3469"/>
                    <a:pt x="8922" y="3436"/>
                    <a:pt x="8877" y="3436"/>
                  </a:cubicBezTo>
                  <a:close/>
                  <a:moveTo>
                    <a:pt x="3871" y="3594"/>
                  </a:moveTo>
                  <a:cubicBezTo>
                    <a:pt x="3869" y="3594"/>
                    <a:pt x="3867" y="3595"/>
                    <a:pt x="3865" y="3595"/>
                  </a:cubicBezTo>
                  <a:cubicBezTo>
                    <a:pt x="3819" y="3598"/>
                    <a:pt x="3782" y="3638"/>
                    <a:pt x="3785" y="3687"/>
                  </a:cubicBezTo>
                  <a:cubicBezTo>
                    <a:pt x="3800" y="3872"/>
                    <a:pt x="3856" y="4002"/>
                    <a:pt x="3955" y="4060"/>
                  </a:cubicBezTo>
                  <a:cubicBezTo>
                    <a:pt x="3967" y="4067"/>
                    <a:pt x="3982" y="4070"/>
                    <a:pt x="3998" y="4073"/>
                  </a:cubicBezTo>
                  <a:cubicBezTo>
                    <a:pt x="4084" y="4070"/>
                    <a:pt x="4115" y="3956"/>
                    <a:pt x="4041" y="3912"/>
                  </a:cubicBezTo>
                  <a:cubicBezTo>
                    <a:pt x="4007" y="3891"/>
                    <a:pt x="3967" y="3820"/>
                    <a:pt x="3958" y="3675"/>
                  </a:cubicBezTo>
                  <a:cubicBezTo>
                    <a:pt x="3952" y="3630"/>
                    <a:pt x="3915" y="3594"/>
                    <a:pt x="3871" y="3594"/>
                  </a:cubicBezTo>
                  <a:close/>
                  <a:moveTo>
                    <a:pt x="11897" y="3855"/>
                  </a:moveTo>
                  <a:cubicBezTo>
                    <a:pt x="11837" y="3855"/>
                    <a:pt x="11775" y="3916"/>
                    <a:pt x="11820" y="3986"/>
                  </a:cubicBezTo>
                  <a:cubicBezTo>
                    <a:pt x="11866" y="4085"/>
                    <a:pt x="11903" y="4190"/>
                    <a:pt x="11934" y="4295"/>
                  </a:cubicBezTo>
                  <a:cubicBezTo>
                    <a:pt x="11946" y="4332"/>
                    <a:pt x="11980" y="4356"/>
                    <a:pt x="12017" y="4356"/>
                  </a:cubicBezTo>
                  <a:cubicBezTo>
                    <a:pt x="12026" y="4356"/>
                    <a:pt x="12032" y="4356"/>
                    <a:pt x="12042" y="4353"/>
                  </a:cubicBezTo>
                  <a:cubicBezTo>
                    <a:pt x="12085" y="4338"/>
                    <a:pt x="12113" y="4292"/>
                    <a:pt x="12100" y="4245"/>
                  </a:cubicBezTo>
                  <a:cubicBezTo>
                    <a:pt x="12063" y="4134"/>
                    <a:pt x="12023" y="4023"/>
                    <a:pt x="11974" y="3915"/>
                  </a:cubicBezTo>
                  <a:cubicBezTo>
                    <a:pt x="11960" y="3872"/>
                    <a:pt x="11929" y="3855"/>
                    <a:pt x="11897" y="3855"/>
                  </a:cubicBezTo>
                  <a:close/>
                  <a:moveTo>
                    <a:pt x="8103" y="3903"/>
                  </a:moveTo>
                  <a:cubicBezTo>
                    <a:pt x="8054" y="3903"/>
                    <a:pt x="8017" y="3940"/>
                    <a:pt x="8017" y="3989"/>
                  </a:cubicBezTo>
                  <a:cubicBezTo>
                    <a:pt x="8014" y="4119"/>
                    <a:pt x="8051" y="4252"/>
                    <a:pt x="8125" y="4363"/>
                  </a:cubicBezTo>
                  <a:cubicBezTo>
                    <a:pt x="8140" y="4384"/>
                    <a:pt x="8165" y="4397"/>
                    <a:pt x="8192" y="4397"/>
                  </a:cubicBezTo>
                  <a:cubicBezTo>
                    <a:pt x="8194" y="4397"/>
                    <a:pt x="8195" y="4397"/>
                    <a:pt x="8196" y="4397"/>
                  </a:cubicBezTo>
                  <a:cubicBezTo>
                    <a:pt x="8265" y="4397"/>
                    <a:pt x="8303" y="4318"/>
                    <a:pt x="8263" y="4264"/>
                  </a:cubicBezTo>
                  <a:cubicBezTo>
                    <a:pt x="8211" y="4181"/>
                    <a:pt x="8186" y="4085"/>
                    <a:pt x="8189" y="3986"/>
                  </a:cubicBezTo>
                  <a:cubicBezTo>
                    <a:pt x="8186" y="3940"/>
                    <a:pt x="8149" y="3903"/>
                    <a:pt x="8103" y="3903"/>
                  </a:cubicBezTo>
                  <a:close/>
                  <a:moveTo>
                    <a:pt x="8709" y="4096"/>
                  </a:moveTo>
                  <a:cubicBezTo>
                    <a:pt x="8681" y="4096"/>
                    <a:pt x="8653" y="4110"/>
                    <a:pt x="8637" y="4144"/>
                  </a:cubicBezTo>
                  <a:cubicBezTo>
                    <a:pt x="8581" y="4255"/>
                    <a:pt x="8516" y="4329"/>
                    <a:pt x="8458" y="4353"/>
                  </a:cubicBezTo>
                  <a:cubicBezTo>
                    <a:pt x="8368" y="4387"/>
                    <a:pt x="8393" y="4517"/>
                    <a:pt x="8489" y="4517"/>
                  </a:cubicBezTo>
                  <a:lnTo>
                    <a:pt x="8489" y="4520"/>
                  </a:lnTo>
                  <a:cubicBezTo>
                    <a:pt x="8498" y="4520"/>
                    <a:pt x="8510" y="4517"/>
                    <a:pt x="8519" y="4514"/>
                  </a:cubicBezTo>
                  <a:cubicBezTo>
                    <a:pt x="8621" y="4474"/>
                    <a:pt x="8714" y="4375"/>
                    <a:pt x="8791" y="4221"/>
                  </a:cubicBezTo>
                  <a:cubicBezTo>
                    <a:pt x="8824" y="4153"/>
                    <a:pt x="8766" y="4096"/>
                    <a:pt x="8709" y="4096"/>
                  </a:cubicBezTo>
                  <a:close/>
                  <a:moveTo>
                    <a:pt x="12093" y="4519"/>
                  </a:moveTo>
                  <a:cubicBezTo>
                    <a:pt x="12046" y="4519"/>
                    <a:pt x="11997" y="4555"/>
                    <a:pt x="12008" y="4619"/>
                  </a:cubicBezTo>
                  <a:cubicBezTo>
                    <a:pt x="12023" y="4714"/>
                    <a:pt x="12032" y="4813"/>
                    <a:pt x="12032" y="4912"/>
                  </a:cubicBezTo>
                  <a:lnTo>
                    <a:pt x="12032" y="4942"/>
                  </a:lnTo>
                  <a:cubicBezTo>
                    <a:pt x="12029" y="4989"/>
                    <a:pt x="12066" y="5029"/>
                    <a:pt x="12113" y="5032"/>
                  </a:cubicBezTo>
                  <a:lnTo>
                    <a:pt x="12119" y="5032"/>
                  </a:lnTo>
                  <a:cubicBezTo>
                    <a:pt x="12162" y="5032"/>
                    <a:pt x="12202" y="4995"/>
                    <a:pt x="12202" y="4952"/>
                  </a:cubicBezTo>
                  <a:lnTo>
                    <a:pt x="12202" y="4912"/>
                  </a:lnTo>
                  <a:cubicBezTo>
                    <a:pt x="12202" y="4804"/>
                    <a:pt x="12193" y="4699"/>
                    <a:pt x="12177" y="4591"/>
                  </a:cubicBezTo>
                  <a:cubicBezTo>
                    <a:pt x="12169" y="4542"/>
                    <a:pt x="12131" y="4519"/>
                    <a:pt x="12093" y="451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3"/>
            <p:cNvSpPr/>
            <p:nvPr/>
          </p:nvSpPr>
          <p:spPr>
            <a:xfrm>
              <a:off x="8812879" y="1595409"/>
              <a:ext cx="102917" cy="102663"/>
            </a:xfrm>
            <a:custGeom>
              <a:avLst/>
              <a:gdLst/>
              <a:ahLst/>
              <a:cxnLst/>
              <a:rect l="l" t="t" r="r" b="b"/>
              <a:pathLst>
                <a:path w="1618" h="1614" extrusionOk="0">
                  <a:moveTo>
                    <a:pt x="868" y="1"/>
                  </a:moveTo>
                  <a:cubicBezTo>
                    <a:pt x="821" y="1"/>
                    <a:pt x="784" y="38"/>
                    <a:pt x="784" y="87"/>
                  </a:cubicBezTo>
                  <a:lnTo>
                    <a:pt x="781" y="575"/>
                  </a:lnTo>
                  <a:lnTo>
                    <a:pt x="488" y="266"/>
                  </a:lnTo>
                  <a:cubicBezTo>
                    <a:pt x="470" y="251"/>
                    <a:pt x="451" y="245"/>
                    <a:pt x="432" y="245"/>
                  </a:cubicBezTo>
                  <a:cubicBezTo>
                    <a:pt x="369" y="245"/>
                    <a:pt x="316" y="318"/>
                    <a:pt x="362" y="380"/>
                  </a:cubicBezTo>
                  <a:lnTo>
                    <a:pt x="664" y="701"/>
                  </a:lnTo>
                  <a:lnTo>
                    <a:pt x="115" y="707"/>
                  </a:lnTo>
                  <a:cubicBezTo>
                    <a:pt x="1" y="707"/>
                    <a:pt x="1" y="877"/>
                    <a:pt x="115" y="877"/>
                  </a:cubicBezTo>
                  <a:lnTo>
                    <a:pt x="618" y="874"/>
                  </a:lnTo>
                  <a:lnTo>
                    <a:pt x="229" y="1142"/>
                  </a:lnTo>
                  <a:cubicBezTo>
                    <a:pt x="189" y="1170"/>
                    <a:pt x="180" y="1222"/>
                    <a:pt x="208" y="1262"/>
                  </a:cubicBezTo>
                  <a:cubicBezTo>
                    <a:pt x="225" y="1285"/>
                    <a:pt x="252" y="1298"/>
                    <a:pt x="279" y="1298"/>
                  </a:cubicBezTo>
                  <a:cubicBezTo>
                    <a:pt x="296" y="1298"/>
                    <a:pt x="313" y="1293"/>
                    <a:pt x="328" y="1284"/>
                  </a:cubicBezTo>
                  <a:lnTo>
                    <a:pt x="775" y="969"/>
                  </a:lnTo>
                  <a:lnTo>
                    <a:pt x="775" y="1528"/>
                  </a:lnTo>
                  <a:cubicBezTo>
                    <a:pt x="772" y="1574"/>
                    <a:pt x="812" y="1614"/>
                    <a:pt x="858" y="1614"/>
                  </a:cubicBezTo>
                  <a:cubicBezTo>
                    <a:pt x="905" y="1614"/>
                    <a:pt x="945" y="1574"/>
                    <a:pt x="945" y="1528"/>
                  </a:cubicBezTo>
                  <a:lnTo>
                    <a:pt x="948" y="1000"/>
                  </a:lnTo>
                  <a:lnTo>
                    <a:pt x="1259" y="1333"/>
                  </a:lnTo>
                  <a:cubicBezTo>
                    <a:pt x="1278" y="1353"/>
                    <a:pt x="1300" y="1361"/>
                    <a:pt x="1321" y="1361"/>
                  </a:cubicBezTo>
                  <a:cubicBezTo>
                    <a:pt x="1387" y="1361"/>
                    <a:pt x="1444" y="1277"/>
                    <a:pt x="1386" y="1213"/>
                  </a:cubicBezTo>
                  <a:lnTo>
                    <a:pt x="1059" y="868"/>
                  </a:lnTo>
                  <a:lnTo>
                    <a:pt x="1503" y="865"/>
                  </a:lnTo>
                  <a:cubicBezTo>
                    <a:pt x="1617" y="861"/>
                    <a:pt x="1617" y="692"/>
                    <a:pt x="1503" y="692"/>
                  </a:cubicBezTo>
                  <a:lnTo>
                    <a:pt x="1173" y="695"/>
                  </a:lnTo>
                  <a:lnTo>
                    <a:pt x="1518" y="454"/>
                  </a:lnTo>
                  <a:cubicBezTo>
                    <a:pt x="1597" y="401"/>
                    <a:pt x="1544" y="296"/>
                    <a:pt x="1472" y="296"/>
                  </a:cubicBezTo>
                  <a:cubicBezTo>
                    <a:pt x="1456" y="296"/>
                    <a:pt x="1439" y="301"/>
                    <a:pt x="1423" y="312"/>
                  </a:cubicBezTo>
                  <a:lnTo>
                    <a:pt x="951" y="639"/>
                  </a:lnTo>
                  <a:lnTo>
                    <a:pt x="954" y="87"/>
                  </a:lnTo>
                  <a:cubicBezTo>
                    <a:pt x="954" y="41"/>
                    <a:pt x="917" y="1"/>
                    <a:pt x="8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3"/>
            <p:cNvSpPr/>
            <p:nvPr/>
          </p:nvSpPr>
          <p:spPr>
            <a:xfrm>
              <a:off x="8965298" y="1448810"/>
              <a:ext cx="82881" cy="75566"/>
            </a:xfrm>
            <a:custGeom>
              <a:avLst/>
              <a:gdLst/>
              <a:ahLst/>
              <a:cxnLst/>
              <a:rect l="l" t="t" r="r" b="b"/>
              <a:pathLst>
                <a:path w="1303" h="1188" extrusionOk="0">
                  <a:moveTo>
                    <a:pt x="710" y="173"/>
                  </a:moveTo>
                  <a:cubicBezTo>
                    <a:pt x="941" y="173"/>
                    <a:pt x="1129" y="364"/>
                    <a:pt x="1129" y="595"/>
                  </a:cubicBezTo>
                  <a:cubicBezTo>
                    <a:pt x="1126" y="827"/>
                    <a:pt x="938" y="1012"/>
                    <a:pt x="707" y="1015"/>
                  </a:cubicBezTo>
                  <a:cubicBezTo>
                    <a:pt x="476" y="1015"/>
                    <a:pt x="287" y="823"/>
                    <a:pt x="287" y="592"/>
                  </a:cubicBezTo>
                  <a:cubicBezTo>
                    <a:pt x="287" y="358"/>
                    <a:pt x="479" y="173"/>
                    <a:pt x="710" y="173"/>
                  </a:cubicBezTo>
                  <a:close/>
                  <a:moveTo>
                    <a:pt x="712" y="1"/>
                  </a:moveTo>
                  <a:cubicBezTo>
                    <a:pt x="485" y="1"/>
                    <a:pt x="263" y="130"/>
                    <a:pt x="164" y="364"/>
                  </a:cubicBezTo>
                  <a:cubicBezTo>
                    <a:pt x="1" y="752"/>
                    <a:pt x="284" y="1184"/>
                    <a:pt x="707" y="1187"/>
                  </a:cubicBezTo>
                  <a:lnTo>
                    <a:pt x="710" y="1187"/>
                  </a:lnTo>
                  <a:cubicBezTo>
                    <a:pt x="1034" y="1187"/>
                    <a:pt x="1299" y="922"/>
                    <a:pt x="1302" y="595"/>
                  </a:cubicBezTo>
                  <a:cubicBezTo>
                    <a:pt x="1302" y="438"/>
                    <a:pt x="1240" y="287"/>
                    <a:pt x="1129" y="176"/>
                  </a:cubicBezTo>
                  <a:cubicBezTo>
                    <a:pt x="1012" y="57"/>
                    <a:pt x="861" y="1"/>
                    <a:pt x="7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5" name="Google Shape;155;p3"/>
            <p:cNvGrpSpPr/>
            <p:nvPr/>
          </p:nvGrpSpPr>
          <p:grpSpPr>
            <a:xfrm>
              <a:off x="8231582" y="614599"/>
              <a:ext cx="394623" cy="297061"/>
              <a:chOff x="85157" y="4436674"/>
              <a:chExt cx="394623" cy="297061"/>
            </a:xfrm>
          </p:grpSpPr>
          <p:sp>
            <p:nvSpPr>
              <p:cNvPr id="156" name="Google Shape;156;p3"/>
              <p:cNvSpPr/>
              <p:nvPr/>
            </p:nvSpPr>
            <p:spPr>
              <a:xfrm flipH="1">
                <a:off x="381812" y="4602895"/>
                <a:ext cx="97968" cy="74569"/>
              </a:xfrm>
              <a:custGeom>
                <a:avLst/>
                <a:gdLst/>
                <a:ahLst/>
                <a:cxnLst/>
                <a:rect l="l" t="t" r="r" b="b"/>
                <a:pathLst>
                  <a:path w="1210" h="921" extrusionOk="0">
                    <a:moveTo>
                      <a:pt x="861" y="1"/>
                    </a:moveTo>
                    <a:cubicBezTo>
                      <a:pt x="840" y="1"/>
                      <a:pt x="818" y="10"/>
                      <a:pt x="800" y="32"/>
                    </a:cubicBezTo>
                    <a:cubicBezTo>
                      <a:pt x="1" y="788"/>
                      <a:pt x="26" y="822"/>
                      <a:pt x="78" y="890"/>
                    </a:cubicBezTo>
                    <a:cubicBezTo>
                      <a:pt x="97" y="911"/>
                      <a:pt x="152" y="921"/>
                      <a:pt x="229" y="921"/>
                    </a:cubicBezTo>
                    <a:cubicBezTo>
                      <a:pt x="525" y="921"/>
                      <a:pt x="1139" y="788"/>
                      <a:pt x="1145" y="782"/>
                    </a:cubicBezTo>
                    <a:cubicBezTo>
                      <a:pt x="1188" y="769"/>
                      <a:pt x="1210" y="723"/>
                      <a:pt x="1195" y="683"/>
                    </a:cubicBezTo>
                    <a:cubicBezTo>
                      <a:pt x="1182" y="648"/>
                      <a:pt x="1151" y="627"/>
                      <a:pt x="1117" y="627"/>
                    </a:cubicBezTo>
                    <a:cubicBezTo>
                      <a:pt x="1109" y="627"/>
                      <a:pt x="1101" y="628"/>
                      <a:pt x="1093" y="631"/>
                    </a:cubicBezTo>
                    <a:cubicBezTo>
                      <a:pt x="1028" y="649"/>
                      <a:pt x="544" y="729"/>
                      <a:pt x="300" y="757"/>
                    </a:cubicBezTo>
                    <a:cubicBezTo>
                      <a:pt x="427" y="615"/>
                      <a:pt x="676" y="368"/>
                      <a:pt x="911" y="146"/>
                    </a:cubicBezTo>
                    <a:cubicBezTo>
                      <a:pt x="981" y="90"/>
                      <a:pt x="925" y="1"/>
                      <a:pt x="861"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57" name="Google Shape;157;p3"/>
              <p:cNvSpPr/>
              <p:nvPr/>
            </p:nvSpPr>
            <p:spPr>
              <a:xfrm flipH="1">
                <a:off x="85157" y="4436674"/>
                <a:ext cx="358432" cy="297061"/>
              </a:xfrm>
              <a:custGeom>
                <a:avLst/>
                <a:gdLst/>
                <a:ahLst/>
                <a:cxnLst/>
                <a:rect l="l" t="t" r="r" b="b"/>
                <a:pathLst>
                  <a:path w="4427" h="3669" extrusionOk="0">
                    <a:moveTo>
                      <a:pt x="1234" y="0"/>
                    </a:moveTo>
                    <a:cubicBezTo>
                      <a:pt x="1179" y="0"/>
                      <a:pt x="1127" y="25"/>
                      <a:pt x="1081" y="84"/>
                    </a:cubicBezTo>
                    <a:cubicBezTo>
                      <a:pt x="769" y="478"/>
                      <a:pt x="1463" y="1792"/>
                      <a:pt x="1463" y="1792"/>
                    </a:cubicBezTo>
                    <a:cubicBezTo>
                      <a:pt x="1463" y="1792"/>
                      <a:pt x="991" y="1509"/>
                      <a:pt x="617" y="1509"/>
                    </a:cubicBezTo>
                    <a:cubicBezTo>
                      <a:pt x="424" y="1509"/>
                      <a:pt x="257" y="1585"/>
                      <a:pt x="195" y="1814"/>
                    </a:cubicBezTo>
                    <a:cubicBezTo>
                      <a:pt x="0" y="2525"/>
                      <a:pt x="944" y="3669"/>
                      <a:pt x="2021" y="3669"/>
                    </a:cubicBezTo>
                    <a:cubicBezTo>
                      <a:pt x="2356" y="3669"/>
                      <a:pt x="2703" y="3559"/>
                      <a:pt x="3033" y="3291"/>
                    </a:cubicBezTo>
                    <a:cubicBezTo>
                      <a:pt x="4427" y="2162"/>
                      <a:pt x="3613" y="852"/>
                      <a:pt x="3613" y="852"/>
                    </a:cubicBezTo>
                    <a:lnTo>
                      <a:pt x="3613" y="852"/>
                    </a:lnTo>
                    <a:lnTo>
                      <a:pt x="2913" y="1490"/>
                    </a:lnTo>
                    <a:cubicBezTo>
                      <a:pt x="2913" y="1490"/>
                      <a:pt x="2795" y="608"/>
                      <a:pt x="2358" y="383"/>
                    </a:cubicBezTo>
                    <a:cubicBezTo>
                      <a:pt x="2294" y="350"/>
                      <a:pt x="2242" y="336"/>
                      <a:pt x="2198" y="336"/>
                    </a:cubicBezTo>
                    <a:cubicBezTo>
                      <a:pt x="1936" y="336"/>
                      <a:pt x="1981" y="827"/>
                      <a:pt x="1981" y="827"/>
                    </a:cubicBezTo>
                    <a:cubicBezTo>
                      <a:pt x="1981" y="827"/>
                      <a:pt x="1553" y="0"/>
                      <a:pt x="12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3"/>
              <p:cNvSpPr/>
              <p:nvPr/>
            </p:nvSpPr>
            <p:spPr>
              <a:xfrm flipH="1">
                <a:off x="362057" y="4580549"/>
                <a:ext cx="53437" cy="51008"/>
              </a:xfrm>
              <a:custGeom>
                <a:avLst/>
                <a:gdLst/>
                <a:ahLst/>
                <a:cxnLst/>
                <a:rect l="l" t="t" r="r" b="b"/>
                <a:pathLst>
                  <a:path w="660" h="630" extrusionOk="0">
                    <a:moveTo>
                      <a:pt x="428" y="0"/>
                    </a:moveTo>
                    <a:cubicBezTo>
                      <a:pt x="374" y="0"/>
                      <a:pt x="319" y="53"/>
                      <a:pt x="351" y="117"/>
                    </a:cubicBezTo>
                    <a:cubicBezTo>
                      <a:pt x="407" y="237"/>
                      <a:pt x="444" y="392"/>
                      <a:pt x="428" y="456"/>
                    </a:cubicBezTo>
                    <a:cubicBezTo>
                      <a:pt x="373" y="419"/>
                      <a:pt x="262" y="287"/>
                      <a:pt x="175" y="154"/>
                    </a:cubicBezTo>
                    <a:cubicBezTo>
                      <a:pt x="158" y="126"/>
                      <a:pt x="133" y="114"/>
                      <a:pt x="109" y="114"/>
                    </a:cubicBezTo>
                    <a:cubicBezTo>
                      <a:pt x="54" y="114"/>
                      <a:pt x="1" y="176"/>
                      <a:pt x="40" y="240"/>
                    </a:cubicBezTo>
                    <a:cubicBezTo>
                      <a:pt x="132" y="382"/>
                      <a:pt x="305" y="623"/>
                      <a:pt x="441" y="629"/>
                    </a:cubicBezTo>
                    <a:lnTo>
                      <a:pt x="447" y="629"/>
                    </a:lnTo>
                    <a:cubicBezTo>
                      <a:pt x="487" y="629"/>
                      <a:pt x="524" y="611"/>
                      <a:pt x="549" y="580"/>
                    </a:cubicBezTo>
                    <a:cubicBezTo>
                      <a:pt x="660" y="438"/>
                      <a:pt x="539" y="139"/>
                      <a:pt x="499" y="52"/>
                    </a:cubicBezTo>
                    <a:cubicBezTo>
                      <a:pt x="485" y="16"/>
                      <a:pt x="457" y="0"/>
                      <a:pt x="428"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59" name="Google Shape;159;p3"/>
              <p:cNvSpPr/>
              <p:nvPr/>
            </p:nvSpPr>
            <p:spPr>
              <a:xfrm flipH="1">
                <a:off x="219396" y="4507518"/>
                <a:ext cx="103554" cy="101287"/>
              </a:xfrm>
              <a:custGeom>
                <a:avLst/>
                <a:gdLst/>
                <a:ahLst/>
                <a:cxnLst/>
                <a:rect l="l" t="t" r="r" b="b"/>
                <a:pathLst>
                  <a:path w="1279" h="1251" extrusionOk="0">
                    <a:moveTo>
                      <a:pt x="847" y="0"/>
                    </a:moveTo>
                    <a:cubicBezTo>
                      <a:pt x="816" y="0"/>
                      <a:pt x="784" y="9"/>
                      <a:pt x="756" y="26"/>
                    </a:cubicBezTo>
                    <a:cubicBezTo>
                      <a:pt x="667" y="88"/>
                      <a:pt x="642" y="242"/>
                      <a:pt x="642" y="387"/>
                    </a:cubicBezTo>
                    <a:cubicBezTo>
                      <a:pt x="473" y="222"/>
                      <a:pt x="340" y="137"/>
                      <a:pt x="245" y="137"/>
                    </a:cubicBezTo>
                    <a:cubicBezTo>
                      <a:pt x="214" y="137"/>
                      <a:pt x="187" y="146"/>
                      <a:pt x="164" y="165"/>
                    </a:cubicBezTo>
                    <a:cubicBezTo>
                      <a:pt x="124" y="192"/>
                      <a:pt x="1" y="288"/>
                      <a:pt x="386" y="1201"/>
                    </a:cubicBezTo>
                    <a:cubicBezTo>
                      <a:pt x="399" y="1232"/>
                      <a:pt x="430" y="1250"/>
                      <a:pt x="460" y="1250"/>
                    </a:cubicBezTo>
                    <a:cubicBezTo>
                      <a:pt x="473" y="1250"/>
                      <a:pt x="485" y="1247"/>
                      <a:pt x="494" y="1241"/>
                    </a:cubicBezTo>
                    <a:cubicBezTo>
                      <a:pt x="534" y="1226"/>
                      <a:pt x="553" y="1176"/>
                      <a:pt x="537" y="1136"/>
                    </a:cubicBezTo>
                    <a:cubicBezTo>
                      <a:pt x="402" y="812"/>
                      <a:pt x="272" y="424"/>
                      <a:pt x="272" y="300"/>
                    </a:cubicBezTo>
                    <a:lnTo>
                      <a:pt x="272" y="300"/>
                    </a:lnTo>
                    <a:cubicBezTo>
                      <a:pt x="349" y="331"/>
                      <a:pt x="525" y="485"/>
                      <a:pt x="676" y="655"/>
                    </a:cubicBezTo>
                    <a:cubicBezTo>
                      <a:pt x="693" y="674"/>
                      <a:pt x="715" y="682"/>
                      <a:pt x="736" y="682"/>
                    </a:cubicBezTo>
                    <a:cubicBezTo>
                      <a:pt x="779" y="682"/>
                      <a:pt x="821" y="646"/>
                      <a:pt x="815" y="593"/>
                    </a:cubicBezTo>
                    <a:cubicBezTo>
                      <a:pt x="793" y="399"/>
                      <a:pt x="812" y="189"/>
                      <a:pt x="843" y="162"/>
                    </a:cubicBezTo>
                    <a:cubicBezTo>
                      <a:pt x="849" y="162"/>
                      <a:pt x="855" y="165"/>
                      <a:pt x="861" y="168"/>
                    </a:cubicBezTo>
                    <a:cubicBezTo>
                      <a:pt x="1006" y="248"/>
                      <a:pt x="1093" y="606"/>
                      <a:pt x="1111" y="815"/>
                    </a:cubicBezTo>
                    <a:cubicBezTo>
                      <a:pt x="1114" y="867"/>
                      <a:pt x="1152" y="891"/>
                      <a:pt x="1190" y="891"/>
                    </a:cubicBezTo>
                    <a:cubicBezTo>
                      <a:pt x="1234" y="891"/>
                      <a:pt x="1278" y="859"/>
                      <a:pt x="1272" y="800"/>
                    </a:cubicBezTo>
                    <a:cubicBezTo>
                      <a:pt x="1265" y="735"/>
                      <a:pt x="1207" y="171"/>
                      <a:pt x="938" y="26"/>
                    </a:cubicBezTo>
                    <a:cubicBezTo>
                      <a:pt x="911" y="9"/>
                      <a:pt x="879" y="0"/>
                      <a:pt x="847"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60" name="Google Shape;160;p3"/>
              <p:cNvSpPr/>
              <p:nvPr/>
            </p:nvSpPr>
            <p:spPr>
              <a:xfrm flipH="1">
                <a:off x="182072" y="4624513"/>
                <a:ext cx="177556" cy="91895"/>
              </a:xfrm>
              <a:custGeom>
                <a:avLst/>
                <a:gdLst/>
                <a:ahLst/>
                <a:cxnLst/>
                <a:rect l="l" t="t" r="r" b="b"/>
                <a:pathLst>
                  <a:path w="2193" h="1135" extrusionOk="0">
                    <a:moveTo>
                      <a:pt x="2091" y="0"/>
                    </a:moveTo>
                    <a:cubicBezTo>
                      <a:pt x="2061" y="0"/>
                      <a:pt x="2030" y="17"/>
                      <a:pt x="2018" y="55"/>
                    </a:cubicBezTo>
                    <a:cubicBezTo>
                      <a:pt x="2014" y="61"/>
                      <a:pt x="1795" y="672"/>
                      <a:pt x="1265" y="891"/>
                    </a:cubicBezTo>
                    <a:cubicBezTo>
                      <a:pt x="1137" y="944"/>
                      <a:pt x="1000" y="970"/>
                      <a:pt x="856" y="970"/>
                    </a:cubicBezTo>
                    <a:cubicBezTo>
                      <a:pt x="640" y="970"/>
                      <a:pt x="406" y="911"/>
                      <a:pt x="158" y="792"/>
                    </a:cubicBezTo>
                    <a:cubicBezTo>
                      <a:pt x="143" y="784"/>
                      <a:pt x="129" y="780"/>
                      <a:pt x="116" y="780"/>
                    </a:cubicBezTo>
                    <a:cubicBezTo>
                      <a:pt x="41" y="780"/>
                      <a:pt x="1" y="898"/>
                      <a:pt x="90" y="937"/>
                    </a:cubicBezTo>
                    <a:cubicBezTo>
                      <a:pt x="361" y="1067"/>
                      <a:pt x="620" y="1135"/>
                      <a:pt x="861" y="1135"/>
                    </a:cubicBezTo>
                    <a:cubicBezTo>
                      <a:pt x="1021" y="1135"/>
                      <a:pt x="1182" y="1104"/>
                      <a:pt x="1330" y="1042"/>
                    </a:cubicBezTo>
                    <a:cubicBezTo>
                      <a:pt x="1928" y="792"/>
                      <a:pt x="2163" y="135"/>
                      <a:pt x="2172" y="108"/>
                    </a:cubicBezTo>
                    <a:cubicBezTo>
                      <a:pt x="2193" y="44"/>
                      <a:pt x="2141" y="0"/>
                      <a:pt x="2091"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grpSp>
        <p:nvGrpSpPr>
          <p:cNvPr id="161" name="Google Shape;161;p3"/>
          <p:cNvGrpSpPr/>
          <p:nvPr/>
        </p:nvGrpSpPr>
        <p:grpSpPr>
          <a:xfrm>
            <a:off x="110901" y="80480"/>
            <a:ext cx="1859333" cy="1514910"/>
            <a:chOff x="110901" y="80480"/>
            <a:chExt cx="1859333" cy="1514910"/>
          </a:xfrm>
        </p:grpSpPr>
        <p:sp>
          <p:nvSpPr>
            <p:cNvPr id="162" name="Google Shape;162;p3"/>
            <p:cNvSpPr/>
            <p:nvPr/>
          </p:nvSpPr>
          <p:spPr>
            <a:xfrm>
              <a:off x="901763" y="369973"/>
              <a:ext cx="76150" cy="76625"/>
            </a:xfrm>
            <a:custGeom>
              <a:avLst/>
              <a:gdLst/>
              <a:ahLst/>
              <a:cxnLst/>
              <a:rect l="l" t="t" r="r" b="b"/>
              <a:pathLst>
                <a:path w="1518" h="1528" extrusionOk="0">
                  <a:moveTo>
                    <a:pt x="812" y="1"/>
                  </a:moveTo>
                  <a:cubicBezTo>
                    <a:pt x="765" y="1"/>
                    <a:pt x="731" y="38"/>
                    <a:pt x="731" y="81"/>
                  </a:cubicBezTo>
                  <a:lnTo>
                    <a:pt x="728" y="543"/>
                  </a:lnTo>
                  <a:lnTo>
                    <a:pt x="451" y="250"/>
                  </a:lnTo>
                  <a:cubicBezTo>
                    <a:pt x="433" y="232"/>
                    <a:pt x="413" y="224"/>
                    <a:pt x="394" y="224"/>
                  </a:cubicBezTo>
                  <a:cubicBezTo>
                    <a:pt x="332" y="224"/>
                    <a:pt x="277" y="303"/>
                    <a:pt x="333" y="365"/>
                  </a:cubicBezTo>
                  <a:lnTo>
                    <a:pt x="617" y="664"/>
                  </a:lnTo>
                  <a:lnTo>
                    <a:pt x="99" y="670"/>
                  </a:lnTo>
                  <a:cubicBezTo>
                    <a:pt x="0" y="676"/>
                    <a:pt x="0" y="824"/>
                    <a:pt x="99" y="830"/>
                  </a:cubicBezTo>
                  <a:lnTo>
                    <a:pt x="574" y="827"/>
                  </a:lnTo>
                  <a:lnTo>
                    <a:pt x="574" y="827"/>
                  </a:lnTo>
                  <a:lnTo>
                    <a:pt x="207" y="1083"/>
                  </a:lnTo>
                  <a:cubicBezTo>
                    <a:pt x="142" y="1126"/>
                    <a:pt x="173" y="1228"/>
                    <a:pt x="253" y="1228"/>
                  </a:cubicBezTo>
                  <a:cubicBezTo>
                    <a:pt x="269" y="1228"/>
                    <a:pt x="284" y="1225"/>
                    <a:pt x="300" y="1216"/>
                  </a:cubicBezTo>
                  <a:lnTo>
                    <a:pt x="722" y="920"/>
                  </a:lnTo>
                  <a:lnTo>
                    <a:pt x="719" y="1444"/>
                  </a:lnTo>
                  <a:cubicBezTo>
                    <a:pt x="719" y="1490"/>
                    <a:pt x="756" y="1527"/>
                    <a:pt x="802" y="1527"/>
                  </a:cubicBezTo>
                  <a:cubicBezTo>
                    <a:pt x="845" y="1527"/>
                    <a:pt x="882" y="1490"/>
                    <a:pt x="882" y="1447"/>
                  </a:cubicBezTo>
                  <a:lnTo>
                    <a:pt x="886" y="951"/>
                  </a:lnTo>
                  <a:lnTo>
                    <a:pt x="1182" y="1262"/>
                  </a:lnTo>
                  <a:cubicBezTo>
                    <a:pt x="1194" y="1277"/>
                    <a:pt x="1216" y="1287"/>
                    <a:pt x="1240" y="1287"/>
                  </a:cubicBezTo>
                  <a:cubicBezTo>
                    <a:pt x="1311" y="1287"/>
                    <a:pt x="1345" y="1203"/>
                    <a:pt x="1299" y="1151"/>
                  </a:cubicBezTo>
                  <a:lnTo>
                    <a:pt x="990" y="824"/>
                  </a:lnTo>
                  <a:lnTo>
                    <a:pt x="1410" y="818"/>
                  </a:lnTo>
                  <a:cubicBezTo>
                    <a:pt x="1518" y="818"/>
                    <a:pt x="1518" y="658"/>
                    <a:pt x="1410" y="658"/>
                  </a:cubicBezTo>
                  <a:lnTo>
                    <a:pt x="1095" y="661"/>
                  </a:lnTo>
                  <a:lnTo>
                    <a:pt x="1095" y="661"/>
                  </a:lnTo>
                  <a:lnTo>
                    <a:pt x="1425" y="429"/>
                  </a:lnTo>
                  <a:cubicBezTo>
                    <a:pt x="1492" y="378"/>
                    <a:pt x="1443" y="284"/>
                    <a:pt x="1376" y="284"/>
                  </a:cubicBezTo>
                  <a:cubicBezTo>
                    <a:pt x="1362" y="284"/>
                    <a:pt x="1347" y="288"/>
                    <a:pt x="1333" y="297"/>
                  </a:cubicBezTo>
                  <a:lnTo>
                    <a:pt x="889" y="605"/>
                  </a:lnTo>
                  <a:lnTo>
                    <a:pt x="889" y="605"/>
                  </a:lnTo>
                  <a:lnTo>
                    <a:pt x="892" y="84"/>
                  </a:lnTo>
                  <a:cubicBezTo>
                    <a:pt x="892" y="38"/>
                    <a:pt x="855" y="4"/>
                    <a:pt x="8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3" name="Google Shape;163;p3"/>
            <p:cNvGrpSpPr/>
            <p:nvPr/>
          </p:nvGrpSpPr>
          <p:grpSpPr>
            <a:xfrm>
              <a:off x="369678" y="309925"/>
              <a:ext cx="345427" cy="299475"/>
              <a:chOff x="1011528" y="129375"/>
              <a:chExt cx="345427" cy="299475"/>
            </a:xfrm>
          </p:grpSpPr>
          <p:sp>
            <p:nvSpPr>
              <p:cNvPr id="164" name="Google Shape;164;p3"/>
              <p:cNvSpPr/>
              <p:nvPr/>
            </p:nvSpPr>
            <p:spPr>
              <a:xfrm>
                <a:off x="1244129" y="155966"/>
                <a:ext cx="106534" cy="77311"/>
              </a:xfrm>
              <a:custGeom>
                <a:avLst/>
                <a:gdLst/>
                <a:ahLst/>
                <a:cxnLst/>
                <a:rect l="l" t="t" r="r" b="b"/>
                <a:pathLst>
                  <a:path w="1254" h="910" extrusionOk="0">
                    <a:moveTo>
                      <a:pt x="1097" y="0"/>
                    </a:moveTo>
                    <a:cubicBezTo>
                      <a:pt x="975" y="0"/>
                      <a:pt x="707" y="47"/>
                      <a:pt x="93" y="188"/>
                    </a:cubicBezTo>
                    <a:cubicBezTo>
                      <a:pt x="0" y="214"/>
                      <a:pt x="25" y="347"/>
                      <a:pt x="113" y="347"/>
                    </a:cubicBezTo>
                    <a:cubicBezTo>
                      <a:pt x="119" y="347"/>
                      <a:pt x="124" y="346"/>
                      <a:pt x="130" y="345"/>
                    </a:cubicBezTo>
                    <a:cubicBezTo>
                      <a:pt x="445" y="274"/>
                      <a:pt x="790" y="203"/>
                      <a:pt x="979" y="176"/>
                    </a:cubicBezTo>
                    <a:lnTo>
                      <a:pt x="979" y="176"/>
                    </a:lnTo>
                    <a:cubicBezTo>
                      <a:pt x="818" y="364"/>
                      <a:pt x="485" y="722"/>
                      <a:pt x="433" y="765"/>
                    </a:cubicBezTo>
                    <a:cubicBezTo>
                      <a:pt x="399" y="793"/>
                      <a:pt x="390" y="842"/>
                      <a:pt x="417" y="879"/>
                    </a:cubicBezTo>
                    <a:cubicBezTo>
                      <a:pt x="433" y="897"/>
                      <a:pt x="457" y="910"/>
                      <a:pt x="482" y="910"/>
                    </a:cubicBezTo>
                    <a:cubicBezTo>
                      <a:pt x="501" y="910"/>
                      <a:pt x="516" y="904"/>
                      <a:pt x="531" y="894"/>
                    </a:cubicBezTo>
                    <a:cubicBezTo>
                      <a:pt x="538" y="888"/>
                      <a:pt x="1253" y="194"/>
                      <a:pt x="1210" y="62"/>
                    </a:cubicBezTo>
                    <a:cubicBezTo>
                      <a:pt x="1198" y="27"/>
                      <a:pt x="1189" y="0"/>
                      <a:pt x="10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3"/>
              <p:cNvSpPr/>
              <p:nvPr/>
            </p:nvSpPr>
            <p:spPr>
              <a:xfrm>
                <a:off x="1011528" y="129375"/>
                <a:ext cx="345427" cy="299475"/>
              </a:xfrm>
              <a:custGeom>
                <a:avLst/>
                <a:gdLst/>
                <a:ahLst/>
                <a:cxnLst/>
                <a:rect l="l" t="t" r="r" b="b"/>
                <a:pathLst>
                  <a:path w="4066" h="3525" extrusionOk="0">
                    <a:moveTo>
                      <a:pt x="790" y="0"/>
                    </a:moveTo>
                    <a:cubicBezTo>
                      <a:pt x="781" y="0"/>
                      <a:pt x="773" y="1"/>
                      <a:pt x="765" y="1"/>
                    </a:cubicBezTo>
                    <a:cubicBezTo>
                      <a:pt x="265" y="41"/>
                      <a:pt x="885" y="1161"/>
                      <a:pt x="885" y="1161"/>
                    </a:cubicBezTo>
                    <a:cubicBezTo>
                      <a:pt x="885" y="1161"/>
                      <a:pt x="676" y="991"/>
                      <a:pt x="509" y="991"/>
                    </a:cubicBezTo>
                    <a:cubicBezTo>
                      <a:pt x="412" y="991"/>
                      <a:pt x="329" y="1048"/>
                      <a:pt x="308" y="1229"/>
                    </a:cubicBezTo>
                    <a:cubicBezTo>
                      <a:pt x="253" y="1719"/>
                      <a:pt x="922" y="2308"/>
                      <a:pt x="922" y="2308"/>
                    </a:cubicBezTo>
                    <a:lnTo>
                      <a:pt x="0" y="2534"/>
                    </a:lnTo>
                    <a:cubicBezTo>
                      <a:pt x="0" y="2534"/>
                      <a:pt x="453" y="3524"/>
                      <a:pt x="1613" y="3524"/>
                    </a:cubicBezTo>
                    <a:cubicBezTo>
                      <a:pt x="1834" y="3524"/>
                      <a:pt x="2080" y="3489"/>
                      <a:pt x="2353" y="3403"/>
                    </a:cubicBezTo>
                    <a:cubicBezTo>
                      <a:pt x="4065" y="2867"/>
                      <a:pt x="3612" y="526"/>
                      <a:pt x="2696" y="220"/>
                    </a:cubicBezTo>
                    <a:cubicBezTo>
                      <a:pt x="2643" y="203"/>
                      <a:pt x="2594" y="195"/>
                      <a:pt x="2549" y="195"/>
                    </a:cubicBezTo>
                    <a:cubicBezTo>
                      <a:pt x="2026" y="195"/>
                      <a:pt x="1974" y="1263"/>
                      <a:pt x="1974" y="1263"/>
                    </a:cubicBezTo>
                    <a:cubicBezTo>
                      <a:pt x="1974" y="1263"/>
                      <a:pt x="1290" y="0"/>
                      <a:pt x="7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3"/>
              <p:cNvSpPr/>
              <p:nvPr/>
            </p:nvSpPr>
            <p:spPr>
              <a:xfrm>
                <a:off x="1207769" y="166841"/>
                <a:ext cx="52757" cy="56242"/>
              </a:xfrm>
              <a:custGeom>
                <a:avLst/>
                <a:gdLst/>
                <a:ahLst/>
                <a:cxnLst/>
                <a:rect l="l" t="t" r="r" b="b"/>
                <a:pathLst>
                  <a:path w="621" h="662" extrusionOk="0">
                    <a:moveTo>
                      <a:pt x="375" y="0"/>
                    </a:moveTo>
                    <a:cubicBezTo>
                      <a:pt x="323" y="0"/>
                      <a:pt x="269" y="51"/>
                      <a:pt x="299" y="116"/>
                    </a:cubicBezTo>
                    <a:cubicBezTo>
                      <a:pt x="364" y="264"/>
                      <a:pt x="413" y="430"/>
                      <a:pt x="413" y="495"/>
                    </a:cubicBezTo>
                    <a:cubicBezTo>
                      <a:pt x="352" y="473"/>
                      <a:pt x="244" y="353"/>
                      <a:pt x="176" y="245"/>
                    </a:cubicBezTo>
                    <a:cubicBezTo>
                      <a:pt x="157" y="219"/>
                      <a:pt x="133" y="208"/>
                      <a:pt x="109" y="208"/>
                    </a:cubicBezTo>
                    <a:cubicBezTo>
                      <a:pt x="53" y="208"/>
                      <a:pt x="1" y="267"/>
                      <a:pt x="37" y="331"/>
                    </a:cubicBezTo>
                    <a:cubicBezTo>
                      <a:pt x="90" y="409"/>
                      <a:pt x="262" y="661"/>
                      <a:pt x="435" y="661"/>
                    </a:cubicBezTo>
                    <a:lnTo>
                      <a:pt x="450" y="661"/>
                    </a:lnTo>
                    <a:cubicBezTo>
                      <a:pt x="494" y="658"/>
                      <a:pt x="531" y="634"/>
                      <a:pt x="552" y="600"/>
                    </a:cubicBezTo>
                    <a:cubicBezTo>
                      <a:pt x="620" y="483"/>
                      <a:pt x="515" y="205"/>
                      <a:pt x="447" y="51"/>
                    </a:cubicBezTo>
                    <a:cubicBezTo>
                      <a:pt x="432" y="15"/>
                      <a:pt x="404" y="0"/>
                      <a:pt x="37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3"/>
              <p:cNvSpPr/>
              <p:nvPr/>
            </p:nvSpPr>
            <p:spPr>
              <a:xfrm>
                <a:off x="1068616" y="214076"/>
                <a:ext cx="115454" cy="110445"/>
              </a:xfrm>
              <a:custGeom>
                <a:avLst/>
                <a:gdLst/>
                <a:ahLst/>
                <a:cxnLst/>
                <a:rect l="l" t="t" r="r" b="b"/>
                <a:pathLst>
                  <a:path w="1359" h="1300" extrusionOk="0">
                    <a:moveTo>
                      <a:pt x="604" y="0"/>
                    </a:moveTo>
                    <a:cubicBezTo>
                      <a:pt x="588" y="0"/>
                      <a:pt x="576" y="4"/>
                      <a:pt x="568" y="7"/>
                    </a:cubicBezTo>
                    <a:cubicBezTo>
                      <a:pt x="457" y="47"/>
                      <a:pt x="432" y="223"/>
                      <a:pt x="491" y="531"/>
                    </a:cubicBezTo>
                    <a:cubicBezTo>
                      <a:pt x="396" y="468"/>
                      <a:pt x="285" y="414"/>
                      <a:pt x="195" y="414"/>
                    </a:cubicBezTo>
                    <a:cubicBezTo>
                      <a:pt x="170" y="414"/>
                      <a:pt x="148" y="418"/>
                      <a:pt x="127" y="426"/>
                    </a:cubicBezTo>
                    <a:cubicBezTo>
                      <a:pt x="68" y="451"/>
                      <a:pt x="28" y="513"/>
                      <a:pt x="28" y="577"/>
                    </a:cubicBezTo>
                    <a:cubicBezTo>
                      <a:pt x="0" y="880"/>
                      <a:pt x="438" y="1244"/>
                      <a:pt x="488" y="1284"/>
                    </a:cubicBezTo>
                    <a:cubicBezTo>
                      <a:pt x="503" y="1293"/>
                      <a:pt x="522" y="1299"/>
                      <a:pt x="540" y="1299"/>
                    </a:cubicBezTo>
                    <a:cubicBezTo>
                      <a:pt x="617" y="1299"/>
                      <a:pt x="651" y="1203"/>
                      <a:pt x="590" y="1157"/>
                    </a:cubicBezTo>
                    <a:cubicBezTo>
                      <a:pt x="429" y="1025"/>
                      <a:pt x="176" y="756"/>
                      <a:pt x="192" y="593"/>
                    </a:cubicBezTo>
                    <a:lnTo>
                      <a:pt x="192" y="574"/>
                    </a:lnTo>
                    <a:cubicBezTo>
                      <a:pt x="194" y="574"/>
                      <a:pt x="196" y="574"/>
                      <a:pt x="199" y="574"/>
                    </a:cubicBezTo>
                    <a:cubicBezTo>
                      <a:pt x="256" y="574"/>
                      <a:pt x="426" y="672"/>
                      <a:pt x="568" y="790"/>
                    </a:cubicBezTo>
                    <a:cubicBezTo>
                      <a:pt x="583" y="803"/>
                      <a:pt x="601" y="809"/>
                      <a:pt x="618" y="809"/>
                    </a:cubicBezTo>
                    <a:cubicBezTo>
                      <a:pt x="666" y="809"/>
                      <a:pt x="711" y="764"/>
                      <a:pt x="697" y="707"/>
                    </a:cubicBezTo>
                    <a:cubicBezTo>
                      <a:pt x="636" y="473"/>
                      <a:pt x="605" y="229"/>
                      <a:pt x="617" y="170"/>
                    </a:cubicBezTo>
                    <a:lnTo>
                      <a:pt x="617" y="170"/>
                    </a:lnTo>
                    <a:cubicBezTo>
                      <a:pt x="716" y="226"/>
                      <a:pt x="975" y="559"/>
                      <a:pt x="1176" y="858"/>
                    </a:cubicBezTo>
                    <a:cubicBezTo>
                      <a:pt x="1192" y="887"/>
                      <a:pt x="1216" y="899"/>
                      <a:pt x="1241" y="899"/>
                    </a:cubicBezTo>
                    <a:cubicBezTo>
                      <a:pt x="1299" y="899"/>
                      <a:pt x="1358" y="832"/>
                      <a:pt x="1308" y="769"/>
                    </a:cubicBezTo>
                    <a:cubicBezTo>
                      <a:pt x="857" y="85"/>
                      <a:pt x="679" y="0"/>
                      <a:pt x="6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3"/>
              <p:cNvSpPr/>
              <p:nvPr/>
            </p:nvSpPr>
            <p:spPr>
              <a:xfrm>
                <a:off x="1134540" y="274310"/>
                <a:ext cx="164558" cy="119875"/>
              </a:xfrm>
              <a:custGeom>
                <a:avLst/>
                <a:gdLst/>
                <a:ahLst/>
                <a:cxnLst/>
                <a:rect l="l" t="t" r="r" b="b"/>
                <a:pathLst>
                  <a:path w="1937" h="1411" extrusionOk="0">
                    <a:moveTo>
                      <a:pt x="1849" y="0"/>
                    </a:moveTo>
                    <a:cubicBezTo>
                      <a:pt x="1813" y="0"/>
                      <a:pt x="1777" y="22"/>
                      <a:pt x="1769" y="69"/>
                    </a:cubicBezTo>
                    <a:cubicBezTo>
                      <a:pt x="1707" y="522"/>
                      <a:pt x="1528" y="852"/>
                      <a:pt x="1242" y="1043"/>
                    </a:cubicBezTo>
                    <a:cubicBezTo>
                      <a:pt x="1002" y="1205"/>
                      <a:pt x="722" y="1246"/>
                      <a:pt x="503" y="1246"/>
                    </a:cubicBezTo>
                    <a:cubicBezTo>
                      <a:pt x="288" y="1246"/>
                      <a:pt x="131" y="1207"/>
                      <a:pt x="128" y="1207"/>
                    </a:cubicBezTo>
                    <a:cubicBezTo>
                      <a:pt x="123" y="1206"/>
                      <a:pt x="118" y="1206"/>
                      <a:pt x="113" y="1206"/>
                    </a:cubicBezTo>
                    <a:cubicBezTo>
                      <a:pt x="26" y="1206"/>
                      <a:pt x="0" y="1332"/>
                      <a:pt x="88" y="1364"/>
                    </a:cubicBezTo>
                    <a:cubicBezTo>
                      <a:pt x="227" y="1395"/>
                      <a:pt x="366" y="1411"/>
                      <a:pt x="504" y="1411"/>
                    </a:cubicBezTo>
                    <a:cubicBezTo>
                      <a:pt x="748" y="1411"/>
                      <a:pt x="1060" y="1364"/>
                      <a:pt x="1331" y="1179"/>
                    </a:cubicBezTo>
                    <a:cubicBezTo>
                      <a:pt x="1661" y="960"/>
                      <a:pt x="1861" y="590"/>
                      <a:pt x="1929" y="90"/>
                    </a:cubicBezTo>
                    <a:cubicBezTo>
                      <a:pt x="1936" y="33"/>
                      <a:pt x="1892" y="0"/>
                      <a:pt x="18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9" name="Google Shape;169;p3"/>
            <p:cNvSpPr/>
            <p:nvPr/>
          </p:nvSpPr>
          <p:spPr>
            <a:xfrm>
              <a:off x="110901" y="80480"/>
              <a:ext cx="161423" cy="148928"/>
            </a:xfrm>
            <a:custGeom>
              <a:avLst/>
              <a:gdLst/>
              <a:ahLst/>
              <a:cxnLst/>
              <a:rect l="l" t="t" r="r" b="b"/>
              <a:pathLst>
                <a:path w="2558" h="2360" extrusionOk="0">
                  <a:moveTo>
                    <a:pt x="1855" y="179"/>
                  </a:moveTo>
                  <a:lnTo>
                    <a:pt x="1855" y="179"/>
                  </a:lnTo>
                  <a:cubicBezTo>
                    <a:pt x="1827" y="306"/>
                    <a:pt x="1771" y="531"/>
                    <a:pt x="1707" y="790"/>
                  </a:cubicBezTo>
                  <a:cubicBezTo>
                    <a:pt x="1583" y="710"/>
                    <a:pt x="1457" y="630"/>
                    <a:pt x="1330" y="553"/>
                  </a:cubicBezTo>
                  <a:cubicBezTo>
                    <a:pt x="1629" y="306"/>
                    <a:pt x="1781" y="213"/>
                    <a:pt x="1855" y="179"/>
                  </a:cubicBezTo>
                  <a:close/>
                  <a:moveTo>
                    <a:pt x="522" y="287"/>
                  </a:moveTo>
                  <a:cubicBezTo>
                    <a:pt x="704" y="374"/>
                    <a:pt x="880" y="469"/>
                    <a:pt x="1053" y="577"/>
                  </a:cubicBezTo>
                  <a:cubicBezTo>
                    <a:pt x="942" y="670"/>
                    <a:pt x="824" y="778"/>
                    <a:pt x="698" y="892"/>
                  </a:cubicBezTo>
                  <a:cubicBezTo>
                    <a:pt x="575" y="559"/>
                    <a:pt x="531" y="371"/>
                    <a:pt x="522" y="287"/>
                  </a:cubicBezTo>
                  <a:close/>
                  <a:moveTo>
                    <a:pt x="1811" y="1046"/>
                  </a:moveTo>
                  <a:cubicBezTo>
                    <a:pt x="2070" y="1219"/>
                    <a:pt x="2225" y="1330"/>
                    <a:pt x="2308" y="1398"/>
                  </a:cubicBezTo>
                  <a:cubicBezTo>
                    <a:pt x="2188" y="1413"/>
                    <a:pt x="1981" y="1438"/>
                    <a:pt x="1694" y="1462"/>
                  </a:cubicBezTo>
                  <a:cubicBezTo>
                    <a:pt x="1731" y="1336"/>
                    <a:pt x="1771" y="1197"/>
                    <a:pt x="1808" y="1046"/>
                  </a:cubicBezTo>
                  <a:close/>
                  <a:moveTo>
                    <a:pt x="1201" y="664"/>
                  </a:moveTo>
                  <a:cubicBezTo>
                    <a:pt x="1355" y="756"/>
                    <a:pt x="1515" y="855"/>
                    <a:pt x="1666" y="954"/>
                  </a:cubicBezTo>
                  <a:cubicBezTo>
                    <a:pt x="1617" y="1148"/>
                    <a:pt x="1571" y="1324"/>
                    <a:pt x="1525" y="1478"/>
                  </a:cubicBezTo>
                  <a:cubicBezTo>
                    <a:pt x="1336" y="1493"/>
                    <a:pt x="1136" y="1509"/>
                    <a:pt x="951" y="1521"/>
                  </a:cubicBezTo>
                  <a:cubicBezTo>
                    <a:pt x="883" y="1367"/>
                    <a:pt x="815" y="1210"/>
                    <a:pt x="757" y="1055"/>
                  </a:cubicBezTo>
                  <a:cubicBezTo>
                    <a:pt x="917" y="910"/>
                    <a:pt x="1065" y="778"/>
                    <a:pt x="1201" y="664"/>
                  </a:cubicBezTo>
                  <a:close/>
                  <a:moveTo>
                    <a:pt x="630" y="1173"/>
                  </a:moveTo>
                  <a:cubicBezTo>
                    <a:pt x="676" y="1293"/>
                    <a:pt x="726" y="1413"/>
                    <a:pt x="775" y="1530"/>
                  </a:cubicBezTo>
                  <a:cubicBezTo>
                    <a:pt x="613" y="1539"/>
                    <a:pt x="473" y="1543"/>
                    <a:pt x="370" y="1543"/>
                  </a:cubicBezTo>
                  <a:cubicBezTo>
                    <a:pt x="319" y="1543"/>
                    <a:pt x="276" y="1542"/>
                    <a:pt x="245" y="1540"/>
                  </a:cubicBezTo>
                  <a:cubicBezTo>
                    <a:pt x="337" y="1450"/>
                    <a:pt x="476" y="1317"/>
                    <a:pt x="630" y="1173"/>
                  </a:cubicBezTo>
                  <a:close/>
                  <a:moveTo>
                    <a:pt x="1472" y="1644"/>
                  </a:moveTo>
                  <a:lnTo>
                    <a:pt x="1472" y="1644"/>
                  </a:lnTo>
                  <a:cubicBezTo>
                    <a:pt x="1370" y="1981"/>
                    <a:pt x="1306" y="2116"/>
                    <a:pt x="1275" y="2172"/>
                  </a:cubicBezTo>
                  <a:cubicBezTo>
                    <a:pt x="1176" y="2015"/>
                    <a:pt x="1090" y="1848"/>
                    <a:pt x="1019" y="1678"/>
                  </a:cubicBezTo>
                  <a:cubicBezTo>
                    <a:pt x="1167" y="1672"/>
                    <a:pt x="1321" y="1657"/>
                    <a:pt x="1472" y="1644"/>
                  </a:cubicBezTo>
                  <a:close/>
                  <a:moveTo>
                    <a:pt x="1916" y="0"/>
                  </a:moveTo>
                  <a:cubicBezTo>
                    <a:pt x="1833" y="0"/>
                    <a:pt x="1673" y="53"/>
                    <a:pt x="1182" y="466"/>
                  </a:cubicBezTo>
                  <a:cubicBezTo>
                    <a:pt x="960" y="334"/>
                    <a:pt x="618" y="136"/>
                    <a:pt x="507" y="108"/>
                  </a:cubicBezTo>
                  <a:cubicBezTo>
                    <a:pt x="494" y="108"/>
                    <a:pt x="485" y="105"/>
                    <a:pt x="476" y="105"/>
                  </a:cubicBezTo>
                  <a:cubicBezTo>
                    <a:pt x="439" y="105"/>
                    <a:pt x="408" y="124"/>
                    <a:pt x="386" y="155"/>
                  </a:cubicBezTo>
                  <a:cubicBezTo>
                    <a:pt x="359" y="192"/>
                    <a:pt x="297" y="281"/>
                    <a:pt x="568" y="1009"/>
                  </a:cubicBezTo>
                  <a:cubicBezTo>
                    <a:pt x="328" y="1231"/>
                    <a:pt x="118" y="1435"/>
                    <a:pt x="38" y="1515"/>
                  </a:cubicBezTo>
                  <a:cubicBezTo>
                    <a:pt x="10" y="1543"/>
                    <a:pt x="1" y="1583"/>
                    <a:pt x="13" y="1620"/>
                  </a:cubicBezTo>
                  <a:cubicBezTo>
                    <a:pt x="38" y="1681"/>
                    <a:pt x="93" y="1706"/>
                    <a:pt x="374" y="1706"/>
                  </a:cubicBezTo>
                  <a:cubicBezTo>
                    <a:pt x="497" y="1706"/>
                    <a:pt x="655" y="1700"/>
                    <a:pt x="846" y="1691"/>
                  </a:cubicBezTo>
                  <a:cubicBezTo>
                    <a:pt x="966" y="1959"/>
                    <a:pt x="1117" y="2271"/>
                    <a:pt x="1207" y="2338"/>
                  </a:cubicBezTo>
                  <a:cubicBezTo>
                    <a:pt x="1225" y="2351"/>
                    <a:pt x="1247" y="2360"/>
                    <a:pt x="1272" y="2360"/>
                  </a:cubicBezTo>
                  <a:lnTo>
                    <a:pt x="1275" y="2360"/>
                  </a:lnTo>
                  <a:cubicBezTo>
                    <a:pt x="1358" y="2360"/>
                    <a:pt x="1444" y="2304"/>
                    <a:pt x="1648" y="1629"/>
                  </a:cubicBezTo>
                  <a:cubicBezTo>
                    <a:pt x="1947" y="1604"/>
                    <a:pt x="2413" y="1555"/>
                    <a:pt x="2487" y="1530"/>
                  </a:cubicBezTo>
                  <a:cubicBezTo>
                    <a:pt x="2518" y="1515"/>
                    <a:pt x="2539" y="1487"/>
                    <a:pt x="2545" y="1456"/>
                  </a:cubicBezTo>
                  <a:cubicBezTo>
                    <a:pt x="2549" y="1398"/>
                    <a:pt x="2558" y="1339"/>
                    <a:pt x="1851" y="883"/>
                  </a:cubicBezTo>
                  <a:cubicBezTo>
                    <a:pt x="1959" y="466"/>
                    <a:pt x="2037" y="118"/>
                    <a:pt x="2037" y="115"/>
                  </a:cubicBezTo>
                  <a:cubicBezTo>
                    <a:pt x="2040" y="90"/>
                    <a:pt x="2033" y="62"/>
                    <a:pt x="2018" y="44"/>
                  </a:cubicBezTo>
                  <a:cubicBezTo>
                    <a:pt x="1990" y="16"/>
                    <a:pt x="1953" y="0"/>
                    <a:pt x="19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3"/>
            <p:cNvSpPr/>
            <p:nvPr/>
          </p:nvSpPr>
          <p:spPr>
            <a:xfrm>
              <a:off x="679734" y="119474"/>
              <a:ext cx="70741" cy="70930"/>
            </a:xfrm>
            <a:custGeom>
              <a:avLst/>
              <a:gdLst/>
              <a:ahLst/>
              <a:cxnLst/>
              <a:rect l="l" t="t" r="r" b="b"/>
              <a:pathLst>
                <a:path w="1121" h="1124" extrusionOk="0">
                  <a:moveTo>
                    <a:pt x="562" y="164"/>
                  </a:moveTo>
                  <a:cubicBezTo>
                    <a:pt x="781" y="168"/>
                    <a:pt x="960" y="346"/>
                    <a:pt x="957" y="565"/>
                  </a:cubicBezTo>
                  <a:cubicBezTo>
                    <a:pt x="957" y="784"/>
                    <a:pt x="778" y="960"/>
                    <a:pt x="562" y="960"/>
                  </a:cubicBezTo>
                  <a:cubicBezTo>
                    <a:pt x="340" y="960"/>
                    <a:pt x="164" y="781"/>
                    <a:pt x="164" y="562"/>
                  </a:cubicBezTo>
                  <a:cubicBezTo>
                    <a:pt x="164" y="344"/>
                    <a:pt x="341" y="166"/>
                    <a:pt x="562" y="164"/>
                  </a:cubicBezTo>
                  <a:close/>
                  <a:moveTo>
                    <a:pt x="559" y="1"/>
                  </a:moveTo>
                  <a:cubicBezTo>
                    <a:pt x="250" y="1"/>
                    <a:pt x="0" y="251"/>
                    <a:pt x="0" y="562"/>
                  </a:cubicBezTo>
                  <a:cubicBezTo>
                    <a:pt x="0" y="871"/>
                    <a:pt x="250" y="1120"/>
                    <a:pt x="559" y="1123"/>
                  </a:cubicBezTo>
                  <a:lnTo>
                    <a:pt x="562" y="1123"/>
                  </a:lnTo>
                  <a:cubicBezTo>
                    <a:pt x="870" y="1120"/>
                    <a:pt x="1120" y="871"/>
                    <a:pt x="1120" y="562"/>
                  </a:cubicBezTo>
                  <a:cubicBezTo>
                    <a:pt x="1120" y="251"/>
                    <a:pt x="870" y="1"/>
                    <a:pt x="5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3"/>
            <p:cNvSpPr/>
            <p:nvPr/>
          </p:nvSpPr>
          <p:spPr>
            <a:xfrm>
              <a:off x="134378" y="679946"/>
              <a:ext cx="114472" cy="115104"/>
            </a:xfrm>
            <a:custGeom>
              <a:avLst/>
              <a:gdLst/>
              <a:ahLst/>
              <a:cxnLst/>
              <a:rect l="l" t="t" r="r" b="b"/>
              <a:pathLst>
                <a:path w="1814" h="1824" extrusionOk="0">
                  <a:moveTo>
                    <a:pt x="969" y="232"/>
                  </a:moveTo>
                  <a:cubicBezTo>
                    <a:pt x="993" y="309"/>
                    <a:pt x="1018" y="414"/>
                    <a:pt x="1034" y="482"/>
                  </a:cubicBezTo>
                  <a:cubicBezTo>
                    <a:pt x="1080" y="664"/>
                    <a:pt x="1089" y="704"/>
                    <a:pt x="1111" y="735"/>
                  </a:cubicBezTo>
                  <a:cubicBezTo>
                    <a:pt x="1135" y="766"/>
                    <a:pt x="1169" y="778"/>
                    <a:pt x="1348" y="843"/>
                  </a:cubicBezTo>
                  <a:cubicBezTo>
                    <a:pt x="1410" y="868"/>
                    <a:pt x="1509" y="901"/>
                    <a:pt x="1579" y="929"/>
                  </a:cubicBezTo>
                  <a:cubicBezTo>
                    <a:pt x="1478" y="975"/>
                    <a:pt x="1314" y="1037"/>
                    <a:pt x="1169" y="1090"/>
                  </a:cubicBezTo>
                  <a:cubicBezTo>
                    <a:pt x="1148" y="1096"/>
                    <a:pt x="1132" y="1111"/>
                    <a:pt x="1123" y="1133"/>
                  </a:cubicBezTo>
                  <a:cubicBezTo>
                    <a:pt x="1049" y="1299"/>
                    <a:pt x="960" y="1487"/>
                    <a:pt x="901" y="1592"/>
                  </a:cubicBezTo>
                  <a:cubicBezTo>
                    <a:pt x="861" y="1478"/>
                    <a:pt x="805" y="1278"/>
                    <a:pt x="762" y="1105"/>
                  </a:cubicBezTo>
                  <a:cubicBezTo>
                    <a:pt x="753" y="1071"/>
                    <a:pt x="728" y="1049"/>
                    <a:pt x="697" y="1043"/>
                  </a:cubicBezTo>
                  <a:cubicBezTo>
                    <a:pt x="528" y="1012"/>
                    <a:pt x="333" y="969"/>
                    <a:pt x="229" y="938"/>
                  </a:cubicBezTo>
                  <a:cubicBezTo>
                    <a:pt x="395" y="849"/>
                    <a:pt x="565" y="772"/>
                    <a:pt x="741" y="704"/>
                  </a:cubicBezTo>
                  <a:cubicBezTo>
                    <a:pt x="759" y="695"/>
                    <a:pt x="778" y="676"/>
                    <a:pt x="784" y="658"/>
                  </a:cubicBezTo>
                  <a:cubicBezTo>
                    <a:pt x="839" y="513"/>
                    <a:pt x="901" y="371"/>
                    <a:pt x="969" y="232"/>
                  </a:cubicBezTo>
                  <a:close/>
                  <a:moveTo>
                    <a:pt x="990" y="1"/>
                  </a:moveTo>
                  <a:cubicBezTo>
                    <a:pt x="941" y="1"/>
                    <a:pt x="867" y="1"/>
                    <a:pt x="648" y="571"/>
                  </a:cubicBezTo>
                  <a:cubicBezTo>
                    <a:pt x="40" y="815"/>
                    <a:pt x="19" y="895"/>
                    <a:pt x="10" y="929"/>
                  </a:cubicBezTo>
                  <a:cubicBezTo>
                    <a:pt x="0" y="957"/>
                    <a:pt x="6" y="985"/>
                    <a:pt x="22" y="1009"/>
                  </a:cubicBezTo>
                  <a:cubicBezTo>
                    <a:pt x="37" y="1031"/>
                    <a:pt x="84" y="1093"/>
                    <a:pt x="617" y="1198"/>
                  </a:cubicBezTo>
                  <a:cubicBezTo>
                    <a:pt x="774" y="1824"/>
                    <a:pt x="830" y="1824"/>
                    <a:pt x="892" y="1824"/>
                  </a:cubicBezTo>
                  <a:lnTo>
                    <a:pt x="898" y="1824"/>
                  </a:lnTo>
                  <a:cubicBezTo>
                    <a:pt x="944" y="1821"/>
                    <a:pt x="1000" y="1817"/>
                    <a:pt x="1259" y="1231"/>
                  </a:cubicBezTo>
                  <a:cubicBezTo>
                    <a:pt x="1416" y="1176"/>
                    <a:pt x="1718" y="1065"/>
                    <a:pt x="1783" y="1006"/>
                  </a:cubicBezTo>
                  <a:cubicBezTo>
                    <a:pt x="1805" y="985"/>
                    <a:pt x="1814" y="951"/>
                    <a:pt x="1811" y="920"/>
                  </a:cubicBezTo>
                  <a:cubicBezTo>
                    <a:pt x="1795" y="846"/>
                    <a:pt x="1715" y="806"/>
                    <a:pt x="1404" y="695"/>
                  </a:cubicBezTo>
                  <a:cubicBezTo>
                    <a:pt x="1345" y="673"/>
                    <a:pt x="1274" y="649"/>
                    <a:pt x="1243" y="633"/>
                  </a:cubicBezTo>
                  <a:cubicBezTo>
                    <a:pt x="1234" y="599"/>
                    <a:pt x="1212" y="516"/>
                    <a:pt x="1194" y="448"/>
                  </a:cubicBezTo>
                  <a:cubicBezTo>
                    <a:pt x="1141" y="229"/>
                    <a:pt x="1104" y="93"/>
                    <a:pt x="1067" y="41"/>
                  </a:cubicBezTo>
                  <a:cubicBezTo>
                    <a:pt x="1046" y="16"/>
                    <a:pt x="1018" y="4"/>
                    <a:pt x="99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2" name="Google Shape;172;p3"/>
            <p:cNvGrpSpPr/>
            <p:nvPr/>
          </p:nvGrpSpPr>
          <p:grpSpPr>
            <a:xfrm>
              <a:off x="134381" y="1129646"/>
              <a:ext cx="336102" cy="221545"/>
              <a:chOff x="282131" y="266071"/>
              <a:chExt cx="336102" cy="221545"/>
            </a:xfrm>
          </p:grpSpPr>
          <p:sp>
            <p:nvSpPr>
              <p:cNvPr id="173" name="Google Shape;173;p3"/>
              <p:cNvSpPr/>
              <p:nvPr/>
            </p:nvSpPr>
            <p:spPr>
              <a:xfrm>
                <a:off x="282131" y="266071"/>
                <a:ext cx="336102" cy="221545"/>
              </a:xfrm>
              <a:custGeom>
                <a:avLst/>
                <a:gdLst/>
                <a:ahLst/>
                <a:cxnLst/>
                <a:rect l="l" t="t" r="r" b="b"/>
                <a:pathLst>
                  <a:path w="5284" h="3483" extrusionOk="0">
                    <a:moveTo>
                      <a:pt x="780" y="0"/>
                    </a:moveTo>
                    <a:lnTo>
                      <a:pt x="780" y="0"/>
                    </a:lnTo>
                    <a:cubicBezTo>
                      <a:pt x="577" y="1172"/>
                      <a:pt x="1086" y="1561"/>
                      <a:pt x="1086" y="1561"/>
                    </a:cubicBezTo>
                    <a:cubicBezTo>
                      <a:pt x="1075" y="1560"/>
                      <a:pt x="1064" y="1560"/>
                      <a:pt x="1053" y="1560"/>
                    </a:cubicBezTo>
                    <a:cubicBezTo>
                      <a:pt x="438" y="1560"/>
                      <a:pt x="0" y="2758"/>
                      <a:pt x="0" y="2758"/>
                    </a:cubicBezTo>
                    <a:cubicBezTo>
                      <a:pt x="89" y="2783"/>
                      <a:pt x="176" y="2794"/>
                      <a:pt x="260" y="2794"/>
                    </a:cubicBezTo>
                    <a:cubicBezTo>
                      <a:pt x="993" y="2794"/>
                      <a:pt x="1505" y="1934"/>
                      <a:pt x="1505" y="1934"/>
                    </a:cubicBezTo>
                    <a:cubicBezTo>
                      <a:pt x="1505" y="1934"/>
                      <a:pt x="2162" y="3482"/>
                      <a:pt x="3272" y="3482"/>
                    </a:cubicBezTo>
                    <a:cubicBezTo>
                      <a:pt x="4386" y="3479"/>
                      <a:pt x="5283" y="2560"/>
                      <a:pt x="5283" y="2560"/>
                    </a:cubicBezTo>
                    <a:cubicBezTo>
                      <a:pt x="5283" y="2560"/>
                      <a:pt x="4548" y="882"/>
                      <a:pt x="3369" y="882"/>
                    </a:cubicBezTo>
                    <a:cubicBezTo>
                      <a:pt x="3361" y="882"/>
                      <a:pt x="3352" y="882"/>
                      <a:pt x="3343" y="882"/>
                    </a:cubicBezTo>
                    <a:cubicBezTo>
                      <a:pt x="2147" y="907"/>
                      <a:pt x="1647" y="1493"/>
                      <a:pt x="1647" y="1493"/>
                    </a:cubicBezTo>
                    <a:cubicBezTo>
                      <a:pt x="1604" y="84"/>
                      <a:pt x="780" y="0"/>
                      <a:pt x="7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3"/>
              <p:cNvSpPr/>
              <p:nvPr/>
            </p:nvSpPr>
            <p:spPr>
              <a:xfrm>
                <a:off x="471234" y="349524"/>
                <a:ext cx="71876" cy="109659"/>
              </a:xfrm>
              <a:custGeom>
                <a:avLst/>
                <a:gdLst/>
                <a:ahLst/>
                <a:cxnLst/>
                <a:rect l="l" t="t" r="r" b="b"/>
                <a:pathLst>
                  <a:path w="1130" h="1724" extrusionOk="0">
                    <a:moveTo>
                      <a:pt x="1007" y="1"/>
                    </a:moveTo>
                    <a:cubicBezTo>
                      <a:pt x="991" y="1"/>
                      <a:pt x="974" y="6"/>
                      <a:pt x="956" y="18"/>
                    </a:cubicBezTo>
                    <a:cubicBezTo>
                      <a:pt x="944" y="21"/>
                      <a:pt x="0" y="600"/>
                      <a:pt x="198" y="1652"/>
                    </a:cubicBezTo>
                    <a:cubicBezTo>
                      <a:pt x="204" y="1692"/>
                      <a:pt x="241" y="1723"/>
                      <a:pt x="281" y="1723"/>
                    </a:cubicBezTo>
                    <a:lnTo>
                      <a:pt x="296" y="1723"/>
                    </a:lnTo>
                    <a:cubicBezTo>
                      <a:pt x="343" y="1714"/>
                      <a:pt x="373" y="1668"/>
                      <a:pt x="364" y="1621"/>
                    </a:cubicBezTo>
                    <a:cubicBezTo>
                      <a:pt x="192" y="690"/>
                      <a:pt x="1009" y="184"/>
                      <a:pt x="1043" y="163"/>
                    </a:cubicBezTo>
                    <a:cubicBezTo>
                      <a:pt x="1129" y="114"/>
                      <a:pt x="1081" y="1"/>
                      <a:pt x="10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3"/>
              <p:cNvSpPr/>
              <p:nvPr/>
            </p:nvSpPr>
            <p:spPr>
              <a:xfrm>
                <a:off x="541074" y="377638"/>
                <a:ext cx="44207" cy="40327"/>
              </a:xfrm>
              <a:custGeom>
                <a:avLst/>
                <a:gdLst/>
                <a:ahLst/>
                <a:cxnLst/>
                <a:rect l="l" t="t" r="r" b="b"/>
                <a:pathLst>
                  <a:path w="695" h="634" extrusionOk="0">
                    <a:moveTo>
                      <a:pt x="159" y="1"/>
                    </a:moveTo>
                    <a:cubicBezTo>
                      <a:pt x="123" y="1"/>
                      <a:pt x="88" y="21"/>
                      <a:pt x="77" y="69"/>
                    </a:cubicBezTo>
                    <a:cubicBezTo>
                      <a:pt x="59" y="158"/>
                      <a:pt x="0" y="458"/>
                      <a:pt x="99" y="578"/>
                    </a:cubicBezTo>
                    <a:cubicBezTo>
                      <a:pt x="130" y="612"/>
                      <a:pt x="173" y="633"/>
                      <a:pt x="219" y="633"/>
                    </a:cubicBezTo>
                    <a:lnTo>
                      <a:pt x="222" y="633"/>
                    </a:lnTo>
                    <a:cubicBezTo>
                      <a:pt x="423" y="630"/>
                      <a:pt x="617" y="322"/>
                      <a:pt x="654" y="260"/>
                    </a:cubicBezTo>
                    <a:cubicBezTo>
                      <a:pt x="695" y="192"/>
                      <a:pt x="638" y="128"/>
                      <a:pt x="579" y="128"/>
                    </a:cubicBezTo>
                    <a:cubicBezTo>
                      <a:pt x="553" y="128"/>
                      <a:pt x="527" y="141"/>
                      <a:pt x="509" y="171"/>
                    </a:cubicBezTo>
                    <a:cubicBezTo>
                      <a:pt x="435" y="291"/>
                      <a:pt x="293" y="461"/>
                      <a:pt x="232" y="470"/>
                    </a:cubicBezTo>
                    <a:cubicBezTo>
                      <a:pt x="207" y="436"/>
                      <a:pt x="210" y="260"/>
                      <a:pt x="244" y="106"/>
                    </a:cubicBezTo>
                    <a:cubicBezTo>
                      <a:pt x="260" y="41"/>
                      <a:pt x="209" y="1"/>
                      <a:pt x="1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3"/>
              <p:cNvSpPr/>
              <p:nvPr/>
            </p:nvSpPr>
            <p:spPr>
              <a:xfrm>
                <a:off x="555195" y="433485"/>
                <a:ext cx="43826" cy="21945"/>
              </a:xfrm>
              <a:custGeom>
                <a:avLst/>
                <a:gdLst/>
                <a:ahLst/>
                <a:cxnLst/>
                <a:rect l="l" t="t" r="r" b="b"/>
                <a:pathLst>
                  <a:path w="689" h="345" extrusionOk="0">
                    <a:moveTo>
                      <a:pt x="123" y="0"/>
                    </a:moveTo>
                    <a:cubicBezTo>
                      <a:pt x="58" y="0"/>
                      <a:pt x="0" y="84"/>
                      <a:pt x="59" y="147"/>
                    </a:cubicBezTo>
                    <a:cubicBezTo>
                      <a:pt x="204" y="298"/>
                      <a:pt x="346" y="345"/>
                      <a:pt x="454" y="345"/>
                    </a:cubicBezTo>
                    <a:cubicBezTo>
                      <a:pt x="458" y="345"/>
                      <a:pt x="462" y="345"/>
                      <a:pt x="467" y="345"/>
                    </a:cubicBezTo>
                    <a:cubicBezTo>
                      <a:pt x="530" y="345"/>
                      <a:pt x="593" y="324"/>
                      <a:pt x="645" y="286"/>
                    </a:cubicBezTo>
                    <a:cubicBezTo>
                      <a:pt x="682" y="258"/>
                      <a:pt x="688" y="206"/>
                      <a:pt x="660" y="169"/>
                    </a:cubicBezTo>
                    <a:cubicBezTo>
                      <a:pt x="644" y="146"/>
                      <a:pt x="618" y="134"/>
                      <a:pt x="591" y="134"/>
                    </a:cubicBezTo>
                    <a:cubicBezTo>
                      <a:pt x="574" y="134"/>
                      <a:pt x="556" y="139"/>
                      <a:pt x="540" y="150"/>
                    </a:cubicBezTo>
                    <a:cubicBezTo>
                      <a:pt x="534" y="154"/>
                      <a:pt x="503" y="175"/>
                      <a:pt x="451" y="175"/>
                    </a:cubicBezTo>
                    <a:cubicBezTo>
                      <a:pt x="389" y="175"/>
                      <a:pt x="296" y="146"/>
                      <a:pt x="182" y="27"/>
                    </a:cubicBezTo>
                    <a:cubicBezTo>
                      <a:pt x="164" y="8"/>
                      <a:pt x="143" y="0"/>
                      <a:pt x="1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3"/>
              <p:cNvSpPr/>
              <p:nvPr/>
            </p:nvSpPr>
            <p:spPr>
              <a:xfrm>
                <a:off x="407436" y="332222"/>
                <a:ext cx="76647" cy="118882"/>
              </a:xfrm>
              <a:custGeom>
                <a:avLst/>
                <a:gdLst/>
                <a:ahLst/>
                <a:cxnLst/>
                <a:rect l="l" t="t" r="r" b="b"/>
                <a:pathLst>
                  <a:path w="1205" h="1869" extrusionOk="0">
                    <a:moveTo>
                      <a:pt x="601" y="1"/>
                    </a:moveTo>
                    <a:cubicBezTo>
                      <a:pt x="552" y="1"/>
                      <a:pt x="507" y="9"/>
                      <a:pt x="470" y="27"/>
                    </a:cubicBezTo>
                    <a:cubicBezTo>
                      <a:pt x="408" y="58"/>
                      <a:pt x="365" y="117"/>
                      <a:pt x="356" y="188"/>
                    </a:cubicBezTo>
                    <a:cubicBezTo>
                      <a:pt x="334" y="339"/>
                      <a:pt x="414" y="481"/>
                      <a:pt x="510" y="592"/>
                    </a:cubicBezTo>
                    <a:cubicBezTo>
                      <a:pt x="468" y="588"/>
                      <a:pt x="426" y="585"/>
                      <a:pt x="386" y="585"/>
                    </a:cubicBezTo>
                    <a:cubicBezTo>
                      <a:pt x="311" y="585"/>
                      <a:pt x="242" y="595"/>
                      <a:pt x="192" y="623"/>
                    </a:cubicBezTo>
                    <a:cubicBezTo>
                      <a:pt x="149" y="644"/>
                      <a:pt x="118" y="684"/>
                      <a:pt x="106" y="731"/>
                    </a:cubicBezTo>
                    <a:cubicBezTo>
                      <a:pt x="69" y="876"/>
                      <a:pt x="229" y="1027"/>
                      <a:pt x="383" y="1135"/>
                    </a:cubicBezTo>
                    <a:cubicBezTo>
                      <a:pt x="263" y="1153"/>
                      <a:pt x="134" y="1193"/>
                      <a:pt x="66" y="1270"/>
                    </a:cubicBezTo>
                    <a:cubicBezTo>
                      <a:pt x="22" y="1314"/>
                      <a:pt x="1" y="1375"/>
                      <a:pt x="4" y="1434"/>
                    </a:cubicBezTo>
                    <a:cubicBezTo>
                      <a:pt x="26" y="1724"/>
                      <a:pt x="544" y="1853"/>
                      <a:pt x="605" y="1866"/>
                    </a:cubicBezTo>
                    <a:cubicBezTo>
                      <a:pt x="612" y="1869"/>
                      <a:pt x="618" y="1869"/>
                      <a:pt x="624" y="1869"/>
                    </a:cubicBezTo>
                    <a:cubicBezTo>
                      <a:pt x="726" y="1869"/>
                      <a:pt x="741" y="1724"/>
                      <a:pt x="642" y="1702"/>
                    </a:cubicBezTo>
                    <a:cubicBezTo>
                      <a:pt x="460" y="1659"/>
                      <a:pt x="186" y="1539"/>
                      <a:pt x="177" y="1421"/>
                    </a:cubicBezTo>
                    <a:cubicBezTo>
                      <a:pt x="174" y="1409"/>
                      <a:pt x="180" y="1397"/>
                      <a:pt x="189" y="1388"/>
                    </a:cubicBezTo>
                    <a:cubicBezTo>
                      <a:pt x="257" y="1314"/>
                      <a:pt x="504" y="1286"/>
                      <a:pt x="649" y="1286"/>
                    </a:cubicBezTo>
                    <a:cubicBezTo>
                      <a:pt x="689" y="1286"/>
                      <a:pt x="726" y="1258"/>
                      <a:pt x="735" y="1221"/>
                    </a:cubicBezTo>
                    <a:cubicBezTo>
                      <a:pt x="744" y="1181"/>
                      <a:pt x="726" y="1141"/>
                      <a:pt x="692" y="1122"/>
                    </a:cubicBezTo>
                    <a:cubicBezTo>
                      <a:pt x="442" y="996"/>
                      <a:pt x="260" y="826"/>
                      <a:pt x="269" y="777"/>
                    </a:cubicBezTo>
                    <a:cubicBezTo>
                      <a:pt x="281" y="764"/>
                      <a:pt x="319" y="757"/>
                      <a:pt x="373" y="757"/>
                    </a:cubicBezTo>
                    <a:cubicBezTo>
                      <a:pt x="472" y="757"/>
                      <a:pt x="626" y="780"/>
                      <a:pt x="787" y="829"/>
                    </a:cubicBezTo>
                    <a:cubicBezTo>
                      <a:pt x="797" y="832"/>
                      <a:pt x="807" y="834"/>
                      <a:pt x="815" y="834"/>
                    </a:cubicBezTo>
                    <a:cubicBezTo>
                      <a:pt x="894" y="834"/>
                      <a:pt x="936" y="722"/>
                      <a:pt x="858" y="675"/>
                    </a:cubicBezTo>
                    <a:cubicBezTo>
                      <a:pt x="763" y="613"/>
                      <a:pt x="497" y="394"/>
                      <a:pt x="525" y="216"/>
                    </a:cubicBezTo>
                    <a:cubicBezTo>
                      <a:pt x="528" y="191"/>
                      <a:pt x="538" y="188"/>
                      <a:pt x="547" y="182"/>
                    </a:cubicBezTo>
                    <a:cubicBezTo>
                      <a:pt x="561" y="174"/>
                      <a:pt x="580" y="171"/>
                      <a:pt x="603" y="171"/>
                    </a:cubicBezTo>
                    <a:cubicBezTo>
                      <a:pt x="714" y="171"/>
                      <a:pt x="914" y="250"/>
                      <a:pt x="1037" y="314"/>
                    </a:cubicBezTo>
                    <a:cubicBezTo>
                      <a:pt x="1052" y="322"/>
                      <a:pt x="1066" y="325"/>
                      <a:pt x="1079" y="325"/>
                    </a:cubicBezTo>
                    <a:cubicBezTo>
                      <a:pt x="1158" y="325"/>
                      <a:pt x="1205" y="208"/>
                      <a:pt x="1117" y="160"/>
                    </a:cubicBezTo>
                    <a:cubicBezTo>
                      <a:pt x="1058" y="130"/>
                      <a:pt x="799" y="1"/>
                      <a:pt x="6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8" name="Google Shape;178;p3"/>
            <p:cNvSpPr/>
            <p:nvPr/>
          </p:nvSpPr>
          <p:spPr>
            <a:xfrm>
              <a:off x="132954" y="1478085"/>
              <a:ext cx="117305" cy="117305"/>
            </a:xfrm>
            <a:custGeom>
              <a:avLst/>
              <a:gdLst/>
              <a:ahLst/>
              <a:cxnLst/>
              <a:rect l="l" t="t" r="r" b="b"/>
              <a:pathLst>
                <a:path w="1611" h="1611" extrusionOk="0">
                  <a:moveTo>
                    <a:pt x="871" y="1"/>
                  </a:moveTo>
                  <a:cubicBezTo>
                    <a:pt x="821" y="1"/>
                    <a:pt x="784" y="38"/>
                    <a:pt x="784" y="84"/>
                  </a:cubicBezTo>
                  <a:lnTo>
                    <a:pt x="781" y="574"/>
                  </a:lnTo>
                  <a:lnTo>
                    <a:pt x="488" y="263"/>
                  </a:lnTo>
                  <a:cubicBezTo>
                    <a:pt x="469" y="243"/>
                    <a:pt x="447" y="234"/>
                    <a:pt x="426" y="234"/>
                  </a:cubicBezTo>
                  <a:cubicBezTo>
                    <a:pt x="360" y="234"/>
                    <a:pt x="303" y="317"/>
                    <a:pt x="362" y="380"/>
                  </a:cubicBezTo>
                  <a:lnTo>
                    <a:pt x="664" y="701"/>
                  </a:lnTo>
                  <a:lnTo>
                    <a:pt x="115" y="704"/>
                  </a:lnTo>
                  <a:cubicBezTo>
                    <a:pt x="1" y="704"/>
                    <a:pt x="1" y="877"/>
                    <a:pt x="115" y="877"/>
                  </a:cubicBezTo>
                  <a:lnTo>
                    <a:pt x="618" y="870"/>
                  </a:lnTo>
                  <a:lnTo>
                    <a:pt x="618" y="870"/>
                  </a:lnTo>
                  <a:lnTo>
                    <a:pt x="232" y="1142"/>
                  </a:lnTo>
                  <a:cubicBezTo>
                    <a:pt x="167" y="1191"/>
                    <a:pt x="201" y="1293"/>
                    <a:pt x="282" y="1296"/>
                  </a:cubicBezTo>
                  <a:cubicBezTo>
                    <a:pt x="297" y="1296"/>
                    <a:pt x="315" y="1290"/>
                    <a:pt x="331" y="1281"/>
                  </a:cubicBezTo>
                  <a:lnTo>
                    <a:pt x="781" y="966"/>
                  </a:lnTo>
                  <a:lnTo>
                    <a:pt x="775" y="1524"/>
                  </a:lnTo>
                  <a:cubicBezTo>
                    <a:pt x="775" y="1571"/>
                    <a:pt x="815" y="1611"/>
                    <a:pt x="861" y="1611"/>
                  </a:cubicBezTo>
                  <a:cubicBezTo>
                    <a:pt x="908" y="1611"/>
                    <a:pt x="948" y="1571"/>
                    <a:pt x="948" y="1524"/>
                  </a:cubicBezTo>
                  <a:lnTo>
                    <a:pt x="951" y="997"/>
                  </a:lnTo>
                  <a:lnTo>
                    <a:pt x="1262" y="1330"/>
                  </a:lnTo>
                  <a:cubicBezTo>
                    <a:pt x="1281" y="1345"/>
                    <a:pt x="1302" y="1355"/>
                    <a:pt x="1327" y="1355"/>
                  </a:cubicBezTo>
                  <a:cubicBezTo>
                    <a:pt x="1349" y="1355"/>
                    <a:pt x="1367" y="1349"/>
                    <a:pt x="1386" y="1333"/>
                  </a:cubicBezTo>
                  <a:cubicBezTo>
                    <a:pt x="1420" y="1299"/>
                    <a:pt x="1420" y="1247"/>
                    <a:pt x="1389" y="1210"/>
                  </a:cubicBezTo>
                  <a:lnTo>
                    <a:pt x="1059" y="864"/>
                  </a:lnTo>
                  <a:lnTo>
                    <a:pt x="1506" y="861"/>
                  </a:lnTo>
                  <a:cubicBezTo>
                    <a:pt x="1611" y="852"/>
                    <a:pt x="1611" y="695"/>
                    <a:pt x="1506" y="689"/>
                  </a:cubicBezTo>
                  <a:lnTo>
                    <a:pt x="1503" y="692"/>
                  </a:lnTo>
                  <a:lnTo>
                    <a:pt x="1170" y="695"/>
                  </a:lnTo>
                  <a:lnTo>
                    <a:pt x="1518" y="451"/>
                  </a:lnTo>
                  <a:cubicBezTo>
                    <a:pt x="1592" y="398"/>
                    <a:pt x="1540" y="297"/>
                    <a:pt x="1468" y="297"/>
                  </a:cubicBezTo>
                  <a:cubicBezTo>
                    <a:pt x="1453" y="297"/>
                    <a:pt x="1436" y="301"/>
                    <a:pt x="1420" y="312"/>
                  </a:cubicBezTo>
                  <a:lnTo>
                    <a:pt x="951" y="639"/>
                  </a:lnTo>
                  <a:lnTo>
                    <a:pt x="954" y="87"/>
                  </a:lnTo>
                  <a:cubicBezTo>
                    <a:pt x="954" y="38"/>
                    <a:pt x="917" y="1"/>
                    <a:pt x="8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3"/>
            <p:cNvSpPr/>
            <p:nvPr/>
          </p:nvSpPr>
          <p:spPr>
            <a:xfrm rot="-5594267">
              <a:off x="1864621" y="158533"/>
              <a:ext cx="102915" cy="102661"/>
            </a:xfrm>
            <a:custGeom>
              <a:avLst/>
              <a:gdLst/>
              <a:ahLst/>
              <a:cxnLst/>
              <a:rect l="l" t="t" r="r" b="b"/>
              <a:pathLst>
                <a:path w="1618" h="1614" extrusionOk="0">
                  <a:moveTo>
                    <a:pt x="868" y="1"/>
                  </a:moveTo>
                  <a:cubicBezTo>
                    <a:pt x="821" y="1"/>
                    <a:pt x="784" y="38"/>
                    <a:pt x="784" y="87"/>
                  </a:cubicBezTo>
                  <a:lnTo>
                    <a:pt x="781" y="575"/>
                  </a:lnTo>
                  <a:lnTo>
                    <a:pt x="488" y="266"/>
                  </a:lnTo>
                  <a:cubicBezTo>
                    <a:pt x="470" y="251"/>
                    <a:pt x="451" y="245"/>
                    <a:pt x="432" y="245"/>
                  </a:cubicBezTo>
                  <a:cubicBezTo>
                    <a:pt x="369" y="245"/>
                    <a:pt x="316" y="318"/>
                    <a:pt x="362" y="380"/>
                  </a:cubicBezTo>
                  <a:lnTo>
                    <a:pt x="664" y="701"/>
                  </a:lnTo>
                  <a:lnTo>
                    <a:pt x="115" y="707"/>
                  </a:lnTo>
                  <a:cubicBezTo>
                    <a:pt x="1" y="707"/>
                    <a:pt x="1" y="877"/>
                    <a:pt x="115" y="877"/>
                  </a:cubicBezTo>
                  <a:lnTo>
                    <a:pt x="618" y="874"/>
                  </a:lnTo>
                  <a:lnTo>
                    <a:pt x="229" y="1142"/>
                  </a:lnTo>
                  <a:cubicBezTo>
                    <a:pt x="189" y="1170"/>
                    <a:pt x="180" y="1222"/>
                    <a:pt x="208" y="1262"/>
                  </a:cubicBezTo>
                  <a:cubicBezTo>
                    <a:pt x="225" y="1285"/>
                    <a:pt x="252" y="1298"/>
                    <a:pt x="279" y="1298"/>
                  </a:cubicBezTo>
                  <a:cubicBezTo>
                    <a:pt x="296" y="1298"/>
                    <a:pt x="313" y="1293"/>
                    <a:pt x="328" y="1284"/>
                  </a:cubicBezTo>
                  <a:lnTo>
                    <a:pt x="775" y="969"/>
                  </a:lnTo>
                  <a:lnTo>
                    <a:pt x="775" y="1528"/>
                  </a:lnTo>
                  <a:cubicBezTo>
                    <a:pt x="772" y="1574"/>
                    <a:pt x="812" y="1614"/>
                    <a:pt x="858" y="1614"/>
                  </a:cubicBezTo>
                  <a:cubicBezTo>
                    <a:pt x="905" y="1614"/>
                    <a:pt x="945" y="1574"/>
                    <a:pt x="945" y="1528"/>
                  </a:cubicBezTo>
                  <a:lnTo>
                    <a:pt x="948" y="1000"/>
                  </a:lnTo>
                  <a:lnTo>
                    <a:pt x="1259" y="1333"/>
                  </a:lnTo>
                  <a:cubicBezTo>
                    <a:pt x="1278" y="1353"/>
                    <a:pt x="1300" y="1361"/>
                    <a:pt x="1321" y="1361"/>
                  </a:cubicBezTo>
                  <a:cubicBezTo>
                    <a:pt x="1387" y="1361"/>
                    <a:pt x="1444" y="1277"/>
                    <a:pt x="1386" y="1213"/>
                  </a:cubicBezTo>
                  <a:lnTo>
                    <a:pt x="1059" y="868"/>
                  </a:lnTo>
                  <a:lnTo>
                    <a:pt x="1503" y="865"/>
                  </a:lnTo>
                  <a:cubicBezTo>
                    <a:pt x="1617" y="861"/>
                    <a:pt x="1617" y="692"/>
                    <a:pt x="1503" y="692"/>
                  </a:cubicBezTo>
                  <a:lnTo>
                    <a:pt x="1173" y="695"/>
                  </a:lnTo>
                  <a:lnTo>
                    <a:pt x="1518" y="454"/>
                  </a:lnTo>
                  <a:cubicBezTo>
                    <a:pt x="1597" y="401"/>
                    <a:pt x="1544" y="296"/>
                    <a:pt x="1472" y="296"/>
                  </a:cubicBezTo>
                  <a:cubicBezTo>
                    <a:pt x="1456" y="296"/>
                    <a:pt x="1439" y="301"/>
                    <a:pt x="1423" y="312"/>
                  </a:cubicBezTo>
                  <a:lnTo>
                    <a:pt x="951" y="639"/>
                  </a:lnTo>
                  <a:lnTo>
                    <a:pt x="954" y="87"/>
                  </a:lnTo>
                  <a:cubicBezTo>
                    <a:pt x="954" y="41"/>
                    <a:pt x="917" y="1"/>
                    <a:pt x="8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3"/>
            <p:cNvSpPr/>
            <p:nvPr/>
          </p:nvSpPr>
          <p:spPr>
            <a:xfrm rot="-5594267">
              <a:off x="1518450" y="117160"/>
              <a:ext cx="82879" cy="75565"/>
            </a:xfrm>
            <a:custGeom>
              <a:avLst/>
              <a:gdLst/>
              <a:ahLst/>
              <a:cxnLst/>
              <a:rect l="l" t="t" r="r" b="b"/>
              <a:pathLst>
                <a:path w="1303" h="1188" extrusionOk="0">
                  <a:moveTo>
                    <a:pt x="710" y="173"/>
                  </a:moveTo>
                  <a:cubicBezTo>
                    <a:pt x="941" y="173"/>
                    <a:pt x="1129" y="364"/>
                    <a:pt x="1129" y="595"/>
                  </a:cubicBezTo>
                  <a:cubicBezTo>
                    <a:pt x="1126" y="827"/>
                    <a:pt x="938" y="1012"/>
                    <a:pt x="707" y="1015"/>
                  </a:cubicBezTo>
                  <a:cubicBezTo>
                    <a:pt x="476" y="1015"/>
                    <a:pt x="287" y="823"/>
                    <a:pt x="287" y="592"/>
                  </a:cubicBezTo>
                  <a:cubicBezTo>
                    <a:pt x="287" y="358"/>
                    <a:pt x="479" y="173"/>
                    <a:pt x="710" y="173"/>
                  </a:cubicBezTo>
                  <a:close/>
                  <a:moveTo>
                    <a:pt x="712" y="1"/>
                  </a:moveTo>
                  <a:cubicBezTo>
                    <a:pt x="485" y="1"/>
                    <a:pt x="263" y="130"/>
                    <a:pt x="164" y="364"/>
                  </a:cubicBezTo>
                  <a:cubicBezTo>
                    <a:pt x="1" y="752"/>
                    <a:pt x="284" y="1184"/>
                    <a:pt x="707" y="1187"/>
                  </a:cubicBezTo>
                  <a:lnTo>
                    <a:pt x="710" y="1187"/>
                  </a:lnTo>
                  <a:cubicBezTo>
                    <a:pt x="1034" y="1187"/>
                    <a:pt x="1299" y="922"/>
                    <a:pt x="1302" y="595"/>
                  </a:cubicBezTo>
                  <a:cubicBezTo>
                    <a:pt x="1302" y="438"/>
                    <a:pt x="1240" y="287"/>
                    <a:pt x="1129" y="176"/>
                  </a:cubicBezTo>
                  <a:cubicBezTo>
                    <a:pt x="1012" y="57"/>
                    <a:pt x="861" y="1"/>
                    <a:pt x="7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1" name="Google Shape;181;p3"/>
            <p:cNvGrpSpPr/>
            <p:nvPr/>
          </p:nvGrpSpPr>
          <p:grpSpPr>
            <a:xfrm>
              <a:off x="1196579" y="216367"/>
              <a:ext cx="446685" cy="265947"/>
              <a:chOff x="190604" y="1003529"/>
              <a:chExt cx="446685" cy="265947"/>
            </a:xfrm>
          </p:grpSpPr>
          <p:sp>
            <p:nvSpPr>
              <p:cNvPr id="182" name="Google Shape;182;p3"/>
              <p:cNvSpPr/>
              <p:nvPr/>
            </p:nvSpPr>
            <p:spPr>
              <a:xfrm>
                <a:off x="190604" y="1009210"/>
                <a:ext cx="446685" cy="254309"/>
              </a:xfrm>
              <a:custGeom>
                <a:avLst/>
                <a:gdLst/>
                <a:ahLst/>
                <a:cxnLst/>
                <a:rect l="l" t="t" r="r" b="b"/>
                <a:pathLst>
                  <a:path w="6448" h="3671" extrusionOk="0">
                    <a:moveTo>
                      <a:pt x="3915" y="0"/>
                    </a:moveTo>
                    <a:cubicBezTo>
                      <a:pt x="3615" y="0"/>
                      <a:pt x="3350" y="167"/>
                      <a:pt x="3169" y="387"/>
                    </a:cubicBezTo>
                    <a:lnTo>
                      <a:pt x="3169" y="387"/>
                    </a:lnTo>
                    <a:cubicBezTo>
                      <a:pt x="3046" y="288"/>
                      <a:pt x="2886" y="200"/>
                      <a:pt x="2681" y="132"/>
                    </a:cubicBezTo>
                    <a:cubicBezTo>
                      <a:pt x="2511" y="76"/>
                      <a:pt x="2368" y="52"/>
                      <a:pt x="2248" y="52"/>
                    </a:cubicBezTo>
                    <a:cubicBezTo>
                      <a:pt x="1490" y="52"/>
                      <a:pt x="1623" y="1005"/>
                      <a:pt x="1623" y="1005"/>
                    </a:cubicBezTo>
                    <a:cubicBezTo>
                      <a:pt x="1545" y="958"/>
                      <a:pt x="1462" y="937"/>
                      <a:pt x="1377" y="937"/>
                    </a:cubicBezTo>
                    <a:cubicBezTo>
                      <a:pt x="735" y="937"/>
                      <a:pt x="1" y="2154"/>
                      <a:pt x="840" y="2769"/>
                    </a:cubicBezTo>
                    <a:cubicBezTo>
                      <a:pt x="1102" y="2963"/>
                      <a:pt x="1351" y="3051"/>
                      <a:pt x="1564" y="3064"/>
                    </a:cubicBezTo>
                    <a:lnTo>
                      <a:pt x="1564" y="3064"/>
                    </a:lnTo>
                    <a:cubicBezTo>
                      <a:pt x="1637" y="3387"/>
                      <a:pt x="1868" y="3665"/>
                      <a:pt x="2357" y="3670"/>
                    </a:cubicBezTo>
                    <a:cubicBezTo>
                      <a:pt x="2374" y="3670"/>
                      <a:pt x="2392" y="3670"/>
                      <a:pt x="2408" y="3670"/>
                    </a:cubicBezTo>
                    <a:cubicBezTo>
                      <a:pt x="3079" y="3670"/>
                      <a:pt x="3528" y="3515"/>
                      <a:pt x="3781" y="3285"/>
                    </a:cubicBezTo>
                    <a:lnTo>
                      <a:pt x="3781" y="3285"/>
                    </a:lnTo>
                    <a:cubicBezTo>
                      <a:pt x="3834" y="3357"/>
                      <a:pt x="3900" y="3426"/>
                      <a:pt x="3983" y="3491"/>
                    </a:cubicBezTo>
                    <a:cubicBezTo>
                      <a:pt x="4094" y="3579"/>
                      <a:pt x="4230" y="3618"/>
                      <a:pt x="4376" y="3618"/>
                    </a:cubicBezTo>
                    <a:cubicBezTo>
                      <a:pt x="5223" y="3618"/>
                      <a:pt x="6448" y="2304"/>
                      <a:pt x="5722" y="1542"/>
                    </a:cubicBezTo>
                    <a:cubicBezTo>
                      <a:pt x="5522" y="1331"/>
                      <a:pt x="5310" y="1251"/>
                      <a:pt x="5112" y="1251"/>
                    </a:cubicBezTo>
                    <a:cubicBezTo>
                      <a:pt x="5090" y="1251"/>
                      <a:pt x="5068" y="1252"/>
                      <a:pt x="5046" y="1254"/>
                    </a:cubicBezTo>
                    <a:lnTo>
                      <a:pt x="5046" y="1254"/>
                    </a:lnTo>
                    <a:cubicBezTo>
                      <a:pt x="5054" y="878"/>
                      <a:pt x="4866" y="444"/>
                      <a:pt x="4402" y="151"/>
                    </a:cubicBezTo>
                    <a:cubicBezTo>
                      <a:pt x="4235" y="45"/>
                      <a:pt x="4070" y="0"/>
                      <a:pt x="39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3"/>
              <p:cNvSpPr/>
              <p:nvPr/>
            </p:nvSpPr>
            <p:spPr>
              <a:xfrm>
                <a:off x="210486" y="1003529"/>
                <a:ext cx="402834" cy="265947"/>
              </a:xfrm>
              <a:custGeom>
                <a:avLst/>
                <a:gdLst/>
                <a:ahLst/>
                <a:cxnLst/>
                <a:rect l="l" t="t" r="r" b="b"/>
                <a:pathLst>
                  <a:path w="5815" h="3839" extrusionOk="0">
                    <a:moveTo>
                      <a:pt x="2894" y="594"/>
                    </a:moveTo>
                    <a:cubicBezTo>
                      <a:pt x="3125" y="816"/>
                      <a:pt x="3174" y="1078"/>
                      <a:pt x="3110" y="1251"/>
                    </a:cubicBezTo>
                    <a:cubicBezTo>
                      <a:pt x="3077" y="1342"/>
                      <a:pt x="3020" y="1391"/>
                      <a:pt x="2952" y="1391"/>
                    </a:cubicBezTo>
                    <a:cubicBezTo>
                      <a:pt x="2910" y="1391"/>
                      <a:pt x="2864" y="1373"/>
                      <a:pt x="2817" y="1334"/>
                    </a:cubicBezTo>
                    <a:cubicBezTo>
                      <a:pt x="2656" y="1195"/>
                      <a:pt x="2693" y="877"/>
                      <a:pt x="2894" y="594"/>
                    </a:cubicBezTo>
                    <a:close/>
                    <a:moveTo>
                      <a:pt x="4667" y="1439"/>
                    </a:moveTo>
                    <a:lnTo>
                      <a:pt x="4667" y="1439"/>
                    </a:lnTo>
                    <a:cubicBezTo>
                      <a:pt x="4627" y="1750"/>
                      <a:pt x="4436" y="1981"/>
                      <a:pt x="4177" y="2018"/>
                    </a:cubicBezTo>
                    <a:cubicBezTo>
                      <a:pt x="4161" y="2018"/>
                      <a:pt x="4149" y="2022"/>
                      <a:pt x="4134" y="2022"/>
                    </a:cubicBezTo>
                    <a:cubicBezTo>
                      <a:pt x="4063" y="2022"/>
                      <a:pt x="4063" y="2000"/>
                      <a:pt x="4063" y="1981"/>
                    </a:cubicBezTo>
                    <a:cubicBezTo>
                      <a:pt x="4060" y="1852"/>
                      <a:pt x="4309" y="1519"/>
                      <a:pt x="4667" y="1439"/>
                    </a:cubicBezTo>
                    <a:close/>
                    <a:moveTo>
                      <a:pt x="1620" y="2253"/>
                    </a:moveTo>
                    <a:cubicBezTo>
                      <a:pt x="1663" y="2253"/>
                      <a:pt x="1706" y="2293"/>
                      <a:pt x="1731" y="2327"/>
                    </a:cubicBezTo>
                    <a:cubicBezTo>
                      <a:pt x="1857" y="2484"/>
                      <a:pt x="1888" y="2660"/>
                      <a:pt x="1820" y="2805"/>
                    </a:cubicBezTo>
                    <a:cubicBezTo>
                      <a:pt x="1743" y="2959"/>
                      <a:pt x="1564" y="3055"/>
                      <a:pt x="1348" y="3061"/>
                    </a:cubicBezTo>
                    <a:cubicBezTo>
                      <a:pt x="1305" y="2774"/>
                      <a:pt x="1385" y="2472"/>
                      <a:pt x="1500" y="2330"/>
                    </a:cubicBezTo>
                    <a:cubicBezTo>
                      <a:pt x="1543" y="2278"/>
                      <a:pt x="1583" y="2253"/>
                      <a:pt x="1620" y="2253"/>
                    </a:cubicBezTo>
                    <a:close/>
                    <a:moveTo>
                      <a:pt x="3548" y="2490"/>
                    </a:moveTo>
                    <a:cubicBezTo>
                      <a:pt x="3563" y="2490"/>
                      <a:pt x="3597" y="2524"/>
                      <a:pt x="3625" y="2614"/>
                    </a:cubicBezTo>
                    <a:cubicBezTo>
                      <a:pt x="3699" y="2827"/>
                      <a:pt x="3652" y="3061"/>
                      <a:pt x="3507" y="3231"/>
                    </a:cubicBezTo>
                    <a:cubicBezTo>
                      <a:pt x="3372" y="2993"/>
                      <a:pt x="3384" y="2737"/>
                      <a:pt x="3461" y="2586"/>
                    </a:cubicBezTo>
                    <a:cubicBezTo>
                      <a:pt x="3495" y="2518"/>
                      <a:pt x="3532" y="2490"/>
                      <a:pt x="3548" y="2490"/>
                    </a:cubicBezTo>
                    <a:close/>
                    <a:moveTo>
                      <a:pt x="3628" y="170"/>
                    </a:moveTo>
                    <a:cubicBezTo>
                      <a:pt x="3775" y="170"/>
                      <a:pt x="3925" y="213"/>
                      <a:pt x="4066" y="304"/>
                    </a:cubicBezTo>
                    <a:cubicBezTo>
                      <a:pt x="4430" y="532"/>
                      <a:pt x="4652" y="887"/>
                      <a:pt x="4673" y="1260"/>
                    </a:cubicBezTo>
                    <a:cubicBezTo>
                      <a:pt x="4229" y="1340"/>
                      <a:pt x="3881" y="1747"/>
                      <a:pt x="3893" y="1988"/>
                    </a:cubicBezTo>
                    <a:cubicBezTo>
                      <a:pt x="3899" y="2086"/>
                      <a:pt x="3960" y="2190"/>
                      <a:pt x="4132" y="2190"/>
                    </a:cubicBezTo>
                    <a:cubicBezTo>
                      <a:pt x="4153" y="2190"/>
                      <a:pt x="4177" y="2188"/>
                      <a:pt x="4201" y="2185"/>
                    </a:cubicBezTo>
                    <a:cubicBezTo>
                      <a:pt x="4550" y="2139"/>
                      <a:pt x="4803" y="1827"/>
                      <a:pt x="4840" y="1417"/>
                    </a:cubicBezTo>
                    <a:cubicBezTo>
                      <a:pt x="5034" y="1423"/>
                      <a:pt x="5213" y="1510"/>
                      <a:pt x="5373" y="1682"/>
                    </a:cubicBezTo>
                    <a:cubicBezTo>
                      <a:pt x="5651" y="1972"/>
                      <a:pt x="5586" y="2321"/>
                      <a:pt x="5485" y="2561"/>
                    </a:cubicBezTo>
                    <a:cubicBezTo>
                      <a:pt x="5247" y="3113"/>
                      <a:pt x="4581" y="3616"/>
                      <a:pt x="4090" y="3616"/>
                    </a:cubicBezTo>
                    <a:cubicBezTo>
                      <a:pt x="4086" y="3616"/>
                      <a:pt x="4082" y="3616"/>
                      <a:pt x="4077" y="3616"/>
                    </a:cubicBezTo>
                    <a:cubicBezTo>
                      <a:pt x="3958" y="3616"/>
                      <a:pt x="3843" y="3576"/>
                      <a:pt x="3748" y="3505"/>
                    </a:cubicBezTo>
                    <a:cubicBezTo>
                      <a:pt x="3699" y="3465"/>
                      <a:pt x="3652" y="3422"/>
                      <a:pt x="3609" y="3372"/>
                    </a:cubicBezTo>
                    <a:cubicBezTo>
                      <a:pt x="3816" y="3157"/>
                      <a:pt x="3884" y="2845"/>
                      <a:pt x="3788" y="2564"/>
                    </a:cubicBezTo>
                    <a:cubicBezTo>
                      <a:pt x="3723" y="2352"/>
                      <a:pt x="3609" y="2321"/>
                      <a:pt x="3548" y="2321"/>
                    </a:cubicBezTo>
                    <a:cubicBezTo>
                      <a:pt x="3455" y="2321"/>
                      <a:pt x="3366" y="2389"/>
                      <a:pt x="3307" y="2506"/>
                    </a:cubicBezTo>
                    <a:cubicBezTo>
                      <a:pt x="3202" y="2716"/>
                      <a:pt x="3187" y="3049"/>
                      <a:pt x="3381" y="3351"/>
                    </a:cubicBezTo>
                    <a:cubicBezTo>
                      <a:pt x="3181" y="3505"/>
                      <a:pt x="2807" y="3669"/>
                      <a:pt x="2120" y="3669"/>
                    </a:cubicBezTo>
                    <a:lnTo>
                      <a:pt x="2070" y="3669"/>
                    </a:lnTo>
                    <a:cubicBezTo>
                      <a:pt x="1651" y="3662"/>
                      <a:pt x="1469" y="3447"/>
                      <a:pt x="1392" y="3231"/>
                    </a:cubicBezTo>
                    <a:cubicBezTo>
                      <a:pt x="1657" y="3215"/>
                      <a:pt x="1873" y="3086"/>
                      <a:pt x="1972" y="2879"/>
                    </a:cubicBezTo>
                    <a:cubicBezTo>
                      <a:pt x="2073" y="2672"/>
                      <a:pt x="2033" y="2432"/>
                      <a:pt x="1864" y="2222"/>
                    </a:cubicBezTo>
                    <a:cubicBezTo>
                      <a:pt x="1771" y="2105"/>
                      <a:pt x="1679" y="2080"/>
                      <a:pt x="1617" y="2080"/>
                    </a:cubicBezTo>
                    <a:cubicBezTo>
                      <a:pt x="1527" y="2080"/>
                      <a:pt x="1441" y="2130"/>
                      <a:pt x="1367" y="2222"/>
                    </a:cubicBezTo>
                    <a:cubicBezTo>
                      <a:pt x="1216" y="2410"/>
                      <a:pt x="1139" y="2749"/>
                      <a:pt x="1173" y="3049"/>
                    </a:cubicBezTo>
                    <a:cubicBezTo>
                      <a:pt x="966" y="3002"/>
                      <a:pt x="769" y="2913"/>
                      <a:pt x="602" y="2783"/>
                    </a:cubicBezTo>
                    <a:cubicBezTo>
                      <a:pt x="161" y="2456"/>
                      <a:pt x="254" y="2003"/>
                      <a:pt x="312" y="1821"/>
                    </a:cubicBezTo>
                    <a:cubicBezTo>
                      <a:pt x="442" y="1426"/>
                      <a:pt x="790" y="1106"/>
                      <a:pt x="1086" y="1106"/>
                    </a:cubicBezTo>
                    <a:cubicBezTo>
                      <a:pt x="1157" y="1106"/>
                      <a:pt x="1228" y="1124"/>
                      <a:pt x="1290" y="1161"/>
                    </a:cubicBezTo>
                    <a:cubicBezTo>
                      <a:pt x="1304" y="1169"/>
                      <a:pt x="1319" y="1173"/>
                      <a:pt x="1333" y="1173"/>
                    </a:cubicBezTo>
                    <a:cubicBezTo>
                      <a:pt x="1382" y="1173"/>
                      <a:pt x="1427" y="1130"/>
                      <a:pt x="1419" y="1075"/>
                    </a:cubicBezTo>
                    <a:cubicBezTo>
                      <a:pt x="1419" y="1072"/>
                      <a:pt x="1358" y="621"/>
                      <a:pt x="1574" y="375"/>
                    </a:cubicBezTo>
                    <a:cubicBezTo>
                      <a:pt x="1664" y="270"/>
                      <a:pt x="1793" y="218"/>
                      <a:pt x="1959" y="218"/>
                    </a:cubicBezTo>
                    <a:cubicBezTo>
                      <a:pt x="2076" y="218"/>
                      <a:pt x="2212" y="243"/>
                      <a:pt x="2366" y="294"/>
                    </a:cubicBezTo>
                    <a:cubicBezTo>
                      <a:pt x="2508" y="338"/>
                      <a:pt x="2641" y="402"/>
                      <a:pt x="2761" y="486"/>
                    </a:cubicBezTo>
                    <a:cubicBezTo>
                      <a:pt x="2527" y="809"/>
                      <a:pt x="2446" y="1244"/>
                      <a:pt x="2709" y="1463"/>
                    </a:cubicBezTo>
                    <a:cubicBezTo>
                      <a:pt x="2777" y="1525"/>
                      <a:pt x="2863" y="1562"/>
                      <a:pt x="2955" y="1565"/>
                    </a:cubicBezTo>
                    <a:cubicBezTo>
                      <a:pt x="3094" y="1565"/>
                      <a:pt x="3218" y="1466"/>
                      <a:pt x="3273" y="1306"/>
                    </a:cubicBezTo>
                    <a:cubicBezTo>
                      <a:pt x="3353" y="1075"/>
                      <a:pt x="3298" y="735"/>
                      <a:pt x="3002" y="458"/>
                    </a:cubicBezTo>
                    <a:cubicBezTo>
                      <a:pt x="3182" y="270"/>
                      <a:pt x="3403" y="170"/>
                      <a:pt x="3628" y="170"/>
                    </a:cubicBezTo>
                    <a:close/>
                    <a:moveTo>
                      <a:pt x="3632" y="0"/>
                    </a:moveTo>
                    <a:cubicBezTo>
                      <a:pt x="3356" y="0"/>
                      <a:pt x="3085" y="122"/>
                      <a:pt x="2872" y="350"/>
                    </a:cubicBezTo>
                    <a:cubicBezTo>
                      <a:pt x="2733" y="257"/>
                      <a:pt x="2582" y="183"/>
                      <a:pt x="2422" y="131"/>
                    </a:cubicBezTo>
                    <a:cubicBezTo>
                      <a:pt x="2252" y="76"/>
                      <a:pt x="2099" y="48"/>
                      <a:pt x="1963" y="48"/>
                    </a:cubicBezTo>
                    <a:cubicBezTo>
                      <a:pt x="1743" y="48"/>
                      <a:pt x="1568" y="120"/>
                      <a:pt x="1444" y="264"/>
                    </a:cubicBezTo>
                    <a:cubicBezTo>
                      <a:pt x="1262" y="470"/>
                      <a:pt x="1237" y="776"/>
                      <a:pt x="1241" y="954"/>
                    </a:cubicBezTo>
                    <a:cubicBezTo>
                      <a:pt x="1191" y="939"/>
                      <a:pt x="1139" y="933"/>
                      <a:pt x="1089" y="933"/>
                    </a:cubicBezTo>
                    <a:cubicBezTo>
                      <a:pt x="716" y="933"/>
                      <a:pt x="306" y="1300"/>
                      <a:pt x="152" y="1766"/>
                    </a:cubicBezTo>
                    <a:cubicBezTo>
                      <a:pt x="1" y="2225"/>
                      <a:pt x="127" y="2645"/>
                      <a:pt x="500" y="2919"/>
                    </a:cubicBezTo>
                    <a:cubicBezTo>
                      <a:pt x="735" y="3092"/>
                      <a:pt x="978" y="3197"/>
                      <a:pt x="1210" y="3224"/>
                    </a:cubicBezTo>
                    <a:cubicBezTo>
                      <a:pt x="1321" y="3613"/>
                      <a:pt x="1632" y="3835"/>
                      <a:pt x="2070" y="3838"/>
                    </a:cubicBezTo>
                    <a:lnTo>
                      <a:pt x="2120" y="3838"/>
                    </a:lnTo>
                    <a:cubicBezTo>
                      <a:pt x="2715" y="3838"/>
                      <a:pt x="3184" y="3718"/>
                      <a:pt x="3483" y="3490"/>
                    </a:cubicBezTo>
                    <a:cubicBezTo>
                      <a:pt x="3532" y="3542"/>
                      <a:pt x="3585" y="3595"/>
                      <a:pt x="3643" y="3641"/>
                    </a:cubicBezTo>
                    <a:cubicBezTo>
                      <a:pt x="3766" y="3737"/>
                      <a:pt x="3921" y="3786"/>
                      <a:pt x="4076" y="3786"/>
                    </a:cubicBezTo>
                    <a:cubicBezTo>
                      <a:pt x="4081" y="3786"/>
                      <a:pt x="4086" y="3786"/>
                      <a:pt x="4090" y="3786"/>
                    </a:cubicBezTo>
                    <a:cubicBezTo>
                      <a:pt x="4652" y="3786"/>
                      <a:pt x="5377" y="3246"/>
                      <a:pt x="5642" y="2629"/>
                    </a:cubicBezTo>
                    <a:cubicBezTo>
                      <a:pt x="5815" y="2222"/>
                      <a:pt x="5765" y="1843"/>
                      <a:pt x="5500" y="1565"/>
                    </a:cubicBezTo>
                    <a:cubicBezTo>
                      <a:pt x="5303" y="1358"/>
                      <a:pt x="5084" y="1254"/>
                      <a:pt x="4843" y="1247"/>
                    </a:cubicBezTo>
                    <a:cubicBezTo>
                      <a:pt x="4821" y="819"/>
                      <a:pt x="4572" y="418"/>
                      <a:pt x="4161" y="159"/>
                    </a:cubicBezTo>
                    <a:cubicBezTo>
                      <a:pt x="3992" y="52"/>
                      <a:pt x="3811" y="0"/>
                      <a:pt x="36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4" name="Google Shape;184;p3"/>
            <p:cNvSpPr/>
            <p:nvPr/>
          </p:nvSpPr>
          <p:spPr>
            <a:xfrm rot="8100000">
              <a:off x="473576" y="692838"/>
              <a:ext cx="787487" cy="334946"/>
            </a:xfrm>
            <a:custGeom>
              <a:avLst/>
              <a:gdLst/>
              <a:ahLst/>
              <a:cxnLst/>
              <a:rect l="l" t="t" r="r" b="b"/>
              <a:pathLst>
                <a:path w="10815" h="4600" extrusionOk="0">
                  <a:moveTo>
                    <a:pt x="1879" y="0"/>
                  </a:moveTo>
                  <a:cubicBezTo>
                    <a:pt x="1876" y="0"/>
                    <a:pt x="1873" y="0"/>
                    <a:pt x="1870" y="0"/>
                  </a:cubicBezTo>
                  <a:cubicBezTo>
                    <a:pt x="1747" y="0"/>
                    <a:pt x="1626" y="22"/>
                    <a:pt x="1509" y="59"/>
                  </a:cubicBezTo>
                  <a:cubicBezTo>
                    <a:pt x="1417" y="90"/>
                    <a:pt x="1438" y="226"/>
                    <a:pt x="1534" y="226"/>
                  </a:cubicBezTo>
                  <a:lnTo>
                    <a:pt x="1537" y="226"/>
                  </a:lnTo>
                  <a:cubicBezTo>
                    <a:pt x="1543" y="226"/>
                    <a:pt x="1552" y="226"/>
                    <a:pt x="1559" y="223"/>
                  </a:cubicBezTo>
                  <a:cubicBezTo>
                    <a:pt x="1660" y="189"/>
                    <a:pt x="1765" y="173"/>
                    <a:pt x="1870" y="170"/>
                  </a:cubicBezTo>
                  <a:cubicBezTo>
                    <a:pt x="1873" y="170"/>
                    <a:pt x="1876" y="170"/>
                    <a:pt x="1879" y="170"/>
                  </a:cubicBezTo>
                  <a:cubicBezTo>
                    <a:pt x="1991" y="170"/>
                    <a:pt x="1991" y="0"/>
                    <a:pt x="1879" y="0"/>
                  </a:cubicBezTo>
                  <a:close/>
                  <a:moveTo>
                    <a:pt x="2205" y="48"/>
                  </a:moveTo>
                  <a:cubicBezTo>
                    <a:pt x="2115" y="48"/>
                    <a:pt x="2084" y="186"/>
                    <a:pt x="2185" y="216"/>
                  </a:cubicBezTo>
                  <a:cubicBezTo>
                    <a:pt x="2286" y="247"/>
                    <a:pt x="2382" y="293"/>
                    <a:pt x="2475" y="349"/>
                  </a:cubicBezTo>
                  <a:cubicBezTo>
                    <a:pt x="2487" y="358"/>
                    <a:pt x="2502" y="361"/>
                    <a:pt x="2518" y="361"/>
                  </a:cubicBezTo>
                  <a:cubicBezTo>
                    <a:pt x="2607" y="361"/>
                    <a:pt x="2638" y="247"/>
                    <a:pt x="2564" y="204"/>
                  </a:cubicBezTo>
                  <a:cubicBezTo>
                    <a:pt x="2459" y="139"/>
                    <a:pt x="2348" y="87"/>
                    <a:pt x="2234" y="53"/>
                  </a:cubicBezTo>
                  <a:cubicBezTo>
                    <a:pt x="2224" y="50"/>
                    <a:pt x="2214" y="48"/>
                    <a:pt x="2205" y="48"/>
                  </a:cubicBezTo>
                  <a:close/>
                  <a:moveTo>
                    <a:pt x="1225" y="194"/>
                  </a:moveTo>
                  <a:cubicBezTo>
                    <a:pt x="1210" y="194"/>
                    <a:pt x="1195" y="198"/>
                    <a:pt x="1179" y="207"/>
                  </a:cubicBezTo>
                  <a:cubicBezTo>
                    <a:pt x="1077" y="269"/>
                    <a:pt x="982" y="340"/>
                    <a:pt x="889" y="417"/>
                  </a:cubicBezTo>
                  <a:cubicBezTo>
                    <a:pt x="852" y="445"/>
                    <a:pt x="849" y="500"/>
                    <a:pt x="880" y="537"/>
                  </a:cubicBezTo>
                  <a:cubicBezTo>
                    <a:pt x="895" y="556"/>
                    <a:pt x="920" y="568"/>
                    <a:pt x="945" y="568"/>
                  </a:cubicBezTo>
                  <a:lnTo>
                    <a:pt x="948" y="568"/>
                  </a:lnTo>
                  <a:cubicBezTo>
                    <a:pt x="966" y="568"/>
                    <a:pt x="985" y="559"/>
                    <a:pt x="1000" y="549"/>
                  </a:cubicBezTo>
                  <a:cubicBezTo>
                    <a:pt x="1084" y="475"/>
                    <a:pt x="1173" y="414"/>
                    <a:pt x="1266" y="355"/>
                  </a:cubicBezTo>
                  <a:cubicBezTo>
                    <a:pt x="1348" y="306"/>
                    <a:pt x="1301" y="194"/>
                    <a:pt x="1225" y="194"/>
                  </a:cubicBezTo>
                  <a:close/>
                  <a:moveTo>
                    <a:pt x="2793" y="393"/>
                  </a:moveTo>
                  <a:cubicBezTo>
                    <a:pt x="2724" y="393"/>
                    <a:pt x="2668" y="486"/>
                    <a:pt x="2734" y="546"/>
                  </a:cubicBezTo>
                  <a:cubicBezTo>
                    <a:pt x="2786" y="593"/>
                    <a:pt x="2839" y="642"/>
                    <a:pt x="2891" y="701"/>
                  </a:cubicBezTo>
                  <a:lnTo>
                    <a:pt x="2968" y="784"/>
                  </a:lnTo>
                  <a:cubicBezTo>
                    <a:pt x="2984" y="799"/>
                    <a:pt x="3008" y="812"/>
                    <a:pt x="3033" y="812"/>
                  </a:cubicBezTo>
                  <a:cubicBezTo>
                    <a:pt x="3107" y="812"/>
                    <a:pt x="3144" y="722"/>
                    <a:pt x="3095" y="670"/>
                  </a:cubicBezTo>
                  <a:cubicBezTo>
                    <a:pt x="3070" y="639"/>
                    <a:pt x="3045" y="611"/>
                    <a:pt x="3017" y="583"/>
                  </a:cubicBezTo>
                  <a:cubicBezTo>
                    <a:pt x="2962" y="522"/>
                    <a:pt x="2906" y="469"/>
                    <a:pt x="2851" y="417"/>
                  </a:cubicBezTo>
                  <a:cubicBezTo>
                    <a:pt x="2832" y="400"/>
                    <a:pt x="2812" y="393"/>
                    <a:pt x="2793" y="393"/>
                  </a:cubicBezTo>
                  <a:close/>
                  <a:moveTo>
                    <a:pt x="691" y="637"/>
                  </a:moveTo>
                  <a:cubicBezTo>
                    <a:pt x="672" y="637"/>
                    <a:pt x="651" y="644"/>
                    <a:pt x="633" y="661"/>
                  </a:cubicBezTo>
                  <a:cubicBezTo>
                    <a:pt x="556" y="741"/>
                    <a:pt x="482" y="830"/>
                    <a:pt x="408" y="926"/>
                  </a:cubicBezTo>
                  <a:cubicBezTo>
                    <a:pt x="377" y="963"/>
                    <a:pt x="383" y="1018"/>
                    <a:pt x="424" y="1046"/>
                  </a:cubicBezTo>
                  <a:cubicBezTo>
                    <a:pt x="439" y="1058"/>
                    <a:pt x="454" y="1065"/>
                    <a:pt x="476" y="1065"/>
                  </a:cubicBezTo>
                  <a:cubicBezTo>
                    <a:pt x="504" y="1065"/>
                    <a:pt x="528" y="1052"/>
                    <a:pt x="544" y="1031"/>
                  </a:cubicBezTo>
                  <a:cubicBezTo>
                    <a:pt x="615" y="938"/>
                    <a:pt x="686" y="852"/>
                    <a:pt x="760" y="775"/>
                  </a:cubicBezTo>
                  <a:cubicBezTo>
                    <a:pt x="809" y="711"/>
                    <a:pt x="754" y="637"/>
                    <a:pt x="691" y="637"/>
                  </a:cubicBezTo>
                  <a:close/>
                  <a:moveTo>
                    <a:pt x="5503" y="1071"/>
                  </a:moveTo>
                  <a:cubicBezTo>
                    <a:pt x="5386" y="1071"/>
                    <a:pt x="5269" y="1080"/>
                    <a:pt x="5152" y="1105"/>
                  </a:cubicBezTo>
                  <a:cubicBezTo>
                    <a:pt x="5047" y="1120"/>
                    <a:pt x="5059" y="1274"/>
                    <a:pt x="5167" y="1274"/>
                  </a:cubicBezTo>
                  <a:cubicBezTo>
                    <a:pt x="5173" y="1274"/>
                    <a:pt x="5180" y="1271"/>
                    <a:pt x="5183" y="1271"/>
                  </a:cubicBezTo>
                  <a:cubicBezTo>
                    <a:pt x="5279" y="1255"/>
                    <a:pt x="5376" y="1243"/>
                    <a:pt x="5473" y="1243"/>
                  </a:cubicBezTo>
                  <a:cubicBezTo>
                    <a:pt x="5484" y="1243"/>
                    <a:pt x="5495" y="1243"/>
                    <a:pt x="5506" y="1243"/>
                  </a:cubicBezTo>
                  <a:cubicBezTo>
                    <a:pt x="5553" y="1243"/>
                    <a:pt x="5593" y="1203"/>
                    <a:pt x="5593" y="1157"/>
                  </a:cubicBezTo>
                  <a:cubicBezTo>
                    <a:pt x="5590" y="1108"/>
                    <a:pt x="5553" y="1071"/>
                    <a:pt x="5503" y="1071"/>
                  </a:cubicBezTo>
                  <a:close/>
                  <a:moveTo>
                    <a:pt x="3254" y="895"/>
                  </a:moveTo>
                  <a:cubicBezTo>
                    <a:pt x="3189" y="895"/>
                    <a:pt x="3131" y="972"/>
                    <a:pt x="3187" y="1037"/>
                  </a:cubicBezTo>
                  <a:cubicBezTo>
                    <a:pt x="3261" y="1129"/>
                    <a:pt x="3329" y="1222"/>
                    <a:pt x="3391" y="1308"/>
                  </a:cubicBezTo>
                  <a:cubicBezTo>
                    <a:pt x="3406" y="1330"/>
                    <a:pt x="3434" y="1345"/>
                    <a:pt x="3462" y="1345"/>
                  </a:cubicBezTo>
                  <a:cubicBezTo>
                    <a:pt x="3480" y="1345"/>
                    <a:pt x="3495" y="1339"/>
                    <a:pt x="3511" y="1327"/>
                  </a:cubicBezTo>
                  <a:cubicBezTo>
                    <a:pt x="3548" y="1299"/>
                    <a:pt x="3557" y="1247"/>
                    <a:pt x="3533" y="1210"/>
                  </a:cubicBezTo>
                  <a:cubicBezTo>
                    <a:pt x="3468" y="1117"/>
                    <a:pt x="3400" y="1024"/>
                    <a:pt x="3323" y="932"/>
                  </a:cubicBezTo>
                  <a:cubicBezTo>
                    <a:pt x="3303" y="906"/>
                    <a:pt x="3278" y="895"/>
                    <a:pt x="3254" y="895"/>
                  </a:cubicBezTo>
                  <a:close/>
                  <a:moveTo>
                    <a:pt x="5845" y="1100"/>
                  </a:moveTo>
                  <a:cubicBezTo>
                    <a:pt x="5747" y="1100"/>
                    <a:pt x="5725" y="1254"/>
                    <a:pt x="5833" y="1271"/>
                  </a:cubicBezTo>
                  <a:cubicBezTo>
                    <a:pt x="5877" y="1277"/>
                    <a:pt x="5917" y="1287"/>
                    <a:pt x="5960" y="1296"/>
                  </a:cubicBezTo>
                  <a:cubicBezTo>
                    <a:pt x="6028" y="1311"/>
                    <a:pt x="6092" y="1330"/>
                    <a:pt x="6154" y="1348"/>
                  </a:cubicBezTo>
                  <a:cubicBezTo>
                    <a:pt x="6163" y="1351"/>
                    <a:pt x="6173" y="1351"/>
                    <a:pt x="6182" y="1351"/>
                  </a:cubicBezTo>
                  <a:lnTo>
                    <a:pt x="6179" y="1351"/>
                  </a:lnTo>
                  <a:cubicBezTo>
                    <a:pt x="6180" y="1351"/>
                    <a:pt x="6181" y="1351"/>
                    <a:pt x="6182" y="1351"/>
                  </a:cubicBezTo>
                  <a:cubicBezTo>
                    <a:pt x="6278" y="1351"/>
                    <a:pt x="6298" y="1215"/>
                    <a:pt x="6207" y="1185"/>
                  </a:cubicBezTo>
                  <a:cubicBezTo>
                    <a:pt x="6139" y="1163"/>
                    <a:pt x="6071" y="1145"/>
                    <a:pt x="6000" y="1129"/>
                  </a:cubicBezTo>
                  <a:cubicBezTo>
                    <a:pt x="5951" y="1117"/>
                    <a:pt x="5907" y="1108"/>
                    <a:pt x="5861" y="1102"/>
                  </a:cubicBezTo>
                  <a:cubicBezTo>
                    <a:pt x="5855" y="1101"/>
                    <a:pt x="5850" y="1100"/>
                    <a:pt x="5845" y="1100"/>
                  </a:cubicBezTo>
                  <a:close/>
                  <a:moveTo>
                    <a:pt x="4842" y="1199"/>
                  </a:moveTo>
                  <a:cubicBezTo>
                    <a:pt x="4831" y="1199"/>
                    <a:pt x="4819" y="1201"/>
                    <a:pt x="4806" y="1206"/>
                  </a:cubicBezTo>
                  <a:cubicBezTo>
                    <a:pt x="4695" y="1250"/>
                    <a:pt x="4590" y="1308"/>
                    <a:pt x="4492" y="1373"/>
                  </a:cubicBezTo>
                  <a:cubicBezTo>
                    <a:pt x="4421" y="1419"/>
                    <a:pt x="4452" y="1530"/>
                    <a:pt x="4538" y="1530"/>
                  </a:cubicBezTo>
                  <a:cubicBezTo>
                    <a:pt x="4553" y="1530"/>
                    <a:pt x="4572" y="1527"/>
                    <a:pt x="4584" y="1518"/>
                  </a:cubicBezTo>
                  <a:cubicBezTo>
                    <a:pt x="4677" y="1456"/>
                    <a:pt x="4772" y="1404"/>
                    <a:pt x="4871" y="1364"/>
                  </a:cubicBezTo>
                  <a:cubicBezTo>
                    <a:pt x="4963" y="1326"/>
                    <a:pt x="4924" y="1199"/>
                    <a:pt x="4842" y="1199"/>
                  </a:cubicBezTo>
                  <a:close/>
                  <a:moveTo>
                    <a:pt x="273" y="1172"/>
                  </a:moveTo>
                  <a:cubicBezTo>
                    <a:pt x="248" y="1172"/>
                    <a:pt x="223" y="1184"/>
                    <a:pt x="205" y="1213"/>
                  </a:cubicBezTo>
                  <a:cubicBezTo>
                    <a:pt x="87" y="1388"/>
                    <a:pt x="26" y="1509"/>
                    <a:pt x="23" y="1515"/>
                  </a:cubicBezTo>
                  <a:cubicBezTo>
                    <a:pt x="1" y="1558"/>
                    <a:pt x="20" y="1610"/>
                    <a:pt x="63" y="1632"/>
                  </a:cubicBezTo>
                  <a:cubicBezTo>
                    <a:pt x="72" y="1638"/>
                    <a:pt x="87" y="1641"/>
                    <a:pt x="100" y="1641"/>
                  </a:cubicBezTo>
                  <a:lnTo>
                    <a:pt x="103" y="1641"/>
                  </a:lnTo>
                  <a:cubicBezTo>
                    <a:pt x="134" y="1638"/>
                    <a:pt x="161" y="1620"/>
                    <a:pt x="177" y="1592"/>
                  </a:cubicBezTo>
                  <a:cubicBezTo>
                    <a:pt x="229" y="1493"/>
                    <a:pt x="285" y="1398"/>
                    <a:pt x="346" y="1305"/>
                  </a:cubicBezTo>
                  <a:cubicBezTo>
                    <a:pt x="390" y="1238"/>
                    <a:pt x="333" y="1172"/>
                    <a:pt x="273" y="1172"/>
                  </a:cubicBezTo>
                  <a:close/>
                  <a:moveTo>
                    <a:pt x="6490" y="1316"/>
                  </a:moveTo>
                  <a:cubicBezTo>
                    <a:pt x="6411" y="1316"/>
                    <a:pt x="6363" y="1434"/>
                    <a:pt x="6453" y="1478"/>
                  </a:cubicBezTo>
                  <a:cubicBezTo>
                    <a:pt x="6546" y="1530"/>
                    <a:pt x="6635" y="1595"/>
                    <a:pt x="6715" y="1666"/>
                  </a:cubicBezTo>
                  <a:cubicBezTo>
                    <a:pt x="6731" y="1678"/>
                    <a:pt x="6753" y="1688"/>
                    <a:pt x="6774" y="1688"/>
                  </a:cubicBezTo>
                  <a:cubicBezTo>
                    <a:pt x="6851" y="1688"/>
                    <a:pt x="6888" y="1589"/>
                    <a:pt x="6830" y="1536"/>
                  </a:cubicBezTo>
                  <a:cubicBezTo>
                    <a:pt x="6740" y="1456"/>
                    <a:pt x="6641" y="1388"/>
                    <a:pt x="6537" y="1330"/>
                  </a:cubicBezTo>
                  <a:cubicBezTo>
                    <a:pt x="6520" y="1320"/>
                    <a:pt x="6504" y="1316"/>
                    <a:pt x="6490" y="1316"/>
                  </a:cubicBezTo>
                  <a:close/>
                  <a:moveTo>
                    <a:pt x="3651" y="1462"/>
                  </a:moveTo>
                  <a:cubicBezTo>
                    <a:pt x="3593" y="1462"/>
                    <a:pt x="3536" y="1523"/>
                    <a:pt x="3573" y="1589"/>
                  </a:cubicBezTo>
                  <a:cubicBezTo>
                    <a:pt x="3628" y="1684"/>
                    <a:pt x="3681" y="1783"/>
                    <a:pt x="3727" y="1885"/>
                  </a:cubicBezTo>
                  <a:cubicBezTo>
                    <a:pt x="3739" y="1916"/>
                    <a:pt x="3770" y="1937"/>
                    <a:pt x="3804" y="1937"/>
                  </a:cubicBezTo>
                  <a:cubicBezTo>
                    <a:pt x="3866" y="1934"/>
                    <a:pt x="3906" y="1873"/>
                    <a:pt x="3881" y="1817"/>
                  </a:cubicBezTo>
                  <a:cubicBezTo>
                    <a:pt x="3835" y="1709"/>
                    <a:pt x="3779" y="1604"/>
                    <a:pt x="3721" y="1503"/>
                  </a:cubicBezTo>
                  <a:cubicBezTo>
                    <a:pt x="3703" y="1474"/>
                    <a:pt x="3677" y="1462"/>
                    <a:pt x="3651" y="1462"/>
                  </a:cubicBezTo>
                  <a:close/>
                  <a:moveTo>
                    <a:pt x="4273" y="1572"/>
                  </a:moveTo>
                  <a:cubicBezTo>
                    <a:pt x="4253" y="1572"/>
                    <a:pt x="4232" y="1580"/>
                    <a:pt x="4214" y="1598"/>
                  </a:cubicBezTo>
                  <a:cubicBezTo>
                    <a:pt x="4128" y="1681"/>
                    <a:pt x="4048" y="1771"/>
                    <a:pt x="3977" y="1866"/>
                  </a:cubicBezTo>
                  <a:cubicBezTo>
                    <a:pt x="3949" y="1903"/>
                    <a:pt x="3958" y="1956"/>
                    <a:pt x="3995" y="1987"/>
                  </a:cubicBezTo>
                  <a:cubicBezTo>
                    <a:pt x="4011" y="1996"/>
                    <a:pt x="4029" y="2002"/>
                    <a:pt x="4048" y="2002"/>
                  </a:cubicBezTo>
                  <a:cubicBezTo>
                    <a:pt x="4072" y="2002"/>
                    <a:pt x="4100" y="1990"/>
                    <a:pt x="4115" y="1968"/>
                  </a:cubicBezTo>
                  <a:cubicBezTo>
                    <a:pt x="4180" y="1879"/>
                    <a:pt x="4251" y="1799"/>
                    <a:pt x="4331" y="1721"/>
                  </a:cubicBezTo>
                  <a:cubicBezTo>
                    <a:pt x="4396" y="1660"/>
                    <a:pt x="4339" y="1572"/>
                    <a:pt x="4273" y="1572"/>
                  </a:cubicBezTo>
                  <a:close/>
                  <a:moveTo>
                    <a:pt x="7005" y="1768"/>
                  </a:moveTo>
                  <a:cubicBezTo>
                    <a:pt x="6943" y="1768"/>
                    <a:pt x="6886" y="1837"/>
                    <a:pt x="6934" y="1903"/>
                  </a:cubicBezTo>
                  <a:cubicBezTo>
                    <a:pt x="6999" y="1993"/>
                    <a:pt x="7052" y="2085"/>
                    <a:pt x="7095" y="2187"/>
                  </a:cubicBezTo>
                  <a:cubicBezTo>
                    <a:pt x="7110" y="2215"/>
                    <a:pt x="7138" y="2237"/>
                    <a:pt x="7172" y="2237"/>
                  </a:cubicBezTo>
                  <a:lnTo>
                    <a:pt x="7175" y="2237"/>
                  </a:lnTo>
                  <a:cubicBezTo>
                    <a:pt x="7237" y="2237"/>
                    <a:pt x="7277" y="2172"/>
                    <a:pt x="7252" y="2116"/>
                  </a:cubicBezTo>
                  <a:cubicBezTo>
                    <a:pt x="7203" y="2005"/>
                    <a:pt x="7144" y="1900"/>
                    <a:pt x="7073" y="1805"/>
                  </a:cubicBezTo>
                  <a:cubicBezTo>
                    <a:pt x="7054" y="1779"/>
                    <a:pt x="7029" y="1768"/>
                    <a:pt x="7005" y="1768"/>
                  </a:cubicBezTo>
                  <a:close/>
                  <a:moveTo>
                    <a:pt x="8677" y="2061"/>
                  </a:moveTo>
                  <a:cubicBezTo>
                    <a:pt x="8557" y="2064"/>
                    <a:pt x="8437" y="2082"/>
                    <a:pt x="8322" y="2113"/>
                  </a:cubicBezTo>
                  <a:cubicBezTo>
                    <a:pt x="8224" y="2141"/>
                    <a:pt x="8242" y="2283"/>
                    <a:pt x="8344" y="2283"/>
                  </a:cubicBezTo>
                  <a:cubicBezTo>
                    <a:pt x="8350" y="2283"/>
                    <a:pt x="8356" y="2283"/>
                    <a:pt x="8366" y="2280"/>
                  </a:cubicBezTo>
                  <a:cubicBezTo>
                    <a:pt x="8467" y="2252"/>
                    <a:pt x="8575" y="2237"/>
                    <a:pt x="8683" y="2233"/>
                  </a:cubicBezTo>
                  <a:cubicBezTo>
                    <a:pt x="8730" y="2230"/>
                    <a:pt x="8767" y="2190"/>
                    <a:pt x="8767" y="2144"/>
                  </a:cubicBezTo>
                  <a:cubicBezTo>
                    <a:pt x="8763" y="2098"/>
                    <a:pt x="8723" y="2061"/>
                    <a:pt x="8677" y="2061"/>
                  </a:cubicBezTo>
                  <a:close/>
                  <a:moveTo>
                    <a:pt x="9017" y="2095"/>
                  </a:moveTo>
                  <a:cubicBezTo>
                    <a:pt x="8925" y="2095"/>
                    <a:pt x="8898" y="2242"/>
                    <a:pt x="9001" y="2264"/>
                  </a:cubicBezTo>
                  <a:cubicBezTo>
                    <a:pt x="9106" y="2289"/>
                    <a:pt x="9208" y="2326"/>
                    <a:pt x="9303" y="2375"/>
                  </a:cubicBezTo>
                  <a:cubicBezTo>
                    <a:pt x="9312" y="2382"/>
                    <a:pt x="9328" y="2385"/>
                    <a:pt x="9340" y="2385"/>
                  </a:cubicBezTo>
                  <a:lnTo>
                    <a:pt x="9343" y="2385"/>
                  </a:lnTo>
                  <a:cubicBezTo>
                    <a:pt x="9430" y="2385"/>
                    <a:pt x="9461" y="2264"/>
                    <a:pt x="9380" y="2224"/>
                  </a:cubicBezTo>
                  <a:cubicBezTo>
                    <a:pt x="9272" y="2169"/>
                    <a:pt x="9158" y="2126"/>
                    <a:pt x="9041" y="2098"/>
                  </a:cubicBezTo>
                  <a:cubicBezTo>
                    <a:pt x="9033" y="2096"/>
                    <a:pt x="9025" y="2095"/>
                    <a:pt x="9017" y="2095"/>
                  </a:cubicBezTo>
                  <a:close/>
                  <a:moveTo>
                    <a:pt x="8026" y="2230"/>
                  </a:moveTo>
                  <a:cubicBezTo>
                    <a:pt x="8013" y="2230"/>
                    <a:pt x="8000" y="2233"/>
                    <a:pt x="7986" y="2240"/>
                  </a:cubicBezTo>
                  <a:cubicBezTo>
                    <a:pt x="7878" y="2292"/>
                    <a:pt x="7776" y="2351"/>
                    <a:pt x="7678" y="2419"/>
                  </a:cubicBezTo>
                  <a:cubicBezTo>
                    <a:pt x="7610" y="2468"/>
                    <a:pt x="7644" y="2576"/>
                    <a:pt x="7727" y="2576"/>
                  </a:cubicBezTo>
                  <a:cubicBezTo>
                    <a:pt x="7746" y="2576"/>
                    <a:pt x="7761" y="2570"/>
                    <a:pt x="7776" y="2560"/>
                  </a:cubicBezTo>
                  <a:cubicBezTo>
                    <a:pt x="7866" y="2499"/>
                    <a:pt x="7962" y="2443"/>
                    <a:pt x="8060" y="2394"/>
                  </a:cubicBezTo>
                  <a:cubicBezTo>
                    <a:pt x="8151" y="2351"/>
                    <a:pt x="8106" y="2230"/>
                    <a:pt x="8026" y="2230"/>
                  </a:cubicBezTo>
                  <a:close/>
                  <a:moveTo>
                    <a:pt x="3919" y="2086"/>
                  </a:moveTo>
                  <a:cubicBezTo>
                    <a:pt x="3911" y="2086"/>
                    <a:pt x="3904" y="2087"/>
                    <a:pt x="3896" y="2089"/>
                  </a:cubicBezTo>
                  <a:cubicBezTo>
                    <a:pt x="3859" y="2113"/>
                    <a:pt x="3822" y="2138"/>
                    <a:pt x="3789" y="2166"/>
                  </a:cubicBezTo>
                  <a:cubicBezTo>
                    <a:pt x="3730" y="2271"/>
                    <a:pt x="3684" y="2382"/>
                    <a:pt x="3647" y="2496"/>
                  </a:cubicBezTo>
                  <a:cubicBezTo>
                    <a:pt x="3631" y="2539"/>
                    <a:pt x="3656" y="2588"/>
                    <a:pt x="3702" y="2604"/>
                  </a:cubicBezTo>
                  <a:cubicBezTo>
                    <a:pt x="3711" y="2604"/>
                    <a:pt x="3721" y="2607"/>
                    <a:pt x="3730" y="2607"/>
                  </a:cubicBezTo>
                  <a:cubicBezTo>
                    <a:pt x="3767" y="2607"/>
                    <a:pt x="3798" y="2582"/>
                    <a:pt x="3810" y="2545"/>
                  </a:cubicBezTo>
                  <a:cubicBezTo>
                    <a:pt x="3829" y="2489"/>
                    <a:pt x="3850" y="2431"/>
                    <a:pt x="3875" y="2378"/>
                  </a:cubicBezTo>
                  <a:cubicBezTo>
                    <a:pt x="3881" y="2422"/>
                    <a:pt x="3884" y="2465"/>
                    <a:pt x="3884" y="2511"/>
                  </a:cubicBezTo>
                  <a:cubicBezTo>
                    <a:pt x="3884" y="2556"/>
                    <a:pt x="3921" y="2595"/>
                    <a:pt x="3965" y="2595"/>
                  </a:cubicBezTo>
                  <a:cubicBezTo>
                    <a:pt x="3967" y="2595"/>
                    <a:pt x="3969" y="2594"/>
                    <a:pt x="3970" y="2594"/>
                  </a:cubicBezTo>
                  <a:cubicBezTo>
                    <a:pt x="4020" y="2594"/>
                    <a:pt x="4057" y="2554"/>
                    <a:pt x="4057" y="2508"/>
                  </a:cubicBezTo>
                  <a:cubicBezTo>
                    <a:pt x="4051" y="2388"/>
                    <a:pt x="4035" y="2267"/>
                    <a:pt x="4001" y="2150"/>
                  </a:cubicBezTo>
                  <a:cubicBezTo>
                    <a:pt x="3991" y="2111"/>
                    <a:pt x="3957" y="2086"/>
                    <a:pt x="3919" y="2086"/>
                  </a:cubicBezTo>
                  <a:close/>
                  <a:moveTo>
                    <a:pt x="9628" y="2400"/>
                  </a:moveTo>
                  <a:cubicBezTo>
                    <a:pt x="9557" y="2400"/>
                    <a:pt x="9503" y="2500"/>
                    <a:pt x="9578" y="2557"/>
                  </a:cubicBezTo>
                  <a:cubicBezTo>
                    <a:pt x="9667" y="2625"/>
                    <a:pt x="9754" y="2696"/>
                    <a:pt x="9834" y="2770"/>
                  </a:cubicBezTo>
                  <a:cubicBezTo>
                    <a:pt x="9849" y="2786"/>
                    <a:pt x="9868" y="2792"/>
                    <a:pt x="9889" y="2792"/>
                  </a:cubicBezTo>
                  <a:lnTo>
                    <a:pt x="9892" y="2792"/>
                  </a:lnTo>
                  <a:cubicBezTo>
                    <a:pt x="9969" y="2792"/>
                    <a:pt x="10006" y="2696"/>
                    <a:pt x="9948" y="2644"/>
                  </a:cubicBezTo>
                  <a:cubicBezTo>
                    <a:pt x="9865" y="2567"/>
                    <a:pt x="9775" y="2493"/>
                    <a:pt x="9679" y="2419"/>
                  </a:cubicBezTo>
                  <a:cubicBezTo>
                    <a:pt x="9662" y="2406"/>
                    <a:pt x="9645" y="2400"/>
                    <a:pt x="9628" y="2400"/>
                  </a:cubicBezTo>
                  <a:close/>
                  <a:moveTo>
                    <a:pt x="7284" y="2391"/>
                  </a:moveTo>
                  <a:cubicBezTo>
                    <a:pt x="7276" y="2391"/>
                    <a:pt x="7269" y="2392"/>
                    <a:pt x="7261" y="2394"/>
                  </a:cubicBezTo>
                  <a:cubicBezTo>
                    <a:pt x="7215" y="2403"/>
                    <a:pt x="7187" y="2449"/>
                    <a:pt x="7200" y="2496"/>
                  </a:cubicBezTo>
                  <a:cubicBezTo>
                    <a:pt x="7221" y="2594"/>
                    <a:pt x="7237" y="2696"/>
                    <a:pt x="7243" y="2801"/>
                  </a:cubicBezTo>
                  <a:cubicBezTo>
                    <a:pt x="7215" y="2832"/>
                    <a:pt x="7184" y="2863"/>
                    <a:pt x="7160" y="2897"/>
                  </a:cubicBezTo>
                  <a:cubicBezTo>
                    <a:pt x="7129" y="2934"/>
                    <a:pt x="7132" y="2986"/>
                    <a:pt x="7169" y="3017"/>
                  </a:cubicBezTo>
                  <a:cubicBezTo>
                    <a:pt x="7184" y="3029"/>
                    <a:pt x="7203" y="3035"/>
                    <a:pt x="7224" y="3038"/>
                  </a:cubicBezTo>
                  <a:cubicBezTo>
                    <a:pt x="7249" y="3038"/>
                    <a:pt x="7274" y="3026"/>
                    <a:pt x="7292" y="3005"/>
                  </a:cubicBezTo>
                  <a:cubicBezTo>
                    <a:pt x="7360" y="2921"/>
                    <a:pt x="7437" y="2841"/>
                    <a:pt x="7517" y="2767"/>
                  </a:cubicBezTo>
                  <a:cubicBezTo>
                    <a:pt x="7587" y="2707"/>
                    <a:pt x="7530" y="2614"/>
                    <a:pt x="7462" y="2614"/>
                  </a:cubicBezTo>
                  <a:cubicBezTo>
                    <a:pt x="7443" y="2614"/>
                    <a:pt x="7422" y="2622"/>
                    <a:pt x="7403" y="2641"/>
                  </a:cubicBezTo>
                  <a:lnTo>
                    <a:pt x="7400" y="2644"/>
                  </a:lnTo>
                  <a:cubicBezTo>
                    <a:pt x="7391" y="2579"/>
                    <a:pt x="7379" y="2517"/>
                    <a:pt x="7366" y="2456"/>
                  </a:cubicBezTo>
                  <a:cubicBezTo>
                    <a:pt x="7356" y="2417"/>
                    <a:pt x="7322" y="2391"/>
                    <a:pt x="7284" y="2391"/>
                  </a:cubicBezTo>
                  <a:close/>
                  <a:moveTo>
                    <a:pt x="3904" y="2757"/>
                  </a:moveTo>
                  <a:cubicBezTo>
                    <a:pt x="3876" y="2757"/>
                    <a:pt x="3849" y="2771"/>
                    <a:pt x="3832" y="2804"/>
                  </a:cubicBezTo>
                  <a:cubicBezTo>
                    <a:pt x="3804" y="2860"/>
                    <a:pt x="3770" y="2875"/>
                    <a:pt x="3770" y="2875"/>
                  </a:cubicBezTo>
                  <a:cubicBezTo>
                    <a:pt x="3770" y="2875"/>
                    <a:pt x="3769" y="2878"/>
                    <a:pt x="3769" y="2878"/>
                  </a:cubicBezTo>
                  <a:cubicBezTo>
                    <a:pt x="3767" y="2878"/>
                    <a:pt x="3766" y="2872"/>
                    <a:pt x="3764" y="2847"/>
                  </a:cubicBezTo>
                  <a:cubicBezTo>
                    <a:pt x="3757" y="2796"/>
                    <a:pt x="3718" y="2772"/>
                    <a:pt x="3679" y="2772"/>
                  </a:cubicBezTo>
                  <a:cubicBezTo>
                    <a:pt x="3632" y="2772"/>
                    <a:pt x="3584" y="2806"/>
                    <a:pt x="3591" y="2869"/>
                  </a:cubicBezTo>
                  <a:cubicBezTo>
                    <a:pt x="3594" y="2906"/>
                    <a:pt x="3610" y="2943"/>
                    <a:pt x="3631" y="2977"/>
                  </a:cubicBezTo>
                  <a:cubicBezTo>
                    <a:pt x="3662" y="3020"/>
                    <a:pt x="3711" y="3048"/>
                    <a:pt x="3767" y="3048"/>
                  </a:cubicBezTo>
                  <a:cubicBezTo>
                    <a:pt x="3850" y="3048"/>
                    <a:pt x="3927" y="2986"/>
                    <a:pt x="3983" y="2884"/>
                  </a:cubicBezTo>
                  <a:cubicBezTo>
                    <a:pt x="4018" y="2816"/>
                    <a:pt x="3961" y="2757"/>
                    <a:pt x="3904" y="2757"/>
                  </a:cubicBezTo>
                  <a:close/>
                  <a:moveTo>
                    <a:pt x="10131" y="2862"/>
                  </a:moveTo>
                  <a:cubicBezTo>
                    <a:pt x="10068" y="2862"/>
                    <a:pt x="10010" y="2940"/>
                    <a:pt x="10065" y="3005"/>
                  </a:cubicBezTo>
                  <a:cubicBezTo>
                    <a:pt x="10139" y="3088"/>
                    <a:pt x="10207" y="3177"/>
                    <a:pt x="10269" y="3270"/>
                  </a:cubicBezTo>
                  <a:cubicBezTo>
                    <a:pt x="10284" y="3291"/>
                    <a:pt x="10312" y="3307"/>
                    <a:pt x="10340" y="3307"/>
                  </a:cubicBezTo>
                  <a:lnTo>
                    <a:pt x="10340" y="3310"/>
                  </a:lnTo>
                  <a:cubicBezTo>
                    <a:pt x="10355" y="3307"/>
                    <a:pt x="10373" y="3301"/>
                    <a:pt x="10389" y="3291"/>
                  </a:cubicBezTo>
                  <a:cubicBezTo>
                    <a:pt x="10426" y="3264"/>
                    <a:pt x="10438" y="3211"/>
                    <a:pt x="10410" y="3174"/>
                  </a:cubicBezTo>
                  <a:cubicBezTo>
                    <a:pt x="10346" y="3075"/>
                    <a:pt x="10272" y="2983"/>
                    <a:pt x="10195" y="2894"/>
                  </a:cubicBezTo>
                  <a:cubicBezTo>
                    <a:pt x="10176" y="2871"/>
                    <a:pt x="10153" y="2862"/>
                    <a:pt x="10131" y="2862"/>
                  </a:cubicBezTo>
                  <a:close/>
                  <a:moveTo>
                    <a:pt x="7315" y="3069"/>
                  </a:moveTo>
                  <a:cubicBezTo>
                    <a:pt x="7273" y="3069"/>
                    <a:pt x="7233" y="3101"/>
                    <a:pt x="7231" y="3143"/>
                  </a:cubicBezTo>
                  <a:cubicBezTo>
                    <a:pt x="7215" y="3248"/>
                    <a:pt x="7187" y="3347"/>
                    <a:pt x="7141" y="3443"/>
                  </a:cubicBezTo>
                  <a:cubicBezTo>
                    <a:pt x="7120" y="3483"/>
                    <a:pt x="7135" y="3535"/>
                    <a:pt x="7175" y="3557"/>
                  </a:cubicBezTo>
                  <a:cubicBezTo>
                    <a:pt x="7187" y="3563"/>
                    <a:pt x="7203" y="3566"/>
                    <a:pt x="7218" y="3569"/>
                  </a:cubicBezTo>
                  <a:cubicBezTo>
                    <a:pt x="7249" y="3569"/>
                    <a:pt x="7277" y="3550"/>
                    <a:pt x="7292" y="3523"/>
                  </a:cubicBezTo>
                  <a:cubicBezTo>
                    <a:pt x="7348" y="3412"/>
                    <a:pt x="7385" y="3291"/>
                    <a:pt x="7400" y="3168"/>
                  </a:cubicBezTo>
                  <a:cubicBezTo>
                    <a:pt x="7406" y="3122"/>
                    <a:pt x="7372" y="3079"/>
                    <a:pt x="7326" y="3069"/>
                  </a:cubicBezTo>
                  <a:cubicBezTo>
                    <a:pt x="7323" y="3069"/>
                    <a:pt x="7319" y="3069"/>
                    <a:pt x="7315" y="3069"/>
                  </a:cubicBezTo>
                  <a:close/>
                  <a:moveTo>
                    <a:pt x="7027" y="3148"/>
                  </a:moveTo>
                  <a:cubicBezTo>
                    <a:pt x="7000" y="3148"/>
                    <a:pt x="6973" y="3161"/>
                    <a:pt x="6956" y="3193"/>
                  </a:cubicBezTo>
                  <a:cubicBezTo>
                    <a:pt x="6901" y="3285"/>
                    <a:pt x="6867" y="3387"/>
                    <a:pt x="6860" y="3495"/>
                  </a:cubicBezTo>
                  <a:cubicBezTo>
                    <a:pt x="6860" y="3529"/>
                    <a:pt x="6867" y="3563"/>
                    <a:pt x="6882" y="3594"/>
                  </a:cubicBezTo>
                  <a:cubicBezTo>
                    <a:pt x="6894" y="3625"/>
                    <a:pt x="6925" y="3643"/>
                    <a:pt x="6959" y="3646"/>
                  </a:cubicBezTo>
                  <a:cubicBezTo>
                    <a:pt x="6971" y="3646"/>
                    <a:pt x="6984" y="3643"/>
                    <a:pt x="6993" y="3637"/>
                  </a:cubicBezTo>
                  <a:cubicBezTo>
                    <a:pt x="7036" y="3618"/>
                    <a:pt x="7055" y="3566"/>
                    <a:pt x="7036" y="3523"/>
                  </a:cubicBezTo>
                  <a:cubicBezTo>
                    <a:pt x="7033" y="3513"/>
                    <a:pt x="7030" y="3504"/>
                    <a:pt x="7033" y="3495"/>
                  </a:cubicBezTo>
                  <a:cubicBezTo>
                    <a:pt x="7033" y="3464"/>
                    <a:pt x="7042" y="3396"/>
                    <a:pt x="7107" y="3276"/>
                  </a:cubicBezTo>
                  <a:cubicBezTo>
                    <a:pt x="7143" y="3207"/>
                    <a:pt x="7085" y="3148"/>
                    <a:pt x="7027" y="3148"/>
                  </a:cubicBezTo>
                  <a:close/>
                  <a:moveTo>
                    <a:pt x="10512" y="3433"/>
                  </a:moveTo>
                  <a:cubicBezTo>
                    <a:pt x="10456" y="3433"/>
                    <a:pt x="10399" y="3489"/>
                    <a:pt x="10432" y="3557"/>
                  </a:cubicBezTo>
                  <a:cubicBezTo>
                    <a:pt x="10481" y="3655"/>
                    <a:pt x="10522" y="3757"/>
                    <a:pt x="10555" y="3862"/>
                  </a:cubicBezTo>
                  <a:cubicBezTo>
                    <a:pt x="10568" y="3899"/>
                    <a:pt x="10599" y="3921"/>
                    <a:pt x="10636" y="3924"/>
                  </a:cubicBezTo>
                  <a:cubicBezTo>
                    <a:pt x="10645" y="3921"/>
                    <a:pt x="10654" y="3921"/>
                    <a:pt x="10663" y="3918"/>
                  </a:cubicBezTo>
                  <a:cubicBezTo>
                    <a:pt x="10710" y="3905"/>
                    <a:pt x="10734" y="3856"/>
                    <a:pt x="10719" y="3810"/>
                  </a:cubicBezTo>
                  <a:cubicBezTo>
                    <a:pt x="10682" y="3699"/>
                    <a:pt x="10639" y="3587"/>
                    <a:pt x="10586" y="3483"/>
                  </a:cubicBezTo>
                  <a:cubicBezTo>
                    <a:pt x="10570" y="3447"/>
                    <a:pt x="10541" y="3433"/>
                    <a:pt x="10512" y="3433"/>
                  </a:cubicBezTo>
                  <a:close/>
                  <a:moveTo>
                    <a:pt x="10716" y="4086"/>
                  </a:moveTo>
                  <a:cubicBezTo>
                    <a:pt x="10711" y="4086"/>
                    <a:pt x="10706" y="4086"/>
                    <a:pt x="10700" y="4087"/>
                  </a:cubicBezTo>
                  <a:cubicBezTo>
                    <a:pt x="10654" y="4093"/>
                    <a:pt x="10620" y="4136"/>
                    <a:pt x="10626" y="4183"/>
                  </a:cubicBezTo>
                  <a:cubicBezTo>
                    <a:pt x="10636" y="4254"/>
                    <a:pt x="10642" y="4325"/>
                    <a:pt x="10642" y="4399"/>
                  </a:cubicBezTo>
                  <a:cubicBezTo>
                    <a:pt x="10642" y="4433"/>
                    <a:pt x="10642" y="4467"/>
                    <a:pt x="10639" y="4504"/>
                  </a:cubicBezTo>
                  <a:cubicBezTo>
                    <a:pt x="10633" y="4550"/>
                    <a:pt x="10666" y="4593"/>
                    <a:pt x="10713" y="4599"/>
                  </a:cubicBezTo>
                  <a:lnTo>
                    <a:pt x="10722" y="4599"/>
                  </a:lnTo>
                  <a:cubicBezTo>
                    <a:pt x="10765" y="4596"/>
                    <a:pt x="10802" y="4565"/>
                    <a:pt x="10808" y="4522"/>
                  </a:cubicBezTo>
                  <a:cubicBezTo>
                    <a:pt x="10811" y="4482"/>
                    <a:pt x="10815" y="4439"/>
                    <a:pt x="10815" y="4399"/>
                  </a:cubicBezTo>
                  <a:cubicBezTo>
                    <a:pt x="10815" y="4318"/>
                    <a:pt x="10808" y="4238"/>
                    <a:pt x="10796" y="4158"/>
                  </a:cubicBezTo>
                  <a:cubicBezTo>
                    <a:pt x="10793" y="4117"/>
                    <a:pt x="10756" y="4086"/>
                    <a:pt x="10716" y="408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5" name="Google Shape;185;p3"/>
          <p:cNvGrpSpPr/>
          <p:nvPr/>
        </p:nvGrpSpPr>
        <p:grpSpPr>
          <a:xfrm>
            <a:off x="85064" y="3357080"/>
            <a:ext cx="1889657" cy="1737135"/>
            <a:chOff x="85064" y="3357080"/>
            <a:chExt cx="1889657" cy="1737135"/>
          </a:xfrm>
        </p:grpSpPr>
        <p:grpSp>
          <p:nvGrpSpPr>
            <p:cNvPr id="186" name="Google Shape;186;p3"/>
            <p:cNvGrpSpPr/>
            <p:nvPr/>
          </p:nvGrpSpPr>
          <p:grpSpPr>
            <a:xfrm>
              <a:off x="85064" y="3357080"/>
              <a:ext cx="1889657" cy="1737135"/>
              <a:chOff x="85064" y="3357080"/>
              <a:chExt cx="1889657" cy="1737135"/>
            </a:xfrm>
          </p:grpSpPr>
          <p:grpSp>
            <p:nvGrpSpPr>
              <p:cNvPr id="187" name="Google Shape;187;p3"/>
              <p:cNvGrpSpPr/>
              <p:nvPr/>
            </p:nvGrpSpPr>
            <p:grpSpPr>
              <a:xfrm>
                <a:off x="1392549" y="4739847"/>
                <a:ext cx="336697" cy="237041"/>
                <a:chOff x="8341725" y="115829"/>
                <a:chExt cx="267198" cy="188098"/>
              </a:xfrm>
            </p:grpSpPr>
            <p:sp>
              <p:nvSpPr>
                <p:cNvPr id="188" name="Google Shape;188;p3"/>
                <p:cNvSpPr/>
                <p:nvPr/>
              </p:nvSpPr>
              <p:spPr>
                <a:xfrm>
                  <a:off x="8405670" y="188118"/>
                  <a:ext cx="107912" cy="91561"/>
                </a:xfrm>
                <a:custGeom>
                  <a:avLst/>
                  <a:gdLst/>
                  <a:ahLst/>
                  <a:cxnLst/>
                  <a:rect l="l" t="t" r="r" b="b"/>
                  <a:pathLst>
                    <a:path w="2884" h="2447" extrusionOk="0">
                      <a:moveTo>
                        <a:pt x="1471" y="0"/>
                      </a:moveTo>
                      <a:cubicBezTo>
                        <a:pt x="674" y="0"/>
                        <a:pt x="207" y="963"/>
                        <a:pt x="0" y="1543"/>
                      </a:cubicBezTo>
                      <a:lnTo>
                        <a:pt x="509" y="1710"/>
                      </a:lnTo>
                      <a:cubicBezTo>
                        <a:pt x="509" y="1710"/>
                        <a:pt x="918" y="578"/>
                        <a:pt x="1479" y="578"/>
                      </a:cubicBezTo>
                      <a:cubicBezTo>
                        <a:pt x="1552" y="578"/>
                        <a:pt x="1626" y="597"/>
                        <a:pt x="1703" y="639"/>
                      </a:cubicBezTo>
                      <a:cubicBezTo>
                        <a:pt x="2375" y="1009"/>
                        <a:pt x="2030" y="2212"/>
                        <a:pt x="2030" y="2212"/>
                      </a:cubicBezTo>
                      <a:lnTo>
                        <a:pt x="2647" y="2447"/>
                      </a:lnTo>
                      <a:cubicBezTo>
                        <a:pt x="2770" y="1759"/>
                        <a:pt x="2884" y="312"/>
                        <a:pt x="1724" y="32"/>
                      </a:cubicBezTo>
                      <a:cubicBezTo>
                        <a:pt x="1636" y="10"/>
                        <a:pt x="1552" y="0"/>
                        <a:pt x="1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3"/>
                <p:cNvSpPr/>
                <p:nvPr/>
              </p:nvSpPr>
              <p:spPr>
                <a:xfrm>
                  <a:off x="8341725" y="115829"/>
                  <a:ext cx="267198" cy="188098"/>
                </a:xfrm>
                <a:custGeom>
                  <a:avLst/>
                  <a:gdLst/>
                  <a:ahLst/>
                  <a:cxnLst/>
                  <a:rect l="l" t="t" r="r" b="b"/>
                  <a:pathLst>
                    <a:path w="7141" h="5027" extrusionOk="0">
                      <a:moveTo>
                        <a:pt x="3198" y="0"/>
                      </a:moveTo>
                      <a:cubicBezTo>
                        <a:pt x="998" y="0"/>
                        <a:pt x="1" y="2926"/>
                        <a:pt x="1" y="2926"/>
                      </a:cubicBezTo>
                      <a:lnTo>
                        <a:pt x="475" y="3080"/>
                      </a:lnTo>
                      <a:cubicBezTo>
                        <a:pt x="742" y="2290"/>
                        <a:pt x="1495" y="619"/>
                        <a:pt x="3054" y="619"/>
                      </a:cubicBezTo>
                      <a:cubicBezTo>
                        <a:pt x="3284" y="619"/>
                        <a:pt x="3531" y="655"/>
                        <a:pt x="3797" y="736"/>
                      </a:cubicBezTo>
                      <a:cubicBezTo>
                        <a:pt x="6456" y="1541"/>
                        <a:pt x="5916" y="4018"/>
                        <a:pt x="5648" y="4866"/>
                      </a:cubicBezTo>
                      <a:lnTo>
                        <a:pt x="6067" y="5026"/>
                      </a:lnTo>
                      <a:cubicBezTo>
                        <a:pt x="6067" y="5026"/>
                        <a:pt x="7141" y="1301"/>
                        <a:pt x="4223" y="199"/>
                      </a:cubicBezTo>
                      <a:cubicBezTo>
                        <a:pt x="3856" y="61"/>
                        <a:pt x="3515" y="0"/>
                        <a:pt x="31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3"/>
                <p:cNvSpPr/>
                <p:nvPr/>
              </p:nvSpPr>
              <p:spPr>
                <a:xfrm>
                  <a:off x="8359386" y="138953"/>
                  <a:ext cx="223906" cy="158950"/>
                </a:xfrm>
                <a:custGeom>
                  <a:avLst/>
                  <a:gdLst/>
                  <a:ahLst/>
                  <a:cxnLst/>
                  <a:rect l="l" t="t" r="r" b="b"/>
                  <a:pathLst>
                    <a:path w="5984" h="4248" extrusionOk="0">
                      <a:moveTo>
                        <a:pt x="2582" y="1"/>
                      </a:moveTo>
                      <a:cubicBezTo>
                        <a:pt x="1023" y="1"/>
                        <a:pt x="269" y="1672"/>
                        <a:pt x="0" y="2459"/>
                      </a:cubicBezTo>
                      <a:lnTo>
                        <a:pt x="627" y="2660"/>
                      </a:lnTo>
                      <a:cubicBezTo>
                        <a:pt x="890" y="1900"/>
                        <a:pt x="1508" y="619"/>
                        <a:pt x="2695" y="619"/>
                      </a:cubicBezTo>
                      <a:cubicBezTo>
                        <a:pt x="2983" y="619"/>
                        <a:pt x="3304" y="694"/>
                        <a:pt x="3661" y="871"/>
                      </a:cubicBezTo>
                      <a:cubicBezTo>
                        <a:pt x="4861" y="1463"/>
                        <a:pt x="4710" y="3199"/>
                        <a:pt x="4562" y="4017"/>
                      </a:cubicBezTo>
                      <a:lnTo>
                        <a:pt x="5173" y="4248"/>
                      </a:lnTo>
                      <a:cubicBezTo>
                        <a:pt x="5444" y="3400"/>
                        <a:pt x="5984" y="923"/>
                        <a:pt x="3325" y="118"/>
                      </a:cubicBezTo>
                      <a:cubicBezTo>
                        <a:pt x="3059" y="37"/>
                        <a:pt x="2812" y="1"/>
                        <a:pt x="258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3"/>
                <p:cNvSpPr/>
                <p:nvPr/>
              </p:nvSpPr>
              <p:spPr>
                <a:xfrm>
                  <a:off x="8382696" y="162076"/>
                  <a:ext cx="158613" cy="127182"/>
                </a:xfrm>
                <a:custGeom>
                  <a:avLst/>
                  <a:gdLst/>
                  <a:ahLst/>
                  <a:cxnLst/>
                  <a:rect l="l" t="t" r="r" b="b"/>
                  <a:pathLst>
                    <a:path w="4239" h="3399" extrusionOk="0">
                      <a:moveTo>
                        <a:pt x="2072" y="1"/>
                      </a:moveTo>
                      <a:cubicBezTo>
                        <a:pt x="884" y="1"/>
                        <a:pt x="264" y="1282"/>
                        <a:pt x="0" y="2042"/>
                      </a:cubicBezTo>
                      <a:lnTo>
                        <a:pt x="614" y="2239"/>
                      </a:lnTo>
                      <a:cubicBezTo>
                        <a:pt x="824" y="1659"/>
                        <a:pt x="1288" y="696"/>
                        <a:pt x="2085" y="696"/>
                      </a:cubicBezTo>
                      <a:cubicBezTo>
                        <a:pt x="2166" y="696"/>
                        <a:pt x="2250" y="706"/>
                        <a:pt x="2338" y="728"/>
                      </a:cubicBezTo>
                      <a:cubicBezTo>
                        <a:pt x="3498" y="1008"/>
                        <a:pt x="3384" y="2455"/>
                        <a:pt x="3261" y="3140"/>
                      </a:cubicBezTo>
                      <a:lnTo>
                        <a:pt x="3939" y="3399"/>
                      </a:lnTo>
                      <a:cubicBezTo>
                        <a:pt x="4084" y="2581"/>
                        <a:pt x="4238" y="845"/>
                        <a:pt x="3038" y="253"/>
                      </a:cubicBezTo>
                      <a:cubicBezTo>
                        <a:pt x="2681" y="76"/>
                        <a:pt x="2360" y="1"/>
                        <a:pt x="20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3"/>
                <p:cNvSpPr/>
                <p:nvPr/>
              </p:nvSpPr>
              <p:spPr>
                <a:xfrm>
                  <a:off x="8355644" y="135024"/>
                  <a:ext cx="241044" cy="163814"/>
                </a:xfrm>
                <a:custGeom>
                  <a:avLst/>
                  <a:gdLst/>
                  <a:ahLst/>
                  <a:cxnLst/>
                  <a:rect l="l" t="t" r="r" b="b"/>
                  <a:pathLst>
                    <a:path w="6442" h="4378" extrusionOk="0">
                      <a:moveTo>
                        <a:pt x="2825" y="0"/>
                      </a:moveTo>
                      <a:cubicBezTo>
                        <a:pt x="2536" y="0"/>
                        <a:pt x="2256" y="58"/>
                        <a:pt x="1985" y="174"/>
                      </a:cubicBezTo>
                      <a:cubicBezTo>
                        <a:pt x="671" y="738"/>
                        <a:pt x="48" y="2465"/>
                        <a:pt x="23" y="2536"/>
                      </a:cubicBezTo>
                      <a:cubicBezTo>
                        <a:pt x="0" y="2602"/>
                        <a:pt x="51" y="2647"/>
                        <a:pt x="102" y="2647"/>
                      </a:cubicBezTo>
                      <a:cubicBezTo>
                        <a:pt x="133" y="2647"/>
                        <a:pt x="164" y="2630"/>
                        <a:pt x="178" y="2592"/>
                      </a:cubicBezTo>
                      <a:cubicBezTo>
                        <a:pt x="184" y="2573"/>
                        <a:pt x="801" y="862"/>
                        <a:pt x="2050" y="322"/>
                      </a:cubicBezTo>
                      <a:cubicBezTo>
                        <a:pt x="2299" y="216"/>
                        <a:pt x="2558" y="163"/>
                        <a:pt x="2824" y="163"/>
                      </a:cubicBezTo>
                      <a:cubicBezTo>
                        <a:pt x="3140" y="163"/>
                        <a:pt x="3467" y="238"/>
                        <a:pt x="3802" y="387"/>
                      </a:cubicBezTo>
                      <a:cubicBezTo>
                        <a:pt x="4822" y="843"/>
                        <a:pt x="5368" y="1630"/>
                        <a:pt x="5424" y="2728"/>
                      </a:cubicBezTo>
                      <a:cubicBezTo>
                        <a:pt x="5445" y="3249"/>
                        <a:pt x="5368" y="3773"/>
                        <a:pt x="5199" y="4267"/>
                      </a:cubicBezTo>
                      <a:cubicBezTo>
                        <a:pt x="5183" y="4310"/>
                        <a:pt x="5205" y="4356"/>
                        <a:pt x="5245" y="4371"/>
                      </a:cubicBezTo>
                      <a:cubicBezTo>
                        <a:pt x="5254" y="4375"/>
                        <a:pt x="5263" y="4378"/>
                        <a:pt x="5276" y="4378"/>
                      </a:cubicBezTo>
                      <a:cubicBezTo>
                        <a:pt x="5307" y="4375"/>
                        <a:pt x="5334" y="4356"/>
                        <a:pt x="5347" y="4325"/>
                      </a:cubicBezTo>
                      <a:cubicBezTo>
                        <a:pt x="5359" y="4294"/>
                        <a:pt x="6442" y="1389"/>
                        <a:pt x="3863" y="239"/>
                      </a:cubicBezTo>
                      <a:cubicBezTo>
                        <a:pt x="3508" y="79"/>
                        <a:pt x="3161" y="0"/>
                        <a:pt x="2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3"/>
                <p:cNvSpPr/>
                <p:nvPr/>
              </p:nvSpPr>
              <p:spPr>
                <a:xfrm>
                  <a:off x="8378917" y="160430"/>
                  <a:ext cx="167107" cy="131822"/>
                </a:xfrm>
                <a:custGeom>
                  <a:avLst/>
                  <a:gdLst/>
                  <a:ahLst/>
                  <a:cxnLst/>
                  <a:rect l="l" t="t" r="r" b="b"/>
                  <a:pathLst>
                    <a:path w="4466" h="3523" extrusionOk="0">
                      <a:moveTo>
                        <a:pt x="2270" y="0"/>
                      </a:moveTo>
                      <a:cubicBezTo>
                        <a:pt x="2003" y="0"/>
                        <a:pt x="1745" y="61"/>
                        <a:pt x="1499" y="183"/>
                      </a:cubicBezTo>
                      <a:cubicBezTo>
                        <a:pt x="493" y="679"/>
                        <a:pt x="43" y="2005"/>
                        <a:pt x="21" y="2064"/>
                      </a:cubicBezTo>
                      <a:cubicBezTo>
                        <a:pt x="0" y="2127"/>
                        <a:pt x="51" y="2169"/>
                        <a:pt x="100" y="2169"/>
                      </a:cubicBezTo>
                      <a:cubicBezTo>
                        <a:pt x="131" y="2169"/>
                        <a:pt x="162" y="2153"/>
                        <a:pt x="175" y="2113"/>
                      </a:cubicBezTo>
                      <a:cubicBezTo>
                        <a:pt x="182" y="2101"/>
                        <a:pt x="626" y="793"/>
                        <a:pt x="1573" y="328"/>
                      </a:cubicBezTo>
                      <a:cubicBezTo>
                        <a:pt x="1793" y="217"/>
                        <a:pt x="2027" y="162"/>
                        <a:pt x="2269" y="162"/>
                      </a:cubicBezTo>
                      <a:cubicBezTo>
                        <a:pt x="2467" y="162"/>
                        <a:pt x="2671" y="199"/>
                        <a:pt x="2880" y="272"/>
                      </a:cubicBezTo>
                      <a:cubicBezTo>
                        <a:pt x="4466" y="818"/>
                        <a:pt x="3966" y="3403"/>
                        <a:pt x="3960" y="3427"/>
                      </a:cubicBezTo>
                      <a:cubicBezTo>
                        <a:pt x="3951" y="3470"/>
                        <a:pt x="3978" y="3514"/>
                        <a:pt x="4022" y="3523"/>
                      </a:cubicBezTo>
                      <a:lnTo>
                        <a:pt x="4040" y="3523"/>
                      </a:lnTo>
                      <a:cubicBezTo>
                        <a:pt x="4077" y="3523"/>
                        <a:pt x="4108" y="3495"/>
                        <a:pt x="4114" y="3461"/>
                      </a:cubicBezTo>
                      <a:cubicBezTo>
                        <a:pt x="4200" y="2986"/>
                        <a:pt x="4222" y="2505"/>
                        <a:pt x="4179" y="2027"/>
                      </a:cubicBezTo>
                      <a:cubicBezTo>
                        <a:pt x="4077" y="1025"/>
                        <a:pt x="3648" y="365"/>
                        <a:pt x="2933" y="118"/>
                      </a:cubicBezTo>
                      <a:cubicBezTo>
                        <a:pt x="2706" y="40"/>
                        <a:pt x="2485" y="0"/>
                        <a:pt x="22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3"/>
                <p:cNvSpPr/>
                <p:nvPr/>
              </p:nvSpPr>
              <p:spPr>
                <a:xfrm>
                  <a:off x="8401853" y="185237"/>
                  <a:ext cx="121906" cy="97435"/>
                </a:xfrm>
                <a:custGeom>
                  <a:avLst/>
                  <a:gdLst/>
                  <a:ahLst/>
                  <a:cxnLst/>
                  <a:rect l="l" t="t" r="r" b="b"/>
                  <a:pathLst>
                    <a:path w="3258" h="2604" extrusionOk="0">
                      <a:moveTo>
                        <a:pt x="1629" y="1"/>
                      </a:moveTo>
                      <a:cubicBezTo>
                        <a:pt x="1471" y="1"/>
                        <a:pt x="1312" y="37"/>
                        <a:pt x="1166" y="109"/>
                      </a:cubicBezTo>
                      <a:cubicBezTo>
                        <a:pt x="429" y="457"/>
                        <a:pt x="41" y="1549"/>
                        <a:pt x="22" y="1595"/>
                      </a:cubicBezTo>
                      <a:cubicBezTo>
                        <a:pt x="1" y="1659"/>
                        <a:pt x="52" y="1703"/>
                        <a:pt x="103" y="1703"/>
                      </a:cubicBezTo>
                      <a:cubicBezTo>
                        <a:pt x="133" y="1703"/>
                        <a:pt x="163" y="1686"/>
                        <a:pt x="176" y="1648"/>
                      </a:cubicBezTo>
                      <a:cubicBezTo>
                        <a:pt x="182" y="1638"/>
                        <a:pt x="562" y="574"/>
                        <a:pt x="1237" y="254"/>
                      </a:cubicBezTo>
                      <a:cubicBezTo>
                        <a:pt x="1360" y="194"/>
                        <a:pt x="1495" y="163"/>
                        <a:pt x="1630" y="163"/>
                      </a:cubicBezTo>
                      <a:cubicBezTo>
                        <a:pt x="1738" y="163"/>
                        <a:pt x="1847" y="183"/>
                        <a:pt x="1950" y="223"/>
                      </a:cubicBezTo>
                      <a:cubicBezTo>
                        <a:pt x="3069" y="624"/>
                        <a:pt x="2674" y="2487"/>
                        <a:pt x="2668" y="2505"/>
                      </a:cubicBezTo>
                      <a:cubicBezTo>
                        <a:pt x="2659" y="2548"/>
                        <a:pt x="2687" y="2592"/>
                        <a:pt x="2730" y="2601"/>
                      </a:cubicBezTo>
                      <a:cubicBezTo>
                        <a:pt x="2736" y="2604"/>
                        <a:pt x="2742" y="2604"/>
                        <a:pt x="2749" y="2604"/>
                      </a:cubicBezTo>
                      <a:cubicBezTo>
                        <a:pt x="2786" y="2601"/>
                        <a:pt x="2816" y="2576"/>
                        <a:pt x="2826" y="2539"/>
                      </a:cubicBezTo>
                      <a:cubicBezTo>
                        <a:pt x="2844" y="2456"/>
                        <a:pt x="3257" y="519"/>
                        <a:pt x="2002" y="69"/>
                      </a:cubicBezTo>
                      <a:cubicBezTo>
                        <a:pt x="1882" y="23"/>
                        <a:pt x="1755" y="1"/>
                        <a:pt x="16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5" name="Google Shape;195;p3"/>
              <p:cNvSpPr/>
              <p:nvPr/>
            </p:nvSpPr>
            <p:spPr>
              <a:xfrm>
                <a:off x="1857416" y="4976910"/>
                <a:ext cx="117305" cy="117305"/>
              </a:xfrm>
              <a:custGeom>
                <a:avLst/>
                <a:gdLst/>
                <a:ahLst/>
                <a:cxnLst/>
                <a:rect l="l" t="t" r="r" b="b"/>
                <a:pathLst>
                  <a:path w="1611" h="1611" extrusionOk="0">
                    <a:moveTo>
                      <a:pt x="871" y="1"/>
                    </a:moveTo>
                    <a:cubicBezTo>
                      <a:pt x="821" y="1"/>
                      <a:pt x="784" y="38"/>
                      <a:pt x="784" y="84"/>
                    </a:cubicBezTo>
                    <a:lnTo>
                      <a:pt x="781" y="574"/>
                    </a:lnTo>
                    <a:lnTo>
                      <a:pt x="488" y="263"/>
                    </a:lnTo>
                    <a:cubicBezTo>
                      <a:pt x="469" y="243"/>
                      <a:pt x="447" y="234"/>
                      <a:pt x="426" y="234"/>
                    </a:cubicBezTo>
                    <a:cubicBezTo>
                      <a:pt x="360" y="234"/>
                      <a:pt x="303" y="317"/>
                      <a:pt x="362" y="380"/>
                    </a:cubicBezTo>
                    <a:lnTo>
                      <a:pt x="664" y="701"/>
                    </a:lnTo>
                    <a:lnTo>
                      <a:pt x="115" y="704"/>
                    </a:lnTo>
                    <a:cubicBezTo>
                      <a:pt x="1" y="704"/>
                      <a:pt x="1" y="877"/>
                      <a:pt x="115" y="877"/>
                    </a:cubicBezTo>
                    <a:lnTo>
                      <a:pt x="618" y="870"/>
                    </a:lnTo>
                    <a:lnTo>
                      <a:pt x="618" y="870"/>
                    </a:lnTo>
                    <a:lnTo>
                      <a:pt x="232" y="1142"/>
                    </a:lnTo>
                    <a:cubicBezTo>
                      <a:pt x="167" y="1191"/>
                      <a:pt x="201" y="1293"/>
                      <a:pt x="282" y="1296"/>
                    </a:cubicBezTo>
                    <a:cubicBezTo>
                      <a:pt x="297" y="1296"/>
                      <a:pt x="315" y="1290"/>
                      <a:pt x="331" y="1281"/>
                    </a:cubicBezTo>
                    <a:lnTo>
                      <a:pt x="781" y="966"/>
                    </a:lnTo>
                    <a:lnTo>
                      <a:pt x="775" y="1524"/>
                    </a:lnTo>
                    <a:cubicBezTo>
                      <a:pt x="775" y="1571"/>
                      <a:pt x="815" y="1611"/>
                      <a:pt x="861" y="1611"/>
                    </a:cubicBezTo>
                    <a:cubicBezTo>
                      <a:pt x="908" y="1611"/>
                      <a:pt x="948" y="1571"/>
                      <a:pt x="948" y="1524"/>
                    </a:cubicBezTo>
                    <a:lnTo>
                      <a:pt x="951" y="997"/>
                    </a:lnTo>
                    <a:lnTo>
                      <a:pt x="1262" y="1330"/>
                    </a:lnTo>
                    <a:cubicBezTo>
                      <a:pt x="1281" y="1345"/>
                      <a:pt x="1302" y="1355"/>
                      <a:pt x="1327" y="1355"/>
                    </a:cubicBezTo>
                    <a:cubicBezTo>
                      <a:pt x="1349" y="1355"/>
                      <a:pt x="1367" y="1349"/>
                      <a:pt x="1386" y="1333"/>
                    </a:cubicBezTo>
                    <a:cubicBezTo>
                      <a:pt x="1420" y="1299"/>
                      <a:pt x="1420" y="1247"/>
                      <a:pt x="1389" y="1210"/>
                    </a:cubicBezTo>
                    <a:lnTo>
                      <a:pt x="1059" y="864"/>
                    </a:lnTo>
                    <a:lnTo>
                      <a:pt x="1506" y="861"/>
                    </a:lnTo>
                    <a:cubicBezTo>
                      <a:pt x="1611" y="852"/>
                      <a:pt x="1611" y="695"/>
                      <a:pt x="1506" y="689"/>
                    </a:cubicBezTo>
                    <a:lnTo>
                      <a:pt x="1503" y="692"/>
                    </a:lnTo>
                    <a:lnTo>
                      <a:pt x="1170" y="695"/>
                    </a:lnTo>
                    <a:lnTo>
                      <a:pt x="1518" y="451"/>
                    </a:lnTo>
                    <a:cubicBezTo>
                      <a:pt x="1592" y="398"/>
                      <a:pt x="1540" y="297"/>
                      <a:pt x="1468" y="297"/>
                    </a:cubicBezTo>
                    <a:cubicBezTo>
                      <a:pt x="1453" y="297"/>
                      <a:pt x="1436" y="301"/>
                      <a:pt x="1420" y="312"/>
                    </a:cubicBezTo>
                    <a:lnTo>
                      <a:pt x="951" y="639"/>
                    </a:lnTo>
                    <a:lnTo>
                      <a:pt x="954" y="87"/>
                    </a:lnTo>
                    <a:cubicBezTo>
                      <a:pt x="954" y="38"/>
                      <a:pt x="917" y="1"/>
                      <a:pt x="8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3"/>
              <p:cNvSpPr/>
              <p:nvPr/>
            </p:nvSpPr>
            <p:spPr>
              <a:xfrm>
                <a:off x="85064" y="4802233"/>
                <a:ext cx="86504" cy="86286"/>
              </a:xfrm>
              <a:custGeom>
                <a:avLst/>
                <a:gdLst/>
                <a:ahLst/>
                <a:cxnLst/>
                <a:rect l="l" t="t" r="r" b="b"/>
                <a:pathLst>
                  <a:path w="1188" h="1185" extrusionOk="0">
                    <a:moveTo>
                      <a:pt x="596" y="170"/>
                    </a:moveTo>
                    <a:cubicBezTo>
                      <a:pt x="827" y="173"/>
                      <a:pt x="1015" y="361"/>
                      <a:pt x="1012" y="596"/>
                    </a:cubicBezTo>
                    <a:cubicBezTo>
                      <a:pt x="1009" y="827"/>
                      <a:pt x="824" y="1012"/>
                      <a:pt x="592" y="1015"/>
                    </a:cubicBezTo>
                    <a:cubicBezTo>
                      <a:pt x="364" y="1006"/>
                      <a:pt x="185" y="818"/>
                      <a:pt x="185" y="592"/>
                    </a:cubicBezTo>
                    <a:cubicBezTo>
                      <a:pt x="185" y="364"/>
                      <a:pt x="367" y="179"/>
                      <a:pt x="596" y="173"/>
                    </a:cubicBezTo>
                    <a:lnTo>
                      <a:pt x="596" y="170"/>
                    </a:lnTo>
                    <a:close/>
                    <a:moveTo>
                      <a:pt x="596" y="0"/>
                    </a:moveTo>
                    <a:cubicBezTo>
                      <a:pt x="269" y="0"/>
                      <a:pt x="0" y="262"/>
                      <a:pt x="0" y="592"/>
                    </a:cubicBezTo>
                    <a:cubicBezTo>
                      <a:pt x="0" y="919"/>
                      <a:pt x="266" y="1185"/>
                      <a:pt x="592" y="1185"/>
                    </a:cubicBezTo>
                    <a:lnTo>
                      <a:pt x="596" y="1185"/>
                    </a:lnTo>
                    <a:cubicBezTo>
                      <a:pt x="923" y="1185"/>
                      <a:pt x="1188" y="919"/>
                      <a:pt x="1188" y="592"/>
                    </a:cubicBezTo>
                    <a:cubicBezTo>
                      <a:pt x="1188" y="262"/>
                      <a:pt x="923" y="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3"/>
              <p:cNvSpPr/>
              <p:nvPr/>
            </p:nvSpPr>
            <p:spPr>
              <a:xfrm rot="5206565">
                <a:off x="-71434" y="3986638"/>
                <a:ext cx="787497" cy="334950"/>
              </a:xfrm>
              <a:custGeom>
                <a:avLst/>
                <a:gdLst/>
                <a:ahLst/>
                <a:cxnLst/>
                <a:rect l="l" t="t" r="r" b="b"/>
                <a:pathLst>
                  <a:path w="10815" h="4600" extrusionOk="0">
                    <a:moveTo>
                      <a:pt x="1879" y="0"/>
                    </a:moveTo>
                    <a:cubicBezTo>
                      <a:pt x="1876" y="0"/>
                      <a:pt x="1873" y="0"/>
                      <a:pt x="1870" y="0"/>
                    </a:cubicBezTo>
                    <a:cubicBezTo>
                      <a:pt x="1747" y="0"/>
                      <a:pt x="1626" y="22"/>
                      <a:pt x="1509" y="59"/>
                    </a:cubicBezTo>
                    <a:cubicBezTo>
                      <a:pt x="1417" y="90"/>
                      <a:pt x="1438" y="226"/>
                      <a:pt x="1534" y="226"/>
                    </a:cubicBezTo>
                    <a:lnTo>
                      <a:pt x="1537" y="226"/>
                    </a:lnTo>
                    <a:cubicBezTo>
                      <a:pt x="1543" y="226"/>
                      <a:pt x="1552" y="226"/>
                      <a:pt x="1559" y="223"/>
                    </a:cubicBezTo>
                    <a:cubicBezTo>
                      <a:pt x="1660" y="189"/>
                      <a:pt x="1765" y="173"/>
                      <a:pt x="1870" y="170"/>
                    </a:cubicBezTo>
                    <a:cubicBezTo>
                      <a:pt x="1873" y="170"/>
                      <a:pt x="1876" y="170"/>
                      <a:pt x="1879" y="170"/>
                    </a:cubicBezTo>
                    <a:cubicBezTo>
                      <a:pt x="1991" y="170"/>
                      <a:pt x="1991" y="0"/>
                      <a:pt x="1879" y="0"/>
                    </a:cubicBezTo>
                    <a:close/>
                    <a:moveTo>
                      <a:pt x="2205" y="48"/>
                    </a:moveTo>
                    <a:cubicBezTo>
                      <a:pt x="2115" y="48"/>
                      <a:pt x="2084" y="186"/>
                      <a:pt x="2185" y="216"/>
                    </a:cubicBezTo>
                    <a:cubicBezTo>
                      <a:pt x="2286" y="247"/>
                      <a:pt x="2382" y="293"/>
                      <a:pt x="2475" y="349"/>
                    </a:cubicBezTo>
                    <a:cubicBezTo>
                      <a:pt x="2487" y="358"/>
                      <a:pt x="2502" y="361"/>
                      <a:pt x="2518" y="361"/>
                    </a:cubicBezTo>
                    <a:cubicBezTo>
                      <a:pt x="2607" y="361"/>
                      <a:pt x="2638" y="247"/>
                      <a:pt x="2564" y="204"/>
                    </a:cubicBezTo>
                    <a:cubicBezTo>
                      <a:pt x="2459" y="139"/>
                      <a:pt x="2348" y="87"/>
                      <a:pt x="2234" y="53"/>
                    </a:cubicBezTo>
                    <a:cubicBezTo>
                      <a:pt x="2224" y="50"/>
                      <a:pt x="2214" y="48"/>
                      <a:pt x="2205" y="48"/>
                    </a:cubicBezTo>
                    <a:close/>
                    <a:moveTo>
                      <a:pt x="1225" y="194"/>
                    </a:moveTo>
                    <a:cubicBezTo>
                      <a:pt x="1210" y="194"/>
                      <a:pt x="1195" y="198"/>
                      <a:pt x="1179" y="207"/>
                    </a:cubicBezTo>
                    <a:cubicBezTo>
                      <a:pt x="1077" y="269"/>
                      <a:pt x="982" y="340"/>
                      <a:pt x="889" y="417"/>
                    </a:cubicBezTo>
                    <a:cubicBezTo>
                      <a:pt x="852" y="445"/>
                      <a:pt x="849" y="500"/>
                      <a:pt x="880" y="537"/>
                    </a:cubicBezTo>
                    <a:cubicBezTo>
                      <a:pt x="895" y="556"/>
                      <a:pt x="920" y="568"/>
                      <a:pt x="945" y="568"/>
                    </a:cubicBezTo>
                    <a:lnTo>
                      <a:pt x="948" y="568"/>
                    </a:lnTo>
                    <a:cubicBezTo>
                      <a:pt x="966" y="568"/>
                      <a:pt x="985" y="559"/>
                      <a:pt x="1000" y="549"/>
                    </a:cubicBezTo>
                    <a:cubicBezTo>
                      <a:pt x="1084" y="475"/>
                      <a:pt x="1173" y="414"/>
                      <a:pt x="1266" y="355"/>
                    </a:cubicBezTo>
                    <a:cubicBezTo>
                      <a:pt x="1348" y="306"/>
                      <a:pt x="1301" y="194"/>
                      <a:pt x="1225" y="194"/>
                    </a:cubicBezTo>
                    <a:close/>
                    <a:moveTo>
                      <a:pt x="2793" y="393"/>
                    </a:moveTo>
                    <a:cubicBezTo>
                      <a:pt x="2724" y="393"/>
                      <a:pt x="2668" y="486"/>
                      <a:pt x="2734" y="546"/>
                    </a:cubicBezTo>
                    <a:cubicBezTo>
                      <a:pt x="2786" y="593"/>
                      <a:pt x="2839" y="642"/>
                      <a:pt x="2891" y="701"/>
                    </a:cubicBezTo>
                    <a:lnTo>
                      <a:pt x="2968" y="784"/>
                    </a:lnTo>
                    <a:cubicBezTo>
                      <a:pt x="2984" y="799"/>
                      <a:pt x="3008" y="812"/>
                      <a:pt x="3033" y="812"/>
                    </a:cubicBezTo>
                    <a:cubicBezTo>
                      <a:pt x="3107" y="812"/>
                      <a:pt x="3144" y="722"/>
                      <a:pt x="3095" y="670"/>
                    </a:cubicBezTo>
                    <a:cubicBezTo>
                      <a:pt x="3070" y="639"/>
                      <a:pt x="3045" y="611"/>
                      <a:pt x="3017" y="583"/>
                    </a:cubicBezTo>
                    <a:cubicBezTo>
                      <a:pt x="2962" y="522"/>
                      <a:pt x="2906" y="469"/>
                      <a:pt x="2851" y="417"/>
                    </a:cubicBezTo>
                    <a:cubicBezTo>
                      <a:pt x="2832" y="400"/>
                      <a:pt x="2812" y="393"/>
                      <a:pt x="2793" y="393"/>
                    </a:cubicBezTo>
                    <a:close/>
                    <a:moveTo>
                      <a:pt x="691" y="637"/>
                    </a:moveTo>
                    <a:cubicBezTo>
                      <a:pt x="672" y="637"/>
                      <a:pt x="651" y="644"/>
                      <a:pt x="633" y="661"/>
                    </a:cubicBezTo>
                    <a:cubicBezTo>
                      <a:pt x="556" y="741"/>
                      <a:pt x="482" y="830"/>
                      <a:pt x="408" y="926"/>
                    </a:cubicBezTo>
                    <a:cubicBezTo>
                      <a:pt x="377" y="963"/>
                      <a:pt x="383" y="1018"/>
                      <a:pt x="424" y="1046"/>
                    </a:cubicBezTo>
                    <a:cubicBezTo>
                      <a:pt x="439" y="1058"/>
                      <a:pt x="454" y="1065"/>
                      <a:pt x="476" y="1065"/>
                    </a:cubicBezTo>
                    <a:cubicBezTo>
                      <a:pt x="504" y="1065"/>
                      <a:pt x="528" y="1052"/>
                      <a:pt x="544" y="1031"/>
                    </a:cubicBezTo>
                    <a:cubicBezTo>
                      <a:pt x="615" y="938"/>
                      <a:pt x="686" y="852"/>
                      <a:pt x="760" y="775"/>
                    </a:cubicBezTo>
                    <a:cubicBezTo>
                      <a:pt x="809" y="711"/>
                      <a:pt x="754" y="637"/>
                      <a:pt x="691" y="637"/>
                    </a:cubicBezTo>
                    <a:close/>
                    <a:moveTo>
                      <a:pt x="5503" y="1071"/>
                    </a:moveTo>
                    <a:cubicBezTo>
                      <a:pt x="5386" y="1071"/>
                      <a:pt x="5269" y="1080"/>
                      <a:pt x="5152" y="1105"/>
                    </a:cubicBezTo>
                    <a:cubicBezTo>
                      <a:pt x="5047" y="1120"/>
                      <a:pt x="5059" y="1274"/>
                      <a:pt x="5167" y="1274"/>
                    </a:cubicBezTo>
                    <a:cubicBezTo>
                      <a:pt x="5173" y="1274"/>
                      <a:pt x="5180" y="1271"/>
                      <a:pt x="5183" y="1271"/>
                    </a:cubicBezTo>
                    <a:cubicBezTo>
                      <a:pt x="5279" y="1255"/>
                      <a:pt x="5376" y="1243"/>
                      <a:pt x="5473" y="1243"/>
                    </a:cubicBezTo>
                    <a:cubicBezTo>
                      <a:pt x="5484" y="1243"/>
                      <a:pt x="5495" y="1243"/>
                      <a:pt x="5506" y="1243"/>
                    </a:cubicBezTo>
                    <a:cubicBezTo>
                      <a:pt x="5553" y="1243"/>
                      <a:pt x="5593" y="1203"/>
                      <a:pt x="5593" y="1157"/>
                    </a:cubicBezTo>
                    <a:cubicBezTo>
                      <a:pt x="5590" y="1108"/>
                      <a:pt x="5553" y="1071"/>
                      <a:pt x="5503" y="1071"/>
                    </a:cubicBezTo>
                    <a:close/>
                    <a:moveTo>
                      <a:pt x="3254" y="895"/>
                    </a:moveTo>
                    <a:cubicBezTo>
                      <a:pt x="3189" y="895"/>
                      <a:pt x="3131" y="972"/>
                      <a:pt x="3187" y="1037"/>
                    </a:cubicBezTo>
                    <a:cubicBezTo>
                      <a:pt x="3261" y="1129"/>
                      <a:pt x="3329" y="1222"/>
                      <a:pt x="3391" y="1308"/>
                    </a:cubicBezTo>
                    <a:cubicBezTo>
                      <a:pt x="3406" y="1330"/>
                      <a:pt x="3434" y="1345"/>
                      <a:pt x="3462" y="1345"/>
                    </a:cubicBezTo>
                    <a:cubicBezTo>
                      <a:pt x="3480" y="1345"/>
                      <a:pt x="3495" y="1339"/>
                      <a:pt x="3511" y="1327"/>
                    </a:cubicBezTo>
                    <a:cubicBezTo>
                      <a:pt x="3548" y="1299"/>
                      <a:pt x="3557" y="1247"/>
                      <a:pt x="3533" y="1210"/>
                    </a:cubicBezTo>
                    <a:cubicBezTo>
                      <a:pt x="3468" y="1117"/>
                      <a:pt x="3400" y="1024"/>
                      <a:pt x="3323" y="932"/>
                    </a:cubicBezTo>
                    <a:cubicBezTo>
                      <a:pt x="3303" y="906"/>
                      <a:pt x="3278" y="895"/>
                      <a:pt x="3254" y="895"/>
                    </a:cubicBezTo>
                    <a:close/>
                    <a:moveTo>
                      <a:pt x="5845" y="1100"/>
                    </a:moveTo>
                    <a:cubicBezTo>
                      <a:pt x="5747" y="1100"/>
                      <a:pt x="5725" y="1254"/>
                      <a:pt x="5833" y="1271"/>
                    </a:cubicBezTo>
                    <a:cubicBezTo>
                      <a:pt x="5877" y="1277"/>
                      <a:pt x="5917" y="1287"/>
                      <a:pt x="5960" y="1296"/>
                    </a:cubicBezTo>
                    <a:cubicBezTo>
                      <a:pt x="6028" y="1311"/>
                      <a:pt x="6092" y="1330"/>
                      <a:pt x="6154" y="1348"/>
                    </a:cubicBezTo>
                    <a:cubicBezTo>
                      <a:pt x="6163" y="1351"/>
                      <a:pt x="6173" y="1351"/>
                      <a:pt x="6182" y="1351"/>
                    </a:cubicBezTo>
                    <a:lnTo>
                      <a:pt x="6179" y="1351"/>
                    </a:lnTo>
                    <a:cubicBezTo>
                      <a:pt x="6180" y="1351"/>
                      <a:pt x="6181" y="1351"/>
                      <a:pt x="6182" y="1351"/>
                    </a:cubicBezTo>
                    <a:cubicBezTo>
                      <a:pt x="6278" y="1351"/>
                      <a:pt x="6298" y="1215"/>
                      <a:pt x="6207" y="1185"/>
                    </a:cubicBezTo>
                    <a:cubicBezTo>
                      <a:pt x="6139" y="1163"/>
                      <a:pt x="6071" y="1145"/>
                      <a:pt x="6000" y="1129"/>
                    </a:cubicBezTo>
                    <a:cubicBezTo>
                      <a:pt x="5951" y="1117"/>
                      <a:pt x="5907" y="1108"/>
                      <a:pt x="5861" y="1102"/>
                    </a:cubicBezTo>
                    <a:cubicBezTo>
                      <a:pt x="5855" y="1101"/>
                      <a:pt x="5850" y="1100"/>
                      <a:pt x="5845" y="1100"/>
                    </a:cubicBezTo>
                    <a:close/>
                    <a:moveTo>
                      <a:pt x="4842" y="1199"/>
                    </a:moveTo>
                    <a:cubicBezTo>
                      <a:pt x="4831" y="1199"/>
                      <a:pt x="4819" y="1201"/>
                      <a:pt x="4806" y="1206"/>
                    </a:cubicBezTo>
                    <a:cubicBezTo>
                      <a:pt x="4695" y="1250"/>
                      <a:pt x="4590" y="1308"/>
                      <a:pt x="4492" y="1373"/>
                    </a:cubicBezTo>
                    <a:cubicBezTo>
                      <a:pt x="4421" y="1419"/>
                      <a:pt x="4452" y="1530"/>
                      <a:pt x="4538" y="1530"/>
                    </a:cubicBezTo>
                    <a:cubicBezTo>
                      <a:pt x="4553" y="1530"/>
                      <a:pt x="4572" y="1527"/>
                      <a:pt x="4584" y="1518"/>
                    </a:cubicBezTo>
                    <a:cubicBezTo>
                      <a:pt x="4677" y="1456"/>
                      <a:pt x="4772" y="1404"/>
                      <a:pt x="4871" y="1364"/>
                    </a:cubicBezTo>
                    <a:cubicBezTo>
                      <a:pt x="4963" y="1326"/>
                      <a:pt x="4924" y="1199"/>
                      <a:pt x="4842" y="1199"/>
                    </a:cubicBezTo>
                    <a:close/>
                    <a:moveTo>
                      <a:pt x="273" y="1172"/>
                    </a:moveTo>
                    <a:cubicBezTo>
                      <a:pt x="248" y="1172"/>
                      <a:pt x="223" y="1184"/>
                      <a:pt x="205" y="1213"/>
                    </a:cubicBezTo>
                    <a:cubicBezTo>
                      <a:pt x="87" y="1388"/>
                      <a:pt x="26" y="1509"/>
                      <a:pt x="23" y="1515"/>
                    </a:cubicBezTo>
                    <a:cubicBezTo>
                      <a:pt x="1" y="1558"/>
                      <a:pt x="20" y="1610"/>
                      <a:pt x="63" y="1632"/>
                    </a:cubicBezTo>
                    <a:cubicBezTo>
                      <a:pt x="72" y="1638"/>
                      <a:pt x="87" y="1641"/>
                      <a:pt x="100" y="1641"/>
                    </a:cubicBezTo>
                    <a:lnTo>
                      <a:pt x="103" y="1641"/>
                    </a:lnTo>
                    <a:cubicBezTo>
                      <a:pt x="134" y="1638"/>
                      <a:pt x="161" y="1620"/>
                      <a:pt x="177" y="1592"/>
                    </a:cubicBezTo>
                    <a:cubicBezTo>
                      <a:pt x="229" y="1493"/>
                      <a:pt x="285" y="1398"/>
                      <a:pt x="346" y="1305"/>
                    </a:cubicBezTo>
                    <a:cubicBezTo>
                      <a:pt x="390" y="1238"/>
                      <a:pt x="333" y="1172"/>
                      <a:pt x="273" y="1172"/>
                    </a:cubicBezTo>
                    <a:close/>
                    <a:moveTo>
                      <a:pt x="6490" y="1316"/>
                    </a:moveTo>
                    <a:cubicBezTo>
                      <a:pt x="6411" y="1316"/>
                      <a:pt x="6363" y="1434"/>
                      <a:pt x="6453" y="1478"/>
                    </a:cubicBezTo>
                    <a:cubicBezTo>
                      <a:pt x="6546" y="1530"/>
                      <a:pt x="6635" y="1595"/>
                      <a:pt x="6715" y="1666"/>
                    </a:cubicBezTo>
                    <a:cubicBezTo>
                      <a:pt x="6731" y="1678"/>
                      <a:pt x="6753" y="1688"/>
                      <a:pt x="6774" y="1688"/>
                    </a:cubicBezTo>
                    <a:cubicBezTo>
                      <a:pt x="6851" y="1688"/>
                      <a:pt x="6888" y="1589"/>
                      <a:pt x="6830" y="1536"/>
                    </a:cubicBezTo>
                    <a:cubicBezTo>
                      <a:pt x="6740" y="1456"/>
                      <a:pt x="6641" y="1388"/>
                      <a:pt x="6537" y="1330"/>
                    </a:cubicBezTo>
                    <a:cubicBezTo>
                      <a:pt x="6520" y="1320"/>
                      <a:pt x="6504" y="1316"/>
                      <a:pt x="6490" y="1316"/>
                    </a:cubicBezTo>
                    <a:close/>
                    <a:moveTo>
                      <a:pt x="3651" y="1462"/>
                    </a:moveTo>
                    <a:cubicBezTo>
                      <a:pt x="3593" y="1462"/>
                      <a:pt x="3536" y="1523"/>
                      <a:pt x="3573" y="1589"/>
                    </a:cubicBezTo>
                    <a:cubicBezTo>
                      <a:pt x="3628" y="1684"/>
                      <a:pt x="3681" y="1783"/>
                      <a:pt x="3727" y="1885"/>
                    </a:cubicBezTo>
                    <a:cubicBezTo>
                      <a:pt x="3739" y="1916"/>
                      <a:pt x="3770" y="1937"/>
                      <a:pt x="3804" y="1937"/>
                    </a:cubicBezTo>
                    <a:cubicBezTo>
                      <a:pt x="3866" y="1934"/>
                      <a:pt x="3906" y="1873"/>
                      <a:pt x="3881" y="1817"/>
                    </a:cubicBezTo>
                    <a:cubicBezTo>
                      <a:pt x="3835" y="1709"/>
                      <a:pt x="3779" y="1604"/>
                      <a:pt x="3721" y="1503"/>
                    </a:cubicBezTo>
                    <a:cubicBezTo>
                      <a:pt x="3703" y="1474"/>
                      <a:pt x="3677" y="1462"/>
                      <a:pt x="3651" y="1462"/>
                    </a:cubicBezTo>
                    <a:close/>
                    <a:moveTo>
                      <a:pt x="4273" y="1572"/>
                    </a:moveTo>
                    <a:cubicBezTo>
                      <a:pt x="4253" y="1572"/>
                      <a:pt x="4232" y="1580"/>
                      <a:pt x="4214" y="1598"/>
                    </a:cubicBezTo>
                    <a:cubicBezTo>
                      <a:pt x="4128" y="1681"/>
                      <a:pt x="4048" y="1771"/>
                      <a:pt x="3977" y="1866"/>
                    </a:cubicBezTo>
                    <a:cubicBezTo>
                      <a:pt x="3949" y="1903"/>
                      <a:pt x="3958" y="1956"/>
                      <a:pt x="3995" y="1987"/>
                    </a:cubicBezTo>
                    <a:cubicBezTo>
                      <a:pt x="4011" y="1996"/>
                      <a:pt x="4029" y="2002"/>
                      <a:pt x="4048" y="2002"/>
                    </a:cubicBezTo>
                    <a:cubicBezTo>
                      <a:pt x="4072" y="2002"/>
                      <a:pt x="4100" y="1990"/>
                      <a:pt x="4115" y="1968"/>
                    </a:cubicBezTo>
                    <a:cubicBezTo>
                      <a:pt x="4180" y="1879"/>
                      <a:pt x="4251" y="1799"/>
                      <a:pt x="4331" y="1721"/>
                    </a:cubicBezTo>
                    <a:cubicBezTo>
                      <a:pt x="4396" y="1660"/>
                      <a:pt x="4339" y="1572"/>
                      <a:pt x="4273" y="1572"/>
                    </a:cubicBezTo>
                    <a:close/>
                    <a:moveTo>
                      <a:pt x="7005" y="1768"/>
                    </a:moveTo>
                    <a:cubicBezTo>
                      <a:pt x="6943" y="1768"/>
                      <a:pt x="6886" y="1837"/>
                      <a:pt x="6934" y="1903"/>
                    </a:cubicBezTo>
                    <a:cubicBezTo>
                      <a:pt x="6999" y="1993"/>
                      <a:pt x="7052" y="2085"/>
                      <a:pt x="7095" y="2187"/>
                    </a:cubicBezTo>
                    <a:cubicBezTo>
                      <a:pt x="7110" y="2215"/>
                      <a:pt x="7138" y="2237"/>
                      <a:pt x="7172" y="2237"/>
                    </a:cubicBezTo>
                    <a:lnTo>
                      <a:pt x="7175" y="2237"/>
                    </a:lnTo>
                    <a:cubicBezTo>
                      <a:pt x="7237" y="2237"/>
                      <a:pt x="7277" y="2172"/>
                      <a:pt x="7252" y="2116"/>
                    </a:cubicBezTo>
                    <a:cubicBezTo>
                      <a:pt x="7203" y="2005"/>
                      <a:pt x="7144" y="1900"/>
                      <a:pt x="7073" y="1805"/>
                    </a:cubicBezTo>
                    <a:cubicBezTo>
                      <a:pt x="7054" y="1779"/>
                      <a:pt x="7029" y="1768"/>
                      <a:pt x="7005" y="1768"/>
                    </a:cubicBezTo>
                    <a:close/>
                    <a:moveTo>
                      <a:pt x="8677" y="2061"/>
                    </a:moveTo>
                    <a:cubicBezTo>
                      <a:pt x="8557" y="2064"/>
                      <a:pt x="8437" y="2082"/>
                      <a:pt x="8322" y="2113"/>
                    </a:cubicBezTo>
                    <a:cubicBezTo>
                      <a:pt x="8224" y="2141"/>
                      <a:pt x="8242" y="2283"/>
                      <a:pt x="8344" y="2283"/>
                    </a:cubicBezTo>
                    <a:cubicBezTo>
                      <a:pt x="8350" y="2283"/>
                      <a:pt x="8356" y="2283"/>
                      <a:pt x="8366" y="2280"/>
                    </a:cubicBezTo>
                    <a:cubicBezTo>
                      <a:pt x="8467" y="2252"/>
                      <a:pt x="8575" y="2237"/>
                      <a:pt x="8683" y="2233"/>
                    </a:cubicBezTo>
                    <a:cubicBezTo>
                      <a:pt x="8730" y="2230"/>
                      <a:pt x="8767" y="2190"/>
                      <a:pt x="8767" y="2144"/>
                    </a:cubicBezTo>
                    <a:cubicBezTo>
                      <a:pt x="8763" y="2098"/>
                      <a:pt x="8723" y="2061"/>
                      <a:pt x="8677" y="2061"/>
                    </a:cubicBezTo>
                    <a:close/>
                    <a:moveTo>
                      <a:pt x="9017" y="2095"/>
                    </a:moveTo>
                    <a:cubicBezTo>
                      <a:pt x="8925" y="2095"/>
                      <a:pt x="8898" y="2242"/>
                      <a:pt x="9001" y="2264"/>
                    </a:cubicBezTo>
                    <a:cubicBezTo>
                      <a:pt x="9106" y="2289"/>
                      <a:pt x="9208" y="2326"/>
                      <a:pt x="9303" y="2375"/>
                    </a:cubicBezTo>
                    <a:cubicBezTo>
                      <a:pt x="9312" y="2382"/>
                      <a:pt x="9328" y="2385"/>
                      <a:pt x="9340" y="2385"/>
                    </a:cubicBezTo>
                    <a:lnTo>
                      <a:pt x="9343" y="2385"/>
                    </a:lnTo>
                    <a:cubicBezTo>
                      <a:pt x="9430" y="2385"/>
                      <a:pt x="9461" y="2264"/>
                      <a:pt x="9380" y="2224"/>
                    </a:cubicBezTo>
                    <a:cubicBezTo>
                      <a:pt x="9272" y="2169"/>
                      <a:pt x="9158" y="2126"/>
                      <a:pt x="9041" y="2098"/>
                    </a:cubicBezTo>
                    <a:cubicBezTo>
                      <a:pt x="9033" y="2096"/>
                      <a:pt x="9025" y="2095"/>
                      <a:pt x="9017" y="2095"/>
                    </a:cubicBezTo>
                    <a:close/>
                    <a:moveTo>
                      <a:pt x="8026" y="2230"/>
                    </a:moveTo>
                    <a:cubicBezTo>
                      <a:pt x="8013" y="2230"/>
                      <a:pt x="8000" y="2233"/>
                      <a:pt x="7986" y="2240"/>
                    </a:cubicBezTo>
                    <a:cubicBezTo>
                      <a:pt x="7878" y="2292"/>
                      <a:pt x="7776" y="2351"/>
                      <a:pt x="7678" y="2419"/>
                    </a:cubicBezTo>
                    <a:cubicBezTo>
                      <a:pt x="7610" y="2468"/>
                      <a:pt x="7644" y="2576"/>
                      <a:pt x="7727" y="2576"/>
                    </a:cubicBezTo>
                    <a:cubicBezTo>
                      <a:pt x="7746" y="2576"/>
                      <a:pt x="7761" y="2570"/>
                      <a:pt x="7776" y="2560"/>
                    </a:cubicBezTo>
                    <a:cubicBezTo>
                      <a:pt x="7866" y="2499"/>
                      <a:pt x="7962" y="2443"/>
                      <a:pt x="8060" y="2394"/>
                    </a:cubicBezTo>
                    <a:cubicBezTo>
                      <a:pt x="8151" y="2351"/>
                      <a:pt x="8106" y="2230"/>
                      <a:pt x="8026" y="2230"/>
                    </a:cubicBezTo>
                    <a:close/>
                    <a:moveTo>
                      <a:pt x="3919" y="2086"/>
                    </a:moveTo>
                    <a:cubicBezTo>
                      <a:pt x="3911" y="2086"/>
                      <a:pt x="3904" y="2087"/>
                      <a:pt x="3896" y="2089"/>
                    </a:cubicBezTo>
                    <a:cubicBezTo>
                      <a:pt x="3859" y="2113"/>
                      <a:pt x="3822" y="2138"/>
                      <a:pt x="3789" y="2166"/>
                    </a:cubicBezTo>
                    <a:cubicBezTo>
                      <a:pt x="3730" y="2271"/>
                      <a:pt x="3684" y="2382"/>
                      <a:pt x="3647" y="2496"/>
                    </a:cubicBezTo>
                    <a:cubicBezTo>
                      <a:pt x="3631" y="2539"/>
                      <a:pt x="3656" y="2588"/>
                      <a:pt x="3702" y="2604"/>
                    </a:cubicBezTo>
                    <a:cubicBezTo>
                      <a:pt x="3711" y="2604"/>
                      <a:pt x="3721" y="2607"/>
                      <a:pt x="3730" y="2607"/>
                    </a:cubicBezTo>
                    <a:cubicBezTo>
                      <a:pt x="3767" y="2607"/>
                      <a:pt x="3798" y="2582"/>
                      <a:pt x="3810" y="2545"/>
                    </a:cubicBezTo>
                    <a:cubicBezTo>
                      <a:pt x="3829" y="2489"/>
                      <a:pt x="3850" y="2431"/>
                      <a:pt x="3875" y="2378"/>
                    </a:cubicBezTo>
                    <a:cubicBezTo>
                      <a:pt x="3881" y="2422"/>
                      <a:pt x="3884" y="2465"/>
                      <a:pt x="3884" y="2511"/>
                    </a:cubicBezTo>
                    <a:cubicBezTo>
                      <a:pt x="3884" y="2556"/>
                      <a:pt x="3921" y="2595"/>
                      <a:pt x="3965" y="2595"/>
                    </a:cubicBezTo>
                    <a:cubicBezTo>
                      <a:pt x="3967" y="2595"/>
                      <a:pt x="3969" y="2594"/>
                      <a:pt x="3970" y="2594"/>
                    </a:cubicBezTo>
                    <a:cubicBezTo>
                      <a:pt x="4020" y="2594"/>
                      <a:pt x="4057" y="2554"/>
                      <a:pt x="4057" y="2508"/>
                    </a:cubicBezTo>
                    <a:cubicBezTo>
                      <a:pt x="4051" y="2388"/>
                      <a:pt x="4035" y="2267"/>
                      <a:pt x="4001" y="2150"/>
                    </a:cubicBezTo>
                    <a:cubicBezTo>
                      <a:pt x="3991" y="2111"/>
                      <a:pt x="3957" y="2086"/>
                      <a:pt x="3919" y="2086"/>
                    </a:cubicBezTo>
                    <a:close/>
                    <a:moveTo>
                      <a:pt x="9628" y="2400"/>
                    </a:moveTo>
                    <a:cubicBezTo>
                      <a:pt x="9557" y="2400"/>
                      <a:pt x="9503" y="2500"/>
                      <a:pt x="9578" y="2557"/>
                    </a:cubicBezTo>
                    <a:cubicBezTo>
                      <a:pt x="9667" y="2625"/>
                      <a:pt x="9754" y="2696"/>
                      <a:pt x="9834" y="2770"/>
                    </a:cubicBezTo>
                    <a:cubicBezTo>
                      <a:pt x="9849" y="2786"/>
                      <a:pt x="9868" y="2792"/>
                      <a:pt x="9889" y="2792"/>
                    </a:cubicBezTo>
                    <a:lnTo>
                      <a:pt x="9892" y="2792"/>
                    </a:lnTo>
                    <a:cubicBezTo>
                      <a:pt x="9969" y="2792"/>
                      <a:pt x="10006" y="2696"/>
                      <a:pt x="9948" y="2644"/>
                    </a:cubicBezTo>
                    <a:cubicBezTo>
                      <a:pt x="9865" y="2567"/>
                      <a:pt x="9775" y="2493"/>
                      <a:pt x="9679" y="2419"/>
                    </a:cubicBezTo>
                    <a:cubicBezTo>
                      <a:pt x="9662" y="2406"/>
                      <a:pt x="9645" y="2400"/>
                      <a:pt x="9628" y="2400"/>
                    </a:cubicBezTo>
                    <a:close/>
                    <a:moveTo>
                      <a:pt x="7284" y="2391"/>
                    </a:moveTo>
                    <a:cubicBezTo>
                      <a:pt x="7276" y="2391"/>
                      <a:pt x="7269" y="2392"/>
                      <a:pt x="7261" y="2394"/>
                    </a:cubicBezTo>
                    <a:cubicBezTo>
                      <a:pt x="7215" y="2403"/>
                      <a:pt x="7187" y="2449"/>
                      <a:pt x="7200" y="2496"/>
                    </a:cubicBezTo>
                    <a:cubicBezTo>
                      <a:pt x="7221" y="2594"/>
                      <a:pt x="7237" y="2696"/>
                      <a:pt x="7243" y="2801"/>
                    </a:cubicBezTo>
                    <a:cubicBezTo>
                      <a:pt x="7215" y="2832"/>
                      <a:pt x="7184" y="2863"/>
                      <a:pt x="7160" y="2897"/>
                    </a:cubicBezTo>
                    <a:cubicBezTo>
                      <a:pt x="7129" y="2934"/>
                      <a:pt x="7132" y="2986"/>
                      <a:pt x="7169" y="3017"/>
                    </a:cubicBezTo>
                    <a:cubicBezTo>
                      <a:pt x="7184" y="3029"/>
                      <a:pt x="7203" y="3035"/>
                      <a:pt x="7224" y="3038"/>
                    </a:cubicBezTo>
                    <a:cubicBezTo>
                      <a:pt x="7249" y="3038"/>
                      <a:pt x="7274" y="3026"/>
                      <a:pt x="7292" y="3005"/>
                    </a:cubicBezTo>
                    <a:cubicBezTo>
                      <a:pt x="7360" y="2921"/>
                      <a:pt x="7437" y="2841"/>
                      <a:pt x="7517" y="2767"/>
                    </a:cubicBezTo>
                    <a:cubicBezTo>
                      <a:pt x="7587" y="2707"/>
                      <a:pt x="7530" y="2614"/>
                      <a:pt x="7462" y="2614"/>
                    </a:cubicBezTo>
                    <a:cubicBezTo>
                      <a:pt x="7443" y="2614"/>
                      <a:pt x="7422" y="2622"/>
                      <a:pt x="7403" y="2641"/>
                    </a:cubicBezTo>
                    <a:lnTo>
                      <a:pt x="7400" y="2644"/>
                    </a:lnTo>
                    <a:cubicBezTo>
                      <a:pt x="7391" y="2579"/>
                      <a:pt x="7379" y="2517"/>
                      <a:pt x="7366" y="2456"/>
                    </a:cubicBezTo>
                    <a:cubicBezTo>
                      <a:pt x="7356" y="2417"/>
                      <a:pt x="7322" y="2391"/>
                      <a:pt x="7284" y="2391"/>
                    </a:cubicBezTo>
                    <a:close/>
                    <a:moveTo>
                      <a:pt x="3904" y="2757"/>
                    </a:moveTo>
                    <a:cubicBezTo>
                      <a:pt x="3876" y="2757"/>
                      <a:pt x="3849" y="2771"/>
                      <a:pt x="3832" y="2804"/>
                    </a:cubicBezTo>
                    <a:cubicBezTo>
                      <a:pt x="3804" y="2860"/>
                      <a:pt x="3770" y="2875"/>
                      <a:pt x="3770" y="2875"/>
                    </a:cubicBezTo>
                    <a:cubicBezTo>
                      <a:pt x="3770" y="2875"/>
                      <a:pt x="3769" y="2878"/>
                      <a:pt x="3769" y="2878"/>
                    </a:cubicBezTo>
                    <a:cubicBezTo>
                      <a:pt x="3767" y="2878"/>
                      <a:pt x="3766" y="2872"/>
                      <a:pt x="3764" y="2847"/>
                    </a:cubicBezTo>
                    <a:cubicBezTo>
                      <a:pt x="3757" y="2796"/>
                      <a:pt x="3718" y="2772"/>
                      <a:pt x="3679" y="2772"/>
                    </a:cubicBezTo>
                    <a:cubicBezTo>
                      <a:pt x="3632" y="2772"/>
                      <a:pt x="3584" y="2806"/>
                      <a:pt x="3591" y="2869"/>
                    </a:cubicBezTo>
                    <a:cubicBezTo>
                      <a:pt x="3594" y="2906"/>
                      <a:pt x="3610" y="2943"/>
                      <a:pt x="3631" y="2977"/>
                    </a:cubicBezTo>
                    <a:cubicBezTo>
                      <a:pt x="3662" y="3020"/>
                      <a:pt x="3711" y="3048"/>
                      <a:pt x="3767" y="3048"/>
                    </a:cubicBezTo>
                    <a:cubicBezTo>
                      <a:pt x="3850" y="3048"/>
                      <a:pt x="3927" y="2986"/>
                      <a:pt x="3983" y="2884"/>
                    </a:cubicBezTo>
                    <a:cubicBezTo>
                      <a:pt x="4018" y="2816"/>
                      <a:pt x="3961" y="2757"/>
                      <a:pt x="3904" y="2757"/>
                    </a:cubicBezTo>
                    <a:close/>
                    <a:moveTo>
                      <a:pt x="10131" y="2862"/>
                    </a:moveTo>
                    <a:cubicBezTo>
                      <a:pt x="10068" y="2862"/>
                      <a:pt x="10010" y="2940"/>
                      <a:pt x="10065" y="3005"/>
                    </a:cubicBezTo>
                    <a:cubicBezTo>
                      <a:pt x="10139" y="3088"/>
                      <a:pt x="10207" y="3177"/>
                      <a:pt x="10269" y="3270"/>
                    </a:cubicBezTo>
                    <a:cubicBezTo>
                      <a:pt x="10284" y="3291"/>
                      <a:pt x="10312" y="3307"/>
                      <a:pt x="10340" y="3307"/>
                    </a:cubicBezTo>
                    <a:lnTo>
                      <a:pt x="10340" y="3310"/>
                    </a:lnTo>
                    <a:cubicBezTo>
                      <a:pt x="10355" y="3307"/>
                      <a:pt x="10373" y="3301"/>
                      <a:pt x="10389" y="3291"/>
                    </a:cubicBezTo>
                    <a:cubicBezTo>
                      <a:pt x="10426" y="3264"/>
                      <a:pt x="10438" y="3211"/>
                      <a:pt x="10410" y="3174"/>
                    </a:cubicBezTo>
                    <a:cubicBezTo>
                      <a:pt x="10346" y="3075"/>
                      <a:pt x="10272" y="2983"/>
                      <a:pt x="10195" y="2894"/>
                    </a:cubicBezTo>
                    <a:cubicBezTo>
                      <a:pt x="10176" y="2871"/>
                      <a:pt x="10153" y="2862"/>
                      <a:pt x="10131" y="2862"/>
                    </a:cubicBezTo>
                    <a:close/>
                    <a:moveTo>
                      <a:pt x="7315" y="3069"/>
                    </a:moveTo>
                    <a:cubicBezTo>
                      <a:pt x="7273" y="3069"/>
                      <a:pt x="7233" y="3101"/>
                      <a:pt x="7231" y="3143"/>
                    </a:cubicBezTo>
                    <a:cubicBezTo>
                      <a:pt x="7215" y="3248"/>
                      <a:pt x="7187" y="3347"/>
                      <a:pt x="7141" y="3443"/>
                    </a:cubicBezTo>
                    <a:cubicBezTo>
                      <a:pt x="7120" y="3483"/>
                      <a:pt x="7135" y="3535"/>
                      <a:pt x="7175" y="3557"/>
                    </a:cubicBezTo>
                    <a:cubicBezTo>
                      <a:pt x="7187" y="3563"/>
                      <a:pt x="7203" y="3566"/>
                      <a:pt x="7218" y="3569"/>
                    </a:cubicBezTo>
                    <a:cubicBezTo>
                      <a:pt x="7249" y="3569"/>
                      <a:pt x="7277" y="3550"/>
                      <a:pt x="7292" y="3523"/>
                    </a:cubicBezTo>
                    <a:cubicBezTo>
                      <a:pt x="7348" y="3412"/>
                      <a:pt x="7385" y="3291"/>
                      <a:pt x="7400" y="3168"/>
                    </a:cubicBezTo>
                    <a:cubicBezTo>
                      <a:pt x="7406" y="3122"/>
                      <a:pt x="7372" y="3079"/>
                      <a:pt x="7326" y="3069"/>
                    </a:cubicBezTo>
                    <a:cubicBezTo>
                      <a:pt x="7323" y="3069"/>
                      <a:pt x="7319" y="3069"/>
                      <a:pt x="7315" y="3069"/>
                    </a:cubicBezTo>
                    <a:close/>
                    <a:moveTo>
                      <a:pt x="7027" y="3148"/>
                    </a:moveTo>
                    <a:cubicBezTo>
                      <a:pt x="7000" y="3148"/>
                      <a:pt x="6973" y="3161"/>
                      <a:pt x="6956" y="3193"/>
                    </a:cubicBezTo>
                    <a:cubicBezTo>
                      <a:pt x="6901" y="3285"/>
                      <a:pt x="6867" y="3387"/>
                      <a:pt x="6860" y="3495"/>
                    </a:cubicBezTo>
                    <a:cubicBezTo>
                      <a:pt x="6860" y="3529"/>
                      <a:pt x="6867" y="3563"/>
                      <a:pt x="6882" y="3594"/>
                    </a:cubicBezTo>
                    <a:cubicBezTo>
                      <a:pt x="6894" y="3625"/>
                      <a:pt x="6925" y="3643"/>
                      <a:pt x="6959" y="3646"/>
                    </a:cubicBezTo>
                    <a:cubicBezTo>
                      <a:pt x="6971" y="3646"/>
                      <a:pt x="6984" y="3643"/>
                      <a:pt x="6993" y="3637"/>
                    </a:cubicBezTo>
                    <a:cubicBezTo>
                      <a:pt x="7036" y="3618"/>
                      <a:pt x="7055" y="3566"/>
                      <a:pt x="7036" y="3523"/>
                    </a:cubicBezTo>
                    <a:cubicBezTo>
                      <a:pt x="7033" y="3513"/>
                      <a:pt x="7030" y="3504"/>
                      <a:pt x="7033" y="3495"/>
                    </a:cubicBezTo>
                    <a:cubicBezTo>
                      <a:pt x="7033" y="3464"/>
                      <a:pt x="7042" y="3396"/>
                      <a:pt x="7107" y="3276"/>
                    </a:cubicBezTo>
                    <a:cubicBezTo>
                      <a:pt x="7143" y="3207"/>
                      <a:pt x="7085" y="3148"/>
                      <a:pt x="7027" y="3148"/>
                    </a:cubicBezTo>
                    <a:close/>
                    <a:moveTo>
                      <a:pt x="10512" y="3433"/>
                    </a:moveTo>
                    <a:cubicBezTo>
                      <a:pt x="10456" y="3433"/>
                      <a:pt x="10399" y="3489"/>
                      <a:pt x="10432" y="3557"/>
                    </a:cubicBezTo>
                    <a:cubicBezTo>
                      <a:pt x="10481" y="3655"/>
                      <a:pt x="10522" y="3757"/>
                      <a:pt x="10555" y="3862"/>
                    </a:cubicBezTo>
                    <a:cubicBezTo>
                      <a:pt x="10568" y="3899"/>
                      <a:pt x="10599" y="3921"/>
                      <a:pt x="10636" y="3924"/>
                    </a:cubicBezTo>
                    <a:cubicBezTo>
                      <a:pt x="10645" y="3921"/>
                      <a:pt x="10654" y="3921"/>
                      <a:pt x="10663" y="3918"/>
                    </a:cubicBezTo>
                    <a:cubicBezTo>
                      <a:pt x="10710" y="3905"/>
                      <a:pt x="10734" y="3856"/>
                      <a:pt x="10719" y="3810"/>
                    </a:cubicBezTo>
                    <a:cubicBezTo>
                      <a:pt x="10682" y="3699"/>
                      <a:pt x="10639" y="3587"/>
                      <a:pt x="10586" y="3483"/>
                    </a:cubicBezTo>
                    <a:cubicBezTo>
                      <a:pt x="10570" y="3447"/>
                      <a:pt x="10541" y="3433"/>
                      <a:pt x="10512" y="3433"/>
                    </a:cubicBezTo>
                    <a:close/>
                    <a:moveTo>
                      <a:pt x="10716" y="4086"/>
                    </a:moveTo>
                    <a:cubicBezTo>
                      <a:pt x="10711" y="4086"/>
                      <a:pt x="10706" y="4086"/>
                      <a:pt x="10700" y="4087"/>
                    </a:cubicBezTo>
                    <a:cubicBezTo>
                      <a:pt x="10654" y="4093"/>
                      <a:pt x="10620" y="4136"/>
                      <a:pt x="10626" y="4183"/>
                    </a:cubicBezTo>
                    <a:cubicBezTo>
                      <a:pt x="10636" y="4254"/>
                      <a:pt x="10642" y="4325"/>
                      <a:pt x="10642" y="4399"/>
                    </a:cubicBezTo>
                    <a:cubicBezTo>
                      <a:pt x="10642" y="4433"/>
                      <a:pt x="10642" y="4467"/>
                      <a:pt x="10639" y="4504"/>
                    </a:cubicBezTo>
                    <a:cubicBezTo>
                      <a:pt x="10633" y="4550"/>
                      <a:pt x="10666" y="4593"/>
                      <a:pt x="10713" y="4599"/>
                    </a:cubicBezTo>
                    <a:lnTo>
                      <a:pt x="10722" y="4599"/>
                    </a:lnTo>
                    <a:cubicBezTo>
                      <a:pt x="10765" y="4596"/>
                      <a:pt x="10802" y="4565"/>
                      <a:pt x="10808" y="4522"/>
                    </a:cubicBezTo>
                    <a:cubicBezTo>
                      <a:pt x="10811" y="4482"/>
                      <a:pt x="10815" y="4439"/>
                      <a:pt x="10815" y="4399"/>
                    </a:cubicBezTo>
                    <a:cubicBezTo>
                      <a:pt x="10815" y="4318"/>
                      <a:pt x="10808" y="4238"/>
                      <a:pt x="10796" y="4158"/>
                    </a:cubicBezTo>
                    <a:cubicBezTo>
                      <a:pt x="10793" y="4117"/>
                      <a:pt x="10756" y="4086"/>
                      <a:pt x="10716" y="408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3"/>
              <p:cNvSpPr/>
              <p:nvPr/>
            </p:nvSpPr>
            <p:spPr>
              <a:xfrm>
                <a:off x="148352" y="3736183"/>
                <a:ext cx="86504" cy="86286"/>
              </a:xfrm>
              <a:custGeom>
                <a:avLst/>
                <a:gdLst/>
                <a:ahLst/>
                <a:cxnLst/>
                <a:rect l="l" t="t" r="r" b="b"/>
                <a:pathLst>
                  <a:path w="1188" h="1185" extrusionOk="0">
                    <a:moveTo>
                      <a:pt x="596" y="170"/>
                    </a:moveTo>
                    <a:cubicBezTo>
                      <a:pt x="827" y="173"/>
                      <a:pt x="1015" y="361"/>
                      <a:pt x="1012" y="596"/>
                    </a:cubicBezTo>
                    <a:cubicBezTo>
                      <a:pt x="1009" y="827"/>
                      <a:pt x="824" y="1012"/>
                      <a:pt x="592" y="1015"/>
                    </a:cubicBezTo>
                    <a:cubicBezTo>
                      <a:pt x="364" y="1006"/>
                      <a:pt x="185" y="818"/>
                      <a:pt x="185" y="592"/>
                    </a:cubicBezTo>
                    <a:cubicBezTo>
                      <a:pt x="185" y="364"/>
                      <a:pt x="367" y="179"/>
                      <a:pt x="596" y="173"/>
                    </a:cubicBezTo>
                    <a:lnTo>
                      <a:pt x="596" y="170"/>
                    </a:lnTo>
                    <a:close/>
                    <a:moveTo>
                      <a:pt x="596" y="0"/>
                    </a:moveTo>
                    <a:cubicBezTo>
                      <a:pt x="269" y="0"/>
                      <a:pt x="0" y="262"/>
                      <a:pt x="0" y="592"/>
                    </a:cubicBezTo>
                    <a:cubicBezTo>
                      <a:pt x="0" y="919"/>
                      <a:pt x="266" y="1185"/>
                      <a:pt x="592" y="1185"/>
                    </a:cubicBezTo>
                    <a:lnTo>
                      <a:pt x="596" y="1185"/>
                    </a:lnTo>
                    <a:cubicBezTo>
                      <a:pt x="923" y="1185"/>
                      <a:pt x="1188" y="919"/>
                      <a:pt x="1188" y="592"/>
                    </a:cubicBezTo>
                    <a:cubicBezTo>
                      <a:pt x="1188" y="262"/>
                      <a:pt x="923" y="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3"/>
              <p:cNvSpPr/>
              <p:nvPr/>
            </p:nvSpPr>
            <p:spPr>
              <a:xfrm>
                <a:off x="98895" y="3357080"/>
                <a:ext cx="161423" cy="148928"/>
              </a:xfrm>
              <a:custGeom>
                <a:avLst/>
                <a:gdLst/>
                <a:ahLst/>
                <a:cxnLst/>
                <a:rect l="l" t="t" r="r" b="b"/>
                <a:pathLst>
                  <a:path w="2558" h="2360" extrusionOk="0">
                    <a:moveTo>
                      <a:pt x="1855" y="179"/>
                    </a:moveTo>
                    <a:lnTo>
                      <a:pt x="1855" y="179"/>
                    </a:lnTo>
                    <a:cubicBezTo>
                      <a:pt x="1827" y="306"/>
                      <a:pt x="1771" y="531"/>
                      <a:pt x="1707" y="790"/>
                    </a:cubicBezTo>
                    <a:cubicBezTo>
                      <a:pt x="1583" y="710"/>
                      <a:pt x="1457" y="630"/>
                      <a:pt x="1330" y="553"/>
                    </a:cubicBezTo>
                    <a:cubicBezTo>
                      <a:pt x="1629" y="306"/>
                      <a:pt x="1781" y="213"/>
                      <a:pt x="1855" y="179"/>
                    </a:cubicBezTo>
                    <a:close/>
                    <a:moveTo>
                      <a:pt x="522" y="287"/>
                    </a:moveTo>
                    <a:cubicBezTo>
                      <a:pt x="704" y="374"/>
                      <a:pt x="880" y="469"/>
                      <a:pt x="1053" y="577"/>
                    </a:cubicBezTo>
                    <a:cubicBezTo>
                      <a:pt x="942" y="670"/>
                      <a:pt x="824" y="778"/>
                      <a:pt x="698" y="892"/>
                    </a:cubicBezTo>
                    <a:cubicBezTo>
                      <a:pt x="575" y="559"/>
                      <a:pt x="531" y="371"/>
                      <a:pt x="522" y="287"/>
                    </a:cubicBezTo>
                    <a:close/>
                    <a:moveTo>
                      <a:pt x="1811" y="1046"/>
                    </a:moveTo>
                    <a:cubicBezTo>
                      <a:pt x="2070" y="1219"/>
                      <a:pt x="2225" y="1330"/>
                      <a:pt x="2308" y="1398"/>
                    </a:cubicBezTo>
                    <a:cubicBezTo>
                      <a:pt x="2188" y="1413"/>
                      <a:pt x="1981" y="1438"/>
                      <a:pt x="1694" y="1462"/>
                    </a:cubicBezTo>
                    <a:cubicBezTo>
                      <a:pt x="1731" y="1336"/>
                      <a:pt x="1771" y="1197"/>
                      <a:pt x="1808" y="1046"/>
                    </a:cubicBezTo>
                    <a:close/>
                    <a:moveTo>
                      <a:pt x="1201" y="664"/>
                    </a:moveTo>
                    <a:cubicBezTo>
                      <a:pt x="1355" y="756"/>
                      <a:pt x="1515" y="855"/>
                      <a:pt x="1666" y="954"/>
                    </a:cubicBezTo>
                    <a:cubicBezTo>
                      <a:pt x="1617" y="1148"/>
                      <a:pt x="1571" y="1324"/>
                      <a:pt x="1525" y="1478"/>
                    </a:cubicBezTo>
                    <a:cubicBezTo>
                      <a:pt x="1336" y="1493"/>
                      <a:pt x="1136" y="1509"/>
                      <a:pt x="951" y="1521"/>
                    </a:cubicBezTo>
                    <a:cubicBezTo>
                      <a:pt x="883" y="1367"/>
                      <a:pt x="815" y="1210"/>
                      <a:pt x="757" y="1055"/>
                    </a:cubicBezTo>
                    <a:cubicBezTo>
                      <a:pt x="917" y="910"/>
                      <a:pt x="1065" y="778"/>
                      <a:pt x="1201" y="664"/>
                    </a:cubicBezTo>
                    <a:close/>
                    <a:moveTo>
                      <a:pt x="630" y="1173"/>
                    </a:moveTo>
                    <a:cubicBezTo>
                      <a:pt x="676" y="1293"/>
                      <a:pt x="726" y="1413"/>
                      <a:pt x="775" y="1530"/>
                    </a:cubicBezTo>
                    <a:cubicBezTo>
                      <a:pt x="613" y="1539"/>
                      <a:pt x="473" y="1543"/>
                      <a:pt x="370" y="1543"/>
                    </a:cubicBezTo>
                    <a:cubicBezTo>
                      <a:pt x="319" y="1543"/>
                      <a:pt x="276" y="1542"/>
                      <a:pt x="245" y="1540"/>
                    </a:cubicBezTo>
                    <a:cubicBezTo>
                      <a:pt x="337" y="1450"/>
                      <a:pt x="476" y="1317"/>
                      <a:pt x="630" y="1173"/>
                    </a:cubicBezTo>
                    <a:close/>
                    <a:moveTo>
                      <a:pt x="1472" y="1644"/>
                    </a:moveTo>
                    <a:lnTo>
                      <a:pt x="1472" y="1644"/>
                    </a:lnTo>
                    <a:cubicBezTo>
                      <a:pt x="1370" y="1981"/>
                      <a:pt x="1306" y="2116"/>
                      <a:pt x="1275" y="2172"/>
                    </a:cubicBezTo>
                    <a:cubicBezTo>
                      <a:pt x="1176" y="2015"/>
                      <a:pt x="1090" y="1848"/>
                      <a:pt x="1019" y="1678"/>
                    </a:cubicBezTo>
                    <a:cubicBezTo>
                      <a:pt x="1167" y="1672"/>
                      <a:pt x="1321" y="1657"/>
                      <a:pt x="1472" y="1644"/>
                    </a:cubicBezTo>
                    <a:close/>
                    <a:moveTo>
                      <a:pt x="1916" y="0"/>
                    </a:moveTo>
                    <a:cubicBezTo>
                      <a:pt x="1833" y="0"/>
                      <a:pt x="1673" y="53"/>
                      <a:pt x="1182" y="466"/>
                    </a:cubicBezTo>
                    <a:cubicBezTo>
                      <a:pt x="960" y="334"/>
                      <a:pt x="618" y="136"/>
                      <a:pt x="507" y="108"/>
                    </a:cubicBezTo>
                    <a:cubicBezTo>
                      <a:pt x="494" y="108"/>
                      <a:pt x="485" y="105"/>
                      <a:pt x="476" y="105"/>
                    </a:cubicBezTo>
                    <a:cubicBezTo>
                      <a:pt x="439" y="105"/>
                      <a:pt x="408" y="124"/>
                      <a:pt x="386" y="155"/>
                    </a:cubicBezTo>
                    <a:cubicBezTo>
                      <a:pt x="359" y="192"/>
                      <a:pt x="297" y="281"/>
                      <a:pt x="568" y="1009"/>
                    </a:cubicBezTo>
                    <a:cubicBezTo>
                      <a:pt x="328" y="1231"/>
                      <a:pt x="118" y="1435"/>
                      <a:pt x="38" y="1515"/>
                    </a:cubicBezTo>
                    <a:cubicBezTo>
                      <a:pt x="10" y="1543"/>
                      <a:pt x="1" y="1583"/>
                      <a:pt x="13" y="1620"/>
                    </a:cubicBezTo>
                    <a:cubicBezTo>
                      <a:pt x="38" y="1681"/>
                      <a:pt x="93" y="1706"/>
                      <a:pt x="374" y="1706"/>
                    </a:cubicBezTo>
                    <a:cubicBezTo>
                      <a:pt x="497" y="1706"/>
                      <a:pt x="655" y="1700"/>
                      <a:pt x="846" y="1691"/>
                    </a:cubicBezTo>
                    <a:cubicBezTo>
                      <a:pt x="966" y="1959"/>
                      <a:pt x="1117" y="2271"/>
                      <a:pt x="1207" y="2338"/>
                    </a:cubicBezTo>
                    <a:cubicBezTo>
                      <a:pt x="1225" y="2351"/>
                      <a:pt x="1247" y="2360"/>
                      <a:pt x="1272" y="2360"/>
                    </a:cubicBezTo>
                    <a:lnTo>
                      <a:pt x="1275" y="2360"/>
                    </a:lnTo>
                    <a:cubicBezTo>
                      <a:pt x="1358" y="2360"/>
                      <a:pt x="1444" y="2304"/>
                      <a:pt x="1648" y="1629"/>
                    </a:cubicBezTo>
                    <a:cubicBezTo>
                      <a:pt x="1947" y="1604"/>
                      <a:pt x="2413" y="1555"/>
                      <a:pt x="2487" y="1530"/>
                    </a:cubicBezTo>
                    <a:cubicBezTo>
                      <a:pt x="2518" y="1515"/>
                      <a:pt x="2539" y="1487"/>
                      <a:pt x="2545" y="1456"/>
                    </a:cubicBezTo>
                    <a:cubicBezTo>
                      <a:pt x="2549" y="1398"/>
                      <a:pt x="2558" y="1339"/>
                      <a:pt x="1851" y="883"/>
                    </a:cubicBezTo>
                    <a:cubicBezTo>
                      <a:pt x="1959" y="466"/>
                      <a:pt x="2037" y="118"/>
                      <a:pt x="2037" y="115"/>
                    </a:cubicBezTo>
                    <a:cubicBezTo>
                      <a:pt x="2040" y="90"/>
                      <a:pt x="2033" y="62"/>
                      <a:pt x="2018" y="44"/>
                    </a:cubicBezTo>
                    <a:cubicBezTo>
                      <a:pt x="1990" y="16"/>
                      <a:pt x="1953" y="0"/>
                      <a:pt x="19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3"/>
              <p:cNvSpPr/>
              <p:nvPr/>
            </p:nvSpPr>
            <p:spPr>
              <a:xfrm>
                <a:off x="982653" y="4866108"/>
                <a:ext cx="114472" cy="115104"/>
              </a:xfrm>
              <a:custGeom>
                <a:avLst/>
                <a:gdLst/>
                <a:ahLst/>
                <a:cxnLst/>
                <a:rect l="l" t="t" r="r" b="b"/>
                <a:pathLst>
                  <a:path w="1814" h="1824" extrusionOk="0">
                    <a:moveTo>
                      <a:pt x="969" y="232"/>
                    </a:moveTo>
                    <a:cubicBezTo>
                      <a:pt x="993" y="309"/>
                      <a:pt x="1018" y="414"/>
                      <a:pt x="1034" y="482"/>
                    </a:cubicBezTo>
                    <a:cubicBezTo>
                      <a:pt x="1080" y="664"/>
                      <a:pt x="1089" y="704"/>
                      <a:pt x="1111" y="735"/>
                    </a:cubicBezTo>
                    <a:cubicBezTo>
                      <a:pt x="1135" y="766"/>
                      <a:pt x="1169" y="778"/>
                      <a:pt x="1348" y="843"/>
                    </a:cubicBezTo>
                    <a:cubicBezTo>
                      <a:pt x="1410" y="868"/>
                      <a:pt x="1509" y="901"/>
                      <a:pt x="1579" y="929"/>
                    </a:cubicBezTo>
                    <a:cubicBezTo>
                      <a:pt x="1478" y="975"/>
                      <a:pt x="1314" y="1037"/>
                      <a:pt x="1169" y="1090"/>
                    </a:cubicBezTo>
                    <a:cubicBezTo>
                      <a:pt x="1148" y="1096"/>
                      <a:pt x="1132" y="1111"/>
                      <a:pt x="1123" y="1133"/>
                    </a:cubicBezTo>
                    <a:cubicBezTo>
                      <a:pt x="1049" y="1299"/>
                      <a:pt x="960" y="1487"/>
                      <a:pt x="901" y="1592"/>
                    </a:cubicBezTo>
                    <a:cubicBezTo>
                      <a:pt x="861" y="1478"/>
                      <a:pt x="805" y="1278"/>
                      <a:pt x="762" y="1105"/>
                    </a:cubicBezTo>
                    <a:cubicBezTo>
                      <a:pt x="753" y="1071"/>
                      <a:pt x="728" y="1049"/>
                      <a:pt x="697" y="1043"/>
                    </a:cubicBezTo>
                    <a:cubicBezTo>
                      <a:pt x="528" y="1012"/>
                      <a:pt x="333" y="969"/>
                      <a:pt x="229" y="938"/>
                    </a:cubicBezTo>
                    <a:cubicBezTo>
                      <a:pt x="395" y="849"/>
                      <a:pt x="565" y="772"/>
                      <a:pt x="741" y="704"/>
                    </a:cubicBezTo>
                    <a:cubicBezTo>
                      <a:pt x="759" y="695"/>
                      <a:pt x="778" y="676"/>
                      <a:pt x="784" y="658"/>
                    </a:cubicBezTo>
                    <a:cubicBezTo>
                      <a:pt x="839" y="513"/>
                      <a:pt x="901" y="371"/>
                      <a:pt x="969" y="232"/>
                    </a:cubicBezTo>
                    <a:close/>
                    <a:moveTo>
                      <a:pt x="990" y="1"/>
                    </a:moveTo>
                    <a:cubicBezTo>
                      <a:pt x="941" y="1"/>
                      <a:pt x="867" y="1"/>
                      <a:pt x="648" y="571"/>
                    </a:cubicBezTo>
                    <a:cubicBezTo>
                      <a:pt x="40" y="815"/>
                      <a:pt x="19" y="895"/>
                      <a:pt x="10" y="929"/>
                    </a:cubicBezTo>
                    <a:cubicBezTo>
                      <a:pt x="0" y="957"/>
                      <a:pt x="6" y="985"/>
                      <a:pt x="22" y="1009"/>
                    </a:cubicBezTo>
                    <a:cubicBezTo>
                      <a:pt x="37" y="1031"/>
                      <a:pt x="84" y="1093"/>
                      <a:pt x="617" y="1198"/>
                    </a:cubicBezTo>
                    <a:cubicBezTo>
                      <a:pt x="774" y="1824"/>
                      <a:pt x="830" y="1824"/>
                      <a:pt x="892" y="1824"/>
                    </a:cubicBezTo>
                    <a:lnTo>
                      <a:pt x="898" y="1824"/>
                    </a:lnTo>
                    <a:cubicBezTo>
                      <a:pt x="944" y="1821"/>
                      <a:pt x="1000" y="1817"/>
                      <a:pt x="1259" y="1231"/>
                    </a:cubicBezTo>
                    <a:cubicBezTo>
                      <a:pt x="1416" y="1176"/>
                      <a:pt x="1718" y="1065"/>
                      <a:pt x="1783" y="1006"/>
                    </a:cubicBezTo>
                    <a:cubicBezTo>
                      <a:pt x="1805" y="985"/>
                      <a:pt x="1814" y="951"/>
                      <a:pt x="1811" y="920"/>
                    </a:cubicBezTo>
                    <a:cubicBezTo>
                      <a:pt x="1795" y="846"/>
                      <a:pt x="1715" y="806"/>
                      <a:pt x="1404" y="695"/>
                    </a:cubicBezTo>
                    <a:cubicBezTo>
                      <a:pt x="1345" y="673"/>
                      <a:pt x="1274" y="649"/>
                      <a:pt x="1243" y="633"/>
                    </a:cubicBezTo>
                    <a:cubicBezTo>
                      <a:pt x="1234" y="599"/>
                      <a:pt x="1212" y="516"/>
                      <a:pt x="1194" y="448"/>
                    </a:cubicBezTo>
                    <a:cubicBezTo>
                      <a:pt x="1141" y="229"/>
                      <a:pt x="1104" y="93"/>
                      <a:pt x="1067" y="41"/>
                    </a:cubicBezTo>
                    <a:cubicBezTo>
                      <a:pt x="1046" y="16"/>
                      <a:pt x="1018" y="4"/>
                      <a:pt x="99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1" name="Google Shape;201;p3"/>
              <p:cNvGrpSpPr/>
              <p:nvPr/>
            </p:nvGrpSpPr>
            <p:grpSpPr>
              <a:xfrm>
                <a:off x="373177" y="4802227"/>
                <a:ext cx="407881" cy="242857"/>
                <a:chOff x="78527" y="4008152"/>
                <a:chExt cx="407881" cy="242857"/>
              </a:xfrm>
            </p:grpSpPr>
            <p:sp>
              <p:nvSpPr>
                <p:cNvPr id="202" name="Google Shape;202;p3"/>
                <p:cNvSpPr/>
                <p:nvPr/>
              </p:nvSpPr>
              <p:spPr>
                <a:xfrm>
                  <a:off x="78527" y="4013042"/>
                  <a:ext cx="407881" cy="232406"/>
                </a:xfrm>
                <a:custGeom>
                  <a:avLst/>
                  <a:gdLst/>
                  <a:ahLst/>
                  <a:cxnLst/>
                  <a:rect l="l" t="t" r="r" b="b"/>
                  <a:pathLst>
                    <a:path w="6088" h="3469" extrusionOk="0">
                      <a:moveTo>
                        <a:pt x="3696" y="1"/>
                      </a:moveTo>
                      <a:cubicBezTo>
                        <a:pt x="3413" y="1"/>
                        <a:pt x="3163" y="158"/>
                        <a:pt x="2991" y="365"/>
                      </a:cubicBezTo>
                      <a:lnTo>
                        <a:pt x="2991" y="365"/>
                      </a:lnTo>
                      <a:cubicBezTo>
                        <a:pt x="2876" y="273"/>
                        <a:pt x="2725" y="190"/>
                        <a:pt x="2533" y="128"/>
                      </a:cubicBezTo>
                      <a:cubicBezTo>
                        <a:pt x="2372" y="75"/>
                        <a:pt x="2237" y="52"/>
                        <a:pt x="2122" y="52"/>
                      </a:cubicBezTo>
                      <a:cubicBezTo>
                        <a:pt x="1407" y="52"/>
                        <a:pt x="1530" y="951"/>
                        <a:pt x="1530" y="951"/>
                      </a:cubicBezTo>
                      <a:cubicBezTo>
                        <a:pt x="1457" y="907"/>
                        <a:pt x="1378" y="886"/>
                        <a:pt x="1298" y="886"/>
                      </a:cubicBezTo>
                      <a:cubicBezTo>
                        <a:pt x="694" y="886"/>
                        <a:pt x="1" y="2034"/>
                        <a:pt x="790" y="2617"/>
                      </a:cubicBezTo>
                      <a:cubicBezTo>
                        <a:pt x="1039" y="2800"/>
                        <a:pt x="1275" y="2883"/>
                        <a:pt x="1477" y="2895"/>
                      </a:cubicBezTo>
                      <a:lnTo>
                        <a:pt x="1477" y="2895"/>
                      </a:lnTo>
                      <a:cubicBezTo>
                        <a:pt x="1545" y="3200"/>
                        <a:pt x="1763" y="3463"/>
                        <a:pt x="2224" y="3468"/>
                      </a:cubicBezTo>
                      <a:cubicBezTo>
                        <a:pt x="2242" y="3468"/>
                        <a:pt x="2259" y="3468"/>
                        <a:pt x="2276" y="3468"/>
                      </a:cubicBezTo>
                      <a:cubicBezTo>
                        <a:pt x="2909" y="3468"/>
                        <a:pt x="3333" y="3322"/>
                        <a:pt x="3571" y="3105"/>
                      </a:cubicBezTo>
                      <a:lnTo>
                        <a:pt x="3571" y="3105"/>
                      </a:lnTo>
                      <a:cubicBezTo>
                        <a:pt x="3621" y="3172"/>
                        <a:pt x="3683" y="3237"/>
                        <a:pt x="3760" y="3298"/>
                      </a:cubicBezTo>
                      <a:cubicBezTo>
                        <a:pt x="3866" y="3382"/>
                        <a:pt x="3994" y="3419"/>
                        <a:pt x="4133" y="3419"/>
                      </a:cubicBezTo>
                      <a:cubicBezTo>
                        <a:pt x="4932" y="3419"/>
                        <a:pt x="6088" y="2177"/>
                        <a:pt x="5404" y="1457"/>
                      </a:cubicBezTo>
                      <a:cubicBezTo>
                        <a:pt x="5215" y="1258"/>
                        <a:pt x="5015" y="1183"/>
                        <a:pt x="4827" y="1183"/>
                      </a:cubicBezTo>
                      <a:cubicBezTo>
                        <a:pt x="4806" y="1183"/>
                        <a:pt x="4786" y="1184"/>
                        <a:pt x="4765" y="1185"/>
                      </a:cubicBezTo>
                      <a:lnTo>
                        <a:pt x="4765" y="1185"/>
                      </a:lnTo>
                      <a:cubicBezTo>
                        <a:pt x="4773" y="830"/>
                        <a:pt x="4595" y="421"/>
                        <a:pt x="4155" y="143"/>
                      </a:cubicBezTo>
                      <a:cubicBezTo>
                        <a:pt x="3998" y="43"/>
                        <a:pt x="3843" y="1"/>
                        <a:pt x="36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3"/>
                <p:cNvSpPr/>
                <p:nvPr/>
              </p:nvSpPr>
              <p:spPr>
                <a:xfrm>
                  <a:off x="96750" y="4008152"/>
                  <a:ext cx="367883" cy="242857"/>
                </a:xfrm>
                <a:custGeom>
                  <a:avLst/>
                  <a:gdLst/>
                  <a:ahLst/>
                  <a:cxnLst/>
                  <a:rect l="l" t="t" r="r" b="b"/>
                  <a:pathLst>
                    <a:path w="5491" h="3625" extrusionOk="0">
                      <a:moveTo>
                        <a:pt x="2733" y="558"/>
                      </a:moveTo>
                      <a:cubicBezTo>
                        <a:pt x="2952" y="768"/>
                        <a:pt x="2995" y="1015"/>
                        <a:pt x="2936" y="1178"/>
                      </a:cubicBezTo>
                      <a:cubicBezTo>
                        <a:pt x="2906" y="1264"/>
                        <a:pt x="2852" y="1311"/>
                        <a:pt x="2788" y="1311"/>
                      </a:cubicBezTo>
                      <a:cubicBezTo>
                        <a:pt x="2749" y="1311"/>
                        <a:pt x="2705" y="1293"/>
                        <a:pt x="2662" y="1255"/>
                      </a:cubicBezTo>
                      <a:cubicBezTo>
                        <a:pt x="2508" y="1129"/>
                        <a:pt x="2542" y="827"/>
                        <a:pt x="2733" y="558"/>
                      </a:cubicBezTo>
                      <a:close/>
                      <a:moveTo>
                        <a:pt x="4404" y="1354"/>
                      </a:moveTo>
                      <a:lnTo>
                        <a:pt x="4404" y="1354"/>
                      </a:lnTo>
                      <a:cubicBezTo>
                        <a:pt x="4367" y="1650"/>
                        <a:pt x="4185" y="1872"/>
                        <a:pt x="3945" y="1906"/>
                      </a:cubicBezTo>
                      <a:cubicBezTo>
                        <a:pt x="3929" y="1906"/>
                        <a:pt x="3917" y="1909"/>
                        <a:pt x="3902" y="1909"/>
                      </a:cubicBezTo>
                      <a:cubicBezTo>
                        <a:pt x="3837" y="1909"/>
                        <a:pt x="3837" y="1888"/>
                        <a:pt x="3837" y="1869"/>
                      </a:cubicBezTo>
                      <a:cubicBezTo>
                        <a:pt x="3831" y="1746"/>
                        <a:pt x="4068" y="1431"/>
                        <a:pt x="4404" y="1354"/>
                      </a:cubicBezTo>
                      <a:close/>
                      <a:moveTo>
                        <a:pt x="1527" y="2125"/>
                      </a:moveTo>
                      <a:cubicBezTo>
                        <a:pt x="1570" y="2125"/>
                        <a:pt x="1610" y="2162"/>
                        <a:pt x="1635" y="2196"/>
                      </a:cubicBezTo>
                      <a:cubicBezTo>
                        <a:pt x="1755" y="2347"/>
                        <a:pt x="1783" y="2511"/>
                        <a:pt x="1718" y="2646"/>
                      </a:cubicBezTo>
                      <a:cubicBezTo>
                        <a:pt x="1647" y="2795"/>
                        <a:pt x="1477" y="2884"/>
                        <a:pt x="1274" y="2890"/>
                      </a:cubicBezTo>
                      <a:cubicBezTo>
                        <a:pt x="1231" y="2619"/>
                        <a:pt x="1308" y="2332"/>
                        <a:pt x="1416" y="2199"/>
                      </a:cubicBezTo>
                      <a:cubicBezTo>
                        <a:pt x="1440" y="2159"/>
                        <a:pt x="1481" y="2131"/>
                        <a:pt x="1527" y="2125"/>
                      </a:cubicBezTo>
                      <a:close/>
                      <a:moveTo>
                        <a:pt x="3350" y="2350"/>
                      </a:moveTo>
                      <a:cubicBezTo>
                        <a:pt x="3362" y="2350"/>
                        <a:pt x="3396" y="2384"/>
                        <a:pt x="3424" y="2468"/>
                      </a:cubicBezTo>
                      <a:cubicBezTo>
                        <a:pt x="3491" y="2668"/>
                        <a:pt x="3448" y="2890"/>
                        <a:pt x="3313" y="3051"/>
                      </a:cubicBezTo>
                      <a:cubicBezTo>
                        <a:pt x="3183" y="2825"/>
                        <a:pt x="3195" y="2582"/>
                        <a:pt x="3266" y="2440"/>
                      </a:cubicBezTo>
                      <a:cubicBezTo>
                        <a:pt x="3297" y="2375"/>
                        <a:pt x="3334" y="2350"/>
                        <a:pt x="3350" y="2350"/>
                      </a:cubicBezTo>
                      <a:close/>
                      <a:moveTo>
                        <a:pt x="3426" y="160"/>
                      </a:moveTo>
                      <a:cubicBezTo>
                        <a:pt x="3566" y="160"/>
                        <a:pt x="3707" y="201"/>
                        <a:pt x="3840" y="287"/>
                      </a:cubicBezTo>
                      <a:cubicBezTo>
                        <a:pt x="4185" y="503"/>
                        <a:pt x="4395" y="836"/>
                        <a:pt x="4411" y="1191"/>
                      </a:cubicBezTo>
                      <a:cubicBezTo>
                        <a:pt x="3994" y="1265"/>
                        <a:pt x="3667" y="1650"/>
                        <a:pt x="3677" y="1878"/>
                      </a:cubicBezTo>
                      <a:cubicBezTo>
                        <a:pt x="3679" y="1969"/>
                        <a:pt x="3738" y="2069"/>
                        <a:pt x="3899" y="2069"/>
                      </a:cubicBezTo>
                      <a:cubicBezTo>
                        <a:pt x="3920" y="2069"/>
                        <a:pt x="3942" y="2067"/>
                        <a:pt x="3966" y="2064"/>
                      </a:cubicBezTo>
                      <a:cubicBezTo>
                        <a:pt x="4293" y="2020"/>
                        <a:pt x="4534" y="1727"/>
                        <a:pt x="4571" y="1339"/>
                      </a:cubicBezTo>
                      <a:cubicBezTo>
                        <a:pt x="4753" y="1342"/>
                        <a:pt x="4920" y="1428"/>
                        <a:pt x="5074" y="1589"/>
                      </a:cubicBezTo>
                      <a:cubicBezTo>
                        <a:pt x="5336" y="1863"/>
                        <a:pt x="5274" y="2190"/>
                        <a:pt x="5176" y="2418"/>
                      </a:cubicBezTo>
                      <a:cubicBezTo>
                        <a:pt x="4953" y="2939"/>
                        <a:pt x="4327" y="3414"/>
                        <a:pt x="3862" y="3414"/>
                      </a:cubicBezTo>
                      <a:cubicBezTo>
                        <a:pt x="3857" y="3415"/>
                        <a:pt x="3853" y="3415"/>
                        <a:pt x="3848" y="3415"/>
                      </a:cubicBezTo>
                      <a:cubicBezTo>
                        <a:pt x="3736" y="3415"/>
                        <a:pt x="3627" y="3378"/>
                        <a:pt x="3541" y="3310"/>
                      </a:cubicBezTo>
                      <a:cubicBezTo>
                        <a:pt x="3491" y="3273"/>
                        <a:pt x="3448" y="3232"/>
                        <a:pt x="3408" y="3186"/>
                      </a:cubicBezTo>
                      <a:cubicBezTo>
                        <a:pt x="3603" y="2983"/>
                        <a:pt x="3667" y="2687"/>
                        <a:pt x="3578" y="2421"/>
                      </a:cubicBezTo>
                      <a:cubicBezTo>
                        <a:pt x="3513" y="2218"/>
                        <a:pt x="3408" y="2190"/>
                        <a:pt x="3350" y="2190"/>
                      </a:cubicBezTo>
                      <a:cubicBezTo>
                        <a:pt x="3260" y="2190"/>
                        <a:pt x="3177" y="2255"/>
                        <a:pt x="3121" y="2366"/>
                      </a:cubicBezTo>
                      <a:cubicBezTo>
                        <a:pt x="3023" y="2563"/>
                        <a:pt x="3010" y="2878"/>
                        <a:pt x="3192" y="3165"/>
                      </a:cubicBezTo>
                      <a:cubicBezTo>
                        <a:pt x="3001" y="3306"/>
                        <a:pt x="2649" y="3461"/>
                        <a:pt x="1999" y="3461"/>
                      </a:cubicBezTo>
                      <a:lnTo>
                        <a:pt x="1956" y="3461"/>
                      </a:lnTo>
                      <a:cubicBezTo>
                        <a:pt x="1558" y="3458"/>
                        <a:pt x="1385" y="3254"/>
                        <a:pt x="1314" y="3051"/>
                      </a:cubicBezTo>
                      <a:cubicBezTo>
                        <a:pt x="1564" y="3035"/>
                        <a:pt x="1767" y="2915"/>
                        <a:pt x="1863" y="2720"/>
                      </a:cubicBezTo>
                      <a:cubicBezTo>
                        <a:pt x="1959" y="2523"/>
                        <a:pt x="1922" y="2298"/>
                        <a:pt x="1761" y="2097"/>
                      </a:cubicBezTo>
                      <a:cubicBezTo>
                        <a:pt x="1675" y="1986"/>
                        <a:pt x="1585" y="1965"/>
                        <a:pt x="1527" y="1965"/>
                      </a:cubicBezTo>
                      <a:cubicBezTo>
                        <a:pt x="1444" y="1965"/>
                        <a:pt x="1360" y="2011"/>
                        <a:pt x="1289" y="2097"/>
                      </a:cubicBezTo>
                      <a:cubicBezTo>
                        <a:pt x="1147" y="2276"/>
                        <a:pt x="1076" y="2594"/>
                        <a:pt x="1107" y="2878"/>
                      </a:cubicBezTo>
                      <a:cubicBezTo>
                        <a:pt x="913" y="2835"/>
                        <a:pt x="728" y="2751"/>
                        <a:pt x="568" y="2628"/>
                      </a:cubicBezTo>
                      <a:cubicBezTo>
                        <a:pt x="154" y="2320"/>
                        <a:pt x="241" y="1891"/>
                        <a:pt x="296" y="1718"/>
                      </a:cubicBezTo>
                      <a:cubicBezTo>
                        <a:pt x="420" y="1345"/>
                        <a:pt x="746" y="1043"/>
                        <a:pt x="1027" y="1043"/>
                      </a:cubicBezTo>
                      <a:cubicBezTo>
                        <a:pt x="1095" y="1043"/>
                        <a:pt x="1163" y="1061"/>
                        <a:pt x="1218" y="1095"/>
                      </a:cubicBezTo>
                      <a:cubicBezTo>
                        <a:pt x="1232" y="1103"/>
                        <a:pt x="1246" y="1106"/>
                        <a:pt x="1260" y="1106"/>
                      </a:cubicBezTo>
                      <a:cubicBezTo>
                        <a:pt x="1307" y="1106"/>
                        <a:pt x="1349" y="1067"/>
                        <a:pt x="1342" y="1015"/>
                      </a:cubicBezTo>
                      <a:cubicBezTo>
                        <a:pt x="1342" y="1012"/>
                        <a:pt x="1283" y="586"/>
                        <a:pt x="1487" y="355"/>
                      </a:cubicBezTo>
                      <a:cubicBezTo>
                        <a:pt x="1572" y="255"/>
                        <a:pt x="1695" y="205"/>
                        <a:pt x="1853" y="205"/>
                      </a:cubicBezTo>
                      <a:cubicBezTo>
                        <a:pt x="1964" y="205"/>
                        <a:pt x="2092" y="230"/>
                        <a:pt x="2236" y="278"/>
                      </a:cubicBezTo>
                      <a:cubicBezTo>
                        <a:pt x="2369" y="318"/>
                        <a:pt x="2495" y="380"/>
                        <a:pt x="2609" y="457"/>
                      </a:cubicBezTo>
                      <a:cubicBezTo>
                        <a:pt x="2387" y="765"/>
                        <a:pt x="2313" y="1172"/>
                        <a:pt x="2560" y="1382"/>
                      </a:cubicBezTo>
                      <a:cubicBezTo>
                        <a:pt x="2622" y="1437"/>
                        <a:pt x="2705" y="1474"/>
                        <a:pt x="2791" y="1478"/>
                      </a:cubicBezTo>
                      <a:cubicBezTo>
                        <a:pt x="2921" y="1478"/>
                        <a:pt x="3038" y="1382"/>
                        <a:pt x="3091" y="1234"/>
                      </a:cubicBezTo>
                      <a:cubicBezTo>
                        <a:pt x="3168" y="1018"/>
                        <a:pt x="3112" y="694"/>
                        <a:pt x="2835" y="432"/>
                      </a:cubicBezTo>
                      <a:cubicBezTo>
                        <a:pt x="3006" y="255"/>
                        <a:pt x="3214" y="160"/>
                        <a:pt x="3426" y="160"/>
                      </a:cubicBezTo>
                      <a:close/>
                      <a:moveTo>
                        <a:pt x="3431" y="0"/>
                      </a:moveTo>
                      <a:cubicBezTo>
                        <a:pt x="3171" y="0"/>
                        <a:pt x="2915" y="116"/>
                        <a:pt x="2711" y="333"/>
                      </a:cubicBezTo>
                      <a:cubicBezTo>
                        <a:pt x="2582" y="241"/>
                        <a:pt x="2440" y="173"/>
                        <a:pt x="2289" y="124"/>
                      </a:cubicBezTo>
                      <a:cubicBezTo>
                        <a:pt x="2129" y="71"/>
                        <a:pt x="1984" y="45"/>
                        <a:pt x="1856" y="45"/>
                      </a:cubicBezTo>
                      <a:cubicBezTo>
                        <a:pt x="1647" y="45"/>
                        <a:pt x="1482" y="113"/>
                        <a:pt x="1363" y="247"/>
                      </a:cubicBezTo>
                      <a:cubicBezTo>
                        <a:pt x="1194" y="444"/>
                        <a:pt x="1169" y="731"/>
                        <a:pt x="1172" y="901"/>
                      </a:cubicBezTo>
                      <a:cubicBezTo>
                        <a:pt x="1126" y="888"/>
                        <a:pt x="1076" y="882"/>
                        <a:pt x="1027" y="882"/>
                      </a:cubicBezTo>
                      <a:cubicBezTo>
                        <a:pt x="676" y="882"/>
                        <a:pt x="287" y="1228"/>
                        <a:pt x="142" y="1669"/>
                      </a:cubicBezTo>
                      <a:cubicBezTo>
                        <a:pt x="0" y="2104"/>
                        <a:pt x="120" y="2498"/>
                        <a:pt x="472" y="2757"/>
                      </a:cubicBezTo>
                      <a:cubicBezTo>
                        <a:pt x="694" y="2921"/>
                        <a:pt x="922" y="3020"/>
                        <a:pt x="1141" y="3047"/>
                      </a:cubicBezTo>
                      <a:cubicBezTo>
                        <a:pt x="1246" y="3408"/>
                        <a:pt x="1539" y="3621"/>
                        <a:pt x="1952" y="3624"/>
                      </a:cubicBezTo>
                      <a:lnTo>
                        <a:pt x="1999" y="3624"/>
                      </a:lnTo>
                      <a:cubicBezTo>
                        <a:pt x="2563" y="3624"/>
                        <a:pt x="3007" y="3513"/>
                        <a:pt x="3288" y="3297"/>
                      </a:cubicBezTo>
                      <a:cubicBezTo>
                        <a:pt x="3334" y="3347"/>
                        <a:pt x="3384" y="3396"/>
                        <a:pt x="3439" y="3439"/>
                      </a:cubicBezTo>
                      <a:cubicBezTo>
                        <a:pt x="3556" y="3529"/>
                        <a:pt x="3699" y="3578"/>
                        <a:pt x="3848" y="3578"/>
                      </a:cubicBezTo>
                      <a:cubicBezTo>
                        <a:pt x="3853" y="3578"/>
                        <a:pt x="3857" y="3578"/>
                        <a:pt x="3862" y="3578"/>
                      </a:cubicBezTo>
                      <a:cubicBezTo>
                        <a:pt x="4392" y="3578"/>
                        <a:pt x="5077" y="3066"/>
                        <a:pt x="5327" y="2483"/>
                      </a:cubicBezTo>
                      <a:cubicBezTo>
                        <a:pt x="5490" y="2097"/>
                        <a:pt x="5444" y="1743"/>
                        <a:pt x="5191" y="1478"/>
                      </a:cubicBezTo>
                      <a:cubicBezTo>
                        <a:pt x="5009" y="1283"/>
                        <a:pt x="4802" y="1185"/>
                        <a:pt x="4574" y="1178"/>
                      </a:cubicBezTo>
                      <a:cubicBezTo>
                        <a:pt x="4552" y="774"/>
                        <a:pt x="4315" y="395"/>
                        <a:pt x="3929" y="151"/>
                      </a:cubicBezTo>
                      <a:cubicBezTo>
                        <a:pt x="3770" y="49"/>
                        <a:pt x="3600" y="0"/>
                        <a:pt x="34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sp>
            <p:nvSpPr>
              <p:cNvPr id="204" name="Google Shape;204;p3"/>
              <p:cNvSpPr/>
              <p:nvPr/>
            </p:nvSpPr>
            <p:spPr>
              <a:xfrm>
                <a:off x="372341" y="4578485"/>
                <a:ext cx="117305" cy="117305"/>
              </a:xfrm>
              <a:custGeom>
                <a:avLst/>
                <a:gdLst/>
                <a:ahLst/>
                <a:cxnLst/>
                <a:rect l="l" t="t" r="r" b="b"/>
                <a:pathLst>
                  <a:path w="1611" h="1611" extrusionOk="0">
                    <a:moveTo>
                      <a:pt x="871" y="1"/>
                    </a:moveTo>
                    <a:cubicBezTo>
                      <a:pt x="821" y="1"/>
                      <a:pt x="784" y="38"/>
                      <a:pt x="784" y="84"/>
                    </a:cubicBezTo>
                    <a:lnTo>
                      <a:pt x="781" y="574"/>
                    </a:lnTo>
                    <a:lnTo>
                      <a:pt x="488" y="263"/>
                    </a:lnTo>
                    <a:cubicBezTo>
                      <a:pt x="469" y="243"/>
                      <a:pt x="447" y="234"/>
                      <a:pt x="426" y="234"/>
                    </a:cubicBezTo>
                    <a:cubicBezTo>
                      <a:pt x="360" y="234"/>
                      <a:pt x="303" y="317"/>
                      <a:pt x="362" y="380"/>
                    </a:cubicBezTo>
                    <a:lnTo>
                      <a:pt x="664" y="701"/>
                    </a:lnTo>
                    <a:lnTo>
                      <a:pt x="115" y="704"/>
                    </a:lnTo>
                    <a:cubicBezTo>
                      <a:pt x="1" y="704"/>
                      <a:pt x="1" y="877"/>
                      <a:pt x="115" y="877"/>
                    </a:cubicBezTo>
                    <a:lnTo>
                      <a:pt x="618" y="870"/>
                    </a:lnTo>
                    <a:lnTo>
                      <a:pt x="618" y="870"/>
                    </a:lnTo>
                    <a:lnTo>
                      <a:pt x="232" y="1142"/>
                    </a:lnTo>
                    <a:cubicBezTo>
                      <a:pt x="167" y="1191"/>
                      <a:pt x="201" y="1293"/>
                      <a:pt x="282" y="1296"/>
                    </a:cubicBezTo>
                    <a:cubicBezTo>
                      <a:pt x="297" y="1296"/>
                      <a:pt x="315" y="1290"/>
                      <a:pt x="331" y="1281"/>
                    </a:cubicBezTo>
                    <a:lnTo>
                      <a:pt x="781" y="966"/>
                    </a:lnTo>
                    <a:lnTo>
                      <a:pt x="775" y="1524"/>
                    </a:lnTo>
                    <a:cubicBezTo>
                      <a:pt x="775" y="1571"/>
                      <a:pt x="815" y="1611"/>
                      <a:pt x="861" y="1611"/>
                    </a:cubicBezTo>
                    <a:cubicBezTo>
                      <a:pt x="908" y="1611"/>
                      <a:pt x="948" y="1571"/>
                      <a:pt x="948" y="1524"/>
                    </a:cubicBezTo>
                    <a:lnTo>
                      <a:pt x="951" y="997"/>
                    </a:lnTo>
                    <a:lnTo>
                      <a:pt x="1262" y="1330"/>
                    </a:lnTo>
                    <a:cubicBezTo>
                      <a:pt x="1281" y="1345"/>
                      <a:pt x="1302" y="1355"/>
                      <a:pt x="1327" y="1355"/>
                    </a:cubicBezTo>
                    <a:cubicBezTo>
                      <a:pt x="1349" y="1355"/>
                      <a:pt x="1367" y="1349"/>
                      <a:pt x="1386" y="1333"/>
                    </a:cubicBezTo>
                    <a:cubicBezTo>
                      <a:pt x="1420" y="1299"/>
                      <a:pt x="1420" y="1247"/>
                      <a:pt x="1389" y="1210"/>
                    </a:cubicBezTo>
                    <a:lnTo>
                      <a:pt x="1059" y="864"/>
                    </a:lnTo>
                    <a:lnTo>
                      <a:pt x="1506" y="861"/>
                    </a:lnTo>
                    <a:cubicBezTo>
                      <a:pt x="1611" y="852"/>
                      <a:pt x="1611" y="695"/>
                      <a:pt x="1506" y="689"/>
                    </a:cubicBezTo>
                    <a:lnTo>
                      <a:pt x="1503" y="692"/>
                    </a:lnTo>
                    <a:lnTo>
                      <a:pt x="1170" y="695"/>
                    </a:lnTo>
                    <a:lnTo>
                      <a:pt x="1518" y="451"/>
                    </a:lnTo>
                    <a:cubicBezTo>
                      <a:pt x="1592" y="398"/>
                      <a:pt x="1540" y="297"/>
                      <a:pt x="1468" y="297"/>
                    </a:cubicBezTo>
                    <a:cubicBezTo>
                      <a:pt x="1453" y="297"/>
                      <a:pt x="1436" y="301"/>
                      <a:pt x="1420" y="312"/>
                    </a:cubicBezTo>
                    <a:lnTo>
                      <a:pt x="951" y="639"/>
                    </a:lnTo>
                    <a:lnTo>
                      <a:pt x="954" y="87"/>
                    </a:lnTo>
                    <a:cubicBezTo>
                      <a:pt x="954" y="38"/>
                      <a:pt x="917" y="1"/>
                      <a:pt x="8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5" name="Google Shape;205;p3"/>
            <p:cNvGrpSpPr/>
            <p:nvPr/>
          </p:nvGrpSpPr>
          <p:grpSpPr>
            <a:xfrm rot="1068529">
              <a:off x="773503" y="4187136"/>
              <a:ext cx="380127" cy="336975"/>
              <a:chOff x="8792070" y="4843090"/>
              <a:chExt cx="142474" cy="126290"/>
            </a:xfrm>
          </p:grpSpPr>
          <p:sp>
            <p:nvSpPr>
              <p:cNvPr id="206" name="Google Shape;206;p3"/>
              <p:cNvSpPr/>
              <p:nvPr/>
            </p:nvSpPr>
            <p:spPr>
              <a:xfrm>
                <a:off x="8835905" y="4843090"/>
                <a:ext cx="69128" cy="58982"/>
              </a:xfrm>
              <a:custGeom>
                <a:avLst/>
                <a:gdLst/>
                <a:ahLst/>
                <a:cxnLst/>
                <a:rect l="l" t="t" r="r" b="b"/>
                <a:pathLst>
                  <a:path w="1935" h="1651" extrusionOk="0">
                    <a:moveTo>
                      <a:pt x="926" y="796"/>
                    </a:moveTo>
                    <a:cubicBezTo>
                      <a:pt x="947" y="848"/>
                      <a:pt x="960" y="904"/>
                      <a:pt x="966" y="959"/>
                    </a:cubicBezTo>
                    <a:cubicBezTo>
                      <a:pt x="958" y="961"/>
                      <a:pt x="950" y="962"/>
                      <a:pt x="941" y="962"/>
                    </a:cubicBezTo>
                    <a:cubicBezTo>
                      <a:pt x="933" y="962"/>
                      <a:pt x="924" y="961"/>
                      <a:pt x="917" y="959"/>
                    </a:cubicBezTo>
                    <a:cubicBezTo>
                      <a:pt x="904" y="938"/>
                      <a:pt x="904" y="882"/>
                      <a:pt x="926" y="796"/>
                    </a:cubicBezTo>
                    <a:close/>
                    <a:moveTo>
                      <a:pt x="1472" y="164"/>
                    </a:moveTo>
                    <a:cubicBezTo>
                      <a:pt x="1537" y="164"/>
                      <a:pt x="1595" y="194"/>
                      <a:pt x="1635" y="241"/>
                    </a:cubicBezTo>
                    <a:cubicBezTo>
                      <a:pt x="1725" y="327"/>
                      <a:pt x="1771" y="447"/>
                      <a:pt x="1765" y="571"/>
                    </a:cubicBezTo>
                    <a:cubicBezTo>
                      <a:pt x="1746" y="950"/>
                      <a:pt x="1296" y="1348"/>
                      <a:pt x="1296" y="1348"/>
                    </a:cubicBezTo>
                    <a:cubicBezTo>
                      <a:pt x="1197" y="1431"/>
                      <a:pt x="1074" y="1481"/>
                      <a:pt x="947" y="1487"/>
                    </a:cubicBezTo>
                    <a:cubicBezTo>
                      <a:pt x="565" y="1487"/>
                      <a:pt x="275" y="999"/>
                      <a:pt x="210" y="645"/>
                    </a:cubicBezTo>
                    <a:cubicBezTo>
                      <a:pt x="183" y="491"/>
                      <a:pt x="189" y="312"/>
                      <a:pt x="297" y="272"/>
                    </a:cubicBezTo>
                    <a:cubicBezTo>
                      <a:pt x="328" y="262"/>
                      <a:pt x="358" y="256"/>
                      <a:pt x="389" y="256"/>
                    </a:cubicBezTo>
                    <a:cubicBezTo>
                      <a:pt x="559" y="256"/>
                      <a:pt x="722" y="423"/>
                      <a:pt x="827" y="592"/>
                    </a:cubicBezTo>
                    <a:cubicBezTo>
                      <a:pt x="778" y="710"/>
                      <a:pt x="704" y="922"/>
                      <a:pt x="781" y="1046"/>
                    </a:cubicBezTo>
                    <a:cubicBezTo>
                      <a:pt x="815" y="1098"/>
                      <a:pt x="867" y="1125"/>
                      <a:pt x="932" y="1125"/>
                    </a:cubicBezTo>
                    <a:cubicBezTo>
                      <a:pt x="956" y="1125"/>
                      <a:pt x="982" y="1121"/>
                      <a:pt x="1009" y="1114"/>
                    </a:cubicBezTo>
                    <a:cubicBezTo>
                      <a:pt x="1052" y="1101"/>
                      <a:pt x="1086" y="1070"/>
                      <a:pt x="1105" y="1027"/>
                    </a:cubicBezTo>
                    <a:cubicBezTo>
                      <a:pt x="1148" y="916"/>
                      <a:pt x="1086" y="734"/>
                      <a:pt x="1009" y="586"/>
                    </a:cubicBezTo>
                    <a:cubicBezTo>
                      <a:pt x="1123" y="370"/>
                      <a:pt x="1311" y="164"/>
                      <a:pt x="1472" y="164"/>
                    </a:cubicBezTo>
                    <a:close/>
                    <a:moveTo>
                      <a:pt x="1472" y="0"/>
                    </a:moveTo>
                    <a:cubicBezTo>
                      <a:pt x="1247" y="0"/>
                      <a:pt x="1043" y="210"/>
                      <a:pt x="914" y="429"/>
                    </a:cubicBezTo>
                    <a:cubicBezTo>
                      <a:pt x="809" y="287"/>
                      <a:pt x="624" y="93"/>
                      <a:pt x="389" y="93"/>
                    </a:cubicBezTo>
                    <a:cubicBezTo>
                      <a:pt x="337" y="93"/>
                      <a:pt x="287" y="102"/>
                      <a:pt x="241" y="120"/>
                    </a:cubicBezTo>
                    <a:cubicBezTo>
                      <a:pt x="72" y="185"/>
                      <a:pt x="1" y="392"/>
                      <a:pt x="50" y="676"/>
                    </a:cubicBezTo>
                    <a:cubicBezTo>
                      <a:pt x="124" y="1067"/>
                      <a:pt x="457" y="1650"/>
                      <a:pt x="947" y="1650"/>
                    </a:cubicBezTo>
                    <a:cubicBezTo>
                      <a:pt x="1099" y="1650"/>
                      <a:pt x="1250" y="1589"/>
                      <a:pt x="1398" y="1471"/>
                    </a:cubicBezTo>
                    <a:cubicBezTo>
                      <a:pt x="1419" y="1453"/>
                      <a:pt x="1907" y="1027"/>
                      <a:pt x="1925" y="577"/>
                    </a:cubicBezTo>
                    <a:cubicBezTo>
                      <a:pt x="1934" y="410"/>
                      <a:pt x="1873" y="247"/>
                      <a:pt x="1752" y="130"/>
                    </a:cubicBezTo>
                    <a:cubicBezTo>
                      <a:pt x="1682" y="49"/>
                      <a:pt x="1580" y="3"/>
                      <a:pt x="1472"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3"/>
              <p:cNvSpPr/>
              <p:nvPr/>
            </p:nvSpPr>
            <p:spPr>
              <a:xfrm>
                <a:off x="8856626" y="4909183"/>
                <a:ext cx="68020" cy="60197"/>
              </a:xfrm>
              <a:custGeom>
                <a:avLst/>
                <a:gdLst/>
                <a:ahLst/>
                <a:cxnLst/>
                <a:rect l="l" t="t" r="r" b="b"/>
                <a:pathLst>
                  <a:path w="1904" h="1685" extrusionOk="0">
                    <a:moveTo>
                      <a:pt x="809" y="676"/>
                    </a:moveTo>
                    <a:cubicBezTo>
                      <a:pt x="821" y="688"/>
                      <a:pt x="836" y="750"/>
                      <a:pt x="830" y="849"/>
                    </a:cubicBezTo>
                    <a:cubicBezTo>
                      <a:pt x="781" y="769"/>
                      <a:pt x="771" y="710"/>
                      <a:pt x="778" y="692"/>
                    </a:cubicBezTo>
                    <a:cubicBezTo>
                      <a:pt x="787" y="685"/>
                      <a:pt x="799" y="679"/>
                      <a:pt x="809" y="676"/>
                    </a:cubicBezTo>
                    <a:close/>
                    <a:moveTo>
                      <a:pt x="784" y="161"/>
                    </a:moveTo>
                    <a:lnTo>
                      <a:pt x="784" y="164"/>
                    </a:lnTo>
                    <a:cubicBezTo>
                      <a:pt x="870" y="164"/>
                      <a:pt x="957" y="183"/>
                      <a:pt x="1037" y="217"/>
                    </a:cubicBezTo>
                    <a:cubicBezTo>
                      <a:pt x="1043" y="220"/>
                      <a:pt x="1583" y="476"/>
                      <a:pt x="1703" y="837"/>
                    </a:cubicBezTo>
                    <a:cubicBezTo>
                      <a:pt x="1743" y="954"/>
                      <a:pt x="1731" y="1080"/>
                      <a:pt x="1669" y="1188"/>
                    </a:cubicBezTo>
                    <a:cubicBezTo>
                      <a:pt x="1623" y="1274"/>
                      <a:pt x="1558" y="1318"/>
                      <a:pt x="1472" y="1318"/>
                    </a:cubicBezTo>
                    <a:cubicBezTo>
                      <a:pt x="1311" y="1318"/>
                      <a:pt x="1111" y="1176"/>
                      <a:pt x="972" y="1028"/>
                    </a:cubicBezTo>
                    <a:cubicBezTo>
                      <a:pt x="1006" y="864"/>
                      <a:pt x="1015" y="673"/>
                      <a:pt x="941" y="577"/>
                    </a:cubicBezTo>
                    <a:cubicBezTo>
                      <a:pt x="913" y="540"/>
                      <a:pt x="870" y="519"/>
                      <a:pt x="824" y="519"/>
                    </a:cubicBezTo>
                    <a:cubicBezTo>
                      <a:pt x="697" y="522"/>
                      <a:pt x="648" y="587"/>
                      <a:pt x="633" y="624"/>
                    </a:cubicBezTo>
                    <a:cubicBezTo>
                      <a:pt x="568" y="766"/>
                      <a:pt x="704" y="966"/>
                      <a:pt x="790" y="1071"/>
                    </a:cubicBezTo>
                    <a:cubicBezTo>
                      <a:pt x="728" y="1288"/>
                      <a:pt x="596" y="1525"/>
                      <a:pt x="391" y="1525"/>
                    </a:cubicBezTo>
                    <a:cubicBezTo>
                      <a:pt x="383" y="1525"/>
                      <a:pt x="375" y="1525"/>
                      <a:pt x="367" y="1524"/>
                    </a:cubicBezTo>
                    <a:cubicBezTo>
                      <a:pt x="247" y="1512"/>
                      <a:pt x="167" y="1305"/>
                      <a:pt x="179" y="1028"/>
                    </a:cubicBezTo>
                    <a:cubicBezTo>
                      <a:pt x="198" y="608"/>
                      <a:pt x="414" y="161"/>
                      <a:pt x="784" y="161"/>
                    </a:cubicBezTo>
                    <a:close/>
                    <a:moveTo>
                      <a:pt x="784" y="1"/>
                    </a:moveTo>
                    <a:cubicBezTo>
                      <a:pt x="309" y="1"/>
                      <a:pt x="37" y="516"/>
                      <a:pt x="16" y="1022"/>
                    </a:cubicBezTo>
                    <a:cubicBezTo>
                      <a:pt x="0" y="1407"/>
                      <a:pt x="130" y="1666"/>
                      <a:pt x="352" y="1685"/>
                    </a:cubicBezTo>
                    <a:lnTo>
                      <a:pt x="389" y="1685"/>
                    </a:lnTo>
                    <a:cubicBezTo>
                      <a:pt x="651" y="1685"/>
                      <a:pt x="824" y="1456"/>
                      <a:pt x="916" y="1207"/>
                    </a:cubicBezTo>
                    <a:cubicBezTo>
                      <a:pt x="1071" y="1352"/>
                      <a:pt x="1274" y="1481"/>
                      <a:pt x="1469" y="1481"/>
                    </a:cubicBezTo>
                    <a:cubicBezTo>
                      <a:pt x="1570" y="1481"/>
                      <a:pt x="1712" y="1444"/>
                      <a:pt x="1805" y="1265"/>
                    </a:cubicBezTo>
                    <a:cubicBezTo>
                      <a:pt x="1888" y="1120"/>
                      <a:pt x="1903" y="944"/>
                      <a:pt x="1851" y="787"/>
                    </a:cubicBezTo>
                    <a:cubicBezTo>
                      <a:pt x="1709" y="362"/>
                      <a:pt x="1126" y="84"/>
                      <a:pt x="1098" y="69"/>
                    </a:cubicBezTo>
                    <a:cubicBezTo>
                      <a:pt x="997" y="25"/>
                      <a:pt x="892" y="4"/>
                      <a:pt x="784"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3"/>
              <p:cNvSpPr/>
              <p:nvPr/>
            </p:nvSpPr>
            <p:spPr>
              <a:xfrm>
                <a:off x="8792070" y="4893678"/>
                <a:ext cx="69092" cy="50086"/>
              </a:xfrm>
              <a:custGeom>
                <a:avLst/>
                <a:gdLst/>
                <a:ahLst/>
                <a:cxnLst/>
                <a:rect l="l" t="t" r="r" b="b"/>
                <a:pathLst>
                  <a:path w="1934" h="1402" extrusionOk="0">
                    <a:moveTo>
                      <a:pt x="1147" y="1"/>
                    </a:moveTo>
                    <a:cubicBezTo>
                      <a:pt x="1058" y="1"/>
                      <a:pt x="963" y="19"/>
                      <a:pt x="867" y="65"/>
                    </a:cubicBezTo>
                    <a:cubicBezTo>
                      <a:pt x="386" y="290"/>
                      <a:pt x="0" y="740"/>
                      <a:pt x="241" y="1042"/>
                    </a:cubicBezTo>
                    <a:cubicBezTo>
                      <a:pt x="397" y="1239"/>
                      <a:pt x="698" y="1401"/>
                      <a:pt x="1009" y="1401"/>
                    </a:cubicBezTo>
                    <a:cubicBezTo>
                      <a:pt x="1176" y="1401"/>
                      <a:pt x="1347" y="1354"/>
                      <a:pt x="1499" y="1240"/>
                    </a:cubicBezTo>
                    <a:cubicBezTo>
                      <a:pt x="1934" y="910"/>
                      <a:pt x="1934" y="416"/>
                      <a:pt x="1789" y="296"/>
                    </a:cubicBezTo>
                    <a:cubicBezTo>
                      <a:pt x="1789" y="296"/>
                      <a:pt x="1508" y="1"/>
                      <a:pt x="11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3"/>
              <p:cNvSpPr/>
              <p:nvPr/>
            </p:nvSpPr>
            <p:spPr>
              <a:xfrm>
                <a:off x="8838763" y="4894428"/>
                <a:ext cx="12397" cy="38369"/>
              </a:xfrm>
              <a:custGeom>
                <a:avLst/>
                <a:gdLst/>
                <a:ahLst/>
                <a:cxnLst/>
                <a:rect l="l" t="t" r="r" b="b"/>
                <a:pathLst>
                  <a:path w="347" h="1074" extrusionOk="0">
                    <a:moveTo>
                      <a:pt x="1" y="0"/>
                    </a:moveTo>
                    <a:cubicBezTo>
                      <a:pt x="1" y="1"/>
                      <a:pt x="214" y="957"/>
                      <a:pt x="346" y="1074"/>
                    </a:cubicBez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3"/>
              <p:cNvSpPr/>
              <p:nvPr/>
            </p:nvSpPr>
            <p:spPr>
              <a:xfrm>
                <a:off x="8835262" y="4891285"/>
                <a:ext cx="19863" cy="44370"/>
              </a:xfrm>
              <a:custGeom>
                <a:avLst/>
                <a:gdLst/>
                <a:ahLst/>
                <a:cxnLst/>
                <a:rect l="l" t="t" r="r" b="b"/>
                <a:pathLst>
                  <a:path w="556" h="1242" extrusionOk="0">
                    <a:moveTo>
                      <a:pt x="98" y="0"/>
                    </a:moveTo>
                    <a:cubicBezTo>
                      <a:pt x="50" y="0"/>
                      <a:pt x="1" y="40"/>
                      <a:pt x="19" y="104"/>
                    </a:cubicBezTo>
                    <a:cubicBezTo>
                      <a:pt x="71" y="335"/>
                      <a:pt x="250" y="1097"/>
                      <a:pt x="392" y="1223"/>
                    </a:cubicBezTo>
                    <a:cubicBezTo>
                      <a:pt x="407" y="1236"/>
                      <a:pt x="426" y="1242"/>
                      <a:pt x="447" y="1242"/>
                    </a:cubicBezTo>
                    <a:cubicBezTo>
                      <a:pt x="521" y="1242"/>
                      <a:pt x="555" y="1149"/>
                      <a:pt x="500" y="1100"/>
                    </a:cubicBezTo>
                    <a:cubicBezTo>
                      <a:pt x="429" y="1038"/>
                      <a:pt x="278" y="517"/>
                      <a:pt x="176" y="70"/>
                    </a:cubicBezTo>
                    <a:cubicBezTo>
                      <a:pt x="168" y="22"/>
                      <a:pt x="133" y="0"/>
                      <a:pt x="9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3"/>
              <p:cNvSpPr/>
              <p:nvPr/>
            </p:nvSpPr>
            <p:spPr>
              <a:xfrm>
                <a:off x="8821794" y="4897286"/>
                <a:ext cx="16255" cy="44978"/>
              </a:xfrm>
              <a:custGeom>
                <a:avLst/>
                <a:gdLst/>
                <a:ahLst/>
                <a:cxnLst/>
                <a:rect l="l" t="t" r="r" b="b"/>
                <a:pathLst>
                  <a:path w="455" h="1259" extrusionOk="0">
                    <a:moveTo>
                      <a:pt x="1" y="1"/>
                    </a:moveTo>
                    <a:cubicBezTo>
                      <a:pt x="1" y="1"/>
                      <a:pt x="285" y="1111"/>
                      <a:pt x="454" y="1259"/>
                    </a:cubicBez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3"/>
              <p:cNvSpPr/>
              <p:nvPr/>
            </p:nvSpPr>
            <p:spPr>
              <a:xfrm>
                <a:off x="8818150" y="4894143"/>
                <a:ext cx="23864" cy="51122"/>
              </a:xfrm>
              <a:custGeom>
                <a:avLst/>
                <a:gdLst/>
                <a:ahLst/>
                <a:cxnLst/>
                <a:rect l="l" t="t" r="r" b="b"/>
                <a:pathLst>
                  <a:path w="668" h="1431" extrusionOk="0">
                    <a:moveTo>
                      <a:pt x="103" y="1"/>
                    </a:moveTo>
                    <a:cubicBezTo>
                      <a:pt x="52" y="1"/>
                      <a:pt x="1" y="43"/>
                      <a:pt x="23" y="110"/>
                    </a:cubicBezTo>
                    <a:cubicBezTo>
                      <a:pt x="72" y="298"/>
                      <a:pt x="325" y="1251"/>
                      <a:pt x="504" y="1409"/>
                    </a:cubicBezTo>
                    <a:cubicBezTo>
                      <a:pt x="519" y="1421"/>
                      <a:pt x="538" y="1427"/>
                      <a:pt x="556" y="1427"/>
                    </a:cubicBezTo>
                    <a:lnTo>
                      <a:pt x="556" y="1430"/>
                    </a:lnTo>
                    <a:cubicBezTo>
                      <a:pt x="630" y="1430"/>
                      <a:pt x="667" y="1338"/>
                      <a:pt x="612" y="1288"/>
                    </a:cubicBezTo>
                    <a:cubicBezTo>
                      <a:pt x="507" y="1196"/>
                      <a:pt x="297" y="520"/>
                      <a:pt x="180" y="70"/>
                    </a:cubicBezTo>
                    <a:cubicBezTo>
                      <a:pt x="172" y="22"/>
                      <a:pt x="138" y="1"/>
                      <a:pt x="1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3"/>
              <p:cNvSpPr/>
              <p:nvPr/>
            </p:nvSpPr>
            <p:spPr>
              <a:xfrm>
                <a:off x="8888458" y="4866562"/>
                <a:ext cx="33189" cy="34296"/>
              </a:xfrm>
              <a:custGeom>
                <a:avLst/>
                <a:gdLst/>
                <a:ahLst/>
                <a:cxnLst/>
                <a:rect l="l" t="t" r="r" b="b"/>
                <a:pathLst>
                  <a:path w="929" h="960" extrusionOk="0">
                    <a:moveTo>
                      <a:pt x="841" y="1"/>
                    </a:moveTo>
                    <a:cubicBezTo>
                      <a:pt x="805" y="1"/>
                      <a:pt x="770" y="22"/>
                      <a:pt x="763" y="68"/>
                    </a:cubicBezTo>
                    <a:cubicBezTo>
                      <a:pt x="682" y="679"/>
                      <a:pt x="118" y="796"/>
                      <a:pt x="96" y="799"/>
                    </a:cubicBezTo>
                    <a:cubicBezTo>
                      <a:pt x="1" y="817"/>
                      <a:pt x="13" y="959"/>
                      <a:pt x="112" y="959"/>
                    </a:cubicBezTo>
                    <a:lnTo>
                      <a:pt x="127" y="959"/>
                    </a:lnTo>
                    <a:cubicBezTo>
                      <a:pt x="133" y="956"/>
                      <a:pt x="824" y="820"/>
                      <a:pt x="923" y="90"/>
                    </a:cubicBezTo>
                    <a:cubicBezTo>
                      <a:pt x="928" y="32"/>
                      <a:pt x="884" y="1"/>
                      <a:pt x="8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3"/>
              <p:cNvSpPr/>
              <p:nvPr/>
            </p:nvSpPr>
            <p:spPr>
              <a:xfrm>
                <a:off x="8810218" y="4907861"/>
                <a:ext cx="12825" cy="35511"/>
              </a:xfrm>
              <a:custGeom>
                <a:avLst/>
                <a:gdLst/>
                <a:ahLst/>
                <a:cxnLst/>
                <a:rect l="l" t="t" r="r" b="b"/>
                <a:pathLst>
                  <a:path w="359" h="994" extrusionOk="0">
                    <a:moveTo>
                      <a:pt x="1" y="1"/>
                    </a:moveTo>
                    <a:lnTo>
                      <a:pt x="1" y="1"/>
                    </a:lnTo>
                    <a:cubicBezTo>
                      <a:pt x="1" y="1"/>
                      <a:pt x="143" y="827"/>
                      <a:pt x="359" y="994"/>
                    </a:cubicBez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3"/>
              <p:cNvSpPr/>
              <p:nvPr/>
            </p:nvSpPr>
            <p:spPr>
              <a:xfrm>
                <a:off x="8806824" y="4904860"/>
                <a:ext cx="20185" cy="41512"/>
              </a:xfrm>
              <a:custGeom>
                <a:avLst/>
                <a:gdLst/>
                <a:ahLst/>
                <a:cxnLst/>
                <a:rect l="l" t="t" r="r" b="b"/>
                <a:pathLst>
                  <a:path w="565" h="1162" extrusionOk="0">
                    <a:moveTo>
                      <a:pt x="96" y="0"/>
                    </a:moveTo>
                    <a:cubicBezTo>
                      <a:pt x="48" y="0"/>
                      <a:pt x="0" y="37"/>
                      <a:pt x="16" y="100"/>
                    </a:cubicBezTo>
                    <a:cubicBezTo>
                      <a:pt x="31" y="186"/>
                      <a:pt x="173" y="961"/>
                      <a:pt x="404" y="1143"/>
                    </a:cubicBezTo>
                    <a:cubicBezTo>
                      <a:pt x="420" y="1155"/>
                      <a:pt x="435" y="1161"/>
                      <a:pt x="454" y="1161"/>
                    </a:cubicBezTo>
                    <a:cubicBezTo>
                      <a:pt x="531" y="1161"/>
                      <a:pt x="565" y="1062"/>
                      <a:pt x="503" y="1016"/>
                    </a:cubicBezTo>
                    <a:cubicBezTo>
                      <a:pt x="364" y="908"/>
                      <a:pt x="229" y="381"/>
                      <a:pt x="176" y="72"/>
                    </a:cubicBezTo>
                    <a:cubicBezTo>
                      <a:pt x="169" y="23"/>
                      <a:pt x="133" y="0"/>
                      <a:pt x="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3"/>
              <p:cNvSpPr/>
              <p:nvPr/>
            </p:nvSpPr>
            <p:spPr>
              <a:xfrm>
                <a:off x="8888387" y="4899466"/>
                <a:ext cx="46157" cy="17898"/>
              </a:xfrm>
              <a:custGeom>
                <a:avLst/>
                <a:gdLst/>
                <a:ahLst/>
                <a:cxnLst/>
                <a:rect l="l" t="t" r="r" b="b"/>
                <a:pathLst>
                  <a:path w="1292" h="501" extrusionOk="0">
                    <a:moveTo>
                      <a:pt x="514" y="1"/>
                    </a:moveTo>
                    <a:cubicBezTo>
                      <a:pt x="390" y="1"/>
                      <a:pt x="249" y="22"/>
                      <a:pt x="92" y="75"/>
                    </a:cubicBezTo>
                    <a:cubicBezTo>
                      <a:pt x="0" y="106"/>
                      <a:pt x="34" y="234"/>
                      <a:pt x="116" y="234"/>
                    </a:cubicBezTo>
                    <a:cubicBezTo>
                      <a:pt x="125" y="234"/>
                      <a:pt x="135" y="233"/>
                      <a:pt x="145" y="230"/>
                    </a:cubicBezTo>
                    <a:cubicBezTo>
                      <a:pt x="286" y="182"/>
                      <a:pt x="410" y="163"/>
                      <a:pt x="518" y="163"/>
                    </a:cubicBezTo>
                    <a:cubicBezTo>
                      <a:pt x="937" y="163"/>
                      <a:pt x="1122" y="446"/>
                      <a:pt x="1132" y="461"/>
                    </a:cubicBezTo>
                    <a:cubicBezTo>
                      <a:pt x="1147" y="486"/>
                      <a:pt x="1172" y="501"/>
                      <a:pt x="1199" y="501"/>
                    </a:cubicBezTo>
                    <a:cubicBezTo>
                      <a:pt x="1215" y="501"/>
                      <a:pt x="1230" y="495"/>
                      <a:pt x="1243" y="489"/>
                    </a:cubicBezTo>
                    <a:cubicBezTo>
                      <a:pt x="1280" y="464"/>
                      <a:pt x="1292" y="415"/>
                      <a:pt x="1270" y="378"/>
                    </a:cubicBezTo>
                    <a:cubicBezTo>
                      <a:pt x="1268" y="373"/>
                      <a:pt x="1031" y="1"/>
                      <a:pt x="5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17" name="Google Shape;217;p3"/>
          <p:cNvGrpSpPr/>
          <p:nvPr/>
        </p:nvGrpSpPr>
        <p:grpSpPr>
          <a:xfrm>
            <a:off x="2036640" y="4698312"/>
            <a:ext cx="5187333" cy="313951"/>
            <a:chOff x="1836590" y="98137"/>
            <a:chExt cx="5187333" cy="313951"/>
          </a:xfrm>
        </p:grpSpPr>
        <p:sp>
          <p:nvSpPr>
            <p:cNvPr id="218" name="Google Shape;218;p3"/>
            <p:cNvSpPr/>
            <p:nvPr/>
          </p:nvSpPr>
          <p:spPr>
            <a:xfrm>
              <a:off x="6927700" y="120062"/>
              <a:ext cx="96224" cy="96476"/>
            </a:xfrm>
            <a:custGeom>
              <a:avLst/>
              <a:gdLst/>
              <a:ahLst/>
              <a:cxnLst/>
              <a:rect l="l" t="t" r="r" b="b"/>
              <a:pathLst>
                <a:path w="1121" h="1124" extrusionOk="0">
                  <a:moveTo>
                    <a:pt x="563" y="164"/>
                  </a:moveTo>
                  <a:lnTo>
                    <a:pt x="563" y="164"/>
                  </a:lnTo>
                  <a:cubicBezTo>
                    <a:pt x="782" y="168"/>
                    <a:pt x="960" y="347"/>
                    <a:pt x="957" y="565"/>
                  </a:cubicBezTo>
                  <a:cubicBezTo>
                    <a:pt x="957" y="784"/>
                    <a:pt x="778" y="960"/>
                    <a:pt x="562" y="960"/>
                  </a:cubicBezTo>
                  <a:cubicBezTo>
                    <a:pt x="340" y="960"/>
                    <a:pt x="164" y="781"/>
                    <a:pt x="164" y="562"/>
                  </a:cubicBezTo>
                  <a:cubicBezTo>
                    <a:pt x="164" y="341"/>
                    <a:pt x="342" y="166"/>
                    <a:pt x="563" y="164"/>
                  </a:cubicBezTo>
                  <a:close/>
                  <a:moveTo>
                    <a:pt x="562" y="1"/>
                  </a:moveTo>
                  <a:cubicBezTo>
                    <a:pt x="251" y="1"/>
                    <a:pt x="1" y="251"/>
                    <a:pt x="1" y="562"/>
                  </a:cubicBezTo>
                  <a:cubicBezTo>
                    <a:pt x="1" y="871"/>
                    <a:pt x="251" y="1121"/>
                    <a:pt x="559" y="1124"/>
                  </a:cubicBezTo>
                  <a:lnTo>
                    <a:pt x="562" y="1124"/>
                  </a:lnTo>
                  <a:cubicBezTo>
                    <a:pt x="871" y="1121"/>
                    <a:pt x="1121" y="871"/>
                    <a:pt x="1121" y="562"/>
                  </a:cubicBezTo>
                  <a:cubicBezTo>
                    <a:pt x="1121" y="251"/>
                    <a:pt x="871" y="1"/>
                    <a:pt x="5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3"/>
            <p:cNvSpPr/>
            <p:nvPr/>
          </p:nvSpPr>
          <p:spPr>
            <a:xfrm>
              <a:off x="2459614" y="204667"/>
              <a:ext cx="161423" cy="148928"/>
            </a:xfrm>
            <a:custGeom>
              <a:avLst/>
              <a:gdLst/>
              <a:ahLst/>
              <a:cxnLst/>
              <a:rect l="l" t="t" r="r" b="b"/>
              <a:pathLst>
                <a:path w="2558" h="2360" extrusionOk="0">
                  <a:moveTo>
                    <a:pt x="1855" y="179"/>
                  </a:moveTo>
                  <a:lnTo>
                    <a:pt x="1855" y="179"/>
                  </a:lnTo>
                  <a:cubicBezTo>
                    <a:pt x="1827" y="306"/>
                    <a:pt x="1771" y="531"/>
                    <a:pt x="1707" y="790"/>
                  </a:cubicBezTo>
                  <a:cubicBezTo>
                    <a:pt x="1583" y="710"/>
                    <a:pt x="1457" y="630"/>
                    <a:pt x="1330" y="553"/>
                  </a:cubicBezTo>
                  <a:cubicBezTo>
                    <a:pt x="1629" y="306"/>
                    <a:pt x="1781" y="213"/>
                    <a:pt x="1855" y="179"/>
                  </a:cubicBezTo>
                  <a:close/>
                  <a:moveTo>
                    <a:pt x="522" y="287"/>
                  </a:moveTo>
                  <a:cubicBezTo>
                    <a:pt x="704" y="374"/>
                    <a:pt x="880" y="469"/>
                    <a:pt x="1053" y="577"/>
                  </a:cubicBezTo>
                  <a:cubicBezTo>
                    <a:pt x="942" y="670"/>
                    <a:pt x="824" y="778"/>
                    <a:pt x="698" y="892"/>
                  </a:cubicBezTo>
                  <a:cubicBezTo>
                    <a:pt x="575" y="559"/>
                    <a:pt x="531" y="371"/>
                    <a:pt x="522" y="287"/>
                  </a:cubicBezTo>
                  <a:close/>
                  <a:moveTo>
                    <a:pt x="1811" y="1046"/>
                  </a:moveTo>
                  <a:cubicBezTo>
                    <a:pt x="2070" y="1219"/>
                    <a:pt x="2225" y="1330"/>
                    <a:pt x="2308" y="1398"/>
                  </a:cubicBezTo>
                  <a:cubicBezTo>
                    <a:pt x="2188" y="1413"/>
                    <a:pt x="1981" y="1438"/>
                    <a:pt x="1694" y="1462"/>
                  </a:cubicBezTo>
                  <a:cubicBezTo>
                    <a:pt x="1731" y="1336"/>
                    <a:pt x="1771" y="1197"/>
                    <a:pt x="1808" y="1046"/>
                  </a:cubicBezTo>
                  <a:close/>
                  <a:moveTo>
                    <a:pt x="1201" y="664"/>
                  </a:moveTo>
                  <a:cubicBezTo>
                    <a:pt x="1355" y="756"/>
                    <a:pt x="1515" y="855"/>
                    <a:pt x="1666" y="954"/>
                  </a:cubicBezTo>
                  <a:cubicBezTo>
                    <a:pt x="1617" y="1148"/>
                    <a:pt x="1571" y="1324"/>
                    <a:pt x="1525" y="1478"/>
                  </a:cubicBezTo>
                  <a:cubicBezTo>
                    <a:pt x="1336" y="1493"/>
                    <a:pt x="1136" y="1509"/>
                    <a:pt x="951" y="1521"/>
                  </a:cubicBezTo>
                  <a:cubicBezTo>
                    <a:pt x="883" y="1367"/>
                    <a:pt x="815" y="1210"/>
                    <a:pt x="757" y="1055"/>
                  </a:cubicBezTo>
                  <a:cubicBezTo>
                    <a:pt x="917" y="910"/>
                    <a:pt x="1065" y="778"/>
                    <a:pt x="1201" y="664"/>
                  </a:cubicBezTo>
                  <a:close/>
                  <a:moveTo>
                    <a:pt x="630" y="1173"/>
                  </a:moveTo>
                  <a:cubicBezTo>
                    <a:pt x="676" y="1293"/>
                    <a:pt x="726" y="1413"/>
                    <a:pt x="775" y="1530"/>
                  </a:cubicBezTo>
                  <a:cubicBezTo>
                    <a:pt x="613" y="1539"/>
                    <a:pt x="473" y="1543"/>
                    <a:pt x="370" y="1543"/>
                  </a:cubicBezTo>
                  <a:cubicBezTo>
                    <a:pt x="319" y="1543"/>
                    <a:pt x="276" y="1542"/>
                    <a:pt x="245" y="1540"/>
                  </a:cubicBezTo>
                  <a:cubicBezTo>
                    <a:pt x="337" y="1450"/>
                    <a:pt x="476" y="1317"/>
                    <a:pt x="630" y="1173"/>
                  </a:cubicBezTo>
                  <a:close/>
                  <a:moveTo>
                    <a:pt x="1472" y="1644"/>
                  </a:moveTo>
                  <a:lnTo>
                    <a:pt x="1472" y="1644"/>
                  </a:lnTo>
                  <a:cubicBezTo>
                    <a:pt x="1370" y="1981"/>
                    <a:pt x="1306" y="2116"/>
                    <a:pt x="1275" y="2172"/>
                  </a:cubicBezTo>
                  <a:cubicBezTo>
                    <a:pt x="1176" y="2015"/>
                    <a:pt x="1090" y="1848"/>
                    <a:pt x="1019" y="1678"/>
                  </a:cubicBezTo>
                  <a:cubicBezTo>
                    <a:pt x="1167" y="1672"/>
                    <a:pt x="1321" y="1657"/>
                    <a:pt x="1472" y="1644"/>
                  </a:cubicBezTo>
                  <a:close/>
                  <a:moveTo>
                    <a:pt x="1916" y="0"/>
                  </a:moveTo>
                  <a:cubicBezTo>
                    <a:pt x="1833" y="0"/>
                    <a:pt x="1673" y="53"/>
                    <a:pt x="1182" y="466"/>
                  </a:cubicBezTo>
                  <a:cubicBezTo>
                    <a:pt x="960" y="334"/>
                    <a:pt x="618" y="136"/>
                    <a:pt x="507" y="108"/>
                  </a:cubicBezTo>
                  <a:cubicBezTo>
                    <a:pt x="494" y="108"/>
                    <a:pt x="485" y="105"/>
                    <a:pt x="476" y="105"/>
                  </a:cubicBezTo>
                  <a:cubicBezTo>
                    <a:pt x="439" y="105"/>
                    <a:pt x="408" y="124"/>
                    <a:pt x="386" y="155"/>
                  </a:cubicBezTo>
                  <a:cubicBezTo>
                    <a:pt x="359" y="192"/>
                    <a:pt x="297" y="281"/>
                    <a:pt x="568" y="1009"/>
                  </a:cubicBezTo>
                  <a:cubicBezTo>
                    <a:pt x="328" y="1231"/>
                    <a:pt x="118" y="1435"/>
                    <a:pt x="38" y="1515"/>
                  </a:cubicBezTo>
                  <a:cubicBezTo>
                    <a:pt x="10" y="1543"/>
                    <a:pt x="1" y="1583"/>
                    <a:pt x="13" y="1620"/>
                  </a:cubicBezTo>
                  <a:cubicBezTo>
                    <a:pt x="38" y="1681"/>
                    <a:pt x="93" y="1706"/>
                    <a:pt x="374" y="1706"/>
                  </a:cubicBezTo>
                  <a:cubicBezTo>
                    <a:pt x="497" y="1706"/>
                    <a:pt x="655" y="1700"/>
                    <a:pt x="846" y="1691"/>
                  </a:cubicBezTo>
                  <a:cubicBezTo>
                    <a:pt x="966" y="1959"/>
                    <a:pt x="1117" y="2271"/>
                    <a:pt x="1207" y="2338"/>
                  </a:cubicBezTo>
                  <a:cubicBezTo>
                    <a:pt x="1225" y="2351"/>
                    <a:pt x="1247" y="2360"/>
                    <a:pt x="1272" y="2360"/>
                  </a:cubicBezTo>
                  <a:lnTo>
                    <a:pt x="1275" y="2360"/>
                  </a:lnTo>
                  <a:cubicBezTo>
                    <a:pt x="1358" y="2360"/>
                    <a:pt x="1444" y="2304"/>
                    <a:pt x="1648" y="1629"/>
                  </a:cubicBezTo>
                  <a:cubicBezTo>
                    <a:pt x="1947" y="1604"/>
                    <a:pt x="2413" y="1555"/>
                    <a:pt x="2487" y="1530"/>
                  </a:cubicBezTo>
                  <a:cubicBezTo>
                    <a:pt x="2518" y="1515"/>
                    <a:pt x="2539" y="1487"/>
                    <a:pt x="2545" y="1456"/>
                  </a:cubicBezTo>
                  <a:cubicBezTo>
                    <a:pt x="2549" y="1398"/>
                    <a:pt x="2558" y="1339"/>
                    <a:pt x="1851" y="883"/>
                  </a:cubicBezTo>
                  <a:cubicBezTo>
                    <a:pt x="1959" y="466"/>
                    <a:pt x="2037" y="118"/>
                    <a:pt x="2037" y="115"/>
                  </a:cubicBezTo>
                  <a:cubicBezTo>
                    <a:pt x="2040" y="90"/>
                    <a:pt x="2033" y="62"/>
                    <a:pt x="2018" y="44"/>
                  </a:cubicBezTo>
                  <a:cubicBezTo>
                    <a:pt x="1990" y="16"/>
                    <a:pt x="1953" y="0"/>
                    <a:pt x="19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3"/>
            <p:cNvSpPr/>
            <p:nvPr/>
          </p:nvSpPr>
          <p:spPr>
            <a:xfrm rot="-5594267">
              <a:off x="1835213" y="130522"/>
              <a:ext cx="82879" cy="75565"/>
            </a:xfrm>
            <a:custGeom>
              <a:avLst/>
              <a:gdLst/>
              <a:ahLst/>
              <a:cxnLst/>
              <a:rect l="l" t="t" r="r" b="b"/>
              <a:pathLst>
                <a:path w="1303" h="1188" extrusionOk="0">
                  <a:moveTo>
                    <a:pt x="710" y="173"/>
                  </a:moveTo>
                  <a:cubicBezTo>
                    <a:pt x="941" y="173"/>
                    <a:pt x="1129" y="364"/>
                    <a:pt x="1129" y="595"/>
                  </a:cubicBezTo>
                  <a:cubicBezTo>
                    <a:pt x="1126" y="827"/>
                    <a:pt x="938" y="1012"/>
                    <a:pt x="707" y="1015"/>
                  </a:cubicBezTo>
                  <a:cubicBezTo>
                    <a:pt x="476" y="1015"/>
                    <a:pt x="287" y="823"/>
                    <a:pt x="287" y="592"/>
                  </a:cubicBezTo>
                  <a:cubicBezTo>
                    <a:pt x="287" y="358"/>
                    <a:pt x="479" y="173"/>
                    <a:pt x="710" y="173"/>
                  </a:cubicBezTo>
                  <a:close/>
                  <a:moveTo>
                    <a:pt x="712" y="1"/>
                  </a:moveTo>
                  <a:cubicBezTo>
                    <a:pt x="485" y="1"/>
                    <a:pt x="263" y="130"/>
                    <a:pt x="164" y="364"/>
                  </a:cubicBezTo>
                  <a:cubicBezTo>
                    <a:pt x="1" y="752"/>
                    <a:pt x="284" y="1184"/>
                    <a:pt x="707" y="1187"/>
                  </a:cubicBezTo>
                  <a:lnTo>
                    <a:pt x="710" y="1187"/>
                  </a:lnTo>
                  <a:cubicBezTo>
                    <a:pt x="1034" y="1187"/>
                    <a:pt x="1299" y="922"/>
                    <a:pt x="1302" y="595"/>
                  </a:cubicBezTo>
                  <a:cubicBezTo>
                    <a:pt x="1302" y="438"/>
                    <a:pt x="1240" y="287"/>
                    <a:pt x="1129" y="176"/>
                  </a:cubicBezTo>
                  <a:cubicBezTo>
                    <a:pt x="1012" y="57"/>
                    <a:pt x="861" y="1"/>
                    <a:pt x="7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3"/>
            <p:cNvSpPr/>
            <p:nvPr/>
          </p:nvSpPr>
          <p:spPr>
            <a:xfrm>
              <a:off x="3202824" y="106853"/>
              <a:ext cx="122063" cy="122890"/>
            </a:xfrm>
            <a:custGeom>
              <a:avLst/>
              <a:gdLst/>
              <a:ahLst/>
              <a:cxnLst/>
              <a:rect l="l" t="t" r="r" b="b"/>
              <a:pathLst>
                <a:path w="1919" h="1932" extrusionOk="0">
                  <a:moveTo>
                    <a:pt x="1024" y="248"/>
                  </a:moveTo>
                  <a:cubicBezTo>
                    <a:pt x="1049" y="331"/>
                    <a:pt x="1076" y="442"/>
                    <a:pt x="1095" y="513"/>
                  </a:cubicBezTo>
                  <a:cubicBezTo>
                    <a:pt x="1141" y="704"/>
                    <a:pt x="1150" y="747"/>
                    <a:pt x="1175" y="781"/>
                  </a:cubicBezTo>
                  <a:cubicBezTo>
                    <a:pt x="1200" y="815"/>
                    <a:pt x="1234" y="828"/>
                    <a:pt x="1425" y="895"/>
                  </a:cubicBezTo>
                  <a:cubicBezTo>
                    <a:pt x="1490" y="920"/>
                    <a:pt x="1592" y="957"/>
                    <a:pt x="1669" y="988"/>
                  </a:cubicBezTo>
                  <a:cubicBezTo>
                    <a:pt x="1561" y="1037"/>
                    <a:pt x="1388" y="1102"/>
                    <a:pt x="1234" y="1154"/>
                  </a:cubicBezTo>
                  <a:cubicBezTo>
                    <a:pt x="1212" y="1164"/>
                    <a:pt x="1194" y="1179"/>
                    <a:pt x="1184" y="1201"/>
                  </a:cubicBezTo>
                  <a:cubicBezTo>
                    <a:pt x="1110" y="1377"/>
                    <a:pt x="1015" y="1577"/>
                    <a:pt x="953" y="1688"/>
                  </a:cubicBezTo>
                  <a:cubicBezTo>
                    <a:pt x="910" y="1568"/>
                    <a:pt x="851" y="1358"/>
                    <a:pt x="805" y="1173"/>
                  </a:cubicBezTo>
                  <a:cubicBezTo>
                    <a:pt x="796" y="1139"/>
                    <a:pt x="771" y="1114"/>
                    <a:pt x="737" y="1108"/>
                  </a:cubicBezTo>
                  <a:cubicBezTo>
                    <a:pt x="558" y="1071"/>
                    <a:pt x="355" y="1028"/>
                    <a:pt x="241" y="994"/>
                  </a:cubicBezTo>
                  <a:cubicBezTo>
                    <a:pt x="416" y="905"/>
                    <a:pt x="595" y="821"/>
                    <a:pt x="780" y="747"/>
                  </a:cubicBezTo>
                  <a:cubicBezTo>
                    <a:pt x="802" y="738"/>
                    <a:pt x="820" y="723"/>
                    <a:pt x="830" y="698"/>
                  </a:cubicBezTo>
                  <a:cubicBezTo>
                    <a:pt x="885" y="547"/>
                    <a:pt x="953" y="396"/>
                    <a:pt x="1024" y="248"/>
                  </a:cubicBezTo>
                  <a:close/>
                  <a:moveTo>
                    <a:pt x="1046" y="1"/>
                  </a:moveTo>
                  <a:cubicBezTo>
                    <a:pt x="993" y="1"/>
                    <a:pt x="916" y="1"/>
                    <a:pt x="685" y="605"/>
                  </a:cubicBezTo>
                  <a:cubicBezTo>
                    <a:pt x="40" y="865"/>
                    <a:pt x="19" y="948"/>
                    <a:pt x="6" y="982"/>
                  </a:cubicBezTo>
                  <a:cubicBezTo>
                    <a:pt x="0" y="1013"/>
                    <a:pt x="6" y="1043"/>
                    <a:pt x="22" y="1068"/>
                  </a:cubicBezTo>
                  <a:cubicBezTo>
                    <a:pt x="40" y="1093"/>
                    <a:pt x="89" y="1158"/>
                    <a:pt x="651" y="1265"/>
                  </a:cubicBezTo>
                  <a:cubicBezTo>
                    <a:pt x="817" y="1932"/>
                    <a:pt x="879" y="1932"/>
                    <a:pt x="941" y="1932"/>
                  </a:cubicBezTo>
                  <a:lnTo>
                    <a:pt x="947" y="1932"/>
                  </a:lnTo>
                  <a:cubicBezTo>
                    <a:pt x="999" y="1929"/>
                    <a:pt x="1058" y="1926"/>
                    <a:pt x="1329" y="1306"/>
                  </a:cubicBezTo>
                  <a:cubicBezTo>
                    <a:pt x="1499" y="1244"/>
                    <a:pt x="1817" y="1127"/>
                    <a:pt x="1885" y="1065"/>
                  </a:cubicBezTo>
                  <a:cubicBezTo>
                    <a:pt x="1909" y="1040"/>
                    <a:pt x="1918" y="1006"/>
                    <a:pt x="1915" y="972"/>
                  </a:cubicBezTo>
                  <a:cubicBezTo>
                    <a:pt x="1900" y="895"/>
                    <a:pt x="1814" y="855"/>
                    <a:pt x="1484" y="735"/>
                  </a:cubicBezTo>
                  <a:cubicBezTo>
                    <a:pt x="1422" y="713"/>
                    <a:pt x="1348" y="686"/>
                    <a:pt x="1314" y="670"/>
                  </a:cubicBezTo>
                  <a:cubicBezTo>
                    <a:pt x="1302" y="633"/>
                    <a:pt x="1280" y="547"/>
                    <a:pt x="1262" y="473"/>
                  </a:cubicBezTo>
                  <a:cubicBezTo>
                    <a:pt x="1203" y="241"/>
                    <a:pt x="1169" y="100"/>
                    <a:pt x="1126" y="44"/>
                  </a:cubicBezTo>
                  <a:cubicBezTo>
                    <a:pt x="1107" y="19"/>
                    <a:pt x="1076" y="4"/>
                    <a:pt x="10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3"/>
            <p:cNvSpPr/>
            <p:nvPr/>
          </p:nvSpPr>
          <p:spPr>
            <a:xfrm>
              <a:off x="3655904" y="211134"/>
              <a:ext cx="102917" cy="102663"/>
            </a:xfrm>
            <a:custGeom>
              <a:avLst/>
              <a:gdLst/>
              <a:ahLst/>
              <a:cxnLst/>
              <a:rect l="l" t="t" r="r" b="b"/>
              <a:pathLst>
                <a:path w="1618" h="1614" extrusionOk="0">
                  <a:moveTo>
                    <a:pt x="868" y="1"/>
                  </a:moveTo>
                  <a:cubicBezTo>
                    <a:pt x="821" y="1"/>
                    <a:pt x="784" y="38"/>
                    <a:pt x="784" y="87"/>
                  </a:cubicBezTo>
                  <a:lnTo>
                    <a:pt x="781" y="575"/>
                  </a:lnTo>
                  <a:lnTo>
                    <a:pt x="488" y="266"/>
                  </a:lnTo>
                  <a:cubicBezTo>
                    <a:pt x="470" y="251"/>
                    <a:pt x="451" y="245"/>
                    <a:pt x="432" y="245"/>
                  </a:cubicBezTo>
                  <a:cubicBezTo>
                    <a:pt x="369" y="245"/>
                    <a:pt x="316" y="318"/>
                    <a:pt x="362" y="380"/>
                  </a:cubicBezTo>
                  <a:lnTo>
                    <a:pt x="664" y="701"/>
                  </a:lnTo>
                  <a:lnTo>
                    <a:pt x="115" y="707"/>
                  </a:lnTo>
                  <a:cubicBezTo>
                    <a:pt x="1" y="707"/>
                    <a:pt x="1" y="877"/>
                    <a:pt x="115" y="877"/>
                  </a:cubicBezTo>
                  <a:lnTo>
                    <a:pt x="618" y="874"/>
                  </a:lnTo>
                  <a:lnTo>
                    <a:pt x="229" y="1142"/>
                  </a:lnTo>
                  <a:cubicBezTo>
                    <a:pt x="189" y="1170"/>
                    <a:pt x="180" y="1222"/>
                    <a:pt x="208" y="1262"/>
                  </a:cubicBezTo>
                  <a:cubicBezTo>
                    <a:pt x="225" y="1285"/>
                    <a:pt x="252" y="1298"/>
                    <a:pt x="279" y="1298"/>
                  </a:cubicBezTo>
                  <a:cubicBezTo>
                    <a:pt x="296" y="1298"/>
                    <a:pt x="313" y="1293"/>
                    <a:pt x="328" y="1284"/>
                  </a:cubicBezTo>
                  <a:lnTo>
                    <a:pt x="775" y="969"/>
                  </a:lnTo>
                  <a:lnTo>
                    <a:pt x="775" y="1528"/>
                  </a:lnTo>
                  <a:cubicBezTo>
                    <a:pt x="772" y="1574"/>
                    <a:pt x="812" y="1614"/>
                    <a:pt x="858" y="1614"/>
                  </a:cubicBezTo>
                  <a:cubicBezTo>
                    <a:pt x="905" y="1614"/>
                    <a:pt x="945" y="1574"/>
                    <a:pt x="945" y="1528"/>
                  </a:cubicBezTo>
                  <a:lnTo>
                    <a:pt x="948" y="1000"/>
                  </a:lnTo>
                  <a:lnTo>
                    <a:pt x="1259" y="1333"/>
                  </a:lnTo>
                  <a:cubicBezTo>
                    <a:pt x="1278" y="1353"/>
                    <a:pt x="1300" y="1361"/>
                    <a:pt x="1321" y="1361"/>
                  </a:cubicBezTo>
                  <a:cubicBezTo>
                    <a:pt x="1387" y="1361"/>
                    <a:pt x="1444" y="1277"/>
                    <a:pt x="1386" y="1213"/>
                  </a:cubicBezTo>
                  <a:lnTo>
                    <a:pt x="1059" y="868"/>
                  </a:lnTo>
                  <a:lnTo>
                    <a:pt x="1503" y="865"/>
                  </a:lnTo>
                  <a:cubicBezTo>
                    <a:pt x="1617" y="861"/>
                    <a:pt x="1617" y="692"/>
                    <a:pt x="1503" y="692"/>
                  </a:cubicBezTo>
                  <a:lnTo>
                    <a:pt x="1173" y="695"/>
                  </a:lnTo>
                  <a:lnTo>
                    <a:pt x="1518" y="454"/>
                  </a:lnTo>
                  <a:cubicBezTo>
                    <a:pt x="1597" y="401"/>
                    <a:pt x="1544" y="296"/>
                    <a:pt x="1472" y="296"/>
                  </a:cubicBezTo>
                  <a:cubicBezTo>
                    <a:pt x="1456" y="296"/>
                    <a:pt x="1439" y="301"/>
                    <a:pt x="1423" y="312"/>
                  </a:cubicBezTo>
                  <a:lnTo>
                    <a:pt x="951" y="639"/>
                  </a:lnTo>
                  <a:lnTo>
                    <a:pt x="954" y="87"/>
                  </a:lnTo>
                  <a:cubicBezTo>
                    <a:pt x="954" y="41"/>
                    <a:pt x="917" y="1"/>
                    <a:pt x="8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3" name="Google Shape;223;p3"/>
            <p:cNvGrpSpPr/>
            <p:nvPr/>
          </p:nvGrpSpPr>
          <p:grpSpPr>
            <a:xfrm>
              <a:off x="4283304" y="146142"/>
              <a:ext cx="446685" cy="265947"/>
              <a:chOff x="978054" y="146142"/>
              <a:chExt cx="446685" cy="265947"/>
            </a:xfrm>
          </p:grpSpPr>
          <p:sp>
            <p:nvSpPr>
              <p:cNvPr id="224" name="Google Shape;224;p3"/>
              <p:cNvSpPr/>
              <p:nvPr/>
            </p:nvSpPr>
            <p:spPr>
              <a:xfrm>
                <a:off x="978054" y="151960"/>
                <a:ext cx="446685" cy="254309"/>
              </a:xfrm>
              <a:custGeom>
                <a:avLst/>
                <a:gdLst/>
                <a:ahLst/>
                <a:cxnLst/>
                <a:rect l="l" t="t" r="r" b="b"/>
                <a:pathLst>
                  <a:path w="6448" h="3671" extrusionOk="0">
                    <a:moveTo>
                      <a:pt x="3915" y="0"/>
                    </a:moveTo>
                    <a:cubicBezTo>
                      <a:pt x="3615" y="0"/>
                      <a:pt x="3350" y="167"/>
                      <a:pt x="3169" y="387"/>
                    </a:cubicBezTo>
                    <a:lnTo>
                      <a:pt x="3169" y="387"/>
                    </a:lnTo>
                    <a:cubicBezTo>
                      <a:pt x="3046" y="288"/>
                      <a:pt x="2886" y="200"/>
                      <a:pt x="2681" y="132"/>
                    </a:cubicBezTo>
                    <a:cubicBezTo>
                      <a:pt x="2511" y="76"/>
                      <a:pt x="2368" y="52"/>
                      <a:pt x="2248" y="52"/>
                    </a:cubicBezTo>
                    <a:cubicBezTo>
                      <a:pt x="1490" y="52"/>
                      <a:pt x="1623" y="1005"/>
                      <a:pt x="1623" y="1005"/>
                    </a:cubicBezTo>
                    <a:cubicBezTo>
                      <a:pt x="1545" y="958"/>
                      <a:pt x="1462" y="937"/>
                      <a:pt x="1377" y="937"/>
                    </a:cubicBezTo>
                    <a:cubicBezTo>
                      <a:pt x="735" y="937"/>
                      <a:pt x="1" y="2154"/>
                      <a:pt x="840" y="2769"/>
                    </a:cubicBezTo>
                    <a:cubicBezTo>
                      <a:pt x="1102" y="2963"/>
                      <a:pt x="1351" y="3051"/>
                      <a:pt x="1564" y="3064"/>
                    </a:cubicBezTo>
                    <a:lnTo>
                      <a:pt x="1564" y="3064"/>
                    </a:lnTo>
                    <a:cubicBezTo>
                      <a:pt x="1637" y="3387"/>
                      <a:pt x="1868" y="3665"/>
                      <a:pt x="2357" y="3670"/>
                    </a:cubicBezTo>
                    <a:cubicBezTo>
                      <a:pt x="2374" y="3670"/>
                      <a:pt x="2392" y="3670"/>
                      <a:pt x="2408" y="3670"/>
                    </a:cubicBezTo>
                    <a:cubicBezTo>
                      <a:pt x="3079" y="3670"/>
                      <a:pt x="3528" y="3515"/>
                      <a:pt x="3781" y="3285"/>
                    </a:cubicBezTo>
                    <a:lnTo>
                      <a:pt x="3781" y="3285"/>
                    </a:lnTo>
                    <a:cubicBezTo>
                      <a:pt x="3834" y="3357"/>
                      <a:pt x="3900" y="3426"/>
                      <a:pt x="3983" y="3491"/>
                    </a:cubicBezTo>
                    <a:cubicBezTo>
                      <a:pt x="4094" y="3579"/>
                      <a:pt x="4230" y="3618"/>
                      <a:pt x="4376" y="3618"/>
                    </a:cubicBezTo>
                    <a:cubicBezTo>
                      <a:pt x="5223" y="3618"/>
                      <a:pt x="6448" y="2304"/>
                      <a:pt x="5722" y="1542"/>
                    </a:cubicBezTo>
                    <a:cubicBezTo>
                      <a:pt x="5522" y="1331"/>
                      <a:pt x="5310" y="1251"/>
                      <a:pt x="5112" y="1251"/>
                    </a:cubicBezTo>
                    <a:cubicBezTo>
                      <a:pt x="5090" y="1251"/>
                      <a:pt x="5068" y="1252"/>
                      <a:pt x="5046" y="1254"/>
                    </a:cubicBezTo>
                    <a:lnTo>
                      <a:pt x="5046" y="1254"/>
                    </a:lnTo>
                    <a:cubicBezTo>
                      <a:pt x="5054" y="878"/>
                      <a:pt x="4866" y="444"/>
                      <a:pt x="4402" y="151"/>
                    </a:cubicBezTo>
                    <a:cubicBezTo>
                      <a:pt x="4235" y="45"/>
                      <a:pt x="4070" y="0"/>
                      <a:pt x="39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3"/>
              <p:cNvSpPr/>
              <p:nvPr/>
            </p:nvSpPr>
            <p:spPr>
              <a:xfrm>
                <a:off x="999986" y="146142"/>
                <a:ext cx="402834" cy="265947"/>
              </a:xfrm>
              <a:custGeom>
                <a:avLst/>
                <a:gdLst/>
                <a:ahLst/>
                <a:cxnLst/>
                <a:rect l="l" t="t" r="r" b="b"/>
                <a:pathLst>
                  <a:path w="5815" h="3839" extrusionOk="0">
                    <a:moveTo>
                      <a:pt x="2894" y="594"/>
                    </a:moveTo>
                    <a:cubicBezTo>
                      <a:pt x="3125" y="816"/>
                      <a:pt x="3174" y="1078"/>
                      <a:pt x="3110" y="1251"/>
                    </a:cubicBezTo>
                    <a:cubicBezTo>
                      <a:pt x="3077" y="1342"/>
                      <a:pt x="3020" y="1391"/>
                      <a:pt x="2952" y="1391"/>
                    </a:cubicBezTo>
                    <a:cubicBezTo>
                      <a:pt x="2910" y="1391"/>
                      <a:pt x="2864" y="1373"/>
                      <a:pt x="2817" y="1334"/>
                    </a:cubicBezTo>
                    <a:cubicBezTo>
                      <a:pt x="2656" y="1195"/>
                      <a:pt x="2693" y="877"/>
                      <a:pt x="2894" y="594"/>
                    </a:cubicBezTo>
                    <a:close/>
                    <a:moveTo>
                      <a:pt x="4667" y="1439"/>
                    </a:moveTo>
                    <a:lnTo>
                      <a:pt x="4667" y="1439"/>
                    </a:lnTo>
                    <a:cubicBezTo>
                      <a:pt x="4627" y="1750"/>
                      <a:pt x="4436" y="1981"/>
                      <a:pt x="4177" y="2018"/>
                    </a:cubicBezTo>
                    <a:cubicBezTo>
                      <a:pt x="4161" y="2018"/>
                      <a:pt x="4149" y="2022"/>
                      <a:pt x="4134" y="2022"/>
                    </a:cubicBezTo>
                    <a:cubicBezTo>
                      <a:pt x="4063" y="2022"/>
                      <a:pt x="4063" y="2000"/>
                      <a:pt x="4063" y="1981"/>
                    </a:cubicBezTo>
                    <a:cubicBezTo>
                      <a:pt x="4060" y="1852"/>
                      <a:pt x="4309" y="1519"/>
                      <a:pt x="4667" y="1439"/>
                    </a:cubicBezTo>
                    <a:close/>
                    <a:moveTo>
                      <a:pt x="1620" y="2253"/>
                    </a:moveTo>
                    <a:cubicBezTo>
                      <a:pt x="1663" y="2253"/>
                      <a:pt x="1706" y="2293"/>
                      <a:pt x="1731" y="2327"/>
                    </a:cubicBezTo>
                    <a:cubicBezTo>
                      <a:pt x="1857" y="2484"/>
                      <a:pt x="1888" y="2660"/>
                      <a:pt x="1820" y="2805"/>
                    </a:cubicBezTo>
                    <a:cubicBezTo>
                      <a:pt x="1743" y="2959"/>
                      <a:pt x="1564" y="3055"/>
                      <a:pt x="1348" y="3061"/>
                    </a:cubicBezTo>
                    <a:cubicBezTo>
                      <a:pt x="1305" y="2774"/>
                      <a:pt x="1385" y="2472"/>
                      <a:pt x="1500" y="2330"/>
                    </a:cubicBezTo>
                    <a:cubicBezTo>
                      <a:pt x="1543" y="2278"/>
                      <a:pt x="1583" y="2253"/>
                      <a:pt x="1620" y="2253"/>
                    </a:cubicBezTo>
                    <a:close/>
                    <a:moveTo>
                      <a:pt x="3548" y="2490"/>
                    </a:moveTo>
                    <a:cubicBezTo>
                      <a:pt x="3563" y="2490"/>
                      <a:pt x="3597" y="2524"/>
                      <a:pt x="3625" y="2614"/>
                    </a:cubicBezTo>
                    <a:cubicBezTo>
                      <a:pt x="3699" y="2827"/>
                      <a:pt x="3652" y="3061"/>
                      <a:pt x="3507" y="3231"/>
                    </a:cubicBezTo>
                    <a:cubicBezTo>
                      <a:pt x="3372" y="2993"/>
                      <a:pt x="3384" y="2737"/>
                      <a:pt x="3461" y="2586"/>
                    </a:cubicBezTo>
                    <a:cubicBezTo>
                      <a:pt x="3495" y="2518"/>
                      <a:pt x="3532" y="2490"/>
                      <a:pt x="3548" y="2490"/>
                    </a:cubicBezTo>
                    <a:close/>
                    <a:moveTo>
                      <a:pt x="3628" y="170"/>
                    </a:moveTo>
                    <a:cubicBezTo>
                      <a:pt x="3775" y="170"/>
                      <a:pt x="3925" y="213"/>
                      <a:pt x="4066" y="304"/>
                    </a:cubicBezTo>
                    <a:cubicBezTo>
                      <a:pt x="4430" y="532"/>
                      <a:pt x="4652" y="887"/>
                      <a:pt x="4673" y="1260"/>
                    </a:cubicBezTo>
                    <a:cubicBezTo>
                      <a:pt x="4229" y="1340"/>
                      <a:pt x="3881" y="1747"/>
                      <a:pt x="3893" y="1988"/>
                    </a:cubicBezTo>
                    <a:cubicBezTo>
                      <a:pt x="3899" y="2086"/>
                      <a:pt x="3960" y="2190"/>
                      <a:pt x="4132" y="2190"/>
                    </a:cubicBezTo>
                    <a:cubicBezTo>
                      <a:pt x="4153" y="2190"/>
                      <a:pt x="4177" y="2188"/>
                      <a:pt x="4201" y="2185"/>
                    </a:cubicBezTo>
                    <a:cubicBezTo>
                      <a:pt x="4550" y="2139"/>
                      <a:pt x="4803" y="1827"/>
                      <a:pt x="4840" y="1417"/>
                    </a:cubicBezTo>
                    <a:cubicBezTo>
                      <a:pt x="5034" y="1423"/>
                      <a:pt x="5213" y="1510"/>
                      <a:pt x="5373" y="1682"/>
                    </a:cubicBezTo>
                    <a:cubicBezTo>
                      <a:pt x="5651" y="1972"/>
                      <a:pt x="5586" y="2321"/>
                      <a:pt x="5485" y="2561"/>
                    </a:cubicBezTo>
                    <a:cubicBezTo>
                      <a:pt x="5247" y="3113"/>
                      <a:pt x="4581" y="3616"/>
                      <a:pt x="4090" y="3616"/>
                    </a:cubicBezTo>
                    <a:cubicBezTo>
                      <a:pt x="4086" y="3616"/>
                      <a:pt x="4082" y="3616"/>
                      <a:pt x="4077" y="3616"/>
                    </a:cubicBezTo>
                    <a:cubicBezTo>
                      <a:pt x="3958" y="3616"/>
                      <a:pt x="3843" y="3576"/>
                      <a:pt x="3748" y="3505"/>
                    </a:cubicBezTo>
                    <a:cubicBezTo>
                      <a:pt x="3699" y="3465"/>
                      <a:pt x="3652" y="3422"/>
                      <a:pt x="3609" y="3372"/>
                    </a:cubicBezTo>
                    <a:cubicBezTo>
                      <a:pt x="3816" y="3157"/>
                      <a:pt x="3884" y="2845"/>
                      <a:pt x="3788" y="2564"/>
                    </a:cubicBezTo>
                    <a:cubicBezTo>
                      <a:pt x="3723" y="2352"/>
                      <a:pt x="3609" y="2321"/>
                      <a:pt x="3548" y="2321"/>
                    </a:cubicBezTo>
                    <a:cubicBezTo>
                      <a:pt x="3455" y="2321"/>
                      <a:pt x="3366" y="2389"/>
                      <a:pt x="3307" y="2506"/>
                    </a:cubicBezTo>
                    <a:cubicBezTo>
                      <a:pt x="3202" y="2716"/>
                      <a:pt x="3187" y="3049"/>
                      <a:pt x="3381" y="3351"/>
                    </a:cubicBezTo>
                    <a:cubicBezTo>
                      <a:pt x="3181" y="3505"/>
                      <a:pt x="2807" y="3669"/>
                      <a:pt x="2120" y="3669"/>
                    </a:cubicBezTo>
                    <a:lnTo>
                      <a:pt x="2070" y="3669"/>
                    </a:lnTo>
                    <a:cubicBezTo>
                      <a:pt x="1651" y="3662"/>
                      <a:pt x="1469" y="3447"/>
                      <a:pt x="1392" y="3231"/>
                    </a:cubicBezTo>
                    <a:cubicBezTo>
                      <a:pt x="1657" y="3215"/>
                      <a:pt x="1873" y="3086"/>
                      <a:pt x="1972" y="2879"/>
                    </a:cubicBezTo>
                    <a:cubicBezTo>
                      <a:pt x="2073" y="2672"/>
                      <a:pt x="2033" y="2432"/>
                      <a:pt x="1864" y="2222"/>
                    </a:cubicBezTo>
                    <a:cubicBezTo>
                      <a:pt x="1771" y="2105"/>
                      <a:pt x="1679" y="2080"/>
                      <a:pt x="1617" y="2080"/>
                    </a:cubicBezTo>
                    <a:cubicBezTo>
                      <a:pt x="1527" y="2080"/>
                      <a:pt x="1441" y="2130"/>
                      <a:pt x="1367" y="2222"/>
                    </a:cubicBezTo>
                    <a:cubicBezTo>
                      <a:pt x="1216" y="2410"/>
                      <a:pt x="1139" y="2749"/>
                      <a:pt x="1173" y="3049"/>
                    </a:cubicBezTo>
                    <a:cubicBezTo>
                      <a:pt x="966" y="3002"/>
                      <a:pt x="769" y="2913"/>
                      <a:pt x="602" y="2783"/>
                    </a:cubicBezTo>
                    <a:cubicBezTo>
                      <a:pt x="161" y="2456"/>
                      <a:pt x="254" y="2003"/>
                      <a:pt x="312" y="1821"/>
                    </a:cubicBezTo>
                    <a:cubicBezTo>
                      <a:pt x="442" y="1426"/>
                      <a:pt x="790" y="1106"/>
                      <a:pt x="1086" y="1106"/>
                    </a:cubicBezTo>
                    <a:cubicBezTo>
                      <a:pt x="1157" y="1106"/>
                      <a:pt x="1228" y="1124"/>
                      <a:pt x="1290" y="1161"/>
                    </a:cubicBezTo>
                    <a:cubicBezTo>
                      <a:pt x="1304" y="1169"/>
                      <a:pt x="1319" y="1173"/>
                      <a:pt x="1333" y="1173"/>
                    </a:cubicBezTo>
                    <a:cubicBezTo>
                      <a:pt x="1382" y="1173"/>
                      <a:pt x="1427" y="1130"/>
                      <a:pt x="1419" y="1075"/>
                    </a:cubicBezTo>
                    <a:cubicBezTo>
                      <a:pt x="1419" y="1072"/>
                      <a:pt x="1358" y="621"/>
                      <a:pt x="1574" y="375"/>
                    </a:cubicBezTo>
                    <a:cubicBezTo>
                      <a:pt x="1664" y="270"/>
                      <a:pt x="1793" y="218"/>
                      <a:pt x="1959" y="218"/>
                    </a:cubicBezTo>
                    <a:cubicBezTo>
                      <a:pt x="2076" y="218"/>
                      <a:pt x="2212" y="243"/>
                      <a:pt x="2366" y="294"/>
                    </a:cubicBezTo>
                    <a:cubicBezTo>
                      <a:pt x="2508" y="338"/>
                      <a:pt x="2641" y="402"/>
                      <a:pt x="2761" y="486"/>
                    </a:cubicBezTo>
                    <a:cubicBezTo>
                      <a:pt x="2527" y="809"/>
                      <a:pt x="2446" y="1244"/>
                      <a:pt x="2709" y="1463"/>
                    </a:cubicBezTo>
                    <a:cubicBezTo>
                      <a:pt x="2777" y="1525"/>
                      <a:pt x="2863" y="1562"/>
                      <a:pt x="2955" y="1565"/>
                    </a:cubicBezTo>
                    <a:cubicBezTo>
                      <a:pt x="3094" y="1565"/>
                      <a:pt x="3218" y="1466"/>
                      <a:pt x="3273" y="1306"/>
                    </a:cubicBezTo>
                    <a:cubicBezTo>
                      <a:pt x="3353" y="1075"/>
                      <a:pt x="3298" y="735"/>
                      <a:pt x="3002" y="458"/>
                    </a:cubicBezTo>
                    <a:cubicBezTo>
                      <a:pt x="3182" y="270"/>
                      <a:pt x="3403" y="170"/>
                      <a:pt x="3628" y="170"/>
                    </a:cubicBezTo>
                    <a:close/>
                    <a:moveTo>
                      <a:pt x="3632" y="0"/>
                    </a:moveTo>
                    <a:cubicBezTo>
                      <a:pt x="3356" y="0"/>
                      <a:pt x="3085" y="122"/>
                      <a:pt x="2872" y="350"/>
                    </a:cubicBezTo>
                    <a:cubicBezTo>
                      <a:pt x="2733" y="257"/>
                      <a:pt x="2582" y="183"/>
                      <a:pt x="2422" y="131"/>
                    </a:cubicBezTo>
                    <a:cubicBezTo>
                      <a:pt x="2252" y="76"/>
                      <a:pt x="2099" y="48"/>
                      <a:pt x="1963" y="48"/>
                    </a:cubicBezTo>
                    <a:cubicBezTo>
                      <a:pt x="1743" y="48"/>
                      <a:pt x="1568" y="120"/>
                      <a:pt x="1444" y="264"/>
                    </a:cubicBezTo>
                    <a:cubicBezTo>
                      <a:pt x="1262" y="470"/>
                      <a:pt x="1237" y="776"/>
                      <a:pt x="1241" y="954"/>
                    </a:cubicBezTo>
                    <a:cubicBezTo>
                      <a:pt x="1191" y="939"/>
                      <a:pt x="1139" y="933"/>
                      <a:pt x="1089" y="933"/>
                    </a:cubicBezTo>
                    <a:cubicBezTo>
                      <a:pt x="716" y="933"/>
                      <a:pt x="306" y="1300"/>
                      <a:pt x="152" y="1766"/>
                    </a:cubicBezTo>
                    <a:cubicBezTo>
                      <a:pt x="1" y="2225"/>
                      <a:pt x="127" y="2645"/>
                      <a:pt x="500" y="2919"/>
                    </a:cubicBezTo>
                    <a:cubicBezTo>
                      <a:pt x="735" y="3092"/>
                      <a:pt x="978" y="3197"/>
                      <a:pt x="1210" y="3224"/>
                    </a:cubicBezTo>
                    <a:cubicBezTo>
                      <a:pt x="1321" y="3613"/>
                      <a:pt x="1632" y="3835"/>
                      <a:pt x="2070" y="3838"/>
                    </a:cubicBezTo>
                    <a:lnTo>
                      <a:pt x="2120" y="3838"/>
                    </a:lnTo>
                    <a:cubicBezTo>
                      <a:pt x="2715" y="3838"/>
                      <a:pt x="3184" y="3718"/>
                      <a:pt x="3483" y="3490"/>
                    </a:cubicBezTo>
                    <a:cubicBezTo>
                      <a:pt x="3532" y="3542"/>
                      <a:pt x="3585" y="3595"/>
                      <a:pt x="3643" y="3641"/>
                    </a:cubicBezTo>
                    <a:cubicBezTo>
                      <a:pt x="3766" y="3737"/>
                      <a:pt x="3921" y="3786"/>
                      <a:pt x="4076" y="3786"/>
                    </a:cubicBezTo>
                    <a:cubicBezTo>
                      <a:pt x="4081" y="3786"/>
                      <a:pt x="4086" y="3786"/>
                      <a:pt x="4090" y="3786"/>
                    </a:cubicBezTo>
                    <a:cubicBezTo>
                      <a:pt x="4652" y="3786"/>
                      <a:pt x="5377" y="3246"/>
                      <a:pt x="5642" y="2629"/>
                    </a:cubicBezTo>
                    <a:cubicBezTo>
                      <a:pt x="5815" y="2222"/>
                      <a:pt x="5765" y="1843"/>
                      <a:pt x="5500" y="1565"/>
                    </a:cubicBezTo>
                    <a:cubicBezTo>
                      <a:pt x="5303" y="1358"/>
                      <a:pt x="5084" y="1254"/>
                      <a:pt x="4843" y="1247"/>
                    </a:cubicBezTo>
                    <a:cubicBezTo>
                      <a:pt x="4821" y="819"/>
                      <a:pt x="4572" y="418"/>
                      <a:pt x="4161" y="159"/>
                    </a:cubicBezTo>
                    <a:cubicBezTo>
                      <a:pt x="3992" y="52"/>
                      <a:pt x="3811" y="0"/>
                      <a:pt x="36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6" name="Google Shape;226;p3"/>
            <p:cNvSpPr/>
            <p:nvPr/>
          </p:nvSpPr>
          <p:spPr>
            <a:xfrm>
              <a:off x="4982427" y="98137"/>
              <a:ext cx="184623" cy="198973"/>
            </a:xfrm>
            <a:custGeom>
              <a:avLst/>
              <a:gdLst/>
              <a:ahLst/>
              <a:cxnLst/>
              <a:rect l="l" t="t" r="r" b="b"/>
              <a:pathLst>
                <a:path w="2496" h="2690" extrusionOk="0">
                  <a:moveTo>
                    <a:pt x="1564" y="244"/>
                  </a:moveTo>
                  <a:cubicBezTo>
                    <a:pt x="1574" y="374"/>
                    <a:pt x="1580" y="596"/>
                    <a:pt x="1583" y="898"/>
                  </a:cubicBezTo>
                  <a:cubicBezTo>
                    <a:pt x="1450" y="849"/>
                    <a:pt x="1308" y="796"/>
                    <a:pt x="1151" y="741"/>
                  </a:cubicBezTo>
                  <a:cubicBezTo>
                    <a:pt x="1355" y="478"/>
                    <a:pt x="1487" y="327"/>
                    <a:pt x="1564" y="244"/>
                  </a:cubicBezTo>
                  <a:close/>
                  <a:moveTo>
                    <a:pt x="241" y="617"/>
                  </a:moveTo>
                  <a:cubicBezTo>
                    <a:pt x="371" y="657"/>
                    <a:pt x="605" y="734"/>
                    <a:pt x="870" y="824"/>
                  </a:cubicBezTo>
                  <a:cubicBezTo>
                    <a:pt x="775" y="947"/>
                    <a:pt x="679" y="1077"/>
                    <a:pt x="590" y="1203"/>
                  </a:cubicBezTo>
                  <a:cubicBezTo>
                    <a:pt x="352" y="864"/>
                    <a:pt x="269" y="697"/>
                    <a:pt x="241" y="617"/>
                  </a:cubicBezTo>
                  <a:close/>
                  <a:moveTo>
                    <a:pt x="1756" y="1149"/>
                  </a:moveTo>
                  <a:cubicBezTo>
                    <a:pt x="2099" y="1287"/>
                    <a:pt x="2237" y="1367"/>
                    <a:pt x="2289" y="1404"/>
                  </a:cubicBezTo>
                  <a:cubicBezTo>
                    <a:pt x="2117" y="1493"/>
                    <a:pt x="1935" y="1567"/>
                    <a:pt x="1749" y="1629"/>
                  </a:cubicBezTo>
                  <a:cubicBezTo>
                    <a:pt x="1756" y="1472"/>
                    <a:pt x="1756" y="1309"/>
                    <a:pt x="1756" y="1149"/>
                  </a:cubicBezTo>
                  <a:close/>
                  <a:moveTo>
                    <a:pt x="1043" y="883"/>
                  </a:moveTo>
                  <a:cubicBezTo>
                    <a:pt x="1244" y="953"/>
                    <a:pt x="1426" y="1021"/>
                    <a:pt x="1583" y="1080"/>
                  </a:cubicBezTo>
                  <a:cubicBezTo>
                    <a:pt x="1583" y="1283"/>
                    <a:pt x="1583" y="1493"/>
                    <a:pt x="1577" y="1691"/>
                  </a:cubicBezTo>
                  <a:cubicBezTo>
                    <a:pt x="1410" y="1749"/>
                    <a:pt x="1234" y="1802"/>
                    <a:pt x="1068" y="1851"/>
                  </a:cubicBezTo>
                  <a:cubicBezTo>
                    <a:pt x="929" y="1669"/>
                    <a:pt x="803" y="1502"/>
                    <a:pt x="695" y="1351"/>
                  </a:cubicBezTo>
                  <a:lnTo>
                    <a:pt x="692" y="1351"/>
                  </a:lnTo>
                  <a:cubicBezTo>
                    <a:pt x="806" y="1194"/>
                    <a:pt x="923" y="1037"/>
                    <a:pt x="1043" y="883"/>
                  </a:cubicBezTo>
                  <a:close/>
                  <a:moveTo>
                    <a:pt x="590" y="1496"/>
                  </a:moveTo>
                  <a:cubicBezTo>
                    <a:pt x="679" y="1623"/>
                    <a:pt x="778" y="1755"/>
                    <a:pt x="892" y="1900"/>
                  </a:cubicBezTo>
                  <a:cubicBezTo>
                    <a:pt x="590" y="1984"/>
                    <a:pt x="358" y="2030"/>
                    <a:pt x="238" y="2030"/>
                  </a:cubicBezTo>
                  <a:cubicBezTo>
                    <a:pt x="346" y="1848"/>
                    <a:pt x="463" y="1669"/>
                    <a:pt x="590" y="1496"/>
                  </a:cubicBezTo>
                  <a:close/>
                  <a:moveTo>
                    <a:pt x="1574" y="1873"/>
                  </a:moveTo>
                  <a:lnTo>
                    <a:pt x="1574" y="1873"/>
                  </a:lnTo>
                  <a:cubicBezTo>
                    <a:pt x="1561" y="2175"/>
                    <a:pt x="1546" y="2341"/>
                    <a:pt x="1534" y="2434"/>
                  </a:cubicBezTo>
                  <a:cubicBezTo>
                    <a:pt x="1456" y="2338"/>
                    <a:pt x="1327" y="2181"/>
                    <a:pt x="1182" y="1996"/>
                  </a:cubicBezTo>
                  <a:cubicBezTo>
                    <a:pt x="1312" y="1959"/>
                    <a:pt x="1441" y="1916"/>
                    <a:pt x="1574" y="1873"/>
                  </a:cubicBezTo>
                  <a:close/>
                  <a:moveTo>
                    <a:pt x="1629" y="0"/>
                  </a:moveTo>
                  <a:cubicBezTo>
                    <a:pt x="1583" y="0"/>
                    <a:pt x="1512" y="0"/>
                    <a:pt x="982" y="682"/>
                  </a:cubicBezTo>
                  <a:cubicBezTo>
                    <a:pt x="553" y="537"/>
                    <a:pt x="192" y="420"/>
                    <a:pt x="189" y="420"/>
                  </a:cubicBezTo>
                  <a:cubicBezTo>
                    <a:pt x="181" y="417"/>
                    <a:pt x="172" y="416"/>
                    <a:pt x="164" y="416"/>
                  </a:cubicBezTo>
                  <a:cubicBezTo>
                    <a:pt x="145" y="416"/>
                    <a:pt x="126" y="422"/>
                    <a:pt x="112" y="432"/>
                  </a:cubicBezTo>
                  <a:cubicBezTo>
                    <a:pt x="1" y="516"/>
                    <a:pt x="25" y="701"/>
                    <a:pt x="485" y="1351"/>
                  </a:cubicBezTo>
                  <a:cubicBezTo>
                    <a:pt x="325" y="1573"/>
                    <a:pt x="87" y="1919"/>
                    <a:pt x="50" y="2033"/>
                  </a:cubicBezTo>
                  <a:cubicBezTo>
                    <a:pt x="35" y="2070"/>
                    <a:pt x="41" y="2110"/>
                    <a:pt x="62" y="2141"/>
                  </a:cubicBezTo>
                  <a:cubicBezTo>
                    <a:pt x="102" y="2196"/>
                    <a:pt x="173" y="2203"/>
                    <a:pt x="232" y="2203"/>
                  </a:cubicBezTo>
                  <a:cubicBezTo>
                    <a:pt x="411" y="2203"/>
                    <a:pt x="741" y="2122"/>
                    <a:pt x="1003" y="2048"/>
                  </a:cubicBezTo>
                  <a:cubicBezTo>
                    <a:pt x="1271" y="2388"/>
                    <a:pt x="1487" y="2647"/>
                    <a:pt x="1490" y="2650"/>
                  </a:cubicBezTo>
                  <a:cubicBezTo>
                    <a:pt x="1512" y="2671"/>
                    <a:pt x="1540" y="2687"/>
                    <a:pt x="1571" y="2690"/>
                  </a:cubicBezTo>
                  <a:cubicBezTo>
                    <a:pt x="1660" y="2690"/>
                    <a:pt x="1719" y="2690"/>
                    <a:pt x="1746" y="1814"/>
                  </a:cubicBezTo>
                  <a:cubicBezTo>
                    <a:pt x="2039" y="1709"/>
                    <a:pt x="2382" y="1577"/>
                    <a:pt x="2459" y="1490"/>
                  </a:cubicBezTo>
                  <a:cubicBezTo>
                    <a:pt x="2487" y="1462"/>
                    <a:pt x="2496" y="1422"/>
                    <a:pt x="2487" y="1385"/>
                  </a:cubicBezTo>
                  <a:cubicBezTo>
                    <a:pt x="2471" y="1311"/>
                    <a:pt x="2397" y="1216"/>
                    <a:pt x="1756" y="963"/>
                  </a:cubicBezTo>
                  <a:cubicBezTo>
                    <a:pt x="1753" y="645"/>
                    <a:pt x="1743" y="148"/>
                    <a:pt x="1722" y="71"/>
                  </a:cubicBezTo>
                  <a:cubicBezTo>
                    <a:pt x="1706" y="31"/>
                    <a:pt x="1672" y="4"/>
                    <a:pt x="16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7" name="Google Shape;227;p3"/>
            <p:cNvGrpSpPr/>
            <p:nvPr/>
          </p:nvGrpSpPr>
          <p:grpSpPr>
            <a:xfrm>
              <a:off x="5777228" y="122252"/>
              <a:ext cx="299552" cy="265537"/>
              <a:chOff x="8792070" y="4843090"/>
              <a:chExt cx="142474" cy="126290"/>
            </a:xfrm>
          </p:grpSpPr>
          <p:sp>
            <p:nvSpPr>
              <p:cNvPr id="228" name="Google Shape;228;p3"/>
              <p:cNvSpPr/>
              <p:nvPr/>
            </p:nvSpPr>
            <p:spPr>
              <a:xfrm>
                <a:off x="8835905" y="4843090"/>
                <a:ext cx="69128" cy="58982"/>
              </a:xfrm>
              <a:custGeom>
                <a:avLst/>
                <a:gdLst/>
                <a:ahLst/>
                <a:cxnLst/>
                <a:rect l="l" t="t" r="r" b="b"/>
                <a:pathLst>
                  <a:path w="1935" h="1651" extrusionOk="0">
                    <a:moveTo>
                      <a:pt x="926" y="796"/>
                    </a:moveTo>
                    <a:cubicBezTo>
                      <a:pt x="947" y="848"/>
                      <a:pt x="960" y="904"/>
                      <a:pt x="966" y="959"/>
                    </a:cubicBezTo>
                    <a:cubicBezTo>
                      <a:pt x="958" y="961"/>
                      <a:pt x="950" y="962"/>
                      <a:pt x="941" y="962"/>
                    </a:cubicBezTo>
                    <a:cubicBezTo>
                      <a:pt x="933" y="962"/>
                      <a:pt x="924" y="961"/>
                      <a:pt x="917" y="959"/>
                    </a:cubicBezTo>
                    <a:cubicBezTo>
                      <a:pt x="904" y="938"/>
                      <a:pt x="904" y="882"/>
                      <a:pt x="926" y="796"/>
                    </a:cubicBezTo>
                    <a:close/>
                    <a:moveTo>
                      <a:pt x="1472" y="164"/>
                    </a:moveTo>
                    <a:cubicBezTo>
                      <a:pt x="1537" y="164"/>
                      <a:pt x="1595" y="194"/>
                      <a:pt x="1635" y="241"/>
                    </a:cubicBezTo>
                    <a:cubicBezTo>
                      <a:pt x="1725" y="327"/>
                      <a:pt x="1771" y="447"/>
                      <a:pt x="1765" y="571"/>
                    </a:cubicBezTo>
                    <a:cubicBezTo>
                      <a:pt x="1746" y="950"/>
                      <a:pt x="1296" y="1348"/>
                      <a:pt x="1296" y="1348"/>
                    </a:cubicBezTo>
                    <a:cubicBezTo>
                      <a:pt x="1197" y="1431"/>
                      <a:pt x="1074" y="1481"/>
                      <a:pt x="947" y="1487"/>
                    </a:cubicBezTo>
                    <a:cubicBezTo>
                      <a:pt x="565" y="1487"/>
                      <a:pt x="275" y="999"/>
                      <a:pt x="210" y="645"/>
                    </a:cubicBezTo>
                    <a:cubicBezTo>
                      <a:pt x="183" y="491"/>
                      <a:pt x="189" y="312"/>
                      <a:pt x="297" y="272"/>
                    </a:cubicBezTo>
                    <a:cubicBezTo>
                      <a:pt x="328" y="262"/>
                      <a:pt x="358" y="256"/>
                      <a:pt x="389" y="256"/>
                    </a:cubicBezTo>
                    <a:cubicBezTo>
                      <a:pt x="559" y="256"/>
                      <a:pt x="722" y="423"/>
                      <a:pt x="827" y="592"/>
                    </a:cubicBezTo>
                    <a:cubicBezTo>
                      <a:pt x="778" y="710"/>
                      <a:pt x="704" y="922"/>
                      <a:pt x="781" y="1046"/>
                    </a:cubicBezTo>
                    <a:cubicBezTo>
                      <a:pt x="815" y="1098"/>
                      <a:pt x="867" y="1125"/>
                      <a:pt x="932" y="1125"/>
                    </a:cubicBezTo>
                    <a:cubicBezTo>
                      <a:pt x="956" y="1125"/>
                      <a:pt x="982" y="1121"/>
                      <a:pt x="1009" y="1114"/>
                    </a:cubicBezTo>
                    <a:cubicBezTo>
                      <a:pt x="1052" y="1101"/>
                      <a:pt x="1086" y="1070"/>
                      <a:pt x="1105" y="1027"/>
                    </a:cubicBezTo>
                    <a:cubicBezTo>
                      <a:pt x="1148" y="916"/>
                      <a:pt x="1086" y="734"/>
                      <a:pt x="1009" y="586"/>
                    </a:cubicBezTo>
                    <a:cubicBezTo>
                      <a:pt x="1123" y="370"/>
                      <a:pt x="1311" y="164"/>
                      <a:pt x="1472" y="164"/>
                    </a:cubicBezTo>
                    <a:close/>
                    <a:moveTo>
                      <a:pt x="1472" y="0"/>
                    </a:moveTo>
                    <a:cubicBezTo>
                      <a:pt x="1247" y="0"/>
                      <a:pt x="1043" y="210"/>
                      <a:pt x="914" y="429"/>
                    </a:cubicBezTo>
                    <a:cubicBezTo>
                      <a:pt x="809" y="287"/>
                      <a:pt x="624" y="93"/>
                      <a:pt x="389" y="93"/>
                    </a:cubicBezTo>
                    <a:cubicBezTo>
                      <a:pt x="337" y="93"/>
                      <a:pt x="287" y="102"/>
                      <a:pt x="241" y="120"/>
                    </a:cubicBezTo>
                    <a:cubicBezTo>
                      <a:pt x="72" y="185"/>
                      <a:pt x="1" y="392"/>
                      <a:pt x="50" y="676"/>
                    </a:cubicBezTo>
                    <a:cubicBezTo>
                      <a:pt x="124" y="1067"/>
                      <a:pt x="457" y="1650"/>
                      <a:pt x="947" y="1650"/>
                    </a:cubicBezTo>
                    <a:cubicBezTo>
                      <a:pt x="1099" y="1650"/>
                      <a:pt x="1250" y="1589"/>
                      <a:pt x="1398" y="1471"/>
                    </a:cubicBezTo>
                    <a:cubicBezTo>
                      <a:pt x="1419" y="1453"/>
                      <a:pt x="1907" y="1027"/>
                      <a:pt x="1925" y="577"/>
                    </a:cubicBezTo>
                    <a:cubicBezTo>
                      <a:pt x="1934" y="410"/>
                      <a:pt x="1873" y="247"/>
                      <a:pt x="1752" y="130"/>
                    </a:cubicBezTo>
                    <a:cubicBezTo>
                      <a:pt x="1682" y="49"/>
                      <a:pt x="1580" y="3"/>
                      <a:pt x="1472"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3"/>
              <p:cNvSpPr/>
              <p:nvPr/>
            </p:nvSpPr>
            <p:spPr>
              <a:xfrm>
                <a:off x="8856626" y="4909183"/>
                <a:ext cx="68020" cy="60197"/>
              </a:xfrm>
              <a:custGeom>
                <a:avLst/>
                <a:gdLst/>
                <a:ahLst/>
                <a:cxnLst/>
                <a:rect l="l" t="t" r="r" b="b"/>
                <a:pathLst>
                  <a:path w="1904" h="1685" extrusionOk="0">
                    <a:moveTo>
                      <a:pt x="809" y="676"/>
                    </a:moveTo>
                    <a:cubicBezTo>
                      <a:pt x="821" y="688"/>
                      <a:pt x="836" y="750"/>
                      <a:pt x="830" y="849"/>
                    </a:cubicBezTo>
                    <a:cubicBezTo>
                      <a:pt x="781" y="769"/>
                      <a:pt x="771" y="710"/>
                      <a:pt x="778" y="692"/>
                    </a:cubicBezTo>
                    <a:cubicBezTo>
                      <a:pt x="787" y="685"/>
                      <a:pt x="799" y="679"/>
                      <a:pt x="809" y="676"/>
                    </a:cubicBezTo>
                    <a:close/>
                    <a:moveTo>
                      <a:pt x="784" y="161"/>
                    </a:moveTo>
                    <a:lnTo>
                      <a:pt x="784" y="164"/>
                    </a:lnTo>
                    <a:cubicBezTo>
                      <a:pt x="870" y="164"/>
                      <a:pt x="957" y="183"/>
                      <a:pt x="1037" y="217"/>
                    </a:cubicBezTo>
                    <a:cubicBezTo>
                      <a:pt x="1043" y="220"/>
                      <a:pt x="1583" y="476"/>
                      <a:pt x="1703" y="837"/>
                    </a:cubicBezTo>
                    <a:cubicBezTo>
                      <a:pt x="1743" y="954"/>
                      <a:pt x="1731" y="1080"/>
                      <a:pt x="1669" y="1188"/>
                    </a:cubicBezTo>
                    <a:cubicBezTo>
                      <a:pt x="1623" y="1274"/>
                      <a:pt x="1558" y="1318"/>
                      <a:pt x="1472" y="1318"/>
                    </a:cubicBezTo>
                    <a:cubicBezTo>
                      <a:pt x="1311" y="1318"/>
                      <a:pt x="1111" y="1176"/>
                      <a:pt x="972" y="1028"/>
                    </a:cubicBezTo>
                    <a:cubicBezTo>
                      <a:pt x="1006" y="864"/>
                      <a:pt x="1015" y="673"/>
                      <a:pt x="941" y="577"/>
                    </a:cubicBezTo>
                    <a:cubicBezTo>
                      <a:pt x="913" y="540"/>
                      <a:pt x="870" y="519"/>
                      <a:pt x="824" y="519"/>
                    </a:cubicBezTo>
                    <a:cubicBezTo>
                      <a:pt x="697" y="522"/>
                      <a:pt x="648" y="587"/>
                      <a:pt x="633" y="624"/>
                    </a:cubicBezTo>
                    <a:cubicBezTo>
                      <a:pt x="568" y="766"/>
                      <a:pt x="704" y="966"/>
                      <a:pt x="790" y="1071"/>
                    </a:cubicBezTo>
                    <a:cubicBezTo>
                      <a:pt x="728" y="1288"/>
                      <a:pt x="596" y="1525"/>
                      <a:pt x="391" y="1525"/>
                    </a:cubicBezTo>
                    <a:cubicBezTo>
                      <a:pt x="383" y="1525"/>
                      <a:pt x="375" y="1525"/>
                      <a:pt x="367" y="1524"/>
                    </a:cubicBezTo>
                    <a:cubicBezTo>
                      <a:pt x="247" y="1512"/>
                      <a:pt x="167" y="1305"/>
                      <a:pt x="179" y="1028"/>
                    </a:cubicBezTo>
                    <a:cubicBezTo>
                      <a:pt x="198" y="608"/>
                      <a:pt x="414" y="161"/>
                      <a:pt x="784" y="161"/>
                    </a:cubicBezTo>
                    <a:close/>
                    <a:moveTo>
                      <a:pt x="784" y="1"/>
                    </a:moveTo>
                    <a:cubicBezTo>
                      <a:pt x="309" y="1"/>
                      <a:pt x="37" y="516"/>
                      <a:pt x="16" y="1022"/>
                    </a:cubicBezTo>
                    <a:cubicBezTo>
                      <a:pt x="0" y="1407"/>
                      <a:pt x="130" y="1666"/>
                      <a:pt x="352" y="1685"/>
                    </a:cubicBezTo>
                    <a:lnTo>
                      <a:pt x="389" y="1685"/>
                    </a:lnTo>
                    <a:cubicBezTo>
                      <a:pt x="651" y="1685"/>
                      <a:pt x="824" y="1456"/>
                      <a:pt x="916" y="1207"/>
                    </a:cubicBezTo>
                    <a:cubicBezTo>
                      <a:pt x="1071" y="1352"/>
                      <a:pt x="1274" y="1481"/>
                      <a:pt x="1469" y="1481"/>
                    </a:cubicBezTo>
                    <a:cubicBezTo>
                      <a:pt x="1570" y="1481"/>
                      <a:pt x="1712" y="1444"/>
                      <a:pt x="1805" y="1265"/>
                    </a:cubicBezTo>
                    <a:cubicBezTo>
                      <a:pt x="1888" y="1120"/>
                      <a:pt x="1903" y="944"/>
                      <a:pt x="1851" y="787"/>
                    </a:cubicBezTo>
                    <a:cubicBezTo>
                      <a:pt x="1709" y="362"/>
                      <a:pt x="1126" y="84"/>
                      <a:pt x="1098" y="69"/>
                    </a:cubicBezTo>
                    <a:cubicBezTo>
                      <a:pt x="997" y="25"/>
                      <a:pt x="892" y="4"/>
                      <a:pt x="784"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3"/>
              <p:cNvSpPr/>
              <p:nvPr/>
            </p:nvSpPr>
            <p:spPr>
              <a:xfrm>
                <a:off x="8792070" y="4893678"/>
                <a:ext cx="69092" cy="50086"/>
              </a:xfrm>
              <a:custGeom>
                <a:avLst/>
                <a:gdLst/>
                <a:ahLst/>
                <a:cxnLst/>
                <a:rect l="l" t="t" r="r" b="b"/>
                <a:pathLst>
                  <a:path w="1934" h="1402" extrusionOk="0">
                    <a:moveTo>
                      <a:pt x="1147" y="1"/>
                    </a:moveTo>
                    <a:cubicBezTo>
                      <a:pt x="1058" y="1"/>
                      <a:pt x="963" y="19"/>
                      <a:pt x="867" y="65"/>
                    </a:cubicBezTo>
                    <a:cubicBezTo>
                      <a:pt x="386" y="290"/>
                      <a:pt x="0" y="740"/>
                      <a:pt x="241" y="1042"/>
                    </a:cubicBezTo>
                    <a:cubicBezTo>
                      <a:pt x="397" y="1239"/>
                      <a:pt x="698" y="1401"/>
                      <a:pt x="1009" y="1401"/>
                    </a:cubicBezTo>
                    <a:cubicBezTo>
                      <a:pt x="1176" y="1401"/>
                      <a:pt x="1347" y="1354"/>
                      <a:pt x="1499" y="1240"/>
                    </a:cubicBezTo>
                    <a:cubicBezTo>
                      <a:pt x="1934" y="910"/>
                      <a:pt x="1934" y="416"/>
                      <a:pt x="1789" y="296"/>
                    </a:cubicBezTo>
                    <a:cubicBezTo>
                      <a:pt x="1789" y="296"/>
                      <a:pt x="1508" y="1"/>
                      <a:pt x="11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3"/>
              <p:cNvSpPr/>
              <p:nvPr/>
            </p:nvSpPr>
            <p:spPr>
              <a:xfrm>
                <a:off x="8838763" y="4894428"/>
                <a:ext cx="12397" cy="38369"/>
              </a:xfrm>
              <a:custGeom>
                <a:avLst/>
                <a:gdLst/>
                <a:ahLst/>
                <a:cxnLst/>
                <a:rect l="l" t="t" r="r" b="b"/>
                <a:pathLst>
                  <a:path w="347" h="1074" extrusionOk="0">
                    <a:moveTo>
                      <a:pt x="1" y="0"/>
                    </a:moveTo>
                    <a:cubicBezTo>
                      <a:pt x="1" y="1"/>
                      <a:pt x="214" y="957"/>
                      <a:pt x="346" y="1074"/>
                    </a:cubicBez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3"/>
              <p:cNvSpPr/>
              <p:nvPr/>
            </p:nvSpPr>
            <p:spPr>
              <a:xfrm>
                <a:off x="8835262" y="4891285"/>
                <a:ext cx="19863" cy="44370"/>
              </a:xfrm>
              <a:custGeom>
                <a:avLst/>
                <a:gdLst/>
                <a:ahLst/>
                <a:cxnLst/>
                <a:rect l="l" t="t" r="r" b="b"/>
                <a:pathLst>
                  <a:path w="556" h="1242" extrusionOk="0">
                    <a:moveTo>
                      <a:pt x="98" y="0"/>
                    </a:moveTo>
                    <a:cubicBezTo>
                      <a:pt x="50" y="0"/>
                      <a:pt x="1" y="40"/>
                      <a:pt x="19" y="104"/>
                    </a:cubicBezTo>
                    <a:cubicBezTo>
                      <a:pt x="71" y="335"/>
                      <a:pt x="250" y="1097"/>
                      <a:pt x="392" y="1223"/>
                    </a:cubicBezTo>
                    <a:cubicBezTo>
                      <a:pt x="407" y="1236"/>
                      <a:pt x="426" y="1242"/>
                      <a:pt x="447" y="1242"/>
                    </a:cubicBezTo>
                    <a:cubicBezTo>
                      <a:pt x="521" y="1242"/>
                      <a:pt x="555" y="1149"/>
                      <a:pt x="500" y="1100"/>
                    </a:cubicBezTo>
                    <a:cubicBezTo>
                      <a:pt x="429" y="1038"/>
                      <a:pt x="278" y="517"/>
                      <a:pt x="176" y="70"/>
                    </a:cubicBezTo>
                    <a:cubicBezTo>
                      <a:pt x="168" y="22"/>
                      <a:pt x="133" y="0"/>
                      <a:pt x="9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3"/>
              <p:cNvSpPr/>
              <p:nvPr/>
            </p:nvSpPr>
            <p:spPr>
              <a:xfrm>
                <a:off x="8821794" y="4897286"/>
                <a:ext cx="16255" cy="44978"/>
              </a:xfrm>
              <a:custGeom>
                <a:avLst/>
                <a:gdLst/>
                <a:ahLst/>
                <a:cxnLst/>
                <a:rect l="l" t="t" r="r" b="b"/>
                <a:pathLst>
                  <a:path w="455" h="1259" extrusionOk="0">
                    <a:moveTo>
                      <a:pt x="1" y="1"/>
                    </a:moveTo>
                    <a:cubicBezTo>
                      <a:pt x="1" y="1"/>
                      <a:pt x="285" y="1111"/>
                      <a:pt x="454" y="1259"/>
                    </a:cubicBez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3"/>
              <p:cNvSpPr/>
              <p:nvPr/>
            </p:nvSpPr>
            <p:spPr>
              <a:xfrm>
                <a:off x="8818150" y="4894143"/>
                <a:ext cx="23864" cy="51122"/>
              </a:xfrm>
              <a:custGeom>
                <a:avLst/>
                <a:gdLst/>
                <a:ahLst/>
                <a:cxnLst/>
                <a:rect l="l" t="t" r="r" b="b"/>
                <a:pathLst>
                  <a:path w="668" h="1431" extrusionOk="0">
                    <a:moveTo>
                      <a:pt x="103" y="1"/>
                    </a:moveTo>
                    <a:cubicBezTo>
                      <a:pt x="52" y="1"/>
                      <a:pt x="1" y="43"/>
                      <a:pt x="23" y="110"/>
                    </a:cubicBezTo>
                    <a:cubicBezTo>
                      <a:pt x="72" y="298"/>
                      <a:pt x="325" y="1251"/>
                      <a:pt x="504" y="1409"/>
                    </a:cubicBezTo>
                    <a:cubicBezTo>
                      <a:pt x="519" y="1421"/>
                      <a:pt x="538" y="1427"/>
                      <a:pt x="556" y="1427"/>
                    </a:cubicBezTo>
                    <a:lnTo>
                      <a:pt x="556" y="1430"/>
                    </a:lnTo>
                    <a:cubicBezTo>
                      <a:pt x="630" y="1430"/>
                      <a:pt x="667" y="1338"/>
                      <a:pt x="612" y="1288"/>
                    </a:cubicBezTo>
                    <a:cubicBezTo>
                      <a:pt x="507" y="1196"/>
                      <a:pt x="297" y="520"/>
                      <a:pt x="180" y="70"/>
                    </a:cubicBezTo>
                    <a:cubicBezTo>
                      <a:pt x="172" y="22"/>
                      <a:pt x="138" y="1"/>
                      <a:pt x="1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3"/>
              <p:cNvSpPr/>
              <p:nvPr/>
            </p:nvSpPr>
            <p:spPr>
              <a:xfrm>
                <a:off x="8888458" y="4866562"/>
                <a:ext cx="33189" cy="34296"/>
              </a:xfrm>
              <a:custGeom>
                <a:avLst/>
                <a:gdLst/>
                <a:ahLst/>
                <a:cxnLst/>
                <a:rect l="l" t="t" r="r" b="b"/>
                <a:pathLst>
                  <a:path w="929" h="960" extrusionOk="0">
                    <a:moveTo>
                      <a:pt x="841" y="1"/>
                    </a:moveTo>
                    <a:cubicBezTo>
                      <a:pt x="805" y="1"/>
                      <a:pt x="770" y="22"/>
                      <a:pt x="763" y="68"/>
                    </a:cubicBezTo>
                    <a:cubicBezTo>
                      <a:pt x="682" y="679"/>
                      <a:pt x="118" y="796"/>
                      <a:pt x="96" y="799"/>
                    </a:cubicBezTo>
                    <a:cubicBezTo>
                      <a:pt x="1" y="817"/>
                      <a:pt x="13" y="959"/>
                      <a:pt x="112" y="959"/>
                    </a:cubicBezTo>
                    <a:lnTo>
                      <a:pt x="127" y="959"/>
                    </a:lnTo>
                    <a:cubicBezTo>
                      <a:pt x="133" y="956"/>
                      <a:pt x="824" y="820"/>
                      <a:pt x="923" y="90"/>
                    </a:cubicBezTo>
                    <a:cubicBezTo>
                      <a:pt x="928" y="32"/>
                      <a:pt x="884" y="1"/>
                      <a:pt x="8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3"/>
              <p:cNvSpPr/>
              <p:nvPr/>
            </p:nvSpPr>
            <p:spPr>
              <a:xfrm>
                <a:off x="8810218" y="4907861"/>
                <a:ext cx="12825" cy="35511"/>
              </a:xfrm>
              <a:custGeom>
                <a:avLst/>
                <a:gdLst/>
                <a:ahLst/>
                <a:cxnLst/>
                <a:rect l="l" t="t" r="r" b="b"/>
                <a:pathLst>
                  <a:path w="359" h="994" extrusionOk="0">
                    <a:moveTo>
                      <a:pt x="1" y="1"/>
                    </a:moveTo>
                    <a:lnTo>
                      <a:pt x="1" y="1"/>
                    </a:lnTo>
                    <a:cubicBezTo>
                      <a:pt x="1" y="1"/>
                      <a:pt x="143" y="827"/>
                      <a:pt x="359" y="994"/>
                    </a:cubicBez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3"/>
              <p:cNvSpPr/>
              <p:nvPr/>
            </p:nvSpPr>
            <p:spPr>
              <a:xfrm>
                <a:off x="8806824" y="4904860"/>
                <a:ext cx="20185" cy="41512"/>
              </a:xfrm>
              <a:custGeom>
                <a:avLst/>
                <a:gdLst/>
                <a:ahLst/>
                <a:cxnLst/>
                <a:rect l="l" t="t" r="r" b="b"/>
                <a:pathLst>
                  <a:path w="565" h="1162" extrusionOk="0">
                    <a:moveTo>
                      <a:pt x="96" y="0"/>
                    </a:moveTo>
                    <a:cubicBezTo>
                      <a:pt x="48" y="0"/>
                      <a:pt x="0" y="37"/>
                      <a:pt x="16" y="100"/>
                    </a:cubicBezTo>
                    <a:cubicBezTo>
                      <a:pt x="31" y="186"/>
                      <a:pt x="173" y="961"/>
                      <a:pt x="404" y="1143"/>
                    </a:cubicBezTo>
                    <a:cubicBezTo>
                      <a:pt x="420" y="1155"/>
                      <a:pt x="435" y="1161"/>
                      <a:pt x="454" y="1161"/>
                    </a:cubicBezTo>
                    <a:cubicBezTo>
                      <a:pt x="531" y="1161"/>
                      <a:pt x="565" y="1062"/>
                      <a:pt x="503" y="1016"/>
                    </a:cubicBezTo>
                    <a:cubicBezTo>
                      <a:pt x="364" y="908"/>
                      <a:pt x="229" y="381"/>
                      <a:pt x="176" y="72"/>
                    </a:cubicBezTo>
                    <a:cubicBezTo>
                      <a:pt x="169" y="23"/>
                      <a:pt x="133" y="0"/>
                      <a:pt x="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
              <p:cNvSpPr/>
              <p:nvPr/>
            </p:nvSpPr>
            <p:spPr>
              <a:xfrm>
                <a:off x="8888387" y="4899466"/>
                <a:ext cx="46157" cy="17898"/>
              </a:xfrm>
              <a:custGeom>
                <a:avLst/>
                <a:gdLst/>
                <a:ahLst/>
                <a:cxnLst/>
                <a:rect l="l" t="t" r="r" b="b"/>
                <a:pathLst>
                  <a:path w="1292" h="501" extrusionOk="0">
                    <a:moveTo>
                      <a:pt x="514" y="1"/>
                    </a:moveTo>
                    <a:cubicBezTo>
                      <a:pt x="390" y="1"/>
                      <a:pt x="249" y="22"/>
                      <a:pt x="92" y="75"/>
                    </a:cubicBezTo>
                    <a:cubicBezTo>
                      <a:pt x="0" y="106"/>
                      <a:pt x="34" y="234"/>
                      <a:pt x="116" y="234"/>
                    </a:cubicBezTo>
                    <a:cubicBezTo>
                      <a:pt x="125" y="234"/>
                      <a:pt x="135" y="233"/>
                      <a:pt x="145" y="230"/>
                    </a:cubicBezTo>
                    <a:cubicBezTo>
                      <a:pt x="286" y="182"/>
                      <a:pt x="410" y="163"/>
                      <a:pt x="518" y="163"/>
                    </a:cubicBezTo>
                    <a:cubicBezTo>
                      <a:pt x="937" y="163"/>
                      <a:pt x="1122" y="446"/>
                      <a:pt x="1132" y="461"/>
                    </a:cubicBezTo>
                    <a:cubicBezTo>
                      <a:pt x="1147" y="486"/>
                      <a:pt x="1172" y="501"/>
                      <a:pt x="1199" y="501"/>
                    </a:cubicBezTo>
                    <a:cubicBezTo>
                      <a:pt x="1215" y="501"/>
                      <a:pt x="1230" y="495"/>
                      <a:pt x="1243" y="489"/>
                    </a:cubicBezTo>
                    <a:cubicBezTo>
                      <a:pt x="1280" y="464"/>
                      <a:pt x="1292" y="415"/>
                      <a:pt x="1270" y="378"/>
                    </a:cubicBezTo>
                    <a:cubicBezTo>
                      <a:pt x="1268" y="373"/>
                      <a:pt x="1031" y="1"/>
                      <a:pt x="5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39" name="Google Shape;239;p3"/>
          <p:cNvGrpSpPr/>
          <p:nvPr/>
        </p:nvGrpSpPr>
        <p:grpSpPr>
          <a:xfrm>
            <a:off x="2735186" y="119442"/>
            <a:ext cx="3988537" cy="334034"/>
            <a:chOff x="2735186" y="119442"/>
            <a:chExt cx="3988537" cy="334034"/>
          </a:xfrm>
        </p:grpSpPr>
        <p:sp>
          <p:nvSpPr>
            <p:cNvPr id="240" name="Google Shape;240;p3"/>
            <p:cNvSpPr/>
            <p:nvPr/>
          </p:nvSpPr>
          <p:spPr>
            <a:xfrm>
              <a:off x="6627500" y="272275"/>
              <a:ext cx="96224" cy="96476"/>
            </a:xfrm>
            <a:custGeom>
              <a:avLst/>
              <a:gdLst/>
              <a:ahLst/>
              <a:cxnLst/>
              <a:rect l="l" t="t" r="r" b="b"/>
              <a:pathLst>
                <a:path w="1121" h="1124" extrusionOk="0">
                  <a:moveTo>
                    <a:pt x="563" y="164"/>
                  </a:moveTo>
                  <a:lnTo>
                    <a:pt x="563" y="164"/>
                  </a:lnTo>
                  <a:cubicBezTo>
                    <a:pt x="782" y="168"/>
                    <a:pt x="960" y="347"/>
                    <a:pt x="957" y="565"/>
                  </a:cubicBezTo>
                  <a:cubicBezTo>
                    <a:pt x="957" y="784"/>
                    <a:pt x="778" y="960"/>
                    <a:pt x="562" y="960"/>
                  </a:cubicBezTo>
                  <a:cubicBezTo>
                    <a:pt x="340" y="960"/>
                    <a:pt x="164" y="781"/>
                    <a:pt x="164" y="562"/>
                  </a:cubicBezTo>
                  <a:cubicBezTo>
                    <a:pt x="164" y="341"/>
                    <a:pt x="342" y="166"/>
                    <a:pt x="563" y="164"/>
                  </a:cubicBezTo>
                  <a:close/>
                  <a:moveTo>
                    <a:pt x="562" y="1"/>
                  </a:moveTo>
                  <a:cubicBezTo>
                    <a:pt x="251" y="1"/>
                    <a:pt x="1" y="251"/>
                    <a:pt x="1" y="562"/>
                  </a:cubicBezTo>
                  <a:cubicBezTo>
                    <a:pt x="1" y="871"/>
                    <a:pt x="251" y="1121"/>
                    <a:pt x="559" y="1124"/>
                  </a:cubicBezTo>
                  <a:lnTo>
                    <a:pt x="562" y="1124"/>
                  </a:lnTo>
                  <a:cubicBezTo>
                    <a:pt x="871" y="1121"/>
                    <a:pt x="1121" y="871"/>
                    <a:pt x="1121" y="562"/>
                  </a:cubicBezTo>
                  <a:cubicBezTo>
                    <a:pt x="1121" y="251"/>
                    <a:pt x="871" y="1"/>
                    <a:pt x="5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
            <p:cNvSpPr/>
            <p:nvPr/>
          </p:nvSpPr>
          <p:spPr>
            <a:xfrm>
              <a:off x="3157714" y="119442"/>
              <a:ext cx="161423" cy="148928"/>
            </a:xfrm>
            <a:custGeom>
              <a:avLst/>
              <a:gdLst/>
              <a:ahLst/>
              <a:cxnLst/>
              <a:rect l="l" t="t" r="r" b="b"/>
              <a:pathLst>
                <a:path w="2558" h="2360" extrusionOk="0">
                  <a:moveTo>
                    <a:pt x="1855" y="179"/>
                  </a:moveTo>
                  <a:lnTo>
                    <a:pt x="1855" y="179"/>
                  </a:lnTo>
                  <a:cubicBezTo>
                    <a:pt x="1827" y="306"/>
                    <a:pt x="1771" y="531"/>
                    <a:pt x="1707" y="790"/>
                  </a:cubicBezTo>
                  <a:cubicBezTo>
                    <a:pt x="1583" y="710"/>
                    <a:pt x="1457" y="630"/>
                    <a:pt x="1330" y="553"/>
                  </a:cubicBezTo>
                  <a:cubicBezTo>
                    <a:pt x="1629" y="306"/>
                    <a:pt x="1781" y="213"/>
                    <a:pt x="1855" y="179"/>
                  </a:cubicBezTo>
                  <a:close/>
                  <a:moveTo>
                    <a:pt x="522" y="287"/>
                  </a:moveTo>
                  <a:cubicBezTo>
                    <a:pt x="704" y="374"/>
                    <a:pt x="880" y="469"/>
                    <a:pt x="1053" y="577"/>
                  </a:cubicBezTo>
                  <a:cubicBezTo>
                    <a:pt x="942" y="670"/>
                    <a:pt x="824" y="778"/>
                    <a:pt x="698" y="892"/>
                  </a:cubicBezTo>
                  <a:cubicBezTo>
                    <a:pt x="575" y="559"/>
                    <a:pt x="531" y="371"/>
                    <a:pt x="522" y="287"/>
                  </a:cubicBezTo>
                  <a:close/>
                  <a:moveTo>
                    <a:pt x="1811" y="1046"/>
                  </a:moveTo>
                  <a:cubicBezTo>
                    <a:pt x="2070" y="1219"/>
                    <a:pt x="2225" y="1330"/>
                    <a:pt x="2308" y="1398"/>
                  </a:cubicBezTo>
                  <a:cubicBezTo>
                    <a:pt x="2188" y="1413"/>
                    <a:pt x="1981" y="1438"/>
                    <a:pt x="1694" y="1462"/>
                  </a:cubicBezTo>
                  <a:cubicBezTo>
                    <a:pt x="1731" y="1336"/>
                    <a:pt x="1771" y="1197"/>
                    <a:pt x="1808" y="1046"/>
                  </a:cubicBezTo>
                  <a:close/>
                  <a:moveTo>
                    <a:pt x="1201" y="664"/>
                  </a:moveTo>
                  <a:cubicBezTo>
                    <a:pt x="1355" y="756"/>
                    <a:pt x="1515" y="855"/>
                    <a:pt x="1666" y="954"/>
                  </a:cubicBezTo>
                  <a:cubicBezTo>
                    <a:pt x="1617" y="1148"/>
                    <a:pt x="1571" y="1324"/>
                    <a:pt x="1525" y="1478"/>
                  </a:cubicBezTo>
                  <a:cubicBezTo>
                    <a:pt x="1336" y="1493"/>
                    <a:pt x="1136" y="1509"/>
                    <a:pt x="951" y="1521"/>
                  </a:cubicBezTo>
                  <a:cubicBezTo>
                    <a:pt x="883" y="1367"/>
                    <a:pt x="815" y="1210"/>
                    <a:pt x="757" y="1055"/>
                  </a:cubicBezTo>
                  <a:cubicBezTo>
                    <a:pt x="917" y="910"/>
                    <a:pt x="1065" y="778"/>
                    <a:pt x="1201" y="664"/>
                  </a:cubicBezTo>
                  <a:close/>
                  <a:moveTo>
                    <a:pt x="630" y="1173"/>
                  </a:moveTo>
                  <a:cubicBezTo>
                    <a:pt x="676" y="1293"/>
                    <a:pt x="726" y="1413"/>
                    <a:pt x="775" y="1530"/>
                  </a:cubicBezTo>
                  <a:cubicBezTo>
                    <a:pt x="613" y="1539"/>
                    <a:pt x="473" y="1543"/>
                    <a:pt x="370" y="1543"/>
                  </a:cubicBezTo>
                  <a:cubicBezTo>
                    <a:pt x="319" y="1543"/>
                    <a:pt x="276" y="1542"/>
                    <a:pt x="245" y="1540"/>
                  </a:cubicBezTo>
                  <a:cubicBezTo>
                    <a:pt x="337" y="1450"/>
                    <a:pt x="476" y="1317"/>
                    <a:pt x="630" y="1173"/>
                  </a:cubicBezTo>
                  <a:close/>
                  <a:moveTo>
                    <a:pt x="1472" y="1644"/>
                  </a:moveTo>
                  <a:lnTo>
                    <a:pt x="1472" y="1644"/>
                  </a:lnTo>
                  <a:cubicBezTo>
                    <a:pt x="1370" y="1981"/>
                    <a:pt x="1306" y="2116"/>
                    <a:pt x="1275" y="2172"/>
                  </a:cubicBezTo>
                  <a:cubicBezTo>
                    <a:pt x="1176" y="2015"/>
                    <a:pt x="1090" y="1848"/>
                    <a:pt x="1019" y="1678"/>
                  </a:cubicBezTo>
                  <a:cubicBezTo>
                    <a:pt x="1167" y="1672"/>
                    <a:pt x="1321" y="1657"/>
                    <a:pt x="1472" y="1644"/>
                  </a:cubicBezTo>
                  <a:close/>
                  <a:moveTo>
                    <a:pt x="1916" y="0"/>
                  </a:moveTo>
                  <a:cubicBezTo>
                    <a:pt x="1833" y="0"/>
                    <a:pt x="1673" y="53"/>
                    <a:pt x="1182" y="466"/>
                  </a:cubicBezTo>
                  <a:cubicBezTo>
                    <a:pt x="960" y="334"/>
                    <a:pt x="618" y="136"/>
                    <a:pt x="507" y="108"/>
                  </a:cubicBezTo>
                  <a:cubicBezTo>
                    <a:pt x="494" y="108"/>
                    <a:pt x="485" y="105"/>
                    <a:pt x="476" y="105"/>
                  </a:cubicBezTo>
                  <a:cubicBezTo>
                    <a:pt x="439" y="105"/>
                    <a:pt x="408" y="124"/>
                    <a:pt x="386" y="155"/>
                  </a:cubicBezTo>
                  <a:cubicBezTo>
                    <a:pt x="359" y="192"/>
                    <a:pt x="297" y="281"/>
                    <a:pt x="568" y="1009"/>
                  </a:cubicBezTo>
                  <a:cubicBezTo>
                    <a:pt x="328" y="1231"/>
                    <a:pt x="118" y="1435"/>
                    <a:pt x="38" y="1515"/>
                  </a:cubicBezTo>
                  <a:cubicBezTo>
                    <a:pt x="10" y="1543"/>
                    <a:pt x="1" y="1583"/>
                    <a:pt x="13" y="1620"/>
                  </a:cubicBezTo>
                  <a:cubicBezTo>
                    <a:pt x="38" y="1681"/>
                    <a:pt x="93" y="1706"/>
                    <a:pt x="374" y="1706"/>
                  </a:cubicBezTo>
                  <a:cubicBezTo>
                    <a:pt x="497" y="1706"/>
                    <a:pt x="655" y="1700"/>
                    <a:pt x="846" y="1691"/>
                  </a:cubicBezTo>
                  <a:cubicBezTo>
                    <a:pt x="966" y="1959"/>
                    <a:pt x="1117" y="2271"/>
                    <a:pt x="1207" y="2338"/>
                  </a:cubicBezTo>
                  <a:cubicBezTo>
                    <a:pt x="1225" y="2351"/>
                    <a:pt x="1247" y="2360"/>
                    <a:pt x="1272" y="2360"/>
                  </a:cubicBezTo>
                  <a:lnTo>
                    <a:pt x="1275" y="2360"/>
                  </a:lnTo>
                  <a:cubicBezTo>
                    <a:pt x="1358" y="2360"/>
                    <a:pt x="1444" y="2304"/>
                    <a:pt x="1648" y="1629"/>
                  </a:cubicBezTo>
                  <a:cubicBezTo>
                    <a:pt x="1947" y="1604"/>
                    <a:pt x="2413" y="1555"/>
                    <a:pt x="2487" y="1530"/>
                  </a:cubicBezTo>
                  <a:cubicBezTo>
                    <a:pt x="2518" y="1515"/>
                    <a:pt x="2539" y="1487"/>
                    <a:pt x="2545" y="1456"/>
                  </a:cubicBezTo>
                  <a:cubicBezTo>
                    <a:pt x="2549" y="1398"/>
                    <a:pt x="2558" y="1339"/>
                    <a:pt x="1851" y="883"/>
                  </a:cubicBezTo>
                  <a:cubicBezTo>
                    <a:pt x="1959" y="466"/>
                    <a:pt x="2037" y="118"/>
                    <a:pt x="2037" y="115"/>
                  </a:cubicBezTo>
                  <a:cubicBezTo>
                    <a:pt x="2040" y="90"/>
                    <a:pt x="2033" y="62"/>
                    <a:pt x="2018" y="44"/>
                  </a:cubicBezTo>
                  <a:cubicBezTo>
                    <a:pt x="1990" y="16"/>
                    <a:pt x="1953" y="0"/>
                    <a:pt x="19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
            <p:cNvSpPr/>
            <p:nvPr/>
          </p:nvSpPr>
          <p:spPr>
            <a:xfrm>
              <a:off x="2735186" y="323916"/>
              <a:ext cx="122063" cy="122890"/>
            </a:xfrm>
            <a:custGeom>
              <a:avLst/>
              <a:gdLst/>
              <a:ahLst/>
              <a:cxnLst/>
              <a:rect l="l" t="t" r="r" b="b"/>
              <a:pathLst>
                <a:path w="1919" h="1932" extrusionOk="0">
                  <a:moveTo>
                    <a:pt x="1024" y="248"/>
                  </a:moveTo>
                  <a:cubicBezTo>
                    <a:pt x="1049" y="331"/>
                    <a:pt x="1076" y="442"/>
                    <a:pt x="1095" y="513"/>
                  </a:cubicBezTo>
                  <a:cubicBezTo>
                    <a:pt x="1141" y="704"/>
                    <a:pt x="1150" y="747"/>
                    <a:pt x="1175" y="781"/>
                  </a:cubicBezTo>
                  <a:cubicBezTo>
                    <a:pt x="1200" y="815"/>
                    <a:pt x="1234" y="828"/>
                    <a:pt x="1425" y="895"/>
                  </a:cubicBezTo>
                  <a:cubicBezTo>
                    <a:pt x="1490" y="920"/>
                    <a:pt x="1592" y="957"/>
                    <a:pt x="1669" y="988"/>
                  </a:cubicBezTo>
                  <a:cubicBezTo>
                    <a:pt x="1561" y="1037"/>
                    <a:pt x="1388" y="1102"/>
                    <a:pt x="1234" y="1154"/>
                  </a:cubicBezTo>
                  <a:cubicBezTo>
                    <a:pt x="1212" y="1164"/>
                    <a:pt x="1194" y="1179"/>
                    <a:pt x="1184" y="1201"/>
                  </a:cubicBezTo>
                  <a:cubicBezTo>
                    <a:pt x="1110" y="1377"/>
                    <a:pt x="1015" y="1577"/>
                    <a:pt x="953" y="1688"/>
                  </a:cubicBezTo>
                  <a:cubicBezTo>
                    <a:pt x="910" y="1568"/>
                    <a:pt x="851" y="1358"/>
                    <a:pt x="805" y="1173"/>
                  </a:cubicBezTo>
                  <a:cubicBezTo>
                    <a:pt x="796" y="1139"/>
                    <a:pt x="771" y="1114"/>
                    <a:pt x="737" y="1108"/>
                  </a:cubicBezTo>
                  <a:cubicBezTo>
                    <a:pt x="558" y="1071"/>
                    <a:pt x="355" y="1028"/>
                    <a:pt x="241" y="994"/>
                  </a:cubicBezTo>
                  <a:cubicBezTo>
                    <a:pt x="416" y="905"/>
                    <a:pt x="595" y="821"/>
                    <a:pt x="780" y="747"/>
                  </a:cubicBezTo>
                  <a:cubicBezTo>
                    <a:pt x="802" y="738"/>
                    <a:pt x="820" y="723"/>
                    <a:pt x="830" y="698"/>
                  </a:cubicBezTo>
                  <a:cubicBezTo>
                    <a:pt x="885" y="547"/>
                    <a:pt x="953" y="396"/>
                    <a:pt x="1024" y="248"/>
                  </a:cubicBezTo>
                  <a:close/>
                  <a:moveTo>
                    <a:pt x="1046" y="1"/>
                  </a:moveTo>
                  <a:cubicBezTo>
                    <a:pt x="993" y="1"/>
                    <a:pt x="916" y="1"/>
                    <a:pt x="685" y="605"/>
                  </a:cubicBezTo>
                  <a:cubicBezTo>
                    <a:pt x="40" y="865"/>
                    <a:pt x="19" y="948"/>
                    <a:pt x="6" y="982"/>
                  </a:cubicBezTo>
                  <a:cubicBezTo>
                    <a:pt x="0" y="1013"/>
                    <a:pt x="6" y="1043"/>
                    <a:pt x="22" y="1068"/>
                  </a:cubicBezTo>
                  <a:cubicBezTo>
                    <a:pt x="40" y="1093"/>
                    <a:pt x="89" y="1158"/>
                    <a:pt x="651" y="1265"/>
                  </a:cubicBezTo>
                  <a:cubicBezTo>
                    <a:pt x="817" y="1932"/>
                    <a:pt x="879" y="1932"/>
                    <a:pt x="941" y="1932"/>
                  </a:cubicBezTo>
                  <a:lnTo>
                    <a:pt x="947" y="1932"/>
                  </a:lnTo>
                  <a:cubicBezTo>
                    <a:pt x="999" y="1929"/>
                    <a:pt x="1058" y="1926"/>
                    <a:pt x="1329" y="1306"/>
                  </a:cubicBezTo>
                  <a:cubicBezTo>
                    <a:pt x="1499" y="1244"/>
                    <a:pt x="1817" y="1127"/>
                    <a:pt x="1885" y="1065"/>
                  </a:cubicBezTo>
                  <a:cubicBezTo>
                    <a:pt x="1909" y="1040"/>
                    <a:pt x="1918" y="1006"/>
                    <a:pt x="1915" y="972"/>
                  </a:cubicBezTo>
                  <a:cubicBezTo>
                    <a:pt x="1900" y="895"/>
                    <a:pt x="1814" y="855"/>
                    <a:pt x="1484" y="735"/>
                  </a:cubicBezTo>
                  <a:cubicBezTo>
                    <a:pt x="1422" y="713"/>
                    <a:pt x="1348" y="686"/>
                    <a:pt x="1314" y="670"/>
                  </a:cubicBezTo>
                  <a:cubicBezTo>
                    <a:pt x="1302" y="633"/>
                    <a:pt x="1280" y="547"/>
                    <a:pt x="1262" y="473"/>
                  </a:cubicBezTo>
                  <a:cubicBezTo>
                    <a:pt x="1203" y="241"/>
                    <a:pt x="1169" y="100"/>
                    <a:pt x="1126" y="44"/>
                  </a:cubicBezTo>
                  <a:cubicBezTo>
                    <a:pt x="1107" y="19"/>
                    <a:pt x="1076" y="4"/>
                    <a:pt x="10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
            <p:cNvSpPr/>
            <p:nvPr/>
          </p:nvSpPr>
          <p:spPr>
            <a:xfrm>
              <a:off x="3665804" y="334034"/>
              <a:ext cx="102917" cy="102663"/>
            </a:xfrm>
            <a:custGeom>
              <a:avLst/>
              <a:gdLst/>
              <a:ahLst/>
              <a:cxnLst/>
              <a:rect l="l" t="t" r="r" b="b"/>
              <a:pathLst>
                <a:path w="1618" h="1614" extrusionOk="0">
                  <a:moveTo>
                    <a:pt x="868" y="1"/>
                  </a:moveTo>
                  <a:cubicBezTo>
                    <a:pt x="821" y="1"/>
                    <a:pt x="784" y="38"/>
                    <a:pt x="784" y="87"/>
                  </a:cubicBezTo>
                  <a:lnTo>
                    <a:pt x="781" y="575"/>
                  </a:lnTo>
                  <a:lnTo>
                    <a:pt x="488" y="266"/>
                  </a:lnTo>
                  <a:cubicBezTo>
                    <a:pt x="470" y="251"/>
                    <a:pt x="451" y="245"/>
                    <a:pt x="432" y="245"/>
                  </a:cubicBezTo>
                  <a:cubicBezTo>
                    <a:pt x="369" y="245"/>
                    <a:pt x="316" y="318"/>
                    <a:pt x="362" y="380"/>
                  </a:cubicBezTo>
                  <a:lnTo>
                    <a:pt x="664" y="701"/>
                  </a:lnTo>
                  <a:lnTo>
                    <a:pt x="115" y="707"/>
                  </a:lnTo>
                  <a:cubicBezTo>
                    <a:pt x="1" y="707"/>
                    <a:pt x="1" y="877"/>
                    <a:pt x="115" y="877"/>
                  </a:cubicBezTo>
                  <a:lnTo>
                    <a:pt x="618" y="874"/>
                  </a:lnTo>
                  <a:lnTo>
                    <a:pt x="229" y="1142"/>
                  </a:lnTo>
                  <a:cubicBezTo>
                    <a:pt x="189" y="1170"/>
                    <a:pt x="180" y="1222"/>
                    <a:pt x="208" y="1262"/>
                  </a:cubicBezTo>
                  <a:cubicBezTo>
                    <a:pt x="225" y="1285"/>
                    <a:pt x="252" y="1298"/>
                    <a:pt x="279" y="1298"/>
                  </a:cubicBezTo>
                  <a:cubicBezTo>
                    <a:pt x="296" y="1298"/>
                    <a:pt x="313" y="1293"/>
                    <a:pt x="328" y="1284"/>
                  </a:cubicBezTo>
                  <a:lnTo>
                    <a:pt x="775" y="969"/>
                  </a:lnTo>
                  <a:lnTo>
                    <a:pt x="775" y="1528"/>
                  </a:lnTo>
                  <a:cubicBezTo>
                    <a:pt x="772" y="1574"/>
                    <a:pt x="812" y="1614"/>
                    <a:pt x="858" y="1614"/>
                  </a:cubicBezTo>
                  <a:cubicBezTo>
                    <a:pt x="905" y="1614"/>
                    <a:pt x="945" y="1574"/>
                    <a:pt x="945" y="1528"/>
                  </a:cubicBezTo>
                  <a:lnTo>
                    <a:pt x="948" y="1000"/>
                  </a:lnTo>
                  <a:lnTo>
                    <a:pt x="1259" y="1333"/>
                  </a:lnTo>
                  <a:cubicBezTo>
                    <a:pt x="1278" y="1353"/>
                    <a:pt x="1300" y="1361"/>
                    <a:pt x="1321" y="1361"/>
                  </a:cubicBezTo>
                  <a:cubicBezTo>
                    <a:pt x="1387" y="1361"/>
                    <a:pt x="1444" y="1277"/>
                    <a:pt x="1386" y="1213"/>
                  </a:cubicBezTo>
                  <a:lnTo>
                    <a:pt x="1059" y="868"/>
                  </a:lnTo>
                  <a:lnTo>
                    <a:pt x="1503" y="865"/>
                  </a:lnTo>
                  <a:cubicBezTo>
                    <a:pt x="1617" y="861"/>
                    <a:pt x="1617" y="692"/>
                    <a:pt x="1503" y="692"/>
                  </a:cubicBezTo>
                  <a:lnTo>
                    <a:pt x="1173" y="695"/>
                  </a:lnTo>
                  <a:lnTo>
                    <a:pt x="1518" y="454"/>
                  </a:lnTo>
                  <a:cubicBezTo>
                    <a:pt x="1597" y="401"/>
                    <a:pt x="1544" y="296"/>
                    <a:pt x="1472" y="296"/>
                  </a:cubicBezTo>
                  <a:cubicBezTo>
                    <a:pt x="1456" y="296"/>
                    <a:pt x="1439" y="301"/>
                    <a:pt x="1423" y="312"/>
                  </a:cubicBezTo>
                  <a:lnTo>
                    <a:pt x="951" y="639"/>
                  </a:lnTo>
                  <a:lnTo>
                    <a:pt x="954" y="87"/>
                  </a:lnTo>
                  <a:cubicBezTo>
                    <a:pt x="954" y="41"/>
                    <a:pt x="917" y="1"/>
                    <a:pt x="8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4" name="Google Shape;244;p3"/>
            <p:cNvGrpSpPr/>
            <p:nvPr/>
          </p:nvGrpSpPr>
          <p:grpSpPr>
            <a:xfrm>
              <a:off x="4053716" y="187529"/>
              <a:ext cx="446685" cy="265947"/>
              <a:chOff x="978054" y="146142"/>
              <a:chExt cx="446685" cy="265947"/>
            </a:xfrm>
          </p:grpSpPr>
          <p:sp>
            <p:nvSpPr>
              <p:cNvPr id="245" name="Google Shape;245;p3"/>
              <p:cNvSpPr/>
              <p:nvPr/>
            </p:nvSpPr>
            <p:spPr>
              <a:xfrm>
                <a:off x="978054" y="151960"/>
                <a:ext cx="446685" cy="254309"/>
              </a:xfrm>
              <a:custGeom>
                <a:avLst/>
                <a:gdLst/>
                <a:ahLst/>
                <a:cxnLst/>
                <a:rect l="l" t="t" r="r" b="b"/>
                <a:pathLst>
                  <a:path w="6448" h="3671" extrusionOk="0">
                    <a:moveTo>
                      <a:pt x="3915" y="0"/>
                    </a:moveTo>
                    <a:cubicBezTo>
                      <a:pt x="3615" y="0"/>
                      <a:pt x="3350" y="167"/>
                      <a:pt x="3169" y="387"/>
                    </a:cubicBezTo>
                    <a:lnTo>
                      <a:pt x="3169" y="387"/>
                    </a:lnTo>
                    <a:cubicBezTo>
                      <a:pt x="3046" y="288"/>
                      <a:pt x="2886" y="200"/>
                      <a:pt x="2681" y="132"/>
                    </a:cubicBezTo>
                    <a:cubicBezTo>
                      <a:pt x="2511" y="76"/>
                      <a:pt x="2368" y="52"/>
                      <a:pt x="2248" y="52"/>
                    </a:cubicBezTo>
                    <a:cubicBezTo>
                      <a:pt x="1490" y="52"/>
                      <a:pt x="1623" y="1005"/>
                      <a:pt x="1623" y="1005"/>
                    </a:cubicBezTo>
                    <a:cubicBezTo>
                      <a:pt x="1545" y="958"/>
                      <a:pt x="1462" y="937"/>
                      <a:pt x="1377" y="937"/>
                    </a:cubicBezTo>
                    <a:cubicBezTo>
                      <a:pt x="735" y="937"/>
                      <a:pt x="1" y="2154"/>
                      <a:pt x="840" y="2769"/>
                    </a:cubicBezTo>
                    <a:cubicBezTo>
                      <a:pt x="1102" y="2963"/>
                      <a:pt x="1351" y="3051"/>
                      <a:pt x="1564" y="3064"/>
                    </a:cubicBezTo>
                    <a:lnTo>
                      <a:pt x="1564" y="3064"/>
                    </a:lnTo>
                    <a:cubicBezTo>
                      <a:pt x="1637" y="3387"/>
                      <a:pt x="1868" y="3665"/>
                      <a:pt x="2357" y="3670"/>
                    </a:cubicBezTo>
                    <a:cubicBezTo>
                      <a:pt x="2374" y="3670"/>
                      <a:pt x="2392" y="3670"/>
                      <a:pt x="2408" y="3670"/>
                    </a:cubicBezTo>
                    <a:cubicBezTo>
                      <a:pt x="3079" y="3670"/>
                      <a:pt x="3528" y="3515"/>
                      <a:pt x="3781" y="3285"/>
                    </a:cubicBezTo>
                    <a:lnTo>
                      <a:pt x="3781" y="3285"/>
                    </a:lnTo>
                    <a:cubicBezTo>
                      <a:pt x="3834" y="3357"/>
                      <a:pt x="3900" y="3426"/>
                      <a:pt x="3983" y="3491"/>
                    </a:cubicBezTo>
                    <a:cubicBezTo>
                      <a:pt x="4094" y="3579"/>
                      <a:pt x="4230" y="3618"/>
                      <a:pt x="4376" y="3618"/>
                    </a:cubicBezTo>
                    <a:cubicBezTo>
                      <a:pt x="5223" y="3618"/>
                      <a:pt x="6448" y="2304"/>
                      <a:pt x="5722" y="1542"/>
                    </a:cubicBezTo>
                    <a:cubicBezTo>
                      <a:pt x="5522" y="1331"/>
                      <a:pt x="5310" y="1251"/>
                      <a:pt x="5112" y="1251"/>
                    </a:cubicBezTo>
                    <a:cubicBezTo>
                      <a:pt x="5090" y="1251"/>
                      <a:pt x="5068" y="1252"/>
                      <a:pt x="5046" y="1254"/>
                    </a:cubicBezTo>
                    <a:lnTo>
                      <a:pt x="5046" y="1254"/>
                    </a:lnTo>
                    <a:cubicBezTo>
                      <a:pt x="5054" y="878"/>
                      <a:pt x="4866" y="444"/>
                      <a:pt x="4402" y="151"/>
                    </a:cubicBezTo>
                    <a:cubicBezTo>
                      <a:pt x="4235" y="45"/>
                      <a:pt x="4070" y="0"/>
                      <a:pt x="39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3"/>
              <p:cNvSpPr/>
              <p:nvPr/>
            </p:nvSpPr>
            <p:spPr>
              <a:xfrm>
                <a:off x="999986" y="146142"/>
                <a:ext cx="402834" cy="265947"/>
              </a:xfrm>
              <a:custGeom>
                <a:avLst/>
                <a:gdLst/>
                <a:ahLst/>
                <a:cxnLst/>
                <a:rect l="l" t="t" r="r" b="b"/>
                <a:pathLst>
                  <a:path w="5815" h="3839" extrusionOk="0">
                    <a:moveTo>
                      <a:pt x="2894" y="594"/>
                    </a:moveTo>
                    <a:cubicBezTo>
                      <a:pt x="3125" y="816"/>
                      <a:pt x="3174" y="1078"/>
                      <a:pt x="3110" y="1251"/>
                    </a:cubicBezTo>
                    <a:cubicBezTo>
                      <a:pt x="3077" y="1342"/>
                      <a:pt x="3020" y="1391"/>
                      <a:pt x="2952" y="1391"/>
                    </a:cubicBezTo>
                    <a:cubicBezTo>
                      <a:pt x="2910" y="1391"/>
                      <a:pt x="2864" y="1373"/>
                      <a:pt x="2817" y="1334"/>
                    </a:cubicBezTo>
                    <a:cubicBezTo>
                      <a:pt x="2656" y="1195"/>
                      <a:pt x="2693" y="877"/>
                      <a:pt x="2894" y="594"/>
                    </a:cubicBezTo>
                    <a:close/>
                    <a:moveTo>
                      <a:pt x="4667" y="1439"/>
                    </a:moveTo>
                    <a:lnTo>
                      <a:pt x="4667" y="1439"/>
                    </a:lnTo>
                    <a:cubicBezTo>
                      <a:pt x="4627" y="1750"/>
                      <a:pt x="4436" y="1981"/>
                      <a:pt x="4177" y="2018"/>
                    </a:cubicBezTo>
                    <a:cubicBezTo>
                      <a:pt x="4161" y="2018"/>
                      <a:pt x="4149" y="2022"/>
                      <a:pt x="4134" y="2022"/>
                    </a:cubicBezTo>
                    <a:cubicBezTo>
                      <a:pt x="4063" y="2022"/>
                      <a:pt x="4063" y="2000"/>
                      <a:pt x="4063" y="1981"/>
                    </a:cubicBezTo>
                    <a:cubicBezTo>
                      <a:pt x="4060" y="1852"/>
                      <a:pt x="4309" y="1519"/>
                      <a:pt x="4667" y="1439"/>
                    </a:cubicBezTo>
                    <a:close/>
                    <a:moveTo>
                      <a:pt x="1620" y="2253"/>
                    </a:moveTo>
                    <a:cubicBezTo>
                      <a:pt x="1663" y="2253"/>
                      <a:pt x="1706" y="2293"/>
                      <a:pt x="1731" y="2327"/>
                    </a:cubicBezTo>
                    <a:cubicBezTo>
                      <a:pt x="1857" y="2484"/>
                      <a:pt x="1888" y="2660"/>
                      <a:pt x="1820" y="2805"/>
                    </a:cubicBezTo>
                    <a:cubicBezTo>
                      <a:pt x="1743" y="2959"/>
                      <a:pt x="1564" y="3055"/>
                      <a:pt x="1348" y="3061"/>
                    </a:cubicBezTo>
                    <a:cubicBezTo>
                      <a:pt x="1305" y="2774"/>
                      <a:pt x="1385" y="2472"/>
                      <a:pt x="1500" y="2330"/>
                    </a:cubicBezTo>
                    <a:cubicBezTo>
                      <a:pt x="1543" y="2278"/>
                      <a:pt x="1583" y="2253"/>
                      <a:pt x="1620" y="2253"/>
                    </a:cubicBezTo>
                    <a:close/>
                    <a:moveTo>
                      <a:pt x="3548" y="2490"/>
                    </a:moveTo>
                    <a:cubicBezTo>
                      <a:pt x="3563" y="2490"/>
                      <a:pt x="3597" y="2524"/>
                      <a:pt x="3625" y="2614"/>
                    </a:cubicBezTo>
                    <a:cubicBezTo>
                      <a:pt x="3699" y="2827"/>
                      <a:pt x="3652" y="3061"/>
                      <a:pt x="3507" y="3231"/>
                    </a:cubicBezTo>
                    <a:cubicBezTo>
                      <a:pt x="3372" y="2993"/>
                      <a:pt x="3384" y="2737"/>
                      <a:pt x="3461" y="2586"/>
                    </a:cubicBezTo>
                    <a:cubicBezTo>
                      <a:pt x="3495" y="2518"/>
                      <a:pt x="3532" y="2490"/>
                      <a:pt x="3548" y="2490"/>
                    </a:cubicBezTo>
                    <a:close/>
                    <a:moveTo>
                      <a:pt x="3628" y="170"/>
                    </a:moveTo>
                    <a:cubicBezTo>
                      <a:pt x="3775" y="170"/>
                      <a:pt x="3925" y="213"/>
                      <a:pt x="4066" y="304"/>
                    </a:cubicBezTo>
                    <a:cubicBezTo>
                      <a:pt x="4430" y="532"/>
                      <a:pt x="4652" y="887"/>
                      <a:pt x="4673" y="1260"/>
                    </a:cubicBezTo>
                    <a:cubicBezTo>
                      <a:pt x="4229" y="1340"/>
                      <a:pt x="3881" y="1747"/>
                      <a:pt x="3893" y="1988"/>
                    </a:cubicBezTo>
                    <a:cubicBezTo>
                      <a:pt x="3899" y="2086"/>
                      <a:pt x="3960" y="2190"/>
                      <a:pt x="4132" y="2190"/>
                    </a:cubicBezTo>
                    <a:cubicBezTo>
                      <a:pt x="4153" y="2190"/>
                      <a:pt x="4177" y="2188"/>
                      <a:pt x="4201" y="2185"/>
                    </a:cubicBezTo>
                    <a:cubicBezTo>
                      <a:pt x="4550" y="2139"/>
                      <a:pt x="4803" y="1827"/>
                      <a:pt x="4840" y="1417"/>
                    </a:cubicBezTo>
                    <a:cubicBezTo>
                      <a:pt x="5034" y="1423"/>
                      <a:pt x="5213" y="1510"/>
                      <a:pt x="5373" y="1682"/>
                    </a:cubicBezTo>
                    <a:cubicBezTo>
                      <a:pt x="5651" y="1972"/>
                      <a:pt x="5586" y="2321"/>
                      <a:pt x="5485" y="2561"/>
                    </a:cubicBezTo>
                    <a:cubicBezTo>
                      <a:pt x="5247" y="3113"/>
                      <a:pt x="4581" y="3616"/>
                      <a:pt x="4090" y="3616"/>
                    </a:cubicBezTo>
                    <a:cubicBezTo>
                      <a:pt x="4086" y="3616"/>
                      <a:pt x="4082" y="3616"/>
                      <a:pt x="4077" y="3616"/>
                    </a:cubicBezTo>
                    <a:cubicBezTo>
                      <a:pt x="3958" y="3616"/>
                      <a:pt x="3843" y="3576"/>
                      <a:pt x="3748" y="3505"/>
                    </a:cubicBezTo>
                    <a:cubicBezTo>
                      <a:pt x="3699" y="3465"/>
                      <a:pt x="3652" y="3422"/>
                      <a:pt x="3609" y="3372"/>
                    </a:cubicBezTo>
                    <a:cubicBezTo>
                      <a:pt x="3816" y="3157"/>
                      <a:pt x="3884" y="2845"/>
                      <a:pt x="3788" y="2564"/>
                    </a:cubicBezTo>
                    <a:cubicBezTo>
                      <a:pt x="3723" y="2352"/>
                      <a:pt x="3609" y="2321"/>
                      <a:pt x="3548" y="2321"/>
                    </a:cubicBezTo>
                    <a:cubicBezTo>
                      <a:pt x="3455" y="2321"/>
                      <a:pt x="3366" y="2389"/>
                      <a:pt x="3307" y="2506"/>
                    </a:cubicBezTo>
                    <a:cubicBezTo>
                      <a:pt x="3202" y="2716"/>
                      <a:pt x="3187" y="3049"/>
                      <a:pt x="3381" y="3351"/>
                    </a:cubicBezTo>
                    <a:cubicBezTo>
                      <a:pt x="3181" y="3505"/>
                      <a:pt x="2807" y="3669"/>
                      <a:pt x="2120" y="3669"/>
                    </a:cubicBezTo>
                    <a:lnTo>
                      <a:pt x="2070" y="3669"/>
                    </a:lnTo>
                    <a:cubicBezTo>
                      <a:pt x="1651" y="3662"/>
                      <a:pt x="1469" y="3447"/>
                      <a:pt x="1392" y="3231"/>
                    </a:cubicBezTo>
                    <a:cubicBezTo>
                      <a:pt x="1657" y="3215"/>
                      <a:pt x="1873" y="3086"/>
                      <a:pt x="1972" y="2879"/>
                    </a:cubicBezTo>
                    <a:cubicBezTo>
                      <a:pt x="2073" y="2672"/>
                      <a:pt x="2033" y="2432"/>
                      <a:pt x="1864" y="2222"/>
                    </a:cubicBezTo>
                    <a:cubicBezTo>
                      <a:pt x="1771" y="2105"/>
                      <a:pt x="1679" y="2080"/>
                      <a:pt x="1617" y="2080"/>
                    </a:cubicBezTo>
                    <a:cubicBezTo>
                      <a:pt x="1527" y="2080"/>
                      <a:pt x="1441" y="2130"/>
                      <a:pt x="1367" y="2222"/>
                    </a:cubicBezTo>
                    <a:cubicBezTo>
                      <a:pt x="1216" y="2410"/>
                      <a:pt x="1139" y="2749"/>
                      <a:pt x="1173" y="3049"/>
                    </a:cubicBezTo>
                    <a:cubicBezTo>
                      <a:pt x="966" y="3002"/>
                      <a:pt x="769" y="2913"/>
                      <a:pt x="602" y="2783"/>
                    </a:cubicBezTo>
                    <a:cubicBezTo>
                      <a:pt x="161" y="2456"/>
                      <a:pt x="254" y="2003"/>
                      <a:pt x="312" y="1821"/>
                    </a:cubicBezTo>
                    <a:cubicBezTo>
                      <a:pt x="442" y="1426"/>
                      <a:pt x="790" y="1106"/>
                      <a:pt x="1086" y="1106"/>
                    </a:cubicBezTo>
                    <a:cubicBezTo>
                      <a:pt x="1157" y="1106"/>
                      <a:pt x="1228" y="1124"/>
                      <a:pt x="1290" y="1161"/>
                    </a:cubicBezTo>
                    <a:cubicBezTo>
                      <a:pt x="1304" y="1169"/>
                      <a:pt x="1319" y="1173"/>
                      <a:pt x="1333" y="1173"/>
                    </a:cubicBezTo>
                    <a:cubicBezTo>
                      <a:pt x="1382" y="1173"/>
                      <a:pt x="1427" y="1130"/>
                      <a:pt x="1419" y="1075"/>
                    </a:cubicBezTo>
                    <a:cubicBezTo>
                      <a:pt x="1419" y="1072"/>
                      <a:pt x="1358" y="621"/>
                      <a:pt x="1574" y="375"/>
                    </a:cubicBezTo>
                    <a:cubicBezTo>
                      <a:pt x="1664" y="270"/>
                      <a:pt x="1793" y="218"/>
                      <a:pt x="1959" y="218"/>
                    </a:cubicBezTo>
                    <a:cubicBezTo>
                      <a:pt x="2076" y="218"/>
                      <a:pt x="2212" y="243"/>
                      <a:pt x="2366" y="294"/>
                    </a:cubicBezTo>
                    <a:cubicBezTo>
                      <a:pt x="2508" y="338"/>
                      <a:pt x="2641" y="402"/>
                      <a:pt x="2761" y="486"/>
                    </a:cubicBezTo>
                    <a:cubicBezTo>
                      <a:pt x="2527" y="809"/>
                      <a:pt x="2446" y="1244"/>
                      <a:pt x="2709" y="1463"/>
                    </a:cubicBezTo>
                    <a:cubicBezTo>
                      <a:pt x="2777" y="1525"/>
                      <a:pt x="2863" y="1562"/>
                      <a:pt x="2955" y="1565"/>
                    </a:cubicBezTo>
                    <a:cubicBezTo>
                      <a:pt x="3094" y="1565"/>
                      <a:pt x="3218" y="1466"/>
                      <a:pt x="3273" y="1306"/>
                    </a:cubicBezTo>
                    <a:cubicBezTo>
                      <a:pt x="3353" y="1075"/>
                      <a:pt x="3298" y="735"/>
                      <a:pt x="3002" y="458"/>
                    </a:cubicBezTo>
                    <a:cubicBezTo>
                      <a:pt x="3182" y="270"/>
                      <a:pt x="3403" y="170"/>
                      <a:pt x="3628" y="170"/>
                    </a:cubicBezTo>
                    <a:close/>
                    <a:moveTo>
                      <a:pt x="3632" y="0"/>
                    </a:moveTo>
                    <a:cubicBezTo>
                      <a:pt x="3356" y="0"/>
                      <a:pt x="3085" y="122"/>
                      <a:pt x="2872" y="350"/>
                    </a:cubicBezTo>
                    <a:cubicBezTo>
                      <a:pt x="2733" y="257"/>
                      <a:pt x="2582" y="183"/>
                      <a:pt x="2422" y="131"/>
                    </a:cubicBezTo>
                    <a:cubicBezTo>
                      <a:pt x="2252" y="76"/>
                      <a:pt x="2099" y="48"/>
                      <a:pt x="1963" y="48"/>
                    </a:cubicBezTo>
                    <a:cubicBezTo>
                      <a:pt x="1743" y="48"/>
                      <a:pt x="1568" y="120"/>
                      <a:pt x="1444" y="264"/>
                    </a:cubicBezTo>
                    <a:cubicBezTo>
                      <a:pt x="1262" y="470"/>
                      <a:pt x="1237" y="776"/>
                      <a:pt x="1241" y="954"/>
                    </a:cubicBezTo>
                    <a:cubicBezTo>
                      <a:pt x="1191" y="939"/>
                      <a:pt x="1139" y="933"/>
                      <a:pt x="1089" y="933"/>
                    </a:cubicBezTo>
                    <a:cubicBezTo>
                      <a:pt x="716" y="933"/>
                      <a:pt x="306" y="1300"/>
                      <a:pt x="152" y="1766"/>
                    </a:cubicBezTo>
                    <a:cubicBezTo>
                      <a:pt x="1" y="2225"/>
                      <a:pt x="127" y="2645"/>
                      <a:pt x="500" y="2919"/>
                    </a:cubicBezTo>
                    <a:cubicBezTo>
                      <a:pt x="735" y="3092"/>
                      <a:pt x="978" y="3197"/>
                      <a:pt x="1210" y="3224"/>
                    </a:cubicBezTo>
                    <a:cubicBezTo>
                      <a:pt x="1321" y="3613"/>
                      <a:pt x="1632" y="3835"/>
                      <a:pt x="2070" y="3838"/>
                    </a:cubicBezTo>
                    <a:lnTo>
                      <a:pt x="2120" y="3838"/>
                    </a:lnTo>
                    <a:cubicBezTo>
                      <a:pt x="2715" y="3838"/>
                      <a:pt x="3184" y="3718"/>
                      <a:pt x="3483" y="3490"/>
                    </a:cubicBezTo>
                    <a:cubicBezTo>
                      <a:pt x="3532" y="3542"/>
                      <a:pt x="3585" y="3595"/>
                      <a:pt x="3643" y="3641"/>
                    </a:cubicBezTo>
                    <a:cubicBezTo>
                      <a:pt x="3766" y="3737"/>
                      <a:pt x="3921" y="3786"/>
                      <a:pt x="4076" y="3786"/>
                    </a:cubicBezTo>
                    <a:cubicBezTo>
                      <a:pt x="4081" y="3786"/>
                      <a:pt x="4086" y="3786"/>
                      <a:pt x="4090" y="3786"/>
                    </a:cubicBezTo>
                    <a:cubicBezTo>
                      <a:pt x="4652" y="3786"/>
                      <a:pt x="5377" y="3246"/>
                      <a:pt x="5642" y="2629"/>
                    </a:cubicBezTo>
                    <a:cubicBezTo>
                      <a:pt x="5815" y="2222"/>
                      <a:pt x="5765" y="1843"/>
                      <a:pt x="5500" y="1565"/>
                    </a:cubicBezTo>
                    <a:cubicBezTo>
                      <a:pt x="5303" y="1358"/>
                      <a:pt x="5084" y="1254"/>
                      <a:pt x="4843" y="1247"/>
                    </a:cubicBezTo>
                    <a:cubicBezTo>
                      <a:pt x="4821" y="819"/>
                      <a:pt x="4572" y="418"/>
                      <a:pt x="4161" y="159"/>
                    </a:cubicBezTo>
                    <a:cubicBezTo>
                      <a:pt x="3992" y="52"/>
                      <a:pt x="3811" y="0"/>
                      <a:pt x="36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7" name="Google Shape;247;p3"/>
            <p:cNvSpPr/>
            <p:nvPr/>
          </p:nvSpPr>
          <p:spPr>
            <a:xfrm>
              <a:off x="4992327" y="221037"/>
              <a:ext cx="184623" cy="198973"/>
            </a:xfrm>
            <a:custGeom>
              <a:avLst/>
              <a:gdLst/>
              <a:ahLst/>
              <a:cxnLst/>
              <a:rect l="l" t="t" r="r" b="b"/>
              <a:pathLst>
                <a:path w="2496" h="2690" extrusionOk="0">
                  <a:moveTo>
                    <a:pt x="1564" y="244"/>
                  </a:moveTo>
                  <a:cubicBezTo>
                    <a:pt x="1574" y="374"/>
                    <a:pt x="1580" y="596"/>
                    <a:pt x="1583" y="898"/>
                  </a:cubicBezTo>
                  <a:cubicBezTo>
                    <a:pt x="1450" y="849"/>
                    <a:pt x="1308" y="796"/>
                    <a:pt x="1151" y="741"/>
                  </a:cubicBezTo>
                  <a:cubicBezTo>
                    <a:pt x="1355" y="478"/>
                    <a:pt x="1487" y="327"/>
                    <a:pt x="1564" y="244"/>
                  </a:cubicBezTo>
                  <a:close/>
                  <a:moveTo>
                    <a:pt x="241" y="617"/>
                  </a:moveTo>
                  <a:cubicBezTo>
                    <a:pt x="371" y="657"/>
                    <a:pt x="605" y="734"/>
                    <a:pt x="870" y="824"/>
                  </a:cubicBezTo>
                  <a:cubicBezTo>
                    <a:pt x="775" y="947"/>
                    <a:pt x="679" y="1077"/>
                    <a:pt x="590" y="1203"/>
                  </a:cubicBezTo>
                  <a:cubicBezTo>
                    <a:pt x="352" y="864"/>
                    <a:pt x="269" y="697"/>
                    <a:pt x="241" y="617"/>
                  </a:cubicBezTo>
                  <a:close/>
                  <a:moveTo>
                    <a:pt x="1756" y="1149"/>
                  </a:moveTo>
                  <a:cubicBezTo>
                    <a:pt x="2099" y="1287"/>
                    <a:pt x="2237" y="1367"/>
                    <a:pt x="2289" y="1404"/>
                  </a:cubicBezTo>
                  <a:cubicBezTo>
                    <a:pt x="2117" y="1493"/>
                    <a:pt x="1935" y="1567"/>
                    <a:pt x="1749" y="1629"/>
                  </a:cubicBezTo>
                  <a:cubicBezTo>
                    <a:pt x="1756" y="1472"/>
                    <a:pt x="1756" y="1309"/>
                    <a:pt x="1756" y="1149"/>
                  </a:cubicBezTo>
                  <a:close/>
                  <a:moveTo>
                    <a:pt x="1043" y="883"/>
                  </a:moveTo>
                  <a:cubicBezTo>
                    <a:pt x="1244" y="953"/>
                    <a:pt x="1426" y="1021"/>
                    <a:pt x="1583" y="1080"/>
                  </a:cubicBezTo>
                  <a:cubicBezTo>
                    <a:pt x="1583" y="1283"/>
                    <a:pt x="1583" y="1493"/>
                    <a:pt x="1577" y="1691"/>
                  </a:cubicBezTo>
                  <a:cubicBezTo>
                    <a:pt x="1410" y="1749"/>
                    <a:pt x="1234" y="1802"/>
                    <a:pt x="1068" y="1851"/>
                  </a:cubicBezTo>
                  <a:cubicBezTo>
                    <a:pt x="929" y="1669"/>
                    <a:pt x="803" y="1502"/>
                    <a:pt x="695" y="1351"/>
                  </a:cubicBezTo>
                  <a:lnTo>
                    <a:pt x="692" y="1351"/>
                  </a:lnTo>
                  <a:cubicBezTo>
                    <a:pt x="806" y="1194"/>
                    <a:pt x="923" y="1037"/>
                    <a:pt x="1043" y="883"/>
                  </a:cubicBezTo>
                  <a:close/>
                  <a:moveTo>
                    <a:pt x="590" y="1496"/>
                  </a:moveTo>
                  <a:cubicBezTo>
                    <a:pt x="679" y="1623"/>
                    <a:pt x="778" y="1755"/>
                    <a:pt x="892" y="1900"/>
                  </a:cubicBezTo>
                  <a:cubicBezTo>
                    <a:pt x="590" y="1984"/>
                    <a:pt x="358" y="2030"/>
                    <a:pt x="238" y="2030"/>
                  </a:cubicBezTo>
                  <a:cubicBezTo>
                    <a:pt x="346" y="1848"/>
                    <a:pt x="463" y="1669"/>
                    <a:pt x="590" y="1496"/>
                  </a:cubicBezTo>
                  <a:close/>
                  <a:moveTo>
                    <a:pt x="1574" y="1873"/>
                  </a:moveTo>
                  <a:lnTo>
                    <a:pt x="1574" y="1873"/>
                  </a:lnTo>
                  <a:cubicBezTo>
                    <a:pt x="1561" y="2175"/>
                    <a:pt x="1546" y="2341"/>
                    <a:pt x="1534" y="2434"/>
                  </a:cubicBezTo>
                  <a:cubicBezTo>
                    <a:pt x="1456" y="2338"/>
                    <a:pt x="1327" y="2181"/>
                    <a:pt x="1182" y="1996"/>
                  </a:cubicBezTo>
                  <a:cubicBezTo>
                    <a:pt x="1312" y="1959"/>
                    <a:pt x="1441" y="1916"/>
                    <a:pt x="1574" y="1873"/>
                  </a:cubicBezTo>
                  <a:close/>
                  <a:moveTo>
                    <a:pt x="1629" y="0"/>
                  </a:moveTo>
                  <a:cubicBezTo>
                    <a:pt x="1583" y="0"/>
                    <a:pt x="1512" y="0"/>
                    <a:pt x="982" y="682"/>
                  </a:cubicBezTo>
                  <a:cubicBezTo>
                    <a:pt x="553" y="537"/>
                    <a:pt x="192" y="420"/>
                    <a:pt x="189" y="420"/>
                  </a:cubicBezTo>
                  <a:cubicBezTo>
                    <a:pt x="181" y="417"/>
                    <a:pt x="172" y="416"/>
                    <a:pt x="164" y="416"/>
                  </a:cubicBezTo>
                  <a:cubicBezTo>
                    <a:pt x="145" y="416"/>
                    <a:pt x="126" y="422"/>
                    <a:pt x="112" y="432"/>
                  </a:cubicBezTo>
                  <a:cubicBezTo>
                    <a:pt x="1" y="516"/>
                    <a:pt x="25" y="701"/>
                    <a:pt x="485" y="1351"/>
                  </a:cubicBezTo>
                  <a:cubicBezTo>
                    <a:pt x="325" y="1573"/>
                    <a:pt x="87" y="1919"/>
                    <a:pt x="50" y="2033"/>
                  </a:cubicBezTo>
                  <a:cubicBezTo>
                    <a:pt x="35" y="2070"/>
                    <a:pt x="41" y="2110"/>
                    <a:pt x="62" y="2141"/>
                  </a:cubicBezTo>
                  <a:cubicBezTo>
                    <a:pt x="102" y="2196"/>
                    <a:pt x="173" y="2203"/>
                    <a:pt x="232" y="2203"/>
                  </a:cubicBezTo>
                  <a:cubicBezTo>
                    <a:pt x="411" y="2203"/>
                    <a:pt x="741" y="2122"/>
                    <a:pt x="1003" y="2048"/>
                  </a:cubicBezTo>
                  <a:cubicBezTo>
                    <a:pt x="1271" y="2388"/>
                    <a:pt x="1487" y="2647"/>
                    <a:pt x="1490" y="2650"/>
                  </a:cubicBezTo>
                  <a:cubicBezTo>
                    <a:pt x="1512" y="2671"/>
                    <a:pt x="1540" y="2687"/>
                    <a:pt x="1571" y="2690"/>
                  </a:cubicBezTo>
                  <a:cubicBezTo>
                    <a:pt x="1660" y="2690"/>
                    <a:pt x="1719" y="2690"/>
                    <a:pt x="1746" y="1814"/>
                  </a:cubicBezTo>
                  <a:cubicBezTo>
                    <a:pt x="2039" y="1709"/>
                    <a:pt x="2382" y="1577"/>
                    <a:pt x="2459" y="1490"/>
                  </a:cubicBezTo>
                  <a:cubicBezTo>
                    <a:pt x="2487" y="1462"/>
                    <a:pt x="2496" y="1422"/>
                    <a:pt x="2487" y="1385"/>
                  </a:cubicBezTo>
                  <a:cubicBezTo>
                    <a:pt x="2471" y="1311"/>
                    <a:pt x="2397" y="1216"/>
                    <a:pt x="1756" y="963"/>
                  </a:cubicBezTo>
                  <a:cubicBezTo>
                    <a:pt x="1753" y="645"/>
                    <a:pt x="1743" y="148"/>
                    <a:pt x="1722" y="71"/>
                  </a:cubicBezTo>
                  <a:cubicBezTo>
                    <a:pt x="1706" y="31"/>
                    <a:pt x="1672" y="4"/>
                    <a:pt x="16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8" name="Google Shape;248;p3"/>
            <p:cNvGrpSpPr/>
            <p:nvPr/>
          </p:nvGrpSpPr>
          <p:grpSpPr>
            <a:xfrm>
              <a:off x="5923204" y="187529"/>
              <a:ext cx="446685" cy="265947"/>
              <a:chOff x="978054" y="146142"/>
              <a:chExt cx="446685" cy="265947"/>
            </a:xfrm>
          </p:grpSpPr>
          <p:sp>
            <p:nvSpPr>
              <p:cNvPr id="249" name="Google Shape;249;p3"/>
              <p:cNvSpPr/>
              <p:nvPr/>
            </p:nvSpPr>
            <p:spPr>
              <a:xfrm>
                <a:off x="978054" y="151960"/>
                <a:ext cx="446685" cy="254309"/>
              </a:xfrm>
              <a:custGeom>
                <a:avLst/>
                <a:gdLst/>
                <a:ahLst/>
                <a:cxnLst/>
                <a:rect l="l" t="t" r="r" b="b"/>
                <a:pathLst>
                  <a:path w="6448" h="3671" extrusionOk="0">
                    <a:moveTo>
                      <a:pt x="3915" y="0"/>
                    </a:moveTo>
                    <a:cubicBezTo>
                      <a:pt x="3615" y="0"/>
                      <a:pt x="3350" y="167"/>
                      <a:pt x="3169" y="387"/>
                    </a:cubicBezTo>
                    <a:lnTo>
                      <a:pt x="3169" y="387"/>
                    </a:lnTo>
                    <a:cubicBezTo>
                      <a:pt x="3046" y="288"/>
                      <a:pt x="2886" y="200"/>
                      <a:pt x="2681" y="132"/>
                    </a:cubicBezTo>
                    <a:cubicBezTo>
                      <a:pt x="2511" y="76"/>
                      <a:pt x="2368" y="52"/>
                      <a:pt x="2248" y="52"/>
                    </a:cubicBezTo>
                    <a:cubicBezTo>
                      <a:pt x="1490" y="52"/>
                      <a:pt x="1623" y="1005"/>
                      <a:pt x="1623" y="1005"/>
                    </a:cubicBezTo>
                    <a:cubicBezTo>
                      <a:pt x="1545" y="958"/>
                      <a:pt x="1462" y="937"/>
                      <a:pt x="1377" y="937"/>
                    </a:cubicBezTo>
                    <a:cubicBezTo>
                      <a:pt x="735" y="937"/>
                      <a:pt x="1" y="2154"/>
                      <a:pt x="840" y="2769"/>
                    </a:cubicBezTo>
                    <a:cubicBezTo>
                      <a:pt x="1102" y="2963"/>
                      <a:pt x="1351" y="3051"/>
                      <a:pt x="1564" y="3064"/>
                    </a:cubicBezTo>
                    <a:lnTo>
                      <a:pt x="1564" y="3064"/>
                    </a:lnTo>
                    <a:cubicBezTo>
                      <a:pt x="1637" y="3387"/>
                      <a:pt x="1868" y="3665"/>
                      <a:pt x="2357" y="3670"/>
                    </a:cubicBezTo>
                    <a:cubicBezTo>
                      <a:pt x="2374" y="3670"/>
                      <a:pt x="2392" y="3670"/>
                      <a:pt x="2408" y="3670"/>
                    </a:cubicBezTo>
                    <a:cubicBezTo>
                      <a:pt x="3079" y="3670"/>
                      <a:pt x="3528" y="3515"/>
                      <a:pt x="3781" y="3285"/>
                    </a:cubicBezTo>
                    <a:lnTo>
                      <a:pt x="3781" y="3285"/>
                    </a:lnTo>
                    <a:cubicBezTo>
                      <a:pt x="3834" y="3357"/>
                      <a:pt x="3900" y="3426"/>
                      <a:pt x="3983" y="3491"/>
                    </a:cubicBezTo>
                    <a:cubicBezTo>
                      <a:pt x="4094" y="3579"/>
                      <a:pt x="4230" y="3618"/>
                      <a:pt x="4376" y="3618"/>
                    </a:cubicBezTo>
                    <a:cubicBezTo>
                      <a:pt x="5223" y="3618"/>
                      <a:pt x="6448" y="2304"/>
                      <a:pt x="5722" y="1542"/>
                    </a:cubicBezTo>
                    <a:cubicBezTo>
                      <a:pt x="5522" y="1331"/>
                      <a:pt x="5310" y="1251"/>
                      <a:pt x="5112" y="1251"/>
                    </a:cubicBezTo>
                    <a:cubicBezTo>
                      <a:pt x="5090" y="1251"/>
                      <a:pt x="5068" y="1252"/>
                      <a:pt x="5046" y="1254"/>
                    </a:cubicBezTo>
                    <a:lnTo>
                      <a:pt x="5046" y="1254"/>
                    </a:lnTo>
                    <a:cubicBezTo>
                      <a:pt x="5054" y="878"/>
                      <a:pt x="4866" y="444"/>
                      <a:pt x="4402" y="151"/>
                    </a:cubicBezTo>
                    <a:cubicBezTo>
                      <a:pt x="4235" y="45"/>
                      <a:pt x="4070" y="0"/>
                      <a:pt x="39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3"/>
              <p:cNvSpPr/>
              <p:nvPr/>
            </p:nvSpPr>
            <p:spPr>
              <a:xfrm>
                <a:off x="999986" y="146142"/>
                <a:ext cx="402834" cy="265947"/>
              </a:xfrm>
              <a:custGeom>
                <a:avLst/>
                <a:gdLst/>
                <a:ahLst/>
                <a:cxnLst/>
                <a:rect l="l" t="t" r="r" b="b"/>
                <a:pathLst>
                  <a:path w="5815" h="3839" extrusionOk="0">
                    <a:moveTo>
                      <a:pt x="2894" y="594"/>
                    </a:moveTo>
                    <a:cubicBezTo>
                      <a:pt x="3125" y="816"/>
                      <a:pt x="3174" y="1078"/>
                      <a:pt x="3110" y="1251"/>
                    </a:cubicBezTo>
                    <a:cubicBezTo>
                      <a:pt x="3077" y="1342"/>
                      <a:pt x="3020" y="1391"/>
                      <a:pt x="2952" y="1391"/>
                    </a:cubicBezTo>
                    <a:cubicBezTo>
                      <a:pt x="2910" y="1391"/>
                      <a:pt x="2864" y="1373"/>
                      <a:pt x="2817" y="1334"/>
                    </a:cubicBezTo>
                    <a:cubicBezTo>
                      <a:pt x="2656" y="1195"/>
                      <a:pt x="2693" y="877"/>
                      <a:pt x="2894" y="594"/>
                    </a:cubicBezTo>
                    <a:close/>
                    <a:moveTo>
                      <a:pt x="4667" y="1439"/>
                    </a:moveTo>
                    <a:lnTo>
                      <a:pt x="4667" y="1439"/>
                    </a:lnTo>
                    <a:cubicBezTo>
                      <a:pt x="4627" y="1750"/>
                      <a:pt x="4436" y="1981"/>
                      <a:pt x="4177" y="2018"/>
                    </a:cubicBezTo>
                    <a:cubicBezTo>
                      <a:pt x="4161" y="2018"/>
                      <a:pt x="4149" y="2022"/>
                      <a:pt x="4134" y="2022"/>
                    </a:cubicBezTo>
                    <a:cubicBezTo>
                      <a:pt x="4063" y="2022"/>
                      <a:pt x="4063" y="2000"/>
                      <a:pt x="4063" y="1981"/>
                    </a:cubicBezTo>
                    <a:cubicBezTo>
                      <a:pt x="4060" y="1852"/>
                      <a:pt x="4309" y="1519"/>
                      <a:pt x="4667" y="1439"/>
                    </a:cubicBezTo>
                    <a:close/>
                    <a:moveTo>
                      <a:pt x="1620" y="2253"/>
                    </a:moveTo>
                    <a:cubicBezTo>
                      <a:pt x="1663" y="2253"/>
                      <a:pt x="1706" y="2293"/>
                      <a:pt x="1731" y="2327"/>
                    </a:cubicBezTo>
                    <a:cubicBezTo>
                      <a:pt x="1857" y="2484"/>
                      <a:pt x="1888" y="2660"/>
                      <a:pt x="1820" y="2805"/>
                    </a:cubicBezTo>
                    <a:cubicBezTo>
                      <a:pt x="1743" y="2959"/>
                      <a:pt x="1564" y="3055"/>
                      <a:pt x="1348" y="3061"/>
                    </a:cubicBezTo>
                    <a:cubicBezTo>
                      <a:pt x="1305" y="2774"/>
                      <a:pt x="1385" y="2472"/>
                      <a:pt x="1500" y="2330"/>
                    </a:cubicBezTo>
                    <a:cubicBezTo>
                      <a:pt x="1543" y="2278"/>
                      <a:pt x="1583" y="2253"/>
                      <a:pt x="1620" y="2253"/>
                    </a:cubicBezTo>
                    <a:close/>
                    <a:moveTo>
                      <a:pt x="3548" y="2490"/>
                    </a:moveTo>
                    <a:cubicBezTo>
                      <a:pt x="3563" y="2490"/>
                      <a:pt x="3597" y="2524"/>
                      <a:pt x="3625" y="2614"/>
                    </a:cubicBezTo>
                    <a:cubicBezTo>
                      <a:pt x="3699" y="2827"/>
                      <a:pt x="3652" y="3061"/>
                      <a:pt x="3507" y="3231"/>
                    </a:cubicBezTo>
                    <a:cubicBezTo>
                      <a:pt x="3372" y="2993"/>
                      <a:pt x="3384" y="2737"/>
                      <a:pt x="3461" y="2586"/>
                    </a:cubicBezTo>
                    <a:cubicBezTo>
                      <a:pt x="3495" y="2518"/>
                      <a:pt x="3532" y="2490"/>
                      <a:pt x="3548" y="2490"/>
                    </a:cubicBezTo>
                    <a:close/>
                    <a:moveTo>
                      <a:pt x="3628" y="170"/>
                    </a:moveTo>
                    <a:cubicBezTo>
                      <a:pt x="3775" y="170"/>
                      <a:pt x="3925" y="213"/>
                      <a:pt x="4066" y="304"/>
                    </a:cubicBezTo>
                    <a:cubicBezTo>
                      <a:pt x="4430" y="532"/>
                      <a:pt x="4652" y="887"/>
                      <a:pt x="4673" y="1260"/>
                    </a:cubicBezTo>
                    <a:cubicBezTo>
                      <a:pt x="4229" y="1340"/>
                      <a:pt x="3881" y="1747"/>
                      <a:pt x="3893" y="1988"/>
                    </a:cubicBezTo>
                    <a:cubicBezTo>
                      <a:pt x="3899" y="2086"/>
                      <a:pt x="3960" y="2190"/>
                      <a:pt x="4132" y="2190"/>
                    </a:cubicBezTo>
                    <a:cubicBezTo>
                      <a:pt x="4153" y="2190"/>
                      <a:pt x="4177" y="2188"/>
                      <a:pt x="4201" y="2185"/>
                    </a:cubicBezTo>
                    <a:cubicBezTo>
                      <a:pt x="4550" y="2139"/>
                      <a:pt x="4803" y="1827"/>
                      <a:pt x="4840" y="1417"/>
                    </a:cubicBezTo>
                    <a:cubicBezTo>
                      <a:pt x="5034" y="1423"/>
                      <a:pt x="5213" y="1510"/>
                      <a:pt x="5373" y="1682"/>
                    </a:cubicBezTo>
                    <a:cubicBezTo>
                      <a:pt x="5651" y="1972"/>
                      <a:pt x="5586" y="2321"/>
                      <a:pt x="5485" y="2561"/>
                    </a:cubicBezTo>
                    <a:cubicBezTo>
                      <a:pt x="5247" y="3113"/>
                      <a:pt x="4581" y="3616"/>
                      <a:pt x="4090" y="3616"/>
                    </a:cubicBezTo>
                    <a:cubicBezTo>
                      <a:pt x="4086" y="3616"/>
                      <a:pt x="4082" y="3616"/>
                      <a:pt x="4077" y="3616"/>
                    </a:cubicBezTo>
                    <a:cubicBezTo>
                      <a:pt x="3958" y="3616"/>
                      <a:pt x="3843" y="3576"/>
                      <a:pt x="3748" y="3505"/>
                    </a:cubicBezTo>
                    <a:cubicBezTo>
                      <a:pt x="3699" y="3465"/>
                      <a:pt x="3652" y="3422"/>
                      <a:pt x="3609" y="3372"/>
                    </a:cubicBezTo>
                    <a:cubicBezTo>
                      <a:pt x="3816" y="3157"/>
                      <a:pt x="3884" y="2845"/>
                      <a:pt x="3788" y="2564"/>
                    </a:cubicBezTo>
                    <a:cubicBezTo>
                      <a:pt x="3723" y="2352"/>
                      <a:pt x="3609" y="2321"/>
                      <a:pt x="3548" y="2321"/>
                    </a:cubicBezTo>
                    <a:cubicBezTo>
                      <a:pt x="3455" y="2321"/>
                      <a:pt x="3366" y="2389"/>
                      <a:pt x="3307" y="2506"/>
                    </a:cubicBezTo>
                    <a:cubicBezTo>
                      <a:pt x="3202" y="2716"/>
                      <a:pt x="3187" y="3049"/>
                      <a:pt x="3381" y="3351"/>
                    </a:cubicBezTo>
                    <a:cubicBezTo>
                      <a:pt x="3181" y="3505"/>
                      <a:pt x="2807" y="3669"/>
                      <a:pt x="2120" y="3669"/>
                    </a:cubicBezTo>
                    <a:lnTo>
                      <a:pt x="2070" y="3669"/>
                    </a:lnTo>
                    <a:cubicBezTo>
                      <a:pt x="1651" y="3662"/>
                      <a:pt x="1469" y="3447"/>
                      <a:pt x="1392" y="3231"/>
                    </a:cubicBezTo>
                    <a:cubicBezTo>
                      <a:pt x="1657" y="3215"/>
                      <a:pt x="1873" y="3086"/>
                      <a:pt x="1972" y="2879"/>
                    </a:cubicBezTo>
                    <a:cubicBezTo>
                      <a:pt x="2073" y="2672"/>
                      <a:pt x="2033" y="2432"/>
                      <a:pt x="1864" y="2222"/>
                    </a:cubicBezTo>
                    <a:cubicBezTo>
                      <a:pt x="1771" y="2105"/>
                      <a:pt x="1679" y="2080"/>
                      <a:pt x="1617" y="2080"/>
                    </a:cubicBezTo>
                    <a:cubicBezTo>
                      <a:pt x="1527" y="2080"/>
                      <a:pt x="1441" y="2130"/>
                      <a:pt x="1367" y="2222"/>
                    </a:cubicBezTo>
                    <a:cubicBezTo>
                      <a:pt x="1216" y="2410"/>
                      <a:pt x="1139" y="2749"/>
                      <a:pt x="1173" y="3049"/>
                    </a:cubicBezTo>
                    <a:cubicBezTo>
                      <a:pt x="966" y="3002"/>
                      <a:pt x="769" y="2913"/>
                      <a:pt x="602" y="2783"/>
                    </a:cubicBezTo>
                    <a:cubicBezTo>
                      <a:pt x="161" y="2456"/>
                      <a:pt x="254" y="2003"/>
                      <a:pt x="312" y="1821"/>
                    </a:cubicBezTo>
                    <a:cubicBezTo>
                      <a:pt x="442" y="1426"/>
                      <a:pt x="790" y="1106"/>
                      <a:pt x="1086" y="1106"/>
                    </a:cubicBezTo>
                    <a:cubicBezTo>
                      <a:pt x="1157" y="1106"/>
                      <a:pt x="1228" y="1124"/>
                      <a:pt x="1290" y="1161"/>
                    </a:cubicBezTo>
                    <a:cubicBezTo>
                      <a:pt x="1304" y="1169"/>
                      <a:pt x="1319" y="1173"/>
                      <a:pt x="1333" y="1173"/>
                    </a:cubicBezTo>
                    <a:cubicBezTo>
                      <a:pt x="1382" y="1173"/>
                      <a:pt x="1427" y="1130"/>
                      <a:pt x="1419" y="1075"/>
                    </a:cubicBezTo>
                    <a:cubicBezTo>
                      <a:pt x="1419" y="1072"/>
                      <a:pt x="1358" y="621"/>
                      <a:pt x="1574" y="375"/>
                    </a:cubicBezTo>
                    <a:cubicBezTo>
                      <a:pt x="1664" y="270"/>
                      <a:pt x="1793" y="218"/>
                      <a:pt x="1959" y="218"/>
                    </a:cubicBezTo>
                    <a:cubicBezTo>
                      <a:pt x="2076" y="218"/>
                      <a:pt x="2212" y="243"/>
                      <a:pt x="2366" y="294"/>
                    </a:cubicBezTo>
                    <a:cubicBezTo>
                      <a:pt x="2508" y="338"/>
                      <a:pt x="2641" y="402"/>
                      <a:pt x="2761" y="486"/>
                    </a:cubicBezTo>
                    <a:cubicBezTo>
                      <a:pt x="2527" y="809"/>
                      <a:pt x="2446" y="1244"/>
                      <a:pt x="2709" y="1463"/>
                    </a:cubicBezTo>
                    <a:cubicBezTo>
                      <a:pt x="2777" y="1525"/>
                      <a:pt x="2863" y="1562"/>
                      <a:pt x="2955" y="1565"/>
                    </a:cubicBezTo>
                    <a:cubicBezTo>
                      <a:pt x="3094" y="1565"/>
                      <a:pt x="3218" y="1466"/>
                      <a:pt x="3273" y="1306"/>
                    </a:cubicBezTo>
                    <a:cubicBezTo>
                      <a:pt x="3353" y="1075"/>
                      <a:pt x="3298" y="735"/>
                      <a:pt x="3002" y="458"/>
                    </a:cubicBezTo>
                    <a:cubicBezTo>
                      <a:pt x="3182" y="270"/>
                      <a:pt x="3403" y="170"/>
                      <a:pt x="3628" y="170"/>
                    </a:cubicBezTo>
                    <a:close/>
                    <a:moveTo>
                      <a:pt x="3632" y="0"/>
                    </a:moveTo>
                    <a:cubicBezTo>
                      <a:pt x="3356" y="0"/>
                      <a:pt x="3085" y="122"/>
                      <a:pt x="2872" y="350"/>
                    </a:cubicBezTo>
                    <a:cubicBezTo>
                      <a:pt x="2733" y="257"/>
                      <a:pt x="2582" y="183"/>
                      <a:pt x="2422" y="131"/>
                    </a:cubicBezTo>
                    <a:cubicBezTo>
                      <a:pt x="2252" y="76"/>
                      <a:pt x="2099" y="48"/>
                      <a:pt x="1963" y="48"/>
                    </a:cubicBezTo>
                    <a:cubicBezTo>
                      <a:pt x="1743" y="48"/>
                      <a:pt x="1568" y="120"/>
                      <a:pt x="1444" y="264"/>
                    </a:cubicBezTo>
                    <a:cubicBezTo>
                      <a:pt x="1262" y="470"/>
                      <a:pt x="1237" y="776"/>
                      <a:pt x="1241" y="954"/>
                    </a:cubicBezTo>
                    <a:cubicBezTo>
                      <a:pt x="1191" y="939"/>
                      <a:pt x="1139" y="933"/>
                      <a:pt x="1089" y="933"/>
                    </a:cubicBezTo>
                    <a:cubicBezTo>
                      <a:pt x="716" y="933"/>
                      <a:pt x="306" y="1300"/>
                      <a:pt x="152" y="1766"/>
                    </a:cubicBezTo>
                    <a:cubicBezTo>
                      <a:pt x="1" y="2225"/>
                      <a:pt x="127" y="2645"/>
                      <a:pt x="500" y="2919"/>
                    </a:cubicBezTo>
                    <a:cubicBezTo>
                      <a:pt x="735" y="3092"/>
                      <a:pt x="978" y="3197"/>
                      <a:pt x="1210" y="3224"/>
                    </a:cubicBezTo>
                    <a:cubicBezTo>
                      <a:pt x="1321" y="3613"/>
                      <a:pt x="1632" y="3835"/>
                      <a:pt x="2070" y="3838"/>
                    </a:cubicBezTo>
                    <a:lnTo>
                      <a:pt x="2120" y="3838"/>
                    </a:lnTo>
                    <a:cubicBezTo>
                      <a:pt x="2715" y="3838"/>
                      <a:pt x="3184" y="3718"/>
                      <a:pt x="3483" y="3490"/>
                    </a:cubicBezTo>
                    <a:cubicBezTo>
                      <a:pt x="3532" y="3542"/>
                      <a:pt x="3585" y="3595"/>
                      <a:pt x="3643" y="3641"/>
                    </a:cubicBezTo>
                    <a:cubicBezTo>
                      <a:pt x="3766" y="3737"/>
                      <a:pt x="3921" y="3786"/>
                      <a:pt x="4076" y="3786"/>
                    </a:cubicBezTo>
                    <a:cubicBezTo>
                      <a:pt x="4081" y="3786"/>
                      <a:pt x="4086" y="3786"/>
                      <a:pt x="4090" y="3786"/>
                    </a:cubicBezTo>
                    <a:cubicBezTo>
                      <a:pt x="4652" y="3786"/>
                      <a:pt x="5377" y="3246"/>
                      <a:pt x="5642" y="2629"/>
                    </a:cubicBezTo>
                    <a:cubicBezTo>
                      <a:pt x="5815" y="2222"/>
                      <a:pt x="5765" y="1843"/>
                      <a:pt x="5500" y="1565"/>
                    </a:cubicBezTo>
                    <a:cubicBezTo>
                      <a:pt x="5303" y="1358"/>
                      <a:pt x="5084" y="1254"/>
                      <a:pt x="4843" y="1247"/>
                    </a:cubicBezTo>
                    <a:cubicBezTo>
                      <a:pt x="4821" y="819"/>
                      <a:pt x="4572" y="418"/>
                      <a:pt x="4161" y="159"/>
                    </a:cubicBezTo>
                    <a:cubicBezTo>
                      <a:pt x="3992" y="52"/>
                      <a:pt x="3811" y="0"/>
                      <a:pt x="36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1" name="Google Shape;251;p3"/>
            <p:cNvSpPr/>
            <p:nvPr/>
          </p:nvSpPr>
          <p:spPr>
            <a:xfrm>
              <a:off x="5612729" y="143859"/>
              <a:ext cx="102917" cy="102663"/>
            </a:xfrm>
            <a:custGeom>
              <a:avLst/>
              <a:gdLst/>
              <a:ahLst/>
              <a:cxnLst/>
              <a:rect l="l" t="t" r="r" b="b"/>
              <a:pathLst>
                <a:path w="1618" h="1614" extrusionOk="0">
                  <a:moveTo>
                    <a:pt x="868" y="1"/>
                  </a:moveTo>
                  <a:cubicBezTo>
                    <a:pt x="821" y="1"/>
                    <a:pt x="784" y="38"/>
                    <a:pt x="784" y="87"/>
                  </a:cubicBezTo>
                  <a:lnTo>
                    <a:pt x="781" y="575"/>
                  </a:lnTo>
                  <a:lnTo>
                    <a:pt x="488" y="266"/>
                  </a:lnTo>
                  <a:cubicBezTo>
                    <a:pt x="470" y="251"/>
                    <a:pt x="451" y="245"/>
                    <a:pt x="432" y="245"/>
                  </a:cubicBezTo>
                  <a:cubicBezTo>
                    <a:pt x="369" y="245"/>
                    <a:pt x="316" y="318"/>
                    <a:pt x="362" y="380"/>
                  </a:cubicBezTo>
                  <a:lnTo>
                    <a:pt x="664" y="701"/>
                  </a:lnTo>
                  <a:lnTo>
                    <a:pt x="115" y="707"/>
                  </a:lnTo>
                  <a:cubicBezTo>
                    <a:pt x="1" y="707"/>
                    <a:pt x="1" y="877"/>
                    <a:pt x="115" y="877"/>
                  </a:cubicBezTo>
                  <a:lnTo>
                    <a:pt x="618" y="874"/>
                  </a:lnTo>
                  <a:lnTo>
                    <a:pt x="229" y="1142"/>
                  </a:lnTo>
                  <a:cubicBezTo>
                    <a:pt x="189" y="1170"/>
                    <a:pt x="180" y="1222"/>
                    <a:pt x="208" y="1262"/>
                  </a:cubicBezTo>
                  <a:cubicBezTo>
                    <a:pt x="225" y="1285"/>
                    <a:pt x="252" y="1298"/>
                    <a:pt x="279" y="1298"/>
                  </a:cubicBezTo>
                  <a:cubicBezTo>
                    <a:pt x="296" y="1298"/>
                    <a:pt x="313" y="1293"/>
                    <a:pt x="328" y="1284"/>
                  </a:cubicBezTo>
                  <a:lnTo>
                    <a:pt x="775" y="969"/>
                  </a:lnTo>
                  <a:lnTo>
                    <a:pt x="775" y="1528"/>
                  </a:lnTo>
                  <a:cubicBezTo>
                    <a:pt x="772" y="1574"/>
                    <a:pt x="812" y="1614"/>
                    <a:pt x="858" y="1614"/>
                  </a:cubicBezTo>
                  <a:cubicBezTo>
                    <a:pt x="905" y="1614"/>
                    <a:pt x="945" y="1574"/>
                    <a:pt x="945" y="1528"/>
                  </a:cubicBezTo>
                  <a:lnTo>
                    <a:pt x="948" y="1000"/>
                  </a:lnTo>
                  <a:lnTo>
                    <a:pt x="1259" y="1333"/>
                  </a:lnTo>
                  <a:cubicBezTo>
                    <a:pt x="1278" y="1353"/>
                    <a:pt x="1300" y="1361"/>
                    <a:pt x="1321" y="1361"/>
                  </a:cubicBezTo>
                  <a:cubicBezTo>
                    <a:pt x="1387" y="1361"/>
                    <a:pt x="1444" y="1277"/>
                    <a:pt x="1386" y="1213"/>
                  </a:cubicBezTo>
                  <a:lnTo>
                    <a:pt x="1059" y="868"/>
                  </a:lnTo>
                  <a:lnTo>
                    <a:pt x="1503" y="865"/>
                  </a:lnTo>
                  <a:cubicBezTo>
                    <a:pt x="1617" y="861"/>
                    <a:pt x="1617" y="692"/>
                    <a:pt x="1503" y="692"/>
                  </a:cubicBezTo>
                  <a:lnTo>
                    <a:pt x="1173" y="695"/>
                  </a:lnTo>
                  <a:lnTo>
                    <a:pt x="1518" y="454"/>
                  </a:lnTo>
                  <a:cubicBezTo>
                    <a:pt x="1597" y="401"/>
                    <a:pt x="1544" y="296"/>
                    <a:pt x="1472" y="296"/>
                  </a:cubicBezTo>
                  <a:cubicBezTo>
                    <a:pt x="1456" y="296"/>
                    <a:pt x="1439" y="301"/>
                    <a:pt x="1423" y="312"/>
                  </a:cubicBezTo>
                  <a:lnTo>
                    <a:pt x="951" y="639"/>
                  </a:lnTo>
                  <a:lnTo>
                    <a:pt x="954" y="87"/>
                  </a:lnTo>
                  <a:cubicBezTo>
                    <a:pt x="954" y="41"/>
                    <a:pt x="917" y="1"/>
                    <a:pt x="8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2"/>
        </a:solidFill>
        <a:effectLst/>
      </p:bgPr>
    </p:bg>
    <p:spTree>
      <p:nvGrpSpPr>
        <p:cNvPr id="1" name="Shape 737"/>
        <p:cNvGrpSpPr/>
        <p:nvPr/>
      </p:nvGrpSpPr>
      <p:grpSpPr>
        <a:xfrm>
          <a:off x="0" y="0"/>
          <a:ext cx="0" cy="0"/>
          <a:chOff x="0" y="0"/>
          <a:chExt cx="0" cy="0"/>
        </a:xfrm>
      </p:grpSpPr>
      <p:sp>
        <p:nvSpPr>
          <p:cNvPr id="738" name="Google Shape;738;p8"/>
          <p:cNvSpPr/>
          <p:nvPr/>
        </p:nvSpPr>
        <p:spPr>
          <a:xfrm>
            <a:off x="-111285" y="-151800"/>
            <a:ext cx="9366570" cy="5506907"/>
          </a:xfrm>
          <a:custGeom>
            <a:avLst/>
            <a:gdLst/>
            <a:ahLst/>
            <a:cxnLst/>
            <a:rect l="l" t="t" r="r" b="b"/>
            <a:pathLst>
              <a:path w="287870" h="169248" extrusionOk="0">
                <a:moveTo>
                  <a:pt x="17455" y="3287"/>
                </a:moveTo>
                <a:lnTo>
                  <a:pt x="17455" y="9371"/>
                </a:lnTo>
                <a:lnTo>
                  <a:pt x="11371" y="9371"/>
                </a:lnTo>
                <a:lnTo>
                  <a:pt x="11371" y="3287"/>
                </a:lnTo>
                <a:close/>
                <a:moveTo>
                  <a:pt x="24503" y="3287"/>
                </a:moveTo>
                <a:lnTo>
                  <a:pt x="24503" y="9371"/>
                </a:lnTo>
                <a:lnTo>
                  <a:pt x="18431" y="9371"/>
                </a:lnTo>
                <a:lnTo>
                  <a:pt x="18431" y="3287"/>
                </a:lnTo>
                <a:close/>
                <a:moveTo>
                  <a:pt x="31564" y="3287"/>
                </a:moveTo>
                <a:lnTo>
                  <a:pt x="31564" y="9371"/>
                </a:lnTo>
                <a:lnTo>
                  <a:pt x="25492" y="9371"/>
                </a:lnTo>
                <a:lnTo>
                  <a:pt x="25492" y="3287"/>
                </a:lnTo>
                <a:close/>
                <a:moveTo>
                  <a:pt x="38612" y="3287"/>
                </a:moveTo>
                <a:lnTo>
                  <a:pt x="38612" y="9371"/>
                </a:lnTo>
                <a:lnTo>
                  <a:pt x="32540" y="9371"/>
                </a:lnTo>
                <a:lnTo>
                  <a:pt x="32540" y="3287"/>
                </a:lnTo>
                <a:close/>
                <a:moveTo>
                  <a:pt x="45673" y="3287"/>
                </a:moveTo>
                <a:lnTo>
                  <a:pt x="45673" y="9371"/>
                </a:lnTo>
                <a:lnTo>
                  <a:pt x="39601" y="9371"/>
                </a:lnTo>
                <a:lnTo>
                  <a:pt x="39601" y="3287"/>
                </a:lnTo>
                <a:close/>
                <a:moveTo>
                  <a:pt x="52721" y="3287"/>
                </a:moveTo>
                <a:lnTo>
                  <a:pt x="52721" y="9371"/>
                </a:lnTo>
                <a:lnTo>
                  <a:pt x="46649" y="9371"/>
                </a:lnTo>
                <a:lnTo>
                  <a:pt x="46649" y="3287"/>
                </a:lnTo>
                <a:close/>
                <a:moveTo>
                  <a:pt x="59782" y="3287"/>
                </a:moveTo>
                <a:lnTo>
                  <a:pt x="59782" y="9371"/>
                </a:lnTo>
                <a:lnTo>
                  <a:pt x="53709" y="9371"/>
                </a:lnTo>
                <a:lnTo>
                  <a:pt x="53709" y="3287"/>
                </a:lnTo>
                <a:close/>
                <a:moveTo>
                  <a:pt x="66842" y="3287"/>
                </a:moveTo>
                <a:lnTo>
                  <a:pt x="66842" y="9371"/>
                </a:lnTo>
                <a:lnTo>
                  <a:pt x="60770" y="9371"/>
                </a:lnTo>
                <a:lnTo>
                  <a:pt x="60770" y="3287"/>
                </a:lnTo>
                <a:close/>
                <a:moveTo>
                  <a:pt x="73902" y="3287"/>
                </a:moveTo>
                <a:lnTo>
                  <a:pt x="73902" y="9371"/>
                </a:lnTo>
                <a:lnTo>
                  <a:pt x="67818" y="9371"/>
                </a:lnTo>
                <a:lnTo>
                  <a:pt x="67818" y="3287"/>
                </a:lnTo>
                <a:close/>
                <a:moveTo>
                  <a:pt x="80951" y="3287"/>
                </a:moveTo>
                <a:lnTo>
                  <a:pt x="80951" y="9371"/>
                </a:lnTo>
                <a:lnTo>
                  <a:pt x="74879" y="9371"/>
                </a:lnTo>
                <a:lnTo>
                  <a:pt x="74879" y="3287"/>
                </a:lnTo>
                <a:close/>
                <a:moveTo>
                  <a:pt x="88011" y="3287"/>
                </a:moveTo>
                <a:lnTo>
                  <a:pt x="88011" y="9371"/>
                </a:lnTo>
                <a:lnTo>
                  <a:pt x="81939" y="9371"/>
                </a:lnTo>
                <a:lnTo>
                  <a:pt x="81939" y="3287"/>
                </a:lnTo>
                <a:close/>
                <a:moveTo>
                  <a:pt x="95060" y="3287"/>
                </a:moveTo>
                <a:lnTo>
                  <a:pt x="95060" y="9371"/>
                </a:lnTo>
                <a:lnTo>
                  <a:pt x="88988" y="9371"/>
                </a:lnTo>
                <a:lnTo>
                  <a:pt x="88988" y="3287"/>
                </a:lnTo>
                <a:close/>
                <a:moveTo>
                  <a:pt x="102120" y="3287"/>
                </a:moveTo>
                <a:lnTo>
                  <a:pt x="102120" y="9371"/>
                </a:lnTo>
                <a:lnTo>
                  <a:pt x="96036" y="9371"/>
                </a:lnTo>
                <a:lnTo>
                  <a:pt x="96036" y="3287"/>
                </a:lnTo>
                <a:close/>
                <a:moveTo>
                  <a:pt x="109169" y="3287"/>
                </a:moveTo>
                <a:lnTo>
                  <a:pt x="109169" y="9371"/>
                </a:lnTo>
                <a:lnTo>
                  <a:pt x="103097" y="9371"/>
                </a:lnTo>
                <a:lnTo>
                  <a:pt x="103097" y="3287"/>
                </a:lnTo>
                <a:close/>
                <a:moveTo>
                  <a:pt x="116229" y="3287"/>
                </a:moveTo>
                <a:lnTo>
                  <a:pt x="116229" y="9371"/>
                </a:lnTo>
                <a:lnTo>
                  <a:pt x="110157" y="9371"/>
                </a:lnTo>
                <a:lnTo>
                  <a:pt x="110157" y="3287"/>
                </a:lnTo>
                <a:close/>
                <a:moveTo>
                  <a:pt x="123278" y="3287"/>
                </a:moveTo>
                <a:lnTo>
                  <a:pt x="123278" y="9371"/>
                </a:lnTo>
                <a:lnTo>
                  <a:pt x="117205" y="9371"/>
                </a:lnTo>
                <a:lnTo>
                  <a:pt x="117205" y="3287"/>
                </a:lnTo>
                <a:close/>
                <a:moveTo>
                  <a:pt x="130338" y="3287"/>
                </a:moveTo>
                <a:lnTo>
                  <a:pt x="130338" y="9371"/>
                </a:lnTo>
                <a:lnTo>
                  <a:pt x="124266" y="9371"/>
                </a:lnTo>
                <a:lnTo>
                  <a:pt x="124266" y="3287"/>
                </a:lnTo>
                <a:close/>
                <a:moveTo>
                  <a:pt x="137387" y="3287"/>
                </a:moveTo>
                <a:lnTo>
                  <a:pt x="137387" y="9371"/>
                </a:lnTo>
                <a:lnTo>
                  <a:pt x="131314" y="9371"/>
                </a:lnTo>
                <a:lnTo>
                  <a:pt x="131314" y="3287"/>
                </a:lnTo>
                <a:close/>
                <a:moveTo>
                  <a:pt x="144447" y="3287"/>
                </a:moveTo>
                <a:lnTo>
                  <a:pt x="144447" y="9371"/>
                </a:lnTo>
                <a:lnTo>
                  <a:pt x="138375" y="9371"/>
                </a:lnTo>
                <a:lnTo>
                  <a:pt x="138375" y="3287"/>
                </a:lnTo>
                <a:close/>
                <a:moveTo>
                  <a:pt x="151495" y="3287"/>
                </a:moveTo>
                <a:lnTo>
                  <a:pt x="151495" y="9371"/>
                </a:lnTo>
                <a:lnTo>
                  <a:pt x="145423" y="9371"/>
                </a:lnTo>
                <a:lnTo>
                  <a:pt x="145423" y="3287"/>
                </a:lnTo>
                <a:close/>
                <a:moveTo>
                  <a:pt x="158556" y="3287"/>
                </a:moveTo>
                <a:lnTo>
                  <a:pt x="158556" y="9371"/>
                </a:lnTo>
                <a:lnTo>
                  <a:pt x="152484" y="9371"/>
                </a:lnTo>
                <a:lnTo>
                  <a:pt x="152484" y="3287"/>
                </a:lnTo>
                <a:close/>
                <a:moveTo>
                  <a:pt x="165604" y="3287"/>
                </a:moveTo>
                <a:lnTo>
                  <a:pt x="165604" y="9371"/>
                </a:lnTo>
                <a:lnTo>
                  <a:pt x="159532" y="9371"/>
                </a:lnTo>
                <a:lnTo>
                  <a:pt x="159532" y="3287"/>
                </a:lnTo>
                <a:close/>
                <a:moveTo>
                  <a:pt x="172665" y="3287"/>
                </a:moveTo>
                <a:lnTo>
                  <a:pt x="172665" y="9371"/>
                </a:lnTo>
                <a:lnTo>
                  <a:pt x="166581" y="9371"/>
                </a:lnTo>
                <a:lnTo>
                  <a:pt x="166581" y="3287"/>
                </a:lnTo>
                <a:close/>
                <a:moveTo>
                  <a:pt x="179713" y="3287"/>
                </a:moveTo>
                <a:lnTo>
                  <a:pt x="179713" y="9371"/>
                </a:lnTo>
                <a:lnTo>
                  <a:pt x="173641" y="9371"/>
                </a:lnTo>
                <a:lnTo>
                  <a:pt x="173641" y="3287"/>
                </a:lnTo>
                <a:close/>
                <a:moveTo>
                  <a:pt x="186774" y="3287"/>
                </a:moveTo>
                <a:lnTo>
                  <a:pt x="186774" y="9371"/>
                </a:lnTo>
                <a:lnTo>
                  <a:pt x="180702" y="9371"/>
                </a:lnTo>
                <a:lnTo>
                  <a:pt x="180702" y="3287"/>
                </a:lnTo>
                <a:close/>
                <a:moveTo>
                  <a:pt x="193822" y="3287"/>
                </a:moveTo>
                <a:lnTo>
                  <a:pt x="193822" y="9371"/>
                </a:lnTo>
                <a:lnTo>
                  <a:pt x="187750" y="9371"/>
                </a:lnTo>
                <a:lnTo>
                  <a:pt x="187750" y="3287"/>
                </a:lnTo>
                <a:close/>
                <a:moveTo>
                  <a:pt x="200883" y="3287"/>
                </a:moveTo>
                <a:lnTo>
                  <a:pt x="200883" y="9371"/>
                </a:lnTo>
                <a:lnTo>
                  <a:pt x="194810" y="9371"/>
                </a:lnTo>
                <a:lnTo>
                  <a:pt x="194810" y="3287"/>
                </a:lnTo>
                <a:close/>
                <a:moveTo>
                  <a:pt x="207931" y="3287"/>
                </a:moveTo>
                <a:lnTo>
                  <a:pt x="207931" y="9371"/>
                </a:lnTo>
                <a:lnTo>
                  <a:pt x="201859" y="9371"/>
                </a:lnTo>
                <a:lnTo>
                  <a:pt x="201859" y="3287"/>
                </a:lnTo>
                <a:close/>
                <a:moveTo>
                  <a:pt x="214992" y="3287"/>
                </a:moveTo>
                <a:lnTo>
                  <a:pt x="214992" y="9371"/>
                </a:lnTo>
                <a:lnTo>
                  <a:pt x="208919" y="9371"/>
                </a:lnTo>
                <a:lnTo>
                  <a:pt x="208919" y="3287"/>
                </a:lnTo>
                <a:close/>
                <a:moveTo>
                  <a:pt x="222052" y="3287"/>
                </a:moveTo>
                <a:lnTo>
                  <a:pt x="222052" y="9371"/>
                </a:lnTo>
                <a:lnTo>
                  <a:pt x="215968" y="9371"/>
                </a:lnTo>
                <a:lnTo>
                  <a:pt x="215968" y="3287"/>
                </a:lnTo>
                <a:close/>
                <a:moveTo>
                  <a:pt x="229100" y="3287"/>
                </a:moveTo>
                <a:lnTo>
                  <a:pt x="229100" y="9371"/>
                </a:lnTo>
                <a:lnTo>
                  <a:pt x="223028" y="9371"/>
                </a:lnTo>
                <a:lnTo>
                  <a:pt x="223028" y="3287"/>
                </a:lnTo>
                <a:close/>
                <a:moveTo>
                  <a:pt x="236161" y="3287"/>
                </a:moveTo>
                <a:lnTo>
                  <a:pt x="236161" y="9371"/>
                </a:lnTo>
                <a:lnTo>
                  <a:pt x="230077" y="9371"/>
                </a:lnTo>
                <a:lnTo>
                  <a:pt x="230077" y="3287"/>
                </a:lnTo>
                <a:close/>
                <a:moveTo>
                  <a:pt x="243209" y="3287"/>
                </a:moveTo>
                <a:lnTo>
                  <a:pt x="243209" y="9371"/>
                </a:lnTo>
                <a:lnTo>
                  <a:pt x="237137" y="9371"/>
                </a:lnTo>
                <a:lnTo>
                  <a:pt x="237137" y="3287"/>
                </a:lnTo>
                <a:close/>
                <a:moveTo>
                  <a:pt x="250270" y="3287"/>
                </a:moveTo>
                <a:lnTo>
                  <a:pt x="250270" y="9371"/>
                </a:lnTo>
                <a:lnTo>
                  <a:pt x="244198" y="9371"/>
                </a:lnTo>
                <a:lnTo>
                  <a:pt x="244198" y="3287"/>
                </a:lnTo>
                <a:close/>
                <a:moveTo>
                  <a:pt x="257318" y="3287"/>
                </a:moveTo>
                <a:lnTo>
                  <a:pt x="257318" y="9371"/>
                </a:lnTo>
                <a:lnTo>
                  <a:pt x="251246" y="9371"/>
                </a:lnTo>
                <a:lnTo>
                  <a:pt x="251246" y="3287"/>
                </a:lnTo>
                <a:close/>
                <a:moveTo>
                  <a:pt x="264379" y="3287"/>
                </a:moveTo>
                <a:lnTo>
                  <a:pt x="264379" y="9371"/>
                </a:lnTo>
                <a:lnTo>
                  <a:pt x="258306" y="9371"/>
                </a:lnTo>
                <a:lnTo>
                  <a:pt x="258306" y="3287"/>
                </a:lnTo>
                <a:close/>
                <a:moveTo>
                  <a:pt x="271427" y="3287"/>
                </a:moveTo>
                <a:lnTo>
                  <a:pt x="271427" y="9371"/>
                </a:lnTo>
                <a:lnTo>
                  <a:pt x="265355" y="9371"/>
                </a:lnTo>
                <a:lnTo>
                  <a:pt x="265355" y="3287"/>
                </a:lnTo>
                <a:close/>
                <a:moveTo>
                  <a:pt x="278488" y="3287"/>
                </a:moveTo>
                <a:lnTo>
                  <a:pt x="278488" y="9371"/>
                </a:lnTo>
                <a:lnTo>
                  <a:pt x="272415" y="9371"/>
                </a:lnTo>
                <a:lnTo>
                  <a:pt x="272415" y="3287"/>
                </a:lnTo>
                <a:close/>
                <a:moveTo>
                  <a:pt x="17443" y="10347"/>
                </a:moveTo>
                <a:lnTo>
                  <a:pt x="17443" y="16419"/>
                </a:lnTo>
                <a:lnTo>
                  <a:pt x="11371" y="16419"/>
                </a:lnTo>
                <a:lnTo>
                  <a:pt x="11371" y="10347"/>
                </a:lnTo>
                <a:close/>
                <a:moveTo>
                  <a:pt x="24503" y="10347"/>
                </a:moveTo>
                <a:lnTo>
                  <a:pt x="24503" y="16419"/>
                </a:lnTo>
                <a:lnTo>
                  <a:pt x="18431" y="16419"/>
                </a:lnTo>
                <a:lnTo>
                  <a:pt x="18431" y="10347"/>
                </a:lnTo>
                <a:close/>
                <a:moveTo>
                  <a:pt x="31564" y="10347"/>
                </a:moveTo>
                <a:lnTo>
                  <a:pt x="31564" y="16419"/>
                </a:lnTo>
                <a:lnTo>
                  <a:pt x="25492" y="16419"/>
                </a:lnTo>
                <a:lnTo>
                  <a:pt x="25492" y="10347"/>
                </a:lnTo>
                <a:close/>
                <a:moveTo>
                  <a:pt x="38612" y="10347"/>
                </a:moveTo>
                <a:lnTo>
                  <a:pt x="38612" y="16419"/>
                </a:lnTo>
                <a:lnTo>
                  <a:pt x="32540" y="16419"/>
                </a:lnTo>
                <a:lnTo>
                  <a:pt x="32540" y="10347"/>
                </a:lnTo>
                <a:close/>
                <a:moveTo>
                  <a:pt x="45673" y="10347"/>
                </a:moveTo>
                <a:lnTo>
                  <a:pt x="45673" y="16419"/>
                </a:lnTo>
                <a:lnTo>
                  <a:pt x="39601" y="16419"/>
                </a:lnTo>
                <a:lnTo>
                  <a:pt x="39601" y="10347"/>
                </a:lnTo>
                <a:close/>
                <a:moveTo>
                  <a:pt x="52721" y="10347"/>
                </a:moveTo>
                <a:lnTo>
                  <a:pt x="52721" y="16419"/>
                </a:lnTo>
                <a:lnTo>
                  <a:pt x="46649" y="16419"/>
                </a:lnTo>
                <a:lnTo>
                  <a:pt x="46649" y="10347"/>
                </a:lnTo>
                <a:close/>
                <a:moveTo>
                  <a:pt x="59782" y="10347"/>
                </a:moveTo>
                <a:lnTo>
                  <a:pt x="59782" y="16419"/>
                </a:lnTo>
                <a:lnTo>
                  <a:pt x="53709" y="16419"/>
                </a:lnTo>
                <a:lnTo>
                  <a:pt x="53709" y="10347"/>
                </a:lnTo>
                <a:close/>
                <a:moveTo>
                  <a:pt x="66842" y="10347"/>
                </a:moveTo>
                <a:lnTo>
                  <a:pt x="66842" y="16419"/>
                </a:lnTo>
                <a:lnTo>
                  <a:pt x="60758" y="16419"/>
                </a:lnTo>
                <a:lnTo>
                  <a:pt x="60758" y="10347"/>
                </a:lnTo>
                <a:close/>
                <a:moveTo>
                  <a:pt x="73902" y="10347"/>
                </a:moveTo>
                <a:lnTo>
                  <a:pt x="73902" y="16419"/>
                </a:lnTo>
                <a:lnTo>
                  <a:pt x="67818" y="16419"/>
                </a:lnTo>
                <a:lnTo>
                  <a:pt x="67818" y="10347"/>
                </a:lnTo>
                <a:close/>
                <a:moveTo>
                  <a:pt x="80951" y="10347"/>
                </a:moveTo>
                <a:lnTo>
                  <a:pt x="80951" y="16419"/>
                </a:lnTo>
                <a:lnTo>
                  <a:pt x="74879" y="16419"/>
                </a:lnTo>
                <a:lnTo>
                  <a:pt x="74879" y="10347"/>
                </a:lnTo>
                <a:close/>
                <a:moveTo>
                  <a:pt x="88011" y="10347"/>
                </a:moveTo>
                <a:lnTo>
                  <a:pt x="88011" y="16419"/>
                </a:lnTo>
                <a:lnTo>
                  <a:pt x="81927" y="16419"/>
                </a:lnTo>
                <a:lnTo>
                  <a:pt x="81927" y="10347"/>
                </a:lnTo>
                <a:close/>
                <a:moveTo>
                  <a:pt x="95060" y="10347"/>
                </a:moveTo>
                <a:lnTo>
                  <a:pt x="95060" y="16419"/>
                </a:lnTo>
                <a:lnTo>
                  <a:pt x="88988" y="16419"/>
                </a:lnTo>
                <a:lnTo>
                  <a:pt x="88988" y="10347"/>
                </a:lnTo>
                <a:close/>
                <a:moveTo>
                  <a:pt x="102120" y="10347"/>
                </a:moveTo>
                <a:lnTo>
                  <a:pt x="102120" y="16419"/>
                </a:lnTo>
                <a:lnTo>
                  <a:pt x="96036" y="16419"/>
                </a:lnTo>
                <a:lnTo>
                  <a:pt x="96036" y="10347"/>
                </a:lnTo>
                <a:close/>
                <a:moveTo>
                  <a:pt x="109169" y="10347"/>
                </a:moveTo>
                <a:lnTo>
                  <a:pt x="109169" y="16419"/>
                </a:lnTo>
                <a:lnTo>
                  <a:pt x="103097" y="16419"/>
                </a:lnTo>
                <a:lnTo>
                  <a:pt x="103097" y="10347"/>
                </a:lnTo>
                <a:close/>
                <a:moveTo>
                  <a:pt x="116229" y="10347"/>
                </a:moveTo>
                <a:lnTo>
                  <a:pt x="116229" y="16419"/>
                </a:lnTo>
                <a:lnTo>
                  <a:pt x="110157" y="16419"/>
                </a:lnTo>
                <a:lnTo>
                  <a:pt x="110157" y="10347"/>
                </a:lnTo>
                <a:close/>
                <a:moveTo>
                  <a:pt x="123278" y="10347"/>
                </a:moveTo>
                <a:lnTo>
                  <a:pt x="123278" y="16419"/>
                </a:lnTo>
                <a:lnTo>
                  <a:pt x="117205" y="16419"/>
                </a:lnTo>
                <a:lnTo>
                  <a:pt x="117205" y="10347"/>
                </a:lnTo>
                <a:close/>
                <a:moveTo>
                  <a:pt x="130338" y="10347"/>
                </a:moveTo>
                <a:lnTo>
                  <a:pt x="130338" y="16419"/>
                </a:lnTo>
                <a:lnTo>
                  <a:pt x="124254" y="16419"/>
                </a:lnTo>
                <a:lnTo>
                  <a:pt x="124254" y="10347"/>
                </a:lnTo>
                <a:close/>
                <a:moveTo>
                  <a:pt x="137387" y="10347"/>
                </a:moveTo>
                <a:lnTo>
                  <a:pt x="137387" y="16419"/>
                </a:lnTo>
                <a:lnTo>
                  <a:pt x="131314" y="16419"/>
                </a:lnTo>
                <a:lnTo>
                  <a:pt x="131314" y="10347"/>
                </a:lnTo>
                <a:close/>
                <a:moveTo>
                  <a:pt x="144447" y="10347"/>
                </a:moveTo>
                <a:lnTo>
                  <a:pt x="144447" y="16419"/>
                </a:lnTo>
                <a:lnTo>
                  <a:pt x="138375" y="16419"/>
                </a:lnTo>
                <a:lnTo>
                  <a:pt x="138375" y="10347"/>
                </a:lnTo>
                <a:close/>
                <a:moveTo>
                  <a:pt x="151495" y="10347"/>
                </a:moveTo>
                <a:lnTo>
                  <a:pt x="151495" y="16419"/>
                </a:lnTo>
                <a:lnTo>
                  <a:pt x="145423" y="16419"/>
                </a:lnTo>
                <a:lnTo>
                  <a:pt x="145423" y="10347"/>
                </a:lnTo>
                <a:close/>
                <a:moveTo>
                  <a:pt x="158556" y="10347"/>
                </a:moveTo>
                <a:lnTo>
                  <a:pt x="158556" y="16419"/>
                </a:lnTo>
                <a:lnTo>
                  <a:pt x="152484" y="16419"/>
                </a:lnTo>
                <a:lnTo>
                  <a:pt x="152484" y="10347"/>
                </a:lnTo>
                <a:close/>
                <a:moveTo>
                  <a:pt x="165604" y="10347"/>
                </a:moveTo>
                <a:lnTo>
                  <a:pt x="165604" y="16419"/>
                </a:lnTo>
                <a:lnTo>
                  <a:pt x="159532" y="16419"/>
                </a:lnTo>
                <a:lnTo>
                  <a:pt x="159532" y="10347"/>
                </a:lnTo>
                <a:close/>
                <a:moveTo>
                  <a:pt x="172665" y="10347"/>
                </a:moveTo>
                <a:lnTo>
                  <a:pt x="172665" y="16419"/>
                </a:lnTo>
                <a:lnTo>
                  <a:pt x="166581" y="16419"/>
                </a:lnTo>
                <a:lnTo>
                  <a:pt x="166581" y="10347"/>
                </a:lnTo>
                <a:close/>
                <a:moveTo>
                  <a:pt x="179713" y="10347"/>
                </a:moveTo>
                <a:lnTo>
                  <a:pt x="179713" y="16419"/>
                </a:lnTo>
                <a:lnTo>
                  <a:pt x="173641" y="16419"/>
                </a:lnTo>
                <a:lnTo>
                  <a:pt x="173641" y="10347"/>
                </a:lnTo>
                <a:close/>
                <a:moveTo>
                  <a:pt x="186774" y="10347"/>
                </a:moveTo>
                <a:lnTo>
                  <a:pt x="186774" y="16419"/>
                </a:lnTo>
                <a:lnTo>
                  <a:pt x="180702" y="16419"/>
                </a:lnTo>
                <a:lnTo>
                  <a:pt x="180702" y="10347"/>
                </a:lnTo>
                <a:close/>
                <a:moveTo>
                  <a:pt x="193822" y="10347"/>
                </a:moveTo>
                <a:lnTo>
                  <a:pt x="193822" y="16419"/>
                </a:lnTo>
                <a:lnTo>
                  <a:pt x="187750" y="16419"/>
                </a:lnTo>
                <a:lnTo>
                  <a:pt x="187750" y="10347"/>
                </a:lnTo>
                <a:close/>
                <a:moveTo>
                  <a:pt x="200883" y="10347"/>
                </a:moveTo>
                <a:lnTo>
                  <a:pt x="200883" y="16419"/>
                </a:lnTo>
                <a:lnTo>
                  <a:pt x="194810" y="16419"/>
                </a:lnTo>
                <a:lnTo>
                  <a:pt x="194810" y="10347"/>
                </a:lnTo>
                <a:close/>
                <a:moveTo>
                  <a:pt x="207931" y="10347"/>
                </a:moveTo>
                <a:lnTo>
                  <a:pt x="207931" y="16419"/>
                </a:lnTo>
                <a:lnTo>
                  <a:pt x="201859" y="16419"/>
                </a:lnTo>
                <a:lnTo>
                  <a:pt x="201859" y="10347"/>
                </a:lnTo>
                <a:close/>
                <a:moveTo>
                  <a:pt x="214992" y="10347"/>
                </a:moveTo>
                <a:lnTo>
                  <a:pt x="214992" y="16419"/>
                </a:lnTo>
                <a:lnTo>
                  <a:pt x="208919" y="16419"/>
                </a:lnTo>
                <a:lnTo>
                  <a:pt x="208919" y="10347"/>
                </a:lnTo>
                <a:close/>
                <a:moveTo>
                  <a:pt x="222052" y="10347"/>
                </a:moveTo>
                <a:lnTo>
                  <a:pt x="222052" y="16419"/>
                </a:lnTo>
                <a:lnTo>
                  <a:pt x="215968" y="16419"/>
                </a:lnTo>
                <a:lnTo>
                  <a:pt x="215968" y="10347"/>
                </a:lnTo>
                <a:close/>
                <a:moveTo>
                  <a:pt x="229100" y="10347"/>
                </a:moveTo>
                <a:lnTo>
                  <a:pt x="229100" y="16419"/>
                </a:lnTo>
                <a:lnTo>
                  <a:pt x="223028" y="16419"/>
                </a:lnTo>
                <a:lnTo>
                  <a:pt x="223028" y="10347"/>
                </a:lnTo>
                <a:close/>
                <a:moveTo>
                  <a:pt x="236161" y="10347"/>
                </a:moveTo>
                <a:lnTo>
                  <a:pt x="236161" y="16419"/>
                </a:lnTo>
                <a:lnTo>
                  <a:pt x="230077" y="16419"/>
                </a:lnTo>
                <a:lnTo>
                  <a:pt x="230077" y="10347"/>
                </a:lnTo>
                <a:close/>
                <a:moveTo>
                  <a:pt x="243209" y="10347"/>
                </a:moveTo>
                <a:lnTo>
                  <a:pt x="243209" y="16419"/>
                </a:lnTo>
                <a:lnTo>
                  <a:pt x="237137" y="16419"/>
                </a:lnTo>
                <a:lnTo>
                  <a:pt x="237137" y="10347"/>
                </a:lnTo>
                <a:close/>
                <a:moveTo>
                  <a:pt x="250270" y="10347"/>
                </a:moveTo>
                <a:lnTo>
                  <a:pt x="250270" y="16419"/>
                </a:lnTo>
                <a:lnTo>
                  <a:pt x="244198" y="16419"/>
                </a:lnTo>
                <a:lnTo>
                  <a:pt x="244198" y="10347"/>
                </a:lnTo>
                <a:close/>
                <a:moveTo>
                  <a:pt x="257318" y="10347"/>
                </a:moveTo>
                <a:lnTo>
                  <a:pt x="257318" y="16419"/>
                </a:lnTo>
                <a:lnTo>
                  <a:pt x="251246" y="16419"/>
                </a:lnTo>
                <a:lnTo>
                  <a:pt x="251246" y="10347"/>
                </a:lnTo>
                <a:close/>
                <a:moveTo>
                  <a:pt x="264379" y="10347"/>
                </a:moveTo>
                <a:lnTo>
                  <a:pt x="264379" y="16419"/>
                </a:lnTo>
                <a:lnTo>
                  <a:pt x="258306" y="16419"/>
                </a:lnTo>
                <a:lnTo>
                  <a:pt x="258306" y="10347"/>
                </a:lnTo>
                <a:close/>
                <a:moveTo>
                  <a:pt x="271427" y="10347"/>
                </a:moveTo>
                <a:lnTo>
                  <a:pt x="271427" y="16419"/>
                </a:lnTo>
                <a:lnTo>
                  <a:pt x="265355" y="16419"/>
                </a:lnTo>
                <a:lnTo>
                  <a:pt x="265355" y="10347"/>
                </a:lnTo>
                <a:close/>
                <a:moveTo>
                  <a:pt x="278488" y="10347"/>
                </a:moveTo>
                <a:lnTo>
                  <a:pt x="278488" y="16419"/>
                </a:lnTo>
                <a:lnTo>
                  <a:pt x="272415" y="16419"/>
                </a:lnTo>
                <a:lnTo>
                  <a:pt x="272415" y="10347"/>
                </a:lnTo>
                <a:close/>
                <a:moveTo>
                  <a:pt x="17443" y="17408"/>
                </a:moveTo>
                <a:lnTo>
                  <a:pt x="17443" y="23480"/>
                </a:lnTo>
                <a:lnTo>
                  <a:pt x="11371" y="23480"/>
                </a:lnTo>
                <a:lnTo>
                  <a:pt x="11371" y="17408"/>
                </a:lnTo>
                <a:close/>
                <a:moveTo>
                  <a:pt x="24503" y="17408"/>
                </a:moveTo>
                <a:lnTo>
                  <a:pt x="24503" y="23480"/>
                </a:lnTo>
                <a:lnTo>
                  <a:pt x="18431" y="23480"/>
                </a:lnTo>
                <a:lnTo>
                  <a:pt x="18431" y="17408"/>
                </a:lnTo>
                <a:close/>
                <a:moveTo>
                  <a:pt x="31564" y="17408"/>
                </a:moveTo>
                <a:lnTo>
                  <a:pt x="31564" y="23480"/>
                </a:lnTo>
                <a:lnTo>
                  <a:pt x="25492" y="23480"/>
                </a:lnTo>
                <a:lnTo>
                  <a:pt x="25492" y="17408"/>
                </a:lnTo>
                <a:close/>
                <a:moveTo>
                  <a:pt x="38612" y="17408"/>
                </a:moveTo>
                <a:lnTo>
                  <a:pt x="38612" y="23480"/>
                </a:lnTo>
                <a:lnTo>
                  <a:pt x="32540" y="23480"/>
                </a:lnTo>
                <a:lnTo>
                  <a:pt x="32540" y="17408"/>
                </a:lnTo>
                <a:close/>
                <a:moveTo>
                  <a:pt x="45673" y="17408"/>
                </a:moveTo>
                <a:lnTo>
                  <a:pt x="45673" y="23480"/>
                </a:lnTo>
                <a:lnTo>
                  <a:pt x="39601" y="23480"/>
                </a:lnTo>
                <a:lnTo>
                  <a:pt x="39601" y="17408"/>
                </a:lnTo>
                <a:close/>
                <a:moveTo>
                  <a:pt x="52721" y="17408"/>
                </a:moveTo>
                <a:lnTo>
                  <a:pt x="52721" y="23480"/>
                </a:lnTo>
                <a:lnTo>
                  <a:pt x="46649" y="23480"/>
                </a:lnTo>
                <a:lnTo>
                  <a:pt x="46649" y="17408"/>
                </a:lnTo>
                <a:close/>
                <a:moveTo>
                  <a:pt x="59782" y="17408"/>
                </a:moveTo>
                <a:lnTo>
                  <a:pt x="59782" y="23480"/>
                </a:lnTo>
                <a:lnTo>
                  <a:pt x="53709" y="23480"/>
                </a:lnTo>
                <a:lnTo>
                  <a:pt x="53709" y="17408"/>
                </a:lnTo>
                <a:close/>
                <a:moveTo>
                  <a:pt x="66842" y="17408"/>
                </a:moveTo>
                <a:lnTo>
                  <a:pt x="66842" y="23480"/>
                </a:lnTo>
                <a:lnTo>
                  <a:pt x="60758" y="23480"/>
                </a:lnTo>
                <a:lnTo>
                  <a:pt x="60758" y="17408"/>
                </a:lnTo>
                <a:close/>
                <a:moveTo>
                  <a:pt x="73902" y="17408"/>
                </a:moveTo>
                <a:lnTo>
                  <a:pt x="73902" y="23480"/>
                </a:lnTo>
                <a:lnTo>
                  <a:pt x="67818" y="23480"/>
                </a:lnTo>
                <a:lnTo>
                  <a:pt x="67818" y="17408"/>
                </a:lnTo>
                <a:close/>
                <a:moveTo>
                  <a:pt x="80951" y="17408"/>
                </a:moveTo>
                <a:lnTo>
                  <a:pt x="80951" y="23480"/>
                </a:lnTo>
                <a:lnTo>
                  <a:pt x="74879" y="23480"/>
                </a:lnTo>
                <a:lnTo>
                  <a:pt x="74879" y="17408"/>
                </a:lnTo>
                <a:close/>
                <a:moveTo>
                  <a:pt x="88011" y="17408"/>
                </a:moveTo>
                <a:lnTo>
                  <a:pt x="88011" y="23480"/>
                </a:lnTo>
                <a:lnTo>
                  <a:pt x="81927" y="23480"/>
                </a:lnTo>
                <a:lnTo>
                  <a:pt x="81927" y="17408"/>
                </a:lnTo>
                <a:close/>
                <a:moveTo>
                  <a:pt x="95060" y="17408"/>
                </a:moveTo>
                <a:lnTo>
                  <a:pt x="95060" y="23480"/>
                </a:lnTo>
                <a:lnTo>
                  <a:pt x="88988" y="23480"/>
                </a:lnTo>
                <a:lnTo>
                  <a:pt x="88988" y="17408"/>
                </a:lnTo>
                <a:close/>
                <a:moveTo>
                  <a:pt x="102120" y="17408"/>
                </a:moveTo>
                <a:lnTo>
                  <a:pt x="102120" y="23480"/>
                </a:lnTo>
                <a:lnTo>
                  <a:pt x="96036" y="23480"/>
                </a:lnTo>
                <a:lnTo>
                  <a:pt x="96036" y="17408"/>
                </a:lnTo>
                <a:close/>
                <a:moveTo>
                  <a:pt x="109169" y="17408"/>
                </a:moveTo>
                <a:lnTo>
                  <a:pt x="109169" y="23480"/>
                </a:lnTo>
                <a:lnTo>
                  <a:pt x="103097" y="23480"/>
                </a:lnTo>
                <a:lnTo>
                  <a:pt x="103097" y="17408"/>
                </a:lnTo>
                <a:close/>
                <a:moveTo>
                  <a:pt x="116229" y="17408"/>
                </a:moveTo>
                <a:lnTo>
                  <a:pt x="116229" y="23480"/>
                </a:lnTo>
                <a:lnTo>
                  <a:pt x="110157" y="23480"/>
                </a:lnTo>
                <a:lnTo>
                  <a:pt x="110157" y="17408"/>
                </a:lnTo>
                <a:close/>
                <a:moveTo>
                  <a:pt x="123278" y="17408"/>
                </a:moveTo>
                <a:lnTo>
                  <a:pt x="123278" y="23480"/>
                </a:lnTo>
                <a:lnTo>
                  <a:pt x="117205" y="23480"/>
                </a:lnTo>
                <a:lnTo>
                  <a:pt x="117205" y="17408"/>
                </a:lnTo>
                <a:close/>
                <a:moveTo>
                  <a:pt x="130338" y="17408"/>
                </a:moveTo>
                <a:lnTo>
                  <a:pt x="130338" y="23480"/>
                </a:lnTo>
                <a:lnTo>
                  <a:pt x="124254" y="23480"/>
                </a:lnTo>
                <a:lnTo>
                  <a:pt x="124254" y="17408"/>
                </a:lnTo>
                <a:close/>
                <a:moveTo>
                  <a:pt x="137387" y="17408"/>
                </a:moveTo>
                <a:lnTo>
                  <a:pt x="137387" y="23480"/>
                </a:lnTo>
                <a:lnTo>
                  <a:pt x="131314" y="23480"/>
                </a:lnTo>
                <a:lnTo>
                  <a:pt x="131314" y="17408"/>
                </a:lnTo>
                <a:close/>
                <a:moveTo>
                  <a:pt x="144447" y="17408"/>
                </a:moveTo>
                <a:lnTo>
                  <a:pt x="144447" y="23480"/>
                </a:lnTo>
                <a:lnTo>
                  <a:pt x="138375" y="23480"/>
                </a:lnTo>
                <a:lnTo>
                  <a:pt x="138375" y="17408"/>
                </a:lnTo>
                <a:close/>
                <a:moveTo>
                  <a:pt x="151495" y="17408"/>
                </a:moveTo>
                <a:lnTo>
                  <a:pt x="151495" y="23480"/>
                </a:lnTo>
                <a:lnTo>
                  <a:pt x="145423" y="23480"/>
                </a:lnTo>
                <a:lnTo>
                  <a:pt x="145423" y="17408"/>
                </a:lnTo>
                <a:close/>
                <a:moveTo>
                  <a:pt x="158556" y="17408"/>
                </a:moveTo>
                <a:lnTo>
                  <a:pt x="158556" y="23480"/>
                </a:lnTo>
                <a:lnTo>
                  <a:pt x="152484" y="23480"/>
                </a:lnTo>
                <a:lnTo>
                  <a:pt x="152484" y="17408"/>
                </a:lnTo>
                <a:close/>
                <a:moveTo>
                  <a:pt x="165604" y="17408"/>
                </a:moveTo>
                <a:lnTo>
                  <a:pt x="165604" y="23480"/>
                </a:lnTo>
                <a:lnTo>
                  <a:pt x="159532" y="23480"/>
                </a:lnTo>
                <a:lnTo>
                  <a:pt x="159532" y="17408"/>
                </a:lnTo>
                <a:close/>
                <a:moveTo>
                  <a:pt x="172665" y="17408"/>
                </a:moveTo>
                <a:lnTo>
                  <a:pt x="172665" y="23480"/>
                </a:lnTo>
                <a:lnTo>
                  <a:pt x="166581" y="23480"/>
                </a:lnTo>
                <a:lnTo>
                  <a:pt x="166581" y="17408"/>
                </a:lnTo>
                <a:close/>
                <a:moveTo>
                  <a:pt x="179713" y="17408"/>
                </a:moveTo>
                <a:lnTo>
                  <a:pt x="179713" y="23480"/>
                </a:lnTo>
                <a:lnTo>
                  <a:pt x="173641" y="23480"/>
                </a:lnTo>
                <a:lnTo>
                  <a:pt x="173641" y="17408"/>
                </a:lnTo>
                <a:close/>
                <a:moveTo>
                  <a:pt x="186774" y="17408"/>
                </a:moveTo>
                <a:lnTo>
                  <a:pt x="186774" y="23480"/>
                </a:lnTo>
                <a:lnTo>
                  <a:pt x="180702" y="23480"/>
                </a:lnTo>
                <a:lnTo>
                  <a:pt x="180702" y="17408"/>
                </a:lnTo>
                <a:close/>
                <a:moveTo>
                  <a:pt x="193822" y="17408"/>
                </a:moveTo>
                <a:lnTo>
                  <a:pt x="193822" y="23480"/>
                </a:lnTo>
                <a:lnTo>
                  <a:pt x="187750" y="23480"/>
                </a:lnTo>
                <a:lnTo>
                  <a:pt x="187750" y="17408"/>
                </a:lnTo>
                <a:close/>
                <a:moveTo>
                  <a:pt x="200883" y="17408"/>
                </a:moveTo>
                <a:lnTo>
                  <a:pt x="200883" y="23480"/>
                </a:lnTo>
                <a:lnTo>
                  <a:pt x="194810" y="23480"/>
                </a:lnTo>
                <a:lnTo>
                  <a:pt x="194810" y="17408"/>
                </a:lnTo>
                <a:close/>
                <a:moveTo>
                  <a:pt x="207931" y="17408"/>
                </a:moveTo>
                <a:lnTo>
                  <a:pt x="207931" y="23480"/>
                </a:lnTo>
                <a:lnTo>
                  <a:pt x="201859" y="23480"/>
                </a:lnTo>
                <a:lnTo>
                  <a:pt x="201859" y="17408"/>
                </a:lnTo>
                <a:close/>
                <a:moveTo>
                  <a:pt x="214992" y="17408"/>
                </a:moveTo>
                <a:lnTo>
                  <a:pt x="214992" y="23480"/>
                </a:lnTo>
                <a:lnTo>
                  <a:pt x="208919" y="23480"/>
                </a:lnTo>
                <a:lnTo>
                  <a:pt x="208919" y="17408"/>
                </a:lnTo>
                <a:close/>
                <a:moveTo>
                  <a:pt x="222052" y="17408"/>
                </a:moveTo>
                <a:lnTo>
                  <a:pt x="222052" y="23480"/>
                </a:lnTo>
                <a:lnTo>
                  <a:pt x="215968" y="23480"/>
                </a:lnTo>
                <a:lnTo>
                  <a:pt x="215968" y="17408"/>
                </a:lnTo>
                <a:close/>
                <a:moveTo>
                  <a:pt x="229100" y="17408"/>
                </a:moveTo>
                <a:lnTo>
                  <a:pt x="229100" y="23480"/>
                </a:lnTo>
                <a:lnTo>
                  <a:pt x="223028" y="23480"/>
                </a:lnTo>
                <a:lnTo>
                  <a:pt x="223028" y="17408"/>
                </a:lnTo>
                <a:close/>
                <a:moveTo>
                  <a:pt x="236161" y="17408"/>
                </a:moveTo>
                <a:lnTo>
                  <a:pt x="236161" y="23480"/>
                </a:lnTo>
                <a:lnTo>
                  <a:pt x="230077" y="23480"/>
                </a:lnTo>
                <a:lnTo>
                  <a:pt x="230077" y="17408"/>
                </a:lnTo>
                <a:close/>
                <a:moveTo>
                  <a:pt x="243209" y="17408"/>
                </a:moveTo>
                <a:lnTo>
                  <a:pt x="243209" y="23480"/>
                </a:lnTo>
                <a:lnTo>
                  <a:pt x="237137" y="23480"/>
                </a:lnTo>
                <a:lnTo>
                  <a:pt x="237137" y="17408"/>
                </a:lnTo>
                <a:close/>
                <a:moveTo>
                  <a:pt x="250270" y="17408"/>
                </a:moveTo>
                <a:lnTo>
                  <a:pt x="250270" y="23480"/>
                </a:lnTo>
                <a:lnTo>
                  <a:pt x="244198" y="23480"/>
                </a:lnTo>
                <a:lnTo>
                  <a:pt x="244198" y="17408"/>
                </a:lnTo>
                <a:close/>
                <a:moveTo>
                  <a:pt x="257318" y="17408"/>
                </a:moveTo>
                <a:lnTo>
                  <a:pt x="257318" y="23480"/>
                </a:lnTo>
                <a:lnTo>
                  <a:pt x="251246" y="23480"/>
                </a:lnTo>
                <a:lnTo>
                  <a:pt x="251246" y="17408"/>
                </a:lnTo>
                <a:close/>
                <a:moveTo>
                  <a:pt x="264379" y="17408"/>
                </a:moveTo>
                <a:lnTo>
                  <a:pt x="264379" y="23480"/>
                </a:lnTo>
                <a:lnTo>
                  <a:pt x="258306" y="23480"/>
                </a:lnTo>
                <a:lnTo>
                  <a:pt x="258306" y="17408"/>
                </a:lnTo>
                <a:close/>
                <a:moveTo>
                  <a:pt x="271427" y="17408"/>
                </a:moveTo>
                <a:lnTo>
                  <a:pt x="271427" y="23480"/>
                </a:lnTo>
                <a:lnTo>
                  <a:pt x="265355" y="23480"/>
                </a:lnTo>
                <a:lnTo>
                  <a:pt x="265355" y="17408"/>
                </a:lnTo>
                <a:close/>
                <a:moveTo>
                  <a:pt x="278488" y="17408"/>
                </a:moveTo>
                <a:lnTo>
                  <a:pt x="278488" y="23480"/>
                </a:lnTo>
                <a:lnTo>
                  <a:pt x="272415" y="23480"/>
                </a:lnTo>
                <a:lnTo>
                  <a:pt x="272415" y="17408"/>
                </a:lnTo>
                <a:close/>
                <a:moveTo>
                  <a:pt x="17443" y="24456"/>
                </a:moveTo>
                <a:lnTo>
                  <a:pt x="17443" y="30528"/>
                </a:lnTo>
                <a:lnTo>
                  <a:pt x="11371" y="30528"/>
                </a:lnTo>
                <a:lnTo>
                  <a:pt x="11371" y="24456"/>
                </a:lnTo>
                <a:close/>
                <a:moveTo>
                  <a:pt x="24503" y="24456"/>
                </a:moveTo>
                <a:lnTo>
                  <a:pt x="24503" y="30528"/>
                </a:lnTo>
                <a:lnTo>
                  <a:pt x="18431" y="30528"/>
                </a:lnTo>
                <a:lnTo>
                  <a:pt x="18431" y="24456"/>
                </a:lnTo>
                <a:close/>
                <a:moveTo>
                  <a:pt x="31564" y="24456"/>
                </a:moveTo>
                <a:lnTo>
                  <a:pt x="31564" y="30528"/>
                </a:lnTo>
                <a:lnTo>
                  <a:pt x="25492" y="30528"/>
                </a:lnTo>
                <a:lnTo>
                  <a:pt x="25492" y="24456"/>
                </a:lnTo>
                <a:close/>
                <a:moveTo>
                  <a:pt x="38612" y="24456"/>
                </a:moveTo>
                <a:lnTo>
                  <a:pt x="38612" y="30528"/>
                </a:lnTo>
                <a:lnTo>
                  <a:pt x="32540" y="30528"/>
                </a:lnTo>
                <a:lnTo>
                  <a:pt x="32540" y="24456"/>
                </a:lnTo>
                <a:close/>
                <a:moveTo>
                  <a:pt x="45673" y="24456"/>
                </a:moveTo>
                <a:lnTo>
                  <a:pt x="45673" y="30528"/>
                </a:lnTo>
                <a:lnTo>
                  <a:pt x="39601" y="30528"/>
                </a:lnTo>
                <a:lnTo>
                  <a:pt x="39601" y="24456"/>
                </a:lnTo>
                <a:close/>
                <a:moveTo>
                  <a:pt x="52721" y="24456"/>
                </a:moveTo>
                <a:lnTo>
                  <a:pt x="52721" y="30528"/>
                </a:lnTo>
                <a:lnTo>
                  <a:pt x="46649" y="30528"/>
                </a:lnTo>
                <a:lnTo>
                  <a:pt x="46649" y="24456"/>
                </a:lnTo>
                <a:close/>
                <a:moveTo>
                  <a:pt x="59782" y="24456"/>
                </a:moveTo>
                <a:lnTo>
                  <a:pt x="59782" y="30528"/>
                </a:lnTo>
                <a:lnTo>
                  <a:pt x="53709" y="30528"/>
                </a:lnTo>
                <a:lnTo>
                  <a:pt x="53709" y="24456"/>
                </a:lnTo>
                <a:close/>
                <a:moveTo>
                  <a:pt x="88011" y="24456"/>
                </a:moveTo>
                <a:lnTo>
                  <a:pt x="88011" y="30528"/>
                </a:lnTo>
                <a:lnTo>
                  <a:pt x="81927" y="30528"/>
                </a:lnTo>
                <a:lnTo>
                  <a:pt x="81927" y="24456"/>
                </a:lnTo>
                <a:close/>
                <a:moveTo>
                  <a:pt x="95060" y="24456"/>
                </a:moveTo>
                <a:lnTo>
                  <a:pt x="95060" y="30528"/>
                </a:lnTo>
                <a:lnTo>
                  <a:pt x="88988" y="30528"/>
                </a:lnTo>
                <a:lnTo>
                  <a:pt x="88988" y="24456"/>
                </a:lnTo>
                <a:close/>
                <a:moveTo>
                  <a:pt x="123278" y="24456"/>
                </a:moveTo>
                <a:lnTo>
                  <a:pt x="123278" y="30528"/>
                </a:lnTo>
                <a:lnTo>
                  <a:pt x="117205" y="30528"/>
                </a:lnTo>
                <a:lnTo>
                  <a:pt x="117205" y="24456"/>
                </a:lnTo>
                <a:close/>
                <a:moveTo>
                  <a:pt x="130338" y="24456"/>
                </a:moveTo>
                <a:lnTo>
                  <a:pt x="130338" y="30528"/>
                </a:lnTo>
                <a:lnTo>
                  <a:pt x="124254" y="30528"/>
                </a:lnTo>
                <a:lnTo>
                  <a:pt x="124254" y="24456"/>
                </a:lnTo>
                <a:close/>
                <a:moveTo>
                  <a:pt x="144447" y="24456"/>
                </a:moveTo>
                <a:lnTo>
                  <a:pt x="144447" y="30528"/>
                </a:lnTo>
                <a:lnTo>
                  <a:pt x="138375" y="30528"/>
                </a:lnTo>
                <a:lnTo>
                  <a:pt x="138375" y="24456"/>
                </a:lnTo>
                <a:close/>
                <a:moveTo>
                  <a:pt x="151495" y="24456"/>
                </a:moveTo>
                <a:lnTo>
                  <a:pt x="151495" y="30528"/>
                </a:lnTo>
                <a:lnTo>
                  <a:pt x="145423" y="30528"/>
                </a:lnTo>
                <a:lnTo>
                  <a:pt x="145423" y="24456"/>
                </a:lnTo>
                <a:close/>
                <a:moveTo>
                  <a:pt x="158556" y="24456"/>
                </a:moveTo>
                <a:lnTo>
                  <a:pt x="158556" y="30528"/>
                </a:lnTo>
                <a:lnTo>
                  <a:pt x="152484" y="30528"/>
                </a:lnTo>
                <a:lnTo>
                  <a:pt x="152484" y="24456"/>
                </a:lnTo>
                <a:close/>
                <a:moveTo>
                  <a:pt x="165604" y="24456"/>
                </a:moveTo>
                <a:lnTo>
                  <a:pt x="165604" y="30528"/>
                </a:lnTo>
                <a:lnTo>
                  <a:pt x="159532" y="30528"/>
                </a:lnTo>
                <a:lnTo>
                  <a:pt x="159532" y="24456"/>
                </a:lnTo>
                <a:close/>
                <a:moveTo>
                  <a:pt x="172665" y="24456"/>
                </a:moveTo>
                <a:lnTo>
                  <a:pt x="172665" y="30528"/>
                </a:lnTo>
                <a:lnTo>
                  <a:pt x="166581" y="30528"/>
                </a:lnTo>
                <a:lnTo>
                  <a:pt x="166581" y="24456"/>
                </a:lnTo>
                <a:close/>
                <a:moveTo>
                  <a:pt x="179713" y="24456"/>
                </a:moveTo>
                <a:lnTo>
                  <a:pt x="179713" y="30528"/>
                </a:lnTo>
                <a:lnTo>
                  <a:pt x="173641" y="30528"/>
                </a:lnTo>
                <a:lnTo>
                  <a:pt x="173641" y="24456"/>
                </a:lnTo>
                <a:close/>
                <a:moveTo>
                  <a:pt x="186774" y="24456"/>
                </a:moveTo>
                <a:lnTo>
                  <a:pt x="186774" y="30528"/>
                </a:lnTo>
                <a:lnTo>
                  <a:pt x="180702" y="30528"/>
                </a:lnTo>
                <a:lnTo>
                  <a:pt x="180702" y="24456"/>
                </a:lnTo>
                <a:close/>
                <a:moveTo>
                  <a:pt x="193822" y="24456"/>
                </a:moveTo>
                <a:lnTo>
                  <a:pt x="193822" y="30528"/>
                </a:lnTo>
                <a:lnTo>
                  <a:pt x="187750" y="30528"/>
                </a:lnTo>
                <a:lnTo>
                  <a:pt x="187750" y="24456"/>
                </a:lnTo>
                <a:close/>
                <a:moveTo>
                  <a:pt x="200883" y="24456"/>
                </a:moveTo>
                <a:lnTo>
                  <a:pt x="200883" y="30528"/>
                </a:lnTo>
                <a:lnTo>
                  <a:pt x="194810" y="30528"/>
                </a:lnTo>
                <a:lnTo>
                  <a:pt x="194810" y="24456"/>
                </a:lnTo>
                <a:close/>
                <a:moveTo>
                  <a:pt x="207931" y="24456"/>
                </a:moveTo>
                <a:lnTo>
                  <a:pt x="207931" y="30528"/>
                </a:lnTo>
                <a:lnTo>
                  <a:pt x="201859" y="30528"/>
                </a:lnTo>
                <a:lnTo>
                  <a:pt x="201859" y="24456"/>
                </a:lnTo>
                <a:close/>
                <a:moveTo>
                  <a:pt x="214992" y="24456"/>
                </a:moveTo>
                <a:lnTo>
                  <a:pt x="214992" y="30528"/>
                </a:lnTo>
                <a:lnTo>
                  <a:pt x="208919" y="30528"/>
                </a:lnTo>
                <a:lnTo>
                  <a:pt x="208919" y="24456"/>
                </a:lnTo>
                <a:close/>
                <a:moveTo>
                  <a:pt x="222052" y="24456"/>
                </a:moveTo>
                <a:lnTo>
                  <a:pt x="222052" y="30528"/>
                </a:lnTo>
                <a:lnTo>
                  <a:pt x="215968" y="30528"/>
                </a:lnTo>
                <a:lnTo>
                  <a:pt x="215968" y="24456"/>
                </a:lnTo>
                <a:close/>
                <a:moveTo>
                  <a:pt x="229100" y="24456"/>
                </a:moveTo>
                <a:lnTo>
                  <a:pt x="229100" y="30528"/>
                </a:lnTo>
                <a:lnTo>
                  <a:pt x="223028" y="30528"/>
                </a:lnTo>
                <a:lnTo>
                  <a:pt x="223028" y="24456"/>
                </a:lnTo>
                <a:close/>
                <a:moveTo>
                  <a:pt x="236161" y="24456"/>
                </a:moveTo>
                <a:lnTo>
                  <a:pt x="236161" y="30528"/>
                </a:lnTo>
                <a:lnTo>
                  <a:pt x="230077" y="30528"/>
                </a:lnTo>
                <a:lnTo>
                  <a:pt x="230077" y="24456"/>
                </a:lnTo>
                <a:close/>
                <a:moveTo>
                  <a:pt x="243209" y="24456"/>
                </a:moveTo>
                <a:lnTo>
                  <a:pt x="243209" y="30528"/>
                </a:lnTo>
                <a:lnTo>
                  <a:pt x="237137" y="30528"/>
                </a:lnTo>
                <a:lnTo>
                  <a:pt x="237137" y="24456"/>
                </a:lnTo>
                <a:close/>
                <a:moveTo>
                  <a:pt x="250270" y="24456"/>
                </a:moveTo>
                <a:lnTo>
                  <a:pt x="250270" y="30528"/>
                </a:lnTo>
                <a:lnTo>
                  <a:pt x="244198" y="30528"/>
                </a:lnTo>
                <a:lnTo>
                  <a:pt x="244198" y="24456"/>
                </a:lnTo>
                <a:close/>
                <a:moveTo>
                  <a:pt x="257318" y="24456"/>
                </a:moveTo>
                <a:lnTo>
                  <a:pt x="257318" y="30528"/>
                </a:lnTo>
                <a:lnTo>
                  <a:pt x="251246" y="30528"/>
                </a:lnTo>
                <a:lnTo>
                  <a:pt x="251246" y="24456"/>
                </a:lnTo>
                <a:close/>
                <a:moveTo>
                  <a:pt x="264379" y="24456"/>
                </a:moveTo>
                <a:lnTo>
                  <a:pt x="264379" y="30528"/>
                </a:lnTo>
                <a:lnTo>
                  <a:pt x="258306" y="30528"/>
                </a:lnTo>
                <a:lnTo>
                  <a:pt x="258306" y="24456"/>
                </a:lnTo>
                <a:close/>
                <a:moveTo>
                  <a:pt x="271427" y="24456"/>
                </a:moveTo>
                <a:lnTo>
                  <a:pt x="271427" y="30528"/>
                </a:lnTo>
                <a:lnTo>
                  <a:pt x="265355" y="30528"/>
                </a:lnTo>
                <a:lnTo>
                  <a:pt x="265355" y="24456"/>
                </a:lnTo>
                <a:close/>
                <a:moveTo>
                  <a:pt x="278488" y="24456"/>
                </a:moveTo>
                <a:lnTo>
                  <a:pt x="278488" y="30528"/>
                </a:lnTo>
                <a:lnTo>
                  <a:pt x="272415" y="30528"/>
                </a:lnTo>
                <a:lnTo>
                  <a:pt x="272415" y="24456"/>
                </a:lnTo>
                <a:close/>
                <a:moveTo>
                  <a:pt x="66842" y="24456"/>
                </a:moveTo>
                <a:lnTo>
                  <a:pt x="66842" y="30540"/>
                </a:lnTo>
                <a:lnTo>
                  <a:pt x="60758" y="30540"/>
                </a:lnTo>
                <a:lnTo>
                  <a:pt x="60758" y="24456"/>
                </a:lnTo>
                <a:close/>
                <a:moveTo>
                  <a:pt x="73902" y="24456"/>
                </a:moveTo>
                <a:lnTo>
                  <a:pt x="73902" y="30540"/>
                </a:lnTo>
                <a:lnTo>
                  <a:pt x="67818" y="30540"/>
                </a:lnTo>
                <a:lnTo>
                  <a:pt x="67818" y="24456"/>
                </a:lnTo>
                <a:close/>
                <a:moveTo>
                  <a:pt x="80951" y="24456"/>
                </a:moveTo>
                <a:lnTo>
                  <a:pt x="80951" y="30540"/>
                </a:lnTo>
                <a:lnTo>
                  <a:pt x="74879" y="30540"/>
                </a:lnTo>
                <a:lnTo>
                  <a:pt x="74879" y="24456"/>
                </a:lnTo>
                <a:close/>
                <a:moveTo>
                  <a:pt x="96036" y="24456"/>
                </a:moveTo>
                <a:lnTo>
                  <a:pt x="102120" y="24468"/>
                </a:lnTo>
                <a:lnTo>
                  <a:pt x="102120" y="30540"/>
                </a:lnTo>
                <a:lnTo>
                  <a:pt x="96036" y="30540"/>
                </a:lnTo>
                <a:lnTo>
                  <a:pt x="96036" y="24456"/>
                </a:lnTo>
                <a:close/>
                <a:moveTo>
                  <a:pt x="103097" y="24456"/>
                </a:moveTo>
                <a:lnTo>
                  <a:pt x="109169" y="24468"/>
                </a:lnTo>
                <a:lnTo>
                  <a:pt x="109169" y="30540"/>
                </a:lnTo>
                <a:lnTo>
                  <a:pt x="103097" y="30540"/>
                </a:lnTo>
                <a:lnTo>
                  <a:pt x="103097" y="24456"/>
                </a:lnTo>
                <a:close/>
                <a:moveTo>
                  <a:pt x="110157" y="24456"/>
                </a:moveTo>
                <a:lnTo>
                  <a:pt x="116229" y="24468"/>
                </a:lnTo>
                <a:lnTo>
                  <a:pt x="116229" y="30540"/>
                </a:lnTo>
                <a:lnTo>
                  <a:pt x="110157" y="30540"/>
                </a:lnTo>
                <a:lnTo>
                  <a:pt x="110157" y="24456"/>
                </a:lnTo>
                <a:close/>
                <a:moveTo>
                  <a:pt x="131314" y="24456"/>
                </a:moveTo>
                <a:lnTo>
                  <a:pt x="137387" y="24468"/>
                </a:lnTo>
                <a:lnTo>
                  <a:pt x="137387" y="30540"/>
                </a:lnTo>
                <a:lnTo>
                  <a:pt x="131314" y="30540"/>
                </a:lnTo>
                <a:lnTo>
                  <a:pt x="131314" y="24456"/>
                </a:lnTo>
                <a:close/>
                <a:moveTo>
                  <a:pt x="17443" y="31516"/>
                </a:moveTo>
                <a:lnTo>
                  <a:pt x="17443" y="37589"/>
                </a:lnTo>
                <a:lnTo>
                  <a:pt x="11371" y="37589"/>
                </a:lnTo>
                <a:lnTo>
                  <a:pt x="11371" y="31516"/>
                </a:lnTo>
                <a:close/>
                <a:moveTo>
                  <a:pt x="24503" y="31516"/>
                </a:moveTo>
                <a:lnTo>
                  <a:pt x="24503" y="37589"/>
                </a:lnTo>
                <a:lnTo>
                  <a:pt x="18431" y="37589"/>
                </a:lnTo>
                <a:lnTo>
                  <a:pt x="18431" y="31516"/>
                </a:lnTo>
                <a:close/>
                <a:moveTo>
                  <a:pt x="31564" y="31516"/>
                </a:moveTo>
                <a:lnTo>
                  <a:pt x="31564" y="37589"/>
                </a:lnTo>
                <a:lnTo>
                  <a:pt x="25492" y="37589"/>
                </a:lnTo>
                <a:lnTo>
                  <a:pt x="25492" y="31516"/>
                </a:lnTo>
                <a:close/>
                <a:moveTo>
                  <a:pt x="38612" y="31516"/>
                </a:moveTo>
                <a:lnTo>
                  <a:pt x="38612" y="37589"/>
                </a:lnTo>
                <a:lnTo>
                  <a:pt x="32540" y="37589"/>
                </a:lnTo>
                <a:lnTo>
                  <a:pt x="32540" y="31516"/>
                </a:lnTo>
                <a:close/>
                <a:moveTo>
                  <a:pt x="45673" y="31516"/>
                </a:moveTo>
                <a:lnTo>
                  <a:pt x="45673" y="37589"/>
                </a:lnTo>
                <a:lnTo>
                  <a:pt x="39601" y="37589"/>
                </a:lnTo>
                <a:lnTo>
                  <a:pt x="39601" y="31516"/>
                </a:lnTo>
                <a:close/>
                <a:moveTo>
                  <a:pt x="52721" y="31516"/>
                </a:moveTo>
                <a:lnTo>
                  <a:pt x="52721" y="37589"/>
                </a:lnTo>
                <a:lnTo>
                  <a:pt x="46649" y="37589"/>
                </a:lnTo>
                <a:lnTo>
                  <a:pt x="46649" y="31516"/>
                </a:lnTo>
                <a:close/>
                <a:moveTo>
                  <a:pt x="59782" y="31516"/>
                </a:moveTo>
                <a:lnTo>
                  <a:pt x="59782" y="37589"/>
                </a:lnTo>
                <a:lnTo>
                  <a:pt x="53709" y="37589"/>
                </a:lnTo>
                <a:lnTo>
                  <a:pt x="53709" y="31516"/>
                </a:lnTo>
                <a:close/>
                <a:moveTo>
                  <a:pt x="66842" y="31516"/>
                </a:moveTo>
                <a:lnTo>
                  <a:pt x="66842" y="37589"/>
                </a:lnTo>
                <a:lnTo>
                  <a:pt x="60758" y="37589"/>
                </a:lnTo>
                <a:lnTo>
                  <a:pt x="60758" y="31516"/>
                </a:lnTo>
                <a:close/>
                <a:moveTo>
                  <a:pt x="73902" y="31516"/>
                </a:moveTo>
                <a:lnTo>
                  <a:pt x="73902" y="37589"/>
                </a:lnTo>
                <a:lnTo>
                  <a:pt x="67818" y="37589"/>
                </a:lnTo>
                <a:lnTo>
                  <a:pt x="67818" y="31516"/>
                </a:lnTo>
                <a:close/>
                <a:moveTo>
                  <a:pt x="80951" y="31516"/>
                </a:moveTo>
                <a:lnTo>
                  <a:pt x="80951" y="37589"/>
                </a:lnTo>
                <a:lnTo>
                  <a:pt x="74879" y="37589"/>
                </a:lnTo>
                <a:lnTo>
                  <a:pt x="74879" y="31516"/>
                </a:lnTo>
                <a:close/>
                <a:moveTo>
                  <a:pt x="88011" y="31516"/>
                </a:moveTo>
                <a:lnTo>
                  <a:pt x="88011" y="37589"/>
                </a:lnTo>
                <a:lnTo>
                  <a:pt x="81927" y="37589"/>
                </a:lnTo>
                <a:lnTo>
                  <a:pt x="81927" y="31516"/>
                </a:lnTo>
                <a:close/>
                <a:moveTo>
                  <a:pt x="95060" y="31516"/>
                </a:moveTo>
                <a:lnTo>
                  <a:pt x="95060" y="37589"/>
                </a:lnTo>
                <a:lnTo>
                  <a:pt x="88988" y="37589"/>
                </a:lnTo>
                <a:lnTo>
                  <a:pt x="88988" y="31516"/>
                </a:lnTo>
                <a:close/>
                <a:moveTo>
                  <a:pt x="102120" y="31516"/>
                </a:moveTo>
                <a:lnTo>
                  <a:pt x="102120" y="37589"/>
                </a:lnTo>
                <a:lnTo>
                  <a:pt x="96036" y="37589"/>
                </a:lnTo>
                <a:lnTo>
                  <a:pt x="96036" y="31516"/>
                </a:lnTo>
                <a:close/>
                <a:moveTo>
                  <a:pt x="109169" y="31516"/>
                </a:moveTo>
                <a:lnTo>
                  <a:pt x="109169" y="37589"/>
                </a:lnTo>
                <a:lnTo>
                  <a:pt x="103097" y="37589"/>
                </a:lnTo>
                <a:lnTo>
                  <a:pt x="103097" y="31516"/>
                </a:lnTo>
                <a:close/>
                <a:moveTo>
                  <a:pt x="116229" y="31516"/>
                </a:moveTo>
                <a:lnTo>
                  <a:pt x="116229" y="37589"/>
                </a:lnTo>
                <a:lnTo>
                  <a:pt x="110157" y="37589"/>
                </a:lnTo>
                <a:lnTo>
                  <a:pt x="110157" y="31516"/>
                </a:lnTo>
                <a:close/>
                <a:moveTo>
                  <a:pt x="123278" y="31516"/>
                </a:moveTo>
                <a:lnTo>
                  <a:pt x="123278" y="37589"/>
                </a:lnTo>
                <a:lnTo>
                  <a:pt x="117205" y="37589"/>
                </a:lnTo>
                <a:lnTo>
                  <a:pt x="117205" y="31516"/>
                </a:lnTo>
                <a:close/>
                <a:moveTo>
                  <a:pt x="130338" y="31516"/>
                </a:moveTo>
                <a:lnTo>
                  <a:pt x="130338" y="37589"/>
                </a:lnTo>
                <a:lnTo>
                  <a:pt x="124254" y="37589"/>
                </a:lnTo>
                <a:lnTo>
                  <a:pt x="124254" y="31516"/>
                </a:lnTo>
                <a:close/>
                <a:moveTo>
                  <a:pt x="137387" y="31516"/>
                </a:moveTo>
                <a:lnTo>
                  <a:pt x="137387" y="37589"/>
                </a:lnTo>
                <a:lnTo>
                  <a:pt x="131314" y="37589"/>
                </a:lnTo>
                <a:lnTo>
                  <a:pt x="131314" y="31516"/>
                </a:lnTo>
                <a:close/>
                <a:moveTo>
                  <a:pt x="144447" y="31516"/>
                </a:moveTo>
                <a:lnTo>
                  <a:pt x="144447" y="37589"/>
                </a:lnTo>
                <a:lnTo>
                  <a:pt x="138375" y="37589"/>
                </a:lnTo>
                <a:lnTo>
                  <a:pt x="138375" y="31516"/>
                </a:lnTo>
                <a:close/>
                <a:moveTo>
                  <a:pt x="151495" y="31516"/>
                </a:moveTo>
                <a:lnTo>
                  <a:pt x="151495" y="37589"/>
                </a:lnTo>
                <a:lnTo>
                  <a:pt x="145423" y="37589"/>
                </a:lnTo>
                <a:lnTo>
                  <a:pt x="145423" y="31516"/>
                </a:lnTo>
                <a:close/>
                <a:moveTo>
                  <a:pt x="158556" y="31516"/>
                </a:moveTo>
                <a:lnTo>
                  <a:pt x="158556" y="37589"/>
                </a:lnTo>
                <a:lnTo>
                  <a:pt x="152484" y="37589"/>
                </a:lnTo>
                <a:lnTo>
                  <a:pt x="152484" y="31516"/>
                </a:lnTo>
                <a:close/>
                <a:moveTo>
                  <a:pt x="165604" y="31516"/>
                </a:moveTo>
                <a:lnTo>
                  <a:pt x="165604" y="37589"/>
                </a:lnTo>
                <a:lnTo>
                  <a:pt x="159532" y="37589"/>
                </a:lnTo>
                <a:lnTo>
                  <a:pt x="159532" y="31516"/>
                </a:lnTo>
                <a:close/>
                <a:moveTo>
                  <a:pt x="172665" y="31516"/>
                </a:moveTo>
                <a:lnTo>
                  <a:pt x="172665" y="37589"/>
                </a:lnTo>
                <a:lnTo>
                  <a:pt x="166581" y="37589"/>
                </a:lnTo>
                <a:lnTo>
                  <a:pt x="166581" y="31516"/>
                </a:lnTo>
                <a:close/>
                <a:moveTo>
                  <a:pt x="179713" y="31516"/>
                </a:moveTo>
                <a:lnTo>
                  <a:pt x="179713" y="37589"/>
                </a:lnTo>
                <a:lnTo>
                  <a:pt x="173641" y="37589"/>
                </a:lnTo>
                <a:lnTo>
                  <a:pt x="173641" y="31516"/>
                </a:lnTo>
                <a:close/>
                <a:moveTo>
                  <a:pt x="186774" y="31516"/>
                </a:moveTo>
                <a:lnTo>
                  <a:pt x="186774" y="37589"/>
                </a:lnTo>
                <a:lnTo>
                  <a:pt x="180702" y="37589"/>
                </a:lnTo>
                <a:lnTo>
                  <a:pt x="180702" y="31516"/>
                </a:lnTo>
                <a:close/>
                <a:moveTo>
                  <a:pt x="193822" y="31516"/>
                </a:moveTo>
                <a:lnTo>
                  <a:pt x="193822" y="37589"/>
                </a:lnTo>
                <a:lnTo>
                  <a:pt x="187750" y="37589"/>
                </a:lnTo>
                <a:lnTo>
                  <a:pt x="187750" y="31516"/>
                </a:lnTo>
                <a:close/>
                <a:moveTo>
                  <a:pt x="200883" y="31516"/>
                </a:moveTo>
                <a:lnTo>
                  <a:pt x="200883" y="37589"/>
                </a:lnTo>
                <a:lnTo>
                  <a:pt x="194810" y="37589"/>
                </a:lnTo>
                <a:lnTo>
                  <a:pt x="194810" y="31516"/>
                </a:lnTo>
                <a:close/>
                <a:moveTo>
                  <a:pt x="207931" y="31516"/>
                </a:moveTo>
                <a:lnTo>
                  <a:pt x="207931" y="37589"/>
                </a:lnTo>
                <a:lnTo>
                  <a:pt x="201859" y="37589"/>
                </a:lnTo>
                <a:lnTo>
                  <a:pt x="201859" y="31516"/>
                </a:lnTo>
                <a:close/>
                <a:moveTo>
                  <a:pt x="214992" y="31516"/>
                </a:moveTo>
                <a:lnTo>
                  <a:pt x="214992" y="37589"/>
                </a:lnTo>
                <a:lnTo>
                  <a:pt x="208919" y="37589"/>
                </a:lnTo>
                <a:lnTo>
                  <a:pt x="208919" y="31516"/>
                </a:lnTo>
                <a:close/>
                <a:moveTo>
                  <a:pt x="222052" y="31516"/>
                </a:moveTo>
                <a:lnTo>
                  <a:pt x="222052" y="37589"/>
                </a:lnTo>
                <a:lnTo>
                  <a:pt x="215968" y="37589"/>
                </a:lnTo>
                <a:lnTo>
                  <a:pt x="215968" y="31516"/>
                </a:lnTo>
                <a:close/>
                <a:moveTo>
                  <a:pt x="229100" y="31516"/>
                </a:moveTo>
                <a:lnTo>
                  <a:pt x="229100" y="37589"/>
                </a:lnTo>
                <a:lnTo>
                  <a:pt x="223028" y="37589"/>
                </a:lnTo>
                <a:lnTo>
                  <a:pt x="223028" y="31516"/>
                </a:lnTo>
                <a:close/>
                <a:moveTo>
                  <a:pt x="236161" y="31516"/>
                </a:moveTo>
                <a:lnTo>
                  <a:pt x="236161" y="37589"/>
                </a:lnTo>
                <a:lnTo>
                  <a:pt x="230077" y="37589"/>
                </a:lnTo>
                <a:lnTo>
                  <a:pt x="230077" y="31516"/>
                </a:lnTo>
                <a:close/>
                <a:moveTo>
                  <a:pt x="243209" y="31516"/>
                </a:moveTo>
                <a:lnTo>
                  <a:pt x="243209" y="37589"/>
                </a:lnTo>
                <a:lnTo>
                  <a:pt x="237137" y="37589"/>
                </a:lnTo>
                <a:lnTo>
                  <a:pt x="237137" y="31516"/>
                </a:lnTo>
                <a:close/>
                <a:moveTo>
                  <a:pt x="250270" y="31516"/>
                </a:moveTo>
                <a:lnTo>
                  <a:pt x="250270" y="37589"/>
                </a:lnTo>
                <a:lnTo>
                  <a:pt x="244198" y="37589"/>
                </a:lnTo>
                <a:lnTo>
                  <a:pt x="244198" y="31516"/>
                </a:lnTo>
                <a:close/>
                <a:moveTo>
                  <a:pt x="257318" y="31516"/>
                </a:moveTo>
                <a:lnTo>
                  <a:pt x="257318" y="37589"/>
                </a:lnTo>
                <a:lnTo>
                  <a:pt x="251246" y="37589"/>
                </a:lnTo>
                <a:lnTo>
                  <a:pt x="251246" y="31516"/>
                </a:lnTo>
                <a:close/>
                <a:moveTo>
                  <a:pt x="264379" y="31516"/>
                </a:moveTo>
                <a:lnTo>
                  <a:pt x="264379" y="37589"/>
                </a:lnTo>
                <a:lnTo>
                  <a:pt x="258306" y="37589"/>
                </a:lnTo>
                <a:lnTo>
                  <a:pt x="258306" y="31516"/>
                </a:lnTo>
                <a:close/>
                <a:moveTo>
                  <a:pt x="271427" y="31516"/>
                </a:moveTo>
                <a:lnTo>
                  <a:pt x="271427" y="37589"/>
                </a:lnTo>
                <a:lnTo>
                  <a:pt x="265355" y="37589"/>
                </a:lnTo>
                <a:lnTo>
                  <a:pt x="265355" y="31516"/>
                </a:lnTo>
                <a:close/>
                <a:moveTo>
                  <a:pt x="278488" y="31516"/>
                </a:moveTo>
                <a:lnTo>
                  <a:pt x="278488" y="37589"/>
                </a:lnTo>
                <a:lnTo>
                  <a:pt x="272415" y="37589"/>
                </a:lnTo>
                <a:lnTo>
                  <a:pt x="272415" y="31516"/>
                </a:lnTo>
                <a:close/>
                <a:moveTo>
                  <a:pt x="17443" y="38565"/>
                </a:moveTo>
                <a:lnTo>
                  <a:pt x="17443" y="44637"/>
                </a:lnTo>
                <a:lnTo>
                  <a:pt x="11371" y="44637"/>
                </a:lnTo>
                <a:lnTo>
                  <a:pt x="11371" y="38565"/>
                </a:lnTo>
                <a:close/>
                <a:moveTo>
                  <a:pt x="24503" y="38565"/>
                </a:moveTo>
                <a:lnTo>
                  <a:pt x="24503" y="44637"/>
                </a:lnTo>
                <a:lnTo>
                  <a:pt x="18431" y="44637"/>
                </a:lnTo>
                <a:lnTo>
                  <a:pt x="18431" y="38565"/>
                </a:lnTo>
                <a:close/>
                <a:moveTo>
                  <a:pt x="31564" y="38565"/>
                </a:moveTo>
                <a:lnTo>
                  <a:pt x="31564" y="44637"/>
                </a:lnTo>
                <a:lnTo>
                  <a:pt x="25492" y="44637"/>
                </a:lnTo>
                <a:lnTo>
                  <a:pt x="25492" y="38565"/>
                </a:lnTo>
                <a:close/>
                <a:moveTo>
                  <a:pt x="38612" y="38565"/>
                </a:moveTo>
                <a:lnTo>
                  <a:pt x="38612" y="44637"/>
                </a:lnTo>
                <a:lnTo>
                  <a:pt x="32540" y="44637"/>
                </a:lnTo>
                <a:lnTo>
                  <a:pt x="32540" y="38565"/>
                </a:lnTo>
                <a:close/>
                <a:moveTo>
                  <a:pt x="45673" y="38565"/>
                </a:moveTo>
                <a:lnTo>
                  <a:pt x="45673" y="44637"/>
                </a:lnTo>
                <a:lnTo>
                  <a:pt x="39601" y="44637"/>
                </a:lnTo>
                <a:lnTo>
                  <a:pt x="39601" y="38565"/>
                </a:lnTo>
                <a:close/>
                <a:moveTo>
                  <a:pt x="52721" y="38565"/>
                </a:moveTo>
                <a:lnTo>
                  <a:pt x="52721" y="44637"/>
                </a:lnTo>
                <a:lnTo>
                  <a:pt x="46649" y="44637"/>
                </a:lnTo>
                <a:lnTo>
                  <a:pt x="46649" y="38565"/>
                </a:lnTo>
                <a:close/>
                <a:moveTo>
                  <a:pt x="59782" y="38565"/>
                </a:moveTo>
                <a:lnTo>
                  <a:pt x="59782" y="44637"/>
                </a:lnTo>
                <a:lnTo>
                  <a:pt x="53709" y="44637"/>
                </a:lnTo>
                <a:lnTo>
                  <a:pt x="53709" y="38565"/>
                </a:lnTo>
                <a:close/>
                <a:moveTo>
                  <a:pt x="88011" y="38565"/>
                </a:moveTo>
                <a:lnTo>
                  <a:pt x="88011" y="44637"/>
                </a:lnTo>
                <a:lnTo>
                  <a:pt x="81927" y="44637"/>
                </a:lnTo>
                <a:lnTo>
                  <a:pt x="81927" y="38565"/>
                </a:lnTo>
                <a:close/>
                <a:moveTo>
                  <a:pt x="95060" y="38565"/>
                </a:moveTo>
                <a:lnTo>
                  <a:pt x="95060" y="44637"/>
                </a:lnTo>
                <a:lnTo>
                  <a:pt x="88988" y="44637"/>
                </a:lnTo>
                <a:lnTo>
                  <a:pt x="88988" y="38565"/>
                </a:lnTo>
                <a:close/>
                <a:moveTo>
                  <a:pt x="123278" y="38565"/>
                </a:moveTo>
                <a:lnTo>
                  <a:pt x="123278" y="44637"/>
                </a:lnTo>
                <a:lnTo>
                  <a:pt x="117205" y="44637"/>
                </a:lnTo>
                <a:lnTo>
                  <a:pt x="117205" y="38565"/>
                </a:lnTo>
                <a:close/>
                <a:moveTo>
                  <a:pt x="130338" y="38565"/>
                </a:moveTo>
                <a:lnTo>
                  <a:pt x="130338" y="44637"/>
                </a:lnTo>
                <a:lnTo>
                  <a:pt x="124254" y="44637"/>
                </a:lnTo>
                <a:lnTo>
                  <a:pt x="124254" y="38565"/>
                </a:lnTo>
                <a:close/>
                <a:moveTo>
                  <a:pt x="144447" y="38565"/>
                </a:moveTo>
                <a:lnTo>
                  <a:pt x="144447" y="44637"/>
                </a:lnTo>
                <a:lnTo>
                  <a:pt x="138375" y="44637"/>
                </a:lnTo>
                <a:lnTo>
                  <a:pt x="138375" y="38565"/>
                </a:lnTo>
                <a:close/>
                <a:moveTo>
                  <a:pt x="151495" y="38565"/>
                </a:moveTo>
                <a:lnTo>
                  <a:pt x="151495" y="44637"/>
                </a:lnTo>
                <a:lnTo>
                  <a:pt x="145423" y="44637"/>
                </a:lnTo>
                <a:lnTo>
                  <a:pt x="145423" y="38565"/>
                </a:lnTo>
                <a:close/>
                <a:moveTo>
                  <a:pt x="158556" y="38565"/>
                </a:moveTo>
                <a:lnTo>
                  <a:pt x="158556" y="44637"/>
                </a:lnTo>
                <a:lnTo>
                  <a:pt x="152484" y="44637"/>
                </a:lnTo>
                <a:lnTo>
                  <a:pt x="152484" y="38565"/>
                </a:lnTo>
                <a:close/>
                <a:moveTo>
                  <a:pt x="165604" y="38565"/>
                </a:moveTo>
                <a:lnTo>
                  <a:pt x="165604" y="44637"/>
                </a:lnTo>
                <a:lnTo>
                  <a:pt x="159532" y="44637"/>
                </a:lnTo>
                <a:lnTo>
                  <a:pt x="159532" y="38565"/>
                </a:lnTo>
                <a:close/>
                <a:moveTo>
                  <a:pt x="172665" y="38565"/>
                </a:moveTo>
                <a:lnTo>
                  <a:pt x="172665" y="44637"/>
                </a:lnTo>
                <a:lnTo>
                  <a:pt x="166581" y="44637"/>
                </a:lnTo>
                <a:lnTo>
                  <a:pt x="166581" y="38565"/>
                </a:lnTo>
                <a:close/>
                <a:moveTo>
                  <a:pt x="179713" y="38565"/>
                </a:moveTo>
                <a:lnTo>
                  <a:pt x="179713" y="44637"/>
                </a:lnTo>
                <a:lnTo>
                  <a:pt x="173641" y="44637"/>
                </a:lnTo>
                <a:lnTo>
                  <a:pt x="173641" y="38565"/>
                </a:lnTo>
                <a:close/>
                <a:moveTo>
                  <a:pt x="186774" y="38565"/>
                </a:moveTo>
                <a:lnTo>
                  <a:pt x="186774" y="44637"/>
                </a:lnTo>
                <a:lnTo>
                  <a:pt x="180702" y="44637"/>
                </a:lnTo>
                <a:lnTo>
                  <a:pt x="180702" y="38565"/>
                </a:lnTo>
                <a:close/>
                <a:moveTo>
                  <a:pt x="193822" y="38565"/>
                </a:moveTo>
                <a:lnTo>
                  <a:pt x="193822" y="44637"/>
                </a:lnTo>
                <a:lnTo>
                  <a:pt x="187750" y="44637"/>
                </a:lnTo>
                <a:lnTo>
                  <a:pt x="187750" y="38565"/>
                </a:lnTo>
                <a:close/>
                <a:moveTo>
                  <a:pt x="200883" y="38565"/>
                </a:moveTo>
                <a:lnTo>
                  <a:pt x="200883" y="44637"/>
                </a:lnTo>
                <a:lnTo>
                  <a:pt x="194810" y="44637"/>
                </a:lnTo>
                <a:lnTo>
                  <a:pt x="194810" y="38565"/>
                </a:lnTo>
                <a:close/>
                <a:moveTo>
                  <a:pt x="207931" y="38565"/>
                </a:moveTo>
                <a:lnTo>
                  <a:pt x="207931" y="44637"/>
                </a:lnTo>
                <a:lnTo>
                  <a:pt x="201859" y="44637"/>
                </a:lnTo>
                <a:lnTo>
                  <a:pt x="201859" y="38565"/>
                </a:lnTo>
                <a:close/>
                <a:moveTo>
                  <a:pt x="214992" y="38565"/>
                </a:moveTo>
                <a:lnTo>
                  <a:pt x="214992" y="44637"/>
                </a:lnTo>
                <a:lnTo>
                  <a:pt x="208919" y="44637"/>
                </a:lnTo>
                <a:lnTo>
                  <a:pt x="208919" y="38565"/>
                </a:lnTo>
                <a:close/>
                <a:moveTo>
                  <a:pt x="222052" y="38565"/>
                </a:moveTo>
                <a:lnTo>
                  <a:pt x="222052" y="44637"/>
                </a:lnTo>
                <a:lnTo>
                  <a:pt x="215968" y="44637"/>
                </a:lnTo>
                <a:lnTo>
                  <a:pt x="215968" y="38565"/>
                </a:lnTo>
                <a:close/>
                <a:moveTo>
                  <a:pt x="229100" y="38565"/>
                </a:moveTo>
                <a:lnTo>
                  <a:pt x="229100" y="44637"/>
                </a:lnTo>
                <a:lnTo>
                  <a:pt x="223028" y="44637"/>
                </a:lnTo>
                <a:lnTo>
                  <a:pt x="223028" y="38565"/>
                </a:lnTo>
                <a:close/>
                <a:moveTo>
                  <a:pt x="236161" y="38565"/>
                </a:moveTo>
                <a:lnTo>
                  <a:pt x="236161" y="44637"/>
                </a:lnTo>
                <a:lnTo>
                  <a:pt x="230077" y="44637"/>
                </a:lnTo>
                <a:lnTo>
                  <a:pt x="230077" y="38565"/>
                </a:lnTo>
                <a:close/>
                <a:moveTo>
                  <a:pt x="243209" y="38565"/>
                </a:moveTo>
                <a:lnTo>
                  <a:pt x="243209" y="44637"/>
                </a:lnTo>
                <a:lnTo>
                  <a:pt x="237137" y="44637"/>
                </a:lnTo>
                <a:lnTo>
                  <a:pt x="237137" y="38565"/>
                </a:lnTo>
                <a:close/>
                <a:moveTo>
                  <a:pt x="250270" y="38565"/>
                </a:moveTo>
                <a:lnTo>
                  <a:pt x="250270" y="44637"/>
                </a:lnTo>
                <a:lnTo>
                  <a:pt x="244198" y="44637"/>
                </a:lnTo>
                <a:lnTo>
                  <a:pt x="244198" y="38565"/>
                </a:lnTo>
                <a:close/>
                <a:moveTo>
                  <a:pt x="257318" y="38565"/>
                </a:moveTo>
                <a:lnTo>
                  <a:pt x="257318" y="44637"/>
                </a:lnTo>
                <a:lnTo>
                  <a:pt x="251246" y="44637"/>
                </a:lnTo>
                <a:lnTo>
                  <a:pt x="251246" y="38565"/>
                </a:lnTo>
                <a:close/>
                <a:moveTo>
                  <a:pt x="264379" y="38565"/>
                </a:moveTo>
                <a:lnTo>
                  <a:pt x="264379" y="44637"/>
                </a:lnTo>
                <a:lnTo>
                  <a:pt x="258306" y="44637"/>
                </a:lnTo>
                <a:lnTo>
                  <a:pt x="258306" y="38565"/>
                </a:lnTo>
                <a:close/>
                <a:moveTo>
                  <a:pt x="271427" y="38565"/>
                </a:moveTo>
                <a:lnTo>
                  <a:pt x="271427" y="44637"/>
                </a:lnTo>
                <a:lnTo>
                  <a:pt x="265355" y="44637"/>
                </a:lnTo>
                <a:lnTo>
                  <a:pt x="265355" y="38565"/>
                </a:lnTo>
                <a:close/>
                <a:moveTo>
                  <a:pt x="278488" y="38565"/>
                </a:moveTo>
                <a:lnTo>
                  <a:pt x="278488" y="44637"/>
                </a:lnTo>
                <a:lnTo>
                  <a:pt x="272415" y="44637"/>
                </a:lnTo>
                <a:lnTo>
                  <a:pt x="272415" y="38565"/>
                </a:lnTo>
                <a:close/>
                <a:moveTo>
                  <a:pt x="66842" y="38565"/>
                </a:moveTo>
                <a:lnTo>
                  <a:pt x="66842" y="44649"/>
                </a:lnTo>
                <a:lnTo>
                  <a:pt x="60758" y="44649"/>
                </a:lnTo>
                <a:lnTo>
                  <a:pt x="60758" y="38565"/>
                </a:lnTo>
                <a:close/>
                <a:moveTo>
                  <a:pt x="73902" y="38565"/>
                </a:moveTo>
                <a:lnTo>
                  <a:pt x="73902" y="44649"/>
                </a:lnTo>
                <a:lnTo>
                  <a:pt x="67818" y="44649"/>
                </a:lnTo>
                <a:lnTo>
                  <a:pt x="67818" y="38565"/>
                </a:lnTo>
                <a:close/>
                <a:moveTo>
                  <a:pt x="80951" y="38565"/>
                </a:moveTo>
                <a:lnTo>
                  <a:pt x="80951" y="44649"/>
                </a:lnTo>
                <a:lnTo>
                  <a:pt x="74879" y="44649"/>
                </a:lnTo>
                <a:lnTo>
                  <a:pt x="74879" y="38565"/>
                </a:lnTo>
                <a:close/>
                <a:moveTo>
                  <a:pt x="96036" y="38565"/>
                </a:moveTo>
                <a:lnTo>
                  <a:pt x="102120" y="38577"/>
                </a:lnTo>
                <a:lnTo>
                  <a:pt x="102120" y="44649"/>
                </a:lnTo>
                <a:lnTo>
                  <a:pt x="96036" y="44649"/>
                </a:lnTo>
                <a:lnTo>
                  <a:pt x="96036" y="38565"/>
                </a:lnTo>
                <a:close/>
                <a:moveTo>
                  <a:pt x="103097" y="38565"/>
                </a:moveTo>
                <a:lnTo>
                  <a:pt x="109169" y="38577"/>
                </a:lnTo>
                <a:lnTo>
                  <a:pt x="109169" y="44649"/>
                </a:lnTo>
                <a:lnTo>
                  <a:pt x="103097" y="44649"/>
                </a:lnTo>
                <a:lnTo>
                  <a:pt x="103097" y="38565"/>
                </a:lnTo>
                <a:close/>
                <a:moveTo>
                  <a:pt x="110157" y="38565"/>
                </a:moveTo>
                <a:lnTo>
                  <a:pt x="116229" y="38577"/>
                </a:lnTo>
                <a:lnTo>
                  <a:pt x="116229" y="44649"/>
                </a:lnTo>
                <a:lnTo>
                  <a:pt x="110157" y="44649"/>
                </a:lnTo>
                <a:lnTo>
                  <a:pt x="110157" y="38565"/>
                </a:lnTo>
                <a:close/>
                <a:moveTo>
                  <a:pt x="131314" y="38565"/>
                </a:moveTo>
                <a:lnTo>
                  <a:pt x="137387" y="38577"/>
                </a:lnTo>
                <a:lnTo>
                  <a:pt x="137387" y="44649"/>
                </a:lnTo>
                <a:lnTo>
                  <a:pt x="131314" y="44649"/>
                </a:lnTo>
                <a:lnTo>
                  <a:pt x="131314" y="38565"/>
                </a:lnTo>
                <a:close/>
                <a:moveTo>
                  <a:pt x="17443" y="45625"/>
                </a:moveTo>
                <a:lnTo>
                  <a:pt x="17443" y="51697"/>
                </a:lnTo>
                <a:lnTo>
                  <a:pt x="11371" y="51697"/>
                </a:lnTo>
                <a:lnTo>
                  <a:pt x="11371" y="45625"/>
                </a:lnTo>
                <a:close/>
                <a:moveTo>
                  <a:pt x="24503" y="45625"/>
                </a:moveTo>
                <a:lnTo>
                  <a:pt x="24503" y="51697"/>
                </a:lnTo>
                <a:lnTo>
                  <a:pt x="18431" y="51697"/>
                </a:lnTo>
                <a:lnTo>
                  <a:pt x="18431" y="45625"/>
                </a:lnTo>
                <a:close/>
                <a:moveTo>
                  <a:pt x="31564" y="45625"/>
                </a:moveTo>
                <a:lnTo>
                  <a:pt x="31564" y="51697"/>
                </a:lnTo>
                <a:lnTo>
                  <a:pt x="25492" y="51697"/>
                </a:lnTo>
                <a:lnTo>
                  <a:pt x="25492" y="45625"/>
                </a:lnTo>
                <a:close/>
                <a:moveTo>
                  <a:pt x="38612" y="45625"/>
                </a:moveTo>
                <a:lnTo>
                  <a:pt x="38612" y="51697"/>
                </a:lnTo>
                <a:lnTo>
                  <a:pt x="32540" y="51697"/>
                </a:lnTo>
                <a:lnTo>
                  <a:pt x="32540" y="45625"/>
                </a:lnTo>
                <a:close/>
                <a:moveTo>
                  <a:pt x="45673" y="45625"/>
                </a:moveTo>
                <a:lnTo>
                  <a:pt x="45673" y="51697"/>
                </a:lnTo>
                <a:lnTo>
                  <a:pt x="39601" y="51697"/>
                </a:lnTo>
                <a:lnTo>
                  <a:pt x="39601" y="45625"/>
                </a:lnTo>
                <a:close/>
                <a:moveTo>
                  <a:pt x="52721" y="45625"/>
                </a:moveTo>
                <a:lnTo>
                  <a:pt x="52721" y="51697"/>
                </a:lnTo>
                <a:lnTo>
                  <a:pt x="46649" y="51697"/>
                </a:lnTo>
                <a:lnTo>
                  <a:pt x="46649" y="45625"/>
                </a:lnTo>
                <a:close/>
                <a:moveTo>
                  <a:pt x="59782" y="45625"/>
                </a:moveTo>
                <a:lnTo>
                  <a:pt x="59782" y="51697"/>
                </a:lnTo>
                <a:lnTo>
                  <a:pt x="53709" y="51697"/>
                </a:lnTo>
                <a:lnTo>
                  <a:pt x="53709" y="45625"/>
                </a:lnTo>
                <a:close/>
                <a:moveTo>
                  <a:pt x="66842" y="45625"/>
                </a:moveTo>
                <a:lnTo>
                  <a:pt x="66842" y="51697"/>
                </a:lnTo>
                <a:lnTo>
                  <a:pt x="60758" y="51697"/>
                </a:lnTo>
                <a:lnTo>
                  <a:pt x="60758" y="45625"/>
                </a:lnTo>
                <a:close/>
                <a:moveTo>
                  <a:pt x="73902" y="45625"/>
                </a:moveTo>
                <a:lnTo>
                  <a:pt x="73902" y="51697"/>
                </a:lnTo>
                <a:lnTo>
                  <a:pt x="67818" y="51697"/>
                </a:lnTo>
                <a:lnTo>
                  <a:pt x="67818" y="45625"/>
                </a:lnTo>
                <a:close/>
                <a:moveTo>
                  <a:pt x="80951" y="45625"/>
                </a:moveTo>
                <a:lnTo>
                  <a:pt x="80951" y="51697"/>
                </a:lnTo>
                <a:lnTo>
                  <a:pt x="74879" y="51697"/>
                </a:lnTo>
                <a:lnTo>
                  <a:pt x="74879" y="45625"/>
                </a:lnTo>
                <a:close/>
                <a:moveTo>
                  <a:pt x="88011" y="45625"/>
                </a:moveTo>
                <a:lnTo>
                  <a:pt x="88011" y="51697"/>
                </a:lnTo>
                <a:lnTo>
                  <a:pt x="81927" y="51697"/>
                </a:lnTo>
                <a:lnTo>
                  <a:pt x="81927" y="45625"/>
                </a:lnTo>
                <a:close/>
                <a:moveTo>
                  <a:pt x="95060" y="45625"/>
                </a:moveTo>
                <a:lnTo>
                  <a:pt x="95060" y="51697"/>
                </a:lnTo>
                <a:lnTo>
                  <a:pt x="88988" y="51697"/>
                </a:lnTo>
                <a:lnTo>
                  <a:pt x="88988" y="45625"/>
                </a:lnTo>
                <a:close/>
                <a:moveTo>
                  <a:pt x="102120" y="45625"/>
                </a:moveTo>
                <a:lnTo>
                  <a:pt x="102120" y="51697"/>
                </a:lnTo>
                <a:lnTo>
                  <a:pt x="96036" y="51697"/>
                </a:lnTo>
                <a:lnTo>
                  <a:pt x="96036" y="45625"/>
                </a:lnTo>
                <a:close/>
                <a:moveTo>
                  <a:pt x="109169" y="45625"/>
                </a:moveTo>
                <a:lnTo>
                  <a:pt x="109169" y="51697"/>
                </a:lnTo>
                <a:lnTo>
                  <a:pt x="103097" y="51697"/>
                </a:lnTo>
                <a:lnTo>
                  <a:pt x="103097" y="45625"/>
                </a:lnTo>
                <a:close/>
                <a:moveTo>
                  <a:pt x="116229" y="45625"/>
                </a:moveTo>
                <a:lnTo>
                  <a:pt x="116229" y="51697"/>
                </a:lnTo>
                <a:lnTo>
                  <a:pt x="110157" y="51697"/>
                </a:lnTo>
                <a:lnTo>
                  <a:pt x="110157" y="45625"/>
                </a:lnTo>
                <a:close/>
                <a:moveTo>
                  <a:pt x="123278" y="45625"/>
                </a:moveTo>
                <a:lnTo>
                  <a:pt x="123278" y="51697"/>
                </a:lnTo>
                <a:lnTo>
                  <a:pt x="117205" y="51697"/>
                </a:lnTo>
                <a:lnTo>
                  <a:pt x="117205" y="45625"/>
                </a:lnTo>
                <a:close/>
                <a:moveTo>
                  <a:pt x="130338" y="45625"/>
                </a:moveTo>
                <a:lnTo>
                  <a:pt x="130338" y="51697"/>
                </a:lnTo>
                <a:lnTo>
                  <a:pt x="124254" y="51697"/>
                </a:lnTo>
                <a:lnTo>
                  <a:pt x="124254" y="45625"/>
                </a:lnTo>
                <a:close/>
                <a:moveTo>
                  <a:pt x="137387" y="45625"/>
                </a:moveTo>
                <a:lnTo>
                  <a:pt x="137387" y="51697"/>
                </a:lnTo>
                <a:lnTo>
                  <a:pt x="131314" y="51697"/>
                </a:lnTo>
                <a:lnTo>
                  <a:pt x="131314" y="45625"/>
                </a:lnTo>
                <a:close/>
                <a:moveTo>
                  <a:pt x="144447" y="45625"/>
                </a:moveTo>
                <a:lnTo>
                  <a:pt x="144447" y="51697"/>
                </a:lnTo>
                <a:lnTo>
                  <a:pt x="138375" y="51697"/>
                </a:lnTo>
                <a:lnTo>
                  <a:pt x="138375" y="45625"/>
                </a:lnTo>
                <a:close/>
                <a:moveTo>
                  <a:pt x="151495" y="45625"/>
                </a:moveTo>
                <a:lnTo>
                  <a:pt x="151495" y="51697"/>
                </a:lnTo>
                <a:lnTo>
                  <a:pt x="145423" y="51697"/>
                </a:lnTo>
                <a:lnTo>
                  <a:pt x="145423" y="45625"/>
                </a:lnTo>
                <a:close/>
                <a:moveTo>
                  <a:pt x="158556" y="45625"/>
                </a:moveTo>
                <a:lnTo>
                  <a:pt x="158556" y="51697"/>
                </a:lnTo>
                <a:lnTo>
                  <a:pt x="152484" y="51697"/>
                </a:lnTo>
                <a:lnTo>
                  <a:pt x="152484" y="45625"/>
                </a:lnTo>
                <a:close/>
                <a:moveTo>
                  <a:pt x="165604" y="45625"/>
                </a:moveTo>
                <a:lnTo>
                  <a:pt x="165604" y="51697"/>
                </a:lnTo>
                <a:lnTo>
                  <a:pt x="159532" y="51697"/>
                </a:lnTo>
                <a:lnTo>
                  <a:pt x="159532" y="45625"/>
                </a:lnTo>
                <a:close/>
                <a:moveTo>
                  <a:pt x="172665" y="45625"/>
                </a:moveTo>
                <a:lnTo>
                  <a:pt x="172665" y="51697"/>
                </a:lnTo>
                <a:lnTo>
                  <a:pt x="166581" y="51697"/>
                </a:lnTo>
                <a:lnTo>
                  <a:pt x="166581" y="45625"/>
                </a:lnTo>
                <a:close/>
                <a:moveTo>
                  <a:pt x="179713" y="45625"/>
                </a:moveTo>
                <a:lnTo>
                  <a:pt x="179713" y="51697"/>
                </a:lnTo>
                <a:lnTo>
                  <a:pt x="173641" y="51697"/>
                </a:lnTo>
                <a:lnTo>
                  <a:pt x="173641" y="45625"/>
                </a:lnTo>
                <a:close/>
                <a:moveTo>
                  <a:pt x="186774" y="45625"/>
                </a:moveTo>
                <a:lnTo>
                  <a:pt x="186774" y="51697"/>
                </a:lnTo>
                <a:lnTo>
                  <a:pt x="180702" y="51697"/>
                </a:lnTo>
                <a:lnTo>
                  <a:pt x="180702" y="45625"/>
                </a:lnTo>
                <a:close/>
                <a:moveTo>
                  <a:pt x="193822" y="45625"/>
                </a:moveTo>
                <a:lnTo>
                  <a:pt x="193822" y="51697"/>
                </a:lnTo>
                <a:lnTo>
                  <a:pt x="187750" y="51697"/>
                </a:lnTo>
                <a:lnTo>
                  <a:pt x="187750" y="45625"/>
                </a:lnTo>
                <a:close/>
                <a:moveTo>
                  <a:pt x="200883" y="45625"/>
                </a:moveTo>
                <a:lnTo>
                  <a:pt x="200883" y="51697"/>
                </a:lnTo>
                <a:lnTo>
                  <a:pt x="194810" y="51697"/>
                </a:lnTo>
                <a:lnTo>
                  <a:pt x="194810" y="45625"/>
                </a:lnTo>
                <a:close/>
                <a:moveTo>
                  <a:pt x="207931" y="45625"/>
                </a:moveTo>
                <a:lnTo>
                  <a:pt x="207931" y="51697"/>
                </a:lnTo>
                <a:lnTo>
                  <a:pt x="201859" y="51697"/>
                </a:lnTo>
                <a:lnTo>
                  <a:pt x="201859" y="45625"/>
                </a:lnTo>
                <a:close/>
                <a:moveTo>
                  <a:pt x="214992" y="45625"/>
                </a:moveTo>
                <a:lnTo>
                  <a:pt x="214992" y="51697"/>
                </a:lnTo>
                <a:lnTo>
                  <a:pt x="208919" y="51697"/>
                </a:lnTo>
                <a:lnTo>
                  <a:pt x="208919" y="45625"/>
                </a:lnTo>
                <a:close/>
                <a:moveTo>
                  <a:pt x="222052" y="45625"/>
                </a:moveTo>
                <a:lnTo>
                  <a:pt x="222052" y="51697"/>
                </a:lnTo>
                <a:lnTo>
                  <a:pt x="215968" y="51697"/>
                </a:lnTo>
                <a:lnTo>
                  <a:pt x="215968" y="45625"/>
                </a:lnTo>
                <a:close/>
                <a:moveTo>
                  <a:pt x="229100" y="45625"/>
                </a:moveTo>
                <a:lnTo>
                  <a:pt x="229100" y="51697"/>
                </a:lnTo>
                <a:lnTo>
                  <a:pt x="223028" y="51697"/>
                </a:lnTo>
                <a:lnTo>
                  <a:pt x="223028" y="45625"/>
                </a:lnTo>
                <a:close/>
                <a:moveTo>
                  <a:pt x="236161" y="45625"/>
                </a:moveTo>
                <a:lnTo>
                  <a:pt x="236161" y="51697"/>
                </a:lnTo>
                <a:lnTo>
                  <a:pt x="230077" y="51697"/>
                </a:lnTo>
                <a:lnTo>
                  <a:pt x="230077" y="45625"/>
                </a:lnTo>
                <a:close/>
                <a:moveTo>
                  <a:pt x="243209" y="45625"/>
                </a:moveTo>
                <a:lnTo>
                  <a:pt x="243209" y="51697"/>
                </a:lnTo>
                <a:lnTo>
                  <a:pt x="237137" y="51697"/>
                </a:lnTo>
                <a:lnTo>
                  <a:pt x="237137" y="45625"/>
                </a:lnTo>
                <a:close/>
                <a:moveTo>
                  <a:pt x="250270" y="45625"/>
                </a:moveTo>
                <a:lnTo>
                  <a:pt x="250270" y="51697"/>
                </a:lnTo>
                <a:lnTo>
                  <a:pt x="244198" y="51697"/>
                </a:lnTo>
                <a:lnTo>
                  <a:pt x="244198" y="45625"/>
                </a:lnTo>
                <a:close/>
                <a:moveTo>
                  <a:pt x="257318" y="45625"/>
                </a:moveTo>
                <a:lnTo>
                  <a:pt x="257318" y="51697"/>
                </a:lnTo>
                <a:lnTo>
                  <a:pt x="251246" y="51697"/>
                </a:lnTo>
                <a:lnTo>
                  <a:pt x="251246" y="45625"/>
                </a:lnTo>
                <a:close/>
                <a:moveTo>
                  <a:pt x="264379" y="45625"/>
                </a:moveTo>
                <a:lnTo>
                  <a:pt x="264379" y="51697"/>
                </a:lnTo>
                <a:lnTo>
                  <a:pt x="258306" y="51697"/>
                </a:lnTo>
                <a:lnTo>
                  <a:pt x="258306" y="45625"/>
                </a:lnTo>
                <a:close/>
                <a:moveTo>
                  <a:pt x="271427" y="45625"/>
                </a:moveTo>
                <a:lnTo>
                  <a:pt x="271427" y="51697"/>
                </a:lnTo>
                <a:lnTo>
                  <a:pt x="265355" y="51697"/>
                </a:lnTo>
                <a:lnTo>
                  <a:pt x="265355" y="45625"/>
                </a:lnTo>
                <a:close/>
                <a:moveTo>
                  <a:pt x="278488" y="45625"/>
                </a:moveTo>
                <a:lnTo>
                  <a:pt x="278488" y="51697"/>
                </a:lnTo>
                <a:lnTo>
                  <a:pt x="272415" y="51697"/>
                </a:lnTo>
                <a:lnTo>
                  <a:pt x="272415" y="45625"/>
                </a:lnTo>
                <a:close/>
                <a:moveTo>
                  <a:pt x="17443" y="52674"/>
                </a:moveTo>
                <a:lnTo>
                  <a:pt x="17443" y="58746"/>
                </a:lnTo>
                <a:lnTo>
                  <a:pt x="11371" y="58746"/>
                </a:lnTo>
                <a:lnTo>
                  <a:pt x="11371" y="52674"/>
                </a:lnTo>
                <a:close/>
                <a:moveTo>
                  <a:pt x="24503" y="52674"/>
                </a:moveTo>
                <a:lnTo>
                  <a:pt x="24503" y="58746"/>
                </a:lnTo>
                <a:lnTo>
                  <a:pt x="18431" y="58746"/>
                </a:lnTo>
                <a:lnTo>
                  <a:pt x="18431" y="52674"/>
                </a:lnTo>
                <a:close/>
                <a:moveTo>
                  <a:pt x="31564" y="52674"/>
                </a:moveTo>
                <a:lnTo>
                  <a:pt x="31564" y="58746"/>
                </a:lnTo>
                <a:lnTo>
                  <a:pt x="25492" y="58746"/>
                </a:lnTo>
                <a:lnTo>
                  <a:pt x="25492" y="52674"/>
                </a:lnTo>
                <a:close/>
                <a:moveTo>
                  <a:pt x="38612" y="52674"/>
                </a:moveTo>
                <a:lnTo>
                  <a:pt x="38612" y="58746"/>
                </a:lnTo>
                <a:lnTo>
                  <a:pt x="32540" y="58746"/>
                </a:lnTo>
                <a:lnTo>
                  <a:pt x="32540" y="52674"/>
                </a:lnTo>
                <a:close/>
                <a:moveTo>
                  <a:pt x="45673" y="52674"/>
                </a:moveTo>
                <a:lnTo>
                  <a:pt x="45673" y="58746"/>
                </a:lnTo>
                <a:lnTo>
                  <a:pt x="39601" y="58746"/>
                </a:lnTo>
                <a:lnTo>
                  <a:pt x="39601" y="52674"/>
                </a:lnTo>
                <a:close/>
                <a:moveTo>
                  <a:pt x="52721" y="52674"/>
                </a:moveTo>
                <a:lnTo>
                  <a:pt x="52721" y="58746"/>
                </a:lnTo>
                <a:lnTo>
                  <a:pt x="46649" y="58746"/>
                </a:lnTo>
                <a:lnTo>
                  <a:pt x="46649" y="52674"/>
                </a:lnTo>
                <a:close/>
                <a:moveTo>
                  <a:pt x="59782" y="52674"/>
                </a:moveTo>
                <a:lnTo>
                  <a:pt x="59782" y="58746"/>
                </a:lnTo>
                <a:lnTo>
                  <a:pt x="53709" y="58746"/>
                </a:lnTo>
                <a:lnTo>
                  <a:pt x="53709" y="52674"/>
                </a:lnTo>
                <a:close/>
                <a:moveTo>
                  <a:pt x="88011" y="52674"/>
                </a:moveTo>
                <a:lnTo>
                  <a:pt x="88011" y="58746"/>
                </a:lnTo>
                <a:lnTo>
                  <a:pt x="81927" y="58746"/>
                </a:lnTo>
                <a:lnTo>
                  <a:pt x="81927" y="52674"/>
                </a:lnTo>
                <a:close/>
                <a:moveTo>
                  <a:pt x="95060" y="52674"/>
                </a:moveTo>
                <a:lnTo>
                  <a:pt x="95060" y="58746"/>
                </a:lnTo>
                <a:lnTo>
                  <a:pt x="88988" y="58746"/>
                </a:lnTo>
                <a:lnTo>
                  <a:pt x="88988" y="52674"/>
                </a:lnTo>
                <a:close/>
                <a:moveTo>
                  <a:pt x="123278" y="52674"/>
                </a:moveTo>
                <a:lnTo>
                  <a:pt x="123278" y="58746"/>
                </a:lnTo>
                <a:lnTo>
                  <a:pt x="117205" y="58746"/>
                </a:lnTo>
                <a:lnTo>
                  <a:pt x="117205" y="52674"/>
                </a:lnTo>
                <a:close/>
                <a:moveTo>
                  <a:pt x="130338" y="52674"/>
                </a:moveTo>
                <a:lnTo>
                  <a:pt x="130338" y="58746"/>
                </a:lnTo>
                <a:lnTo>
                  <a:pt x="124254" y="58746"/>
                </a:lnTo>
                <a:lnTo>
                  <a:pt x="124254" y="52674"/>
                </a:lnTo>
                <a:close/>
                <a:moveTo>
                  <a:pt x="144447" y="52674"/>
                </a:moveTo>
                <a:lnTo>
                  <a:pt x="144447" y="58746"/>
                </a:lnTo>
                <a:lnTo>
                  <a:pt x="138375" y="58746"/>
                </a:lnTo>
                <a:lnTo>
                  <a:pt x="138375" y="52674"/>
                </a:lnTo>
                <a:close/>
                <a:moveTo>
                  <a:pt x="151495" y="52674"/>
                </a:moveTo>
                <a:lnTo>
                  <a:pt x="151495" y="58746"/>
                </a:lnTo>
                <a:lnTo>
                  <a:pt x="145423" y="58746"/>
                </a:lnTo>
                <a:lnTo>
                  <a:pt x="145423" y="52674"/>
                </a:lnTo>
                <a:close/>
                <a:moveTo>
                  <a:pt x="158556" y="52674"/>
                </a:moveTo>
                <a:lnTo>
                  <a:pt x="158556" y="58746"/>
                </a:lnTo>
                <a:lnTo>
                  <a:pt x="152484" y="58746"/>
                </a:lnTo>
                <a:lnTo>
                  <a:pt x="152484" y="52674"/>
                </a:lnTo>
                <a:close/>
                <a:moveTo>
                  <a:pt x="165604" y="52674"/>
                </a:moveTo>
                <a:lnTo>
                  <a:pt x="165604" y="58746"/>
                </a:lnTo>
                <a:lnTo>
                  <a:pt x="159532" y="58746"/>
                </a:lnTo>
                <a:lnTo>
                  <a:pt x="159532" y="52674"/>
                </a:lnTo>
                <a:close/>
                <a:moveTo>
                  <a:pt x="172665" y="52674"/>
                </a:moveTo>
                <a:lnTo>
                  <a:pt x="172665" y="58746"/>
                </a:lnTo>
                <a:lnTo>
                  <a:pt x="166581" y="58746"/>
                </a:lnTo>
                <a:lnTo>
                  <a:pt x="166581" y="52674"/>
                </a:lnTo>
                <a:close/>
                <a:moveTo>
                  <a:pt x="179713" y="52674"/>
                </a:moveTo>
                <a:lnTo>
                  <a:pt x="179713" y="58746"/>
                </a:lnTo>
                <a:lnTo>
                  <a:pt x="173641" y="58746"/>
                </a:lnTo>
                <a:lnTo>
                  <a:pt x="173641" y="52674"/>
                </a:lnTo>
                <a:close/>
                <a:moveTo>
                  <a:pt x="186774" y="52674"/>
                </a:moveTo>
                <a:lnTo>
                  <a:pt x="186774" y="58746"/>
                </a:lnTo>
                <a:lnTo>
                  <a:pt x="180702" y="58746"/>
                </a:lnTo>
                <a:lnTo>
                  <a:pt x="180702" y="52674"/>
                </a:lnTo>
                <a:close/>
                <a:moveTo>
                  <a:pt x="193822" y="52674"/>
                </a:moveTo>
                <a:lnTo>
                  <a:pt x="193822" y="58746"/>
                </a:lnTo>
                <a:lnTo>
                  <a:pt x="187750" y="58746"/>
                </a:lnTo>
                <a:lnTo>
                  <a:pt x="187750" y="52674"/>
                </a:lnTo>
                <a:close/>
                <a:moveTo>
                  <a:pt x="200883" y="52674"/>
                </a:moveTo>
                <a:lnTo>
                  <a:pt x="200883" y="58746"/>
                </a:lnTo>
                <a:lnTo>
                  <a:pt x="194810" y="58746"/>
                </a:lnTo>
                <a:lnTo>
                  <a:pt x="194810" y="52674"/>
                </a:lnTo>
                <a:close/>
                <a:moveTo>
                  <a:pt x="207931" y="52674"/>
                </a:moveTo>
                <a:lnTo>
                  <a:pt x="207931" y="58746"/>
                </a:lnTo>
                <a:lnTo>
                  <a:pt x="201859" y="58746"/>
                </a:lnTo>
                <a:lnTo>
                  <a:pt x="201859" y="52674"/>
                </a:lnTo>
                <a:close/>
                <a:moveTo>
                  <a:pt x="214992" y="52674"/>
                </a:moveTo>
                <a:lnTo>
                  <a:pt x="214992" y="58746"/>
                </a:lnTo>
                <a:lnTo>
                  <a:pt x="208919" y="58746"/>
                </a:lnTo>
                <a:lnTo>
                  <a:pt x="208919" y="52674"/>
                </a:lnTo>
                <a:close/>
                <a:moveTo>
                  <a:pt x="222052" y="52674"/>
                </a:moveTo>
                <a:lnTo>
                  <a:pt x="222052" y="58746"/>
                </a:lnTo>
                <a:lnTo>
                  <a:pt x="215968" y="58746"/>
                </a:lnTo>
                <a:lnTo>
                  <a:pt x="215968" y="52674"/>
                </a:lnTo>
                <a:close/>
                <a:moveTo>
                  <a:pt x="229100" y="52674"/>
                </a:moveTo>
                <a:lnTo>
                  <a:pt x="229100" y="58746"/>
                </a:lnTo>
                <a:lnTo>
                  <a:pt x="223028" y="58746"/>
                </a:lnTo>
                <a:lnTo>
                  <a:pt x="223028" y="52674"/>
                </a:lnTo>
                <a:close/>
                <a:moveTo>
                  <a:pt x="236161" y="52674"/>
                </a:moveTo>
                <a:lnTo>
                  <a:pt x="236161" y="58746"/>
                </a:lnTo>
                <a:lnTo>
                  <a:pt x="230077" y="58746"/>
                </a:lnTo>
                <a:lnTo>
                  <a:pt x="230077" y="52674"/>
                </a:lnTo>
                <a:close/>
                <a:moveTo>
                  <a:pt x="243209" y="52674"/>
                </a:moveTo>
                <a:lnTo>
                  <a:pt x="243209" y="58746"/>
                </a:lnTo>
                <a:lnTo>
                  <a:pt x="237137" y="58746"/>
                </a:lnTo>
                <a:lnTo>
                  <a:pt x="237137" y="52674"/>
                </a:lnTo>
                <a:close/>
                <a:moveTo>
                  <a:pt x="250270" y="52674"/>
                </a:moveTo>
                <a:lnTo>
                  <a:pt x="250270" y="58746"/>
                </a:lnTo>
                <a:lnTo>
                  <a:pt x="244198" y="58746"/>
                </a:lnTo>
                <a:lnTo>
                  <a:pt x="244198" y="52674"/>
                </a:lnTo>
                <a:close/>
                <a:moveTo>
                  <a:pt x="257318" y="52674"/>
                </a:moveTo>
                <a:lnTo>
                  <a:pt x="257318" y="58746"/>
                </a:lnTo>
                <a:lnTo>
                  <a:pt x="251246" y="58746"/>
                </a:lnTo>
                <a:lnTo>
                  <a:pt x="251246" y="52674"/>
                </a:lnTo>
                <a:close/>
                <a:moveTo>
                  <a:pt x="264379" y="52674"/>
                </a:moveTo>
                <a:lnTo>
                  <a:pt x="264379" y="58746"/>
                </a:lnTo>
                <a:lnTo>
                  <a:pt x="258306" y="58746"/>
                </a:lnTo>
                <a:lnTo>
                  <a:pt x="258306" y="52674"/>
                </a:lnTo>
                <a:close/>
                <a:moveTo>
                  <a:pt x="271427" y="52674"/>
                </a:moveTo>
                <a:lnTo>
                  <a:pt x="271427" y="58746"/>
                </a:lnTo>
                <a:lnTo>
                  <a:pt x="265355" y="58746"/>
                </a:lnTo>
                <a:lnTo>
                  <a:pt x="265355" y="52674"/>
                </a:lnTo>
                <a:close/>
                <a:moveTo>
                  <a:pt x="278488" y="52674"/>
                </a:moveTo>
                <a:lnTo>
                  <a:pt x="278488" y="58746"/>
                </a:lnTo>
                <a:lnTo>
                  <a:pt x="272415" y="58746"/>
                </a:lnTo>
                <a:lnTo>
                  <a:pt x="272415" y="52674"/>
                </a:lnTo>
                <a:close/>
                <a:moveTo>
                  <a:pt x="60758" y="52674"/>
                </a:moveTo>
                <a:lnTo>
                  <a:pt x="66842" y="52686"/>
                </a:lnTo>
                <a:lnTo>
                  <a:pt x="66842" y="58758"/>
                </a:lnTo>
                <a:lnTo>
                  <a:pt x="60758" y="58758"/>
                </a:lnTo>
                <a:lnTo>
                  <a:pt x="60758" y="52674"/>
                </a:lnTo>
                <a:close/>
                <a:moveTo>
                  <a:pt x="67818" y="52674"/>
                </a:moveTo>
                <a:lnTo>
                  <a:pt x="73902" y="52686"/>
                </a:lnTo>
                <a:lnTo>
                  <a:pt x="73902" y="58758"/>
                </a:lnTo>
                <a:lnTo>
                  <a:pt x="67818" y="58758"/>
                </a:lnTo>
                <a:lnTo>
                  <a:pt x="67818" y="52674"/>
                </a:lnTo>
                <a:close/>
                <a:moveTo>
                  <a:pt x="74879" y="52674"/>
                </a:moveTo>
                <a:lnTo>
                  <a:pt x="80951" y="52686"/>
                </a:lnTo>
                <a:lnTo>
                  <a:pt x="80951" y="58758"/>
                </a:lnTo>
                <a:lnTo>
                  <a:pt x="74879" y="58758"/>
                </a:lnTo>
                <a:lnTo>
                  <a:pt x="74879" y="52674"/>
                </a:lnTo>
                <a:close/>
                <a:moveTo>
                  <a:pt x="96036" y="52674"/>
                </a:moveTo>
                <a:lnTo>
                  <a:pt x="102120" y="52686"/>
                </a:lnTo>
                <a:lnTo>
                  <a:pt x="102120" y="58758"/>
                </a:lnTo>
                <a:lnTo>
                  <a:pt x="96036" y="58758"/>
                </a:lnTo>
                <a:lnTo>
                  <a:pt x="96036" y="52674"/>
                </a:lnTo>
                <a:close/>
                <a:moveTo>
                  <a:pt x="103097" y="52674"/>
                </a:moveTo>
                <a:lnTo>
                  <a:pt x="109169" y="52686"/>
                </a:lnTo>
                <a:lnTo>
                  <a:pt x="109169" y="58758"/>
                </a:lnTo>
                <a:lnTo>
                  <a:pt x="103097" y="58758"/>
                </a:lnTo>
                <a:lnTo>
                  <a:pt x="103097" y="52674"/>
                </a:lnTo>
                <a:close/>
                <a:moveTo>
                  <a:pt x="110157" y="52674"/>
                </a:moveTo>
                <a:lnTo>
                  <a:pt x="116229" y="52686"/>
                </a:lnTo>
                <a:lnTo>
                  <a:pt x="116229" y="58758"/>
                </a:lnTo>
                <a:lnTo>
                  <a:pt x="110157" y="58758"/>
                </a:lnTo>
                <a:lnTo>
                  <a:pt x="110157" y="52674"/>
                </a:lnTo>
                <a:close/>
                <a:moveTo>
                  <a:pt x="131314" y="52674"/>
                </a:moveTo>
                <a:lnTo>
                  <a:pt x="137387" y="52686"/>
                </a:lnTo>
                <a:lnTo>
                  <a:pt x="137387" y="58758"/>
                </a:lnTo>
                <a:lnTo>
                  <a:pt x="131314" y="58758"/>
                </a:lnTo>
                <a:lnTo>
                  <a:pt x="131314" y="52674"/>
                </a:lnTo>
                <a:close/>
                <a:moveTo>
                  <a:pt x="17443" y="59734"/>
                </a:moveTo>
                <a:lnTo>
                  <a:pt x="17443" y="65806"/>
                </a:lnTo>
                <a:lnTo>
                  <a:pt x="11371" y="65806"/>
                </a:lnTo>
                <a:lnTo>
                  <a:pt x="11371" y="59734"/>
                </a:lnTo>
                <a:close/>
                <a:moveTo>
                  <a:pt x="24503" y="59734"/>
                </a:moveTo>
                <a:lnTo>
                  <a:pt x="24503" y="65806"/>
                </a:lnTo>
                <a:lnTo>
                  <a:pt x="18431" y="65806"/>
                </a:lnTo>
                <a:lnTo>
                  <a:pt x="18431" y="59734"/>
                </a:lnTo>
                <a:close/>
                <a:moveTo>
                  <a:pt x="31564" y="59734"/>
                </a:moveTo>
                <a:lnTo>
                  <a:pt x="31564" y="65806"/>
                </a:lnTo>
                <a:lnTo>
                  <a:pt x="25492" y="65806"/>
                </a:lnTo>
                <a:lnTo>
                  <a:pt x="25492" y="59734"/>
                </a:lnTo>
                <a:close/>
                <a:moveTo>
                  <a:pt x="38612" y="59734"/>
                </a:moveTo>
                <a:lnTo>
                  <a:pt x="38612" y="65806"/>
                </a:lnTo>
                <a:lnTo>
                  <a:pt x="32540" y="65806"/>
                </a:lnTo>
                <a:lnTo>
                  <a:pt x="32540" y="59734"/>
                </a:lnTo>
                <a:close/>
                <a:moveTo>
                  <a:pt x="45673" y="59734"/>
                </a:moveTo>
                <a:lnTo>
                  <a:pt x="45673" y="65806"/>
                </a:lnTo>
                <a:lnTo>
                  <a:pt x="39601" y="65806"/>
                </a:lnTo>
                <a:lnTo>
                  <a:pt x="39601" y="59734"/>
                </a:lnTo>
                <a:close/>
                <a:moveTo>
                  <a:pt x="52721" y="59734"/>
                </a:moveTo>
                <a:lnTo>
                  <a:pt x="52721" y="65806"/>
                </a:lnTo>
                <a:lnTo>
                  <a:pt x="46649" y="65806"/>
                </a:lnTo>
                <a:lnTo>
                  <a:pt x="46649" y="59734"/>
                </a:lnTo>
                <a:close/>
                <a:moveTo>
                  <a:pt x="59782" y="59734"/>
                </a:moveTo>
                <a:lnTo>
                  <a:pt x="59782" y="65806"/>
                </a:lnTo>
                <a:lnTo>
                  <a:pt x="53709" y="65806"/>
                </a:lnTo>
                <a:lnTo>
                  <a:pt x="53709" y="59734"/>
                </a:lnTo>
                <a:close/>
                <a:moveTo>
                  <a:pt x="66842" y="59734"/>
                </a:moveTo>
                <a:lnTo>
                  <a:pt x="66842" y="65806"/>
                </a:lnTo>
                <a:lnTo>
                  <a:pt x="60758" y="65806"/>
                </a:lnTo>
                <a:lnTo>
                  <a:pt x="60758" y="59734"/>
                </a:lnTo>
                <a:close/>
                <a:moveTo>
                  <a:pt x="73902" y="59734"/>
                </a:moveTo>
                <a:lnTo>
                  <a:pt x="73902" y="65806"/>
                </a:lnTo>
                <a:lnTo>
                  <a:pt x="67818" y="65806"/>
                </a:lnTo>
                <a:lnTo>
                  <a:pt x="67818" y="59734"/>
                </a:lnTo>
                <a:close/>
                <a:moveTo>
                  <a:pt x="80951" y="59734"/>
                </a:moveTo>
                <a:lnTo>
                  <a:pt x="80951" y="65806"/>
                </a:lnTo>
                <a:lnTo>
                  <a:pt x="74879" y="65806"/>
                </a:lnTo>
                <a:lnTo>
                  <a:pt x="74879" y="59734"/>
                </a:lnTo>
                <a:close/>
                <a:moveTo>
                  <a:pt x="88011" y="59734"/>
                </a:moveTo>
                <a:lnTo>
                  <a:pt x="88011" y="65806"/>
                </a:lnTo>
                <a:lnTo>
                  <a:pt x="81927" y="65806"/>
                </a:lnTo>
                <a:lnTo>
                  <a:pt x="81927" y="59734"/>
                </a:lnTo>
                <a:close/>
                <a:moveTo>
                  <a:pt x="95060" y="59734"/>
                </a:moveTo>
                <a:lnTo>
                  <a:pt x="95060" y="65806"/>
                </a:lnTo>
                <a:lnTo>
                  <a:pt x="88988" y="65806"/>
                </a:lnTo>
                <a:lnTo>
                  <a:pt x="88988" y="59734"/>
                </a:lnTo>
                <a:close/>
                <a:moveTo>
                  <a:pt x="123278" y="59734"/>
                </a:moveTo>
                <a:lnTo>
                  <a:pt x="123278" y="65806"/>
                </a:lnTo>
                <a:lnTo>
                  <a:pt x="117205" y="65806"/>
                </a:lnTo>
                <a:lnTo>
                  <a:pt x="117205" y="59734"/>
                </a:lnTo>
                <a:close/>
                <a:moveTo>
                  <a:pt x="130338" y="59734"/>
                </a:moveTo>
                <a:lnTo>
                  <a:pt x="130338" y="65806"/>
                </a:lnTo>
                <a:lnTo>
                  <a:pt x="124254" y="65806"/>
                </a:lnTo>
                <a:lnTo>
                  <a:pt x="124254" y="59734"/>
                </a:lnTo>
                <a:close/>
                <a:moveTo>
                  <a:pt x="144447" y="59734"/>
                </a:moveTo>
                <a:lnTo>
                  <a:pt x="144447" y="65806"/>
                </a:lnTo>
                <a:lnTo>
                  <a:pt x="138375" y="65806"/>
                </a:lnTo>
                <a:lnTo>
                  <a:pt x="138375" y="59734"/>
                </a:lnTo>
                <a:close/>
                <a:moveTo>
                  <a:pt x="151495" y="59734"/>
                </a:moveTo>
                <a:lnTo>
                  <a:pt x="151495" y="65806"/>
                </a:lnTo>
                <a:lnTo>
                  <a:pt x="145423" y="65806"/>
                </a:lnTo>
                <a:lnTo>
                  <a:pt x="145423" y="59734"/>
                </a:lnTo>
                <a:close/>
                <a:moveTo>
                  <a:pt x="158556" y="59734"/>
                </a:moveTo>
                <a:lnTo>
                  <a:pt x="158556" y="65806"/>
                </a:lnTo>
                <a:lnTo>
                  <a:pt x="152484" y="65806"/>
                </a:lnTo>
                <a:lnTo>
                  <a:pt x="152484" y="59734"/>
                </a:lnTo>
                <a:close/>
                <a:moveTo>
                  <a:pt x="165604" y="59734"/>
                </a:moveTo>
                <a:lnTo>
                  <a:pt x="165604" y="65806"/>
                </a:lnTo>
                <a:lnTo>
                  <a:pt x="159532" y="65806"/>
                </a:lnTo>
                <a:lnTo>
                  <a:pt x="159532" y="59734"/>
                </a:lnTo>
                <a:close/>
                <a:moveTo>
                  <a:pt x="172665" y="59734"/>
                </a:moveTo>
                <a:lnTo>
                  <a:pt x="172665" y="65806"/>
                </a:lnTo>
                <a:lnTo>
                  <a:pt x="166581" y="65806"/>
                </a:lnTo>
                <a:lnTo>
                  <a:pt x="166581" y="59734"/>
                </a:lnTo>
                <a:close/>
                <a:moveTo>
                  <a:pt x="179713" y="59734"/>
                </a:moveTo>
                <a:lnTo>
                  <a:pt x="179713" y="65806"/>
                </a:lnTo>
                <a:lnTo>
                  <a:pt x="173641" y="65806"/>
                </a:lnTo>
                <a:lnTo>
                  <a:pt x="173641" y="59734"/>
                </a:lnTo>
                <a:close/>
                <a:moveTo>
                  <a:pt x="186774" y="59734"/>
                </a:moveTo>
                <a:lnTo>
                  <a:pt x="186774" y="65806"/>
                </a:lnTo>
                <a:lnTo>
                  <a:pt x="180702" y="65806"/>
                </a:lnTo>
                <a:lnTo>
                  <a:pt x="180702" y="59734"/>
                </a:lnTo>
                <a:close/>
                <a:moveTo>
                  <a:pt x="193822" y="59734"/>
                </a:moveTo>
                <a:lnTo>
                  <a:pt x="193822" y="65806"/>
                </a:lnTo>
                <a:lnTo>
                  <a:pt x="187750" y="65806"/>
                </a:lnTo>
                <a:lnTo>
                  <a:pt x="187750" y="59734"/>
                </a:lnTo>
                <a:close/>
                <a:moveTo>
                  <a:pt x="200883" y="59734"/>
                </a:moveTo>
                <a:lnTo>
                  <a:pt x="200883" y="65806"/>
                </a:lnTo>
                <a:lnTo>
                  <a:pt x="194810" y="65806"/>
                </a:lnTo>
                <a:lnTo>
                  <a:pt x="194810" y="59734"/>
                </a:lnTo>
                <a:close/>
                <a:moveTo>
                  <a:pt x="207931" y="59734"/>
                </a:moveTo>
                <a:lnTo>
                  <a:pt x="207931" y="65806"/>
                </a:lnTo>
                <a:lnTo>
                  <a:pt x="201859" y="65806"/>
                </a:lnTo>
                <a:lnTo>
                  <a:pt x="201859" y="59734"/>
                </a:lnTo>
                <a:close/>
                <a:moveTo>
                  <a:pt x="214992" y="59734"/>
                </a:moveTo>
                <a:lnTo>
                  <a:pt x="214992" y="65806"/>
                </a:lnTo>
                <a:lnTo>
                  <a:pt x="208919" y="65806"/>
                </a:lnTo>
                <a:lnTo>
                  <a:pt x="208919" y="59734"/>
                </a:lnTo>
                <a:close/>
                <a:moveTo>
                  <a:pt x="222052" y="59734"/>
                </a:moveTo>
                <a:lnTo>
                  <a:pt x="222052" y="65806"/>
                </a:lnTo>
                <a:lnTo>
                  <a:pt x="215968" y="65806"/>
                </a:lnTo>
                <a:lnTo>
                  <a:pt x="215968" y="59734"/>
                </a:lnTo>
                <a:close/>
                <a:moveTo>
                  <a:pt x="229100" y="59734"/>
                </a:moveTo>
                <a:lnTo>
                  <a:pt x="229100" y="65806"/>
                </a:lnTo>
                <a:lnTo>
                  <a:pt x="223028" y="65806"/>
                </a:lnTo>
                <a:lnTo>
                  <a:pt x="223028" y="59734"/>
                </a:lnTo>
                <a:close/>
                <a:moveTo>
                  <a:pt x="236161" y="59734"/>
                </a:moveTo>
                <a:lnTo>
                  <a:pt x="236161" y="65806"/>
                </a:lnTo>
                <a:lnTo>
                  <a:pt x="230077" y="65806"/>
                </a:lnTo>
                <a:lnTo>
                  <a:pt x="230077" y="59734"/>
                </a:lnTo>
                <a:close/>
                <a:moveTo>
                  <a:pt x="243209" y="59734"/>
                </a:moveTo>
                <a:lnTo>
                  <a:pt x="243209" y="65806"/>
                </a:lnTo>
                <a:lnTo>
                  <a:pt x="237137" y="65806"/>
                </a:lnTo>
                <a:lnTo>
                  <a:pt x="237137" y="59734"/>
                </a:lnTo>
                <a:close/>
                <a:moveTo>
                  <a:pt x="250270" y="59734"/>
                </a:moveTo>
                <a:lnTo>
                  <a:pt x="250270" y="65806"/>
                </a:lnTo>
                <a:lnTo>
                  <a:pt x="244198" y="65806"/>
                </a:lnTo>
                <a:lnTo>
                  <a:pt x="244198" y="59734"/>
                </a:lnTo>
                <a:close/>
                <a:moveTo>
                  <a:pt x="257318" y="59734"/>
                </a:moveTo>
                <a:lnTo>
                  <a:pt x="257318" y="65806"/>
                </a:lnTo>
                <a:lnTo>
                  <a:pt x="251246" y="65806"/>
                </a:lnTo>
                <a:lnTo>
                  <a:pt x="251246" y="59734"/>
                </a:lnTo>
                <a:close/>
                <a:moveTo>
                  <a:pt x="264379" y="59734"/>
                </a:moveTo>
                <a:lnTo>
                  <a:pt x="264379" y="65806"/>
                </a:lnTo>
                <a:lnTo>
                  <a:pt x="258306" y="65806"/>
                </a:lnTo>
                <a:lnTo>
                  <a:pt x="258306" y="59734"/>
                </a:lnTo>
                <a:close/>
                <a:moveTo>
                  <a:pt x="271427" y="59734"/>
                </a:moveTo>
                <a:lnTo>
                  <a:pt x="271427" y="65806"/>
                </a:lnTo>
                <a:lnTo>
                  <a:pt x="265355" y="65806"/>
                </a:lnTo>
                <a:lnTo>
                  <a:pt x="265355" y="59734"/>
                </a:lnTo>
                <a:close/>
                <a:moveTo>
                  <a:pt x="278488" y="59734"/>
                </a:moveTo>
                <a:lnTo>
                  <a:pt x="278488" y="65806"/>
                </a:lnTo>
                <a:lnTo>
                  <a:pt x="272415" y="65806"/>
                </a:lnTo>
                <a:lnTo>
                  <a:pt x="272415" y="59734"/>
                </a:lnTo>
                <a:close/>
                <a:moveTo>
                  <a:pt x="102120" y="59734"/>
                </a:moveTo>
                <a:lnTo>
                  <a:pt x="102120" y="65818"/>
                </a:lnTo>
                <a:lnTo>
                  <a:pt x="96036" y="65818"/>
                </a:lnTo>
                <a:lnTo>
                  <a:pt x="96036" y="59734"/>
                </a:lnTo>
                <a:close/>
                <a:moveTo>
                  <a:pt x="109169" y="59734"/>
                </a:moveTo>
                <a:lnTo>
                  <a:pt x="109169" y="65818"/>
                </a:lnTo>
                <a:lnTo>
                  <a:pt x="103097" y="65818"/>
                </a:lnTo>
                <a:lnTo>
                  <a:pt x="103097" y="59734"/>
                </a:lnTo>
                <a:close/>
                <a:moveTo>
                  <a:pt x="116229" y="59734"/>
                </a:moveTo>
                <a:lnTo>
                  <a:pt x="116229" y="65818"/>
                </a:lnTo>
                <a:lnTo>
                  <a:pt x="110157" y="65818"/>
                </a:lnTo>
                <a:lnTo>
                  <a:pt x="110157" y="59734"/>
                </a:lnTo>
                <a:close/>
                <a:moveTo>
                  <a:pt x="137387" y="59734"/>
                </a:moveTo>
                <a:lnTo>
                  <a:pt x="137387" y="65818"/>
                </a:lnTo>
                <a:lnTo>
                  <a:pt x="131314" y="65818"/>
                </a:lnTo>
                <a:lnTo>
                  <a:pt x="131314" y="59734"/>
                </a:lnTo>
                <a:close/>
                <a:moveTo>
                  <a:pt x="17443" y="66783"/>
                </a:moveTo>
                <a:lnTo>
                  <a:pt x="17443" y="72867"/>
                </a:lnTo>
                <a:lnTo>
                  <a:pt x="11371" y="72867"/>
                </a:lnTo>
                <a:lnTo>
                  <a:pt x="11371" y="66783"/>
                </a:lnTo>
                <a:close/>
                <a:moveTo>
                  <a:pt x="24503" y="66783"/>
                </a:moveTo>
                <a:lnTo>
                  <a:pt x="24503" y="72867"/>
                </a:lnTo>
                <a:lnTo>
                  <a:pt x="18431" y="72867"/>
                </a:lnTo>
                <a:lnTo>
                  <a:pt x="18431" y="66783"/>
                </a:lnTo>
                <a:close/>
                <a:moveTo>
                  <a:pt x="31564" y="66783"/>
                </a:moveTo>
                <a:lnTo>
                  <a:pt x="31564" y="72867"/>
                </a:lnTo>
                <a:lnTo>
                  <a:pt x="25492" y="72867"/>
                </a:lnTo>
                <a:lnTo>
                  <a:pt x="25492" y="66783"/>
                </a:lnTo>
                <a:close/>
                <a:moveTo>
                  <a:pt x="38612" y="66783"/>
                </a:moveTo>
                <a:lnTo>
                  <a:pt x="38612" y="72867"/>
                </a:lnTo>
                <a:lnTo>
                  <a:pt x="32540" y="72867"/>
                </a:lnTo>
                <a:lnTo>
                  <a:pt x="32540" y="66783"/>
                </a:lnTo>
                <a:close/>
                <a:moveTo>
                  <a:pt x="45673" y="66783"/>
                </a:moveTo>
                <a:lnTo>
                  <a:pt x="45673" y="72867"/>
                </a:lnTo>
                <a:lnTo>
                  <a:pt x="39601" y="72867"/>
                </a:lnTo>
                <a:lnTo>
                  <a:pt x="39601" y="66783"/>
                </a:lnTo>
                <a:close/>
                <a:moveTo>
                  <a:pt x="52721" y="66783"/>
                </a:moveTo>
                <a:lnTo>
                  <a:pt x="52721" y="72867"/>
                </a:lnTo>
                <a:lnTo>
                  <a:pt x="46649" y="72867"/>
                </a:lnTo>
                <a:lnTo>
                  <a:pt x="46649" y="66783"/>
                </a:lnTo>
                <a:close/>
                <a:moveTo>
                  <a:pt x="59782" y="66783"/>
                </a:moveTo>
                <a:lnTo>
                  <a:pt x="59782" y="72867"/>
                </a:lnTo>
                <a:lnTo>
                  <a:pt x="53709" y="72867"/>
                </a:lnTo>
                <a:lnTo>
                  <a:pt x="53709" y="66783"/>
                </a:lnTo>
                <a:close/>
                <a:moveTo>
                  <a:pt x="60758" y="66783"/>
                </a:moveTo>
                <a:lnTo>
                  <a:pt x="66842" y="66795"/>
                </a:lnTo>
                <a:lnTo>
                  <a:pt x="66842" y="72867"/>
                </a:lnTo>
                <a:lnTo>
                  <a:pt x="60758" y="72867"/>
                </a:lnTo>
                <a:lnTo>
                  <a:pt x="60758" y="66783"/>
                </a:lnTo>
                <a:close/>
                <a:moveTo>
                  <a:pt x="67818" y="66783"/>
                </a:moveTo>
                <a:lnTo>
                  <a:pt x="73902" y="66795"/>
                </a:lnTo>
                <a:lnTo>
                  <a:pt x="73902" y="72867"/>
                </a:lnTo>
                <a:lnTo>
                  <a:pt x="67818" y="72867"/>
                </a:lnTo>
                <a:lnTo>
                  <a:pt x="67818" y="66783"/>
                </a:lnTo>
                <a:close/>
                <a:moveTo>
                  <a:pt x="74879" y="66783"/>
                </a:moveTo>
                <a:lnTo>
                  <a:pt x="80951" y="66795"/>
                </a:lnTo>
                <a:lnTo>
                  <a:pt x="80951" y="72867"/>
                </a:lnTo>
                <a:lnTo>
                  <a:pt x="74879" y="72867"/>
                </a:lnTo>
                <a:lnTo>
                  <a:pt x="74879" y="66783"/>
                </a:lnTo>
                <a:close/>
                <a:moveTo>
                  <a:pt x="88011" y="66783"/>
                </a:moveTo>
                <a:lnTo>
                  <a:pt x="88011" y="72867"/>
                </a:lnTo>
                <a:lnTo>
                  <a:pt x="81927" y="72867"/>
                </a:lnTo>
                <a:lnTo>
                  <a:pt x="81927" y="66783"/>
                </a:lnTo>
                <a:close/>
                <a:moveTo>
                  <a:pt x="95060" y="66783"/>
                </a:moveTo>
                <a:lnTo>
                  <a:pt x="95060" y="72867"/>
                </a:lnTo>
                <a:lnTo>
                  <a:pt x="88988" y="72867"/>
                </a:lnTo>
                <a:lnTo>
                  <a:pt x="88988" y="66783"/>
                </a:lnTo>
                <a:close/>
                <a:moveTo>
                  <a:pt x="96036" y="66783"/>
                </a:moveTo>
                <a:lnTo>
                  <a:pt x="102120" y="66795"/>
                </a:lnTo>
                <a:lnTo>
                  <a:pt x="102120" y="72867"/>
                </a:lnTo>
                <a:lnTo>
                  <a:pt x="96036" y="72867"/>
                </a:lnTo>
                <a:lnTo>
                  <a:pt x="96036" y="66783"/>
                </a:lnTo>
                <a:close/>
                <a:moveTo>
                  <a:pt x="103097" y="66783"/>
                </a:moveTo>
                <a:lnTo>
                  <a:pt x="109169" y="66795"/>
                </a:lnTo>
                <a:lnTo>
                  <a:pt x="109169" y="72867"/>
                </a:lnTo>
                <a:lnTo>
                  <a:pt x="103097" y="72867"/>
                </a:lnTo>
                <a:lnTo>
                  <a:pt x="103097" y="66783"/>
                </a:lnTo>
                <a:close/>
                <a:moveTo>
                  <a:pt x="110157" y="66783"/>
                </a:moveTo>
                <a:lnTo>
                  <a:pt x="116229" y="66795"/>
                </a:lnTo>
                <a:lnTo>
                  <a:pt x="116229" y="72867"/>
                </a:lnTo>
                <a:lnTo>
                  <a:pt x="110157" y="72867"/>
                </a:lnTo>
                <a:lnTo>
                  <a:pt x="110157" y="66783"/>
                </a:lnTo>
                <a:close/>
                <a:moveTo>
                  <a:pt x="123278" y="66783"/>
                </a:moveTo>
                <a:lnTo>
                  <a:pt x="123278" y="72867"/>
                </a:lnTo>
                <a:lnTo>
                  <a:pt x="117205" y="72867"/>
                </a:lnTo>
                <a:lnTo>
                  <a:pt x="117205" y="66783"/>
                </a:lnTo>
                <a:close/>
                <a:moveTo>
                  <a:pt x="130338" y="66783"/>
                </a:moveTo>
                <a:lnTo>
                  <a:pt x="130338" y="72867"/>
                </a:lnTo>
                <a:lnTo>
                  <a:pt x="124254" y="72867"/>
                </a:lnTo>
                <a:lnTo>
                  <a:pt x="124254" y="66783"/>
                </a:lnTo>
                <a:close/>
                <a:moveTo>
                  <a:pt x="131314" y="66783"/>
                </a:moveTo>
                <a:lnTo>
                  <a:pt x="137387" y="66795"/>
                </a:lnTo>
                <a:lnTo>
                  <a:pt x="137387" y="72867"/>
                </a:lnTo>
                <a:lnTo>
                  <a:pt x="131314" y="72867"/>
                </a:lnTo>
                <a:lnTo>
                  <a:pt x="131314" y="66783"/>
                </a:lnTo>
                <a:close/>
                <a:moveTo>
                  <a:pt x="144447" y="66783"/>
                </a:moveTo>
                <a:lnTo>
                  <a:pt x="144447" y="72867"/>
                </a:lnTo>
                <a:lnTo>
                  <a:pt x="138375" y="72867"/>
                </a:lnTo>
                <a:lnTo>
                  <a:pt x="138375" y="66783"/>
                </a:lnTo>
                <a:close/>
                <a:moveTo>
                  <a:pt x="151495" y="66783"/>
                </a:moveTo>
                <a:lnTo>
                  <a:pt x="151495" y="72867"/>
                </a:lnTo>
                <a:lnTo>
                  <a:pt x="145423" y="72867"/>
                </a:lnTo>
                <a:lnTo>
                  <a:pt x="145423" y="66783"/>
                </a:lnTo>
                <a:close/>
                <a:moveTo>
                  <a:pt x="158556" y="66783"/>
                </a:moveTo>
                <a:lnTo>
                  <a:pt x="158556" y="72867"/>
                </a:lnTo>
                <a:lnTo>
                  <a:pt x="152484" y="72867"/>
                </a:lnTo>
                <a:lnTo>
                  <a:pt x="152484" y="66783"/>
                </a:lnTo>
                <a:close/>
                <a:moveTo>
                  <a:pt x="165604" y="66783"/>
                </a:moveTo>
                <a:lnTo>
                  <a:pt x="165604" y="72867"/>
                </a:lnTo>
                <a:lnTo>
                  <a:pt x="159532" y="72867"/>
                </a:lnTo>
                <a:lnTo>
                  <a:pt x="159532" y="66783"/>
                </a:lnTo>
                <a:close/>
                <a:moveTo>
                  <a:pt x="172665" y="66783"/>
                </a:moveTo>
                <a:lnTo>
                  <a:pt x="172665" y="72867"/>
                </a:lnTo>
                <a:lnTo>
                  <a:pt x="166581" y="72867"/>
                </a:lnTo>
                <a:lnTo>
                  <a:pt x="166581" y="66783"/>
                </a:lnTo>
                <a:close/>
                <a:moveTo>
                  <a:pt x="179713" y="66783"/>
                </a:moveTo>
                <a:lnTo>
                  <a:pt x="179713" y="72867"/>
                </a:lnTo>
                <a:lnTo>
                  <a:pt x="173641" y="72867"/>
                </a:lnTo>
                <a:lnTo>
                  <a:pt x="173641" y="66783"/>
                </a:lnTo>
                <a:close/>
                <a:moveTo>
                  <a:pt x="186774" y="66783"/>
                </a:moveTo>
                <a:lnTo>
                  <a:pt x="186774" y="72867"/>
                </a:lnTo>
                <a:lnTo>
                  <a:pt x="180702" y="72867"/>
                </a:lnTo>
                <a:lnTo>
                  <a:pt x="180702" y="66783"/>
                </a:lnTo>
                <a:close/>
                <a:moveTo>
                  <a:pt x="193822" y="66783"/>
                </a:moveTo>
                <a:lnTo>
                  <a:pt x="193822" y="72867"/>
                </a:lnTo>
                <a:lnTo>
                  <a:pt x="187750" y="72867"/>
                </a:lnTo>
                <a:lnTo>
                  <a:pt x="187750" y="66783"/>
                </a:lnTo>
                <a:close/>
                <a:moveTo>
                  <a:pt x="200883" y="66783"/>
                </a:moveTo>
                <a:lnTo>
                  <a:pt x="200883" y="72867"/>
                </a:lnTo>
                <a:lnTo>
                  <a:pt x="194810" y="72867"/>
                </a:lnTo>
                <a:lnTo>
                  <a:pt x="194810" y="66783"/>
                </a:lnTo>
                <a:close/>
                <a:moveTo>
                  <a:pt x="207931" y="66783"/>
                </a:moveTo>
                <a:lnTo>
                  <a:pt x="207931" y="72867"/>
                </a:lnTo>
                <a:lnTo>
                  <a:pt x="201859" y="72867"/>
                </a:lnTo>
                <a:lnTo>
                  <a:pt x="201859" y="66783"/>
                </a:lnTo>
                <a:close/>
                <a:moveTo>
                  <a:pt x="214992" y="66783"/>
                </a:moveTo>
                <a:lnTo>
                  <a:pt x="214992" y="72867"/>
                </a:lnTo>
                <a:lnTo>
                  <a:pt x="208919" y="72867"/>
                </a:lnTo>
                <a:lnTo>
                  <a:pt x="208919" y="66783"/>
                </a:lnTo>
                <a:close/>
                <a:moveTo>
                  <a:pt x="222052" y="66783"/>
                </a:moveTo>
                <a:lnTo>
                  <a:pt x="222052" y="72867"/>
                </a:lnTo>
                <a:lnTo>
                  <a:pt x="215968" y="72867"/>
                </a:lnTo>
                <a:lnTo>
                  <a:pt x="215968" y="66783"/>
                </a:lnTo>
                <a:close/>
                <a:moveTo>
                  <a:pt x="229100" y="66783"/>
                </a:moveTo>
                <a:lnTo>
                  <a:pt x="229100" y="72867"/>
                </a:lnTo>
                <a:lnTo>
                  <a:pt x="223028" y="72867"/>
                </a:lnTo>
                <a:lnTo>
                  <a:pt x="223028" y="66783"/>
                </a:lnTo>
                <a:close/>
                <a:moveTo>
                  <a:pt x="236161" y="66783"/>
                </a:moveTo>
                <a:lnTo>
                  <a:pt x="236161" y="72867"/>
                </a:lnTo>
                <a:lnTo>
                  <a:pt x="230077" y="72867"/>
                </a:lnTo>
                <a:lnTo>
                  <a:pt x="230077" y="66783"/>
                </a:lnTo>
                <a:close/>
                <a:moveTo>
                  <a:pt x="243209" y="66783"/>
                </a:moveTo>
                <a:lnTo>
                  <a:pt x="243209" y="72867"/>
                </a:lnTo>
                <a:lnTo>
                  <a:pt x="237137" y="72867"/>
                </a:lnTo>
                <a:lnTo>
                  <a:pt x="237137" y="66783"/>
                </a:lnTo>
                <a:close/>
                <a:moveTo>
                  <a:pt x="250270" y="66783"/>
                </a:moveTo>
                <a:lnTo>
                  <a:pt x="250270" y="72867"/>
                </a:lnTo>
                <a:lnTo>
                  <a:pt x="244198" y="72867"/>
                </a:lnTo>
                <a:lnTo>
                  <a:pt x="244198" y="66783"/>
                </a:lnTo>
                <a:close/>
                <a:moveTo>
                  <a:pt x="257318" y="66783"/>
                </a:moveTo>
                <a:lnTo>
                  <a:pt x="257318" y="72867"/>
                </a:lnTo>
                <a:lnTo>
                  <a:pt x="251246" y="72867"/>
                </a:lnTo>
                <a:lnTo>
                  <a:pt x="251246" y="66783"/>
                </a:lnTo>
                <a:close/>
                <a:moveTo>
                  <a:pt x="264379" y="66783"/>
                </a:moveTo>
                <a:lnTo>
                  <a:pt x="264379" y="72867"/>
                </a:lnTo>
                <a:lnTo>
                  <a:pt x="258306" y="72867"/>
                </a:lnTo>
                <a:lnTo>
                  <a:pt x="258306" y="66783"/>
                </a:lnTo>
                <a:close/>
                <a:moveTo>
                  <a:pt x="271427" y="66783"/>
                </a:moveTo>
                <a:lnTo>
                  <a:pt x="271427" y="72867"/>
                </a:lnTo>
                <a:lnTo>
                  <a:pt x="265355" y="72867"/>
                </a:lnTo>
                <a:lnTo>
                  <a:pt x="265355" y="66783"/>
                </a:lnTo>
                <a:close/>
                <a:moveTo>
                  <a:pt x="278488" y="66783"/>
                </a:moveTo>
                <a:lnTo>
                  <a:pt x="278488" y="72867"/>
                </a:lnTo>
                <a:lnTo>
                  <a:pt x="272415" y="72867"/>
                </a:lnTo>
                <a:lnTo>
                  <a:pt x="272415" y="66783"/>
                </a:lnTo>
                <a:close/>
                <a:moveTo>
                  <a:pt x="17443" y="73843"/>
                </a:moveTo>
                <a:lnTo>
                  <a:pt x="17443" y="79915"/>
                </a:lnTo>
                <a:lnTo>
                  <a:pt x="11371" y="79915"/>
                </a:lnTo>
                <a:lnTo>
                  <a:pt x="11371" y="73843"/>
                </a:lnTo>
                <a:close/>
                <a:moveTo>
                  <a:pt x="24503" y="73843"/>
                </a:moveTo>
                <a:lnTo>
                  <a:pt x="24503" y="79915"/>
                </a:lnTo>
                <a:lnTo>
                  <a:pt x="18431" y="79915"/>
                </a:lnTo>
                <a:lnTo>
                  <a:pt x="18431" y="73843"/>
                </a:lnTo>
                <a:close/>
                <a:moveTo>
                  <a:pt x="31564" y="73843"/>
                </a:moveTo>
                <a:lnTo>
                  <a:pt x="31564" y="79915"/>
                </a:lnTo>
                <a:lnTo>
                  <a:pt x="25492" y="79915"/>
                </a:lnTo>
                <a:lnTo>
                  <a:pt x="25492" y="73843"/>
                </a:lnTo>
                <a:close/>
                <a:moveTo>
                  <a:pt x="38612" y="73843"/>
                </a:moveTo>
                <a:lnTo>
                  <a:pt x="38612" y="79915"/>
                </a:lnTo>
                <a:lnTo>
                  <a:pt x="32540" y="79915"/>
                </a:lnTo>
                <a:lnTo>
                  <a:pt x="32540" y="73843"/>
                </a:lnTo>
                <a:close/>
                <a:moveTo>
                  <a:pt x="45673" y="73843"/>
                </a:moveTo>
                <a:lnTo>
                  <a:pt x="45673" y="79915"/>
                </a:lnTo>
                <a:lnTo>
                  <a:pt x="39601" y="79915"/>
                </a:lnTo>
                <a:lnTo>
                  <a:pt x="39601" y="73843"/>
                </a:lnTo>
                <a:close/>
                <a:moveTo>
                  <a:pt x="52721" y="73843"/>
                </a:moveTo>
                <a:lnTo>
                  <a:pt x="52721" y="79915"/>
                </a:lnTo>
                <a:lnTo>
                  <a:pt x="46649" y="79915"/>
                </a:lnTo>
                <a:lnTo>
                  <a:pt x="46649" y="73843"/>
                </a:lnTo>
                <a:close/>
                <a:moveTo>
                  <a:pt x="59782" y="73843"/>
                </a:moveTo>
                <a:lnTo>
                  <a:pt x="59782" y="79915"/>
                </a:lnTo>
                <a:lnTo>
                  <a:pt x="53709" y="79915"/>
                </a:lnTo>
                <a:lnTo>
                  <a:pt x="53709" y="73843"/>
                </a:lnTo>
                <a:close/>
                <a:moveTo>
                  <a:pt x="66842" y="73843"/>
                </a:moveTo>
                <a:lnTo>
                  <a:pt x="66842" y="79915"/>
                </a:lnTo>
                <a:lnTo>
                  <a:pt x="60758" y="79915"/>
                </a:lnTo>
                <a:lnTo>
                  <a:pt x="60758" y="73843"/>
                </a:lnTo>
                <a:close/>
                <a:moveTo>
                  <a:pt x="73902" y="73843"/>
                </a:moveTo>
                <a:lnTo>
                  <a:pt x="73902" y="79915"/>
                </a:lnTo>
                <a:lnTo>
                  <a:pt x="67818" y="79915"/>
                </a:lnTo>
                <a:lnTo>
                  <a:pt x="67818" y="73843"/>
                </a:lnTo>
                <a:close/>
                <a:moveTo>
                  <a:pt x="80951" y="73843"/>
                </a:moveTo>
                <a:lnTo>
                  <a:pt x="80951" y="79915"/>
                </a:lnTo>
                <a:lnTo>
                  <a:pt x="74879" y="79915"/>
                </a:lnTo>
                <a:lnTo>
                  <a:pt x="74879" y="73843"/>
                </a:lnTo>
                <a:close/>
                <a:moveTo>
                  <a:pt x="88011" y="73843"/>
                </a:moveTo>
                <a:lnTo>
                  <a:pt x="88011" y="79915"/>
                </a:lnTo>
                <a:lnTo>
                  <a:pt x="81927" y="79915"/>
                </a:lnTo>
                <a:lnTo>
                  <a:pt x="81927" y="73843"/>
                </a:lnTo>
                <a:close/>
                <a:moveTo>
                  <a:pt x="95060" y="73843"/>
                </a:moveTo>
                <a:lnTo>
                  <a:pt x="95060" y="79915"/>
                </a:lnTo>
                <a:lnTo>
                  <a:pt x="88988" y="79915"/>
                </a:lnTo>
                <a:lnTo>
                  <a:pt x="88988" y="73843"/>
                </a:lnTo>
                <a:close/>
                <a:moveTo>
                  <a:pt x="123278" y="73843"/>
                </a:moveTo>
                <a:lnTo>
                  <a:pt x="123278" y="79915"/>
                </a:lnTo>
                <a:lnTo>
                  <a:pt x="117205" y="79915"/>
                </a:lnTo>
                <a:lnTo>
                  <a:pt x="117205" y="73843"/>
                </a:lnTo>
                <a:close/>
                <a:moveTo>
                  <a:pt x="130338" y="73843"/>
                </a:moveTo>
                <a:lnTo>
                  <a:pt x="130338" y="79915"/>
                </a:lnTo>
                <a:lnTo>
                  <a:pt x="124254" y="79915"/>
                </a:lnTo>
                <a:lnTo>
                  <a:pt x="124254" y="73843"/>
                </a:lnTo>
                <a:close/>
                <a:moveTo>
                  <a:pt x="144447" y="73843"/>
                </a:moveTo>
                <a:lnTo>
                  <a:pt x="144447" y="79915"/>
                </a:lnTo>
                <a:lnTo>
                  <a:pt x="138375" y="79915"/>
                </a:lnTo>
                <a:lnTo>
                  <a:pt x="138375" y="73843"/>
                </a:lnTo>
                <a:close/>
                <a:moveTo>
                  <a:pt x="151495" y="73843"/>
                </a:moveTo>
                <a:lnTo>
                  <a:pt x="151495" y="79915"/>
                </a:lnTo>
                <a:lnTo>
                  <a:pt x="145423" y="79915"/>
                </a:lnTo>
                <a:lnTo>
                  <a:pt x="145423" y="73843"/>
                </a:lnTo>
                <a:close/>
                <a:moveTo>
                  <a:pt x="158556" y="73843"/>
                </a:moveTo>
                <a:lnTo>
                  <a:pt x="158556" y="79915"/>
                </a:lnTo>
                <a:lnTo>
                  <a:pt x="152484" y="79915"/>
                </a:lnTo>
                <a:lnTo>
                  <a:pt x="152484" y="73843"/>
                </a:lnTo>
                <a:close/>
                <a:moveTo>
                  <a:pt x="165604" y="73843"/>
                </a:moveTo>
                <a:lnTo>
                  <a:pt x="165604" y="79915"/>
                </a:lnTo>
                <a:lnTo>
                  <a:pt x="159532" y="79915"/>
                </a:lnTo>
                <a:lnTo>
                  <a:pt x="159532" y="73843"/>
                </a:lnTo>
                <a:close/>
                <a:moveTo>
                  <a:pt x="172665" y="73843"/>
                </a:moveTo>
                <a:lnTo>
                  <a:pt x="172665" y="79915"/>
                </a:lnTo>
                <a:lnTo>
                  <a:pt x="166581" y="79915"/>
                </a:lnTo>
                <a:lnTo>
                  <a:pt x="166581" y="73843"/>
                </a:lnTo>
                <a:close/>
                <a:moveTo>
                  <a:pt x="179713" y="73843"/>
                </a:moveTo>
                <a:lnTo>
                  <a:pt x="179713" y="79915"/>
                </a:lnTo>
                <a:lnTo>
                  <a:pt x="173641" y="79915"/>
                </a:lnTo>
                <a:lnTo>
                  <a:pt x="173641" y="73843"/>
                </a:lnTo>
                <a:close/>
                <a:moveTo>
                  <a:pt x="186774" y="73843"/>
                </a:moveTo>
                <a:lnTo>
                  <a:pt x="186774" y="79915"/>
                </a:lnTo>
                <a:lnTo>
                  <a:pt x="180702" y="79915"/>
                </a:lnTo>
                <a:lnTo>
                  <a:pt x="180702" y="73843"/>
                </a:lnTo>
                <a:close/>
                <a:moveTo>
                  <a:pt x="193822" y="73843"/>
                </a:moveTo>
                <a:lnTo>
                  <a:pt x="193822" y="79915"/>
                </a:lnTo>
                <a:lnTo>
                  <a:pt x="187750" y="79915"/>
                </a:lnTo>
                <a:lnTo>
                  <a:pt x="187750" y="73843"/>
                </a:lnTo>
                <a:close/>
                <a:moveTo>
                  <a:pt x="200883" y="73843"/>
                </a:moveTo>
                <a:lnTo>
                  <a:pt x="200883" y="79915"/>
                </a:lnTo>
                <a:lnTo>
                  <a:pt x="194810" y="79915"/>
                </a:lnTo>
                <a:lnTo>
                  <a:pt x="194810" y="73843"/>
                </a:lnTo>
                <a:close/>
                <a:moveTo>
                  <a:pt x="207931" y="73843"/>
                </a:moveTo>
                <a:lnTo>
                  <a:pt x="207931" y="79915"/>
                </a:lnTo>
                <a:lnTo>
                  <a:pt x="201859" y="79915"/>
                </a:lnTo>
                <a:lnTo>
                  <a:pt x="201859" y="73843"/>
                </a:lnTo>
                <a:close/>
                <a:moveTo>
                  <a:pt x="214992" y="73843"/>
                </a:moveTo>
                <a:lnTo>
                  <a:pt x="214992" y="79915"/>
                </a:lnTo>
                <a:lnTo>
                  <a:pt x="208919" y="79915"/>
                </a:lnTo>
                <a:lnTo>
                  <a:pt x="208919" y="73843"/>
                </a:lnTo>
                <a:close/>
                <a:moveTo>
                  <a:pt x="222052" y="73843"/>
                </a:moveTo>
                <a:lnTo>
                  <a:pt x="222052" y="79915"/>
                </a:lnTo>
                <a:lnTo>
                  <a:pt x="215968" y="79915"/>
                </a:lnTo>
                <a:lnTo>
                  <a:pt x="215968" y="73843"/>
                </a:lnTo>
                <a:close/>
                <a:moveTo>
                  <a:pt x="229100" y="73843"/>
                </a:moveTo>
                <a:lnTo>
                  <a:pt x="229100" y="79915"/>
                </a:lnTo>
                <a:lnTo>
                  <a:pt x="223028" y="79915"/>
                </a:lnTo>
                <a:lnTo>
                  <a:pt x="223028" y="73843"/>
                </a:lnTo>
                <a:close/>
                <a:moveTo>
                  <a:pt x="236161" y="73843"/>
                </a:moveTo>
                <a:lnTo>
                  <a:pt x="236161" y="79915"/>
                </a:lnTo>
                <a:lnTo>
                  <a:pt x="230077" y="79915"/>
                </a:lnTo>
                <a:lnTo>
                  <a:pt x="230077" y="73843"/>
                </a:lnTo>
                <a:close/>
                <a:moveTo>
                  <a:pt x="243209" y="73843"/>
                </a:moveTo>
                <a:lnTo>
                  <a:pt x="243209" y="79915"/>
                </a:lnTo>
                <a:lnTo>
                  <a:pt x="237137" y="79915"/>
                </a:lnTo>
                <a:lnTo>
                  <a:pt x="237137" y="73843"/>
                </a:lnTo>
                <a:close/>
                <a:moveTo>
                  <a:pt x="250270" y="73843"/>
                </a:moveTo>
                <a:lnTo>
                  <a:pt x="250270" y="79915"/>
                </a:lnTo>
                <a:lnTo>
                  <a:pt x="244198" y="79915"/>
                </a:lnTo>
                <a:lnTo>
                  <a:pt x="244198" y="73843"/>
                </a:lnTo>
                <a:close/>
                <a:moveTo>
                  <a:pt x="257318" y="73843"/>
                </a:moveTo>
                <a:lnTo>
                  <a:pt x="257318" y="79915"/>
                </a:lnTo>
                <a:lnTo>
                  <a:pt x="251246" y="79915"/>
                </a:lnTo>
                <a:lnTo>
                  <a:pt x="251246" y="73843"/>
                </a:lnTo>
                <a:close/>
                <a:moveTo>
                  <a:pt x="264379" y="73843"/>
                </a:moveTo>
                <a:lnTo>
                  <a:pt x="264379" y="79915"/>
                </a:lnTo>
                <a:lnTo>
                  <a:pt x="258306" y="79915"/>
                </a:lnTo>
                <a:lnTo>
                  <a:pt x="258306" y="73843"/>
                </a:lnTo>
                <a:close/>
                <a:moveTo>
                  <a:pt x="271427" y="73843"/>
                </a:moveTo>
                <a:lnTo>
                  <a:pt x="271427" y="79915"/>
                </a:lnTo>
                <a:lnTo>
                  <a:pt x="265355" y="79915"/>
                </a:lnTo>
                <a:lnTo>
                  <a:pt x="265355" y="73843"/>
                </a:lnTo>
                <a:close/>
                <a:moveTo>
                  <a:pt x="278488" y="73843"/>
                </a:moveTo>
                <a:lnTo>
                  <a:pt x="278488" y="79915"/>
                </a:lnTo>
                <a:lnTo>
                  <a:pt x="272415" y="79915"/>
                </a:lnTo>
                <a:lnTo>
                  <a:pt x="272415" y="73843"/>
                </a:lnTo>
                <a:close/>
                <a:moveTo>
                  <a:pt x="96036" y="73843"/>
                </a:moveTo>
                <a:lnTo>
                  <a:pt x="102120" y="73855"/>
                </a:lnTo>
                <a:lnTo>
                  <a:pt x="102120" y="79927"/>
                </a:lnTo>
                <a:lnTo>
                  <a:pt x="96036" y="79927"/>
                </a:lnTo>
                <a:lnTo>
                  <a:pt x="96036" y="73843"/>
                </a:lnTo>
                <a:close/>
                <a:moveTo>
                  <a:pt x="103097" y="73843"/>
                </a:moveTo>
                <a:lnTo>
                  <a:pt x="109169" y="73855"/>
                </a:lnTo>
                <a:lnTo>
                  <a:pt x="109169" y="79927"/>
                </a:lnTo>
                <a:lnTo>
                  <a:pt x="103097" y="79927"/>
                </a:lnTo>
                <a:lnTo>
                  <a:pt x="103097" y="73843"/>
                </a:lnTo>
                <a:close/>
                <a:moveTo>
                  <a:pt x="110157" y="73843"/>
                </a:moveTo>
                <a:lnTo>
                  <a:pt x="116229" y="73855"/>
                </a:lnTo>
                <a:lnTo>
                  <a:pt x="116229" y="79927"/>
                </a:lnTo>
                <a:lnTo>
                  <a:pt x="110157" y="79927"/>
                </a:lnTo>
                <a:lnTo>
                  <a:pt x="110157" y="73843"/>
                </a:lnTo>
                <a:close/>
                <a:moveTo>
                  <a:pt x="131314" y="73843"/>
                </a:moveTo>
                <a:lnTo>
                  <a:pt x="137387" y="73855"/>
                </a:lnTo>
                <a:lnTo>
                  <a:pt x="137387" y="79927"/>
                </a:lnTo>
                <a:lnTo>
                  <a:pt x="131314" y="79927"/>
                </a:lnTo>
                <a:lnTo>
                  <a:pt x="131314" y="73843"/>
                </a:lnTo>
                <a:close/>
                <a:moveTo>
                  <a:pt x="17443" y="80903"/>
                </a:moveTo>
                <a:lnTo>
                  <a:pt x="17443" y="86976"/>
                </a:lnTo>
                <a:lnTo>
                  <a:pt x="11371" y="86976"/>
                </a:lnTo>
                <a:lnTo>
                  <a:pt x="11371" y="80903"/>
                </a:lnTo>
                <a:close/>
                <a:moveTo>
                  <a:pt x="24503" y="80903"/>
                </a:moveTo>
                <a:lnTo>
                  <a:pt x="24503" y="86976"/>
                </a:lnTo>
                <a:lnTo>
                  <a:pt x="18431" y="86976"/>
                </a:lnTo>
                <a:lnTo>
                  <a:pt x="18431" y="80903"/>
                </a:lnTo>
                <a:close/>
                <a:moveTo>
                  <a:pt x="31564" y="80903"/>
                </a:moveTo>
                <a:lnTo>
                  <a:pt x="31564" y="86976"/>
                </a:lnTo>
                <a:lnTo>
                  <a:pt x="25492" y="86976"/>
                </a:lnTo>
                <a:lnTo>
                  <a:pt x="25492" y="80903"/>
                </a:lnTo>
                <a:close/>
                <a:moveTo>
                  <a:pt x="38612" y="80903"/>
                </a:moveTo>
                <a:lnTo>
                  <a:pt x="38612" y="86976"/>
                </a:lnTo>
                <a:lnTo>
                  <a:pt x="32540" y="86976"/>
                </a:lnTo>
                <a:lnTo>
                  <a:pt x="32540" y="80903"/>
                </a:lnTo>
                <a:close/>
                <a:moveTo>
                  <a:pt x="45673" y="80903"/>
                </a:moveTo>
                <a:lnTo>
                  <a:pt x="45673" y="86976"/>
                </a:lnTo>
                <a:lnTo>
                  <a:pt x="39601" y="86976"/>
                </a:lnTo>
                <a:lnTo>
                  <a:pt x="39601" y="80903"/>
                </a:lnTo>
                <a:close/>
                <a:moveTo>
                  <a:pt x="52721" y="80903"/>
                </a:moveTo>
                <a:lnTo>
                  <a:pt x="52721" y="86976"/>
                </a:lnTo>
                <a:lnTo>
                  <a:pt x="46649" y="86976"/>
                </a:lnTo>
                <a:lnTo>
                  <a:pt x="46649" y="80903"/>
                </a:lnTo>
                <a:close/>
                <a:moveTo>
                  <a:pt x="59782" y="80903"/>
                </a:moveTo>
                <a:lnTo>
                  <a:pt x="59782" y="86976"/>
                </a:lnTo>
                <a:lnTo>
                  <a:pt x="53709" y="86976"/>
                </a:lnTo>
                <a:lnTo>
                  <a:pt x="53709" y="80903"/>
                </a:lnTo>
                <a:close/>
                <a:moveTo>
                  <a:pt x="66842" y="80903"/>
                </a:moveTo>
                <a:lnTo>
                  <a:pt x="66842" y="86976"/>
                </a:lnTo>
                <a:lnTo>
                  <a:pt x="60758" y="86976"/>
                </a:lnTo>
                <a:lnTo>
                  <a:pt x="60758" y="80903"/>
                </a:lnTo>
                <a:close/>
                <a:moveTo>
                  <a:pt x="73902" y="80903"/>
                </a:moveTo>
                <a:lnTo>
                  <a:pt x="73902" y="86976"/>
                </a:lnTo>
                <a:lnTo>
                  <a:pt x="67818" y="86976"/>
                </a:lnTo>
                <a:lnTo>
                  <a:pt x="67818" y="80903"/>
                </a:lnTo>
                <a:close/>
                <a:moveTo>
                  <a:pt x="80951" y="80903"/>
                </a:moveTo>
                <a:lnTo>
                  <a:pt x="80951" y="86976"/>
                </a:lnTo>
                <a:lnTo>
                  <a:pt x="74879" y="86976"/>
                </a:lnTo>
                <a:lnTo>
                  <a:pt x="74879" y="80903"/>
                </a:lnTo>
                <a:close/>
                <a:moveTo>
                  <a:pt x="88011" y="80903"/>
                </a:moveTo>
                <a:lnTo>
                  <a:pt x="88011" y="86976"/>
                </a:lnTo>
                <a:lnTo>
                  <a:pt x="81927" y="86976"/>
                </a:lnTo>
                <a:lnTo>
                  <a:pt x="81927" y="80903"/>
                </a:lnTo>
                <a:close/>
                <a:moveTo>
                  <a:pt x="95060" y="80903"/>
                </a:moveTo>
                <a:lnTo>
                  <a:pt x="95060" y="86976"/>
                </a:lnTo>
                <a:lnTo>
                  <a:pt x="88988" y="86976"/>
                </a:lnTo>
                <a:lnTo>
                  <a:pt x="88988" y="80903"/>
                </a:lnTo>
                <a:close/>
                <a:moveTo>
                  <a:pt x="102120" y="80903"/>
                </a:moveTo>
                <a:lnTo>
                  <a:pt x="102120" y="86976"/>
                </a:lnTo>
                <a:lnTo>
                  <a:pt x="96036" y="86976"/>
                </a:lnTo>
                <a:lnTo>
                  <a:pt x="96036" y="80903"/>
                </a:lnTo>
                <a:close/>
                <a:moveTo>
                  <a:pt x="109169" y="80903"/>
                </a:moveTo>
                <a:lnTo>
                  <a:pt x="109169" y="86976"/>
                </a:lnTo>
                <a:lnTo>
                  <a:pt x="103097" y="86976"/>
                </a:lnTo>
                <a:lnTo>
                  <a:pt x="103097" y="80903"/>
                </a:lnTo>
                <a:close/>
                <a:moveTo>
                  <a:pt x="116229" y="80903"/>
                </a:moveTo>
                <a:lnTo>
                  <a:pt x="116229" y="86976"/>
                </a:lnTo>
                <a:lnTo>
                  <a:pt x="110157" y="86976"/>
                </a:lnTo>
                <a:lnTo>
                  <a:pt x="110157" y="80903"/>
                </a:lnTo>
                <a:close/>
                <a:moveTo>
                  <a:pt x="123278" y="80903"/>
                </a:moveTo>
                <a:lnTo>
                  <a:pt x="123278" y="86976"/>
                </a:lnTo>
                <a:lnTo>
                  <a:pt x="117205" y="86976"/>
                </a:lnTo>
                <a:lnTo>
                  <a:pt x="117205" y="80903"/>
                </a:lnTo>
                <a:close/>
                <a:moveTo>
                  <a:pt x="130338" y="80903"/>
                </a:moveTo>
                <a:lnTo>
                  <a:pt x="130338" y="86976"/>
                </a:lnTo>
                <a:lnTo>
                  <a:pt x="124254" y="86976"/>
                </a:lnTo>
                <a:lnTo>
                  <a:pt x="124254" y="80903"/>
                </a:lnTo>
                <a:close/>
                <a:moveTo>
                  <a:pt x="137387" y="80903"/>
                </a:moveTo>
                <a:lnTo>
                  <a:pt x="137387" y="86976"/>
                </a:lnTo>
                <a:lnTo>
                  <a:pt x="131314" y="86976"/>
                </a:lnTo>
                <a:lnTo>
                  <a:pt x="131314" y="80903"/>
                </a:lnTo>
                <a:close/>
                <a:moveTo>
                  <a:pt x="144447" y="80903"/>
                </a:moveTo>
                <a:lnTo>
                  <a:pt x="144447" y="86976"/>
                </a:lnTo>
                <a:lnTo>
                  <a:pt x="138375" y="86976"/>
                </a:lnTo>
                <a:lnTo>
                  <a:pt x="138375" y="80903"/>
                </a:lnTo>
                <a:close/>
                <a:moveTo>
                  <a:pt x="151495" y="80903"/>
                </a:moveTo>
                <a:lnTo>
                  <a:pt x="151495" y="86976"/>
                </a:lnTo>
                <a:lnTo>
                  <a:pt x="145423" y="86976"/>
                </a:lnTo>
                <a:lnTo>
                  <a:pt x="145423" y="80903"/>
                </a:lnTo>
                <a:close/>
                <a:moveTo>
                  <a:pt x="158556" y="80903"/>
                </a:moveTo>
                <a:lnTo>
                  <a:pt x="158556" y="86976"/>
                </a:lnTo>
                <a:lnTo>
                  <a:pt x="152484" y="86976"/>
                </a:lnTo>
                <a:lnTo>
                  <a:pt x="152484" y="80903"/>
                </a:lnTo>
                <a:close/>
                <a:moveTo>
                  <a:pt x="165604" y="80903"/>
                </a:moveTo>
                <a:lnTo>
                  <a:pt x="165604" y="86976"/>
                </a:lnTo>
                <a:lnTo>
                  <a:pt x="159532" y="86976"/>
                </a:lnTo>
                <a:lnTo>
                  <a:pt x="159532" y="80903"/>
                </a:lnTo>
                <a:close/>
                <a:moveTo>
                  <a:pt x="172665" y="80903"/>
                </a:moveTo>
                <a:lnTo>
                  <a:pt x="172665" y="86976"/>
                </a:lnTo>
                <a:lnTo>
                  <a:pt x="166581" y="86976"/>
                </a:lnTo>
                <a:lnTo>
                  <a:pt x="166581" y="80903"/>
                </a:lnTo>
                <a:close/>
                <a:moveTo>
                  <a:pt x="179713" y="80903"/>
                </a:moveTo>
                <a:lnTo>
                  <a:pt x="179713" y="86976"/>
                </a:lnTo>
                <a:lnTo>
                  <a:pt x="173641" y="86976"/>
                </a:lnTo>
                <a:lnTo>
                  <a:pt x="173641" y="80903"/>
                </a:lnTo>
                <a:close/>
                <a:moveTo>
                  <a:pt x="186774" y="80903"/>
                </a:moveTo>
                <a:lnTo>
                  <a:pt x="186774" y="86976"/>
                </a:lnTo>
                <a:lnTo>
                  <a:pt x="180702" y="86976"/>
                </a:lnTo>
                <a:lnTo>
                  <a:pt x="180702" y="80903"/>
                </a:lnTo>
                <a:close/>
                <a:moveTo>
                  <a:pt x="193822" y="80903"/>
                </a:moveTo>
                <a:lnTo>
                  <a:pt x="193822" y="86976"/>
                </a:lnTo>
                <a:lnTo>
                  <a:pt x="187750" y="86976"/>
                </a:lnTo>
                <a:lnTo>
                  <a:pt x="187750" y="80903"/>
                </a:lnTo>
                <a:close/>
                <a:moveTo>
                  <a:pt x="200883" y="80903"/>
                </a:moveTo>
                <a:lnTo>
                  <a:pt x="200883" y="86976"/>
                </a:lnTo>
                <a:lnTo>
                  <a:pt x="194810" y="86976"/>
                </a:lnTo>
                <a:lnTo>
                  <a:pt x="194810" y="80903"/>
                </a:lnTo>
                <a:close/>
                <a:moveTo>
                  <a:pt x="207931" y="80903"/>
                </a:moveTo>
                <a:lnTo>
                  <a:pt x="207931" y="86976"/>
                </a:lnTo>
                <a:lnTo>
                  <a:pt x="201859" y="86976"/>
                </a:lnTo>
                <a:lnTo>
                  <a:pt x="201859" y="80903"/>
                </a:lnTo>
                <a:close/>
                <a:moveTo>
                  <a:pt x="214992" y="80903"/>
                </a:moveTo>
                <a:lnTo>
                  <a:pt x="214992" y="86976"/>
                </a:lnTo>
                <a:lnTo>
                  <a:pt x="208919" y="86976"/>
                </a:lnTo>
                <a:lnTo>
                  <a:pt x="208919" y="80903"/>
                </a:lnTo>
                <a:close/>
                <a:moveTo>
                  <a:pt x="222052" y="80903"/>
                </a:moveTo>
                <a:lnTo>
                  <a:pt x="222052" y="86976"/>
                </a:lnTo>
                <a:lnTo>
                  <a:pt x="215968" y="86976"/>
                </a:lnTo>
                <a:lnTo>
                  <a:pt x="215968" y="80903"/>
                </a:lnTo>
                <a:close/>
                <a:moveTo>
                  <a:pt x="229100" y="80903"/>
                </a:moveTo>
                <a:lnTo>
                  <a:pt x="229100" y="86976"/>
                </a:lnTo>
                <a:lnTo>
                  <a:pt x="223028" y="86976"/>
                </a:lnTo>
                <a:lnTo>
                  <a:pt x="223028" y="80903"/>
                </a:lnTo>
                <a:close/>
                <a:moveTo>
                  <a:pt x="236161" y="80903"/>
                </a:moveTo>
                <a:lnTo>
                  <a:pt x="236161" y="86976"/>
                </a:lnTo>
                <a:lnTo>
                  <a:pt x="230077" y="86976"/>
                </a:lnTo>
                <a:lnTo>
                  <a:pt x="230077" y="80903"/>
                </a:lnTo>
                <a:close/>
                <a:moveTo>
                  <a:pt x="243209" y="80903"/>
                </a:moveTo>
                <a:lnTo>
                  <a:pt x="243209" y="86976"/>
                </a:lnTo>
                <a:lnTo>
                  <a:pt x="237137" y="86976"/>
                </a:lnTo>
                <a:lnTo>
                  <a:pt x="237137" y="80903"/>
                </a:lnTo>
                <a:close/>
                <a:moveTo>
                  <a:pt x="250270" y="80903"/>
                </a:moveTo>
                <a:lnTo>
                  <a:pt x="250270" y="86976"/>
                </a:lnTo>
                <a:lnTo>
                  <a:pt x="244198" y="86976"/>
                </a:lnTo>
                <a:lnTo>
                  <a:pt x="244198" y="80903"/>
                </a:lnTo>
                <a:close/>
                <a:moveTo>
                  <a:pt x="257318" y="80903"/>
                </a:moveTo>
                <a:lnTo>
                  <a:pt x="257318" y="86976"/>
                </a:lnTo>
                <a:lnTo>
                  <a:pt x="251246" y="86976"/>
                </a:lnTo>
                <a:lnTo>
                  <a:pt x="251246" y="80903"/>
                </a:lnTo>
                <a:close/>
                <a:moveTo>
                  <a:pt x="264379" y="80903"/>
                </a:moveTo>
                <a:lnTo>
                  <a:pt x="264379" y="86976"/>
                </a:lnTo>
                <a:lnTo>
                  <a:pt x="258306" y="86976"/>
                </a:lnTo>
                <a:lnTo>
                  <a:pt x="258306" y="80903"/>
                </a:lnTo>
                <a:close/>
                <a:moveTo>
                  <a:pt x="271427" y="80903"/>
                </a:moveTo>
                <a:lnTo>
                  <a:pt x="271427" y="86976"/>
                </a:lnTo>
                <a:lnTo>
                  <a:pt x="265355" y="86976"/>
                </a:lnTo>
                <a:lnTo>
                  <a:pt x="265355" y="80903"/>
                </a:lnTo>
                <a:close/>
                <a:moveTo>
                  <a:pt x="278488" y="80903"/>
                </a:moveTo>
                <a:lnTo>
                  <a:pt x="278488" y="86976"/>
                </a:lnTo>
                <a:lnTo>
                  <a:pt x="272415" y="86976"/>
                </a:lnTo>
                <a:lnTo>
                  <a:pt x="272415" y="80903"/>
                </a:lnTo>
                <a:close/>
                <a:moveTo>
                  <a:pt x="17443" y="87952"/>
                </a:moveTo>
                <a:lnTo>
                  <a:pt x="17443" y="94024"/>
                </a:lnTo>
                <a:lnTo>
                  <a:pt x="11371" y="94024"/>
                </a:lnTo>
                <a:lnTo>
                  <a:pt x="11371" y="87952"/>
                </a:lnTo>
                <a:close/>
                <a:moveTo>
                  <a:pt x="24503" y="87952"/>
                </a:moveTo>
                <a:lnTo>
                  <a:pt x="24503" y="94024"/>
                </a:lnTo>
                <a:lnTo>
                  <a:pt x="18431" y="94024"/>
                </a:lnTo>
                <a:lnTo>
                  <a:pt x="18431" y="87952"/>
                </a:lnTo>
                <a:close/>
                <a:moveTo>
                  <a:pt x="31564" y="87952"/>
                </a:moveTo>
                <a:lnTo>
                  <a:pt x="31564" y="94024"/>
                </a:lnTo>
                <a:lnTo>
                  <a:pt x="25492" y="94024"/>
                </a:lnTo>
                <a:lnTo>
                  <a:pt x="25492" y="87952"/>
                </a:lnTo>
                <a:close/>
                <a:moveTo>
                  <a:pt x="38612" y="87952"/>
                </a:moveTo>
                <a:lnTo>
                  <a:pt x="38612" y="94024"/>
                </a:lnTo>
                <a:lnTo>
                  <a:pt x="32540" y="94024"/>
                </a:lnTo>
                <a:lnTo>
                  <a:pt x="32540" y="87952"/>
                </a:lnTo>
                <a:close/>
                <a:moveTo>
                  <a:pt x="45673" y="87952"/>
                </a:moveTo>
                <a:lnTo>
                  <a:pt x="45673" y="94024"/>
                </a:lnTo>
                <a:lnTo>
                  <a:pt x="39601" y="94024"/>
                </a:lnTo>
                <a:lnTo>
                  <a:pt x="39601" y="87952"/>
                </a:lnTo>
                <a:close/>
                <a:moveTo>
                  <a:pt x="52721" y="87952"/>
                </a:moveTo>
                <a:lnTo>
                  <a:pt x="52721" y="94024"/>
                </a:lnTo>
                <a:lnTo>
                  <a:pt x="46649" y="94024"/>
                </a:lnTo>
                <a:lnTo>
                  <a:pt x="46649" y="87952"/>
                </a:lnTo>
                <a:close/>
                <a:moveTo>
                  <a:pt x="59782" y="87952"/>
                </a:moveTo>
                <a:lnTo>
                  <a:pt x="59782" y="94024"/>
                </a:lnTo>
                <a:lnTo>
                  <a:pt x="53709" y="94024"/>
                </a:lnTo>
                <a:lnTo>
                  <a:pt x="53709" y="87952"/>
                </a:lnTo>
                <a:close/>
                <a:moveTo>
                  <a:pt x="88011" y="87952"/>
                </a:moveTo>
                <a:lnTo>
                  <a:pt x="88011" y="94024"/>
                </a:lnTo>
                <a:lnTo>
                  <a:pt x="81927" y="94024"/>
                </a:lnTo>
                <a:lnTo>
                  <a:pt x="81927" y="87952"/>
                </a:lnTo>
                <a:close/>
                <a:moveTo>
                  <a:pt x="95060" y="87952"/>
                </a:moveTo>
                <a:lnTo>
                  <a:pt x="95060" y="94024"/>
                </a:lnTo>
                <a:lnTo>
                  <a:pt x="88988" y="94024"/>
                </a:lnTo>
                <a:lnTo>
                  <a:pt x="88988" y="87952"/>
                </a:lnTo>
                <a:close/>
                <a:moveTo>
                  <a:pt x="123278" y="87952"/>
                </a:moveTo>
                <a:lnTo>
                  <a:pt x="123278" y="94024"/>
                </a:lnTo>
                <a:lnTo>
                  <a:pt x="117205" y="94024"/>
                </a:lnTo>
                <a:lnTo>
                  <a:pt x="117205" y="87952"/>
                </a:lnTo>
                <a:close/>
                <a:moveTo>
                  <a:pt x="130338" y="87952"/>
                </a:moveTo>
                <a:lnTo>
                  <a:pt x="130338" y="94024"/>
                </a:lnTo>
                <a:lnTo>
                  <a:pt x="124254" y="94024"/>
                </a:lnTo>
                <a:lnTo>
                  <a:pt x="124254" y="87952"/>
                </a:lnTo>
                <a:close/>
                <a:moveTo>
                  <a:pt x="144447" y="87952"/>
                </a:moveTo>
                <a:lnTo>
                  <a:pt x="144447" y="94024"/>
                </a:lnTo>
                <a:lnTo>
                  <a:pt x="138375" y="94024"/>
                </a:lnTo>
                <a:lnTo>
                  <a:pt x="138375" y="87952"/>
                </a:lnTo>
                <a:close/>
                <a:moveTo>
                  <a:pt x="151495" y="87952"/>
                </a:moveTo>
                <a:lnTo>
                  <a:pt x="151495" y="94024"/>
                </a:lnTo>
                <a:lnTo>
                  <a:pt x="145423" y="94024"/>
                </a:lnTo>
                <a:lnTo>
                  <a:pt x="145423" y="87952"/>
                </a:lnTo>
                <a:close/>
                <a:moveTo>
                  <a:pt x="158556" y="87952"/>
                </a:moveTo>
                <a:lnTo>
                  <a:pt x="158556" y="94024"/>
                </a:lnTo>
                <a:lnTo>
                  <a:pt x="152484" y="94024"/>
                </a:lnTo>
                <a:lnTo>
                  <a:pt x="152484" y="87952"/>
                </a:lnTo>
                <a:close/>
                <a:moveTo>
                  <a:pt x="165604" y="87952"/>
                </a:moveTo>
                <a:lnTo>
                  <a:pt x="165604" y="94024"/>
                </a:lnTo>
                <a:lnTo>
                  <a:pt x="159532" y="94024"/>
                </a:lnTo>
                <a:lnTo>
                  <a:pt x="159532" y="87952"/>
                </a:lnTo>
                <a:close/>
                <a:moveTo>
                  <a:pt x="172665" y="87952"/>
                </a:moveTo>
                <a:lnTo>
                  <a:pt x="172665" y="94024"/>
                </a:lnTo>
                <a:lnTo>
                  <a:pt x="166581" y="94024"/>
                </a:lnTo>
                <a:lnTo>
                  <a:pt x="166581" y="87952"/>
                </a:lnTo>
                <a:close/>
                <a:moveTo>
                  <a:pt x="179713" y="87952"/>
                </a:moveTo>
                <a:lnTo>
                  <a:pt x="179713" y="94024"/>
                </a:lnTo>
                <a:lnTo>
                  <a:pt x="173641" y="94024"/>
                </a:lnTo>
                <a:lnTo>
                  <a:pt x="173641" y="87952"/>
                </a:lnTo>
                <a:close/>
                <a:moveTo>
                  <a:pt x="186774" y="87952"/>
                </a:moveTo>
                <a:lnTo>
                  <a:pt x="186774" y="94024"/>
                </a:lnTo>
                <a:lnTo>
                  <a:pt x="180702" y="94024"/>
                </a:lnTo>
                <a:lnTo>
                  <a:pt x="180702" y="87952"/>
                </a:lnTo>
                <a:close/>
                <a:moveTo>
                  <a:pt x="193822" y="87952"/>
                </a:moveTo>
                <a:lnTo>
                  <a:pt x="193822" y="94024"/>
                </a:lnTo>
                <a:lnTo>
                  <a:pt x="187750" y="94024"/>
                </a:lnTo>
                <a:lnTo>
                  <a:pt x="187750" y="87952"/>
                </a:lnTo>
                <a:close/>
                <a:moveTo>
                  <a:pt x="200883" y="87952"/>
                </a:moveTo>
                <a:lnTo>
                  <a:pt x="200883" y="94024"/>
                </a:lnTo>
                <a:lnTo>
                  <a:pt x="194810" y="94024"/>
                </a:lnTo>
                <a:lnTo>
                  <a:pt x="194810" y="87952"/>
                </a:lnTo>
                <a:close/>
                <a:moveTo>
                  <a:pt x="207931" y="87952"/>
                </a:moveTo>
                <a:lnTo>
                  <a:pt x="207931" y="94024"/>
                </a:lnTo>
                <a:lnTo>
                  <a:pt x="201859" y="94024"/>
                </a:lnTo>
                <a:lnTo>
                  <a:pt x="201859" y="87952"/>
                </a:lnTo>
                <a:close/>
                <a:moveTo>
                  <a:pt x="214992" y="87952"/>
                </a:moveTo>
                <a:lnTo>
                  <a:pt x="214992" y="94024"/>
                </a:lnTo>
                <a:lnTo>
                  <a:pt x="208919" y="94024"/>
                </a:lnTo>
                <a:lnTo>
                  <a:pt x="208919" y="87952"/>
                </a:lnTo>
                <a:close/>
                <a:moveTo>
                  <a:pt x="222052" y="87952"/>
                </a:moveTo>
                <a:lnTo>
                  <a:pt x="222052" y="94024"/>
                </a:lnTo>
                <a:lnTo>
                  <a:pt x="215968" y="94024"/>
                </a:lnTo>
                <a:lnTo>
                  <a:pt x="215968" y="87952"/>
                </a:lnTo>
                <a:close/>
                <a:moveTo>
                  <a:pt x="229100" y="87952"/>
                </a:moveTo>
                <a:lnTo>
                  <a:pt x="229100" y="94024"/>
                </a:lnTo>
                <a:lnTo>
                  <a:pt x="223028" y="94024"/>
                </a:lnTo>
                <a:lnTo>
                  <a:pt x="223028" y="87952"/>
                </a:lnTo>
                <a:close/>
                <a:moveTo>
                  <a:pt x="236161" y="87952"/>
                </a:moveTo>
                <a:lnTo>
                  <a:pt x="236161" y="94024"/>
                </a:lnTo>
                <a:lnTo>
                  <a:pt x="230077" y="94024"/>
                </a:lnTo>
                <a:lnTo>
                  <a:pt x="230077" y="87952"/>
                </a:lnTo>
                <a:close/>
                <a:moveTo>
                  <a:pt x="243209" y="87952"/>
                </a:moveTo>
                <a:lnTo>
                  <a:pt x="243209" y="94024"/>
                </a:lnTo>
                <a:lnTo>
                  <a:pt x="237137" y="94024"/>
                </a:lnTo>
                <a:lnTo>
                  <a:pt x="237137" y="87952"/>
                </a:lnTo>
                <a:close/>
                <a:moveTo>
                  <a:pt x="250270" y="87952"/>
                </a:moveTo>
                <a:lnTo>
                  <a:pt x="250270" y="94024"/>
                </a:lnTo>
                <a:lnTo>
                  <a:pt x="244198" y="94024"/>
                </a:lnTo>
                <a:lnTo>
                  <a:pt x="244198" y="87952"/>
                </a:lnTo>
                <a:close/>
                <a:moveTo>
                  <a:pt x="257318" y="87952"/>
                </a:moveTo>
                <a:lnTo>
                  <a:pt x="257318" y="94024"/>
                </a:lnTo>
                <a:lnTo>
                  <a:pt x="251246" y="94024"/>
                </a:lnTo>
                <a:lnTo>
                  <a:pt x="251246" y="87952"/>
                </a:lnTo>
                <a:close/>
                <a:moveTo>
                  <a:pt x="264379" y="87952"/>
                </a:moveTo>
                <a:lnTo>
                  <a:pt x="264379" y="94024"/>
                </a:lnTo>
                <a:lnTo>
                  <a:pt x="258306" y="94024"/>
                </a:lnTo>
                <a:lnTo>
                  <a:pt x="258306" y="87952"/>
                </a:lnTo>
                <a:close/>
                <a:moveTo>
                  <a:pt x="271427" y="87952"/>
                </a:moveTo>
                <a:lnTo>
                  <a:pt x="271427" y="94024"/>
                </a:lnTo>
                <a:lnTo>
                  <a:pt x="265355" y="94024"/>
                </a:lnTo>
                <a:lnTo>
                  <a:pt x="265355" y="87952"/>
                </a:lnTo>
                <a:close/>
                <a:moveTo>
                  <a:pt x="278488" y="87952"/>
                </a:moveTo>
                <a:lnTo>
                  <a:pt x="278488" y="94024"/>
                </a:lnTo>
                <a:lnTo>
                  <a:pt x="272415" y="94024"/>
                </a:lnTo>
                <a:lnTo>
                  <a:pt x="272415" y="87952"/>
                </a:lnTo>
                <a:close/>
                <a:moveTo>
                  <a:pt x="66842" y="87952"/>
                </a:moveTo>
                <a:lnTo>
                  <a:pt x="66842" y="94036"/>
                </a:lnTo>
                <a:lnTo>
                  <a:pt x="60758" y="94036"/>
                </a:lnTo>
                <a:lnTo>
                  <a:pt x="60758" y="87952"/>
                </a:lnTo>
                <a:close/>
                <a:moveTo>
                  <a:pt x="73902" y="87952"/>
                </a:moveTo>
                <a:lnTo>
                  <a:pt x="73902" y="94036"/>
                </a:lnTo>
                <a:lnTo>
                  <a:pt x="67818" y="94036"/>
                </a:lnTo>
                <a:lnTo>
                  <a:pt x="67818" y="87952"/>
                </a:lnTo>
                <a:close/>
                <a:moveTo>
                  <a:pt x="80951" y="87952"/>
                </a:moveTo>
                <a:lnTo>
                  <a:pt x="80951" y="94036"/>
                </a:lnTo>
                <a:lnTo>
                  <a:pt x="74879" y="94036"/>
                </a:lnTo>
                <a:lnTo>
                  <a:pt x="74879" y="87952"/>
                </a:lnTo>
                <a:close/>
                <a:moveTo>
                  <a:pt x="102120" y="87952"/>
                </a:moveTo>
                <a:lnTo>
                  <a:pt x="102120" y="94036"/>
                </a:lnTo>
                <a:lnTo>
                  <a:pt x="96036" y="94036"/>
                </a:lnTo>
                <a:lnTo>
                  <a:pt x="96036" y="87952"/>
                </a:lnTo>
                <a:close/>
                <a:moveTo>
                  <a:pt x="103097" y="87952"/>
                </a:moveTo>
                <a:lnTo>
                  <a:pt x="109169" y="87964"/>
                </a:lnTo>
                <a:lnTo>
                  <a:pt x="109169" y="94036"/>
                </a:lnTo>
                <a:lnTo>
                  <a:pt x="103097" y="94036"/>
                </a:lnTo>
                <a:lnTo>
                  <a:pt x="103097" y="87952"/>
                </a:lnTo>
                <a:close/>
                <a:moveTo>
                  <a:pt x="110157" y="87952"/>
                </a:moveTo>
                <a:lnTo>
                  <a:pt x="116229" y="87964"/>
                </a:lnTo>
                <a:lnTo>
                  <a:pt x="116229" y="94036"/>
                </a:lnTo>
                <a:lnTo>
                  <a:pt x="110157" y="94036"/>
                </a:lnTo>
                <a:lnTo>
                  <a:pt x="110157" y="87952"/>
                </a:lnTo>
                <a:close/>
                <a:moveTo>
                  <a:pt x="137387" y="87952"/>
                </a:moveTo>
                <a:lnTo>
                  <a:pt x="137387" y="94036"/>
                </a:lnTo>
                <a:lnTo>
                  <a:pt x="131314" y="94036"/>
                </a:lnTo>
                <a:lnTo>
                  <a:pt x="131314" y="87952"/>
                </a:lnTo>
                <a:close/>
                <a:moveTo>
                  <a:pt x="17443" y="95012"/>
                </a:moveTo>
                <a:lnTo>
                  <a:pt x="17443" y="101085"/>
                </a:lnTo>
                <a:lnTo>
                  <a:pt x="11371" y="101085"/>
                </a:lnTo>
                <a:lnTo>
                  <a:pt x="11371" y="95012"/>
                </a:lnTo>
                <a:close/>
                <a:moveTo>
                  <a:pt x="24503" y="95012"/>
                </a:moveTo>
                <a:lnTo>
                  <a:pt x="24503" y="101085"/>
                </a:lnTo>
                <a:lnTo>
                  <a:pt x="18431" y="101085"/>
                </a:lnTo>
                <a:lnTo>
                  <a:pt x="18431" y="95012"/>
                </a:lnTo>
                <a:close/>
                <a:moveTo>
                  <a:pt x="31564" y="95012"/>
                </a:moveTo>
                <a:lnTo>
                  <a:pt x="31564" y="101085"/>
                </a:lnTo>
                <a:lnTo>
                  <a:pt x="25492" y="101085"/>
                </a:lnTo>
                <a:lnTo>
                  <a:pt x="25492" y="95012"/>
                </a:lnTo>
                <a:close/>
                <a:moveTo>
                  <a:pt x="38612" y="95012"/>
                </a:moveTo>
                <a:lnTo>
                  <a:pt x="38612" y="101085"/>
                </a:lnTo>
                <a:lnTo>
                  <a:pt x="32540" y="101085"/>
                </a:lnTo>
                <a:lnTo>
                  <a:pt x="32540" y="95012"/>
                </a:lnTo>
                <a:close/>
                <a:moveTo>
                  <a:pt x="45673" y="95012"/>
                </a:moveTo>
                <a:lnTo>
                  <a:pt x="45673" y="101085"/>
                </a:lnTo>
                <a:lnTo>
                  <a:pt x="39601" y="101085"/>
                </a:lnTo>
                <a:lnTo>
                  <a:pt x="39601" y="95012"/>
                </a:lnTo>
                <a:close/>
                <a:moveTo>
                  <a:pt x="52721" y="95012"/>
                </a:moveTo>
                <a:lnTo>
                  <a:pt x="52721" y="101085"/>
                </a:lnTo>
                <a:lnTo>
                  <a:pt x="46649" y="101085"/>
                </a:lnTo>
                <a:lnTo>
                  <a:pt x="46649" y="95012"/>
                </a:lnTo>
                <a:close/>
                <a:moveTo>
                  <a:pt x="59782" y="95012"/>
                </a:moveTo>
                <a:lnTo>
                  <a:pt x="59782" y="101085"/>
                </a:lnTo>
                <a:lnTo>
                  <a:pt x="53709" y="101085"/>
                </a:lnTo>
                <a:lnTo>
                  <a:pt x="53709" y="95012"/>
                </a:lnTo>
                <a:close/>
                <a:moveTo>
                  <a:pt x="66842" y="95012"/>
                </a:moveTo>
                <a:lnTo>
                  <a:pt x="66842" y="101085"/>
                </a:lnTo>
                <a:lnTo>
                  <a:pt x="60758" y="101085"/>
                </a:lnTo>
                <a:lnTo>
                  <a:pt x="60758" y="95012"/>
                </a:lnTo>
                <a:close/>
                <a:moveTo>
                  <a:pt x="73902" y="95012"/>
                </a:moveTo>
                <a:lnTo>
                  <a:pt x="73902" y="101085"/>
                </a:lnTo>
                <a:lnTo>
                  <a:pt x="67818" y="101085"/>
                </a:lnTo>
                <a:lnTo>
                  <a:pt x="67818" y="95012"/>
                </a:lnTo>
                <a:close/>
                <a:moveTo>
                  <a:pt x="80951" y="95012"/>
                </a:moveTo>
                <a:lnTo>
                  <a:pt x="80951" y="101085"/>
                </a:lnTo>
                <a:lnTo>
                  <a:pt x="74879" y="101085"/>
                </a:lnTo>
                <a:lnTo>
                  <a:pt x="74879" y="95012"/>
                </a:lnTo>
                <a:close/>
                <a:moveTo>
                  <a:pt x="88011" y="95012"/>
                </a:moveTo>
                <a:lnTo>
                  <a:pt x="88011" y="101085"/>
                </a:lnTo>
                <a:lnTo>
                  <a:pt x="81927" y="101085"/>
                </a:lnTo>
                <a:lnTo>
                  <a:pt x="81927" y="95012"/>
                </a:lnTo>
                <a:close/>
                <a:moveTo>
                  <a:pt x="95060" y="95012"/>
                </a:moveTo>
                <a:lnTo>
                  <a:pt x="95060" y="101085"/>
                </a:lnTo>
                <a:lnTo>
                  <a:pt x="88988" y="101085"/>
                </a:lnTo>
                <a:lnTo>
                  <a:pt x="88988" y="95012"/>
                </a:lnTo>
                <a:close/>
                <a:moveTo>
                  <a:pt x="102120" y="95012"/>
                </a:moveTo>
                <a:lnTo>
                  <a:pt x="102120" y="101085"/>
                </a:lnTo>
                <a:lnTo>
                  <a:pt x="96036" y="101085"/>
                </a:lnTo>
                <a:lnTo>
                  <a:pt x="96036" y="95012"/>
                </a:lnTo>
                <a:close/>
                <a:moveTo>
                  <a:pt x="109169" y="95012"/>
                </a:moveTo>
                <a:lnTo>
                  <a:pt x="109169" y="101085"/>
                </a:lnTo>
                <a:lnTo>
                  <a:pt x="103097" y="101085"/>
                </a:lnTo>
                <a:lnTo>
                  <a:pt x="103097" y="95012"/>
                </a:lnTo>
                <a:close/>
                <a:moveTo>
                  <a:pt x="116229" y="95012"/>
                </a:moveTo>
                <a:lnTo>
                  <a:pt x="116229" y="101085"/>
                </a:lnTo>
                <a:lnTo>
                  <a:pt x="110157" y="101085"/>
                </a:lnTo>
                <a:lnTo>
                  <a:pt x="110157" y="95012"/>
                </a:lnTo>
                <a:close/>
                <a:moveTo>
                  <a:pt x="123278" y="95012"/>
                </a:moveTo>
                <a:lnTo>
                  <a:pt x="123278" y="101085"/>
                </a:lnTo>
                <a:lnTo>
                  <a:pt x="117205" y="101085"/>
                </a:lnTo>
                <a:lnTo>
                  <a:pt x="117205" y="95012"/>
                </a:lnTo>
                <a:close/>
                <a:moveTo>
                  <a:pt x="130338" y="95012"/>
                </a:moveTo>
                <a:lnTo>
                  <a:pt x="130338" y="101085"/>
                </a:lnTo>
                <a:lnTo>
                  <a:pt x="124254" y="101085"/>
                </a:lnTo>
                <a:lnTo>
                  <a:pt x="124254" y="95012"/>
                </a:lnTo>
                <a:close/>
                <a:moveTo>
                  <a:pt x="137387" y="95012"/>
                </a:moveTo>
                <a:lnTo>
                  <a:pt x="137387" y="101085"/>
                </a:lnTo>
                <a:lnTo>
                  <a:pt x="131314" y="101085"/>
                </a:lnTo>
                <a:lnTo>
                  <a:pt x="131314" y="95012"/>
                </a:lnTo>
                <a:close/>
                <a:moveTo>
                  <a:pt x="144447" y="95012"/>
                </a:moveTo>
                <a:lnTo>
                  <a:pt x="144447" y="101085"/>
                </a:lnTo>
                <a:lnTo>
                  <a:pt x="138375" y="101085"/>
                </a:lnTo>
                <a:lnTo>
                  <a:pt x="138375" y="95012"/>
                </a:lnTo>
                <a:close/>
                <a:moveTo>
                  <a:pt x="151495" y="95012"/>
                </a:moveTo>
                <a:lnTo>
                  <a:pt x="151495" y="101085"/>
                </a:lnTo>
                <a:lnTo>
                  <a:pt x="145423" y="101085"/>
                </a:lnTo>
                <a:lnTo>
                  <a:pt x="145423" y="95012"/>
                </a:lnTo>
                <a:close/>
                <a:moveTo>
                  <a:pt x="158556" y="95012"/>
                </a:moveTo>
                <a:lnTo>
                  <a:pt x="158556" y="101085"/>
                </a:lnTo>
                <a:lnTo>
                  <a:pt x="152484" y="101085"/>
                </a:lnTo>
                <a:lnTo>
                  <a:pt x="152484" y="95012"/>
                </a:lnTo>
                <a:close/>
                <a:moveTo>
                  <a:pt x="165604" y="95012"/>
                </a:moveTo>
                <a:lnTo>
                  <a:pt x="165604" y="101085"/>
                </a:lnTo>
                <a:lnTo>
                  <a:pt x="159532" y="101085"/>
                </a:lnTo>
                <a:lnTo>
                  <a:pt x="159532" y="95012"/>
                </a:lnTo>
                <a:close/>
                <a:moveTo>
                  <a:pt x="172665" y="95012"/>
                </a:moveTo>
                <a:lnTo>
                  <a:pt x="172665" y="101085"/>
                </a:lnTo>
                <a:lnTo>
                  <a:pt x="166581" y="101085"/>
                </a:lnTo>
                <a:lnTo>
                  <a:pt x="166581" y="95012"/>
                </a:lnTo>
                <a:close/>
                <a:moveTo>
                  <a:pt x="179713" y="95012"/>
                </a:moveTo>
                <a:lnTo>
                  <a:pt x="179713" y="101085"/>
                </a:lnTo>
                <a:lnTo>
                  <a:pt x="173641" y="101085"/>
                </a:lnTo>
                <a:lnTo>
                  <a:pt x="173641" y="95012"/>
                </a:lnTo>
                <a:close/>
                <a:moveTo>
                  <a:pt x="186774" y="95012"/>
                </a:moveTo>
                <a:lnTo>
                  <a:pt x="186774" y="101085"/>
                </a:lnTo>
                <a:lnTo>
                  <a:pt x="180702" y="101085"/>
                </a:lnTo>
                <a:lnTo>
                  <a:pt x="180702" y="95012"/>
                </a:lnTo>
                <a:close/>
                <a:moveTo>
                  <a:pt x="193822" y="95012"/>
                </a:moveTo>
                <a:lnTo>
                  <a:pt x="193822" y="101085"/>
                </a:lnTo>
                <a:lnTo>
                  <a:pt x="187750" y="101085"/>
                </a:lnTo>
                <a:lnTo>
                  <a:pt x="187750" y="95012"/>
                </a:lnTo>
                <a:close/>
                <a:moveTo>
                  <a:pt x="200883" y="95012"/>
                </a:moveTo>
                <a:lnTo>
                  <a:pt x="200883" y="101085"/>
                </a:lnTo>
                <a:lnTo>
                  <a:pt x="194810" y="101085"/>
                </a:lnTo>
                <a:lnTo>
                  <a:pt x="194810" y="95012"/>
                </a:lnTo>
                <a:close/>
                <a:moveTo>
                  <a:pt x="207931" y="95012"/>
                </a:moveTo>
                <a:lnTo>
                  <a:pt x="207931" y="101085"/>
                </a:lnTo>
                <a:lnTo>
                  <a:pt x="201859" y="101085"/>
                </a:lnTo>
                <a:lnTo>
                  <a:pt x="201859" y="95012"/>
                </a:lnTo>
                <a:close/>
                <a:moveTo>
                  <a:pt x="214992" y="95012"/>
                </a:moveTo>
                <a:lnTo>
                  <a:pt x="214992" y="101085"/>
                </a:lnTo>
                <a:lnTo>
                  <a:pt x="208919" y="101085"/>
                </a:lnTo>
                <a:lnTo>
                  <a:pt x="208919" y="95012"/>
                </a:lnTo>
                <a:close/>
                <a:moveTo>
                  <a:pt x="222052" y="95012"/>
                </a:moveTo>
                <a:lnTo>
                  <a:pt x="222052" y="101085"/>
                </a:lnTo>
                <a:lnTo>
                  <a:pt x="215968" y="101085"/>
                </a:lnTo>
                <a:lnTo>
                  <a:pt x="215968" y="95012"/>
                </a:lnTo>
                <a:close/>
                <a:moveTo>
                  <a:pt x="229100" y="95012"/>
                </a:moveTo>
                <a:lnTo>
                  <a:pt x="229100" y="101085"/>
                </a:lnTo>
                <a:lnTo>
                  <a:pt x="223028" y="101085"/>
                </a:lnTo>
                <a:lnTo>
                  <a:pt x="223028" y="95012"/>
                </a:lnTo>
                <a:close/>
                <a:moveTo>
                  <a:pt x="236161" y="95012"/>
                </a:moveTo>
                <a:lnTo>
                  <a:pt x="236161" y="101085"/>
                </a:lnTo>
                <a:lnTo>
                  <a:pt x="230077" y="101085"/>
                </a:lnTo>
                <a:lnTo>
                  <a:pt x="230077" y="95012"/>
                </a:lnTo>
                <a:close/>
                <a:moveTo>
                  <a:pt x="243209" y="95012"/>
                </a:moveTo>
                <a:lnTo>
                  <a:pt x="243209" y="101085"/>
                </a:lnTo>
                <a:lnTo>
                  <a:pt x="237137" y="101085"/>
                </a:lnTo>
                <a:lnTo>
                  <a:pt x="237137" y="95012"/>
                </a:lnTo>
                <a:close/>
                <a:moveTo>
                  <a:pt x="250270" y="95012"/>
                </a:moveTo>
                <a:lnTo>
                  <a:pt x="250270" y="101085"/>
                </a:lnTo>
                <a:lnTo>
                  <a:pt x="244198" y="101085"/>
                </a:lnTo>
                <a:lnTo>
                  <a:pt x="244198" y="95012"/>
                </a:lnTo>
                <a:close/>
                <a:moveTo>
                  <a:pt x="257318" y="95012"/>
                </a:moveTo>
                <a:lnTo>
                  <a:pt x="257318" y="101085"/>
                </a:lnTo>
                <a:lnTo>
                  <a:pt x="251246" y="101085"/>
                </a:lnTo>
                <a:lnTo>
                  <a:pt x="251246" y="95012"/>
                </a:lnTo>
                <a:close/>
                <a:moveTo>
                  <a:pt x="264379" y="95012"/>
                </a:moveTo>
                <a:lnTo>
                  <a:pt x="264379" y="101085"/>
                </a:lnTo>
                <a:lnTo>
                  <a:pt x="258306" y="101085"/>
                </a:lnTo>
                <a:lnTo>
                  <a:pt x="258306" y="95012"/>
                </a:lnTo>
                <a:close/>
                <a:moveTo>
                  <a:pt x="271427" y="95012"/>
                </a:moveTo>
                <a:lnTo>
                  <a:pt x="271427" y="101085"/>
                </a:lnTo>
                <a:lnTo>
                  <a:pt x="265355" y="101085"/>
                </a:lnTo>
                <a:lnTo>
                  <a:pt x="265355" y="95012"/>
                </a:lnTo>
                <a:close/>
                <a:moveTo>
                  <a:pt x="278488" y="95012"/>
                </a:moveTo>
                <a:lnTo>
                  <a:pt x="278488" y="101085"/>
                </a:lnTo>
                <a:lnTo>
                  <a:pt x="272415" y="101085"/>
                </a:lnTo>
                <a:lnTo>
                  <a:pt x="272415" y="95012"/>
                </a:lnTo>
                <a:close/>
                <a:moveTo>
                  <a:pt x="17443" y="102061"/>
                </a:moveTo>
                <a:lnTo>
                  <a:pt x="17443" y="108145"/>
                </a:lnTo>
                <a:lnTo>
                  <a:pt x="11371" y="108145"/>
                </a:lnTo>
                <a:lnTo>
                  <a:pt x="11371" y="102061"/>
                </a:lnTo>
                <a:close/>
                <a:moveTo>
                  <a:pt x="24503" y="102061"/>
                </a:moveTo>
                <a:lnTo>
                  <a:pt x="24503" y="108145"/>
                </a:lnTo>
                <a:lnTo>
                  <a:pt x="18431" y="108145"/>
                </a:lnTo>
                <a:lnTo>
                  <a:pt x="18431" y="102061"/>
                </a:lnTo>
                <a:close/>
                <a:moveTo>
                  <a:pt x="31564" y="102061"/>
                </a:moveTo>
                <a:lnTo>
                  <a:pt x="31564" y="108145"/>
                </a:lnTo>
                <a:lnTo>
                  <a:pt x="25492" y="108145"/>
                </a:lnTo>
                <a:lnTo>
                  <a:pt x="25492" y="102061"/>
                </a:lnTo>
                <a:close/>
                <a:moveTo>
                  <a:pt x="38612" y="102061"/>
                </a:moveTo>
                <a:lnTo>
                  <a:pt x="38612" y="108145"/>
                </a:lnTo>
                <a:lnTo>
                  <a:pt x="32540" y="108145"/>
                </a:lnTo>
                <a:lnTo>
                  <a:pt x="32540" y="102061"/>
                </a:lnTo>
                <a:close/>
                <a:moveTo>
                  <a:pt x="45673" y="102061"/>
                </a:moveTo>
                <a:lnTo>
                  <a:pt x="45673" y="108145"/>
                </a:lnTo>
                <a:lnTo>
                  <a:pt x="39601" y="108145"/>
                </a:lnTo>
                <a:lnTo>
                  <a:pt x="39601" y="102061"/>
                </a:lnTo>
                <a:close/>
                <a:moveTo>
                  <a:pt x="52721" y="102061"/>
                </a:moveTo>
                <a:lnTo>
                  <a:pt x="52721" y="108145"/>
                </a:lnTo>
                <a:lnTo>
                  <a:pt x="46649" y="108145"/>
                </a:lnTo>
                <a:lnTo>
                  <a:pt x="46649" y="102061"/>
                </a:lnTo>
                <a:close/>
                <a:moveTo>
                  <a:pt x="59782" y="102061"/>
                </a:moveTo>
                <a:lnTo>
                  <a:pt x="59782" y="108145"/>
                </a:lnTo>
                <a:lnTo>
                  <a:pt x="53709" y="108145"/>
                </a:lnTo>
                <a:lnTo>
                  <a:pt x="53709" y="102061"/>
                </a:lnTo>
                <a:close/>
                <a:moveTo>
                  <a:pt x="66842" y="102061"/>
                </a:moveTo>
                <a:lnTo>
                  <a:pt x="66842" y="108145"/>
                </a:lnTo>
                <a:lnTo>
                  <a:pt x="60758" y="108145"/>
                </a:lnTo>
                <a:lnTo>
                  <a:pt x="60758" y="102061"/>
                </a:lnTo>
                <a:close/>
                <a:moveTo>
                  <a:pt x="73902" y="102061"/>
                </a:moveTo>
                <a:lnTo>
                  <a:pt x="73902" y="108145"/>
                </a:lnTo>
                <a:lnTo>
                  <a:pt x="67818" y="108145"/>
                </a:lnTo>
                <a:lnTo>
                  <a:pt x="67818" y="102061"/>
                </a:lnTo>
                <a:close/>
                <a:moveTo>
                  <a:pt x="80951" y="102061"/>
                </a:moveTo>
                <a:lnTo>
                  <a:pt x="80951" y="108145"/>
                </a:lnTo>
                <a:lnTo>
                  <a:pt x="74879" y="108145"/>
                </a:lnTo>
                <a:lnTo>
                  <a:pt x="74879" y="102061"/>
                </a:lnTo>
                <a:close/>
                <a:moveTo>
                  <a:pt x="88011" y="102061"/>
                </a:moveTo>
                <a:lnTo>
                  <a:pt x="88011" y="108145"/>
                </a:lnTo>
                <a:lnTo>
                  <a:pt x="81927" y="108145"/>
                </a:lnTo>
                <a:lnTo>
                  <a:pt x="81927" y="102061"/>
                </a:lnTo>
                <a:close/>
                <a:moveTo>
                  <a:pt x="95060" y="102061"/>
                </a:moveTo>
                <a:lnTo>
                  <a:pt x="95060" y="108145"/>
                </a:lnTo>
                <a:lnTo>
                  <a:pt x="88988" y="108145"/>
                </a:lnTo>
                <a:lnTo>
                  <a:pt x="88988" y="102061"/>
                </a:lnTo>
                <a:close/>
                <a:moveTo>
                  <a:pt x="102120" y="102061"/>
                </a:moveTo>
                <a:lnTo>
                  <a:pt x="102120" y="108145"/>
                </a:lnTo>
                <a:lnTo>
                  <a:pt x="96036" y="108145"/>
                </a:lnTo>
                <a:lnTo>
                  <a:pt x="96036" y="102061"/>
                </a:lnTo>
                <a:close/>
                <a:moveTo>
                  <a:pt x="103097" y="102061"/>
                </a:moveTo>
                <a:lnTo>
                  <a:pt x="109169" y="102073"/>
                </a:lnTo>
                <a:lnTo>
                  <a:pt x="109169" y="108145"/>
                </a:lnTo>
                <a:lnTo>
                  <a:pt x="103097" y="108145"/>
                </a:lnTo>
                <a:lnTo>
                  <a:pt x="103097" y="102061"/>
                </a:lnTo>
                <a:close/>
                <a:moveTo>
                  <a:pt x="110157" y="102061"/>
                </a:moveTo>
                <a:lnTo>
                  <a:pt x="116229" y="102073"/>
                </a:lnTo>
                <a:lnTo>
                  <a:pt x="116229" y="108145"/>
                </a:lnTo>
                <a:lnTo>
                  <a:pt x="110157" y="108145"/>
                </a:lnTo>
                <a:lnTo>
                  <a:pt x="110157" y="102061"/>
                </a:lnTo>
                <a:close/>
                <a:moveTo>
                  <a:pt x="123278" y="102061"/>
                </a:moveTo>
                <a:lnTo>
                  <a:pt x="123278" y="108145"/>
                </a:lnTo>
                <a:lnTo>
                  <a:pt x="117205" y="108145"/>
                </a:lnTo>
                <a:lnTo>
                  <a:pt x="117205" y="102061"/>
                </a:lnTo>
                <a:close/>
                <a:moveTo>
                  <a:pt x="130338" y="102061"/>
                </a:moveTo>
                <a:lnTo>
                  <a:pt x="130338" y="108145"/>
                </a:lnTo>
                <a:lnTo>
                  <a:pt x="124254" y="108145"/>
                </a:lnTo>
                <a:lnTo>
                  <a:pt x="124254" y="102061"/>
                </a:lnTo>
                <a:close/>
                <a:moveTo>
                  <a:pt x="137387" y="102061"/>
                </a:moveTo>
                <a:lnTo>
                  <a:pt x="137387" y="108145"/>
                </a:lnTo>
                <a:lnTo>
                  <a:pt x="131314" y="108145"/>
                </a:lnTo>
                <a:lnTo>
                  <a:pt x="131314" y="102061"/>
                </a:lnTo>
                <a:close/>
                <a:moveTo>
                  <a:pt x="144447" y="102061"/>
                </a:moveTo>
                <a:lnTo>
                  <a:pt x="144447" y="108145"/>
                </a:lnTo>
                <a:lnTo>
                  <a:pt x="138375" y="108145"/>
                </a:lnTo>
                <a:lnTo>
                  <a:pt x="138375" y="102061"/>
                </a:lnTo>
                <a:close/>
                <a:moveTo>
                  <a:pt x="151495" y="102061"/>
                </a:moveTo>
                <a:lnTo>
                  <a:pt x="151495" y="108145"/>
                </a:lnTo>
                <a:lnTo>
                  <a:pt x="145423" y="108145"/>
                </a:lnTo>
                <a:lnTo>
                  <a:pt x="145423" y="102061"/>
                </a:lnTo>
                <a:close/>
                <a:moveTo>
                  <a:pt x="158556" y="102061"/>
                </a:moveTo>
                <a:lnTo>
                  <a:pt x="158556" y="108145"/>
                </a:lnTo>
                <a:lnTo>
                  <a:pt x="152484" y="108145"/>
                </a:lnTo>
                <a:lnTo>
                  <a:pt x="152484" y="102061"/>
                </a:lnTo>
                <a:close/>
                <a:moveTo>
                  <a:pt x="165604" y="102061"/>
                </a:moveTo>
                <a:lnTo>
                  <a:pt x="165604" y="108145"/>
                </a:lnTo>
                <a:lnTo>
                  <a:pt x="159532" y="108145"/>
                </a:lnTo>
                <a:lnTo>
                  <a:pt x="159532" y="102061"/>
                </a:lnTo>
                <a:close/>
                <a:moveTo>
                  <a:pt x="172665" y="102061"/>
                </a:moveTo>
                <a:lnTo>
                  <a:pt x="172665" y="108145"/>
                </a:lnTo>
                <a:lnTo>
                  <a:pt x="166581" y="108145"/>
                </a:lnTo>
                <a:lnTo>
                  <a:pt x="166581" y="102061"/>
                </a:lnTo>
                <a:close/>
                <a:moveTo>
                  <a:pt x="179713" y="102061"/>
                </a:moveTo>
                <a:lnTo>
                  <a:pt x="179713" y="108145"/>
                </a:lnTo>
                <a:lnTo>
                  <a:pt x="173641" y="108145"/>
                </a:lnTo>
                <a:lnTo>
                  <a:pt x="173641" y="102061"/>
                </a:lnTo>
                <a:close/>
                <a:moveTo>
                  <a:pt x="186774" y="102061"/>
                </a:moveTo>
                <a:lnTo>
                  <a:pt x="186774" y="108145"/>
                </a:lnTo>
                <a:lnTo>
                  <a:pt x="180702" y="108145"/>
                </a:lnTo>
                <a:lnTo>
                  <a:pt x="180702" y="102061"/>
                </a:lnTo>
                <a:close/>
                <a:moveTo>
                  <a:pt x="193822" y="102061"/>
                </a:moveTo>
                <a:lnTo>
                  <a:pt x="193822" y="108145"/>
                </a:lnTo>
                <a:lnTo>
                  <a:pt x="187750" y="108145"/>
                </a:lnTo>
                <a:lnTo>
                  <a:pt x="187750" y="102061"/>
                </a:lnTo>
                <a:close/>
                <a:moveTo>
                  <a:pt x="200883" y="102061"/>
                </a:moveTo>
                <a:lnTo>
                  <a:pt x="200883" y="108145"/>
                </a:lnTo>
                <a:lnTo>
                  <a:pt x="194810" y="108145"/>
                </a:lnTo>
                <a:lnTo>
                  <a:pt x="194810" y="102061"/>
                </a:lnTo>
                <a:close/>
                <a:moveTo>
                  <a:pt x="207931" y="102061"/>
                </a:moveTo>
                <a:lnTo>
                  <a:pt x="207931" y="108145"/>
                </a:lnTo>
                <a:lnTo>
                  <a:pt x="201859" y="108145"/>
                </a:lnTo>
                <a:lnTo>
                  <a:pt x="201859" y="102061"/>
                </a:lnTo>
                <a:close/>
                <a:moveTo>
                  <a:pt x="214992" y="102061"/>
                </a:moveTo>
                <a:lnTo>
                  <a:pt x="214992" y="108145"/>
                </a:lnTo>
                <a:lnTo>
                  <a:pt x="208919" y="108145"/>
                </a:lnTo>
                <a:lnTo>
                  <a:pt x="208919" y="102061"/>
                </a:lnTo>
                <a:close/>
                <a:moveTo>
                  <a:pt x="222052" y="102061"/>
                </a:moveTo>
                <a:lnTo>
                  <a:pt x="222052" y="108145"/>
                </a:lnTo>
                <a:lnTo>
                  <a:pt x="215968" y="108145"/>
                </a:lnTo>
                <a:lnTo>
                  <a:pt x="215968" y="102061"/>
                </a:lnTo>
                <a:close/>
                <a:moveTo>
                  <a:pt x="229100" y="102061"/>
                </a:moveTo>
                <a:lnTo>
                  <a:pt x="229100" y="108145"/>
                </a:lnTo>
                <a:lnTo>
                  <a:pt x="223028" y="108145"/>
                </a:lnTo>
                <a:lnTo>
                  <a:pt x="223028" y="102061"/>
                </a:lnTo>
                <a:close/>
                <a:moveTo>
                  <a:pt x="236161" y="102061"/>
                </a:moveTo>
                <a:lnTo>
                  <a:pt x="236161" y="108145"/>
                </a:lnTo>
                <a:lnTo>
                  <a:pt x="230077" y="108145"/>
                </a:lnTo>
                <a:lnTo>
                  <a:pt x="230077" y="102061"/>
                </a:lnTo>
                <a:close/>
                <a:moveTo>
                  <a:pt x="243209" y="102061"/>
                </a:moveTo>
                <a:lnTo>
                  <a:pt x="243209" y="108145"/>
                </a:lnTo>
                <a:lnTo>
                  <a:pt x="237137" y="108145"/>
                </a:lnTo>
                <a:lnTo>
                  <a:pt x="237137" y="102061"/>
                </a:lnTo>
                <a:close/>
                <a:moveTo>
                  <a:pt x="250270" y="102061"/>
                </a:moveTo>
                <a:lnTo>
                  <a:pt x="250270" y="108145"/>
                </a:lnTo>
                <a:lnTo>
                  <a:pt x="244198" y="108145"/>
                </a:lnTo>
                <a:lnTo>
                  <a:pt x="244198" y="102061"/>
                </a:lnTo>
                <a:close/>
                <a:moveTo>
                  <a:pt x="257318" y="102061"/>
                </a:moveTo>
                <a:lnTo>
                  <a:pt x="257318" y="108145"/>
                </a:lnTo>
                <a:lnTo>
                  <a:pt x="251246" y="108145"/>
                </a:lnTo>
                <a:lnTo>
                  <a:pt x="251246" y="102061"/>
                </a:lnTo>
                <a:close/>
                <a:moveTo>
                  <a:pt x="264379" y="102061"/>
                </a:moveTo>
                <a:lnTo>
                  <a:pt x="264379" y="108145"/>
                </a:lnTo>
                <a:lnTo>
                  <a:pt x="258306" y="108145"/>
                </a:lnTo>
                <a:lnTo>
                  <a:pt x="258306" y="102061"/>
                </a:lnTo>
                <a:close/>
                <a:moveTo>
                  <a:pt x="271427" y="102061"/>
                </a:moveTo>
                <a:lnTo>
                  <a:pt x="271427" y="108145"/>
                </a:lnTo>
                <a:lnTo>
                  <a:pt x="265355" y="108145"/>
                </a:lnTo>
                <a:lnTo>
                  <a:pt x="265355" y="102061"/>
                </a:lnTo>
                <a:close/>
                <a:moveTo>
                  <a:pt x="278488" y="102061"/>
                </a:moveTo>
                <a:lnTo>
                  <a:pt x="278488" y="108145"/>
                </a:lnTo>
                <a:lnTo>
                  <a:pt x="272415" y="108145"/>
                </a:lnTo>
                <a:lnTo>
                  <a:pt x="272415" y="102061"/>
                </a:lnTo>
                <a:close/>
                <a:moveTo>
                  <a:pt x="17443" y="109121"/>
                </a:moveTo>
                <a:lnTo>
                  <a:pt x="17443" y="115193"/>
                </a:lnTo>
                <a:lnTo>
                  <a:pt x="11371" y="115193"/>
                </a:lnTo>
                <a:lnTo>
                  <a:pt x="11371" y="109121"/>
                </a:lnTo>
                <a:close/>
                <a:moveTo>
                  <a:pt x="24503" y="109121"/>
                </a:moveTo>
                <a:lnTo>
                  <a:pt x="24503" y="115193"/>
                </a:lnTo>
                <a:lnTo>
                  <a:pt x="18431" y="115193"/>
                </a:lnTo>
                <a:lnTo>
                  <a:pt x="18431" y="109121"/>
                </a:lnTo>
                <a:close/>
                <a:moveTo>
                  <a:pt x="31564" y="109121"/>
                </a:moveTo>
                <a:lnTo>
                  <a:pt x="31564" y="115193"/>
                </a:lnTo>
                <a:lnTo>
                  <a:pt x="25492" y="115193"/>
                </a:lnTo>
                <a:lnTo>
                  <a:pt x="25492" y="109121"/>
                </a:lnTo>
                <a:close/>
                <a:moveTo>
                  <a:pt x="38612" y="109121"/>
                </a:moveTo>
                <a:lnTo>
                  <a:pt x="38612" y="115193"/>
                </a:lnTo>
                <a:lnTo>
                  <a:pt x="32540" y="115193"/>
                </a:lnTo>
                <a:lnTo>
                  <a:pt x="32540" y="109121"/>
                </a:lnTo>
                <a:close/>
                <a:moveTo>
                  <a:pt x="45673" y="109121"/>
                </a:moveTo>
                <a:lnTo>
                  <a:pt x="45673" y="115193"/>
                </a:lnTo>
                <a:lnTo>
                  <a:pt x="39601" y="115193"/>
                </a:lnTo>
                <a:lnTo>
                  <a:pt x="39601" y="109121"/>
                </a:lnTo>
                <a:close/>
                <a:moveTo>
                  <a:pt x="52721" y="109121"/>
                </a:moveTo>
                <a:lnTo>
                  <a:pt x="52721" y="115193"/>
                </a:lnTo>
                <a:lnTo>
                  <a:pt x="46649" y="115193"/>
                </a:lnTo>
                <a:lnTo>
                  <a:pt x="46649" y="109121"/>
                </a:lnTo>
                <a:close/>
                <a:moveTo>
                  <a:pt x="59782" y="109121"/>
                </a:moveTo>
                <a:lnTo>
                  <a:pt x="59782" y="115193"/>
                </a:lnTo>
                <a:lnTo>
                  <a:pt x="53709" y="115193"/>
                </a:lnTo>
                <a:lnTo>
                  <a:pt x="53709" y="109121"/>
                </a:lnTo>
                <a:close/>
                <a:moveTo>
                  <a:pt x="66842" y="109121"/>
                </a:moveTo>
                <a:lnTo>
                  <a:pt x="66842" y="115193"/>
                </a:lnTo>
                <a:lnTo>
                  <a:pt x="60758" y="115193"/>
                </a:lnTo>
                <a:lnTo>
                  <a:pt x="60758" y="109121"/>
                </a:lnTo>
                <a:close/>
                <a:moveTo>
                  <a:pt x="73902" y="109121"/>
                </a:moveTo>
                <a:lnTo>
                  <a:pt x="73902" y="115193"/>
                </a:lnTo>
                <a:lnTo>
                  <a:pt x="67818" y="115193"/>
                </a:lnTo>
                <a:lnTo>
                  <a:pt x="67818" y="109121"/>
                </a:lnTo>
                <a:close/>
                <a:moveTo>
                  <a:pt x="80951" y="109121"/>
                </a:moveTo>
                <a:lnTo>
                  <a:pt x="80951" y="115193"/>
                </a:lnTo>
                <a:lnTo>
                  <a:pt x="74879" y="115193"/>
                </a:lnTo>
                <a:lnTo>
                  <a:pt x="74879" y="109121"/>
                </a:lnTo>
                <a:close/>
                <a:moveTo>
                  <a:pt x="88011" y="109121"/>
                </a:moveTo>
                <a:lnTo>
                  <a:pt x="88011" y="115193"/>
                </a:lnTo>
                <a:lnTo>
                  <a:pt x="81927" y="115193"/>
                </a:lnTo>
                <a:lnTo>
                  <a:pt x="81927" y="109121"/>
                </a:lnTo>
                <a:close/>
                <a:moveTo>
                  <a:pt x="95060" y="109121"/>
                </a:moveTo>
                <a:lnTo>
                  <a:pt x="95060" y="115193"/>
                </a:lnTo>
                <a:lnTo>
                  <a:pt x="88988" y="115193"/>
                </a:lnTo>
                <a:lnTo>
                  <a:pt x="88988" y="109121"/>
                </a:lnTo>
                <a:close/>
                <a:moveTo>
                  <a:pt x="102120" y="109121"/>
                </a:moveTo>
                <a:lnTo>
                  <a:pt x="102120" y="115193"/>
                </a:lnTo>
                <a:lnTo>
                  <a:pt x="96036" y="115193"/>
                </a:lnTo>
                <a:lnTo>
                  <a:pt x="96036" y="109121"/>
                </a:lnTo>
                <a:close/>
                <a:moveTo>
                  <a:pt x="109169" y="109121"/>
                </a:moveTo>
                <a:lnTo>
                  <a:pt x="109169" y="115193"/>
                </a:lnTo>
                <a:lnTo>
                  <a:pt x="103097" y="115193"/>
                </a:lnTo>
                <a:lnTo>
                  <a:pt x="103097" y="109121"/>
                </a:lnTo>
                <a:close/>
                <a:moveTo>
                  <a:pt x="116229" y="109121"/>
                </a:moveTo>
                <a:lnTo>
                  <a:pt x="116229" y="115193"/>
                </a:lnTo>
                <a:lnTo>
                  <a:pt x="110157" y="115193"/>
                </a:lnTo>
                <a:lnTo>
                  <a:pt x="110157" y="109121"/>
                </a:lnTo>
                <a:close/>
                <a:moveTo>
                  <a:pt x="123278" y="109121"/>
                </a:moveTo>
                <a:lnTo>
                  <a:pt x="123278" y="115193"/>
                </a:lnTo>
                <a:lnTo>
                  <a:pt x="117205" y="115193"/>
                </a:lnTo>
                <a:lnTo>
                  <a:pt x="117205" y="109121"/>
                </a:lnTo>
                <a:close/>
                <a:moveTo>
                  <a:pt x="130338" y="109121"/>
                </a:moveTo>
                <a:lnTo>
                  <a:pt x="130338" y="115193"/>
                </a:lnTo>
                <a:lnTo>
                  <a:pt x="124254" y="115193"/>
                </a:lnTo>
                <a:lnTo>
                  <a:pt x="124254" y="109121"/>
                </a:lnTo>
                <a:close/>
                <a:moveTo>
                  <a:pt x="137387" y="109121"/>
                </a:moveTo>
                <a:lnTo>
                  <a:pt x="137387" y="115193"/>
                </a:lnTo>
                <a:lnTo>
                  <a:pt x="131314" y="115193"/>
                </a:lnTo>
                <a:lnTo>
                  <a:pt x="131314" y="109121"/>
                </a:lnTo>
                <a:close/>
                <a:moveTo>
                  <a:pt x="144447" y="109121"/>
                </a:moveTo>
                <a:lnTo>
                  <a:pt x="144447" y="115193"/>
                </a:lnTo>
                <a:lnTo>
                  <a:pt x="138375" y="115193"/>
                </a:lnTo>
                <a:lnTo>
                  <a:pt x="138375" y="109121"/>
                </a:lnTo>
                <a:close/>
                <a:moveTo>
                  <a:pt x="151495" y="109121"/>
                </a:moveTo>
                <a:lnTo>
                  <a:pt x="151495" y="115193"/>
                </a:lnTo>
                <a:lnTo>
                  <a:pt x="145423" y="115193"/>
                </a:lnTo>
                <a:lnTo>
                  <a:pt x="145423" y="109121"/>
                </a:lnTo>
                <a:close/>
                <a:moveTo>
                  <a:pt x="158556" y="109121"/>
                </a:moveTo>
                <a:lnTo>
                  <a:pt x="158556" y="115193"/>
                </a:lnTo>
                <a:lnTo>
                  <a:pt x="152484" y="115193"/>
                </a:lnTo>
                <a:lnTo>
                  <a:pt x="152484" y="109121"/>
                </a:lnTo>
                <a:close/>
                <a:moveTo>
                  <a:pt x="165604" y="109121"/>
                </a:moveTo>
                <a:lnTo>
                  <a:pt x="165604" y="115193"/>
                </a:lnTo>
                <a:lnTo>
                  <a:pt x="159532" y="115193"/>
                </a:lnTo>
                <a:lnTo>
                  <a:pt x="159532" y="109121"/>
                </a:lnTo>
                <a:close/>
                <a:moveTo>
                  <a:pt x="172665" y="109121"/>
                </a:moveTo>
                <a:lnTo>
                  <a:pt x="172665" y="115193"/>
                </a:lnTo>
                <a:lnTo>
                  <a:pt x="166581" y="115193"/>
                </a:lnTo>
                <a:lnTo>
                  <a:pt x="166581" y="109121"/>
                </a:lnTo>
                <a:close/>
                <a:moveTo>
                  <a:pt x="179713" y="109121"/>
                </a:moveTo>
                <a:lnTo>
                  <a:pt x="179713" y="115193"/>
                </a:lnTo>
                <a:lnTo>
                  <a:pt x="173641" y="115193"/>
                </a:lnTo>
                <a:lnTo>
                  <a:pt x="173641" y="109121"/>
                </a:lnTo>
                <a:close/>
                <a:moveTo>
                  <a:pt x="186774" y="109121"/>
                </a:moveTo>
                <a:lnTo>
                  <a:pt x="186774" y="115193"/>
                </a:lnTo>
                <a:lnTo>
                  <a:pt x="180702" y="115193"/>
                </a:lnTo>
                <a:lnTo>
                  <a:pt x="180702" y="109121"/>
                </a:lnTo>
                <a:close/>
                <a:moveTo>
                  <a:pt x="193822" y="109121"/>
                </a:moveTo>
                <a:lnTo>
                  <a:pt x="193822" y="115193"/>
                </a:lnTo>
                <a:lnTo>
                  <a:pt x="187750" y="115193"/>
                </a:lnTo>
                <a:lnTo>
                  <a:pt x="187750" y="109121"/>
                </a:lnTo>
                <a:close/>
                <a:moveTo>
                  <a:pt x="200883" y="109121"/>
                </a:moveTo>
                <a:lnTo>
                  <a:pt x="200883" y="115193"/>
                </a:lnTo>
                <a:lnTo>
                  <a:pt x="194810" y="115193"/>
                </a:lnTo>
                <a:lnTo>
                  <a:pt x="194810" y="109121"/>
                </a:lnTo>
                <a:close/>
                <a:moveTo>
                  <a:pt x="207931" y="109121"/>
                </a:moveTo>
                <a:lnTo>
                  <a:pt x="207931" y="115193"/>
                </a:lnTo>
                <a:lnTo>
                  <a:pt x="201859" y="115193"/>
                </a:lnTo>
                <a:lnTo>
                  <a:pt x="201859" y="109121"/>
                </a:lnTo>
                <a:close/>
                <a:moveTo>
                  <a:pt x="214992" y="109121"/>
                </a:moveTo>
                <a:lnTo>
                  <a:pt x="214992" y="115193"/>
                </a:lnTo>
                <a:lnTo>
                  <a:pt x="208919" y="115193"/>
                </a:lnTo>
                <a:lnTo>
                  <a:pt x="208919" y="109121"/>
                </a:lnTo>
                <a:close/>
                <a:moveTo>
                  <a:pt x="222052" y="109121"/>
                </a:moveTo>
                <a:lnTo>
                  <a:pt x="222052" y="115193"/>
                </a:lnTo>
                <a:lnTo>
                  <a:pt x="215968" y="115193"/>
                </a:lnTo>
                <a:lnTo>
                  <a:pt x="215968" y="109121"/>
                </a:lnTo>
                <a:close/>
                <a:moveTo>
                  <a:pt x="229100" y="109121"/>
                </a:moveTo>
                <a:lnTo>
                  <a:pt x="229100" y="115193"/>
                </a:lnTo>
                <a:lnTo>
                  <a:pt x="223028" y="115193"/>
                </a:lnTo>
                <a:lnTo>
                  <a:pt x="223028" y="109121"/>
                </a:lnTo>
                <a:close/>
                <a:moveTo>
                  <a:pt x="236161" y="109121"/>
                </a:moveTo>
                <a:lnTo>
                  <a:pt x="236161" y="115193"/>
                </a:lnTo>
                <a:lnTo>
                  <a:pt x="230077" y="115193"/>
                </a:lnTo>
                <a:lnTo>
                  <a:pt x="230077" y="109121"/>
                </a:lnTo>
                <a:close/>
                <a:moveTo>
                  <a:pt x="243209" y="109121"/>
                </a:moveTo>
                <a:lnTo>
                  <a:pt x="243209" y="115193"/>
                </a:lnTo>
                <a:lnTo>
                  <a:pt x="237137" y="115193"/>
                </a:lnTo>
                <a:lnTo>
                  <a:pt x="237137" y="109121"/>
                </a:lnTo>
                <a:close/>
                <a:moveTo>
                  <a:pt x="250270" y="109121"/>
                </a:moveTo>
                <a:lnTo>
                  <a:pt x="250270" y="115193"/>
                </a:lnTo>
                <a:lnTo>
                  <a:pt x="244198" y="115193"/>
                </a:lnTo>
                <a:lnTo>
                  <a:pt x="244198" y="109121"/>
                </a:lnTo>
                <a:close/>
                <a:moveTo>
                  <a:pt x="257318" y="109121"/>
                </a:moveTo>
                <a:lnTo>
                  <a:pt x="257318" y="115193"/>
                </a:lnTo>
                <a:lnTo>
                  <a:pt x="251246" y="115193"/>
                </a:lnTo>
                <a:lnTo>
                  <a:pt x="251246" y="109121"/>
                </a:lnTo>
                <a:close/>
                <a:moveTo>
                  <a:pt x="264379" y="109121"/>
                </a:moveTo>
                <a:lnTo>
                  <a:pt x="264379" y="115193"/>
                </a:lnTo>
                <a:lnTo>
                  <a:pt x="258306" y="115193"/>
                </a:lnTo>
                <a:lnTo>
                  <a:pt x="258306" y="109121"/>
                </a:lnTo>
                <a:close/>
                <a:moveTo>
                  <a:pt x="271427" y="109121"/>
                </a:moveTo>
                <a:lnTo>
                  <a:pt x="271427" y="115193"/>
                </a:lnTo>
                <a:lnTo>
                  <a:pt x="265355" y="115193"/>
                </a:lnTo>
                <a:lnTo>
                  <a:pt x="265355" y="109121"/>
                </a:lnTo>
                <a:close/>
                <a:moveTo>
                  <a:pt x="278488" y="109121"/>
                </a:moveTo>
                <a:lnTo>
                  <a:pt x="278488" y="115193"/>
                </a:lnTo>
                <a:lnTo>
                  <a:pt x="272415" y="115193"/>
                </a:lnTo>
                <a:lnTo>
                  <a:pt x="272415" y="109121"/>
                </a:lnTo>
                <a:close/>
                <a:moveTo>
                  <a:pt x="17443" y="116170"/>
                </a:moveTo>
                <a:lnTo>
                  <a:pt x="17443" y="122254"/>
                </a:lnTo>
                <a:lnTo>
                  <a:pt x="11371" y="122254"/>
                </a:lnTo>
                <a:lnTo>
                  <a:pt x="11371" y="116182"/>
                </a:lnTo>
                <a:lnTo>
                  <a:pt x="17443" y="116170"/>
                </a:lnTo>
                <a:close/>
                <a:moveTo>
                  <a:pt x="24503" y="116170"/>
                </a:moveTo>
                <a:lnTo>
                  <a:pt x="24503" y="122254"/>
                </a:lnTo>
                <a:lnTo>
                  <a:pt x="18431" y="122254"/>
                </a:lnTo>
                <a:lnTo>
                  <a:pt x="18431" y="116182"/>
                </a:lnTo>
                <a:lnTo>
                  <a:pt x="24503" y="116170"/>
                </a:lnTo>
                <a:close/>
                <a:moveTo>
                  <a:pt x="31564" y="116170"/>
                </a:moveTo>
                <a:lnTo>
                  <a:pt x="31564" y="122254"/>
                </a:lnTo>
                <a:lnTo>
                  <a:pt x="25492" y="122254"/>
                </a:lnTo>
                <a:lnTo>
                  <a:pt x="25492" y="116182"/>
                </a:lnTo>
                <a:lnTo>
                  <a:pt x="31564" y="116170"/>
                </a:lnTo>
                <a:close/>
                <a:moveTo>
                  <a:pt x="38612" y="116170"/>
                </a:moveTo>
                <a:lnTo>
                  <a:pt x="38612" y="122254"/>
                </a:lnTo>
                <a:lnTo>
                  <a:pt x="32540" y="122254"/>
                </a:lnTo>
                <a:lnTo>
                  <a:pt x="32540" y="116182"/>
                </a:lnTo>
                <a:lnTo>
                  <a:pt x="38612" y="116170"/>
                </a:lnTo>
                <a:close/>
                <a:moveTo>
                  <a:pt x="45673" y="116170"/>
                </a:moveTo>
                <a:lnTo>
                  <a:pt x="45673" y="122254"/>
                </a:lnTo>
                <a:lnTo>
                  <a:pt x="39601" y="122254"/>
                </a:lnTo>
                <a:lnTo>
                  <a:pt x="39601" y="116182"/>
                </a:lnTo>
                <a:lnTo>
                  <a:pt x="45673" y="116170"/>
                </a:lnTo>
                <a:close/>
                <a:moveTo>
                  <a:pt x="52721" y="116170"/>
                </a:moveTo>
                <a:lnTo>
                  <a:pt x="52721" y="122254"/>
                </a:lnTo>
                <a:lnTo>
                  <a:pt x="46649" y="122254"/>
                </a:lnTo>
                <a:lnTo>
                  <a:pt x="46649" y="116182"/>
                </a:lnTo>
                <a:lnTo>
                  <a:pt x="52721" y="116170"/>
                </a:lnTo>
                <a:close/>
                <a:moveTo>
                  <a:pt x="59782" y="116170"/>
                </a:moveTo>
                <a:lnTo>
                  <a:pt x="59782" y="122254"/>
                </a:lnTo>
                <a:lnTo>
                  <a:pt x="53709" y="122254"/>
                </a:lnTo>
                <a:lnTo>
                  <a:pt x="53709" y="116182"/>
                </a:lnTo>
                <a:lnTo>
                  <a:pt x="59782" y="116170"/>
                </a:lnTo>
                <a:close/>
                <a:moveTo>
                  <a:pt x="66842" y="116182"/>
                </a:moveTo>
                <a:lnTo>
                  <a:pt x="66842" y="122254"/>
                </a:lnTo>
                <a:lnTo>
                  <a:pt x="60758" y="122254"/>
                </a:lnTo>
                <a:lnTo>
                  <a:pt x="60758" y="116182"/>
                </a:lnTo>
                <a:close/>
                <a:moveTo>
                  <a:pt x="73902" y="116182"/>
                </a:moveTo>
                <a:lnTo>
                  <a:pt x="73902" y="122254"/>
                </a:lnTo>
                <a:lnTo>
                  <a:pt x="67818" y="122254"/>
                </a:lnTo>
                <a:lnTo>
                  <a:pt x="67818" y="116182"/>
                </a:lnTo>
                <a:close/>
                <a:moveTo>
                  <a:pt x="80951" y="116182"/>
                </a:moveTo>
                <a:lnTo>
                  <a:pt x="80951" y="122254"/>
                </a:lnTo>
                <a:lnTo>
                  <a:pt x="74879" y="122254"/>
                </a:lnTo>
                <a:lnTo>
                  <a:pt x="74879" y="116182"/>
                </a:lnTo>
                <a:close/>
                <a:moveTo>
                  <a:pt x="88011" y="116170"/>
                </a:moveTo>
                <a:lnTo>
                  <a:pt x="88011" y="122254"/>
                </a:lnTo>
                <a:lnTo>
                  <a:pt x="81927" y="122254"/>
                </a:lnTo>
                <a:lnTo>
                  <a:pt x="81927" y="116182"/>
                </a:lnTo>
                <a:lnTo>
                  <a:pt x="88011" y="116170"/>
                </a:lnTo>
                <a:close/>
                <a:moveTo>
                  <a:pt x="95060" y="116170"/>
                </a:moveTo>
                <a:lnTo>
                  <a:pt x="95060" y="122254"/>
                </a:lnTo>
                <a:lnTo>
                  <a:pt x="88988" y="122254"/>
                </a:lnTo>
                <a:lnTo>
                  <a:pt x="88988" y="116182"/>
                </a:lnTo>
                <a:lnTo>
                  <a:pt x="95060" y="116170"/>
                </a:lnTo>
                <a:close/>
                <a:moveTo>
                  <a:pt x="102120" y="116182"/>
                </a:moveTo>
                <a:lnTo>
                  <a:pt x="102120" y="122254"/>
                </a:lnTo>
                <a:lnTo>
                  <a:pt x="96036" y="122254"/>
                </a:lnTo>
                <a:lnTo>
                  <a:pt x="96036" y="116182"/>
                </a:lnTo>
                <a:close/>
                <a:moveTo>
                  <a:pt x="109169" y="116182"/>
                </a:moveTo>
                <a:lnTo>
                  <a:pt x="109169" y="122254"/>
                </a:lnTo>
                <a:lnTo>
                  <a:pt x="103097" y="122254"/>
                </a:lnTo>
                <a:lnTo>
                  <a:pt x="103097" y="116182"/>
                </a:lnTo>
                <a:close/>
                <a:moveTo>
                  <a:pt x="116229" y="116182"/>
                </a:moveTo>
                <a:lnTo>
                  <a:pt x="116229" y="122254"/>
                </a:lnTo>
                <a:lnTo>
                  <a:pt x="110157" y="122254"/>
                </a:lnTo>
                <a:lnTo>
                  <a:pt x="110157" y="116182"/>
                </a:lnTo>
                <a:close/>
                <a:moveTo>
                  <a:pt x="123278" y="116170"/>
                </a:moveTo>
                <a:lnTo>
                  <a:pt x="123278" y="122254"/>
                </a:lnTo>
                <a:lnTo>
                  <a:pt x="117205" y="122254"/>
                </a:lnTo>
                <a:lnTo>
                  <a:pt x="117205" y="116182"/>
                </a:lnTo>
                <a:lnTo>
                  <a:pt x="123278" y="116170"/>
                </a:lnTo>
                <a:close/>
                <a:moveTo>
                  <a:pt x="130338" y="116170"/>
                </a:moveTo>
                <a:lnTo>
                  <a:pt x="130338" y="122254"/>
                </a:lnTo>
                <a:lnTo>
                  <a:pt x="124254" y="122254"/>
                </a:lnTo>
                <a:lnTo>
                  <a:pt x="124254" y="116182"/>
                </a:lnTo>
                <a:lnTo>
                  <a:pt x="130338" y="116170"/>
                </a:lnTo>
                <a:close/>
                <a:moveTo>
                  <a:pt x="137387" y="116182"/>
                </a:moveTo>
                <a:lnTo>
                  <a:pt x="137387" y="122254"/>
                </a:lnTo>
                <a:lnTo>
                  <a:pt x="131314" y="122254"/>
                </a:lnTo>
                <a:lnTo>
                  <a:pt x="131314" y="116182"/>
                </a:lnTo>
                <a:close/>
                <a:moveTo>
                  <a:pt x="144447" y="116170"/>
                </a:moveTo>
                <a:lnTo>
                  <a:pt x="144447" y="122254"/>
                </a:lnTo>
                <a:lnTo>
                  <a:pt x="138375" y="122254"/>
                </a:lnTo>
                <a:lnTo>
                  <a:pt x="138375" y="116182"/>
                </a:lnTo>
                <a:lnTo>
                  <a:pt x="144447" y="116170"/>
                </a:lnTo>
                <a:close/>
                <a:moveTo>
                  <a:pt x="151495" y="116170"/>
                </a:moveTo>
                <a:lnTo>
                  <a:pt x="151495" y="122254"/>
                </a:lnTo>
                <a:lnTo>
                  <a:pt x="145423" y="122254"/>
                </a:lnTo>
                <a:lnTo>
                  <a:pt x="145423" y="116182"/>
                </a:lnTo>
                <a:lnTo>
                  <a:pt x="151495" y="116170"/>
                </a:lnTo>
                <a:close/>
                <a:moveTo>
                  <a:pt x="158556" y="116170"/>
                </a:moveTo>
                <a:lnTo>
                  <a:pt x="158556" y="122254"/>
                </a:lnTo>
                <a:lnTo>
                  <a:pt x="152484" y="122254"/>
                </a:lnTo>
                <a:lnTo>
                  <a:pt x="152484" y="116182"/>
                </a:lnTo>
                <a:lnTo>
                  <a:pt x="158556" y="116170"/>
                </a:lnTo>
                <a:close/>
                <a:moveTo>
                  <a:pt x="165604" y="116170"/>
                </a:moveTo>
                <a:lnTo>
                  <a:pt x="165604" y="122254"/>
                </a:lnTo>
                <a:lnTo>
                  <a:pt x="159532" y="122254"/>
                </a:lnTo>
                <a:lnTo>
                  <a:pt x="159532" y="116182"/>
                </a:lnTo>
                <a:lnTo>
                  <a:pt x="165604" y="116170"/>
                </a:lnTo>
                <a:close/>
                <a:moveTo>
                  <a:pt x="172665" y="116170"/>
                </a:moveTo>
                <a:lnTo>
                  <a:pt x="172665" y="122254"/>
                </a:lnTo>
                <a:lnTo>
                  <a:pt x="166581" y="122254"/>
                </a:lnTo>
                <a:lnTo>
                  <a:pt x="166581" y="116182"/>
                </a:lnTo>
                <a:lnTo>
                  <a:pt x="172665" y="116170"/>
                </a:lnTo>
                <a:close/>
                <a:moveTo>
                  <a:pt x="179713" y="116170"/>
                </a:moveTo>
                <a:lnTo>
                  <a:pt x="179713" y="122254"/>
                </a:lnTo>
                <a:lnTo>
                  <a:pt x="173641" y="122254"/>
                </a:lnTo>
                <a:lnTo>
                  <a:pt x="173641" y="116182"/>
                </a:lnTo>
                <a:lnTo>
                  <a:pt x="179713" y="116170"/>
                </a:lnTo>
                <a:close/>
                <a:moveTo>
                  <a:pt x="186774" y="116170"/>
                </a:moveTo>
                <a:lnTo>
                  <a:pt x="186774" y="122254"/>
                </a:lnTo>
                <a:lnTo>
                  <a:pt x="180702" y="122254"/>
                </a:lnTo>
                <a:lnTo>
                  <a:pt x="180702" y="116182"/>
                </a:lnTo>
                <a:lnTo>
                  <a:pt x="186774" y="116170"/>
                </a:lnTo>
                <a:close/>
                <a:moveTo>
                  <a:pt x="193822" y="116170"/>
                </a:moveTo>
                <a:lnTo>
                  <a:pt x="193822" y="122254"/>
                </a:lnTo>
                <a:lnTo>
                  <a:pt x="187750" y="122254"/>
                </a:lnTo>
                <a:lnTo>
                  <a:pt x="187750" y="116182"/>
                </a:lnTo>
                <a:lnTo>
                  <a:pt x="193822" y="116170"/>
                </a:lnTo>
                <a:close/>
                <a:moveTo>
                  <a:pt x="200883" y="116170"/>
                </a:moveTo>
                <a:lnTo>
                  <a:pt x="200883" y="122254"/>
                </a:lnTo>
                <a:lnTo>
                  <a:pt x="194810" y="122254"/>
                </a:lnTo>
                <a:lnTo>
                  <a:pt x="194810" y="116182"/>
                </a:lnTo>
                <a:lnTo>
                  <a:pt x="200883" y="116170"/>
                </a:lnTo>
                <a:close/>
                <a:moveTo>
                  <a:pt x="207931" y="116170"/>
                </a:moveTo>
                <a:lnTo>
                  <a:pt x="207931" y="122254"/>
                </a:lnTo>
                <a:lnTo>
                  <a:pt x="201859" y="122254"/>
                </a:lnTo>
                <a:lnTo>
                  <a:pt x="201859" y="116182"/>
                </a:lnTo>
                <a:lnTo>
                  <a:pt x="207931" y="116170"/>
                </a:lnTo>
                <a:close/>
                <a:moveTo>
                  <a:pt x="214992" y="116170"/>
                </a:moveTo>
                <a:lnTo>
                  <a:pt x="214992" y="122254"/>
                </a:lnTo>
                <a:lnTo>
                  <a:pt x="208919" y="122254"/>
                </a:lnTo>
                <a:lnTo>
                  <a:pt x="208919" y="116182"/>
                </a:lnTo>
                <a:lnTo>
                  <a:pt x="214992" y="116170"/>
                </a:lnTo>
                <a:close/>
                <a:moveTo>
                  <a:pt x="222052" y="116170"/>
                </a:moveTo>
                <a:lnTo>
                  <a:pt x="222052" y="122254"/>
                </a:lnTo>
                <a:lnTo>
                  <a:pt x="215968" y="122254"/>
                </a:lnTo>
                <a:lnTo>
                  <a:pt x="215968" y="116182"/>
                </a:lnTo>
                <a:lnTo>
                  <a:pt x="222052" y="116170"/>
                </a:lnTo>
                <a:close/>
                <a:moveTo>
                  <a:pt x="229100" y="116170"/>
                </a:moveTo>
                <a:lnTo>
                  <a:pt x="229100" y="122254"/>
                </a:lnTo>
                <a:lnTo>
                  <a:pt x="223028" y="122254"/>
                </a:lnTo>
                <a:lnTo>
                  <a:pt x="223028" y="116182"/>
                </a:lnTo>
                <a:lnTo>
                  <a:pt x="229100" y="116170"/>
                </a:lnTo>
                <a:close/>
                <a:moveTo>
                  <a:pt x="236161" y="116170"/>
                </a:moveTo>
                <a:lnTo>
                  <a:pt x="236161" y="122254"/>
                </a:lnTo>
                <a:lnTo>
                  <a:pt x="230077" y="122254"/>
                </a:lnTo>
                <a:lnTo>
                  <a:pt x="230077" y="116182"/>
                </a:lnTo>
                <a:lnTo>
                  <a:pt x="236161" y="116170"/>
                </a:lnTo>
                <a:close/>
                <a:moveTo>
                  <a:pt x="243209" y="116170"/>
                </a:moveTo>
                <a:lnTo>
                  <a:pt x="243209" y="122254"/>
                </a:lnTo>
                <a:lnTo>
                  <a:pt x="237137" y="122254"/>
                </a:lnTo>
                <a:lnTo>
                  <a:pt x="237137" y="116182"/>
                </a:lnTo>
                <a:lnTo>
                  <a:pt x="243209" y="116170"/>
                </a:lnTo>
                <a:close/>
                <a:moveTo>
                  <a:pt x="250270" y="116170"/>
                </a:moveTo>
                <a:lnTo>
                  <a:pt x="250270" y="122254"/>
                </a:lnTo>
                <a:lnTo>
                  <a:pt x="244198" y="122254"/>
                </a:lnTo>
                <a:lnTo>
                  <a:pt x="244198" y="116182"/>
                </a:lnTo>
                <a:lnTo>
                  <a:pt x="250270" y="116170"/>
                </a:lnTo>
                <a:close/>
                <a:moveTo>
                  <a:pt x="257318" y="116170"/>
                </a:moveTo>
                <a:lnTo>
                  <a:pt x="257318" y="122254"/>
                </a:lnTo>
                <a:lnTo>
                  <a:pt x="251246" y="122254"/>
                </a:lnTo>
                <a:lnTo>
                  <a:pt x="251246" y="116182"/>
                </a:lnTo>
                <a:lnTo>
                  <a:pt x="257318" y="116170"/>
                </a:lnTo>
                <a:close/>
                <a:moveTo>
                  <a:pt x="264379" y="116170"/>
                </a:moveTo>
                <a:lnTo>
                  <a:pt x="264379" y="122254"/>
                </a:lnTo>
                <a:lnTo>
                  <a:pt x="258306" y="122254"/>
                </a:lnTo>
                <a:lnTo>
                  <a:pt x="258306" y="116182"/>
                </a:lnTo>
                <a:lnTo>
                  <a:pt x="264379" y="116170"/>
                </a:lnTo>
                <a:close/>
                <a:moveTo>
                  <a:pt x="271427" y="116170"/>
                </a:moveTo>
                <a:lnTo>
                  <a:pt x="271427" y="122254"/>
                </a:lnTo>
                <a:lnTo>
                  <a:pt x="265355" y="122254"/>
                </a:lnTo>
                <a:lnTo>
                  <a:pt x="265355" y="116182"/>
                </a:lnTo>
                <a:lnTo>
                  <a:pt x="271427" y="116170"/>
                </a:lnTo>
                <a:close/>
                <a:moveTo>
                  <a:pt x="278488" y="116170"/>
                </a:moveTo>
                <a:lnTo>
                  <a:pt x="278488" y="122254"/>
                </a:lnTo>
                <a:lnTo>
                  <a:pt x="272415" y="122254"/>
                </a:lnTo>
                <a:lnTo>
                  <a:pt x="272415" y="116182"/>
                </a:lnTo>
                <a:lnTo>
                  <a:pt x="278488" y="116170"/>
                </a:lnTo>
                <a:close/>
                <a:moveTo>
                  <a:pt x="17443" y="123230"/>
                </a:moveTo>
                <a:lnTo>
                  <a:pt x="17443" y="129302"/>
                </a:lnTo>
                <a:lnTo>
                  <a:pt x="11371" y="129302"/>
                </a:lnTo>
                <a:lnTo>
                  <a:pt x="11371" y="123230"/>
                </a:lnTo>
                <a:close/>
                <a:moveTo>
                  <a:pt x="24503" y="123230"/>
                </a:moveTo>
                <a:lnTo>
                  <a:pt x="24503" y="129302"/>
                </a:lnTo>
                <a:lnTo>
                  <a:pt x="18431" y="129302"/>
                </a:lnTo>
                <a:lnTo>
                  <a:pt x="18431" y="123230"/>
                </a:lnTo>
                <a:close/>
                <a:moveTo>
                  <a:pt x="31564" y="123230"/>
                </a:moveTo>
                <a:lnTo>
                  <a:pt x="31564" y="129302"/>
                </a:lnTo>
                <a:lnTo>
                  <a:pt x="25492" y="129302"/>
                </a:lnTo>
                <a:lnTo>
                  <a:pt x="25492" y="123230"/>
                </a:lnTo>
                <a:close/>
                <a:moveTo>
                  <a:pt x="38612" y="123230"/>
                </a:moveTo>
                <a:lnTo>
                  <a:pt x="38612" y="129302"/>
                </a:lnTo>
                <a:lnTo>
                  <a:pt x="32540" y="129302"/>
                </a:lnTo>
                <a:lnTo>
                  <a:pt x="32540" y="123230"/>
                </a:lnTo>
                <a:close/>
                <a:moveTo>
                  <a:pt x="45673" y="123230"/>
                </a:moveTo>
                <a:lnTo>
                  <a:pt x="45673" y="129302"/>
                </a:lnTo>
                <a:lnTo>
                  <a:pt x="39601" y="129302"/>
                </a:lnTo>
                <a:lnTo>
                  <a:pt x="39601" y="123230"/>
                </a:lnTo>
                <a:close/>
                <a:moveTo>
                  <a:pt x="52721" y="123230"/>
                </a:moveTo>
                <a:lnTo>
                  <a:pt x="52721" y="129302"/>
                </a:lnTo>
                <a:lnTo>
                  <a:pt x="46649" y="129302"/>
                </a:lnTo>
                <a:lnTo>
                  <a:pt x="46649" y="123230"/>
                </a:lnTo>
                <a:close/>
                <a:moveTo>
                  <a:pt x="59782" y="123230"/>
                </a:moveTo>
                <a:lnTo>
                  <a:pt x="59782" y="129302"/>
                </a:lnTo>
                <a:lnTo>
                  <a:pt x="53709" y="129302"/>
                </a:lnTo>
                <a:lnTo>
                  <a:pt x="53709" y="123230"/>
                </a:lnTo>
                <a:close/>
                <a:moveTo>
                  <a:pt x="66842" y="123230"/>
                </a:moveTo>
                <a:lnTo>
                  <a:pt x="66842" y="129302"/>
                </a:lnTo>
                <a:lnTo>
                  <a:pt x="60758" y="129302"/>
                </a:lnTo>
                <a:lnTo>
                  <a:pt x="60758" y="123230"/>
                </a:lnTo>
                <a:close/>
                <a:moveTo>
                  <a:pt x="73902" y="123230"/>
                </a:moveTo>
                <a:lnTo>
                  <a:pt x="73902" y="129302"/>
                </a:lnTo>
                <a:lnTo>
                  <a:pt x="67818" y="129302"/>
                </a:lnTo>
                <a:lnTo>
                  <a:pt x="67818" y="123230"/>
                </a:lnTo>
                <a:close/>
                <a:moveTo>
                  <a:pt x="80951" y="123230"/>
                </a:moveTo>
                <a:lnTo>
                  <a:pt x="80951" y="129302"/>
                </a:lnTo>
                <a:lnTo>
                  <a:pt x="74879" y="129302"/>
                </a:lnTo>
                <a:lnTo>
                  <a:pt x="74879" y="123230"/>
                </a:lnTo>
                <a:close/>
                <a:moveTo>
                  <a:pt x="88011" y="123230"/>
                </a:moveTo>
                <a:lnTo>
                  <a:pt x="88011" y="129302"/>
                </a:lnTo>
                <a:lnTo>
                  <a:pt x="81927" y="129302"/>
                </a:lnTo>
                <a:lnTo>
                  <a:pt x="81927" y="123230"/>
                </a:lnTo>
                <a:close/>
                <a:moveTo>
                  <a:pt x="95060" y="123230"/>
                </a:moveTo>
                <a:lnTo>
                  <a:pt x="95060" y="129302"/>
                </a:lnTo>
                <a:lnTo>
                  <a:pt x="88988" y="129302"/>
                </a:lnTo>
                <a:lnTo>
                  <a:pt x="88988" y="123230"/>
                </a:lnTo>
                <a:close/>
                <a:moveTo>
                  <a:pt x="102120" y="123230"/>
                </a:moveTo>
                <a:lnTo>
                  <a:pt x="102120" y="129302"/>
                </a:lnTo>
                <a:lnTo>
                  <a:pt x="96036" y="129302"/>
                </a:lnTo>
                <a:lnTo>
                  <a:pt x="96036" y="123230"/>
                </a:lnTo>
                <a:close/>
                <a:moveTo>
                  <a:pt x="109169" y="123230"/>
                </a:moveTo>
                <a:lnTo>
                  <a:pt x="109169" y="129302"/>
                </a:lnTo>
                <a:lnTo>
                  <a:pt x="103097" y="129302"/>
                </a:lnTo>
                <a:lnTo>
                  <a:pt x="103097" y="123230"/>
                </a:lnTo>
                <a:close/>
                <a:moveTo>
                  <a:pt x="116229" y="123230"/>
                </a:moveTo>
                <a:lnTo>
                  <a:pt x="116229" y="129302"/>
                </a:lnTo>
                <a:lnTo>
                  <a:pt x="110157" y="129302"/>
                </a:lnTo>
                <a:lnTo>
                  <a:pt x="110157" y="123230"/>
                </a:lnTo>
                <a:close/>
                <a:moveTo>
                  <a:pt x="123278" y="123230"/>
                </a:moveTo>
                <a:lnTo>
                  <a:pt x="123278" y="129302"/>
                </a:lnTo>
                <a:lnTo>
                  <a:pt x="117205" y="129302"/>
                </a:lnTo>
                <a:lnTo>
                  <a:pt x="117205" y="123230"/>
                </a:lnTo>
                <a:close/>
                <a:moveTo>
                  <a:pt x="130338" y="123230"/>
                </a:moveTo>
                <a:lnTo>
                  <a:pt x="130338" y="129302"/>
                </a:lnTo>
                <a:lnTo>
                  <a:pt x="124254" y="129302"/>
                </a:lnTo>
                <a:lnTo>
                  <a:pt x="124254" y="123230"/>
                </a:lnTo>
                <a:close/>
                <a:moveTo>
                  <a:pt x="137387" y="123230"/>
                </a:moveTo>
                <a:lnTo>
                  <a:pt x="137387" y="129302"/>
                </a:lnTo>
                <a:lnTo>
                  <a:pt x="131314" y="129302"/>
                </a:lnTo>
                <a:lnTo>
                  <a:pt x="131314" y="123230"/>
                </a:lnTo>
                <a:close/>
                <a:moveTo>
                  <a:pt x="144447" y="123230"/>
                </a:moveTo>
                <a:lnTo>
                  <a:pt x="144447" y="129302"/>
                </a:lnTo>
                <a:lnTo>
                  <a:pt x="138375" y="129302"/>
                </a:lnTo>
                <a:lnTo>
                  <a:pt x="138375" y="123230"/>
                </a:lnTo>
                <a:close/>
                <a:moveTo>
                  <a:pt x="151495" y="123230"/>
                </a:moveTo>
                <a:lnTo>
                  <a:pt x="151495" y="129302"/>
                </a:lnTo>
                <a:lnTo>
                  <a:pt x="145423" y="129302"/>
                </a:lnTo>
                <a:lnTo>
                  <a:pt x="145423" y="123230"/>
                </a:lnTo>
                <a:close/>
                <a:moveTo>
                  <a:pt x="158556" y="123230"/>
                </a:moveTo>
                <a:lnTo>
                  <a:pt x="158556" y="129302"/>
                </a:lnTo>
                <a:lnTo>
                  <a:pt x="152484" y="129302"/>
                </a:lnTo>
                <a:lnTo>
                  <a:pt x="152484" y="123230"/>
                </a:lnTo>
                <a:close/>
                <a:moveTo>
                  <a:pt x="165604" y="123230"/>
                </a:moveTo>
                <a:lnTo>
                  <a:pt x="165604" y="129302"/>
                </a:lnTo>
                <a:lnTo>
                  <a:pt x="159532" y="129302"/>
                </a:lnTo>
                <a:lnTo>
                  <a:pt x="159532" y="123230"/>
                </a:lnTo>
                <a:close/>
                <a:moveTo>
                  <a:pt x="172665" y="123230"/>
                </a:moveTo>
                <a:lnTo>
                  <a:pt x="172665" y="129302"/>
                </a:lnTo>
                <a:lnTo>
                  <a:pt x="166581" y="129302"/>
                </a:lnTo>
                <a:lnTo>
                  <a:pt x="166581" y="123230"/>
                </a:lnTo>
                <a:close/>
                <a:moveTo>
                  <a:pt x="179713" y="123230"/>
                </a:moveTo>
                <a:lnTo>
                  <a:pt x="179713" y="129302"/>
                </a:lnTo>
                <a:lnTo>
                  <a:pt x="173641" y="129302"/>
                </a:lnTo>
                <a:lnTo>
                  <a:pt x="173641" y="123230"/>
                </a:lnTo>
                <a:close/>
                <a:moveTo>
                  <a:pt x="186774" y="123230"/>
                </a:moveTo>
                <a:lnTo>
                  <a:pt x="186774" y="129302"/>
                </a:lnTo>
                <a:lnTo>
                  <a:pt x="180702" y="129302"/>
                </a:lnTo>
                <a:lnTo>
                  <a:pt x="180702" y="123230"/>
                </a:lnTo>
                <a:close/>
                <a:moveTo>
                  <a:pt x="193822" y="123230"/>
                </a:moveTo>
                <a:lnTo>
                  <a:pt x="193822" y="129302"/>
                </a:lnTo>
                <a:lnTo>
                  <a:pt x="187750" y="129302"/>
                </a:lnTo>
                <a:lnTo>
                  <a:pt x="187750" y="123230"/>
                </a:lnTo>
                <a:close/>
                <a:moveTo>
                  <a:pt x="200883" y="123230"/>
                </a:moveTo>
                <a:lnTo>
                  <a:pt x="200883" y="129302"/>
                </a:lnTo>
                <a:lnTo>
                  <a:pt x="194810" y="129302"/>
                </a:lnTo>
                <a:lnTo>
                  <a:pt x="194810" y="123230"/>
                </a:lnTo>
                <a:close/>
                <a:moveTo>
                  <a:pt x="207931" y="123230"/>
                </a:moveTo>
                <a:lnTo>
                  <a:pt x="207931" y="129302"/>
                </a:lnTo>
                <a:lnTo>
                  <a:pt x="201859" y="129302"/>
                </a:lnTo>
                <a:lnTo>
                  <a:pt x="201859" y="123230"/>
                </a:lnTo>
                <a:close/>
                <a:moveTo>
                  <a:pt x="214992" y="123230"/>
                </a:moveTo>
                <a:lnTo>
                  <a:pt x="214992" y="129302"/>
                </a:lnTo>
                <a:lnTo>
                  <a:pt x="208919" y="129302"/>
                </a:lnTo>
                <a:lnTo>
                  <a:pt x="208919" y="123230"/>
                </a:lnTo>
                <a:close/>
                <a:moveTo>
                  <a:pt x="222052" y="123230"/>
                </a:moveTo>
                <a:lnTo>
                  <a:pt x="222052" y="129302"/>
                </a:lnTo>
                <a:lnTo>
                  <a:pt x="215968" y="129302"/>
                </a:lnTo>
                <a:lnTo>
                  <a:pt x="215968" y="123230"/>
                </a:lnTo>
                <a:close/>
                <a:moveTo>
                  <a:pt x="229100" y="123230"/>
                </a:moveTo>
                <a:lnTo>
                  <a:pt x="229100" y="129302"/>
                </a:lnTo>
                <a:lnTo>
                  <a:pt x="223028" y="129302"/>
                </a:lnTo>
                <a:lnTo>
                  <a:pt x="223028" y="123230"/>
                </a:lnTo>
                <a:close/>
                <a:moveTo>
                  <a:pt x="236161" y="123230"/>
                </a:moveTo>
                <a:lnTo>
                  <a:pt x="236161" y="129302"/>
                </a:lnTo>
                <a:lnTo>
                  <a:pt x="230077" y="129302"/>
                </a:lnTo>
                <a:lnTo>
                  <a:pt x="230077" y="123230"/>
                </a:lnTo>
                <a:close/>
                <a:moveTo>
                  <a:pt x="243209" y="123230"/>
                </a:moveTo>
                <a:lnTo>
                  <a:pt x="243209" y="129302"/>
                </a:lnTo>
                <a:lnTo>
                  <a:pt x="237137" y="129302"/>
                </a:lnTo>
                <a:lnTo>
                  <a:pt x="237137" y="123230"/>
                </a:lnTo>
                <a:close/>
                <a:moveTo>
                  <a:pt x="250270" y="123230"/>
                </a:moveTo>
                <a:lnTo>
                  <a:pt x="250270" y="129302"/>
                </a:lnTo>
                <a:lnTo>
                  <a:pt x="244198" y="129302"/>
                </a:lnTo>
                <a:lnTo>
                  <a:pt x="244198" y="123230"/>
                </a:lnTo>
                <a:close/>
                <a:moveTo>
                  <a:pt x="257318" y="123230"/>
                </a:moveTo>
                <a:lnTo>
                  <a:pt x="257318" y="129302"/>
                </a:lnTo>
                <a:lnTo>
                  <a:pt x="251246" y="129302"/>
                </a:lnTo>
                <a:lnTo>
                  <a:pt x="251246" y="123230"/>
                </a:lnTo>
                <a:close/>
                <a:moveTo>
                  <a:pt x="264379" y="123230"/>
                </a:moveTo>
                <a:lnTo>
                  <a:pt x="264379" y="129302"/>
                </a:lnTo>
                <a:lnTo>
                  <a:pt x="258306" y="129302"/>
                </a:lnTo>
                <a:lnTo>
                  <a:pt x="258306" y="123230"/>
                </a:lnTo>
                <a:close/>
                <a:moveTo>
                  <a:pt x="271427" y="123230"/>
                </a:moveTo>
                <a:lnTo>
                  <a:pt x="271427" y="129302"/>
                </a:lnTo>
                <a:lnTo>
                  <a:pt x="265355" y="129302"/>
                </a:lnTo>
                <a:lnTo>
                  <a:pt x="265355" y="123230"/>
                </a:lnTo>
                <a:close/>
                <a:moveTo>
                  <a:pt x="278488" y="123230"/>
                </a:moveTo>
                <a:lnTo>
                  <a:pt x="278488" y="129302"/>
                </a:lnTo>
                <a:lnTo>
                  <a:pt x="272415" y="129302"/>
                </a:lnTo>
                <a:lnTo>
                  <a:pt x="272415" y="123230"/>
                </a:lnTo>
                <a:close/>
                <a:moveTo>
                  <a:pt x="17443" y="130279"/>
                </a:moveTo>
                <a:lnTo>
                  <a:pt x="17443" y="136363"/>
                </a:lnTo>
                <a:lnTo>
                  <a:pt x="11371" y="136363"/>
                </a:lnTo>
                <a:lnTo>
                  <a:pt x="11371" y="130279"/>
                </a:lnTo>
                <a:close/>
                <a:moveTo>
                  <a:pt x="24503" y="130279"/>
                </a:moveTo>
                <a:lnTo>
                  <a:pt x="24503" y="136363"/>
                </a:lnTo>
                <a:lnTo>
                  <a:pt x="18431" y="136363"/>
                </a:lnTo>
                <a:lnTo>
                  <a:pt x="18431" y="130279"/>
                </a:lnTo>
                <a:close/>
                <a:moveTo>
                  <a:pt x="31564" y="130279"/>
                </a:moveTo>
                <a:lnTo>
                  <a:pt x="31564" y="136363"/>
                </a:lnTo>
                <a:lnTo>
                  <a:pt x="25492" y="136363"/>
                </a:lnTo>
                <a:lnTo>
                  <a:pt x="25492" y="130279"/>
                </a:lnTo>
                <a:close/>
                <a:moveTo>
                  <a:pt x="38612" y="130279"/>
                </a:moveTo>
                <a:lnTo>
                  <a:pt x="38612" y="136363"/>
                </a:lnTo>
                <a:lnTo>
                  <a:pt x="32540" y="136363"/>
                </a:lnTo>
                <a:lnTo>
                  <a:pt x="32540" y="130279"/>
                </a:lnTo>
                <a:close/>
                <a:moveTo>
                  <a:pt x="45673" y="130279"/>
                </a:moveTo>
                <a:lnTo>
                  <a:pt x="45673" y="136363"/>
                </a:lnTo>
                <a:lnTo>
                  <a:pt x="39601" y="136363"/>
                </a:lnTo>
                <a:lnTo>
                  <a:pt x="39601" y="130279"/>
                </a:lnTo>
                <a:close/>
                <a:moveTo>
                  <a:pt x="52721" y="130279"/>
                </a:moveTo>
                <a:lnTo>
                  <a:pt x="52721" y="136363"/>
                </a:lnTo>
                <a:lnTo>
                  <a:pt x="46649" y="136363"/>
                </a:lnTo>
                <a:lnTo>
                  <a:pt x="46649" y="130279"/>
                </a:lnTo>
                <a:close/>
                <a:moveTo>
                  <a:pt x="59782" y="130279"/>
                </a:moveTo>
                <a:lnTo>
                  <a:pt x="59782" y="136363"/>
                </a:lnTo>
                <a:lnTo>
                  <a:pt x="53709" y="136363"/>
                </a:lnTo>
                <a:lnTo>
                  <a:pt x="53709" y="130279"/>
                </a:lnTo>
                <a:close/>
                <a:moveTo>
                  <a:pt x="66842" y="130279"/>
                </a:moveTo>
                <a:lnTo>
                  <a:pt x="66842" y="136363"/>
                </a:lnTo>
                <a:lnTo>
                  <a:pt x="60758" y="136363"/>
                </a:lnTo>
                <a:lnTo>
                  <a:pt x="60758" y="130279"/>
                </a:lnTo>
                <a:close/>
                <a:moveTo>
                  <a:pt x="67818" y="130279"/>
                </a:moveTo>
                <a:lnTo>
                  <a:pt x="73902" y="130290"/>
                </a:lnTo>
                <a:lnTo>
                  <a:pt x="73902" y="136363"/>
                </a:lnTo>
                <a:lnTo>
                  <a:pt x="67818" y="136363"/>
                </a:lnTo>
                <a:lnTo>
                  <a:pt x="67818" y="130279"/>
                </a:lnTo>
                <a:close/>
                <a:moveTo>
                  <a:pt x="74879" y="130279"/>
                </a:moveTo>
                <a:lnTo>
                  <a:pt x="80951" y="130290"/>
                </a:lnTo>
                <a:lnTo>
                  <a:pt x="80951" y="136363"/>
                </a:lnTo>
                <a:lnTo>
                  <a:pt x="74879" y="136363"/>
                </a:lnTo>
                <a:lnTo>
                  <a:pt x="74879" y="130279"/>
                </a:lnTo>
                <a:close/>
                <a:moveTo>
                  <a:pt x="88011" y="130279"/>
                </a:moveTo>
                <a:lnTo>
                  <a:pt x="88011" y="136363"/>
                </a:lnTo>
                <a:lnTo>
                  <a:pt x="81927" y="136363"/>
                </a:lnTo>
                <a:lnTo>
                  <a:pt x="81927" y="130279"/>
                </a:lnTo>
                <a:close/>
                <a:moveTo>
                  <a:pt x="95060" y="130279"/>
                </a:moveTo>
                <a:lnTo>
                  <a:pt x="95060" y="136363"/>
                </a:lnTo>
                <a:lnTo>
                  <a:pt x="88988" y="136363"/>
                </a:lnTo>
                <a:lnTo>
                  <a:pt x="88988" y="130279"/>
                </a:lnTo>
                <a:close/>
                <a:moveTo>
                  <a:pt x="102120" y="130279"/>
                </a:moveTo>
                <a:lnTo>
                  <a:pt x="102120" y="136363"/>
                </a:lnTo>
                <a:lnTo>
                  <a:pt x="96036" y="136363"/>
                </a:lnTo>
                <a:lnTo>
                  <a:pt x="96036" y="130279"/>
                </a:lnTo>
                <a:close/>
                <a:moveTo>
                  <a:pt x="103097" y="130279"/>
                </a:moveTo>
                <a:lnTo>
                  <a:pt x="109169" y="130290"/>
                </a:lnTo>
                <a:lnTo>
                  <a:pt x="109169" y="136363"/>
                </a:lnTo>
                <a:lnTo>
                  <a:pt x="103097" y="136363"/>
                </a:lnTo>
                <a:lnTo>
                  <a:pt x="103097" y="130279"/>
                </a:lnTo>
                <a:close/>
                <a:moveTo>
                  <a:pt x="110157" y="130279"/>
                </a:moveTo>
                <a:lnTo>
                  <a:pt x="116229" y="130290"/>
                </a:lnTo>
                <a:lnTo>
                  <a:pt x="116229" y="136363"/>
                </a:lnTo>
                <a:lnTo>
                  <a:pt x="110157" y="136363"/>
                </a:lnTo>
                <a:lnTo>
                  <a:pt x="110157" y="130279"/>
                </a:lnTo>
                <a:close/>
                <a:moveTo>
                  <a:pt x="123278" y="130279"/>
                </a:moveTo>
                <a:lnTo>
                  <a:pt x="123278" y="136363"/>
                </a:lnTo>
                <a:lnTo>
                  <a:pt x="117205" y="136363"/>
                </a:lnTo>
                <a:lnTo>
                  <a:pt x="117205" y="130279"/>
                </a:lnTo>
                <a:close/>
                <a:moveTo>
                  <a:pt x="130338" y="130279"/>
                </a:moveTo>
                <a:lnTo>
                  <a:pt x="130338" y="136363"/>
                </a:lnTo>
                <a:lnTo>
                  <a:pt x="124254" y="136363"/>
                </a:lnTo>
                <a:lnTo>
                  <a:pt x="124254" y="130279"/>
                </a:lnTo>
                <a:close/>
                <a:moveTo>
                  <a:pt x="137387" y="130279"/>
                </a:moveTo>
                <a:lnTo>
                  <a:pt x="137387" y="136363"/>
                </a:lnTo>
                <a:lnTo>
                  <a:pt x="131314" y="136363"/>
                </a:lnTo>
                <a:lnTo>
                  <a:pt x="131314" y="130279"/>
                </a:lnTo>
                <a:close/>
                <a:moveTo>
                  <a:pt x="144447" y="130279"/>
                </a:moveTo>
                <a:lnTo>
                  <a:pt x="144447" y="136363"/>
                </a:lnTo>
                <a:lnTo>
                  <a:pt x="138375" y="136363"/>
                </a:lnTo>
                <a:lnTo>
                  <a:pt x="138375" y="130279"/>
                </a:lnTo>
                <a:close/>
                <a:moveTo>
                  <a:pt x="151495" y="130279"/>
                </a:moveTo>
                <a:lnTo>
                  <a:pt x="151495" y="136363"/>
                </a:lnTo>
                <a:lnTo>
                  <a:pt x="145423" y="136363"/>
                </a:lnTo>
                <a:lnTo>
                  <a:pt x="145423" y="130279"/>
                </a:lnTo>
                <a:close/>
                <a:moveTo>
                  <a:pt x="158556" y="130279"/>
                </a:moveTo>
                <a:lnTo>
                  <a:pt x="158556" y="136363"/>
                </a:lnTo>
                <a:lnTo>
                  <a:pt x="152484" y="136363"/>
                </a:lnTo>
                <a:lnTo>
                  <a:pt x="152484" y="130279"/>
                </a:lnTo>
                <a:close/>
                <a:moveTo>
                  <a:pt x="165604" y="130279"/>
                </a:moveTo>
                <a:lnTo>
                  <a:pt x="165604" y="136363"/>
                </a:lnTo>
                <a:lnTo>
                  <a:pt x="159532" y="136363"/>
                </a:lnTo>
                <a:lnTo>
                  <a:pt x="159532" y="130279"/>
                </a:lnTo>
                <a:close/>
                <a:moveTo>
                  <a:pt x="172665" y="130279"/>
                </a:moveTo>
                <a:lnTo>
                  <a:pt x="172665" y="136363"/>
                </a:lnTo>
                <a:lnTo>
                  <a:pt x="166581" y="136363"/>
                </a:lnTo>
                <a:lnTo>
                  <a:pt x="166581" y="130279"/>
                </a:lnTo>
                <a:close/>
                <a:moveTo>
                  <a:pt x="179713" y="130279"/>
                </a:moveTo>
                <a:lnTo>
                  <a:pt x="179713" y="136363"/>
                </a:lnTo>
                <a:lnTo>
                  <a:pt x="173641" y="136363"/>
                </a:lnTo>
                <a:lnTo>
                  <a:pt x="173641" y="130279"/>
                </a:lnTo>
                <a:close/>
                <a:moveTo>
                  <a:pt x="186774" y="130279"/>
                </a:moveTo>
                <a:lnTo>
                  <a:pt x="186774" y="136363"/>
                </a:lnTo>
                <a:lnTo>
                  <a:pt x="180702" y="136363"/>
                </a:lnTo>
                <a:lnTo>
                  <a:pt x="180702" y="130279"/>
                </a:lnTo>
                <a:close/>
                <a:moveTo>
                  <a:pt x="193822" y="130279"/>
                </a:moveTo>
                <a:lnTo>
                  <a:pt x="193822" y="136363"/>
                </a:lnTo>
                <a:lnTo>
                  <a:pt x="187750" y="136363"/>
                </a:lnTo>
                <a:lnTo>
                  <a:pt x="187750" y="130279"/>
                </a:lnTo>
                <a:close/>
                <a:moveTo>
                  <a:pt x="200883" y="130279"/>
                </a:moveTo>
                <a:lnTo>
                  <a:pt x="200883" y="136363"/>
                </a:lnTo>
                <a:lnTo>
                  <a:pt x="194810" y="136363"/>
                </a:lnTo>
                <a:lnTo>
                  <a:pt x="194810" y="130279"/>
                </a:lnTo>
                <a:close/>
                <a:moveTo>
                  <a:pt x="207931" y="130279"/>
                </a:moveTo>
                <a:lnTo>
                  <a:pt x="207931" y="136363"/>
                </a:lnTo>
                <a:lnTo>
                  <a:pt x="201859" y="136363"/>
                </a:lnTo>
                <a:lnTo>
                  <a:pt x="201859" y="130279"/>
                </a:lnTo>
                <a:close/>
                <a:moveTo>
                  <a:pt x="214992" y="130279"/>
                </a:moveTo>
                <a:lnTo>
                  <a:pt x="214992" y="136363"/>
                </a:lnTo>
                <a:lnTo>
                  <a:pt x="208919" y="136363"/>
                </a:lnTo>
                <a:lnTo>
                  <a:pt x="208919" y="130279"/>
                </a:lnTo>
                <a:close/>
                <a:moveTo>
                  <a:pt x="222052" y="130279"/>
                </a:moveTo>
                <a:lnTo>
                  <a:pt x="222052" y="136363"/>
                </a:lnTo>
                <a:lnTo>
                  <a:pt x="215968" y="136363"/>
                </a:lnTo>
                <a:lnTo>
                  <a:pt x="215968" y="130279"/>
                </a:lnTo>
                <a:close/>
                <a:moveTo>
                  <a:pt x="229100" y="130279"/>
                </a:moveTo>
                <a:lnTo>
                  <a:pt x="229100" y="136363"/>
                </a:lnTo>
                <a:lnTo>
                  <a:pt x="223028" y="136363"/>
                </a:lnTo>
                <a:lnTo>
                  <a:pt x="223028" y="130279"/>
                </a:lnTo>
                <a:close/>
                <a:moveTo>
                  <a:pt x="236161" y="130279"/>
                </a:moveTo>
                <a:lnTo>
                  <a:pt x="236161" y="136363"/>
                </a:lnTo>
                <a:lnTo>
                  <a:pt x="230077" y="136363"/>
                </a:lnTo>
                <a:lnTo>
                  <a:pt x="230077" y="130279"/>
                </a:lnTo>
                <a:close/>
                <a:moveTo>
                  <a:pt x="243209" y="130279"/>
                </a:moveTo>
                <a:lnTo>
                  <a:pt x="243209" y="136363"/>
                </a:lnTo>
                <a:lnTo>
                  <a:pt x="237137" y="136363"/>
                </a:lnTo>
                <a:lnTo>
                  <a:pt x="237137" y="130279"/>
                </a:lnTo>
                <a:close/>
                <a:moveTo>
                  <a:pt x="250270" y="130279"/>
                </a:moveTo>
                <a:lnTo>
                  <a:pt x="250270" y="136363"/>
                </a:lnTo>
                <a:lnTo>
                  <a:pt x="244198" y="136363"/>
                </a:lnTo>
                <a:lnTo>
                  <a:pt x="244198" y="130279"/>
                </a:lnTo>
                <a:close/>
                <a:moveTo>
                  <a:pt x="257318" y="130279"/>
                </a:moveTo>
                <a:lnTo>
                  <a:pt x="257318" y="136363"/>
                </a:lnTo>
                <a:lnTo>
                  <a:pt x="251246" y="136363"/>
                </a:lnTo>
                <a:lnTo>
                  <a:pt x="251246" y="130279"/>
                </a:lnTo>
                <a:close/>
                <a:moveTo>
                  <a:pt x="264379" y="130279"/>
                </a:moveTo>
                <a:lnTo>
                  <a:pt x="264379" y="136363"/>
                </a:lnTo>
                <a:lnTo>
                  <a:pt x="258306" y="136363"/>
                </a:lnTo>
                <a:lnTo>
                  <a:pt x="258306" y="130279"/>
                </a:lnTo>
                <a:close/>
                <a:moveTo>
                  <a:pt x="271427" y="130279"/>
                </a:moveTo>
                <a:lnTo>
                  <a:pt x="271427" y="136363"/>
                </a:lnTo>
                <a:lnTo>
                  <a:pt x="265355" y="136363"/>
                </a:lnTo>
                <a:lnTo>
                  <a:pt x="265355" y="130279"/>
                </a:lnTo>
                <a:close/>
                <a:moveTo>
                  <a:pt x="278488" y="130279"/>
                </a:moveTo>
                <a:lnTo>
                  <a:pt x="278488" y="136363"/>
                </a:lnTo>
                <a:lnTo>
                  <a:pt x="272415" y="136363"/>
                </a:lnTo>
                <a:lnTo>
                  <a:pt x="272415" y="130279"/>
                </a:lnTo>
                <a:close/>
                <a:moveTo>
                  <a:pt x="17443" y="137339"/>
                </a:moveTo>
                <a:lnTo>
                  <a:pt x="17443" y="143411"/>
                </a:lnTo>
                <a:lnTo>
                  <a:pt x="11371" y="143411"/>
                </a:lnTo>
                <a:lnTo>
                  <a:pt x="11371" y="137339"/>
                </a:lnTo>
                <a:close/>
                <a:moveTo>
                  <a:pt x="24503" y="137339"/>
                </a:moveTo>
                <a:lnTo>
                  <a:pt x="24503" y="143411"/>
                </a:lnTo>
                <a:lnTo>
                  <a:pt x="18431" y="143411"/>
                </a:lnTo>
                <a:lnTo>
                  <a:pt x="18431" y="137339"/>
                </a:lnTo>
                <a:close/>
                <a:moveTo>
                  <a:pt x="31564" y="137339"/>
                </a:moveTo>
                <a:lnTo>
                  <a:pt x="31564" y="143411"/>
                </a:lnTo>
                <a:lnTo>
                  <a:pt x="25492" y="143411"/>
                </a:lnTo>
                <a:lnTo>
                  <a:pt x="25492" y="137339"/>
                </a:lnTo>
                <a:close/>
                <a:moveTo>
                  <a:pt x="38612" y="137339"/>
                </a:moveTo>
                <a:lnTo>
                  <a:pt x="38612" y="143411"/>
                </a:lnTo>
                <a:lnTo>
                  <a:pt x="32540" y="143411"/>
                </a:lnTo>
                <a:lnTo>
                  <a:pt x="32540" y="137339"/>
                </a:lnTo>
                <a:close/>
                <a:moveTo>
                  <a:pt x="45673" y="137339"/>
                </a:moveTo>
                <a:lnTo>
                  <a:pt x="45673" y="143411"/>
                </a:lnTo>
                <a:lnTo>
                  <a:pt x="39601" y="143411"/>
                </a:lnTo>
                <a:lnTo>
                  <a:pt x="39601" y="137339"/>
                </a:lnTo>
                <a:close/>
                <a:moveTo>
                  <a:pt x="52721" y="137339"/>
                </a:moveTo>
                <a:lnTo>
                  <a:pt x="52721" y="143411"/>
                </a:lnTo>
                <a:lnTo>
                  <a:pt x="46649" y="143411"/>
                </a:lnTo>
                <a:lnTo>
                  <a:pt x="46649" y="137339"/>
                </a:lnTo>
                <a:close/>
                <a:moveTo>
                  <a:pt x="59782" y="137339"/>
                </a:moveTo>
                <a:lnTo>
                  <a:pt x="59782" y="143411"/>
                </a:lnTo>
                <a:lnTo>
                  <a:pt x="53709" y="143411"/>
                </a:lnTo>
                <a:lnTo>
                  <a:pt x="53709" y="137339"/>
                </a:lnTo>
                <a:close/>
                <a:moveTo>
                  <a:pt x="66842" y="137339"/>
                </a:moveTo>
                <a:lnTo>
                  <a:pt x="66842" y="143411"/>
                </a:lnTo>
                <a:lnTo>
                  <a:pt x="60758" y="143411"/>
                </a:lnTo>
                <a:lnTo>
                  <a:pt x="60758" y="137339"/>
                </a:lnTo>
                <a:close/>
                <a:moveTo>
                  <a:pt x="73902" y="137339"/>
                </a:moveTo>
                <a:lnTo>
                  <a:pt x="73902" y="143411"/>
                </a:lnTo>
                <a:lnTo>
                  <a:pt x="67818" y="143411"/>
                </a:lnTo>
                <a:lnTo>
                  <a:pt x="67818" y="137339"/>
                </a:lnTo>
                <a:close/>
                <a:moveTo>
                  <a:pt x="80951" y="137339"/>
                </a:moveTo>
                <a:lnTo>
                  <a:pt x="80951" y="143411"/>
                </a:lnTo>
                <a:lnTo>
                  <a:pt x="74879" y="143411"/>
                </a:lnTo>
                <a:lnTo>
                  <a:pt x="74879" y="137339"/>
                </a:lnTo>
                <a:close/>
                <a:moveTo>
                  <a:pt x="88011" y="137339"/>
                </a:moveTo>
                <a:lnTo>
                  <a:pt x="88011" y="143411"/>
                </a:lnTo>
                <a:lnTo>
                  <a:pt x="81927" y="143411"/>
                </a:lnTo>
                <a:lnTo>
                  <a:pt x="81927" y="137339"/>
                </a:lnTo>
                <a:close/>
                <a:moveTo>
                  <a:pt x="95060" y="137339"/>
                </a:moveTo>
                <a:lnTo>
                  <a:pt x="95060" y="143411"/>
                </a:lnTo>
                <a:lnTo>
                  <a:pt x="88988" y="143411"/>
                </a:lnTo>
                <a:lnTo>
                  <a:pt x="88988" y="137339"/>
                </a:lnTo>
                <a:close/>
                <a:moveTo>
                  <a:pt x="102120" y="137339"/>
                </a:moveTo>
                <a:lnTo>
                  <a:pt x="102120" y="143411"/>
                </a:lnTo>
                <a:lnTo>
                  <a:pt x="96036" y="143411"/>
                </a:lnTo>
                <a:lnTo>
                  <a:pt x="96036" y="137339"/>
                </a:lnTo>
                <a:close/>
                <a:moveTo>
                  <a:pt x="103097" y="137339"/>
                </a:moveTo>
                <a:lnTo>
                  <a:pt x="109169" y="137351"/>
                </a:lnTo>
                <a:lnTo>
                  <a:pt x="109169" y="143411"/>
                </a:lnTo>
                <a:lnTo>
                  <a:pt x="103097" y="143411"/>
                </a:lnTo>
                <a:lnTo>
                  <a:pt x="103097" y="137339"/>
                </a:lnTo>
                <a:close/>
                <a:moveTo>
                  <a:pt x="110157" y="137339"/>
                </a:moveTo>
                <a:lnTo>
                  <a:pt x="116229" y="137351"/>
                </a:lnTo>
                <a:lnTo>
                  <a:pt x="116229" y="143411"/>
                </a:lnTo>
                <a:lnTo>
                  <a:pt x="110157" y="143411"/>
                </a:lnTo>
                <a:lnTo>
                  <a:pt x="110157" y="137339"/>
                </a:lnTo>
                <a:close/>
                <a:moveTo>
                  <a:pt x="123278" y="137339"/>
                </a:moveTo>
                <a:lnTo>
                  <a:pt x="123278" y="143411"/>
                </a:lnTo>
                <a:lnTo>
                  <a:pt x="117205" y="143411"/>
                </a:lnTo>
                <a:lnTo>
                  <a:pt x="117205" y="137339"/>
                </a:lnTo>
                <a:close/>
                <a:moveTo>
                  <a:pt x="130338" y="137339"/>
                </a:moveTo>
                <a:lnTo>
                  <a:pt x="130338" y="143411"/>
                </a:lnTo>
                <a:lnTo>
                  <a:pt x="124254" y="143411"/>
                </a:lnTo>
                <a:lnTo>
                  <a:pt x="124254" y="137339"/>
                </a:lnTo>
                <a:close/>
                <a:moveTo>
                  <a:pt x="137387" y="137339"/>
                </a:moveTo>
                <a:lnTo>
                  <a:pt x="137387" y="143411"/>
                </a:lnTo>
                <a:lnTo>
                  <a:pt x="131314" y="143411"/>
                </a:lnTo>
                <a:lnTo>
                  <a:pt x="131314" y="137339"/>
                </a:lnTo>
                <a:close/>
                <a:moveTo>
                  <a:pt x="144447" y="137339"/>
                </a:moveTo>
                <a:lnTo>
                  <a:pt x="144447" y="143411"/>
                </a:lnTo>
                <a:lnTo>
                  <a:pt x="138375" y="143411"/>
                </a:lnTo>
                <a:lnTo>
                  <a:pt x="138375" y="137339"/>
                </a:lnTo>
                <a:close/>
                <a:moveTo>
                  <a:pt x="151495" y="137339"/>
                </a:moveTo>
                <a:lnTo>
                  <a:pt x="151495" y="143411"/>
                </a:lnTo>
                <a:lnTo>
                  <a:pt x="145423" y="143411"/>
                </a:lnTo>
                <a:lnTo>
                  <a:pt x="145423" y="137339"/>
                </a:lnTo>
                <a:close/>
                <a:moveTo>
                  <a:pt x="158556" y="137339"/>
                </a:moveTo>
                <a:lnTo>
                  <a:pt x="158556" y="143411"/>
                </a:lnTo>
                <a:lnTo>
                  <a:pt x="152484" y="143411"/>
                </a:lnTo>
                <a:lnTo>
                  <a:pt x="152484" y="137339"/>
                </a:lnTo>
                <a:close/>
                <a:moveTo>
                  <a:pt x="165604" y="137339"/>
                </a:moveTo>
                <a:lnTo>
                  <a:pt x="165604" y="143411"/>
                </a:lnTo>
                <a:lnTo>
                  <a:pt x="159532" y="143411"/>
                </a:lnTo>
                <a:lnTo>
                  <a:pt x="159532" y="137339"/>
                </a:lnTo>
                <a:close/>
                <a:moveTo>
                  <a:pt x="172665" y="137339"/>
                </a:moveTo>
                <a:lnTo>
                  <a:pt x="172665" y="143411"/>
                </a:lnTo>
                <a:lnTo>
                  <a:pt x="166581" y="143411"/>
                </a:lnTo>
                <a:lnTo>
                  <a:pt x="166581" y="137339"/>
                </a:lnTo>
                <a:close/>
                <a:moveTo>
                  <a:pt x="179713" y="137339"/>
                </a:moveTo>
                <a:lnTo>
                  <a:pt x="179713" y="143411"/>
                </a:lnTo>
                <a:lnTo>
                  <a:pt x="173641" y="143411"/>
                </a:lnTo>
                <a:lnTo>
                  <a:pt x="173641" y="137339"/>
                </a:lnTo>
                <a:close/>
                <a:moveTo>
                  <a:pt x="186774" y="137339"/>
                </a:moveTo>
                <a:lnTo>
                  <a:pt x="186774" y="143411"/>
                </a:lnTo>
                <a:lnTo>
                  <a:pt x="180702" y="143411"/>
                </a:lnTo>
                <a:lnTo>
                  <a:pt x="180702" y="137339"/>
                </a:lnTo>
                <a:close/>
                <a:moveTo>
                  <a:pt x="193822" y="137339"/>
                </a:moveTo>
                <a:lnTo>
                  <a:pt x="193822" y="143411"/>
                </a:lnTo>
                <a:lnTo>
                  <a:pt x="187750" y="143411"/>
                </a:lnTo>
                <a:lnTo>
                  <a:pt x="187750" y="137339"/>
                </a:lnTo>
                <a:close/>
                <a:moveTo>
                  <a:pt x="200883" y="137339"/>
                </a:moveTo>
                <a:lnTo>
                  <a:pt x="200883" y="143411"/>
                </a:lnTo>
                <a:lnTo>
                  <a:pt x="194810" y="143411"/>
                </a:lnTo>
                <a:lnTo>
                  <a:pt x="194810" y="137339"/>
                </a:lnTo>
                <a:close/>
                <a:moveTo>
                  <a:pt x="207931" y="137339"/>
                </a:moveTo>
                <a:lnTo>
                  <a:pt x="207931" y="143411"/>
                </a:lnTo>
                <a:lnTo>
                  <a:pt x="201859" y="143411"/>
                </a:lnTo>
                <a:lnTo>
                  <a:pt x="201859" y="137339"/>
                </a:lnTo>
                <a:close/>
                <a:moveTo>
                  <a:pt x="214992" y="137339"/>
                </a:moveTo>
                <a:lnTo>
                  <a:pt x="214992" y="143411"/>
                </a:lnTo>
                <a:lnTo>
                  <a:pt x="208919" y="143411"/>
                </a:lnTo>
                <a:lnTo>
                  <a:pt x="208919" y="137339"/>
                </a:lnTo>
                <a:close/>
                <a:moveTo>
                  <a:pt x="222052" y="137339"/>
                </a:moveTo>
                <a:lnTo>
                  <a:pt x="222052" y="143411"/>
                </a:lnTo>
                <a:lnTo>
                  <a:pt x="215968" y="143411"/>
                </a:lnTo>
                <a:lnTo>
                  <a:pt x="215968" y="137339"/>
                </a:lnTo>
                <a:close/>
                <a:moveTo>
                  <a:pt x="229100" y="137339"/>
                </a:moveTo>
                <a:lnTo>
                  <a:pt x="229100" y="143411"/>
                </a:lnTo>
                <a:lnTo>
                  <a:pt x="223028" y="143411"/>
                </a:lnTo>
                <a:lnTo>
                  <a:pt x="223028" y="137339"/>
                </a:lnTo>
                <a:close/>
                <a:moveTo>
                  <a:pt x="236161" y="137339"/>
                </a:moveTo>
                <a:lnTo>
                  <a:pt x="236161" y="143411"/>
                </a:lnTo>
                <a:lnTo>
                  <a:pt x="230077" y="143411"/>
                </a:lnTo>
                <a:lnTo>
                  <a:pt x="230077" y="137339"/>
                </a:lnTo>
                <a:close/>
                <a:moveTo>
                  <a:pt x="243209" y="137339"/>
                </a:moveTo>
                <a:lnTo>
                  <a:pt x="243209" y="143411"/>
                </a:lnTo>
                <a:lnTo>
                  <a:pt x="237137" y="143411"/>
                </a:lnTo>
                <a:lnTo>
                  <a:pt x="237137" y="137339"/>
                </a:lnTo>
                <a:close/>
                <a:moveTo>
                  <a:pt x="250270" y="137339"/>
                </a:moveTo>
                <a:lnTo>
                  <a:pt x="250270" y="143411"/>
                </a:lnTo>
                <a:lnTo>
                  <a:pt x="244198" y="143411"/>
                </a:lnTo>
                <a:lnTo>
                  <a:pt x="244198" y="137339"/>
                </a:lnTo>
                <a:close/>
                <a:moveTo>
                  <a:pt x="257318" y="137339"/>
                </a:moveTo>
                <a:lnTo>
                  <a:pt x="257318" y="143411"/>
                </a:lnTo>
                <a:lnTo>
                  <a:pt x="251246" y="143411"/>
                </a:lnTo>
                <a:lnTo>
                  <a:pt x="251246" y="137339"/>
                </a:lnTo>
                <a:close/>
                <a:moveTo>
                  <a:pt x="264379" y="137339"/>
                </a:moveTo>
                <a:lnTo>
                  <a:pt x="264379" y="143411"/>
                </a:lnTo>
                <a:lnTo>
                  <a:pt x="258306" y="143411"/>
                </a:lnTo>
                <a:lnTo>
                  <a:pt x="258306" y="137339"/>
                </a:lnTo>
                <a:close/>
                <a:moveTo>
                  <a:pt x="271427" y="137339"/>
                </a:moveTo>
                <a:lnTo>
                  <a:pt x="271427" y="143411"/>
                </a:lnTo>
                <a:lnTo>
                  <a:pt x="265355" y="143411"/>
                </a:lnTo>
                <a:lnTo>
                  <a:pt x="265355" y="137339"/>
                </a:lnTo>
                <a:close/>
                <a:moveTo>
                  <a:pt x="278488" y="137339"/>
                </a:moveTo>
                <a:lnTo>
                  <a:pt x="278488" y="143411"/>
                </a:lnTo>
                <a:lnTo>
                  <a:pt x="272415" y="143411"/>
                </a:lnTo>
                <a:lnTo>
                  <a:pt x="272415" y="137339"/>
                </a:lnTo>
                <a:close/>
                <a:moveTo>
                  <a:pt x="17443" y="144399"/>
                </a:moveTo>
                <a:lnTo>
                  <a:pt x="17443" y="150472"/>
                </a:lnTo>
                <a:lnTo>
                  <a:pt x="11371" y="150472"/>
                </a:lnTo>
                <a:lnTo>
                  <a:pt x="11371" y="144399"/>
                </a:lnTo>
                <a:close/>
                <a:moveTo>
                  <a:pt x="24503" y="144399"/>
                </a:moveTo>
                <a:lnTo>
                  <a:pt x="24503" y="150472"/>
                </a:lnTo>
                <a:lnTo>
                  <a:pt x="18431" y="150472"/>
                </a:lnTo>
                <a:lnTo>
                  <a:pt x="18431" y="144399"/>
                </a:lnTo>
                <a:close/>
                <a:moveTo>
                  <a:pt x="31564" y="144399"/>
                </a:moveTo>
                <a:lnTo>
                  <a:pt x="31564" y="150472"/>
                </a:lnTo>
                <a:lnTo>
                  <a:pt x="25492" y="150472"/>
                </a:lnTo>
                <a:lnTo>
                  <a:pt x="25492" y="144399"/>
                </a:lnTo>
                <a:close/>
                <a:moveTo>
                  <a:pt x="38612" y="144399"/>
                </a:moveTo>
                <a:lnTo>
                  <a:pt x="38612" y="150472"/>
                </a:lnTo>
                <a:lnTo>
                  <a:pt x="32540" y="150472"/>
                </a:lnTo>
                <a:lnTo>
                  <a:pt x="32540" y="144399"/>
                </a:lnTo>
                <a:close/>
                <a:moveTo>
                  <a:pt x="45673" y="144399"/>
                </a:moveTo>
                <a:lnTo>
                  <a:pt x="45673" y="150472"/>
                </a:lnTo>
                <a:lnTo>
                  <a:pt x="39601" y="150472"/>
                </a:lnTo>
                <a:lnTo>
                  <a:pt x="39601" y="144399"/>
                </a:lnTo>
                <a:close/>
                <a:moveTo>
                  <a:pt x="52721" y="144399"/>
                </a:moveTo>
                <a:lnTo>
                  <a:pt x="52721" y="150472"/>
                </a:lnTo>
                <a:lnTo>
                  <a:pt x="46649" y="150472"/>
                </a:lnTo>
                <a:lnTo>
                  <a:pt x="46649" y="144399"/>
                </a:lnTo>
                <a:close/>
                <a:moveTo>
                  <a:pt x="59782" y="144399"/>
                </a:moveTo>
                <a:lnTo>
                  <a:pt x="59782" y="150472"/>
                </a:lnTo>
                <a:lnTo>
                  <a:pt x="53709" y="150472"/>
                </a:lnTo>
                <a:lnTo>
                  <a:pt x="53709" y="144399"/>
                </a:lnTo>
                <a:close/>
                <a:moveTo>
                  <a:pt x="66842" y="144387"/>
                </a:moveTo>
                <a:lnTo>
                  <a:pt x="66842" y="150472"/>
                </a:lnTo>
                <a:lnTo>
                  <a:pt x="60758" y="150472"/>
                </a:lnTo>
                <a:lnTo>
                  <a:pt x="60758" y="144399"/>
                </a:lnTo>
                <a:lnTo>
                  <a:pt x="66842" y="144387"/>
                </a:lnTo>
                <a:close/>
                <a:moveTo>
                  <a:pt x="73902" y="144399"/>
                </a:moveTo>
                <a:lnTo>
                  <a:pt x="73902" y="150472"/>
                </a:lnTo>
                <a:lnTo>
                  <a:pt x="67818" y="150472"/>
                </a:lnTo>
                <a:lnTo>
                  <a:pt x="67818" y="144399"/>
                </a:lnTo>
                <a:close/>
                <a:moveTo>
                  <a:pt x="80951" y="144399"/>
                </a:moveTo>
                <a:lnTo>
                  <a:pt x="80951" y="150472"/>
                </a:lnTo>
                <a:lnTo>
                  <a:pt x="74879" y="150472"/>
                </a:lnTo>
                <a:lnTo>
                  <a:pt x="74879" y="144399"/>
                </a:lnTo>
                <a:close/>
                <a:moveTo>
                  <a:pt x="88011" y="144399"/>
                </a:moveTo>
                <a:lnTo>
                  <a:pt x="88011" y="150472"/>
                </a:lnTo>
                <a:lnTo>
                  <a:pt x="81927" y="150472"/>
                </a:lnTo>
                <a:lnTo>
                  <a:pt x="81927" y="144399"/>
                </a:lnTo>
                <a:close/>
                <a:moveTo>
                  <a:pt x="95060" y="144399"/>
                </a:moveTo>
                <a:lnTo>
                  <a:pt x="95060" y="150472"/>
                </a:lnTo>
                <a:lnTo>
                  <a:pt x="88988" y="150472"/>
                </a:lnTo>
                <a:lnTo>
                  <a:pt x="88988" y="144399"/>
                </a:lnTo>
                <a:close/>
                <a:moveTo>
                  <a:pt x="102120" y="144387"/>
                </a:moveTo>
                <a:lnTo>
                  <a:pt x="102120" y="150472"/>
                </a:lnTo>
                <a:lnTo>
                  <a:pt x="96036" y="150472"/>
                </a:lnTo>
                <a:lnTo>
                  <a:pt x="96036" y="144399"/>
                </a:lnTo>
                <a:lnTo>
                  <a:pt x="102120" y="144387"/>
                </a:lnTo>
                <a:close/>
                <a:moveTo>
                  <a:pt x="109169" y="144399"/>
                </a:moveTo>
                <a:lnTo>
                  <a:pt x="109169" y="150472"/>
                </a:lnTo>
                <a:lnTo>
                  <a:pt x="103097" y="150472"/>
                </a:lnTo>
                <a:lnTo>
                  <a:pt x="103097" y="144399"/>
                </a:lnTo>
                <a:close/>
                <a:moveTo>
                  <a:pt x="116229" y="144399"/>
                </a:moveTo>
                <a:lnTo>
                  <a:pt x="116229" y="150472"/>
                </a:lnTo>
                <a:lnTo>
                  <a:pt x="110157" y="150472"/>
                </a:lnTo>
                <a:lnTo>
                  <a:pt x="110157" y="144399"/>
                </a:lnTo>
                <a:close/>
                <a:moveTo>
                  <a:pt x="123278" y="144399"/>
                </a:moveTo>
                <a:lnTo>
                  <a:pt x="123278" y="150472"/>
                </a:lnTo>
                <a:lnTo>
                  <a:pt x="117205" y="150472"/>
                </a:lnTo>
                <a:lnTo>
                  <a:pt x="117205" y="144399"/>
                </a:lnTo>
                <a:close/>
                <a:moveTo>
                  <a:pt x="130338" y="144399"/>
                </a:moveTo>
                <a:lnTo>
                  <a:pt x="130338" y="150472"/>
                </a:lnTo>
                <a:lnTo>
                  <a:pt x="124254" y="150472"/>
                </a:lnTo>
                <a:lnTo>
                  <a:pt x="124254" y="144399"/>
                </a:lnTo>
                <a:close/>
                <a:moveTo>
                  <a:pt x="137387" y="144387"/>
                </a:moveTo>
                <a:lnTo>
                  <a:pt x="137387" y="150472"/>
                </a:lnTo>
                <a:lnTo>
                  <a:pt x="131314" y="150472"/>
                </a:lnTo>
                <a:lnTo>
                  <a:pt x="131314" y="144399"/>
                </a:lnTo>
                <a:lnTo>
                  <a:pt x="137387" y="144387"/>
                </a:lnTo>
                <a:close/>
                <a:moveTo>
                  <a:pt x="144447" y="144399"/>
                </a:moveTo>
                <a:lnTo>
                  <a:pt x="144447" y="150472"/>
                </a:lnTo>
                <a:lnTo>
                  <a:pt x="138375" y="150472"/>
                </a:lnTo>
                <a:lnTo>
                  <a:pt x="138375" y="144399"/>
                </a:lnTo>
                <a:close/>
                <a:moveTo>
                  <a:pt x="151495" y="144399"/>
                </a:moveTo>
                <a:lnTo>
                  <a:pt x="151495" y="150472"/>
                </a:lnTo>
                <a:lnTo>
                  <a:pt x="145423" y="150472"/>
                </a:lnTo>
                <a:lnTo>
                  <a:pt x="145423" y="144399"/>
                </a:lnTo>
                <a:close/>
                <a:moveTo>
                  <a:pt x="158556" y="144399"/>
                </a:moveTo>
                <a:lnTo>
                  <a:pt x="158556" y="150472"/>
                </a:lnTo>
                <a:lnTo>
                  <a:pt x="152484" y="150472"/>
                </a:lnTo>
                <a:lnTo>
                  <a:pt x="152484" y="144399"/>
                </a:lnTo>
                <a:close/>
                <a:moveTo>
                  <a:pt x="165604" y="144399"/>
                </a:moveTo>
                <a:lnTo>
                  <a:pt x="165604" y="150472"/>
                </a:lnTo>
                <a:lnTo>
                  <a:pt x="159532" y="150472"/>
                </a:lnTo>
                <a:lnTo>
                  <a:pt x="159532" y="144399"/>
                </a:lnTo>
                <a:close/>
                <a:moveTo>
                  <a:pt x="172665" y="144399"/>
                </a:moveTo>
                <a:lnTo>
                  <a:pt x="172665" y="150472"/>
                </a:lnTo>
                <a:lnTo>
                  <a:pt x="166581" y="150472"/>
                </a:lnTo>
                <a:lnTo>
                  <a:pt x="166581" y="144399"/>
                </a:lnTo>
                <a:close/>
                <a:moveTo>
                  <a:pt x="179713" y="144399"/>
                </a:moveTo>
                <a:lnTo>
                  <a:pt x="179713" y="150472"/>
                </a:lnTo>
                <a:lnTo>
                  <a:pt x="173641" y="150472"/>
                </a:lnTo>
                <a:lnTo>
                  <a:pt x="173641" y="144399"/>
                </a:lnTo>
                <a:close/>
                <a:moveTo>
                  <a:pt x="186774" y="144399"/>
                </a:moveTo>
                <a:lnTo>
                  <a:pt x="186774" y="150472"/>
                </a:lnTo>
                <a:lnTo>
                  <a:pt x="180702" y="150472"/>
                </a:lnTo>
                <a:lnTo>
                  <a:pt x="180702" y="144399"/>
                </a:lnTo>
                <a:close/>
                <a:moveTo>
                  <a:pt x="193822" y="144399"/>
                </a:moveTo>
                <a:lnTo>
                  <a:pt x="193822" y="150472"/>
                </a:lnTo>
                <a:lnTo>
                  <a:pt x="187750" y="150472"/>
                </a:lnTo>
                <a:lnTo>
                  <a:pt x="187750" y="144399"/>
                </a:lnTo>
                <a:close/>
                <a:moveTo>
                  <a:pt x="200883" y="144399"/>
                </a:moveTo>
                <a:lnTo>
                  <a:pt x="200883" y="150472"/>
                </a:lnTo>
                <a:lnTo>
                  <a:pt x="194810" y="150472"/>
                </a:lnTo>
                <a:lnTo>
                  <a:pt x="194810" y="144399"/>
                </a:lnTo>
                <a:close/>
                <a:moveTo>
                  <a:pt x="207931" y="144399"/>
                </a:moveTo>
                <a:lnTo>
                  <a:pt x="207931" y="150472"/>
                </a:lnTo>
                <a:lnTo>
                  <a:pt x="201859" y="150472"/>
                </a:lnTo>
                <a:lnTo>
                  <a:pt x="201859" y="144399"/>
                </a:lnTo>
                <a:close/>
                <a:moveTo>
                  <a:pt x="214992" y="144399"/>
                </a:moveTo>
                <a:lnTo>
                  <a:pt x="214992" y="150472"/>
                </a:lnTo>
                <a:lnTo>
                  <a:pt x="208919" y="150472"/>
                </a:lnTo>
                <a:lnTo>
                  <a:pt x="208919" y="144399"/>
                </a:lnTo>
                <a:close/>
                <a:moveTo>
                  <a:pt x="222052" y="144399"/>
                </a:moveTo>
                <a:lnTo>
                  <a:pt x="222052" y="150472"/>
                </a:lnTo>
                <a:lnTo>
                  <a:pt x="215968" y="150472"/>
                </a:lnTo>
                <a:lnTo>
                  <a:pt x="215968" y="144399"/>
                </a:lnTo>
                <a:close/>
                <a:moveTo>
                  <a:pt x="229100" y="144399"/>
                </a:moveTo>
                <a:lnTo>
                  <a:pt x="229100" y="150472"/>
                </a:lnTo>
                <a:lnTo>
                  <a:pt x="223028" y="150472"/>
                </a:lnTo>
                <a:lnTo>
                  <a:pt x="223028" y="144399"/>
                </a:lnTo>
                <a:close/>
                <a:moveTo>
                  <a:pt x="236161" y="144399"/>
                </a:moveTo>
                <a:lnTo>
                  <a:pt x="236161" y="150472"/>
                </a:lnTo>
                <a:lnTo>
                  <a:pt x="230077" y="150472"/>
                </a:lnTo>
                <a:lnTo>
                  <a:pt x="230077" y="144399"/>
                </a:lnTo>
                <a:close/>
                <a:moveTo>
                  <a:pt x="243209" y="144399"/>
                </a:moveTo>
                <a:lnTo>
                  <a:pt x="243209" y="150472"/>
                </a:lnTo>
                <a:lnTo>
                  <a:pt x="237137" y="150472"/>
                </a:lnTo>
                <a:lnTo>
                  <a:pt x="237137" y="144399"/>
                </a:lnTo>
                <a:close/>
                <a:moveTo>
                  <a:pt x="250270" y="144399"/>
                </a:moveTo>
                <a:lnTo>
                  <a:pt x="250270" y="150472"/>
                </a:lnTo>
                <a:lnTo>
                  <a:pt x="244198" y="150472"/>
                </a:lnTo>
                <a:lnTo>
                  <a:pt x="244198" y="144399"/>
                </a:lnTo>
                <a:close/>
                <a:moveTo>
                  <a:pt x="257318" y="144399"/>
                </a:moveTo>
                <a:lnTo>
                  <a:pt x="257318" y="150472"/>
                </a:lnTo>
                <a:lnTo>
                  <a:pt x="251246" y="150472"/>
                </a:lnTo>
                <a:lnTo>
                  <a:pt x="251246" y="144399"/>
                </a:lnTo>
                <a:close/>
                <a:moveTo>
                  <a:pt x="264379" y="144399"/>
                </a:moveTo>
                <a:lnTo>
                  <a:pt x="264379" y="150472"/>
                </a:lnTo>
                <a:lnTo>
                  <a:pt x="258306" y="150472"/>
                </a:lnTo>
                <a:lnTo>
                  <a:pt x="258306" y="144399"/>
                </a:lnTo>
                <a:close/>
                <a:moveTo>
                  <a:pt x="271427" y="144399"/>
                </a:moveTo>
                <a:lnTo>
                  <a:pt x="271427" y="150472"/>
                </a:lnTo>
                <a:lnTo>
                  <a:pt x="265355" y="150472"/>
                </a:lnTo>
                <a:lnTo>
                  <a:pt x="265355" y="144399"/>
                </a:lnTo>
                <a:close/>
                <a:moveTo>
                  <a:pt x="278488" y="144399"/>
                </a:moveTo>
                <a:lnTo>
                  <a:pt x="278488" y="150472"/>
                </a:lnTo>
                <a:lnTo>
                  <a:pt x="272415" y="150472"/>
                </a:lnTo>
                <a:lnTo>
                  <a:pt x="272415" y="144399"/>
                </a:lnTo>
                <a:close/>
                <a:moveTo>
                  <a:pt x="17443" y="151448"/>
                </a:moveTo>
                <a:lnTo>
                  <a:pt x="17443" y="157520"/>
                </a:lnTo>
                <a:lnTo>
                  <a:pt x="11371" y="157520"/>
                </a:lnTo>
                <a:lnTo>
                  <a:pt x="11371" y="151448"/>
                </a:lnTo>
                <a:close/>
                <a:moveTo>
                  <a:pt x="24503" y="151448"/>
                </a:moveTo>
                <a:lnTo>
                  <a:pt x="24503" y="157520"/>
                </a:lnTo>
                <a:lnTo>
                  <a:pt x="18431" y="157520"/>
                </a:lnTo>
                <a:lnTo>
                  <a:pt x="18431" y="151448"/>
                </a:lnTo>
                <a:close/>
                <a:moveTo>
                  <a:pt x="31564" y="151448"/>
                </a:moveTo>
                <a:lnTo>
                  <a:pt x="31564" y="157520"/>
                </a:lnTo>
                <a:lnTo>
                  <a:pt x="25492" y="157520"/>
                </a:lnTo>
                <a:lnTo>
                  <a:pt x="25492" y="151448"/>
                </a:lnTo>
                <a:close/>
                <a:moveTo>
                  <a:pt x="38612" y="151448"/>
                </a:moveTo>
                <a:lnTo>
                  <a:pt x="38612" y="157520"/>
                </a:lnTo>
                <a:lnTo>
                  <a:pt x="32540" y="157520"/>
                </a:lnTo>
                <a:lnTo>
                  <a:pt x="32540" y="151448"/>
                </a:lnTo>
                <a:close/>
                <a:moveTo>
                  <a:pt x="45673" y="151448"/>
                </a:moveTo>
                <a:lnTo>
                  <a:pt x="45673" y="157520"/>
                </a:lnTo>
                <a:lnTo>
                  <a:pt x="39601" y="157520"/>
                </a:lnTo>
                <a:lnTo>
                  <a:pt x="39601" y="151448"/>
                </a:lnTo>
                <a:close/>
                <a:moveTo>
                  <a:pt x="52721" y="151448"/>
                </a:moveTo>
                <a:lnTo>
                  <a:pt x="52721" y="157520"/>
                </a:lnTo>
                <a:lnTo>
                  <a:pt x="46649" y="157520"/>
                </a:lnTo>
                <a:lnTo>
                  <a:pt x="46649" y="151448"/>
                </a:lnTo>
                <a:close/>
                <a:moveTo>
                  <a:pt x="59782" y="151448"/>
                </a:moveTo>
                <a:lnTo>
                  <a:pt x="59782" y="157520"/>
                </a:lnTo>
                <a:lnTo>
                  <a:pt x="53709" y="157520"/>
                </a:lnTo>
                <a:lnTo>
                  <a:pt x="53709" y="151448"/>
                </a:lnTo>
                <a:close/>
                <a:moveTo>
                  <a:pt x="66842" y="151448"/>
                </a:moveTo>
                <a:lnTo>
                  <a:pt x="66842" y="157520"/>
                </a:lnTo>
                <a:lnTo>
                  <a:pt x="60758" y="157520"/>
                </a:lnTo>
                <a:lnTo>
                  <a:pt x="60758" y="151448"/>
                </a:lnTo>
                <a:close/>
                <a:moveTo>
                  <a:pt x="88011" y="151448"/>
                </a:moveTo>
                <a:lnTo>
                  <a:pt x="88011" y="157520"/>
                </a:lnTo>
                <a:lnTo>
                  <a:pt x="81927" y="157520"/>
                </a:lnTo>
                <a:lnTo>
                  <a:pt x="81927" y="151448"/>
                </a:lnTo>
                <a:close/>
                <a:moveTo>
                  <a:pt x="95060" y="151448"/>
                </a:moveTo>
                <a:lnTo>
                  <a:pt x="95060" y="157520"/>
                </a:lnTo>
                <a:lnTo>
                  <a:pt x="88988" y="157520"/>
                </a:lnTo>
                <a:lnTo>
                  <a:pt x="88988" y="151448"/>
                </a:lnTo>
                <a:close/>
                <a:moveTo>
                  <a:pt x="102120" y="151448"/>
                </a:moveTo>
                <a:lnTo>
                  <a:pt x="102120" y="157520"/>
                </a:lnTo>
                <a:lnTo>
                  <a:pt x="96036" y="157520"/>
                </a:lnTo>
                <a:lnTo>
                  <a:pt x="96036" y="151448"/>
                </a:lnTo>
                <a:close/>
                <a:moveTo>
                  <a:pt x="123278" y="151448"/>
                </a:moveTo>
                <a:lnTo>
                  <a:pt x="123278" y="157520"/>
                </a:lnTo>
                <a:lnTo>
                  <a:pt x="117205" y="157520"/>
                </a:lnTo>
                <a:lnTo>
                  <a:pt x="117205" y="151448"/>
                </a:lnTo>
                <a:close/>
                <a:moveTo>
                  <a:pt x="130338" y="151448"/>
                </a:moveTo>
                <a:lnTo>
                  <a:pt x="130338" y="157520"/>
                </a:lnTo>
                <a:lnTo>
                  <a:pt x="124254" y="157520"/>
                </a:lnTo>
                <a:lnTo>
                  <a:pt x="124254" y="151448"/>
                </a:lnTo>
                <a:close/>
                <a:moveTo>
                  <a:pt x="137387" y="151448"/>
                </a:moveTo>
                <a:lnTo>
                  <a:pt x="137387" y="157520"/>
                </a:lnTo>
                <a:lnTo>
                  <a:pt x="131314" y="157520"/>
                </a:lnTo>
                <a:lnTo>
                  <a:pt x="131314" y="151448"/>
                </a:lnTo>
                <a:close/>
                <a:moveTo>
                  <a:pt x="144447" y="151448"/>
                </a:moveTo>
                <a:lnTo>
                  <a:pt x="144447" y="157520"/>
                </a:lnTo>
                <a:lnTo>
                  <a:pt x="138375" y="157520"/>
                </a:lnTo>
                <a:lnTo>
                  <a:pt x="138375" y="151448"/>
                </a:lnTo>
                <a:close/>
                <a:moveTo>
                  <a:pt x="151495" y="151448"/>
                </a:moveTo>
                <a:lnTo>
                  <a:pt x="151495" y="157520"/>
                </a:lnTo>
                <a:lnTo>
                  <a:pt x="145423" y="157520"/>
                </a:lnTo>
                <a:lnTo>
                  <a:pt x="145423" y="151448"/>
                </a:lnTo>
                <a:close/>
                <a:moveTo>
                  <a:pt x="158556" y="151448"/>
                </a:moveTo>
                <a:lnTo>
                  <a:pt x="158556" y="157520"/>
                </a:lnTo>
                <a:lnTo>
                  <a:pt x="152484" y="157520"/>
                </a:lnTo>
                <a:lnTo>
                  <a:pt x="152484" y="151448"/>
                </a:lnTo>
                <a:close/>
                <a:moveTo>
                  <a:pt x="165604" y="151448"/>
                </a:moveTo>
                <a:lnTo>
                  <a:pt x="165604" y="157520"/>
                </a:lnTo>
                <a:lnTo>
                  <a:pt x="159532" y="157520"/>
                </a:lnTo>
                <a:lnTo>
                  <a:pt x="159532" y="151448"/>
                </a:lnTo>
                <a:close/>
                <a:moveTo>
                  <a:pt x="172665" y="151448"/>
                </a:moveTo>
                <a:lnTo>
                  <a:pt x="172665" y="157520"/>
                </a:lnTo>
                <a:lnTo>
                  <a:pt x="166581" y="157520"/>
                </a:lnTo>
                <a:lnTo>
                  <a:pt x="166581" y="151448"/>
                </a:lnTo>
                <a:close/>
                <a:moveTo>
                  <a:pt x="179713" y="151448"/>
                </a:moveTo>
                <a:lnTo>
                  <a:pt x="179713" y="157520"/>
                </a:lnTo>
                <a:lnTo>
                  <a:pt x="173641" y="157520"/>
                </a:lnTo>
                <a:lnTo>
                  <a:pt x="173641" y="151448"/>
                </a:lnTo>
                <a:close/>
                <a:moveTo>
                  <a:pt x="186774" y="151448"/>
                </a:moveTo>
                <a:lnTo>
                  <a:pt x="186774" y="157520"/>
                </a:lnTo>
                <a:lnTo>
                  <a:pt x="180702" y="157520"/>
                </a:lnTo>
                <a:lnTo>
                  <a:pt x="180702" y="151448"/>
                </a:lnTo>
                <a:close/>
                <a:moveTo>
                  <a:pt x="193822" y="151448"/>
                </a:moveTo>
                <a:lnTo>
                  <a:pt x="193822" y="157520"/>
                </a:lnTo>
                <a:lnTo>
                  <a:pt x="187750" y="157520"/>
                </a:lnTo>
                <a:lnTo>
                  <a:pt x="187750" y="151448"/>
                </a:lnTo>
                <a:close/>
                <a:moveTo>
                  <a:pt x="200883" y="151448"/>
                </a:moveTo>
                <a:lnTo>
                  <a:pt x="200883" y="157520"/>
                </a:lnTo>
                <a:lnTo>
                  <a:pt x="194810" y="157520"/>
                </a:lnTo>
                <a:lnTo>
                  <a:pt x="194810" y="151448"/>
                </a:lnTo>
                <a:close/>
                <a:moveTo>
                  <a:pt x="207931" y="151448"/>
                </a:moveTo>
                <a:lnTo>
                  <a:pt x="207931" y="157520"/>
                </a:lnTo>
                <a:lnTo>
                  <a:pt x="201859" y="157520"/>
                </a:lnTo>
                <a:lnTo>
                  <a:pt x="201859" y="151448"/>
                </a:lnTo>
                <a:close/>
                <a:moveTo>
                  <a:pt x="214992" y="151448"/>
                </a:moveTo>
                <a:lnTo>
                  <a:pt x="214992" y="157520"/>
                </a:lnTo>
                <a:lnTo>
                  <a:pt x="208919" y="157520"/>
                </a:lnTo>
                <a:lnTo>
                  <a:pt x="208919" y="151448"/>
                </a:lnTo>
                <a:close/>
                <a:moveTo>
                  <a:pt x="222052" y="151448"/>
                </a:moveTo>
                <a:lnTo>
                  <a:pt x="222052" y="157520"/>
                </a:lnTo>
                <a:lnTo>
                  <a:pt x="215968" y="157520"/>
                </a:lnTo>
                <a:lnTo>
                  <a:pt x="215968" y="151448"/>
                </a:lnTo>
                <a:close/>
                <a:moveTo>
                  <a:pt x="229100" y="151448"/>
                </a:moveTo>
                <a:lnTo>
                  <a:pt x="229100" y="157520"/>
                </a:lnTo>
                <a:lnTo>
                  <a:pt x="223028" y="157520"/>
                </a:lnTo>
                <a:lnTo>
                  <a:pt x="223028" y="151448"/>
                </a:lnTo>
                <a:close/>
                <a:moveTo>
                  <a:pt x="236161" y="151448"/>
                </a:moveTo>
                <a:lnTo>
                  <a:pt x="236161" y="157520"/>
                </a:lnTo>
                <a:lnTo>
                  <a:pt x="230077" y="157520"/>
                </a:lnTo>
                <a:lnTo>
                  <a:pt x="230077" y="151448"/>
                </a:lnTo>
                <a:close/>
                <a:moveTo>
                  <a:pt x="243209" y="151448"/>
                </a:moveTo>
                <a:lnTo>
                  <a:pt x="243209" y="157520"/>
                </a:lnTo>
                <a:lnTo>
                  <a:pt x="237137" y="157520"/>
                </a:lnTo>
                <a:lnTo>
                  <a:pt x="237137" y="151448"/>
                </a:lnTo>
                <a:close/>
                <a:moveTo>
                  <a:pt x="250270" y="151448"/>
                </a:moveTo>
                <a:lnTo>
                  <a:pt x="250270" y="157520"/>
                </a:lnTo>
                <a:lnTo>
                  <a:pt x="244198" y="157520"/>
                </a:lnTo>
                <a:lnTo>
                  <a:pt x="244198" y="151448"/>
                </a:lnTo>
                <a:close/>
                <a:moveTo>
                  <a:pt x="257318" y="151448"/>
                </a:moveTo>
                <a:lnTo>
                  <a:pt x="257318" y="157520"/>
                </a:lnTo>
                <a:lnTo>
                  <a:pt x="251246" y="157520"/>
                </a:lnTo>
                <a:lnTo>
                  <a:pt x="251246" y="151448"/>
                </a:lnTo>
                <a:close/>
                <a:moveTo>
                  <a:pt x="264379" y="151448"/>
                </a:moveTo>
                <a:lnTo>
                  <a:pt x="264379" y="157520"/>
                </a:lnTo>
                <a:lnTo>
                  <a:pt x="258306" y="157520"/>
                </a:lnTo>
                <a:lnTo>
                  <a:pt x="258306" y="151448"/>
                </a:lnTo>
                <a:close/>
                <a:moveTo>
                  <a:pt x="271427" y="151448"/>
                </a:moveTo>
                <a:lnTo>
                  <a:pt x="271427" y="157520"/>
                </a:lnTo>
                <a:lnTo>
                  <a:pt x="265355" y="157520"/>
                </a:lnTo>
                <a:lnTo>
                  <a:pt x="265355" y="151448"/>
                </a:lnTo>
                <a:close/>
                <a:moveTo>
                  <a:pt x="278488" y="151448"/>
                </a:moveTo>
                <a:lnTo>
                  <a:pt x="278488" y="157520"/>
                </a:lnTo>
                <a:lnTo>
                  <a:pt x="272415" y="157520"/>
                </a:lnTo>
                <a:lnTo>
                  <a:pt x="272415" y="151448"/>
                </a:lnTo>
                <a:close/>
                <a:moveTo>
                  <a:pt x="73902" y="151448"/>
                </a:moveTo>
                <a:lnTo>
                  <a:pt x="73902" y="157532"/>
                </a:lnTo>
                <a:lnTo>
                  <a:pt x="67818" y="157532"/>
                </a:lnTo>
                <a:lnTo>
                  <a:pt x="67818" y="151448"/>
                </a:lnTo>
                <a:close/>
                <a:moveTo>
                  <a:pt x="80951" y="151448"/>
                </a:moveTo>
                <a:lnTo>
                  <a:pt x="80951" y="157532"/>
                </a:lnTo>
                <a:lnTo>
                  <a:pt x="74879" y="157532"/>
                </a:lnTo>
                <a:lnTo>
                  <a:pt x="74879" y="151448"/>
                </a:lnTo>
                <a:close/>
                <a:moveTo>
                  <a:pt x="103097" y="151448"/>
                </a:moveTo>
                <a:lnTo>
                  <a:pt x="109169" y="151460"/>
                </a:lnTo>
                <a:lnTo>
                  <a:pt x="109169" y="157532"/>
                </a:lnTo>
                <a:lnTo>
                  <a:pt x="103097" y="157532"/>
                </a:lnTo>
                <a:lnTo>
                  <a:pt x="103097" y="151448"/>
                </a:lnTo>
                <a:close/>
                <a:moveTo>
                  <a:pt x="110157" y="151448"/>
                </a:moveTo>
                <a:lnTo>
                  <a:pt x="116229" y="151460"/>
                </a:lnTo>
                <a:lnTo>
                  <a:pt x="116229" y="157532"/>
                </a:lnTo>
                <a:lnTo>
                  <a:pt x="110157" y="157532"/>
                </a:lnTo>
                <a:lnTo>
                  <a:pt x="110157" y="151448"/>
                </a:lnTo>
                <a:close/>
                <a:moveTo>
                  <a:pt x="17443" y="158508"/>
                </a:moveTo>
                <a:lnTo>
                  <a:pt x="17443" y="164580"/>
                </a:lnTo>
                <a:lnTo>
                  <a:pt x="11371" y="164580"/>
                </a:lnTo>
                <a:lnTo>
                  <a:pt x="11371" y="158508"/>
                </a:lnTo>
                <a:close/>
                <a:moveTo>
                  <a:pt x="24503" y="158508"/>
                </a:moveTo>
                <a:lnTo>
                  <a:pt x="24503" y="164580"/>
                </a:lnTo>
                <a:lnTo>
                  <a:pt x="18431" y="164580"/>
                </a:lnTo>
                <a:lnTo>
                  <a:pt x="18431" y="158508"/>
                </a:lnTo>
                <a:close/>
                <a:moveTo>
                  <a:pt x="31564" y="158508"/>
                </a:moveTo>
                <a:lnTo>
                  <a:pt x="31564" y="164580"/>
                </a:lnTo>
                <a:lnTo>
                  <a:pt x="25492" y="164580"/>
                </a:lnTo>
                <a:lnTo>
                  <a:pt x="25492" y="158508"/>
                </a:lnTo>
                <a:close/>
                <a:moveTo>
                  <a:pt x="38612" y="158508"/>
                </a:moveTo>
                <a:lnTo>
                  <a:pt x="38612" y="164580"/>
                </a:lnTo>
                <a:lnTo>
                  <a:pt x="32540" y="164580"/>
                </a:lnTo>
                <a:lnTo>
                  <a:pt x="32540" y="158508"/>
                </a:lnTo>
                <a:close/>
                <a:moveTo>
                  <a:pt x="45673" y="158508"/>
                </a:moveTo>
                <a:lnTo>
                  <a:pt x="45673" y="164580"/>
                </a:lnTo>
                <a:lnTo>
                  <a:pt x="39601" y="164580"/>
                </a:lnTo>
                <a:lnTo>
                  <a:pt x="39601" y="158508"/>
                </a:lnTo>
                <a:close/>
                <a:moveTo>
                  <a:pt x="52721" y="158508"/>
                </a:moveTo>
                <a:lnTo>
                  <a:pt x="52721" y="164580"/>
                </a:lnTo>
                <a:lnTo>
                  <a:pt x="46649" y="164580"/>
                </a:lnTo>
                <a:lnTo>
                  <a:pt x="46649" y="158508"/>
                </a:lnTo>
                <a:close/>
                <a:moveTo>
                  <a:pt x="59782" y="158508"/>
                </a:moveTo>
                <a:lnTo>
                  <a:pt x="59782" y="164580"/>
                </a:lnTo>
                <a:lnTo>
                  <a:pt x="53709" y="164580"/>
                </a:lnTo>
                <a:lnTo>
                  <a:pt x="53709" y="158508"/>
                </a:lnTo>
                <a:close/>
                <a:moveTo>
                  <a:pt x="66842" y="158508"/>
                </a:moveTo>
                <a:lnTo>
                  <a:pt x="66842" y="164580"/>
                </a:lnTo>
                <a:lnTo>
                  <a:pt x="60758" y="164580"/>
                </a:lnTo>
                <a:lnTo>
                  <a:pt x="60758" y="158508"/>
                </a:lnTo>
                <a:close/>
                <a:moveTo>
                  <a:pt x="73902" y="158508"/>
                </a:moveTo>
                <a:lnTo>
                  <a:pt x="73902" y="164580"/>
                </a:lnTo>
                <a:lnTo>
                  <a:pt x="67818" y="164580"/>
                </a:lnTo>
                <a:lnTo>
                  <a:pt x="67818" y="158508"/>
                </a:lnTo>
                <a:close/>
                <a:moveTo>
                  <a:pt x="80951" y="158508"/>
                </a:moveTo>
                <a:lnTo>
                  <a:pt x="80951" y="164580"/>
                </a:lnTo>
                <a:lnTo>
                  <a:pt x="74879" y="164580"/>
                </a:lnTo>
                <a:lnTo>
                  <a:pt x="74879" y="158508"/>
                </a:lnTo>
                <a:close/>
                <a:moveTo>
                  <a:pt x="88011" y="158508"/>
                </a:moveTo>
                <a:lnTo>
                  <a:pt x="88011" y="164580"/>
                </a:lnTo>
                <a:lnTo>
                  <a:pt x="81927" y="164580"/>
                </a:lnTo>
                <a:lnTo>
                  <a:pt x="81927" y="158508"/>
                </a:lnTo>
                <a:close/>
                <a:moveTo>
                  <a:pt x="95060" y="158508"/>
                </a:moveTo>
                <a:lnTo>
                  <a:pt x="95060" y="164580"/>
                </a:lnTo>
                <a:lnTo>
                  <a:pt x="88988" y="164580"/>
                </a:lnTo>
                <a:lnTo>
                  <a:pt x="88988" y="158508"/>
                </a:lnTo>
                <a:close/>
                <a:moveTo>
                  <a:pt x="102120" y="158508"/>
                </a:moveTo>
                <a:lnTo>
                  <a:pt x="102120" y="164580"/>
                </a:lnTo>
                <a:lnTo>
                  <a:pt x="96036" y="164580"/>
                </a:lnTo>
                <a:lnTo>
                  <a:pt x="96036" y="158508"/>
                </a:lnTo>
                <a:close/>
                <a:moveTo>
                  <a:pt x="109169" y="158508"/>
                </a:moveTo>
                <a:lnTo>
                  <a:pt x="109169" y="164580"/>
                </a:lnTo>
                <a:lnTo>
                  <a:pt x="103097" y="164580"/>
                </a:lnTo>
                <a:lnTo>
                  <a:pt x="103097" y="158508"/>
                </a:lnTo>
                <a:close/>
                <a:moveTo>
                  <a:pt x="116229" y="158508"/>
                </a:moveTo>
                <a:lnTo>
                  <a:pt x="116229" y="164580"/>
                </a:lnTo>
                <a:lnTo>
                  <a:pt x="110157" y="164580"/>
                </a:lnTo>
                <a:lnTo>
                  <a:pt x="110157" y="158508"/>
                </a:lnTo>
                <a:close/>
                <a:moveTo>
                  <a:pt x="123278" y="158508"/>
                </a:moveTo>
                <a:lnTo>
                  <a:pt x="123278" y="164580"/>
                </a:lnTo>
                <a:lnTo>
                  <a:pt x="117205" y="164580"/>
                </a:lnTo>
                <a:lnTo>
                  <a:pt x="117205" y="158508"/>
                </a:lnTo>
                <a:close/>
                <a:moveTo>
                  <a:pt x="130338" y="158508"/>
                </a:moveTo>
                <a:lnTo>
                  <a:pt x="130338" y="164580"/>
                </a:lnTo>
                <a:lnTo>
                  <a:pt x="124254" y="164580"/>
                </a:lnTo>
                <a:lnTo>
                  <a:pt x="124254" y="158508"/>
                </a:lnTo>
                <a:close/>
                <a:moveTo>
                  <a:pt x="137387" y="158508"/>
                </a:moveTo>
                <a:lnTo>
                  <a:pt x="137387" y="164580"/>
                </a:lnTo>
                <a:lnTo>
                  <a:pt x="131314" y="164580"/>
                </a:lnTo>
                <a:lnTo>
                  <a:pt x="131314" y="158508"/>
                </a:lnTo>
                <a:close/>
                <a:moveTo>
                  <a:pt x="144447" y="158508"/>
                </a:moveTo>
                <a:lnTo>
                  <a:pt x="144447" y="164580"/>
                </a:lnTo>
                <a:lnTo>
                  <a:pt x="138375" y="164580"/>
                </a:lnTo>
                <a:lnTo>
                  <a:pt x="138375" y="158508"/>
                </a:lnTo>
                <a:close/>
                <a:moveTo>
                  <a:pt x="151495" y="158508"/>
                </a:moveTo>
                <a:lnTo>
                  <a:pt x="151495" y="164580"/>
                </a:lnTo>
                <a:lnTo>
                  <a:pt x="145423" y="164580"/>
                </a:lnTo>
                <a:lnTo>
                  <a:pt x="145423" y="158508"/>
                </a:lnTo>
                <a:close/>
                <a:moveTo>
                  <a:pt x="158556" y="158508"/>
                </a:moveTo>
                <a:lnTo>
                  <a:pt x="158556" y="164580"/>
                </a:lnTo>
                <a:lnTo>
                  <a:pt x="152484" y="164580"/>
                </a:lnTo>
                <a:lnTo>
                  <a:pt x="152484" y="158508"/>
                </a:lnTo>
                <a:close/>
                <a:moveTo>
                  <a:pt x="165604" y="158508"/>
                </a:moveTo>
                <a:lnTo>
                  <a:pt x="165604" y="164580"/>
                </a:lnTo>
                <a:lnTo>
                  <a:pt x="159532" y="164580"/>
                </a:lnTo>
                <a:lnTo>
                  <a:pt x="159532" y="158508"/>
                </a:lnTo>
                <a:close/>
                <a:moveTo>
                  <a:pt x="172665" y="158508"/>
                </a:moveTo>
                <a:lnTo>
                  <a:pt x="172665" y="164580"/>
                </a:lnTo>
                <a:lnTo>
                  <a:pt x="166581" y="164580"/>
                </a:lnTo>
                <a:lnTo>
                  <a:pt x="166581" y="158508"/>
                </a:lnTo>
                <a:close/>
                <a:moveTo>
                  <a:pt x="179713" y="158508"/>
                </a:moveTo>
                <a:lnTo>
                  <a:pt x="179713" y="164580"/>
                </a:lnTo>
                <a:lnTo>
                  <a:pt x="173641" y="164580"/>
                </a:lnTo>
                <a:lnTo>
                  <a:pt x="173641" y="158508"/>
                </a:lnTo>
                <a:close/>
                <a:moveTo>
                  <a:pt x="186774" y="158508"/>
                </a:moveTo>
                <a:lnTo>
                  <a:pt x="186774" y="164580"/>
                </a:lnTo>
                <a:lnTo>
                  <a:pt x="180702" y="164580"/>
                </a:lnTo>
                <a:lnTo>
                  <a:pt x="180702" y="158508"/>
                </a:lnTo>
                <a:close/>
                <a:moveTo>
                  <a:pt x="193822" y="158508"/>
                </a:moveTo>
                <a:lnTo>
                  <a:pt x="193822" y="164580"/>
                </a:lnTo>
                <a:lnTo>
                  <a:pt x="187750" y="164580"/>
                </a:lnTo>
                <a:lnTo>
                  <a:pt x="187750" y="158508"/>
                </a:lnTo>
                <a:close/>
                <a:moveTo>
                  <a:pt x="200883" y="158508"/>
                </a:moveTo>
                <a:lnTo>
                  <a:pt x="200883" y="164580"/>
                </a:lnTo>
                <a:lnTo>
                  <a:pt x="194810" y="164580"/>
                </a:lnTo>
                <a:lnTo>
                  <a:pt x="194810" y="158508"/>
                </a:lnTo>
                <a:close/>
                <a:moveTo>
                  <a:pt x="207931" y="158508"/>
                </a:moveTo>
                <a:lnTo>
                  <a:pt x="207931" y="164580"/>
                </a:lnTo>
                <a:lnTo>
                  <a:pt x="201859" y="164580"/>
                </a:lnTo>
                <a:lnTo>
                  <a:pt x="201859" y="158508"/>
                </a:lnTo>
                <a:close/>
                <a:moveTo>
                  <a:pt x="214992" y="158508"/>
                </a:moveTo>
                <a:lnTo>
                  <a:pt x="214992" y="164580"/>
                </a:lnTo>
                <a:lnTo>
                  <a:pt x="208919" y="164580"/>
                </a:lnTo>
                <a:lnTo>
                  <a:pt x="208919" y="158508"/>
                </a:lnTo>
                <a:close/>
                <a:moveTo>
                  <a:pt x="222052" y="158508"/>
                </a:moveTo>
                <a:lnTo>
                  <a:pt x="222052" y="164580"/>
                </a:lnTo>
                <a:lnTo>
                  <a:pt x="215968" y="164580"/>
                </a:lnTo>
                <a:lnTo>
                  <a:pt x="215968" y="158508"/>
                </a:lnTo>
                <a:close/>
                <a:moveTo>
                  <a:pt x="229100" y="158508"/>
                </a:moveTo>
                <a:lnTo>
                  <a:pt x="229100" y="164580"/>
                </a:lnTo>
                <a:lnTo>
                  <a:pt x="223028" y="164580"/>
                </a:lnTo>
                <a:lnTo>
                  <a:pt x="223028" y="158508"/>
                </a:lnTo>
                <a:close/>
                <a:moveTo>
                  <a:pt x="236161" y="158508"/>
                </a:moveTo>
                <a:lnTo>
                  <a:pt x="236161" y="164580"/>
                </a:lnTo>
                <a:lnTo>
                  <a:pt x="230077" y="164580"/>
                </a:lnTo>
                <a:lnTo>
                  <a:pt x="230077" y="158508"/>
                </a:lnTo>
                <a:close/>
                <a:moveTo>
                  <a:pt x="243209" y="158508"/>
                </a:moveTo>
                <a:lnTo>
                  <a:pt x="243209" y="164580"/>
                </a:lnTo>
                <a:lnTo>
                  <a:pt x="237137" y="164580"/>
                </a:lnTo>
                <a:lnTo>
                  <a:pt x="237137" y="158508"/>
                </a:lnTo>
                <a:close/>
                <a:moveTo>
                  <a:pt x="250270" y="158508"/>
                </a:moveTo>
                <a:lnTo>
                  <a:pt x="250270" y="164580"/>
                </a:lnTo>
                <a:lnTo>
                  <a:pt x="244198" y="164580"/>
                </a:lnTo>
                <a:lnTo>
                  <a:pt x="244198" y="158508"/>
                </a:lnTo>
                <a:close/>
                <a:moveTo>
                  <a:pt x="257318" y="158508"/>
                </a:moveTo>
                <a:lnTo>
                  <a:pt x="257318" y="164580"/>
                </a:lnTo>
                <a:lnTo>
                  <a:pt x="251246" y="164580"/>
                </a:lnTo>
                <a:lnTo>
                  <a:pt x="251246" y="158508"/>
                </a:lnTo>
                <a:close/>
                <a:moveTo>
                  <a:pt x="264379" y="158508"/>
                </a:moveTo>
                <a:lnTo>
                  <a:pt x="264379" y="164580"/>
                </a:lnTo>
                <a:lnTo>
                  <a:pt x="258306" y="164580"/>
                </a:lnTo>
                <a:lnTo>
                  <a:pt x="258306" y="158508"/>
                </a:lnTo>
                <a:close/>
                <a:moveTo>
                  <a:pt x="271427" y="158508"/>
                </a:moveTo>
                <a:lnTo>
                  <a:pt x="271427" y="164580"/>
                </a:lnTo>
                <a:lnTo>
                  <a:pt x="265355" y="164580"/>
                </a:lnTo>
                <a:lnTo>
                  <a:pt x="265355" y="158508"/>
                </a:lnTo>
                <a:close/>
                <a:moveTo>
                  <a:pt x="278488" y="158508"/>
                </a:moveTo>
                <a:lnTo>
                  <a:pt x="278488" y="164580"/>
                </a:lnTo>
                <a:lnTo>
                  <a:pt x="272415" y="164580"/>
                </a:lnTo>
                <a:lnTo>
                  <a:pt x="272415" y="158508"/>
                </a:lnTo>
                <a:close/>
                <a:moveTo>
                  <a:pt x="10395" y="1"/>
                </a:moveTo>
                <a:lnTo>
                  <a:pt x="10395" y="2310"/>
                </a:lnTo>
                <a:lnTo>
                  <a:pt x="0" y="2310"/>
                </a:lnTo>
                <a:lnTo>
                  <a:pt x="0" y="3287"/>
                </a:lnTo>
                <a:lnTo>
                  <a:pt x="10395" y="3287"/>
                </a:lnTo>
                <a:lnTo>
                  <a:pt x="10395" y="9371"/>
                </a:lnTo>
                <a:lnTo>
                  <a:pt x="0" y="9371"/>
                </a:lnTo>
                <a:lnTo>
                  <a:pt x="0" y="10347"/>
                </a:lnTo>
                <a:lnTo>
                  <a:pt x="10395" y="10347"/>
                </a:lnTo>
                <a:lnTo>
                  <a:pt x="10395" y="16419"/>
                </a:lnTo>
                <a:lnTo>
                  <a:pt x="0" y="16419"/>
                </a:lnTo>
                <a:lnTo>
                  <a:pt x="0" y="17408"/>
                </a:lnTo>
                <a:lnTo>
                  <a:pt x="10395" y="17408"/>
                </a:lnTo>
                <a:lnTo>
                  <a:pt x="10395" y="23480"/>
                </a:lnTo>
                <a:lnTo>
                  <a:pt x="0" y="23480"/>
                </a:lnTo>
                <a:lnTo>
                  <a:pt x="0" y="24456"/>
                </a:lnTo>
                <a:lnTo>
                  <a:pt x="10395" y="24456"/>
                </a:lnTo>
                <a:lnTo>
                  <a:pt x="10395" y="30528"/>
                </a:lnTo>
                <a:lnTo>
                  <a:pt x="0" y="30528"/>
                </a:lnTo>
                <a:lnTo>
                  <a:pt x="0" y="31516"/>
                </a:lnTo>
                <a:lnTo>
                  <a:pt x="10395" y="31516"/>
                </a:lnTo>
                <a:lnTo>
                  <a:pt x="10395" y="37589"/>
                </a:lnTo>
                <a:lnTo>
                  <a:pt x="0" y="37589"/>
                </a:lnTo>
                <a:lnTo>
                  <a:pt x="0" y="38565"/>
                </a:lnTo>
                <a:lnTo>
                  <a:pt x="10395" y="38565"/>
                </a:lnTo>
                <a:lnTo>
                  <a:pt x="10395" y="44637"/>
                </a:lnTo>
                <a:lnTo>
                  <a:pt x="0" y="44637"/>
                </a:lnTo>
                <a:lnTo>
                  <a:pt x="0" y="45625"/>
                </a:lnTo>
                <a:lnTo>
                  <a:pt x="10395" y="45625"/>
                </a:lnTo>
                <a:lnTo>
                  <a:pt x="10395" y="51697"/>
                </a:lnTo>
                <a:lnTo>
                  <a:pt x="0" y="51697"/>
                </a:lnTo>
                <a:lnTo>
                  <a:pt x="0" y="52674"/>
                </a:lnTo>
                <a:lnTo>
                  <a:pt x="10395" y="52674"/>
                </a:lnTo>
                <a:lnTo>
                  <a:pt x="10395" y="58746"/>
                </a:lnTo>
                <a:lnTo>
                  <a:pt x="0" y="58746"/>
                </a:lnTo>
                <a:lnTo>
                  <a:pt x="0" y="59734"/>
                </a:lnTo>
                <a:lnTo>
                  <a:pt x="10395" y="59734"/>
                </a:lnTo>
                <a:lnTo>
                  <a:pt x="10395" y="65806"/>
                </a:lnTo>
                <a:lnTo>
                  <a:pt x="0" y="65806"/>
                </a:lnTo>
                <a:lnTo>
                  <a:pt x="0" y="66783"/>
                </a:lnTo>
                <a:lnTo>
                  <a:pt x="10395" y="66783"/>
                </a:lnTo>
                <a:lnTo>
                  <a:pt x="10395" y="72867"/>
                </a:lnTo>
                <a:lnTo>
                  <a:pt x="0" y="72867"/>
                </a:lnTo>
                <a:lnTo>
                  <a:pt x="0" y="73843"/>
                </a:lnTo>
                <a:lnTo>
                  <a:pt x="10395" y="73843"/>
                </a:lnTo>
                <a:lnTo>
                  <a:pt x="10395" y="79927"/>
                </a:lnTo>
                <a:lnTo>
                  <a:pt x="0" y="79927"/>
                </a:lnTo>
                <a:lnTo>
                  <a:pt x="0" y="80903"/>
                </a:lnTo>
                <a:lnTo>
                  <a:pt x="10395" y="80903"/>
                </a:lnTo>
                <a:lnTo>
                  <a:pt x="10395" y="86976"/>
                </a:lnTo>
                <a:lnTo>
                  <a:pt x="0" y="86976"/>
                </a:lnTo>
                <a:lnTo>
                  <a:pt x="0" y="87964"/>
                </a:lnTo>
                <a:lnTo>
                  <a:pt x="10395" y="87964"/>
                </a:lnTo>
                <a:lnTo>
                  <a:pt x="10395" y="94036"/>
                </a:lnTo>
                <a:lnTo>
                  <a:pt x="0" y="94036"/>
                </a:lnTo>
                <a:lnTo>
                  <a:pt x="0" y="95012"/>
                </a:lnTo>
                <a:lnTo>
                  <a:pt x="10395" y="95012"/>
                </a:lnTo>
                <a:lnTo>
                  <a:pt x="10395" y="101085"/>
                </a:lnTo>
                <a:lnTo>
                  <a:pt x="0" y="101085"/>
                </a:lnTo>
                <a:lnTo>
                  <a:pt x="0" y="102073"/>
                </a:lnTo>
                <a:lnTo>
                  <a:pt x="10395" y="102073"/>
                </a:lnTo>
                <a:lnTo>
                  <a:pt x="10395" y="108145"/>
                </a:lnTo>
                <a:lnTo>
                  <a:pt x="0" y="108145"/>
                </a:lnTo>
                <a:lnTo>
                  <a:pt x="0" y="109121"/>
                </a:lnTo>
                <a:lnTo>
                  <a:pt x="10395" y="109121"/>
                </a:lnTo>
                <a:lnTo>
                  <a:pt x="10395" y="115193"/>
                </a:lnTo>
                <a:lnTo>
                  <a:pt x="0" y="115193"/>
                </a:lnTo>
                <a:lnTo>
                  <a:pt x="0" y="116182"/>
                </a:lnTo>
                <a:lnTo>
                  <a:pt x="10395" y="116182"/>
                </a:lnTo>
                <a:lnTo>
                  <a:pt x="10395" y="122254"/>
                </a:lnTo>
                <a:lnTo>
                  <a:pt x="0" y="122254"/>
                </a:lnTo>
                <a:lnTo>
                  <a:pt x="0" y="123230"/>
                </a:lnTo>
                <a:lnTo>
                  <a:pt x="10395" y="123230"/>
                </a:lnTo>
                <a:lnTo>
                  <a:pt x="10395" y="129302"/>
                </a:lnTo>
                <a:lnTo>
                  <a:pt x="0" y="129302"/>
                </a:lnTo>
                <a:lnTo>
                  <a:pt x="0" y="130279"/>
                </a:lnTo>
                <a:lnTo>
                  <a:pt x="10395" y="130279"/>
                </a:lnTo>
                <a:lnTo>
                  <a:pt x="10395" y="136363"/>
                </a:lnTo>
                <a:lnTo>
                  <a:pt x="0" y="136363"/>
                </a:lnTo>
                <a:lnTo>
                  <a:pt x="0" y="137339"/>
                </a:lnTo>
                <a:lnTo>
                  <a:pt x="10395" y="137339"/>
                </a:lnTo>
                <a:lnTo>
                  <a:pt x="10395" y="143411"/>
                </a:lnTo>
                <a:lnTo>
                  <a:pt x="0" y="143411"/>
                </a:lnTo>
                <a:lnTo>
                  <a:pt x="0" y="144387"/>
                </a:lnTo>
                <a:lnTo>
                  <a:pt x="10395" y="144387"/>
                </a:lnTo>
                <a:lnTo>
                  <a:pt x="10395" y="150472"/>
                </a:lnTo>
                <a:lnTo>
                  <a:pt x="0" y="150472"/>
                </a:lnTo>
                <a:lnTo>
                  <a:pt x="0" y="151448"/>
                </a:lnTo>
                <a:lnTo>
                  <a:pt x="10395" y="151448"/>
                </a:lnTo>
                <a:lnTo>
                  <a:pt x="10395" y="157520"/>
                </a:lnTo>
                <a:lnTo>
                  <a:pt x="0" y="157520"/>
                </a:lnTo>
                <a:lnTo>
                  <a:pt x="0" y="158508"/>
                </a:lnTo>
                <a:lnTo>
                  <a:pt x="10395" y="158508"/>
                </a:lnTo>
                <a:lnTo>
                  <a:pt x="10395" y="164580"/>
                </a:lnTo>
                <a:lnTo>
                  <a:pt x="0" y="164580"/>
                </a:lnTo>
                <a:lnTo>
                  <a:pt x="0" y="165557"/>
                </a:lnTo>
                <a:lnTo>
                  <a:pt x="10395" y="165557"/>
                </a:lnTo>
                <a:lnTo>
                  <a:pt x="10395" y="169248"/>
                </a:lnTo>
                <a:lnTo>
                  <a:pt x="11371" y="169248"/>
                </a:lnTo>
                <a:lnTo>
                  <a:pt x="11371" y="165557"/>
                </a:lnTo>
                <a:lnTo>
                  <a:pt x="17455" y="165557"/>
                </a:lnTo>
                <a:lnTo>
                  <a:pt x="17455" y="169248"/>
                </a:lnTo>
                <a:lnTo>
                  <a:pt x="18431" y="169248"/>
                </a:lnTo>
                <a:lnTo>
                  <a:pt x="18431" y="165557"/>
                </a:lnTo>
                <a:lnTo>
                  <a:pt x="24503" y="165557"/>
                </a:lnTo>
                <a:lnTo>
                  <a:pt x="24503" y="169248"/>
                </a:lnTo>
                <a:lnTo>
                  <a:pt x="25492" y="169248"/>
                </a:lnTo>
                <a:lnTo>
                  <a:pt x="25492" y="165557"/>
                </a:lnTo>
                <a:lnTo>
                  <a:pt x="31564" y="165557"/>
                </a:lnTo>
                <a:lnTo>
                  <a:pt x="31564" y="169248"/>
                </a:lnTo>
                <a:lnTo>
                  <a:pt x="32540" y="169248"/>
                </a:lnTo>
                <a:lnTo>
                  <a:pt x="32540" y="165557"/>
                </a:lnTo>
                <a:lnTo>
                  <a:pt x="38612" y="165557"/>
                </a:lnTo>
                <a:lnTo>
                  <a:pt x="38612" y="169248"/>
                </a:lnTo>
                <a:lnTo>
                  <a:pt x="39601" y="169248"/>
                </a:lnTo>
                <a:lnTo>
                  <a:pt x="39601" y="165557"/>
                </a:lnTo>
                <a:lnTo>
                  <a:pt x="45673" y="165557"/>
                </a:lnTo>
                <a:lnTo>
                  <a:pt x="45673" y="169248"/>
                </a:lnTo>
                <a:lnTo>
                  <a:pt x="46649" y="169248"/>
                </a:lnTo>
                <a:lnTo>
                  <a:pt x="46649" y="165557"/>
                </a:lnTo>
                <a:lnTo>
                  <a:pt x="52721" y="165557"/>
                </a:lnTo>
                <a:lnTo>
                  <a:pt x="52721" y="169248"/>
                </a:lnTo>
                <a:lnTo>
                  <a:pt x="53709" y="169248"/>
                </a:lnTo>
                <a:lnTo>
                  <a:pt x="53709" y="165557"/>
                </a:lnTo>
                <a:lnTo>
                  <a:pt x="59782" y="165557"/>
                </a:lnTo>
                <a:lnTo>
                  <a:pt x="59782" y="169248"/>
                </a:lnTo>
                <a:lnTo>
                  <a:pt x="60758" y="169248"/>
                </a:lnTo>
                <a:lnTo>
                  <a:pt x="60758" y="165557"/>
                </a:lnTo>
                <a:lnTo>
                  <a:pt x="66842" y="165557"/>
                </a:lnTo>
                <a:lnTo>
                  <a:pt x="66842" y="169248"/>
                </a:lnTo>
                <a:lnTo>
                  <a:pt x="67818" y="169248"/>
                </a:lnTo>
                <a:lnTo>
                  <a:pt x="67818" y="165557"/>
                </a:lnTo>
                <a:lnTo>
                  <a:pt x="73902" y="165557"/>
                </a:lnTo>
                <a:lnTo>
                  <a:pt x="73902" y="169248"/>
                </a:lnTo>
                <a:lnTo>
                  <a:pt x="74879" y="169248"/>
                </a:lnTo>
                <a:lnTo>
                  <a:pt x="74879" y="165557"/>
                </a:lnTo>
                <a:lnTo>
                  <a:pt x="80951" y="165557"/>
                </a:lnTo>
                <a:lnTo>
                  <a:pt x="80951" y="169248"/>
                </a:lnTo>
                <a:lnTo>
                  <a:pt x="81939" y="169248"/>
                </a:lnTo>
                <a:lnTo>
                  <a:pt x="81939" y="165557"/>
                </a:lnTo>
                <a:lnTo>
                  <a:pt x="88011" y="165557"/>
                </a:lnTo>
                <a:lnTo>
                  <a:pt x="88011" y="169248"/>
                </a:lnTo>
                <a:lnTo>
                  <a:pt x="88988" y="169248"/>
                </a:lnTo>
                <a:lnTo>
                  <a:pt x="88988" y="165557"/>
                </a:lnTo>
                <a:lnTo>
                  <a:pt x="95060" y="165557"/>
                </a:lnTo>
                <a:lnTo>
                  <a:pt x="95060" y="169248"/>
                </a:lnTo>
                <a:lnTo>
                  <a:pt x="96048" y="169248"/>
                </a:lnTo>
                <a:lnTo>
                  <a:pt x="96048" y="165557"/>
                </a:lnTo>
                <a:lnTo>
                  <a:pt x="102120" y="165557"/>
                </a:lnTo>
                <a:lnTo>
                  <a:pt x="102120" y="169248"/>
                </a:lnTo>
                <a:lnTo>
                  <a:pt x="103097" y="169248"/>
                </a:lnTo>
                <a:lnTo>
                  <a:pt x="103097" y="165557"/>
                </a:lnTo>
                <a:lnTo>
                  <a:pt x="109169" y="165557"/>
                </a:lnTo>
                <a:lnTo>
                  <a:pt x="109169" y="169248"/>
                </a:lnTo>
                <a:lnTo>
                  <a:pt x="110157" y="169248"/>
                </a:lnTo>
                <a:lnTo>
                  <a:pt x="110157" y="165557"/>
                </a:lnTo>
                <a:lnTo>
                  <a:pt x="116229" y="165557"/>
                </a:lnTo>
                <a:lnTo>
                  <a:pt x="116229" y="169248"/>
                </a:lnTo>
                <a:lnTo>
                  <a:pt x="117205" y="169248"/>
                </a:lnTo>
                <a:lnTo>
                  <a:pt x="117205" y="165557"/>
                </a:lnTo>
                <a:lnTo>
                  <a:pt x="123278" y="165557"/>
                </a:lnTo>
                <a:lnTo>
                  <a:pt x="123278" y="169248"/>
                </a:lnTo>
                <a:lnTo>
                  <a:pt x="124254" y="169248"/>
                </a:lnTo>
                <a:lnTo>
                  <a:pt x="124254" y="165557"/>
                </a:lnTo>
                <a:lnTo>
                  <a:pt x="130338" y="165557"/>
                </a:lnTo>
                <a:lnTo>
                  <a:pt x="130338" y="169248"/>
                </a:lnTo>
                <a:lnTo>
                  <a:pt x="131314" y="169248"/>
                </a:lnTo>
                <a:lnTo>
                  <a:pt x="131314" y="165557"/>
                </a:lnTo>
                <a:lnTo>
                  <a:pt x="137387" y="165557"/>
                </a:lnTo>
                <a:lnTo>
                  <a:pt x="137387" y="169248"/>
                </a:lnTo>
                <a:lnTo>
                  <a:pt x="138363" y="169248"/>
                </a:lnTo>
                <a:lnTo>
                  <a:pt x="138363" y="165557"/>
                </a:lnTo>
                <a:lnTo>
                  <a:pt x="144447" y="165557"/>
                </a:lnTo>
                <a:lnTo>
                  <a:pt x="144447" y="169248"/>
                </a:lnTo>
                <a:lnTo>
                  <a:pt x="145423" y="169248"/>
                </a:lnTo>
                <a:lnTo>
                  <a:pt x="145423" y="165557"/>
                </a:lnTo>
                <a:lnTo>
                  <a:pt x="151495" y="165557"/>
                </a:lnTo>
                <a:lnTo>
                  <a:pt x="151495" y="169248"/>
                </a:lnTo>
                <a:lnTo>
                  <a:pt x="152484" y="169248"/>
                </a:lnTo>
                <a:lnTo>
                  <a:pt x="152484" y="165557"/>
                </a:lnTo>
                <a:lnTo>
                  <a:pt x="158556" y="165557"/>
                </a:lnTo>
                <a:lnTo>
                  <a:pt x="158556" y="169248"/>
                </a:lnTo>
                <a:lnTo>
                  <a:pt x="159532" y="169248"/>
                </a:lnTo>
                <a:lnTo>
                  <a:pt x="159532" y="165557"/>
                </a:lnTo>
                <a:lnTo>
                  <a:pt x="165604" y="165557"/>
                </a:lnTo>
                <a:lnTo>
                  <a:pt x="165604" y="169248"/>
                </a:lnTo>
                <a:lnTo>
                  <a:pt x="166593" y="169248"/>
                </a:lnTo>
                <a:lnTo>
                  <a:pt x="166593" y="165557"/>
                </a:lnTo>
                <a:lnTo>
                  <a:pt x="172665" y="165557"/>
                </a:lnTo>
                <a:lnTo>
                  <a:pt x="172665" y="169248"/>
                </a:lnTo>
                <a:lnTo>
                  <a:pt x="173641" y="169248"/>
                </a:lnTo>
                <a:lnTo>
                  <a:pt x="173641" y="165557"/>
                </a:lnTo>
                <a:lnTo>
                  <a:pt x="179713" y="165557"/>
                </a:lnTo>
                <a:lnTo>
                  <a:pt x="179713" y="169248"/>
                </a:lnTo>
                <a:lnTo>
                  <a:pt x="180702" y="169248"/>
                </a:lnTo>
                <a:lnTo>
                  <a:pt x="180702" y="165557"/>
                </a:lnTo>
                <a:lnTo>
                  <a:pt x="186774" y="165557"/>
                </a:lnTo>
                <a:lnTo>
                  <a:pt x="186774" y="169248"/>
                </a:lnTo>
                <a:lnTo>
                  <a:pt x="187750" y="169248"/>
                </a:lnTo>
                <a:lnTo>
                  <a:pt x="187750" y="165557"/>
                </a:lnTo>
                <a:lnTo>
                  <a:pt x="193822" y="165557"/>
                </a:lnTo>
                <a:lnTo>
                  <a:pt x="193822" y="169248"/>
                </a:lnTo>
                <a:lnTo>
                  <a:pt x="194810" y="169248"/>
                </a:lnTo>
                <a:lnTo>
                  <a:pt x="194810" y="165557"/>
                </a:lnTo>
                <a:lnTo>
                  <a:pt x="200883" y="165557"/>
                </a:lnTo>
                <a:lnTo>
                  <a:pt x="200883" y="169248"/>
                </a:lnTo>
                <a:lnTo>
                  <a:pt x="201859" y="169248"/>
                </a:lnTo>
                <a:lnTo>
                  <a:pt x="201859" y="165557"/>
                </a:lnTo>
                <a:lnTo>
                  <a:pt x="207931" y="165557"/>
                </a:lnTo>
                <a:lnTo>
                  <a:pt x="207931" y="169248"/>
                </a:lnTo>
                <a:lnTo>
                  <a:pt x="208919" y="169248"/>
                </a:lnTo>
                <a:lnTo>
                  <a:pt x="208919" y="165557"/>
                </a:lnTo>
                <a:lnTo>
                  <a:pt x="214992" y="165557"/>
                </a:lnTo>
                <a:lnTo>
                  <a:pt x="214992" y="169248"/>
                </a:lnTo>
                <a:lnTo>
                  <a:pt x="215968" y="169248"/>
                </a:lnTo>
                <a:lnTo>
                  <a:pt x="215968" y="165557"/>
                </a:lnTo>
                <a:lnTo>
                  <a:pt x="222040" y="165557"/>
                </a:lnTo>
                <a:lnTo>
                  <a:pt x="222040" y="169248"/>
                </a:lnTo>
                <a:lnTo>
                  <a:pt x="223028" y="169248"/>
                </a:lnTo>
                <a:lnTo>
                  <a:pt x="223028" y="165557"/>
                </a:lnTo>
                <a:lnTo>
                  <a:pt x="229100" y="165557"/>
                </a:lnTo>
                <a:lnTo>
                  <a:pt x="229100" y="169248"/>
                </a:lnTo>
                <a:lnTo>
                  <a:pt x="230077" y="169248"/>
                </a:lnTo>
                <a:lnTo>
                  <a:pt x="230077" y="165557"/>
                </a:lnTo>
                <a:lnTo>
                  <a:pt x="236161" y="165557"/>
                </a:lnTo>
                <a:lnTo>
                  <a:pt x="236161" y="169248"/>
                </a:lnTo>
                <a:lnTo>
                  <a:pt x="237137" y="169248"/>
                </a:lnTo>
                <a:lnTo>
                  <a:pt x="237137" y="165557"/>
                </a:lnTo>
                <a:lnTo>
                  <a:pt x="243209" y="165557"/>
                </a:lnTo>
                <a:lnTo>
                  <a:pt x="243209" y="169248"/>
                </a:lnTo>
                <a:lnTo>
                  <a:pt x="244198" y="169248"/>
                </a:lnTo>
                <a:lnTo>
                  <a:pt x="244198" y="165557"/>
                </a:lnTo>
                <a:lnTo>
                  <a:pt x="250270" y="165557"/>
                </a:lnTo>
                <a:lnTo>
                  <a:pt x="250270" y="169248"/>
                </a:lnTo>
                <a:lnTo>
                  <a:pt x="251246" y="169248"/>
                </a:lnTo>
                <a:lnTo>
                  <a:pt x="251246" y="165557"/>
                </a:lnTo>
                <a:lnTo>
                  <a:pt x="257318" y="165557"/>
                </a:lnTo>
                <a:lnTo>
                  <a:pt x="257318" y="169248"/>
                </a:lnTo>
                <a:lnTo>
                  <a:pt x="258306" y="169248"/>
                </a:lnTo>
                <a:lnTo>
                  <a:pt x="258306" y="165557"/>
                </a:lnTo>
                <a:lnTo>
                  <a:pt x="264379" y="165557"/>
                </a:lnTo>
                <a:lnTo>
                  <a:pt x="264379" y="169248"/>
                </a:lnTo>
                <a:lnTo>
                  <a:pt x="265355" y="169248"/>
                </a:lnTo>
                <a:lnTo>
                  <a:pt x="265355" y="165557"/>
                </a:lnTo>
                <a:lnTo>
                  <a:pt x="271427" y="165557"/>
                </a:lnTo>
                <a:lnTo>
                  <a:pt x="271427" y="169248"/>
                </a:lnTo>
                <a:lnTo>
                  <a:pt x="272415" y="169248"/>
                </a:lnTo>
                <a:lnTo>
                  <a:pt x="272415" y="165557"/>
                </a:lnTo>
                <a:lnTo>
                  <a:pt x="278488" y="165557"/>
                </a:lnTo>
                <a:lnTo>
                  <a:pt x="278488" y="169248"/>
                </a:lnTo>
                <a:lnTo>
                  <a:pt x="279464" y="169248"/>
                </a:lnTo>
                <a:lnTo>
                  <a:pt x="279464" y="165557"/>
                </a:lnTo>
                <a:lnTo>
                  <a:pt x="287858" y="165557"/>
                </a:lnTo>
                <a:lnTo>
                  <a:pt x="287858" y="164580"/>
                </a:lnTo>
                <a:lnTo>
                  <a:pt x="279476" y="164580"/>
                </a:lnTo>
                <a:lnTo>
                  <a:pt x="279476" y="158508"/>
                </a:lnTo>
                <a:lnTo>
                  <a:pt x="287870" y="158508"/>
                </a:lnTo>
                <a:lnTo>
                  <a:pt x="287870" y="157520"/>
                </a:lnTo>
                <a:lnTo>
                  <a:pt x="279476" y="157520"/>
                </a:lnTo>
                <a:lnTo>
                  <a:pt x="279476" y="151448"/>
                </a:lnTo>
                <a:lnTo>
                  <a:pt x="287870" y="151448"/>
                </a:lnTo>
                <a:lnTo>
                  <a:pt x="287870" y="150472"/>
                </a:lnTo>
                <a:lnTo>
                  <a:pt x="279476" y="150472"/>
                </a:lnTo>
                <a:lnTo>
                  <a:pt x="279476" y="144399"/>
                </a:lnTo>
                <a:lnTo>
                  <a:pt x="287870" y="144399"/>
                </a:lnTo>
                <a:lnTo>
                  <a:pt x="287870" y="143411"/>
                </a:lnTo>
                <a:lnTo>
                  <a:pt x="279476" y="143411"/>
                </a:lnTo>
                <a:lnTo>
                  <a:pt x="279476" y="137339"/>
                </a:lnTo>
                <a:lnTo>
                  <a:pt x="287870" y="137339"/>
                </a:lnTo>
                <a:lnTo>
                  <a:pt x="287870" y="136363"/>
                </a:lnTo>
                <a:lnTo>
                  <a:pt x="279476" y="136363"/>
                </a:lnTo>
                <a:lnTo>
                  <a:pt x="279476" y="130279"/>
                </a:lnTo>
                <a:lnTo>
                  <a:pt x="287870" y="130279"/>
                </a:lnTo>
                <a:lnTo>
                  <a:pt x="287870" y="129302"/>
                </a:lnTo>
                <a:lnTo>
                  <a:pt x="279476" y="129302"/>
                </a:lnTo>
                <a:lnTo>
                  <a:pt x="279476" y="123230"/>
                </a:lnTo>
                <a:lnTo>
                  <a:pt x="287870" y="123230"/>
                </a:lnTo>
                <a:lnTo>
                  <a:pt x="287870" y="122254"/>
                </a:lnTo>
                <a:lnTo>
                  <a:pt x="279476" y="122254"/>
                </a:lnTo>
                <a:lnTo>
                  <a:pt x="279476" y="116182"/>
                </a:lnTo>
                <a:lnTo>
                  <a:pt x="287870" y="116182"/>
                </a:lnTo>
                <a:lnTo>
                  <a:pt x="287870" y="115193"/>
                </a:lnTo>
                <a:lnTo>
                  <a:pt x="279476" y="115193"/>
                </a:lnTo>
                <a:lnTo>
                  <a:pt x="279476" y="109121"/>
                </a:lnTo>
                <a:lnTo>
                  <a:pt x="287870" y="109121"/>
                </a:lnTo>
                <a:lnTo>
                  <a:pt x="287870" y="108145"/>
                </a:lnTo>
                <a:lnTo>
                  <a:pt x="279476" y="108145"/>
                </a:lnTo>
                <a:lnTo>
                  <a:pt x="279476" y="102061"/>
                </a:lnTo>
                <a:lnTo>
                  <a:pt x="287870" y="102061"/>
                </a:lnTo>
                <a:lnTo>
                  <a:pt x="287870" y="101085"/>
                </a:lnTo>
                <a:lnTo>
                  <a:pt x="279476" y="101085"/>
                </a:lnTo>
                <a:lnTo>
                  <a:pt x="279476" y="95012"/>
                </a:lnTo>
                <a:lnTo>
                  <a:pt x="287870" y="95012"/>
                </a:lnTo>
                <a:lnTo>
                  <a:pt x="287870" y="94024"/>
                </a:lnTo>
                <a:lnTo>
                  <a:pt x="279476" y="94024"/>
                </a:lnTo>
                <a:lnTo>
                  <a:pt x="279476" y="87952"/>
                </a:lnTo>
                <a:lnTo>
                  <a:pt x="287870" y="87952"/>
                </a:lnTo>
                <a:lnTo>
                  <a:pt x="287870" y="86976"/>
                </a:lnTo>
                <a:lnTo>
                  <a:pt x="279476" y="86976"/>
                </a:lnTo>
                <a:lnTo>
                  <a:pt x="279476" y="80903"/>
                </a:lnTo>
                <a:lnTo>
                  <a:pt x="287870" y="80903"/>
                </a:lnTo>
                <a:lnTo>
                  <a:pt x="287870" y="79927"/>
                </a:lnTo>
                <a:lnTo>
                  <a:pt x="279476" y="79927"/>
                </a:lnTo>
                <a:lnTo>
                  <a:pt x="279476" y="73843"/>
                </a:lnTo>
                <a:lnTo>
                  <a:pt x="287870" y="73843"/>
                </a:lnTo>
                <a:lnTo>
                  <a:pt x="287870" y="72867"/>
                </a:lnTo>
                <a:lnTo>
                  <a:pt x="279476" y="72867"/>
                </a:lnTo>
                <a:lnTo>
                  <a:pt x="279476" y="66783"/>
                </a:lnTo>
                <a:lnTo>
                  <a:pt x="287870" y="66783"/>
                </a:lnTo>
                <a:lnTo>
                  <a:pt x="287870" y="65806"/>
                </a:lnTo>
                <a:lnTo>
                  <a:pt x="279476" y="65806"/>
                </a:lnTo>
                <a:lnTo>
                  <a:pt x="279476" y="59734"/>
                </a:lnTo>
                <a:lnTo>
                  <a:pt x="287870" y="59734"/>
                </a:lnTo>
                <a:lnTo>
                  <a:pt x="287870" y="58746"/>
                </a:lnTo>
                <a:lnTo>
                  <a:pt x="279476" y="58746"/>
                </a:lnTo>
                <a:lnTo>
                  <a:pt x="279476" y="52674"/>
                </a:lnTo>
                <a:lnTo>
                  <a:pt x="287870" y="52674"/>
                </a:lnTo>
                <a:lnTo>
                  <a:pt x="287870" y="51697"/>
                </a:lnTo>
                <a:lnTo>
                  <a:pt x="279476" y="51697"/>
                </a:lnTo>
                <a:lnTo>
                  <a:pt x="279476" y="45625"/>
                </a:lnTo>
                <a:lnTo>
                  <a:pt x="287870" y="45625"/>
                </a:lnTo>
                <a:lnTo>
                  <a:pt x="287870" y="44637"/>
                </a:lnTo>
                <a:lnTo>
                  <a:pt x="279476" y="44637"/>
                </a:lnTo>
                <a:lnTo>
                  <a:pt x="279476" y="38565"/>
                </a:lnTo>
                <a:lnTo>
                  <a:pt x="287870" y="38565"/>
                </a:lnTo>
                <a:lnTo>
                  <a:pt x="287870" y="37589"/>
                </a:lnTo>
                <a:lnTo>
                  <a:pt x="279476" y="37589"/>
                </a:lnTo>
                <a:lnTo>
                  <a:pt x="279476" y="31516"/>
                </a:lnTo>
                <a:lnTo>
                  <a:pt x="287870" y="31516"/>
                </a:lnTo>
                <a:lnTo>
                  <a:pt x="287870" y="30528"/>
                </a:lnTo>
                <a:lnTo>
                  <a:pt x="279476" y="30528"/>
                </a:lnTo>
                <a:lnTo>
                  <a:pt x="279476" y="24456"/>
                </a:lnTo>
                <a:lnTo>
                  <a:pt x="287870" y="24456"/>
                </a:lnTo>
                <a:lnTo>
                  <a:pt x="287870" y="23480"/>
                </a:lnTo>
                <a:lnTo>
                  <a:pt x="279476" y="23480"/>
                </a:lnTo>
                <a:lnTo>
                  <a:pt x="279476" y="17408"/>
                </a:lnTo>
                <a:lnTo>
                  <a:pt x="287870" y="17408"/>
                </a:lnTo>
                <a:lnTo>
                  <a:pt x="287870" y="16419"/>
                </a:lnTo>
                <a:lnTo>
                  <a:pt x="279476" y="16419"/>
                </a:lnTo>
                <a:lnTo>
                  <a:pt x="279476" y="10347"/>
                </a:lnTo>
                <a:lnTo>
                  <a:pt x="287870" y="10347"/>
                </a:lnTo>
                <a:lnTo>
                  <a:pt x="287870" y="9371"/>
                </a:lnTo>
                <a:lnTo>
                  <a:pt x="279476" y="9371"/>
                </a:lnTo>
                <a:lnTo>
                  <a:pt x="279476" y="3287"/>
                </a:lnTo>
                <a:lnTo>
                  <a:pt x="287870" y="3287"/>
                </a:lnTo>
                <a:lnTo>
                  <a:pt x="287870" y="2310"/>
                </a:lnTo>
                <a:lnTo>
                  <a:pt x="279476" y="2310"/>
                </a:lnTo>
                <a:lnTo>
                  <a:pt x="279476" y="1"/>
                </a:lnTo>
                <a:lnTo>
                  <a:pt x="278488" y="1"/>
                </a:lnTo>
                <a:lnTo>
                  <a:pt x="278488" y="2310"/>
                </a:lnTo>
                <a:lnTo>
                  <a:pt x="272415" y="2310"/>
                </a:lnTo>
                <a:lnTo>
                  <a:pt x="272415" y="1"/>
                </a:lnTo>
                <a:lnTo>
                  <a:pt x="271439" y="1"/>
                </a:lnTo>
                <a:lnTo>
                  <a:pt x="271439" y="2310"/>
                </a:lnTo>
                <a:lnTo>
                  <a:pt x="265367" y="2310"/>
                </a:lnTo>
                <a:lnTo>
                  <a:pt x="265367" y="1"/>
                </a:lnTo>
                <a:lnTo>
                  <a:pt x="264379" y="1"/>
                </a:lnTo>
                <a:lnTo>
                  <a:pt x="264379" y="2310"/>
                </a:lnTo>
                <a:lnTo>
                  <a:pt x="258306" y="2310"/>
                </a:lnTo>
                <a:lnTo>
                  <a:pt x="258306" y="1"/>
                </a:lnTo>
                <a:lnTo>
                  <a:pt x="257330" y="1"/>
                </a:lnTo>
                <a:lnTo>
                  <a:pt x="257330" y="2310"/>
                </a:lnTo>
                <a:lnTo>
                  <a:pt x="251258" y="2310"/>
                </a:lnTo>
                <a:lnTo>
                  <a:pt x="251258" y="1"/>
                </a:lnTo>
                <a:lnTo>
                  <a:pt x="250270" y="1"/>
                </a:lnTo>
                <a:lnTo>
                  <a:pt x="250270" y="2310"/>
                </a:lnTo>
                <a:lnTo>
                  <a:pt x="244198" y="2310"/>
                </a:lnTo>
                <a:lnTo>
                  <a:pt x="244198" y="1"/>
                </a:lnTo>
                <a:lnTo>
                  <a:pt x="243221" y="1"/>
                </a:lnTo>
                <a:lnTo>
                  <a:pt x="243221" y="2310"/>
                </a:lnTo>
                <a:lnTo>
                  <a:pt x="237137" y="2310"/>
                </a:lnTo>
                <a:lnTo>
                  <a:pt x="237137" y="1"/>
                </a:lnTo>
                <a:lnTo>
                  <a:pt x="236161" y="1"/>
                </a:lnTo>
                <a:lnTo>
                  <a:pt x="236161" y="2310"/>
                </a:lnTo>
                <a:lnTo>
                  <a:pt x="230089" y="2310"/>
                </a:lnTo>
                <a:lnTo>
                  <a:pt x="230089" y="1"/>
                </a:lnTo>
                <a:lnTo>
                  <a:pt x="229100" y="1"/>
                </a:lnTo>
                <a:lnTo>
                  <a:pt x="229100" y="2310"/>
                </a:lnTo>
                <a:lnTo>
                  <a:pt x="223028" y="2310"/>
                </a:lnTo>
                <a:lnTo>
                  <a:pt x="223028" y="1"/>
                </a:lnTo>
                <a:lnTo>
                  <a:pt x="222052" y="1"/>
                </a:lnTo>
                <a:lnTo>
                  <a:pt x="222052" y="2310"/>
                </a:lnTo>
                <a:lnTo>
                  <a:pt x="215980" y="2310"/>
                </a:lnTo>
                <a:lnTo>
                  <a:pt x="215980" y="1"/>
                </a:lnTo>
                <a:lnTo>
                  <a:pt x="214992" y="1"/>
                </a:lnTo>
                <a:lnTo>
                  <a:pt x="214992" y="2310"/>
                </a:lnTo>
                <a:lnTo>
                  <a:pt x="208919" y="2310"/>
                </a:lnTo>
                <a:lnTo>
                  <a:pt x="208919" y="1"/>
                </a:lnTo>
                <a:lnTo>
                  <a:pt x="207943" y="1"/>
                </a:lnTo>
                <a:lnTo>
                  <a:pt x="207943" y="2310"/>
                </a:lnTo>
                <a:lnTo>
                  <a:pt x="201871" y="2310"/>
                </a:lnTo>
                <a:lnTo>
                  <a:pt x="201871" y="1"/>
                </a:lnTo>
                <a:lnTo>
                  <a:pt x="200883" y="1"/>
                </a:lnTo>
                <a:lnTo>
                  <a:pt x="200883" y="2310"/>
                </a:lnTo>
                <a:lnTo>
                  <a:pt x="194810" y="2310"/>
                </a:lnTo>
                <a:lnTo>
                  <a:pt x="194810" y="1"/>
                </a:lnTo>
                <a:lnTo>
                  <a:pt x="193834" y="1"/>
                </a:lnTo>
                <a:lnTo>
                  <a:pt x="193834" y="2310"/>
                </a:lnTo>
                <a:lnTo>
                  <a:pt x="187762" y="2310"/>
                </a:lnTo>
                <a:lnTo>
                  <a:pt x="187762" y="1"/>
                </a:lnTo>
                <a:lnTo>
                  <a:pt x="186774" y="1"/>
                </a:lnTo>
                <a:lnTo>
                  <a:pt x="186774" y="2310"/>
                </a:lnTo>
                <a:lnTo>
                  <a:pt x="180702" y="2310"/>
                </a:lnTo>
                <a:lnTo>
                  <a:pt x="180702" y="1"/>
                </a:lnTo>
                <a:lnTo>
                  <a:pt x="179713" y="1"/>
                </a:lnTo>
                <a:lnTo>
                  <a:pt x="179713" y="2310"/>
                </a:lnTo>
                <a:lnTo>
                  <a:pt x="173641" y="2310"/>
                </a:lnTo>
                <a:lnTo>
                  <a:pt x="173641" y="1"/>
                </a:lnTo>
                <a:lnTo>
                  <a:pt x="172665" y="1"/>
                </a:lnTo>
                <a:lnTo>
                  <a:pt x="172665" y="2310"/>
                </a:lnTo>
                <a:lnTo>
                  <a:pt x="166581" y="2310"/>
                </a:lnTo>
                <a:lnTo>
                  <a:pt x="166581" y="1"/>
                </a:lnTo>
                <a:lnTo>
                  <a:pt x="165604" y="1"/>
                </a:lnTo>
                <a:lnTo>
                  <a:pt x="165604" y="2310"/>
                </a:lnTo>
                <a:lnTo>
                  <a:pt x="159532" y="2310"/>
                </a:lnTo>
                <a:lnTo>
                  <a:pt x="159532" y="1"/>
                </a:lnTo>
                <a:lnTo>
                  <a:pt x="158544" y="1"/>
                </a:lnTo>
                <a:lnTo>
                  <a:pt x="158544" y="2310"/>
                </a:lnTo>
                <a:lnTo>
                  <a:pt x="152472" y="2310"/>
                </a:lnTo>
                <a:lnTo>
                  <a:pt x="152472" y="1"/>
                </a:lnTo>
                <a:lnTo>
                  <a:pt x="151495" y="1"/>
                </a:lnTo>
                <a:lnTo>
                  <a:pt x="151495" y="2310"/>
                </a:lnTo>
                <a:lnTo>
                  <a:pt x="145423" y="2310"/>
                </a:lnTo>
                <a:lnTo>
                  <a:pt x="145423" y="1"/>
                </a:lnTo>
                <a:lnTo>
                  <a:pt x="144447" y="1"/>
                </a:lnTo>
                <a:lnTo>
                  <a:pt x="144447" y="2310"/>
                </a:lnTo>
                <a:lnTo>
                  <a:pt x="138375" y="2310"/>
                </a:lnTo>
                <a:lnTo>
                  <a:pt x="138375" y="1"/>
                </a:lnTo>
                <a:lnTo>
                  <a:pt x="137387" y="1"/>
                </a:lnTo>
                <a:lnTo>
                  <a:pt x="137387" y="2310"/>
                </a:lnTo>
                <a:lnTo>
                  <a:pt x="131314" y="2310"/>
                </a:lnTo>
                <a:lnTo>
                  <a:pt x="131314" y="1"/>
                </a:lnTo>
                <a:lnTo>
                  <a:pt x="130338" y="1"/>
                </a:lnTo>
                <a:lnTo>
                  <a:pt x="130338" y="2310"/>
                </a:lnTo>
                <a:lnTo>
                  <a:pt x="124254" y="2310"/>
                </a:lnTo>
                <a:lnTo>
                  <a:pt x="124254" y="1"/>
                </a:lnTo>
                <a:lnTo>
                  <a:pt x="123278" y="1"/>
                </a:lnTo>
                <a:lnTo>
                  <a:pt x="123278" y="2310"/>
                </a:lnTo>
                <a:lnTo>
                  <a:pt x="117205" y="2310"/>
                </a:lnTo>
                <a:lnTo>
                  <a:pt x="117205" y="1"/>
                </a:lnTo>
                <a:lnTo>
                  <a:pt x="116217" y="1"/>
                </a:lnTo>
                <a:lnTo>
                  <a:pt x="116217" y="2310"/>
                </a:lnTo>
                <a:lnTo>
                  <a:pt x="110157" y="2310"/>
                </a:lnTo>
                <a:lnTo>
                  <a:pt x="110157" y="1"/>
                </a:lnTo>
                <a:lnTo>
                  <a:pt x="109169" y="1"/>
                </a:lnTo>
                <a:lnTo>
                  <a:pt x="109169" y="2310"/>
                </a:lnTo>
                <a:lnTo>
                  <a:pt x="103097" y="2310"/>
                </a:lnTo>
                <a:lnTo>
                  <a:pt x="103097" y="1"/>
                </a:lnTo>
                <a:lnTo>
                  <a:pt x="102120" y="1"/>
                </a:lnTo>
                <a:lnTo>
                  <a:pt x="102120" y="2310"/>
                </a:lnTo>
                <a:lnTo>
                  <a:pt x="96036" y="2310"/>
                </a:lnTo>
                <a:lnTo>
                  <a:pt x="96036" y="1"/>
                </a:lnTo>
                <a:lnTo>
                  <a:pt x="95060" y="1"/>
                </a:lnTo>
                <a:lnTo>
                  <a:pt x="95060" y="2310"/>
                </a:lnTo>
                <a:lnTo>
                  <a:pt x="88988" y="2310"/>
                </a:lnTo>
                <a:lnTo>
                  <a:pt x="88988" y="1"/>
                </a:lnTo>
                <a:lnTo>
                  <a:pt x="87999" y="1"/>
                </a:lnTo>
                <a:lnTo>
                  <a:pt x="87999" y="2310"/>
                </a:lnTo>
                <a:lnTo>
                  <a:pt x="81927" y="2310"/>
                </a:lnTo>
                <a:lnTo>
                  <a:pt x="81927" y="1"/>
                </a:lnTo>
                <a:lnTo>
                  <a:pt x="80951" y="1"/>
                </a:lnTo>
                <a:lnTo>
                  <a:pt x="80951" y="2310"/>
                </a:lnTo>
                <a:lnTo>
                  <a:pt x="74879" y="2310"/>
                </a:lnTo>
                <a:lnTo>
                  <a:pt x="74879" y="1"/>
                </a:lnTo>
                <a:lnTo>
                  <a:pt x="73902" y="1"/>
                </a:lnTo>
                <a:lnTo>
                  <a:pt x="73902" y="2310"/>
                </a:lnTo>
                <a:lnTo>
                  <a:pt x="67818" y="2310"/>
                </a:lnTo>
                <a:lnTo>
                  <a:pt x="67818" y="1"/>
                </a:lnTo>
                <a:lnTo>
                  <a:pt x="66842" y="1"/>
                </a:lnTo>
                <a:lnTo>
                  <a:pt x="66842" y="2310"/>
                </a:lnTo>
                <a:lnTo>
                  <a:pt x="60758" y="2310"/>
                </a:lnTo>
                <a:lnTo>
                  <a:pt x="60758" y="1"/>
                </a:lnTo>
                <a:lnTo>
                  <a:pt x="59782" y="1"/>
                </a:lnTo>
                <a:lnTo>
                  <a:pt x="59782" y="2310"/>
                </a:lnTo>
                <a:lnTo>
                  <a:pt x="53709" y="2310"/>
                </a:lnTo>
                <a:lnTo>
                  <a:pt x="53709" y="1"/>
                </a:lnTo>
                <a:lnTo>
                  <a:pt x="52721" y="1"/>
                </a:lnTo>
                <a:lnTo>
                  <a:pt x="52721" y="2310"/>
                </a:lnTo>
                <a:lnTo>
                  <a:pt x="46649" y="2310"/>
                </a:lnTo>
                <a:lnTo>
                  <a:pt x="46649" y="1"/>
                </a:lnTo>
                <a:lnTo>
                  <a:pt x="45673" y="1"/>
                </a:lnTo>
                <a:lnTo>
                  <a:pt x="45673" y="2310"/>
                </a:lnTo>
                <a:lnTo>
                  <a:pt x="39601" y="2310"/>
                </a:lnTo>
                <a:lnTo>
                  <a:pt x="39601" y="1"/>
                </a:lnTo>
                <a:lnTo>
                  <a:pt x="38612" y="1"/>
                </a:lnTo>
                <a:lnTo>
                  <a:pt x="38612" y="2310"/>
                </a:lnTo>
                <a:lnTo>
                  <a:pt x="32540" y="2310"/>
                </a:lnTo>
                <a:lnTo>
                  <a:pt x="32540" y="1"/>
                </a:lnTo>
                <a:lnTo>
                  <a:pt x="31564" y="1"/>
                </a:lnTo>
                <a:lnTo>
                  <a:pt x="31564" y="2310"/>
                </a:lnTo>
                <a:lnTo>
                  <a:pt x="25492" y="2310"/>
                </a:lnTo>
                <a:lnTo>
                  <a:pt x="25492" y="1"/>
                </a:lnTo>
                <a:lnTo>
                  <a:pt x="24503" y="1"/>
                </a:lnTo>
                <a:lnTo>
                  <a:pt x="24503" y="2310"/>
                </a:lnTo>
                <a:lnTo>
                  <a:pt x="18431" y="2310"/>
                </a:lnTo>
                <a:lnTo>
                  <a:pt x="18431" y="1"/>
                </a:lnTo>
                <a:lnTo>
                  <a:pt x="17455" y="1"/>
                </a:lnTo>
                <a:lnTo>
                  <a:pt x="17455" y="2310"/>
                </a:lnTo>
                <a:lnTo>
                  <a:pt x="11371" y="2310"/>
                </a:lnTo>
                <a:lnTo>
                  <a:pt x="1137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8"/>
          <p:cNvSpPr txBox="1">
            <a:spLocks noGrp="1"/>
          </p:cNvSpPr>
          <p:nvPr>
            <p:ph type="title"/>
          </p:nvPr>
        </p:nvSpPr>
        <p:spPr>
          <a:xfrm>
            <a:off x="1618050" y="790950"/>
            <a:ext cx="59079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96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grpSp>
        <p:nvGrpSpPr>
          <p:cNvPr id="740" name="Google Shape;740;p8"/>
          <p:cNvGrpSpPr/>
          <p:nvPr/>
        </p:nvGrpSpPr>
        <p:grpSpPr>
          <a:xfrm>
            <a:off x="64228" y="98137"/>
            <a:ext cx="9081593" cy="5138297"/>
            <a:chOff x="64228" y="98137"/>
            <a:chExt cx="9081593" cy="5138297"/>
          </a:xfrm>
        </p:grpSpPr>
        <p:grpSp>
          <p:nvGrpSpPr>
            <p:cNvPr id="741" name="Google Shape;741;p8"/>
            <p:cNvGrpSpPr/>
            <p:nvPr/>
          </p:nvGrpSpPr>
          <p:grpSpPr>
            <a:xfrm>
              <a:off x="8727034" y="1413481"/>
              <a:ext cx="356308" cy="212146"/>
              <a:chOff x="5852753" y="-1422679"/>
              <a:chExt cx="195881" cy="116634"/>
            </a:xfrm>
          </p:grpSpPr>
          <p:sp>
            <p:nvSpPr>
              <p:cNvPr id="742" name="Google Shape;742;p8"/>
              <p:cNvSpPr/>
              <p:nvPr/>
            </p:nvSpPr>
            <p:spPr>
              <a:xfrm>
                <a:off x="5852753" y="-1420330"/>
                <a:ext cx="195881" cy="111615"/>
              </a:xfrm>
              <a:custGeom>
                <a:avLst/>
                <a:gdLst/>
                <a:ahLst/>
                <a:cxnLst/>
                <a:rect l="l" t="t" r="r" b="b"/>
                <a:pathLst>
                  <a:path w="6088" h="3469" extrusionOk="0">
                    <a:moveTo>
                      <a:pt x="3696" y="1"/>
                    </a:moveTo>
                    <a:cubicBezTo>
                      <a:pt x="3413" y="1"/>
                      <a:pt x="3163" y="158"/>
                      <a:pt x="2991" y="365"/>
                    </a:cubicBezTo>
                    <a:lnTo>
                      <a:pt x="2991" y="365"/>
                    </a:lnTo>
                    <a:cubicBezTo>
                      <a:pt x="2876" y="273"/>
                      <a:pt x="2725" y="190"/>
                      <a:pt x="2533" y="128"/>
                    </a:cubicBezTo>
                    <a:cubicBezTo>
                      <a:pt x="2372" y="75"/>
                      <a:pt x="2237" y="52"/>
                      <a:pt x="2122" y="52"/>
                    </a:cubicBezTo>
                    <a:cubicBezTo>
                      <a:pt x="1407" y="52"/>
                      <a:pt x="1530" y="951"/>
                      <a:pt x="1530" y="951"/>
                    </a:cubicBezTo>
                    <a:cubicBezTo>
                      <a:pt x="1457" y="907"/>
                      <a:pt x="1378" y="886"/>
                      <a:pt x="1298" y="886"/>
                    </a:cubicBezTo>
                    <a:cubicBezTo>
                      <a:pt x="694" y="886"/>
                      <a:pt x="1" y="2034"/>
                      <a:pt x="790" y="2617"/>
                    </a:cubicBezTo>
                    <a:cubicBezTo>
                      <a:pt x="1039" y="2800"/>
                      <a:pt x="1275" y="2883"/>
                      <a:pt x="1477" y="2895"/>
                    </a:cubicBezTo>
                    <a:lnTo>
                      <a:pt x="1477" y="2895"/>
                    </a:lnTo>
                    <a:cubicBezTo>
                      <a:pt x="1545" y="3200"/>
                      <a:pt x="1763" y="3463"/>
                      <a:pt x="2224" y="3468"/>
                    </a:cubicBezTo>
                    <a:cubicBezTo>
                      <a:pt x="2242" y="3468"/>
                      <a:pt x="2259" y="3468"/>
                      <a:pt x="2276" y="3468"/>
                    </a:cubicBezTo>
                    <a:cubicBezTo>
                      <a:pt x="2909" y="3468"/>
                      <a:pt x="3333" y="3322"/>
                      <a:pt x="3571" y="3105"/>
                    </a:cubicBezTo>
                    <a:lnTo>
                      <a:pt x="3571" y="3105"/>
                    </a:lnTo>
                    <a:cubicBezTo>
                      <a:pt x="3621" y="3172"/>
                      <a:pt x="3683" y="3237"/>
                      <a:pt x="3760" y="3298"/>
                    </a:cubicBezTo>
                    <a:cubicBezTo>
                      <a:pt x="3866" y="3382"/>
                      <a:pt x="3994" y="3419"/>
                      <a:pt x="4133" y="3419"/>
                    </a:cubicBezTo>
                    <a:cubicBezTo>
                      <a:pt x="4932" y="3419"/>
                      <a:pt x="6088" y="2177"/>
                      <a:pt x="5404" y="1457"/>
                    </a:cubicBezTo>
                    <a:cubicBezTo>
                      <a:pt x="5215" y="1258"/>
                      <a:pt x="5015" y="1183"/>
                      <a:pt x="4827" y="1183"/>
                    </a:cubicBezTo>
                    <a:cubicBezTo>
                      <a:pt x="4806" y="1183"/>
                      <a:pt x="4786" y="1184"/>
                      <a:pt x="4765" y="1185"/>
                    </a:cubicBezTo>
                    <a:lnTo>
                      <a:pt x="4765" y="1185"/>
                    </a:lnTo>
                    <a:cubicBezTo>
                      <a:pt x="4773" y="830"/>
                      <a:pt x="4595" y="421"/>
                      <a:pt x="4155" y="143"/>
                    </a:cubicBezTo>
                    <a:cubicBezTo>
                      <a:pt x="3998" y="43"/>
                      <a:pt x="3843" y="1"/>
                      <a:pt x="36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8"/>
              <p:cNvSpPr/>
              <p:nvPr/>
            </p:nvSpPr>
            <p:spPr>
              <a:xfrm>
                <a:off x="5861505" y="-1422679"/>
                <a:ext cx="176673" cy="116634"/>
              </a:xfrm>
              <a:custGeom>
                <a:avLst/>
                <a:gdLst/>
                <a:ahLst/>
                <a:cxnLst/>
                <a:rect l="l" t="t" r="r" b="b"/>
                <a:pathLst>
                  <a:path w="5491" h="3625" extrusionOk="0">
                    <a:moveTo>
                      <a:pt x="2733" y="558"/>
                    </a:moveTo>
                    <a:cubicBezTo>
                      <a:pt x="2952" y="768"/>
                      <a:pt x="2995" y="1015"/>
                      <a:pt x="2936" y="1178"/>
                    </a:cubicBezTo>
                    <a:cubicBezTo>
                      <a:pt x="2906" y="1264"/>
                      <a:pt x="2852" y="1311"/>
                      <a:pt x="2788" y="1311"/>
                    </a:cubicBezTo>
                    <a:cubicBezTo>
                      <a:pt x="2749" y="1311"/>
                      <a:pt x="2705" y="1293"/>
                      <a:pt x="2662" y="1255"/>
                    </a:cubicBezTo>
                    <a:cubicBezTo>
                      <a:pt x="2508" y="1129"/>
                      <a:pt x="2542" y="827"/>
                      <a:pt x="2733" y="558"/>
                    </a:cubicBezTo>
                    <a:close/>
                    <a:moveTo>
                      <a:pt x="4404" y="1354"/>
                    </a:moveTo>
                    <a:lnTo>
                      <a:pt x="4404" y="1354"/>
                    </a:lnTo>
                    <a:cubicBezTo>
                      <a:pt x="4367" y="1650"/>
                      <a:pt x="4185" y="1872"/>
                      <a:pt x="3945" y="1906"/>
                    </a:cubicBezTo>
                    <a:cubicBezTo>
                      <a:pt x="3929" y="1906"/>
                      <a:pt x="3917" y="1909"/>
                      <a:pt x="3902" y="1909"/>
                    </a:cubicBezTo>
                    <a:cubicBezTo>
                      <a:pt x="3837" y="1909"/>
                      <a:pt x="3837" y="1888"/>
                      <a:pt x="3837" y="1869"/>
                    </a:cubicBezTo>
                    <a:cubicBezTo>
                      <a:pt x="3831" y="1746"/>
                      <a:pt x="4068" y="1431"/>
                      <a:pt x="4404" y="1354"/>
                    </a:cubicBezTo>
                    <a:close/>
                    <a:moveTo>
                      <a:pt x="1527" y="2125"/>
                    </a:moveTo>
                    <a:cubicBezTo>
                      <a:pt x="1570" y="2125"/>
                      <a:pt x="1610" y="2162"/>
                      <a:pt x="1635" y="2196"/>
                    </a:cubicBezTo>
                    <a:cubicBezTo>
                      <a:pt x="1755" y="2347"/>
                      <a:pt x="1783" y="2511"/>
                      <a:pt x="1718" y="2646"/>
                    </a:cubicBezTo>
                    <a:cubicBezTo>
                      <a:pt x="1647" y="2795"/>
                      <a:pt x="1477" y="2884"/>
                      <a:pt x="1274" y="2890"/>
                    </a:cubicBezTo>
                    <a:cubicBezTo>
                      <a:pt x="1231" y="2619"/>
                      <a:pt x="1308" y="2332"/>
                      <a:pt x="1416" y="2199"/>
                    </a:cubicBezTo>
                    <a:cubicBezTo>
                      <a:pt x="1440" y="2159"/>
                      <a:pt x="1481" y="2131"/>
                      <a:pt x="1527" y="2125"/>
                    </a:cubicBezTo>
                    <a:close/>
                    <a:moveTo>
                      <a:pt x="3350" y="2350"/>
                    </a:moveTo>
                    <a:cubicBezTo>
                      <a:pt x="3362" y="2350"/>
                      <a:pt x="3396" y="2384"/>
                      <a:pt x="3424" y="2468"/>
                    </a:cubicBezTo>
                    <a:cubicBezTo>
                      <a:pt x="3491" y="2668"/>
                      <a:pt x="3448" y="2890"/>
                      <a:pt x="3313" y="3051"/>
                    </a:cubicBezTo>
                    <a:cubicBezTo>
                      <a:pt x="3183" y="2825"/>
                      <a:pt x="3195" y="2582"/>
                      <a:pt x="3266" y="2440"/>
                    </a:cubicBezTo>
                    <a:cubicBezTo>
                      <a:pt x="3297" y="2375"/>
                      <a:pt x="3334" y="2350"/>
                      <a:pt x="3350" y="2350"/>
                    </a:cubicBezTo>
                    <a:close/>
                    <a:moveTo>
                      <a:pt x="3426" y="160"/>
                    </a:moveTo>
                    <a:cubicBezTo>
                      <a:pt x="3566" y="160"/>
                      <a:pt x="3707" y="201"/>
                      <a:pt x="3840" y="287"/>
                    </a:cubicBezTo>
                    <a:cubicBezTo>
                      <a:pt x="4185" y="503"/>
                      <a:pt x="4395" y="836"/>
                      <a:pt x="4411" y="1191"/>
                    </a:cubicBezTo>
                    <a:cubicBezTo>
                      <a:pt x="3994" y="1265"/>
                      <a:pt x="3667" y="1650"/>
                      <a:pt x="3677" y="1878"/>
                    </a:cubicBezTo>
                    <a:cubicBezTo>
                      <a:pt x="3679" y="1969"/>
                      <a:pt x="3738" y="2069"/>
                      <a:pt x="3899" y="2069"/>
                    </a:cubicBezTo>
                    <a:cubicBezTo>
                      <a:pt x="3920" y="2069"/>
                      <a:pt x="3942" y="2067"/>
                      <a:pt x="3966" y="2064"/>
                    </a:cubicBezTo>
                    <a:cubicBezTo>
                      <a:pt x="4293" y="2020"/>
                      <a:pt x="4534" y="1727"/>
                      <a:pt x="4571" y="1339"/>
                    </a:cubicBezTo>
                    <a:cubicBezTo>
                      <a:pt x="4753" y="1342"/>
                      <a:pt x="4920" y="1428"/>
                      <a:pt x="5074" y="1589"/>
                    </a:cubicBezTo>
                    <a:cubicBezTo>
                      <a:pt x="5336" y="1863"/>
                      <a:pt x="5274" y="2190"/>
                      <a:pt x="5176" y="2418"/>
                    </a:cubicBezTo>
                    <a:cubicBezTo>
                      <a:pt x="4953" y="2939"/>
                      <a:pt x="4327" y="3414"/>
                      <a:pt x="3862" y="3414"/>
                    </a:cubicBezTo>
                    <a:cubicBezTo>
                      <a:pt x="3857" y="3415"/>
                      <a:pt x="3853" y="3415"/>
                      <a:pt x="3848" y="3415"/>
                    </a:cubicBezTo>
                    <a:cubicBezTo>
                      <a:pt x="3736" y="3415"/>
                      <a:pt x="3627" y="3378"/>
                      <a:pt x="3541" y="3310"/>
                    </a:cubicBezTo>
                    <a:cubicBezTo>
                      <a:pt x="3491" y="3273"/>
                      <a:pt x="3448" y="3232"/>
                      <a:pt x="3408" y="3186"/>
                    </a:cubicBezTo>
                    <a:cubicBezTo>
                      <a:pt x="3603" y="2983"/>
                      <a:pt x="3667" y="2687"/>
                      <a:pt x="3578" y="2421"/>
                    </a:cubicBezTo>
                    <a:cubicBezTo>
                      <a:pt x="3513" y="2218"/>
                      <a:pt x="3408" y="2190"/>
                      <a:pt x="3350" y="2190"/>
                    </a:cubicBezTo>
                    <a:cubicBezTo>
                      <a:pt x="3260" y="2190"/>
                      <a:pt x="3177" y="2255"/>
                      <a:pt x="3121" y="2366"/>
                    </a:cubicBezTo>
                    <a:cubicBezTo>
                      <a:pt x="3023" y="2563"/>
                      <a:pt x="3010" y="2878"/>
                      <a:pt x="3192" y="3165"/>
                    </a:cubicBezTo>
                    <a:cubicBezTo>
                      <a:pt x="3001" y="3306"/>
                      <a:pt x="2649" y="3461"/>
                      <a:pt x="1999" y="3461"/>
                    </a:cubicBezTo>
                    <a:lnTo>
                      <a:pt x="1956" y="3461"/>
                    </a:lnTo>
                    <a:cubicBezTo>
                      <a:pt x="1558" y="3458"/>
                      <a:pt x="1385" y="3254"/>
                      <a:pt x="1314" y="3051"/>
                    </a:cubicBezTo>
                    <a:cubicBezTo>
                      <a:pt x="1564" y="3035"/>
                      <a:pt x="1767" y="2915"/>
                      <a:pt x="1863" y="2720"/>
                    </a:cubicBezTo>
                    <a:cubicBezTo>
                      <a:pt x="1959" y="2523"/>
                      <a:pt x="1922" y="2298"/>
                      <a:pt x="1761" y="2097"/>
                    </a:cubicBezTo>
                    <a:cubicBezTo>
                      <a:pt x="1675" y="1986"/>
                      <a:pt x="1585" y="1965"/>
                      <a:pt x="1527" y="1965"/>
                    </a:cubicBezTo>
                    <a:cubicBezTo>
                      <a:pt x="1444" y="1965"/>
                      <a:pt x="1360" y="2011"/>
                      <a:pt x="1289" y="2097"/>
                    </a:cubicBezTo>
                    <a:cubicBezTo>
                      <a:pt x="1147" y="2276"/>
                      <a:pt x="1076" y="2594"/>
                      <a:pt x="1107" y="2878"/>
                    </a:cubicBezTo>
                    <a:cubicBezTo>
                      <a:pt x="913" y="2835"/>
                      <a:pt x="728" y="2751"/>
                      <a:pt x="568" y="2628"/>
                    </a:cubicBezTo>
                    <a:cubicBezTo>
                      <a:pt x="154" y="2320"/>
                      <a:pt x="241" y="1891"/>
                      <a:pt x="296" y="1718"/>
                    </a:cubicBezTo>
                    <a:cubicBezTo>
                      <a:pt x="420" y="1345"/>
                      <a:pt x="746" y="1043"/>
                      <a:pt x="1027" y="1043"/>
                    </a:cubicBezTo>
                    <a:cubicBezTo>
                      <a:pt x="1095" y="1043"/>
                      <a:pt x="1163" y="1061"/>
                      <a:pt x="1218" y="1095"/>
                    </a:cubicBezTo>
                    <a:cubicBezTo>
                      <a:pt x="1232" y="1103"/>
                      <a:pt x="1246" y="1106"/>
                      <a:pt x="1260" y="1106"/>
                    </a:cubicBezTo>
                    <a:cubicBezTo>
                      <a:pt x="1307" y="1106"/>
                      <a:pt x="1349" y="1067"/>
                      <a:pt x="1342" y="1015"/>
                    </a:cubicBezTo>
                    <a:cubicBezTo>
                      <a:pt x="1342" y="1012"/>
                      <a:pt x="1283" y="586"/>
                      <a:pt x="1487" y="355"/>
                    </a:cubicBezTo>
                    <a:cubicBezTo>
                      <a:pt x="1572" y="255"/>
                      <a:pt x="1695" y="205"/>
                      <a:pt x="1853" y="205"/>
                    </a:cubicBezTo>
                    <a:cubicBezTo>
                      <a:pt x="1964" y="205"/>
                      <a:pt x="2092" y="230"/>
                      <a:pt x="2236" y="278"/>
                    </a:cubicBezTo>
                    <a:cubicBezTo>
                      <a:pt x="2369" y="318"/>
                      <a:pt x="2495" y="380"/>
                      <a:pt x="2609" y="457"/>
                    </a:cubicBezTo>
                    <a:cubicBezTo>
                      <a:pt x="2387" y="765"/>
                      <a:pt x="2313" y="1172"/>
                      <a:pt x="2560" y="1382"/>
                    </a:cubicBezTo>
                    <a:cubicBezTo>
                      <a:pt x="2622" y="1437"/>
                      <a:pt x="2705" y="1474"/>
                      <a:pt x="2791" y="1478"/>
                    </a:cubicBezTo>
                    <a:cubicBezTo>
                      <a:pt x="2921" y="1478"/>
                      <a:pt x="3038" y="1382"/>
                      <a:pt x="3091" y="1234"/>
                    </a:cubicBezTo>
                    <a:cubicBezTo>
                      <a:pt x="3168" y="1018"/>
                      <a:pt x="3112" y="694"/>
                      <a:pt x="2835" y="432"/>
                    </a:cubicBezTo>
                    <a:cubicBezTo>
                      <a:pt x="3006" y="255"/>
                      <a:pt x="3214" y="160"/>
                      <a:pt x="3426" y="160"/>
                    </a:cubicBezTo>
                    <a:close/>
                    <a:moveTo>
                      <a:pt x="3431" y="0"/>
                    </a:moveTo>
                    <a:cubicBezTo>
                      <a:pt x="3171" y="0"/>
                      <a:pt x="2915" y="116"/>
                      <a:pt x="2711" y="333"/>
                    </a:cubicBezTo>
                    <a:cubicBezTo>
                      <a:pt x="2582" y="241"/>
                      <a:pt x="2440" y="173"/>
                      <a:pt x="2289" y="124"/>
                    </a:cubicBezTo>
                    <a:cubicBezTo>
                      <a:pt x="2129" y="71"/>
                      <a:pt x="1984" y="45"/>
                      <a:pt x="1856" y="45"/>
                    </a:cubicBezTo>
                    <a:cubicBezTo>
                      <a:pt x="1647" y="45"/>
                      <a:pt x="1482" y="113"/>
                      <a:pt x="1363" y="247"/>
                    </a:cubicBezTo>
                    <a:cubicBezTo>
                      <a:pt x="1194" y="444"/>
                      <a:pt x="1169" y="731"/>
                      <a:pt x="1172" y="901"/>
                    </a:cubicBezTo>
                    <a:cubicBezTo>
                      <a:pt x="1126" y="888"/>
                      <a:pt x="1076" y="882"/>
                      <a:pt x="1027" y="882"/>
                    </a:cubicBezTo>
                    <a:cubicBezTo>
                      <a:pt x="676" y="882"/>
                      <a:pt x="287" y="1228"/>
                      <a:pt x="142" y="1669"/>
                    </a:cubicBezTo>
                    <a:cubicBezTo>
                      <a:pt x="0" y="2104"/>
                      <a:pt x="120" y="2498"/>
                      <a:pt x="472" y="2757"/>
                    </a:cubicBezTo>
                    <a:cubicBezTo>
                      <a:pt x="694" y="2921"/>
                      <a:pt x="922" y="3020"/>
                      <a:pt x="1141" y="3047"/>
                    </a:cubicBezTo>
                    <a:cubicBezTo>
                      <a:pt x="1246" y="3408"/>
                      <a:pt x="1539" y="3621"/>
                      <a:pt x="1952" y="3624"/>
                    </a:cubicBezTo>
                    <a:lnTo>
                      <a:pt x="1999" y="3624"/>
                    </a:lnTo>
                    <a:cubicBezTo>
                      <a:pt x="2563" y="3624"/>
                      <a:pt x="3007" y="3513"/>
                      <a:pt x="3288" y="3297"/>
                    </a:cubicBezTo>
                    <a:cubicBezTo>
                      <a:pt x="3334" y="3347"/>
                      <a:pt x="3384" y="3396"/>
                      <a:pt x="3439" y="3439"/>
                    </a:cubicBezTo>
                    <a:cubicBezTo>
                      <a:pt x="3556" y="3529"/>
                      <a:pt x="3699" y="3578"/>
                      <a:pt x="3848" y="3578"/>
                    </a:cubicBezTo>
                    <a:cubicBezTo>
                      <a:pt x="3853" y="3578"/>
                      <a:pt x="3857" y="3578"/>
                      <a:pt x="3862" y="3578"/>
                    </a:cubicBezTo>
                    <a:cubicBezTo>
                      <a:pt x="4392" y="3578"/>
                      <a:pt x="5077" y="3066"/>
                      <a:pt x="5327" y="2483"/>
                    </a:cubicBezTo>
                    <a:cubicBezTo>
                      <a:pt x="5490" y="2097"/>
                      <a:pt x="5444" y="1743"/>
                      <a:pt x="5191" y="1478"/>
                    </a:cubicBezTo>
                    <a:cubicBezTo>
                      <a:pt x="5009" y="1283"/>
                      <a:pt x="4802" y="1185"/>
                      <a:pt x="4574" y="1178"/>
                    </a:cubicBezTo>
                    <a:cubicBezTo>
                      <a:pt x="4552" y="774"/>
                      <a:pt x="4315" y="395"/>
                      <a:pt x="3929" y="151"/>
                    </a:cubicBezTo>
                    <a:cubicBezTo>
                      <a:pt x="3770" y="49"/>
                      <a:pt x="3600" y="0"/>
                      <a:pt x="34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4" name="Google Shape;744;p8"/>
            <p:cNvSpPr/>
            <p:nvPr/>
          </p:nvSpPr>
          <p:spPr>
            <a:xfrm>
              <a:off x="8454729" y="218609"/>
              <a:ext cx="102917" cy="102663"/>
            </a:xfrm>
            <a:custGeom>
              <a:avLst/>
              <a:gdLst/>
              <a:ahLst/>
              <a:cxnLst/>
              <a:rect l="l" t="t" r="r" b="b"/>
              <a:pathLst>
                <a:path w="1618" h="1614" extrusionOk="0">
                  <a:moveTo>
                    <a:pt x="868" y="1"/>
                  </a:moveTo>
                  <a:cubicBezTo>
                    <a:pt x="821" y="1"/>
                    <a:pt x="784" y="38"/>
                    <a:pt x="784" y="87"/>
                  </a:cubicBezTo>
                  <a:lnTo>
                    <a:pt x="781" y="575"/>
                  </a:lnTo>
                  <a:lnTo>
                    <a:pt x="488" y="266"/>
                  </a:lnTo>
                  <a:cubicBezTo>
                    <a:pt x="470" y="251"/>
                    <a:pt x="451" y="245"/>
                    <a:pt x="432" y="245"/>
                  </a:cubicBezTo>
                  <a:cubicBezTo>
                    <a:pt x="369" y="245"/>
                    <a:pt x="316" y="318"/>
                    <a:pt x="362" y="380"/>
                  </a:cubicBezTo>
                  <a:lnTo>
                    <a:pt x="664" y="701"/>
                  </a:lnTo>
                  <a:lnTo>
                    <a:pt x="115" y="707"/>
                  </a:lnTo>
                  <a:cubicBezTo>
                    <a:pt x="1" y="707"/>
                    <a:pt x="1" y="877"/>
                    <a:pt x="115" y="877"/>
                  </a:cubicBezTo>
                  <a:lnTo>
                    <a:pt x="618" y="874"/>
                  </a:lnTo>
                  <a:lnTo>
                    <a:pt x="229" y="1142"/>
                  </a:lnTo>
                  <a:cubicBezTo>
                    <a:pt x="189" y="1170"/>
                    <a:pt x="180" y="1222"/>
                    <a:pt x="208" y="1262"/>
                  </a:cubicBezTo>
                  <a:cubicBezTo>
                    <a:pt x="225" y="1285"/>
                    <a:pt x="252" y="1298"/>
                    <a:pt x="279" y="1298"/>
                  </a:cubicBezTo>
                  <a:cubicBezTo>
                    <a:pt x="296" y="1298"/>
                    <a:pt x="313" y="1293"/>
                    <a:pt x="328" y="1284"/>
                  </a:cubicBezTo>
                  <a:lnTo>
                    <a:pt x="775" y="969"/>
                  </a:lnTo>
                  <a:lnTo>
                    <a:pt x="775" y="1528"/>
                  </a:lnTo>
                  <a:cubicBezTo>
                    <a:pt x="772" y="1574"/>
                    <a:pt x="812" y="1614"/>
                    <a:pt x="858" y="1614"/>
                  </a:cubicBezTo>
                  <a:cubicBezTo>
                    <a:pt x="905" y="1614"/>
                    <a:pt x="945" y="1574"/>
                    <a:pt x="945" y="1528"/>
                  </a:cubicBezTo>
                  <a:lnTo>
                    <a:pt x="948" y="1000"/>
                  </a:lnTo>
                  <a:lnTo>
                    <a:pt x="1259" y="1333"/>
                  </a:lnTo>
                  <a:cubicBezTo>
                    <a:pt x="1278" y="1353"/>
                    <a:pt x="1300" y="1361"/>
                    <a:pt x="1321" y="1361"/>
                  </a:cubicBezTo>
                  <a:cubicBezTo>
                    <a:pt x="1387" y="1361"/>
                    <a:pt x="1444" y="1277"/>
                    <a:pt x="1386" y="1213"/>
                  </a:cubicBezTo>
                  <a:lnTo>
                    <a:pt x="1059" y="868"/>
                  </a:lnTo>
                  <a:lnTo>
                    <a:pt x="1503" y="865"/>
                  </a:lnTo>
                  <a:cubicBezTo>
                    <a:pt x="1617" y="861"/>
                    <a:pt x="1617" y="692"/>
                    <a:pt x="1503" y="692"/>
                  </a:cubicBezTo>
                  <a:lnTo>
                    <a:pt x="1173" y="695"/>
                  </a:lnTo>
                  <a:lnTo>
                    <a:pt x="1518" y="454"/>
                  </a:lnTo>
                  <a:cubicBezTo>
                    <a:pt x="1597" y="401"/>
                    <a:pt x="1544" y="296"/>
                    <a:pt x="1472" y="296"/>
                  </a:cubicBezTo>
                  <a:cubicBezTo>
                    <a:pt x="1456" y="296"/>
                    <a:pt x="1439" y="301"/>
                    <a:pt x="1423" y="312"/>
                  </a:cubicBezTo>
                  <a:lnTo>
                    <a:pt x="951" y="639"/>
                  </a:lnTo>
                  <a:lnTo>
                    <a:pt x="954" y="87"/>
                  </a:lnTo>
                  <a:cubicBezTo>
                    <a:pt x="954" y="41"/>
                    <a:pt x="917" y="1"/>
                    <a:pt x="868"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8"/>
            <p:cNvSpPr/>
            <p:nvPr/>
          </p:nvSpPr>
          <p:spPr>
            <a:xfrm>
              <a:off x="8812877" y="179637"/>
              <a:ext cx="184623" cy="198973"/>
            </a:xfrm>
            <a:custGeom>
              <a:avLst/>
              <a:gdLst/>
              <a:ahLst/>
              <a:cxnLst/>
              <a:rect l="l" t="t" r="r" b="b"/>
              <a:pathLst>
                <a:path w="2496" h="2690" extrusionOk="0">
                  <a:moveTo>
                    <a:pt x="1564" y="244"/>
                  </a:moveTo>
                  <a:cubicBezTo>
                    <a:pt x="1574" y="374"/>
                    <a:pt x="1580" y="596"/>
                    <a:pt x="1583" y="898"/>
                  </a:cubicBezTo>
                  <a:cubicBezTo>
                    <a:pt x="1450" y="849"/>
                    <a:pt x="1308" y="796"/>
                    <a:pt x="1151" y="741"/>
                  </a:cubicBezTo>
                  <a:cubicBezTo>
                    <a:pt x="1355" y="478"/>
                    <a:pt x="1487" y="327"/>
                    <a:pt x="1564" y="244"/>
                  </a:cubicBezTo>
                  <a:close/>
                  <a:moveTo>
                    <a:pt x="241" y="617"/>
                  </a:moveTo>
                  <a:cubicBezTo>
                    <a:pt x="371" y="657"/>
                    <a:pt x="605" y="734"/>
                    <a:pt x="870" y="824"/>
                  </a:cubicBezTo>
                  <a:cubicBezTo>
                    <a:pt x="775" y="947"/>
                    <a:pt x="679" y="1077"/>
                    <a:pt x="590" y="1203"/>
                  </a:cubicBezTo>
                  <a:cubicBezTo>
                    <a:pt x="352" y="864"/>
                    <a:pt x="269" y="697"/>
                    <a:pt x="241" y="617"/>
                  </a:cubicBezTo>
                  <a:close/>
                  <a:moveTo>
                    <a:pt x="1756" y="1149"/>
                  </a:moveTo>
                  <a:cubicBezTo>
                    <a:pt x="2099" y="1287"/>
                    <a:pt x="2237" y="1367"/>
                    <a:pt x="2289" y="1404"/>
                  </a:cubicBezTo>
                  <a:cubicBezTo>
                    <a:pt x="2117" y="1493"/>
                    <a:pt x="1935" y="1567"/>
                    <a:pt x="1749" y="1629"/>
                  </a:cubicBezTo>
                  <a:cubicBezTo>
                    <a:pt x="1756" y="1472"/>
                    <a:pt x="1756" y="1309"/>
                    <a:pt x="1756" y="1149"/>
                  </a:cubicBezTo>
                  <a:close/>
                  <a:moveTo>
                    <a:pt x="1043" y="883"/>
                  </a:moveTo>
                  <a:cubicBezTo>
                    <a:pt x="1244" y="953"/>
                    <a:pt x="1426" y="1021"/>
                    <a:pt x="1583" y="1080"/>
                  </a:cubicBezTo>
                  <a:cubicBezTo>
                    <a:pt x="1583" y="1283"/>
                    <a:pt x="1583" y="1493"/>
                    <a:pt x="1577" y="1691"/>
                  </a:cubicBezTo>
                  <a:cubicBezTo>
                    <a:pt x="1410" y="1749"/>
                    <a:pt x="1234" y="1802"/>
                    <a:pt x="1068" y="1851"/>
                  </a:cubicBezTo>
                  <a:cubicBezTo>
                    <a:pt x="929" y="1669"/>
                    <a:pt x="803" y="1502"/>
                    <a:pt x="695" y="1351"/>
                  </a:cubicBezTo>
                  <a:lnTo>
                    <a:pt x="692" y="1351"/>
                  </a:lnTo>
                  <a:cubicBezTo>
                    <a:pt x="806" y="1194"/>
                    <a:pt x="923" y="1037"/>
                    <a:pt x="1043" y="883"/>
                  </a:cubicBezTo>
                  <a:close/>
                  <a:moveTo>
                    <a:pt x="590" y="1496"/>
                  </a:moveTo>
                  <a:cubicBezTo>
                    <a:pt x="679" y="1623"/>
                    <a:pt x="778" y="1755"/>
                    <a:pt x="892" y="1900"/>
                  </a:cubicBezTo>
                  <a:cubicBezTo>
                    <a:pt x="590" y="1984"/>
                    <a:pt x="358" y="2030"/>
                    <a:pt x="238" y="2030"/>
                  </a:cubicBezTo>
                  <a:cubicBezTo>
                    <a:pt x="346" y="1848"/>
                    <a:pt x="463" y="1669"/>
                    <a:pt x="590" y="1496"/>
                  </a:cubicBezTo>
                  <a:close/>
                  <a:moveTo>
                    <a:pt x="1574" y="1873"/>
                  </a:moveTo>
                  <a:lnTo>
                    <a:pt x="1574" y="1873"/>
                  </a:lnTo>
                  <a:cubicBezTo>
                    <a:pt x="1561" y="2175"/>
                    <a:pt x="1546" y="2341"/>
                    <a:pt x="1534" y="2434"/>
                  </a:cubicBezTo>
                  <a:cubicBezTo>
                    <a:pt x="1456" y="2338"/>
                    <a:pt x="1327" y="2181"/>
                    <a:pt x="1182" y="1996"/>
                  </a:cubicBezTo>
                  <a:cubicBezTo>
                    <a:pt x="1312" y="1959"/>
                    <a:pt x="1441" y="1916"/>
                    <a:pt x="1574" y="1873"/>
                  </a:cubicBezTo>
                  <a:close/>
                  <a:moveTo>
                    <a:pt x="1629" y="0"/>
                  </a:moveTo>
                  <a:cubicBezTo>
                    <a:pt x="1583" y="0"/>
                    <a:pt x="1512" y="0"/>
                    <a:pt x="982" y="682"/>
                  </a:cubicBezTo>
                  <a:cubicBezTo>
                    <a:pt x="553" y="537"/>
                    <a:pt x="192" y="420"/>
                    <a:pt x="189" y="420"/>
                  </a:cubicBezTo>
                  <a:cubicBezTo>
                    <a:pt x="181" y="417"/>
                    <a:pt x="172" y="416"/>
                    <a:pt x="164" y="416"/>
                  </a:cubicBezTo>
                  <a:cubicBezTo>
                    <a:pt x="145" y="416"/>
                    <a:pt x="126" y="422"/>
                    <a:pt x="112" y="432"/>
                  </a:cubicBezTo>
                  <a:cubicBezTo>
                    <a:pt x="1" y="516"/>
                    <a:pt x="25" y="701"/>
                    <a:pt x="485" y="1351"/>
                  </a:cubicBezTo>
                  <a:cubicBezTo>
                    <a:pt x="325" y="1573"/>
                    <a:pt x="87" y="1919"/>
                    <a:pt x="50" y="2033"/>
                  </a:cubicBezTo>
                  <a:cubicBezTo>
                    <a:pt x="35" y="2070"/>
                    <a:pt x="41" y="2110"/>
                    <a:pt x="62" y="2141"/>
                  </a:cubicBezTo>
                  <a:cubicBezTo>
                    <a:pt x="102" y="2196"/>
                    <a:pt x="173" y="2203"/>
                    <a:pt x="232" y="2203"/>
                  </a:cubicBezTo>
                  <a:cubicBezTo>
                    <a:pt x="411" y="2203"/>
                    <a:pt x="741" y="2122"/>
                    <a:pt x="1003" y="2048"/>
                  </a:cubicBezTo>
                  <a:cubicBezTo>
                    <a:pt x="1271" y="2388"/>
                    <a:pt x="1487" y="2647"/>
                    <a:pt x="1490" y="2650"/>
                  </a:cubicBezTo>
                  <a:cubicBezTo>
                    <a:pt x="1512" y="2671"/>
                    <a:pt x="1540" y="2687"/>
                    <a:pt x="1571" y="2690"/>
                  </a:cubicBezTo>
                  <a:cubicBezTo>
                    <a:pt x="1660" y="2690"/>
                    <a:pt x="1719" y="2690"/>
                    <a:pt x="1746" y="1814"/>
                  </a:cubicBezTo>
                  <a:cubicBezTo>
                    <a:pt x="2039" y="1709"/>
                    <a:pt x="2382" y="1577"/>
                    <a:pt x="2459" y="1490"/>
                  </a:cubicBezTo>
                  <a:cubicBezTo>
                    <a:pt x="2487" y="1462"/>
                    <a:pt x="2496" y="1422"/>
                    <a:pt x="2487" y="1385"/>
                  </a:cubicBezTo>
                  <a:cubicBezTo>
                    <a:pt x="2471" y="1311"/>
                    <a:pt x="2397" y="1216"/>
                    <a:pt x="1756" y="963"/>
                  </a:cubicBezTo>
                  <a:cubicBezTo>
                    <a:pt x="1753" y="645"/>
                    <a:pt x="1743" y="148"/>
                    <a:pt x="1722" y="71"/>
                  </a:cubicBezTo>
                  <a:cubicBezTo>
                    <a:pt x="1706" y="31"/>
                    <a:pt x="1672" y="4"/>
                    <a:pt x="16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8"/>
            <p:cNvSpPr/>
            <p:nvPr/>
          </p:nvSpPr>
          <p:spPr>
            <a:xfrm>
              <a:off x="8557649" y="701891"/>
              <a:ext cx="122063" cy="122890"/>
            </a:xfrm>
            <a:custGeom>
              <a:avLst/>
              <a:gdLst/>
              <a:ahLst/>
              <a:cxnLst/>
              <a:rect l="l" t="t" r="r" b="b"/>
              <a:pathLst>
                <a:path w="1919" h="1932" extrusionOk="0">
                  <a:moveTo>
                    <a:pt x="1024" y="248"/>
                  </a:moveTo>
                  <a:cubicBezTo>
                    <a:pt x="1049" y="331"/>
                    <a:pt x="1076" y="442"/>
                    <a:pt x="1095" y="513"/>
                  </a:cubicBezTo>
                  <a:cubicBezTo>
                    <a:pt x="1141" y="704"/>
                    <a:pt x="1150" y="747"/>
                    <a:pt x="1175" y="781"/>
                  </a:cubicBezTo>
                  <a:cubicBezTo>
                    <a:pt x="1200" y="815"/>
                    <a:pt x="1234" y="828"/>
                    <a:pt x="1425" y="895"/>
                  </a:cubicBezTo>
                  <a:cubicBezTo>
                    <a:pt x="1490" y="920"/>
                    <a:pt x="1592" y="957"/>
                    <a:pt x="1669" y="988"/>
                  </a:cubicBezTo>
                  <a:cubicBezTo>
                    <a:pt x="1561" y="1037"/>
                    <a:pt x="1388" y="1102"/>
                    <a:pt x="1234" y="1154"/>
                  </a:cubicBezTo>
                  <a:cubicBezTo>
                    <a:pt x="1212" y="1164"/>
                    <a:pt x="1194" y="1179"/>
                    <a:pt x="1184" y="1201"/>
                  </a:cubicBezTo>
                  <a:cubicBezTo>
                    <a:pt x="1110" y="1377"/>
                    <a:pt x="1015" y="1577"/>
                    <a:pt x="953" y="1688"/>
                  </a:cubicBezTo>
                  <a:cubicBezTo>
                    <a:pt x="910" y="1568"/>
                    <a:pt x="851" y="1358"/>
                    <a:pt x="805" y="1173"/>
                  </a:cubicBezTo>
                  <a:cubicBezTo>
                    <a:pt x="796" y="1139"/>
                    <a:pt x="771" y="1114"/>
                    <a:pt x="737" y="1108"/>
                  </a:cubicBezTo>
                  <a:cubicBezTo>
                    <a:pt x="558" y="1071"/>
                    <a:pt x="355" y="1028"/>
                    <a:pt x="241" y="994"/>
                  </a:cubicBezTo>
                  <a:cubicBezTo>
                    <a:pt x="416" y="905"/>
                    <a:pt x="595" y="821"/>
                    <a:pt x="780" y="747"/>
                  </a:cubicBezTo>
                  <a:cubicBezTo>
                    <a:pt x="802" y="738"/>
                    <a:pt x="820" y="723"/>
                    <a:pt x="830" y="698"/>
                  </a:cubicBezTo>
                  <a:cubicBezTo>
                    <a:pt x="885" y="547"/>
                    <a:pt x="953" y="396"/>
                    <a:pt x="1024" y="248"/>
                  </a:cubicBezTo>
                  <a:close/>
                  <a:moveTo>
                    <a:pt x="1046" y="1"/>
                  </a:moveTo>
                  <a:cubicBezTo>
                    <a:pt x="993" y="1"/>
                    <a:pt x="916" y="1"/>
                    <a:pt x="685" y="605"/>
                  </a:cubicBezTo>
                  <a:cubicBezTo>
                    <a:pt x="40" y="865"/>
                    <a:pt x="19" y="948"/>
                    <a:pt x="6" y="982"/>
                  </a:cubicBezTo>
                  <a:cubicBezTo>
                    <a:pt x="0" y="1013"/>
                    <a:pt x="6" y="1043"/>
                    <a:pt x="22" y="1068"/>
                  </a:cubicBezTo>
                  <a:cubicBezTo>
                    <a:pt x="40" y="1093"/>
                    <a:pt x="89" y="1158"/>
                    <a:pt x="651" y="1265"/>
                  </a:cubicBezTo>
                  <a:cubicBezTo>
                    <a:pt x="817" y="1932"/>
                    <a:pt x="879" y="1932"/>
                    <a:pt x="941" y="1932"/>
                  </a:cubicBezTo>
                  <a:lnTo>
                    <a:pt x="947" y="1932"/>
                  </a:lnTo>
                  <a:cubicBezTo>
                    <a:pt x="999" y="1929"/>
                    <a:pt x="1058" y="1926"/>
                    <a:pt x="1329" y="1306"/>
                  </a:cubicBezTo>
                  <a:cubicBezTo>
                    <a:pt x="1499" y="1244"/>
                    <a:pt x="1817" y="1127"/>
                    <a:pt x="1885" y="1065"/>
                  </a:cubicBezTo>
                  <a:cubicBezTo>
                    <a:pt x="1909" y="1040"/>
                    <a:pt x="1918" y="1006"/>
                    <a:pt x="1915" y="972"/>
                  </a:cubicBezTo>
                  <a:cubicBezTo>
                    <a:pt x="1900" y="895"/>
                    <a:pt x="1814" y="855"/>
                    <a:pt x="1484" y="735"/>
                  </a:cubicBezTo>
                  <a:cubicBezTo>
                    <a:pt x="1422" y="713"/>
                    <a:pt x="1348" y="686"/>
                    <a:pt x="1314" y="670"/>
                  </a:cubicBezTo>
                  <a:cubicBezTo>
                    <a:pt x="1302" y="633"/>
                    <a:pt x="1280" y="547"/>
                    <a:pt x="1262" y="473"/>
                  </a:cubicBezTo>
                  <a:cubicBezTo>
                    <a:pt x="1203" y="241"/>
                    <a:pt x="1169" y="100"/>
                    <a:pt x="1126" y="44"/>
                  </a:cubicBezTo>
                  <a:cubicBezTo>
                    <a:pt x="1107" y="19"/>
                    <a:pt x="1076" y="4"/>
                    <a:pt x="10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8"/>
            <p:cNvSpPr/>
            <p:nvPr/>
          </p:nvSpPr>
          <p:spPr>
            <a:xfrm>
              <a:off x="8853729" y="627684"/>
              <a:ext cx="102917" cy="102663"/>
            </a:xfrm>
            <a:custGeom>
              <a:avLst/>
              <a:gdLst/>
              <a:ahLst/>
              <a:cxnLst/>
              <a:rect l="l" t="t" r="r" b="b"/>
              <a:pathLst>
                <a:path w="1618" h="1614" extrusionOk="0">
                  <a:moveTo>
                    <a:pt x="868" y="1"/>
                  </a:moveTo>
                  <a:cubicBezTo>
                    <a:pt x="821" y="1"/>
                    <a:pt x="784" y="38"/>
                    <a:pt x="784" y="87"/>
                  </a:cubicBezTo>
                  <a:lnTo>
                    <a:pt x="781" y="575"/>
                  </a:lnTo>
                  <a:lnTo>
                    <a:pt x="488" y="266"/>
                  </a:lnTo>
                  <a:cubicBezTo>
                    <a:pt x="470" y="251"/>
                    <a:pt x="451" y="245"/>
                    <a:pt x="432" y="245"/>
                  </a:cubicBezTo>
                  <a:cubicBezTo>
                    <a:pt x="369" y="245"/>
                    <a:pt x="316" y="318"/>
                    <a:pt x="362" y="380"/>
                  </a:cubicBezTo>
                  <a:lnTo>
                    <a:pt x="664" y="701"/>
                  </a:lnTo>
                  <a:lnTo>
                    <a:pt x="115" y="707"/>
                  </a:lnTo>
                  <a:cubicBezTo>
                    <a:pt x="1" y="707"/>
                    <a:pt x="1" y="877"/>
                    <a:pt x="115" y="877"/>
                  </a:cubicBezTo>
                  <a:lnTo>
                    <a:pt x="618" y="874"/>
                  </a:lnTo>
                  <a:lnTo>
                    <a:pt x="229" y="1142"/>
                  </a:lnTo>
                  <a:cubicBezTo>
                    <a:pt x="189" y="1170"/>
                    <a:pt x="180" y="1222"/>
                    <a:pt x="208" y="1262"/>
                  </a:cubicBezTo>
                  <a:cubicBezTo>
                    <a:pt x="225" y="1285"/>
                    <a:pt x="252" y="1298"/>
                    <a:pt x="279" y="1298"/>
                  </a:cubicBezTo>
                  <a:cubicBezTo>
                    <a:pt x="296" y="1298"/>
                    <a:pt x="313" y="1293"/>
                    <a:pt x="328" y="1284"/>
                  </a:cubicBezTo>
                  <a:lnTo>
                    <a:pt x="775" y="969"/>
                  </a:lnTo>
                  <a:lnTo>
                    <a:pt x="775" y="1528"/>
                  </a:lnTo>
                  <a:cubicBezTo>
                    <a:pt x="772" y="1574"/>
                    <a:pt x="812" y="1614"/>
                    <a:pt x="858" y="1614"/>
                  </a:cubicBezTo>
                  <a:cubicBezTo>
                    <a:pt x="905" y="1614"/>
                    <a:pt x="945" y="1574"/>
                    <a:pt x="945" y="1528"/>
                  </a:cubicBezTo>
                  <a:lnTo>
                    <a:pt x="948" y="1000"/>
                  </a:lnTo>
                  <a:lnTo>
                    <a:pt x="1259" y="1333"/>
                  </a:lnTo>
                  <a:cubicBezTo>
                    <a:pt x="1278" y="1353"/>
                    <a:pt x="1300" y="1361"/>
                    <a:pt x="1321" y="1361"/>
                  </a:cubicBezTo>
                  <a:cubicBezTo>
                    <a:pt x="1387" y="1361"/>
                    <a:pt x="1444" y="1277"/>
                    <a:pt x="1386" y="1213"/>
                  </a:cubicBezTo>
                  <a:lnTo>
                    <a:pt x="1059" y="868"/>
                  </a:lnTo>
                  <a:lnTo>
                    <a:pt x="1503" y="865"/>
                  </a:lnTo>
                  <a:cubicBezTo>
                    <a:pt x="1617" y="861"/>
                    <a:pt x="1617" y="692"/>
                    <a:pt x="1503" y="692"/>
                  </a:cubicBezTo>
                  <a:lnTo>
                    <a:pt x="1173" y="695"/>
                  </a:lnTo>
                  <a:lnTo>
                    <a:pt x="1518" y="454"/>
                  </a:lnTo>
                  <a:cubicBezTo>
                    <a:pt x="1597" y="401"/>
                    <a:pt x="1544" y="296"/>
                    <a:pt x="1472" y="296"/>
                  </a:cubicBezTo>
                  <a:cubicBezTo>
                    <a:pt x="1456" y="296"/>
                    <a:pt x="1439" y="301"/>
                    <a:pt x="1423" y="312"/>
                  </a:cubicBezTo>
                  <a:lnTo>
                    <a:pt x="951" y="639"/>
                  </a:lnTo>
                  <a:lnTo>
                    <a:pt x="954" y="87"/>
                  </a:lnTo>
                  <a:cubicBezTo>
                    <a:pt x="954" y="41"/>
                    <a:pt x="917" y="1"/>
                    <a:pt x="8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8"/>
            <p:cNvSpPr/>
            <p:nvPr/>
          </p:nvSpPr>
          <p:spPr>
            <a:xfrm>
              <a:off x="8957048" y="1145935"/>
              <a:ext cx="82881" cy="75566"/>
            </a:xfrm>
            <a:custGeom>
              <a:avLst/>
              <a:gdLst/>
              <a:ahLst/>
              <a:cxnLst/>
              <a:rect l="l" t="t" r="r" b="b"/>
              <a:pathLst>
                <a:path w="1303" h="1188" extrusionOk="0">
                  <a:moveTo>
                    <a:pt x="710" y="173"/>
                  </a:moveTo>
                  <a:cubicBezTo>
                    <a:pt x="941" y="173"/>
                    <a:pt x="1129" y="364"/>
                    <a:pt x="1129" y="595"/>
                  </a:cubicBezTo>
                  <a:cubicBezTo>
                    <a:pt x="1126" y="827"/>
                    <a:pt x="938" y="1012"/>
                    <a:pt x="707" y="1015"/>
                  </a:cubicBezTo>
                  <a:cubicBezTo>
                    <a:pt x="476" y="1015"/>
                    <a:pt x="287" y="823"/>
                    <a:pt x="287" y="592"/>
                  </a:cubicBezTo>
                  <a:cubicBezTo>
                    <a:pt x="287" y="358"/>
                    <a:pt x="479" y="173"/>
                    <a:pt x="710" y="173"/>
                  </a:cubicBezTo>
                  <a:close/>
                  <a:moveTo>
                    <a:pt x="712" y="1"/>
                  </a:moveTo>
                  <a:cubicBezTo>
                    <a:pt x="485" y="1"/>
                    <a:pt x="263" y="130"/>
                    <a:pt x="164" y="364"/>
                  </a:cubicBezTo>
                  <a:cubicBezTo>
                    <a:pt x="1" y="752"/>
                    <a:pt x="284" y="1184"/>
                    <a:pt x="707" y="1187"/>
                  </a:cubicBezTo>
                  <a:lnTo>
                    <a:pt x="710" y="1187"/>
                  </a:lnTo>
                  <a:cubicBezTo>
                    <a:pt x="1034" y="1187"/>
                    <a:pt x="1299" y="922"/>
                    <a:pt x="1302" y="595"/>
                  </a:cubicBezTo>
                  <a:cubicBezTo>
                    <a:pt x="1302" y="438"/>
                    <a:pt x="1240" y="287"/>
                    <a:pt x="1129" y="176"/>
                  </a:cubicBezTo>
                  <a:cubicBezTo>
                    <a:pt x="1012" y="57"/>
                    <a:pt x="861" y="1"/>
                    <a:pt x="7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9" name="Google Shape;749;p8"/>
            <p:cNvGrpSpPr/>
            <p:nvPr/>
          </p:nvGrpSpPr>
          <p:grpSpPr>
            <a:xfrm>
              <a:off x="7588557" y="130599"/>
              <a:ext cx="394623" cy="297061"/>
              <a:chOff x="85157" y="4436674"/>
              <a:chExt cx="394623" cy="297061"/>
            </a:xfrm>
          </p:grpSpPr>
          <p:sp>
            <p:nvSpPr>
              <p:cNvPr id="750" name="Google Shape;750;p8"/>
              <p:cNvSpPr/>
              <p:nvPr/>
            </p:nvSpPr>
            <p:spPr>
              <a:xfrm flipH="1">
                <a:off x="381812" y="4602895"/>
                <a:ext cx="97968" cy="74569"/>
              </a:xfrm>
              <a:custGeom>
                <a:avLst/>
                <a:gdLst/>
                <a:ahLst/>
                <a:cxnLst/>
                <a:rect l="l" t="t" r="r" b="b"/>
                <a:pathLst>
                  <a:path w="1210" h="921" extrusionOk="0">
                    <a:moveTo>
                      <a:pt x="861" y="1"/>
                    </a:moveTo>
                    <a:cubicBezTo>
                      <a:pt x="840" y="1"/>
                      <a:pt x="818" y="10"/>
                      <a:pt x="800" y="32"/>
                    </a:cubicBezTo>
                    <a:cubicBezTo>
                      <a:pt x="1" y="788"/>
                      <a:pt x="26" y="822"/>
                      <a:pt x="78" y="890"/>
                    </a:cubicBezTo>
                    <a:cubicBezTo>
                      <a:pt x="97" y="911"/>
                      <a:pt x="152" y="921"/>
                      <a:pt x="229" y="921"/>
                    </a:cubicBezTo>
                    <a:cubicBezTo>
                      <a:pt x="525" y="921"/>
                      <a:pt x="1139" y="788"/>
                      <a:pt x="1145" y="782"/>
                    </a:cubicBezTo>
                    <a:cubicBezTo>
                      <a:pt x="1188" y="769"/>
                      <a:pt x="1210" y="723"/>
                      <a:pt x="1195" y="683"/>
                    </a:cubicBezTo>
                    <a:cubicBezTo>
                      <a:pt x="1182" y="648"/>
                      <a:pt x="1151" y="627"/>
                      <a:pt x="1117" y="627"/>
                    </a:cubicBezTo>
                    <a:cubicBezTo>
                      <a:pt x="1109" y="627"/>
                      <a:pt x="1101" y="628"/>
                      <a:pt x="1093" y="631"/>
                    </a:cubicBezTo>
                    <a:cubicBezTo>
                      <a:pt x="1028" y="649"/>
                      <a:pt x="544" y="729"/>
                      <a:pt x="300" y="757"/>
                    </a:cubicBezTo>
                    <a:cubicBezTo>
                      <a:pt x="427" y="615"/>
                      <a:pt x="676" y="368"/>
                      <a:pt x="911" y="146"/>
                    </a:cubicBezTo>
                    <a:cubicBezTo>
                      <a:pt x="981" y="90"/>
                      <a:pt x="925" y="1"/>
                      <a:pt x="861"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51" name="Google Shape;751;p8"/>
              <p:cNvSpPr/>
              <p:nvPr/>
            </p:nvSpPr>
            <p:spPr>
              <a:xfrm flipH="1">
                <a:off x="85157" y="4436674"/>
                <a:ext cx="358432" cy="297061"/>
              </a:xfrm>
              <a:custGeom>
                <a:avLst/>
                <a:gdLst/>
                <a:ahLst/>
                <a:cxnLst/>
                <a:rect l="l" t="t" r="r" b="b"/>
                <a:pathLst>
                  <a:path w="4427" h="3669" extrusionOk="0">
                    <a:moveTo>
                      <a:pt x="1234" y="0"/>
                    </a:moveTo>
                    <a:cubicBezTo>
                      <a:pt x="1179" y="0"/>
                      <a:pt x="1127" y="25"/>
                      <a:pt x="1081" y="84"/>
                    </a:cubicBezTo>
                    <a:cubicBezTo>
                      <a:pt x="769" y="478"/>
                      <a:pt x="1463" y="1792"/>
                      <a:pt x="1463" y="1792"/>
                    </a:cubicBezTo>
                    <a:cubicBezTo>
                      <a:pt x="1463" y="1792"/>
                      <a:pt x="991" y="1509"/>
                      <a:pt x="617" y="1509"/>
                    </a:cubicBezTo>
                    <a:cubicBezTo>
                      <a:pt x="424" y="1509"/>
                      <a:pt x="257" y="1585"/>
                      <a:pt x="195" y="1814"/>
                    </a:cubicBezTo>
                    <a:cubicBezTo>
                      <a:pt x="0" y="2525"/>
                      <a:pt x="944" y="3669"/>
                      <a:pt x="2021" y="3669"/>
                    </a:cubicBezTo>
                    <a:cubicBezTo>
                      <a:pt x="2356" y="3669"/>
                      <a:pt x="2703" y="3559"/>
                      <a:pt x="3033" y="3291"/>
                    </a:cubicBezTo>
                    <a:cubicBezTo>
                      <a:pt x="4427" y="2162"/>
                      <a:pt x="3613" y="852"/>
                      <a:pt x="3613" y="852"/>
                    </a:cubicBezTo>
                    <a:lnTo>
                      <a:pt x="3613" y="852"/>
                    </a:lnTo>
                    <a:lnTo>
                      <a:pt x="2913" y="1490"/>
                    </a:lnTo>
                    <a:cubicBezTo>
                      <a:pt x="2913" y="1490"/>
                      <a:pt x="2795" y="608"/>
                      <a:pt x="2358" y="383"/>
                    </a:cubicBezTo>
                    <a:cubicBezTo>
                      <a:pt x="2294" y="350"/>
                      <a:pt x="2242" y="336"/>
                      <a:pt x="2198" y="336"/>
                    </a:cubicBezTo>
                    <a:cubicBezTo>
                      <a:pt x="1936" y="336"/>
                      <a:pt x="1981" y="827"/>
                      <a:pt x="1981" y="827"/>
                    </a:cubicBezTo>
                    <a:cubicBezTo>
                      <a:pt x="1981" y="827"/>
                      <a:pt x="1553" y="0"/>
                      <a:pt x="12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8"/>
              <p:cNvSpPr/>
              <p:nvPr/>
            </p:nvSpPr>
            <p:spPr>
              <a:xfrm flipH="1">
                <a:off x="362057" y="4580549"/>
                <a:ext cx="53437" cy="51008"/>
              </a:xfrm>
              <a:custGeom>
                <a:avLst/>
                <a:gdLst/>
                <a:ahLst/>
                <a:cxnLst/>
                <a:rect l="l" t="t" r="r" b="b"/>
                <a:pathLst>
                  <a:path w="660" h="630" extrusionOk="0">
                    <a:moveTo>
                      <a:pt x="428" y="0"/>
                    </a:moveTo>
                    <a:cubicBezTo>
                      <a:pt x="374" y="0"/>
                      <a:pt x="319" y="53"/>
                      <a:pt x="351" y="117"/>
                    </a:cubicBezTo>
                    <a:cubicBezTo>
                      <a:pt x="407" y="237"/>
                      <a:pt x="444" y="392"/>
                      <a:pt x="428" y="456"/>
                    </a:cubicBezTo>
                    <a:cubicBezTo>
                      <a:pt x="373" y="419"/>
                      <a:pt x="262" y="287"/>
                      <a:pt x="175" y="154"/>
                    </a:cubicBezTo>
                    <a:cubicBezTo>
                      <a:pt x="158" y="126"/>
                      <a:pt x="133" y="114"/>
                      <a:pt x="109" y="114"/>
                    </a:cubicBezTo>
                    <a:cubicBezTo>
                      <a:pt x="54" y="114"/>
                      <a:pt x="1" y="176"/>
                      <a:pt x="40" y="240"/>
                    </a:cubicBezTo>
                    <a:cubicBezTo>
                      <a:pt x="132" y="382"/>
                      <a:pt x="305" y="623"/>
                      <a:pt x="441" y="629"/>
                    </a:cubicBezTo>
                    <a:lnTo>
                      <a:pt x="447" y="629"/>
                    </a:lnTo>
                    <a:cubicBezTo>
                      <a:pt x="487" y="629"/>
                      <a:pt x="524" y="611"/>
                      <a:pt x="549" y="580"/>
                    </a:cubicBezTo>
                    <a:cubicBezTo>
                      <a:pt x="660" y="438"/>
                      <a:pt x="539" y="139"/>
                      <a:pt x="499" y="52"/>
                    </a:cubicBezTo>
                    <a:cubicBezTo>
                      <a:pt x="485" y="16"/>
                      <a:pt x="457" y="0"/>
                      <a:pt x="428"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53" name="Google Shape;753;p8"/>
              <p:cNvSpPr/>
              <p:nvPr/>
            </p:nvSpPr>
            <p:spPr>
              <a:xfrm flipH="1">
                <a:off x="219396" y="4507518"/>
                <a:ext cx="103554" cy="101287"/>
              </a:xfrm>
              <a:custGeom>
                <a:avLst/>
                <a:gdLst/>
                <a:ahLst/>
                <a:cxnLst/>
                <a:rect l="l" t="t" r="r" b="b"/>
                <a:pathLst>
                  <a:path w="1279" h="1251" extrusionOk="0">
                    <a:moveTo>
                      <a:pt x="847" y="0"/>
                    </a:moveTo>
                    <a:cubicBezTo>
                      <a:pt x="816" y="0"/>
                      <a:pt x="784" y="9"/>
                      <a:pt x="756" y="26"/>
                    </a:cubicBezTo>
                    <a:cubicBezTo>
                      <a:pt x="667" y="88"/>
                      <a:pt x="642" y="242"/>
                      <a:pt x="642" y="387"/>
                    </a:cubicBezTo>
                    <a:cubicBezTo>
                      <a:pt x="473" y="222"/>
                      <a:pt x="340" y="137"/>
                      <a:pt x="245" y="137"/>
                    </a:cubicBezTo>
                    <a:cubicBezTo>
                      <a:pt x="214" y="137"/>
                      <a:pt x="187" y="146"/>
                      <a:pt x="164" y="165"/>
                    </a:cubicBezTo>
                    <a:cubicBezTo>
                      <a:pt x="124" y="192"/>
                      <a:pt x="1" y="288"/>
                      <a:pt x="386" y="1201"/>
                    </a:cubicBezTo>
                    <a:cubicBezTo>
                      <a:pt x="399" y="1232"/>
                      <a:pt x="430" y="1250"/>
                      <a:pt x="460" y="1250"/>
                    </a:cubicBezTo>
                    <a:cubicBezTo>
                      <a:pt x="473" y="1250"/>
                      <a:pt x="485" y="1247"/>
                      <a:pt x="494" y="1241"/>
                    </a:cubicBezTo>
                    <a:cubicBezTo>
                      <a:pt x="534" y="1226"/>
                      <a:pt x="553" y="1176"/>
                      <a:pt x="537" y="1136"/>
                    </a:cubicBezTo>
                    <a:cubicBezTo>
                      <a:pt x="402" y="812"/>
                      <a:pt x="272" y="424"/>
                      <a:pt x="272" y="300"/>
                    </a:cubicBezTo>
                    <a:lnTo>
                      <a:pt x="272" y="300"/>
                    </a:lnTo>
                    <a:cubicBezTo>
                      <a:pt x="349" y="331"/>
                      <a:pt x="525" y="485"/>
                      <a:pt x="676" y="655"/>
                    </a:cubicBezTo>
                    <a:cubicBezTo>
                      <a:pt x="693" y="674"/>
                      <a:pt x="715" y="682"/>
                      <a:pt x="736" y="682"/>
                    </a:cubicBezTo>
                    <a:cubicBezTo>
                      <a:pt x="779" y="682"/>
                      <a:pt x="821" y="646"/>
                      <a:pt x="815" y="593"/>
                    </a:cubicBezTo>
                    <a:cubicBezTo>
                      <a:pt x="793" y="399"/>
                      <a:pt x="812" y="189"/>
                      <a:pt x="843" y="162"/>
                    </a:cubicBezTo>
                    <a:cubicBezTo>
                      <a:pt x="849" y="162"/>
                      <a:pt x="855" y="165"/>
                      <a:pt x="861" y="168"/>
                    </a:cubicBezTo>
                    <a:cubicBezTo>
                      <a:pt x="1006" y="248"/>
                      <a:pt x="1093" y="606"/>
                      <a:pt x="1111" y="815"/>
                    </a:cubicBezTo>
                    <a:cubicBezTo>
                      <a:pt x="1114" y="867"/>
                      <a:pt x="1152" y="891"/>
                      <a:pt x="1190" y="891"/>
                    </a:cubicBezTo>
                    <a:cubicBezTo>
                      <a:pt x="1234" y="891"/>
                      <a:pt x="1278" y="859"/>
                      <a:pt x="1272" y="800"/>
                    </a:cubicBezTo>
                    <a:cubicBezTo>
                      <a:pt x="1265" y="735"/>
                      <a:pt x="1207" y="171"/>
                      <a:pt x="938" y="26"/>
                    </a:cubicBezTo>
                    <a:cubicBezTo>
                      <a:pt x="911" y="9"/>
                      <a:pt x="879" y="0"/>
                      <a:pt x="847"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54" name="Google Shape;754;p8"/>
              <p:cNvSpPr/>
              <p:nvPr/>
            </p:nvSpPr>
            <p:spPr>
              <a:xfrm flipH="1">
                <a:off x="182072" y="4624513"/>
                <a:ext cx="177556" cy="91895"/>
              </a:xfrm>
              <a:custGeom>
                <a:avLst/>
                <a:gdLst/>
                <a:ahLst/>
                <a:cxnLst/>
                <a:rect l="l" t="t" r="r" b="b"/>
                <a:pathLst>
                  <a:path w="2193" h="1135" extrusionOk="0">
                    <a:moveTo>
                      <a:pt x="2091" y="0"/>
                    </a:moveTo>
                    <a:cubicBezTo>
                      <a:pt x="2061" y="0"/>
                      <a:pt x="2030" y="17"/>
                      <a:pt x="2018" y="55"/>
                    </a:cubicBezTo>
                    <a:cubicBezTo>
                      <a:pt x="2014" y="61"/>
                      <a:pt x="1795" y="672"/>
                      <a:pt x="1265" y="891"/>
                    </a:cubicBezTo>
                    <a:cubicBezTo>
                      <a:pt x="1137" y="944"/>
                      <a:pt x="1000" y="970"/>
                      <a:pt x="856" y="970"/>
                    </a:cubicBezTo>
                    <a:cubicBezTo>
                      <a:pt x="640" y="970"/>
                      <a:pt x="406" y="911"/>
                      <a:pt x="158" y="792"/>
                    </a:cubicBezTo>
                    <a:cubicBezTo>
                      <a:pt x="143" y="784"/>
                      <a:pt x="129" y="780"/>
                      <a:pt x="116" y="780"/>
                    </a:cubicBezTo>
                    <a:cubicBezTo>
                      <a:pt x="41" y="780"/>
                      <a:pt x="1" y="898"/>
                      <a:pt x="90" y="937"/>
                    </a:cubicBezTo>
                    <a:cubicBezTo>
                      <a:pt x="361" y="1067"/>
                      <a:pt x="620" y="1135"/>
                      <a:pt x="861" y="1135"/>
                    </a:cubicBezTo>
                    <a:cubicBezTo>
                      <a:pt x="1021" y="1135"/>
                      <a:pt x="1182" y="1104"/>
                      <a:pt x="1330" y="1042"/>
                    </a:cubicBezTo>
                    <a:cubicBezTo>
                      <a:pt x="1928" y="792"/>
                      <a:pt x="2163" y="135"/>
                      <a:pt x="2172" y="108"/>
                    </a:cubicBezTo>
                    <a:cubicBezTo>
                      <a:pt x="2193" y="44"/>
                      <a:pt x="2141" y="0"/>
                      <a:pt x="2091"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755" name="Google Shape;755;p8"/>
            <p:cNvGrpSpPr/>
            <p:nvPr/>
          </p:nvGrpSpPr>
          <p:grpSpPr>
            <a:xfrm>
              <a:off x="207153" y="986833"/>
              <a:ext cx="367879" cy="258973"/>
              <a:chOff x="8341725" y="115829"/>
              <a:chExt cx="267198" cy="188098"/>
            </a:xfrm>
          </p:grpSpPr>
          <p:sp>
            <p:nvSpPr>
              <p:cNvPr id="756" name="Google Shape;756;p8"/>
              <p:cNvSpPr/>
              <p:nvPr/>
            </p:nvSpPr>
            <p:spPr>
              <a:xfrm>
                <a:off x="8405670" y="188118"/>
                <a:ext cx="107912" cy="91561"/>
              </a:xfrm>
              <a:custGeom>
                <a:avLst/>
                <a:gdLst/>
                <a:ahLst/>
                <a:cxnLst/>
                <a:rect l="l" t="t" r="r" b="b"/>
                <a:pathLst>
                  <a:path w="2884" h="2447" extrusionOk="0">
                    <a:moveTo>
                      <a:pt x="1471" y="0"/>
                    </a:moveTo>
                    <a:cubicBezTo>
                      <a:pt x="674" y="0"/>
                      <a:pt x="207" y="963"/>
                      <a:pt x="0" y="1543"/>
                    </a:cubicBezTo>
                    <a:lnTo>
                      <a:pt x="509" y="1710"/>
                    </a:lnTo>
                    <a:cubicBezTo>
                      <a:pt x="509" y="1710"/>
                      <a:pt x="918" y="578"/>
                      <a:pt x="1479" y="578"/>
                    </a:cubicBezTo>
                    <a:cubicBezTo>
                      <a:pt x="1552" y="578"/>
                      <a:pt x="1626" y="597"/>
                      <a:pt x="1703" y="639"/>
                    </a:cubicBezTo>
                    <a:cubicBezTo>
                      <a:pt x="2375" y="1009"/>
                      <a:pt x="2030" y="2212"/>
                      <a:pt x="2030" y="2212"/>
                    </a:cubicBezTo>
                    <a:lnTo>
                      <a:pt x="2647" y="2447"/>
                    </a:lnTo>
                    <a:cubicBezTo>
                      <a:pt x="2770" y="1759"/>
                      <a:pt x="2884" y="312"/>
                      <a:pt x="1724" y="32"/>
                    </a:cubicBezTo>
                    <a:cubicBezTo>
                      <a:pt x="1636" y="10"/>
                      <a:pt x="1552" y="0"/>
                      <a:pt x="1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8"/>
              <p:cNvSpPr/>
              <p:nvPr/>
            </p:nvSpPr>
            <p:spPr>
              <a:xfrm>
                <a:off x="8341725" y="115829"/>
                <a:ext cx="267198" cy="188098"/>
              </a:xfrm>
              <a:custGeom>
                <a:avLst/>
                <a:gdLst/>
                <a:ahLst/>
                <a:cxnLst/>
                <a:rect l="l" t="t" r="r" b="b"/>
                <a:pathLst>
                  <a:path w="7141" h="5027" extrusionOk="0">
                    <a:moveTo>
                      <a:pt x="3198" y="0"/>
                    </a:moveTo>
                    <a:cubicBezTo>
                      <a:pt x="998" y="0"/>
                      <a:pt x="1" y="2926"/>
                      <a:pt x="1" y="2926"/>
                    </a:cubicBezTo>
                    <a:lnTo>
                      <a:pt x="475" y="3080"/>
                    </a:lnTo>
                    <a:cubicBezTo>
                      <a:pt x="742" y="2290"/>
                      <a:pt x="1495" y="619"/>
                      <a:pt x="3054" y="619"/>
                    </a:cubicBezTo>
                    <a:cubicBezTo>
                      <a:pt x="3284" y="619"/>
                      <a:pt x="3531" y="655"/>
                      <a:pt x="3797" y="736"/>
                    </a:cubicBezTo>
                    <a:cubicBezTo>
                      <a:pt x="6456" y="1541"/>
                      <a:pt x="5916" y="4018"/>
                      <a:pt x="5648" y="4866"/>
                    </a:cubicBezTo>
                    <a:lnTo>
                      <a:pt x="6067" y="5026"/>
                    </a:lnTo>
                    <a:cubicBezTo>
                      <a:pt x="6067" y="5026"/>
                      <a:pt x="7141" y="1301"/>
                      <a:pt x="4223" y="199"/>
                    </a:cubicBezTo>
                    <a:cubicBezTo>
                      <a:pt x="3856" y="61"/>
                      <a:pt x="3515" y="0"/>
                      <a:pt x="31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8"/>
              <p:cNvSpPr/>
              <p:nvPr/>
            </p:nvSpPr>
            <p:spPr>
              <a:xfrm>
                <a:off x="8359386" y="138953"/>
                <a:ext cx="223906" cy="158950"/>
              </a:xfrm>
              <a:custGeom>
                <a:avLst/>
                <a:gdLst/>
                <a:ahLst/>
                <a:cxnLst/>
                <a:rect l="l" t="t" r="r" b="b"/>
                <a:pathLst>
                  <a:path w="5984" h="4248" extrusionOk="0">
                    <a:moveTo>
                      <a:pt x="2582" y="1"/>
                    </a:moveTo>
                    <a:cubicBezTo>
                      <a:pt x="1023" y="1"/>
                      <a:pt x="269" y="1672"/>
                      <a:pt x="0" y="2459"/>
                    </a:cubicBezTo>
                    <a:lnTo>
                      <a:pt x="627" y="2660"/>
                    </a:lnTo>
                    <a:cubicBezTo>
                      <a:pt x="890" y="1900"/>
                      <a:pt x="1508" y="619"/>
                      <a:pt x="2695" y="619"/>
                    </a:cubicBezTo>
                    <a:cubicBezTo>
                      <a:pt x="2983" y="619"/>
                      <a:pt x="3304" y="694"/>
                      <a:pt x="3661" y="871"/>
                    </a:cubicBezTo>
                    <a:cubicBezTo>
                      <a:pt x="4861" y="1463"/>
                      <a:pt x="4710" y="3199"/>
                      <a:pt x="4562" y="4017"/>
                    </a:cubicBezTo>
                    <a:lnTo>
                      <a:pt x="5173" y="4248"/>
                    </a:lnTo>
                    <a:cubicBezTo>
                      <a:pt x="5444" y="3400"/>
                      <a:pt x="5984" y="923"/>
                      <a:pt x="3325" y="118"/>
                    </a:cubicBezTo>
                    <a:cubicBezTo>
                      <a:pt x="3059" y="37"/>
                      <a:pt x="2812" y="1"/>
                      <a:pt x="258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8"/>
              <p:cNvSpPr/>
              <p:nvPr/>
            </p:nvSpPr>
            <p:spPr>
              <a:xfrm>
                <a:off x="8382696" y="162076"/>
                <a:ext cx="158613" cy="127182"/>
              </a:xfrm>
              <a:custGeom>
                <a:avLst/>
                <a:gdLst/>
                <a:ahLst/>
                <a:cxnLst/>
                <a:rect l="l" t="t" r="r" b="b"/>
                <a:pathLst>
                  <a:path w="4239" h="3399" extrusionOk="0">
                    <a:moveTo>
                      <a:pt x="2072" y="1"/>
                    </a:moveTo>
                    <a:cubicBezTo>
                      <a:pt x="884" y="1"/>
                      <a:pt x="264" y="1282"/>
                      <a:pt x="0" y="2042"/>
                    </a:cubicBezTo>
                    <a:lnTo>
                      <a:pt x="614" y="2239"/>
                    </a:lnTo>
                    <a:cubicBezTo>
                      <a:pt x="824" y="1659"/>
                      <a:pt x="1288" y="696"/>
                      <a:pt x="2085" y="696"/>
                    </a:cubicBezTo>
                    <a:cubicBezTo>
                      <a:pt x="2166" y="696"/>
                      <a:pt x="2250" y="706"/>
                      <a:pt x="2338" y="728"/>
                    </a:cubicBezTo>
                    <a:cubicBezTo>
                      <a:pt x="3498" y="1008"/>
                      <a:pt x="3384" y="2455"/>
                      <a:pt x="3261" y="3140"/>
                    </a:cubicBezTo>
                    <a:lnTo>
                      <a:pt x="3939" y="3399"/>
                    </a:lnTo>
                    <a:cubicBezTo>
                      <a:pt x="4084" y="2581"/>
                      <a:pt x="4238" y="845"/>
                      <a:pt x="3038" y="253"/>
                    </a:cubicBezTo>
                    <a:cubicBezTo>
                      <a:pt x="2681" y="76"/>
                      <a:pt x="2360" y="1"/>
                      <a:pt x="20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8"/>
              <p:cNvSpPr/>
              <p:nvPr/>
            </p:nvSpPr>
            <p:spPr>
              <a:xfrm>
                <a:off x="8355644" y="135024"/>
                <a:ext cx="241044" cy="163814"/>
              </a:xfrm>
              <a:custGeom>
                <a:avLst/>
                <a:gdLst/>
                <a:ahLst/>
                <a:cxnLst/>
                <a:rect l="l" t="t" r="r" b="b"/>
                <a:pathLst>
                  <a:path w="6442" h="4378" extrusionOk="0">
                    <a:moveTo>
                      <a:pt x="2825" y="0"/>
                    </a:moveTo>
                    <a:cubicBezTo>
                      <a:pt x="2536" y="0"/>
                      <a:pt x="2256" y="58"/>
                      <a:pt x="1985" y="174"/>
                    </a:cubicBezTo>
                    <a:cubicBezTo>
                      <a:pt x="671" y="738"/>
                      <a:pt x="48" y="2465"/>
                      <a:pt x="23" y="2536"/>
                    </a:cubicBezTo>
                    <a:cubicBezTo>
                      <a:pt x="0" y="2602"/>
                      <a:pt x="51" y="2647"/>
                      <a:pt x="102" y="2647"/>
                    </a:cubicBezTo>
                    <a:cubicBezTo>
                      <a:pt x="133" y="2647"/>
                      <a:pt x="164" y="2630"/>
                      <a:pt x="178" y="2592"/>
                    </a:cubicBezTo>
                    <a:cubicBezTo>
                      <a:pt x="184" y="2573"/>
                      <a:pt x="801" y="862"/>
                      <a:pt x="2050" y="322"/>
                    </a:cubicBezTo>
                    <a:cubicBezTo>
                      <a:pt x="2299" y="216"/>
                      <a:pt x="2558" y="163"/>
                      <a:pt x="2824" y="163"/>
                    </a:cubicBezTo>
                    <a:cubicBezTo>
                      <a:pt x="3140" y="163"/>
                      <a:pt x="3467" y="238"/>
                      <a:pt x="3802" y="387"/>
                    </a:cubicBezTo>
                    <a:cubicBezTo>
                      <a:pt x="4822" y="843"/>
                      <a:pt x="5368" y="1630"/>
                      <a:pt x="5424" y="2728"/>
                    </a:cubicBezTo>
                    <a:cubicBezTo>
                      <a:pt x="5445" y="3249"/>
                      <a:pt x="5368" y="3773"/>
                      <a:pt x="5199" y="4267"/>
                    </a:cubicBezTo>
                    <a:cubicBezTo>
                      <a:pt x="5183" y="4310"/>
                      <a:pt x="5205" y="4356"/>
                      <a:pt x="5245" y="4371"/>
                    </a:cubicBezTo>
                    <a:cubicBezTo>
                      <a:pt x="5254" y="4375"/>
                      <a:pt x="5263" y="4378"/>
                      <a:pt x="5276" y="4378"/>
                    </a:cubicBezTo>
                    <a:cubicBezTo>
                      <a:pt x="5307" y="4375"/>
                      <a:pt x="5334" y="4356"/>
                      <a:pt x="5347" y="4325"/>
                    </a:cubicBezTo>
                    <a:cubicBezTo>
                      <a:pt x="5359" y="4294"/>
                      <a:pt x="6442" y="1389"/>
                      <a:pt x="3863" y="239"/>
                    </a:cubicBezTo>
                    <a:cubicBezTo>
                      <a:pt x="3508" y="79"/>
                      <a:pt x="3161" y="0"/>
                      <a:pt x="2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8"/>
              <p:cNvSpPr/>
              <p:nvPr/>
            </p:nvSpPr>
            <p:spPr>
              <a:xfrm>
                <a:off x="8378917" y="160430"/>
                <a:ext cx="167107" cy="131822"/>
              </a:xfrm>
              <a:custGeom>
                <a:avLst/>
                <a:gdLst/>
                <a:ahLst/>
                <a:cxnLst/>
                <a:rect l="l" t="t" r="r" b="b"/>
                <a:pathLst>
                  <a:path w="4466" h="3523" extrusionOk="0">
                    <a:moveTo>
                      <a:pt x="2270" y="0"/>
                    </a:moveTo>
                    <a:cubicBezTo>
                      <a:pt x="2003" y="0"/>
                      <a:pt x="1745" y="61"/>
                      <a:pt x="1499" y="183"/>
                    </a:cubicBezTo>
                    <a:cubicBezTo>
                      <a:pt x="493" y="679"/>
                      <a:pt x="43" y="2005"/>
                      <a:pt x="21" y="2064"/>
                    </a:cubicBezTo>
                    <a:cubicBezTo>
                      <a:pt x="0" y="2127"/>
                      <a:pt x="51" y="2169"/>
                      <a:pt x="100" y="2169"/>
                    </a:cubicBezTo>
                    <a:cubicBezTo>
                      <a:pt x="131" y="2169"/>
                      <a:pt x="162" y="2153"/>
                      <a:pt x="175" y="2113"/>
                    </a:cubicBezTo>
                    <a:cubicBezTo>
                      <a:pt x="182" y="2101"/>
                      <a:pt x="626" y="793"/>
                      <a:pt x="1573" y="328"/>
                    </a:cubicBezTo>
                    <a:cubicBezTo>
                      <a:pt x="1793" y="217"/>
                      <a:pt x="2027" y="162"/>
                      <a:pt x="2269" y="162"/>
                    </a:cubicBezTo>
                    <a:cubicBezTo>
                      <a:pt x="2467" y="162"/>
                      <a:pt x="2671" y="199"/>
                      <a:pt x="2880" y="272"/>
                    </a:cubicBezTo>
                    <a:cubicBezTo>
                      <a:pt x="4466" y="818"/>
                      <a:pt x="3966" y="3403"/>
                      <a:pt x="3960" y="3427"/>
                    </a:cubicBezTo>
                    <a:cubicBezTo>
                      <a:pt x="3951" y="3470"/>
                      <a:pt x="3978" y="3514"/>
                      <a:pt x="4022" y="3523"/>
                    </a:cubicBezTo>
                    <a:lnTo>
                      <a:pt x="4040" y="3523"/>
                    </a:lnTo>
                    <a:cubicBezTo>
                      <a:pt x="4077" y="3523"/>
                      <a:pt x="4108" y="3495"/>
                      <a:pt x="4114" y="3461"/>
                    </a:cubicBezTo>
                    <a:cubicBezTo>
                      <a:pt x="4200" y="2986"/>
                      <a:pt x="4222" y="2505"/>
                      <a:pt x="4179" y="2027"/>
                    </a:cubicBezTo>
                    <a:cubicBezTo>
                      <a:pt x="4077" y="1025"/>
                      <a:pt x="3648" y="365"/>
                      <a:pt x="2933" y="118"/>
                    </a:cubicBezTo>
                    <a:cubicBezTo>
                      <a:pt x="2706" y="40"/>
                      <a:pt x="2485" y="0"/>
                      <a:pt x="22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8"/>
              <p:cNvSpPr/>
              <p:nvPr/>
            </p:nvSpPr>
            <p:spPr>
              <a:xfrm>
                <a:off x="8401853" y="185237"/>
                <a:ext cx="121906" cy="97435"/>
              </a:xfrm>
              <a:custGeom>
                <a:avLst/>
                <a:gdLst/>
                <a:ahLst/>
                <a:cxnLst/>
                <a:rect l="l" t="t" r="r" b="b"/>
                <a:pathLst>
                  <a:path w="3258" h="2604" extrusionOk="0">
                    <a:moveTo>
                      <a:pt x="1629" y="1"/>
                    </a:moveTo>
                    <a:cubicBezTo>
                      <a:pt x="1471" y="1"/>
                      <a:pt x="1312" y="37"/>
                      <a:pt x="1166" y="109"/>
                    </a:cubicBezTo>
                    <a:cubicBezTo>
                      <a:pt x="429" y="457"/>
                      <a:pt x="41" y="1549"/>
                      <a:pt x="22" y="1595"/>
                    </a:cubicBezTo>
                    <a:cubicBezTo>
                      <a:pt x="1" y="1659"/>
                      <a:pt x="52" y="1703"/>
                      <a:pt x="103" y="1703"/>
                    </a:cubicBezTo>
                    <a:cubicBezTo>
                      <a:pt x="133" y="1703"/>
                      <a:pt x="163" y="1686"/>
                      <a:pt x="176" y="1648"/>
                    </a:cubicBezTo>
                    <a:cubicBezTo>
                      <a:pt x="182" y="1638"/>
                      <a:pt x="562" y="574"/>
                      <a:pt x="1237" y="254"/>
                    </a:cubicBezTo>
                    <a:cubicBezTo>
                      <a:pt x="1360" y="194"/>
                      <a:pt x="1495" y="163"/>
                      <a:pt x="1630" y="163"/>
                    </a:cubicBezTo>
                    <a:cubicBezTo>
                      <a:pt x="1738" y="163"/>
                      <a:pt x="1847" y="183"/>
                      <a:pt x="1950" y="223"/>
                    </a:cubicBezTo>
                    <a:cubicBezTo>
                      <a:pt x="3069" y="624"/>
                      <a:pt x="2674" y="2487"/>
                      <a:pt x="2668" y="2505"/>
                    </a:cubicBezTo>
                    <a:cubicBezTo>
                      <a:pt x="2659" y="2548"/>
                      <a:pt x="2687" y="2592"/>
                      <a:pt x="2730" y="2601"/>
                    </a:cubicBezTo>
                    <a:cubicBezTo>
                      <a:pt x="2736" y="2604"/>
                      <a:pt x="2742" y="2604"/>
                      <a:pt x="2749" y="2604"/>
                    </a:cubicBezTo>
                    <a:cubicBezTo>
                      <a:pt x="2786" y="2601"/>
                      <a:pt x="2816" y="2576"/>
                      <a:pt x="2826" y="2539"/>
                    </a:cubicBezTo>
                    <a:cubicBezTo>
                      <a:pt x="2844" y="2456"/>
                      <a:pt x="3257" y="519"/>
                      <a:pt x="2002" y="69"/>
                    </a:cubicBezTo>
                    <a:cubicBezTo>
                      <a:pt x="1882" y="23"/>
                      <a:pt x="1755" y="1"/>
                      <a:pt x="16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3" name="Google Shape;763;p8"/>
            <p:cNvSpPr/>
            <p:nvPr/>
          </p:nvSpPr>
          <p:spPr>
            <a:xfrm>
              <a:off x="738125" y="421348"/>
              <a:ext cx="76150" cy="76625"/>
            </a:xfrm>
            <a:custGeom>
              <a:avLst/>
              <a:gdLst/>
              <a:ahLst/>
              <a:cxnLst/>
              <a:rect l="l" t="t" r="r" b="b"/>
              <a:pathLst>
                <a:path w="1518" h="1528" extrusionOk="0">
                  <a:moveTo>
                    <a:pt x="812" y="1"/>
                  </a:moveTo>
                  <a:cubicBezTo>
                    <a:pt x="765" y="1"/>
                    <a:pt x="731" y="38"/>
                    <a:pt x="731" y="81"/>
                  </a:cubicBezTo>
                  <a:lnTo>
                    <a:pt x="728" y="543"/>
                  </a:lnTo>
                  <a:lnTo>
                    <a:pt x="451" y="250"/>
                  </a:lnTo>
                  <a:cubicBezTo>
                    <a:pt x="433" y="232"/>
                    <a:pt x="413" y="224"/>
                    <a:pt x="394" y="224"/>
                  </a:cubicBezTo>
                  <a:cubicBezTo>
                    <a:pt x="332" y="224"/>
                    <a:pt x="277" y="303"/>
                    <a:pt x="333" y="365"/>
                  </a:cubicBezTo>
                  <a:lnTo>
                    <a:pt x="617" y="664"/>
                  </a:lnTo>
                  <a:lnTo>
                    <a:pt x="99" y="670"/>
                  </a:lnTo>
                  <a:cubicBezTo>
                    <a:pt x="0" y="676"/>
                    <a:pt x="0" y="824"/>
                    <a:pt x="99" y="830"/>
                  </a:cubicBezTo>
                  <a:lnTo>
                    <a:pt x="574" y="827"/>
                  </a:lnTo>
                  <a:lnTo>
                    <a:pt x="574" y="827"/>
                  </a:lnTo>
                  <a:lnTo>
                    <a:pt x="207" y="1083"/>
                  </a:lnTo>
                  <a:cubicBezTo>
                    <a:pt x="142" y="1126"/>
                    <a:pt x="173" y="1228"/>
                    <a:pt x="253" y="1228"/>
                  </a:cubicBezTo>
                  <a:cubicBezTo>
                    <a:pt x="269" y="1228"/>
                    <a:pt x="284" y="1225"/>
                    <a:pt x="300" y="1216"/>
                  </a:cubicBezTo>
                  <a:lnTo>
                    <a:pt x="722" y="920"/>
                  </a:lnTo>
                  <a:lnTo>
                    <a:pt x="719" y="1444"/>
                  </a:lnTo>
                  <a:cubicBezTo>
                    <a:pt x="719" y="1490"/>
                    <a:pt x="756" y="1527"/>
                    <a:pt x="802" y="1527"/>
                  </a:cubicBezTo>
                  <a:cubicBezTo>
                    <a:pt x="845" y="1527"/>
                    <a:pt x="882" y="1490"/>
                    <a:pt x="882" y="1447"/>
                  </a:cubicBezTo>
                  <a:lnTo>
                    <a:pt x="886" y="951"/>
                  </a:lnTo>
                  <a:lnTo>
                    <a:pt x="1182" y="1262"/>
                  </a:lnTo>
                  <a:cubicBezTo>
                    <a:pt x="1194" y="1277"/>
                    <a:pt x="1216" y="1287"/>
                    <a:pt x="1240" y="1287"/>
                  </a:cubicBezTo>
                  <a:cubicBezTo>
                    <a:pt x="1311" y="1287"/>
                    <a:pt x="1345" y="1203"/>
                    <a:pt x="1299" y="1151"/>
                  </a:cubicBezTo>
                  <a:lnTo>
                    <a:pt x="990" y="824"/>
                  </a:lnTo>
                  <a:lnTo>
                    <a:pt x="1410" y="818"/>
                  </a:lnTo>
                  <a:cubicBezTo>
                    <a:pt x="1518" y="818"/>
                    <a:pt x="1518" y="658"/>
                    <a:pt x="1410" y="658"/>
                  </a:cubicBezTo>
                  <a:lnTo>
                    <a:pt x="1095" y="661"/>
                  </a:lnTo>
                  <a:lnTo>
                    <a:pt x="1095" y="661"/>
                  </a:lnTo>
                  <a:lnTo>
                    <a:pt x="1425" y="429"/>
                  </a:lnTo>
                  <a:cubicBezTo>
                    <a:pt x="1492" y="378"/>
                    <a:pt x="1443" y="284"/>
                    <a:pt x="1376" y="284"/>
                  </a:cubicBezTo>
                  <a:cubicBezTo>
                    <a:pt x="1362" y="284"/>
                    <a:pt x="1347" y="288"/>
                    <a:pt x="1333" y="297"/>
                  </a:cubicBezTo>
                  <a:lnTo>
                    <a:pt x="889" y="605"/>
                  </a:lnTo>
                  <a:lnTo>
                    <a:pt x="889" y="605"/>
                  </a:lnTo>
                  <a:lnTo>
                    <a:pt x="892" y="84"/>
                  </a:lnTo>
                  <a:cubicBezTo>
                    <a:pt x="892" y="38"/>
                    <a:pt x="855" y="4"/>
                    <a:pt x="8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8"/>
            <p:cNvSpPr/>
            <p:nvPr/>
          </p:nvSpPr>
          <p:spPr>
            <a:xfrm>
              <a:off x="679734" y="119474"/>
              <a:ext cx="70741" cy="70930"/>
            </a:xfrm>
            <a:custGeom>
              <a:avLst/>
              <a:gdLst/>
              <a:ahLst/>
              <a:cxnLst/>
              <a:rect l="l" t="t" r="r" b="b"/>
              <a:pathLst>
                <a:path w="1121" h="1124" extrusionOk="0">
                  <a:moveTo>
                    <a:pt x="562" y="164"/>
                  </a:moveTo>
                  <a:cubicBezTo>
                    <a:pt x="781" y="168"/>
                    <a:pt x="960" y="346"/>
                    <a:pt x="957" y="565"/>
                  </a:cubicBezTo>
                  <a:cubicBezTo>
                    <a:pt x="957" y="784"/>
                    <a:pt x="778" y="960"/>
                    <a:pt x="562" y="960"/>
                  </a:cubicBezTo>
                  <a:cubicBezTo>
                    <a:pt x="340" y="960"/>
                    <a:pt x="164" y="781"/>
                    <a:pt x="164" y="562"/>
                  </a:cubicBezTo>
                  <a:cubicBezTo>
                    <a:pt x="164" y="344"/>
                    <a:pt x="341" y="166"/>
                    <a:pt x="562" y="164"/>
                  </a:cubicBezTo>
                  <a:close/>
                  <a:moveTo>
                    <a:pt x="559" y="1"/>
                  </a:moveTo>
                  <a:cubicBezTo>
                    <a:pt x="250" y="1"/>
                    <a:pt x="0" y="251"/>
                    <a:pt x="0" y="562"/>
                  </a:cubicBezTo>
                  <a:cubicBezTo>
                    <a:pt x="0" y="871"/>
                    <a:pt x="250" y="1120"/>
                    <a:pt x="559" y="1123"/>
                  </a:cubicBezTo>
                  <a:lnTo>
                    <a:pt x="562" y="1123"/>
                  </a:lnTo>
                  <a:cubicBezTo>
                    <a:pt x="870" y="1120"/>
                    <a:pt x="1120" y="871"/>
                    <a:pt x="1120" y="562"/>
                  </a:cubicBezTo>
                  <a:cubicBezTo>
                    <a:pt x="1120" y="251"/>
                    <a:pt x="870" y="1"/>
                    <a:pt x="5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8"/>
            <p:cNvSpPr/>
            <p:nvPr/>
          </p:nvSpPr>
          <p:spPr>
            <a:xfrm>
              <a:off x="64228" y="1429033"/>
              <a:ext cx="114472" cy="115104"/>
            </a:xfrm>
            <a:custGeom>
              <a:avLst/>
              <a:gdLst/>
              <a:ahLst/>
              <a:cxnLst/>
              <a:rect l="l" t="t" r="r" b="b"/>
              <a:pathLst>
                <a:path w="1814" h="1824" extrusionOk="0">
                  <a:moveTo>
                    <a:pt x="969" y="232"/>
                  </a:moveTo>
                  <a:cubicBezTo>
                    <a:pt x="993" y="309"/>
                    <a:pt x="1018" y="414"/>
                    <a:pt x="1034" y="482"/>
                  </a:cubicBezTo>
                  <a:cubicBezTo>
                    <a:pt x="1080" y="664"/>
                    <a:pt x="1089" y="704"/>
                    <a:pt x="1111" y="735"/>
                  </a:cubicBezTo>
                  <a:cubicBezTo>
                    <a:pt x="1135" y="766"/>
                    <a:pt x="1169" y="778"/>
                    <a:pt x="1348" y="843"/>
                  </a:cubicBezTo>
                  <a:cubicBezTo>
                    <a:pt x="1410" y="868"/>
                    <a:pt x="1509" y="901"/>
                    <a:pt x="1579" y="929"/>
                  </a:cubicBezTo>
                  <a:cubicBezTo>
                    <a:pt x="1478" y="975"/>
                    <a:pt x="1314" y="1037"/>
                    <a:pt x="1169" y="1090"/>
                  </a:cubicBezTo>
                  <a:cubicBezTo>
                    <a:pt x="1148" y="1096"/>
                    <a:pt x="1132" y="1111"/>
                    <a:pt x="1123" y="1133"/>
                  </a:cubicBezTo>
                  <a:cubicBezTo>
                    <a:pt x="1049" y="1299"/>
                    <a:pt x="960" y="1487"/>
                    <a:pt x="901" y="1592"/>
                  </a:cubicBezTo>
                  <a:cubicBezTo>
                    <a:pt x="861" y="1478"/>
                    <a:pt x="805" y="1278"/>
                    <a:pt x="762" y="1105"/>
                  </a:cubicBezTo>
                  <a:cubicBezTo>
                    <a:pt x="753" y="1071"/>
                    <a:pt x="728" y="1049"/>
                    <a:pt x="697" y="1043"/>
                  </a:cubicBezTo>
                  <a:cubicBezTo>
                    <a:pt x="528" y="1012"/>
                    <a:pt x="333" y="969"/>
                    <a:pt x="229" y="938"/>
                  </a:cubicBezTo>
                  <a:cubicBezTo>
                    <a:pt x="395" y="849"/>
                    <a:pt x="565" y="772"/>
                    <a:pt x="741" y="704"/>
                  </a:cubicBezTo>
                  <a:cubicBezTo>
                    <a:pt x="759" y="695"/>
                    <a:pt x="778" y="676"/>
                    <a:pt x="784" y="658"/>
                  </a:cubicBezTo>
                  <a:cubicBezTo>
                    <a:pt x="839" y="513"/>
                    <a:pt x="901" y="371"/>
                    <a:pt x="969" y="232"/>
                  </a:cubicBezTo>
                  <a:close/>
                  <a:moveTo>
                    <a:pt x="990" y="1"/>
                  </a:moveTo>
                  <a:cubicBezTo>
                    <a:pt x="941" y="1"/>
                    <a:pt x="867" y="1"/>
                    <a:pt x="648" y="571"/>
                  </a:cubicBezTo>
                  <a:cubicBezTo>
                    <a:pt x="40" y="815"/>
                    <a:pt x="19" y="895"/>
                    <a:pt x="10" y="929"/>
                  </a:cubicBezTo>
                  <a:cubicBezTo>
                    <a:pt x="0" y="957"/>
                    <a:pt x="6" y="985"/>
                    <a:pt x="22" y="1009"/>
                  </a:cubicBezTo>
                  <a:cubicBezTo>
                    <a:pt x="37" y="1031"/>
                    <a:pt x="84" y="1093"/>
                    <a:pt x="617" y="1198"/>
                  </a:cubicBezTo>
                  <a:cubicBezTo>
                    <a:pt x="774" y="1824"/>
                    <a:pt x="830" y="1824"/>
                    <a:pt x="892" y="1824"/>
                  </a:cubicBezTo>
                  <a:lnTo>
                    <a:pt x="898" y="1824"/>
                  </a:lnTo>
                  <a:cubicBezTo>
                    <a:pt x="944" y="1821"/>
                    <a:pt x="1000" y="1817"/>
                    <a:pt x="1259" y="1231"/>
                  </a:cubicBezTo>
                  <a:cubicBezTo>
                    <a:pt x="1416" y="1176"/>
                    <a:pt x="1718" y="1065"/>
                    <a:pt x="1783" y="1006"/>
                  </a:cubicBezTo>
                  <a:cubicBezTo>
                    <a:pt x="1805" y="985"/>
                    <a:pt x="1814" y="951"/>
                    <a:pt x="1811" y="920"/>
                  </a:cubicBezTo>
                  <a:cubicBezTo>
                    <a:pt x="1795" y="846"/>
                    <a:pt x="1715" y="806"/>
                    <a:pt x="1404" y="695"/>
                  </a:cubicBezTo>
                  <a:cubicBezTo>
                    <a:pt x="1345" y="673"/>
                    <a:pt x="1274" y="649"/>
                    <a:pt x="1243" y="633"/>
                  </a:cubicBezTo>
                  <a:cubicBezTo>
                    <a:pt x="1234" y="599"/>
                    <a:pt x="1212" y="516"/>
                    <a:pt x="1194" y="448"/>
                  </a:cubicBezTo>
                  <a:cubicBezTo>
                    <a:pt x="1141" y="229"/>
                    <a:pt x="1104" y="93"/>
                    <a:pt x="1067" y="41"/>
                  </a:cubicBezTo>
                  <a:cubicBezTo>
                    <a:pt x="1046" y="16"/>
                    <a:pt x="1018" y="4"/>
                    <a:pt x="99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8"/>
            <p:cNvSpPr/>
            <p:nvPr/>
          </p:nvSpPr>
          <p:spPr>
            <a:xfrm>
              <a:off x="132954" y="704685"/>
              <a:ext cx="117305" cy="117305"/>
            </a:xfrm>
            <a:custGeom>
              <a:avLst/>
              <a:gdLst/>
              <a:ahLst/>
              <a:cxnLst/>
              <a:rect l="l" t="t" r="r" b="b"/>
              <a:pathLst>
                <a:path w="1611" h="1611" extrusionOk="0">
                  <a:moveTo>
                    <a:pt x="871" y="1"/>
                  </a:moveTo>
                  <a:cubicBezTo>
                    <a:pt x="821" y="1"/>
                    <a:pt x="784" y="38"/>
                    <a:pt x="784" y="84"/>
                  </a:cubicBezTo>
                  <a:lnTo>
                    <a:pt x="781" y="574"/>
                  </a:lnTo>
                  <a:lnTo>
                    <a:pt x="488" y="263"/>
                  </a:lnTo>
                  <a:cubicBezTo>
                    <a:pt x="469" y="243"/>
                    <a:pt x="447" y="234"/>
                    <a:pt x="426" y="234"/>
                  </a:cubicBezTo>
                  <a:cubicBezTo>
                    <a:pt x="360" y="234"/>
                    <a:pt x="303" y="317"/>
                    <a:pt x="362" y="380"/>
                  </a:cubicBezTo>
                  <a:lnTo>
                    <a:pt x="664" y="701"/>
                  </a:lnTo>
                  <a:lnTo>
                    <a:pt x="115" y="704"/>
                  </a:lnTo>
                  <a:cubicBezTo>
                    <a:pt x="1" y="704"/>
                    <a:pt x="1" y="877"/>
                    <a:pt x="115" y="877"/>
                  </a:cubicBezTo>
                  <a:lnTo>
                    <a:pt x="618" y="870"/>
                  </a:lnTo>
                  <a:lnTo>
                    <a:pt x="618" y="870"/>
                  </a:lnTo>
                  <a:lnTo>
                    <a:pt x="232" y="1142"/>
                  </a:lnTo>
                  <a:cubicBezTo>
                    <a:pt x="167" y="1191"/>
                    <a:pt x="201" y="1293"/>
                    <a:pt x="282" y="1296"/>
                  </a:cubicBezTo>
                  <a:cubicBezTo>
                    <a:pt x="297" y="1296"/>
                    <a:pt x="315" y="1290"/>
                    <a:pt x="331" y="1281"/>
                  </a:cubicBezTo>
                  <a:lnTo>
                    <a:pt x="781" y="966"/>
                  </a:lnTo>
                  <a:lnTo>
                    <a:pt x="775" y="1524"/>
                  </a:lnTo>
                  <a:cubicBezTo>
                    <a:pt x="775" y="1571"/>
                    <a:pt x="815" y="1611"/>
                    <a:pt x="861" y="1611"/>
                  </a:cubicBezTo>
                  <a:cubicBezTo>
                    <a:pt x="908" y="1611"/>
                    <a:pt x="948" y="1571"/>
                    <a:pt x="948" y="1524"/>
                  </a:cubicBezTo>
                  <a:lnTo>
                    <a:pt x="951" y="997"/>
                  </a:lnTo>
                  <a:lnTo>
                    <a:pt x="1262" y="1330"/>
                  </a:lnTo>
                  <a:cubicBezTo>
                    <a:pt x="1281" y="1345"/>
                    <a:pt x="1302" y="1355"/>
                    <a:pt x="1327" y="1355"/>
                  </a:cubicBezTo>
                  <a:cubicBezTo>
                    <a:pt x="1349" y="1355"/>
                    <a:pt x="1367" y="1349"/>
                    <a:pt x="1386" y="1333"/>
                  </a:cubicBezTo>
                  <a:cubicBezTo>
                    <a:pt x="1420" y="1299"/>
                    <a:pt x="1420" y="1247"/>
                    <a:pt x="1389" y="1210"/>
                  </a:cubicBezTo>
                  <a:lnTo>
                    <a:pt x="1059" y="864"/>
                  </a:lnTo>
                  <a:lnTo>
                    <a:pt x="1506" y="861"/>
                  </a:lnTo>
                  <a:cubicBezTo>
                    <a:pt x="1611" y="852"/>
                    <a:pt x="1611" y="695"/>
                    <a:pt x="1506" y="689"/>
                  </a:cubicBezTo>
                  <a:lnTo>
                    <a:pt x="1503" y="692"/>
                  </a:lnTo>
                  <a:lnTo>
                    <a:pt x="1170" y="695"/>
                  </a:lnTo>
                  <a:lnTo>
                    <a:pt x="1518" y="451"/>
                  </a:lnTo>
                  <a:cubicBezTo>
                    <a:pt x="1592" y="398"/>
                    <a:pt x="1540" y="297"/>
                    <a:pt x="1468" y="297"/>
                  </a:cubicBezTo>
                  <a:cubicBezTo>
                    <a:pt x="1453" y="297"/>
                    <a:pt x="1436" y="301"/>
                    <a:pt x="1420" y="312"/>
                  </a:cubicBezTo>
                  <a:lnTo>
                    <a:pt x="951" y="639"/>
                  </a:lnTo>
                  <a:lnTo>
                    <a:pt x="954" y="87"/>
                  </a:lnTo>
                  <a:cubicBezTo>
                    <a:pt x="954" y="38"/>
                    <a:pt x="917" y="1"/>
                    <a:pt x="8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8"/>
            <p:cNvSpPr/>
            <p:nvPr/>
          </p:nvSpPr>
          <p:spPr>
            <a:xfrm rot="-5594267">
              <a:off x="128159" y="103595"/>
              <a:ext cx="102915" cy="102661"/>
            </a:xfrm>
            <a:custGeom>
              <a:avLst/>
              <a:gdLst/>
              <a:ahLst/>
              <a:cxnLst/>
              <a:rect l="l" t="t" r="r" b="b"/>
              <a:pathLst>
                <a:path w="1618" h="1614" extrusionOk="0">
                  <a:moveTo>
                    <a:pt x="868" y="1"/>
                  </a:moveTo>
                  <a:cubicBezTo>
                    <a:pt x="821" y="1"/>
                    <a:pt x="784" y="38"/>
                    <a:pt x="784" y="87"/>
                  </a:cubicBezTo>
                  <a:lnTo>
                    <a:pt x="781" y="575"/>
                  </a:lnTo>
                  <a:lnTo>
                    <a:pt x="488" y="266"/>
                  </a:lnTo>
                  <a:cubicBezTo>
                    <a:pt x="470" y="251"/>
                    <a:pt x="451" y="245"/>
                    <a:pt x="432" y="245"/>
                  </a:cubicBezTo>
                  <a:cubicBezTo>
                    <a:pt x="369" y="245"/>
                    <a:pt x="316" y="318"/>
                    <a:pt x="362" y="380"/>
                  </a:cubicBezTo>
                  <a:lnTo>
                    <a:pt x="664" y="701"/>
                  </a:lnTo>
                  <a:lnTo>
                    <a:pt x="115" y="707"/>
                  </a:lnTo>
                  <a:cubicBezTo>
                    <a:pt x="1" y="707"/>
                    <a:pt x="1" y="877"/>
                    <a:pt x="115" y="877"/>
                  </a:cubicBezTo>
                  <a:lnTo>
                    <a:pt x="618" y="874"/>
                  </a:lnTo>
                  <a:lnTo>
                    <a:pt x="229" y="1142"/>
                  </a:lnTo>
                  <a:cubicBezTo>
                    <a:pt x="189" y="1170"/>
                    <a:pt x="180" y="1222"/>
                    <a:pt x="208" y="1262"/>
                  </a:cubicBezTo>
                  <a:cubicBezTo>
                    <a:pt x="225" y="1285"/>
                    <a:pt x="252" y="1298"/>
                    <a:pt x="279" y="1298"/>
                  </a:cubicBezTo>
                  <a:cubicBezTo>
                    <a:pt x="296" y="1298"/>
                    <a:pt x="313" y="1293"/>
                    <a:pt x="328" y="1284"/>
                  </a:cubicBezTo>
                  <a:lnTo>
                    <a:pt x="775" y="969"/>
                  </a:lnTo>
                  <a:lnTo>
                    <a:pt x="775" y="1528"/>
                  </a:lnTo>
                  <a:cubicBezTo>
                    <a:pt x="772" y="1574"/>
                    <a:pt x="812" y="1614"/>
                    <a:pt x="858" y="1614"/>
                  </a:cubicBezTo>
                  <a:cubicBezTo>
                    <a:pt x="905" y="1614"/>
                    <a:pt x="945" y="1574"/>
                    <a:pt x="945" y="1528"/>
                  </a:cubicBezTo>
                  <a:lnTo>
                    <a:pt x="948" y="1000"/>
                  </a:lnTo>
                  <a:lnTo>
                    <a:pt x="1259" y="1333"/>
                  </a:lnTo>
                  <a:cubicBezTo>
                    <a:pt x="1278" y="1353"/>
                    <a:pt x="1300" y="1361"/>
                    <a:pt x="1321" y="1361"/>
                  </a:cubicBezTo>
                  <a:cubicBezTo>
                    <a:pt x="1387" y="1361"/>
                    <a:pt x="1444" y="1277"/>
                    <a:pt x="1386" y="1213"/>
                  </a:cubicBezTo>
                  <a:lnTo>
                    <a:pt x="1059" y="868"/>
                  </a:lnTo>
                  <a:lnTo>
                    <a:pt x="1503" y="865"/>
                  </a:lnTo>
                  <a:cubicBezTo>
                    <a:pt x="1617" y="861"/>
                    <a:pt x="1617" y="692"/>
                    <a:pt x="1503" y="692"/>
                  </a:cubicBezTo>
                  <a:lnTo>
                    <a:pt x="1173" y="695"/>
                  </a:lnTo>
                  <a:lnTo>
                    <a:pt x="1518" y="454"/>
                  </a:lnTo>
                  <a:cubicBezTo>
                    <a:pt x="1597" y="401"/>
                    <a:pt x="1544" y="296"/>
                    <a:pt x="1472" y="296"/>
                  </a:cubicBezTo>
                  <a:cubicBezTo>
                    <a:pt x="1456" y="296"/>
                    <a:pt x="1439" y="301"/>
                    <a:pt x="1423" y="312"/>
                  </a:cubicBezTo>
                  <a:lnTo>
                    <a:pt x="951" y="639"/>
                  </a:lnTo>
                  <a:lnTo>
                    <a:pt x="954" y="87"/>
                  </a:lnTo>
                  <a:cubicBezTo>
                    <a:pt x="954" y="41"/>
                    <a:pt x="917" y="1"/>
                    <a:pt x="8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68" name="Google Shape;768;p8"/>
            <p:cNvGrpSpPr/>
            <p:nvPr/>
          </p:nvGrpSpPr>
          <p:grpSpPr>
            <a:xfrm>
              <a:off x="978054" y="146142"/>
              <a:ext cx="446685" cy="265947"/>
              <a:chOff x="978054" y="146142"/>
              <a:chExt cx="446685" cy="265947"/>
            </a:xfrm>
          </p:grpSpPr>
          <p:sp>
            <p:nvSpPr>
              <p:cNvPr id="769" name="Google Shape;769;p8"/>
              <p:cNvSpPr/>
              <p:nvPr/>
            </p:nvSpPr>
            <p:spPr>
              <a:xfrm>
                <a:off x="978054" y="151960"/>
                <a:ext cx="446685" cy="254309"/>
              </a:xfrm>
              <a:custGeom>
                <a:avLst/>
                <a:gdLst/>
                <a:ahLst/>
                <a:cxnLst/>
                <a:rect l="l" t="t" r="r" b="b"/>
                <a:pathLst>
                  <a:path w="6448" h="3671" extrusionOk="0">
                    <a:moveTo>
                      <a:pt x="3915" y="0"/>
                    </a:moveTo>
                    <a:cubicBezTo>
                      <a:pt x="3615" y="0"/>
                      <a:pt x="3350" y="167"/>
                      <a:pt x="3169" y="387"/>
                    </a:cubicBezTo>
                    <a:lnTo>
                      <a:pt x="3169" y="387"/>
                    </a:lnTo>
                    <a:cubicBezTo>
                      <a:pt x="3046" y="288"/>
                      <a:pt x="2886" y="200"/>
                      <a:pt x="2681" y="132"/>
                    </a:cubicBezTo>
                    <a:cubicBezTo>
                      <a:pt x="2511" y="76"/>
                      <a:pt x="2368" y="52"/>
                      <a:pt x="2248" y="52"/>
                    </a:cubicBezTo>
                    <a:cubicBezTo>
                      <a:pt x="1490" y="52"/>
                      <a:pt x="1623" y="1005"/>
                      <a:pt x="1623" y="1005"/>
                    </a:cubicBezTo>
                    <a:cubicBezTo>
                      <a:pt x="1545" y="958"/>
                      <a:pt x="1462" y="937"/>
                      <a:pt x="1377" y="937"/>
                    </a:cubicBezTo>
                    <a:cubicBezTo>
                      <a:pt x="735" y="937"/>
                      <a:pt x="1" y="2154"/>
                      <a:pt x="840" y="2769"/>
                    </a:cubicBezTo>
                    <a:cubicBezTo>
                      <a:pt x="1102" y="2963"/>
                      <a:pt x="1351" y="3051"/>
                      <a:pt x="1564" y="3064"/>
                    </a:cubicBezTo>
                    <a:lnTo>
                      <a:pt x="1564" y="3064"/>
                    </a:lnTo>
                    <a:cubicBezTo>
                      <a:pt x="1637" y="3387"/>
                      <a:pt x="1868" y="3665"/>
                      <a:pt x="2357" y="3670"/>
                    </a:cubicBezTo>
                    <a:cubicBezTo>
                      <a:pt x="2374" y="3670"/>
                      <a:pt x="2392" y="3670"/>
                      <a:pt x="2408" y="3670"/>
                    </a:cubicBezTo>
                    <a:cubicBezTo>
                      <a:pt x="3079" y="3670"/>
                      <a:pt x="3528" y="3515"/>
                      <a:pt x="3781" y="3285"/>
                    </a:cubicBezTo>
                    <a:lnTo>
                      <a:pt x="3781" y="3285"/>
                    </a:lnTo>
                    <a:cubicBezTo>
                      <a:pt x="3834" y="3357"/>
                      <a:pt x="3900" y="3426"/>
                      <a:pt x="3983" y="3491"/>
                    </a:cubicBezTo>
                    <a:cubicBezTo>
                      <a:pt x="4094" y="3579"/>
                      <a:pt x="4230" y="3618"/>
                      <a:pt x="4376" y="3618"/>
                    </a:cubicBezTo>
                    <a:cubicBezTo>
                      <a:pt x="5223" y="3618"/>
                      <a:pt x="6448" y="2304"/>
                      <a:pt x="5722" y="1542"/>
                    </a:cubicBezTo>
                    <a:cubicBezTo>
                      <a:pt x="5522" y="1331"/>
                      <a:pt x="5310" y="1251"/>
                      <a:pt x="5112" y="1251"/>
                    </a:cubicBezTo>
                    <a:cubicBezTo>
                      <a:pt x="5090" y="1251"/>
                      <a:pt x="5068" y="1252"/>
                      <a:pt x="5046" y="1254"/>
                    </a:cubicBezTo>
                    <a:lnTo>
                      <a:pt x="5046" y="1254"/>
                    </a:lnTo>
                    <a:cubicBezTo>
                      <a:pt x="5054" y="878"/>
                      <a:pt x="4866" y="444"/>
                      <a:pt x="4402" y="151"/>
                    </a:cubicBezTo>
                    <a:cubicBezTo>
                      <a:pt x="4235" y="45"/>
                      <a:pt x="4070" y="0"/>
                      <a:pt x="39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8"/>
              <p:cNvSpPr/>
              <p:nvPr/>
            </p:nvSpPr>
            <p:spPr>
              <a:xfrm>
                <a:off x="999986" y="146142"/>
                <a:ext cx="402834" cy="265947"/>
              </a:xfrm>
              <a:custGeom>
                <a:avLst/>
                <a:gdLst/>
                <a:ahLst/>
                <a:cxnLst/>
                <a:rect l="l" t="t" r="r" b="b"/>
                <a:pathLst>
                  <a:path w="5815" h="3839" extrusionOk="0">
                    <a:moveTo>
                      <a:pt x="2894" y="594"/>
                    </a:moveTo>
                    <a:cubicBezTo>
                      <a:pt x="3125" y="816"/>
                      <a:pt x="3174" y="1078"/>
                      <a:pt x="3110" y="1251"/>
                    </a:cubicBezTo>
                    <a:cubicBezTo>
                      <a:pt x="3077" y="1342"/>
                      <a:pt x="3020" y="1391"/>
                      <a:pt x="2952" y="1391"/>
                    </a:cubicBezTo>
                    <a:cubicBezTo>
                      <a:pt x="2910" y="1391"/>
                      <a:pt x="2864" y="1373"/>
                      <a:pt x="2817" y="1334"/>
                    </a:cubicBezTo>
                    <a:cubicBezTo>
                      <a:pt x="2656" y="1195"/>
                      <a:pt x="2693" y="877"/>
                      <a:pt x="2894" y="594"/>
                    </a:cubicBezTo>
                    <a:close/>
                    <a:moveTo>
                      <a:pt x="4667" y="1439"/>
                    </a:moveTo>
                    <a:lnTo>
                      <a:pt x="4667" y="1439"/>
                    </a:lnTo>
                    <a:cubicBezTo>
                      <a:pt x="4627" y="1750"/>
                      <a:pt x="4436" y="1981"/>
                      <a:pt x="4177" y="2018"/>
                    </a:cubicBezTo>
                    <a:cubicBezTo>
                      <a:pt x="4161" y="2018"/>
                      <a:pt x="4149" y="2022"/>
                      <a:pt x="4134" y="2022"/>
                    </a:cubicBezTo>
                    <a:cubicBezTo>
                      <a:pt x="4063" y="2022"/>
                      <a:pt x="4063" y="2000"/>
                      <a:pt x="4063" y="1981"/>
                    </a:cubicBezTo>
                    <a:cubicBezTo>
                      <a:pt x="4060" y="1852"/>
                      <a:pt x="4309" y="1519"/>
                      <a:pt x="4667" y="1439"/>
                    </a:cubicBezTo>
                    <a:close/>
                    <a:moveTo>
                      <a:pt x="1620" y="2253"/>
                    </a:moveTo>
                    <a:cubicBezTo>
                      <a:pt x="1663" y="2253"/>
                      <a:pt x="1706" y="2293"/>
                      <a:pt x="1731" y="2327"/>
                    </a:cubicBezTo>
                    <a:cubicBezTo>
                      <a:pt x="1857" y="2484"/>
                      <a:pt x="1888" y="2660"/>
                      <a:pt x="1820" y="2805"/>
                    </a:cubicBezTo>
                    <a:cubicBezTo>
                      <a:pt x="1743" y="2959"/>
                      <a:pt x="1564" y="3055"/>
                      <a:pt x="1348" y="3061"/>
                    </a:cubicBezTo>
                    <a:cubicBezTo>
                      <a:pt x="1305" y="2774"/>
                      <a:pt x="1385" y="2472"/>
                      <a:pt x="1500" y="2330"/>
                    </a:cubicBezTo>
                    <a:cubicBezTo>
                      <a:pt x="1543" y="2278"/>
                      <a:pt x="1583" y="2253"/>
                      <a:pt x="1620" y="2253"/>
                    </a:cubicBezTo>
                    <a:close/>
                    <a:moveTo>
                      <a:pt x="3548" y="2490"/>
                    </a:moveTo>
                    <a:cubicBezTo>
                      <a:pt x="3563" y="2490"/>
                      <a:pt x="3597" y="2524"/>
                      <a:pt x="3625" y="2614"/>
                    </a:cubicBezTo>
                    <a:cubicBezTo>
                      <a:pt x="3699" y="2827"/>
                      <a:pt x="3652" y="3061"/>
                      <a:pt x="3507" y="3231"/>
                    </a:cubicBezTo>
                    <a:cubicBezTo>
                      <a:pt x="3372" y="2993"/>
                      <a:pt x="3384" y="2737"/>
                      <a:pt x="3461" y="2586"/>
                    </a:cubicBezTo>
                    <a:cubicBezTo>
                      <a:pt x="3495" y="2518"/>
                      <a:pt x="3532" y="2490"/>
                      <a:pt x="3548" y="2490"/>
                    </a:cubicBezTo>
                    <a:close/>
                    <a:moveTo>
                      <a:pt x="3628" y="170"/>
                    </a:moveTo>
                    <a:cubicBezTo>
                      <a:pt x="3775" y="170"/>
                      <a:pt x="3925" y="213"/>
                      <a:pt x="4066" y="304"/>
                    </a:cubicBezTo>
                    <a:cubicBezTo>
                      <a:pt x="4430" y="532"/>
                      <a:pt x="4652" y="887"/>
                      <a:pt x="4673" y="1260"/>
                    </a:cubicBezTo>
                    <a:cubicBezTo>
                      <a:pt x="4229" y="1340"/>
                      <a:pt x="3881" y="1747"/>
                      <a:pt x="3893" y="1988"/>
                    </a:cubicBezTo>
                    <a:cubicBezTo>
                      <a:pt x="3899" y="2086"/>
                      <a:pt x="3960" y="2190"/>
                      <a:pt x="4132" y="2190"/>
                    </a:cubicBezTo>
                    <a:cubicBezTo>
                      <a:pt x="4153" y="2190"/>
                      <a:pt x="4177" y="2188"/>
                      <a:pt x="4201" y="2185"/>
                    </a:cubicBezTo>
                    <a:cubicBezTo>
                      <a:pt x="4550" y="2139"/>
                      <a:pt x="4803" y="1827"/>
                      <a:pt x="4840" y="1417"/>
                    </a:cubicBezTo>
                    <a:cubicBezTo>
                      <a:pt x="5034" y="1423"/>
                      <a:pt x="5213" y="1510"/>
                      <a:pt x="5373" y="1682"/>
                    </a:cubicBezTo>
                    <a:cubicBezTo>
                      <a:pt x="5651" y="1972"/>
                      <a:pt x="5586" y="2321"/>
                      <a:pt x="5485" y="2561"/>
                    </a:cubicBezTo>
                    <a:cubicBezTo>
                      <a:pt x="5247" y="3113"/>
                      <a:pt x="4581" y="3616"/>
                      <a:pt x="4090" y="3616"/>
                    </a:cubicBezTo>
                    <a:cubicBezTo>
                      <a:pt x="4086" y="3616"/>
                      <a:pt x="4082" y="3616"/>
                      <a:pt x="4077" y="3616"/>
                    </a:cubicBezTo>
                    <a:cubicBezTo>
                      <a:pt x="3958" y="3616"/>
                      <a:pt x="3843" y="3576"/>
                      <a:pt x="3748" y="3505"/>
                    </a:cubicBezTo>
                    <a:cubicBezTo>
                      <a:pt x="3699" y="3465"/>
                      <a:pt x="3652" y="3422"/>
                      <a:pt x="3609" y="3372"/>
                    </a:cubicBezTo>
                    <a:cubicBezTo>
                      <a:pt x="3816" y="3157"/>
                      <a:pt x="3884" y="2845"/>
                      <a:pt x="3788" y="2564"/>
                    </a:cubicBezTo>
                    <a:cubicBezTo>
                      <a:pt x="3723" y="2352"/>
                      <a:pt x="3609" y="2321"/>
                      <a:pt x="3548" y="2321"/>
                    </a:cubicBezTo>
                    <a:cubicBezTo>
                      <a:pt x="3455" y="2321"/>
                      <a:pt x="3366" y="2389"/>
                      <a:pt x="3307" y="2506"/>
                    </a:cubicBezTo>
                    <a:cubicBezTo>
                      <a:pt x="3202" y="2716"/>
                      <a:pt x="3187" y="3049"/>
                      <a:pt x="3381" y="3351"/>
                    </a:cubicBezTo>
                    <a:cubicBezTo>
                      <a:pt x="3181" y="3505"/>
                      <a:pt x="2807" y="3669"/>
                      <a:pt x="2120" y="3669"/>
                    </a:cubicBezTo>
                    <a:lnTo>
                      <a:pt x="2070" y="3669"/>
                    </a:lnTo>
                    <a:cubicBezTo>
                      <a:pt x="1651" y="3662"/>
                      <a:pt x="1469" y="3447"/>
                      <a:pt x="1392" y="3231"/>
                    </a:cubicBezTo>
                    <a:cubicBezTo>
                      <a:pt x="1657" y="3215"/>
                      <a:pt x="1873" y="3086"/>
                      <a:pt x="1972" y="2879"/>
                    </a:cubicBezTo>
                    <a:cubicBezTo>
                      <a:pt x="2073" y="2672"/>
                      <a:pt x="2033" y="2432"/>
                      <a:pt x="1864" y="2222"/>
                    </a:cubicBezTo>
                    <a:cubicBezTo>
                      <a:pt x="1771" y="2105"/>
                      <a:pt x="1679" y="2080"/>
                      <a:pt x="1617" y="2080"/>
                    </a:cubicBezTo>
                    <a:cubicBezTo>
                      <a:pt x="1527" y="2080"/>
                      <a:pt x="1441" y="2130"/>
                      <a:pt x="1367" y="2222"/>
                    </a:cubicBezTo>
                    <a:cubicBezTo>
                      <a:pt x="1216" y="2410"/>
                      <a:pt x="1139" y="2749"/>
                      <a:pt x="1173" y="3049"/>
                    </a:cubicBezTo>
                    <a:cubicBezTo>
                      <a:pt x="966" y="3002"/>
                      <a:pt x="769" y="2913"/>
                      <a:pt x="602" y="2783"/>
                    </a:cubicBezTo>
                    <a:cubicBezTo>
                      <a:pt x="161" y="2456"/>
                      <a:pt x="254" y="2003"/>
                      <a:pt x="312" y="1821"/>
                    </a:cubicBezTo>
                    <a:cubicBezTo>
                      <a:pt x="442" y="1426"/>
                      <a:pt x="790" y="1106"/>
                      <a:pt x="1086" y="1106"/>
                    </a:cubicBezTo>
                    <a:cubicBezTo>
                      <a:pt x="1157" y="1106"/>
                      <a:pt x="1228" y="1124"/>
                      <a:pt x="1290" y="1161"/>
                    </a:cubicBezTo>
                    <a:cubicBezTo>
                      <a:pt x="1304" y="1169"/>
                      <a:pt x="1319" y="1173"/>
                      <a:pt x="1333" y="1173"/>
                    </a:cubicBezTo>
                    <a:cubicBezTo>
                      <a:pt x="1382" y="1173"/>
                      <a:pt x="1427" y="1130"/>
                      <a:pt x="1419" y="1075"/>
                    </a:cubicBezTo>
                    <a:cubicBezTo>
                      <a:pt x="1419" y="1072"/>
                      <a:pt x="1358" y="621"/>
                      <a:pt x="1574" y="375"/>
                    </a:cubicBezTo>
                    <a:cubicBezTo>
                      <a:pt x="1664" y="270"/>
                      <a:pt x="1793" y="218"/>
                      <a:pt x="1959" y="218"/>
                    </a:cubicBezTo>
                    <a:cubicBezTo>
                      <a:pt x="2076" y="218"/>
                      <a:pt x="2212" y="243"/>
                      <a:pt x="2366" y="294"/>
                    </a:cubicBezTo>
                    <a:cubicBezTo>
                      <a:pt x="2508" y="338"/>
                      <a:pt x="2641" y="402"/>
                      <a:pt x="2761" y="486"/>
                    </a:cubicBezTo>
                    <a:cubicBezTo>
                      <a:pt x="2527" y="809"/>
                      <a:pt x="2446" y="1244"/>
                      <a:pt x="2709" y="1463"/>
                    </a:cubicBezTo>
                    <a:cubicBezTo>
                      <a:pt x="2777" y="1525"/>
                      <a:pt x="2863" y="1562"/>
                      <a:pt x="2955" y="1565"/>
                    </a:cubicBezTo>
                    <a:cubicBezTo>
                      <a:pt x="3094" y="1565"/>
                      <a:pt x="3218" y="1466"/>
                      <a:pt x="3273" y="1306"/>
                    </a:cubicBezTo>
                    <a:cubicBezTo>
                      <a:pt x="3353" y="1075"/>
                      <a:pt x="3298" y="735"/>
                      <a:pt x="3002" y="458"/>
                    </a:cubicBezTo>
                    <a:cubicBezTo>
                      <a:pt x="3182" y="270"/>
                      <a:pt x="3403" y="170"/>
                      <a:pt x="3628" y="170"/>
                    </a:cubicBezTo>
                    <a:close/>
                    <a:moveTo>
                      <a:pt x="3632" y="0"/>
                    </a:moveTo>
                    <a:cubicBezTo>
                      <a:pt x="3356" y="0"/>
                      <a:pt x="3085" y="122"/>
                      <a:pt x="2872" y="350"/>
                    </a:cubicBezTo>
                    <a:cubicBezTo>
                      <a:pt x="2733" y="257"/>
                      <a:pt x="2582" y="183"/>
                      <a:pt x="2422" y="131"/>
                    </a:cubicBezTo>
                    <a:cubicBezTo>
                      <a:pt x="2252" y="76"/>
                      <a:pt x="2099" y="48"/>
                      <a:pt x="1963" y="48"/>
                    </a:cubicBezTo>
                    <a:cubicBezTo>
                      <a:pt x="1743" y="48"/>
                      <a:pt x="1568" y="120"/>
                      <a:pt x="1444" y="264"/>
                    </a:cubicBezTo>
                    <a:cubicBezTo>
                      <a:pt x="1262" y="470"/>
                      <a:pt x="1237" y="776"/>
                      <a:pt x="1241" y="954"/>
                    </a:cubicBezTo>
                    <a:cubicBezTo>
                      <a:pt x="1191" y="939"/>
                      <a:pt x="1139" y="933"/>
                      <a:pt x="1089" y="933"/>
                    </a:cubicBezTo>
                    <a:cubicBezTo>
                      <a:pt x="716" y="933"/>
                      <a:pt x="306" y="1300"/>
                      <a:pt x="152" y="1766"/>
                    </a:cubicBezTo>
                    <a:cubicBezTo>
                      <a:pt x="1" y="2225"/>
                      <a:pt x="127" y="2645"/>
                      <a:pt x="500" y="2919"/>
                    </a:cubicBezTo>
                    <a:cubicBezTo>
                      <a:pt x="735" y="3092"/>
                      <a:pt x="978" y="3197"/>
                      <a:pt x="1210" y="3224"/>
                    </a:cubicBezTo>
                    <a:cubicBezTo>
                      <a:pt x="1321" y="3613"/>
                      <a:pt x="1632" y="3835"/>
                      <a:pt x="2070" y="3838"/>
                    </a:cubicBezTo>
                    <a:lnTo>
                      <a:pt x="2120" y="3838"/>
                    </a:lnTo>
                    <a:cubicBezTo>
                      <a:pt x="2715" y="3838"/>
                      <a:pt x="3184" y="3718"/>
                      <a:pt x="3483" y="3490"/>
                    </a:cubicBezTo>
                    <a:cubicBezTo>
                      <a:pt x="3532" y="3542"/>
                      <a:pt x="3585" y="3595"/>
                      <a:pt x="3643" y="3641"/>
                    </a:cubicBezTo>
                    <a:cubicBezTo>
                      <a:pt x="3766" y="3737"/>
                      <a:pt x="3921" y="3786"/>
                      <a:pt x="4076" y="3786"/>
                    </a:cubicBezTo>
                    <a:cubicBezTo>
                      <a:pt x="4081" y="3786"/>
                      <a:pt x="4086" y="3786"/>
                      <a:pt x="4090" y="3786"/>
                    </a:cubicBezTo>
                    <a:cubicBezTo>
                      <a:pt x="4652" y="3786"/>
                      <a:pt x="5377" y="3246"/>
                      <a:pt x="5642" y="2629"/>
                    </a:cubicBezTo>
                    <a:cubicBezTo>
                      <a:pt x="5815" y="2222"/>
                      <a:pt x="5765" y="1843"/>
                      <a:pt x="5500" y="1565"/>
                    </a:cubicBezTo>
                    <a:cubicBezTo>
                      <a:pt x="5303" y="1358"/>
                      <a:pt x="5084" y="1254"/>
                      <a:pt x="4843" y="1247"/>
                    </a:cubicBezTo>
                    <a:cubicBezTo>
                      <a:pt x="4821" y="819"/>
                      <a:pt x="4572" y="418"/>
                      <a:pt x="4161" y="159"/>
                    </a:cubicBezTo>
                    <a:cubicBezTo>
                      <a:pt x="3992" y="52"/>
                      <a:pt x="3811" y="0"/>
                      <a:pt x="36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1" name="Google Shape;771;p8"/>
            <p:cNvGrpSpPr/>
            <p:nvPr/>
          </p:nvGrpSpPr>
          <p:grpSpPr>
            <a:xfrm>
              <a:off x="241328" y="274302"/>
              <a:ext cx="299552" cy="265537"/>
              <a:chOff x="8792070" y="4843090"/>
              <a:chExt cx="142474" cy="126290"/>
            </a:xfrm>
          </p:grpSpPr>
          <p:sp>
            <p:nvSpPr>
              <p:cNvPr id="772" name="Google Shape;772;p8"/>
              <p:cNvSpPr/>
              <p:nvPr/>
            </p:nvSpPr>
            <p:spPr>
              <a:xfrm>
                <a:off x="8835905" y="4843090"/>
                <a:ext cx="69128" cy="58982"/>
              </a:xfrm>
              <a:custGeom>
                <a:avLst/>
                <a:gdLst/>
                <a:ahLst/>
                <a:cxnLst/>
                <a:rect l="l" t="t" r="r" b="b"/>
                <a:pathLst>
                  <a:path w="1935" h="1651" extrusionOk="0">
                    <a:moveTo>
                      <a:pt x="926" y="796"/>
                    </a:moveTo>
                    <a:cubicBezTo>
                      <a:pt x="947" y="848"/>
                      <a:pt x="960" y="904"/>
                      <a:pt x="966" y="959"/>
                    </a:cubicBezTo>
                    <a:cubicBezTo>
                      <a:pt x="958" y="961"/>
                      <a:pt x="950" y="962"/>
                      <a:pt x="941" y="962"/>
                    </a:cubicBezTo>
                    <a:cubicBezTo>
                      <a:pt x="933" y="962"/>
                      <a:pt x="924" y="961"/>
                      <a:pt x="917" y="959"/>
                    </a:cubicBezTo>
                    <a:cubicBezTo>
                      <a:pt x="904" y="938"/>
                      <a:pt x="904" y="882"/>
                      <a:pt x="926" y="796"/>
                    </a:cubicBezTo>
                    <a:close/>
                    <a:moveTo>
                      <a:pt x="1472" y="164"/>
                    </a:moveTo>
                    <a:cubicBezTo>
                      <a:pt x="1537" y="164"/>
                      <a:pt x="1595" y="194"/>
                      <a:pt x="1635" y="241"/>
                    </a:cubicBezTo>
                    <a:cubicBezTo>
                      <a:pt x="1725" y="327"/>
                      <a:pt x="1771" y="447"/>
                      <a:pt x="1765" y="571"/>
                    </a:cubicBezTo>
                    <a:cubicBezTo>
                      <a:pt x="1746" y="950"/>
                      <a:pt x="1296" y="1348"/>
                      <a:pt x="1296" y="1348"/>
                    </a:cubicBezTo>
                    <a:cubicBezTo>
                      <a:pt x="1197" y="1431"/>
                      <a:pt x="1074" y="1481"/>
                      <a:pt x="947" y="1487"/>
                    </a:cubicBezTo>
                    <a:cubicBezTo>
                      <a:pt x="565" y="1487"/>
                      <a:pt x="275" y="999"/>
                      <a:pt x="210" y="645"/>
                    </a:cubicBezTo>
                    <a:cubicBezTo>
                      <a:pt x="183" y="491"/>
                      <a:pt x="189" y="312"/>
                      <a:pt x="297" y="272"/>
                    </a:cubicBezTo>
                    <a:cubicBezTo>
                      <a:pt x="328" y="262"/>
                      <a:pt x="358" y="256"/>
                      <a:pt x="389" y="256"/>
                    </a:cubicBezTo>
                    <a:cubicBezTo>
                      <a:pt x="559" y="256"/>
                      <a:pt x="722" y="423"/>
                      <a:pt x="827" y="592"/>
                    </a:cubicBezTo>
                    <a:cubicBezTo>
                      <a:pt x="778" y="710"/>
                      <a:pt x="704" y="922"/>
                      <a:pt x="781" y="1046"/>
                    </a:cubicBezTo>
                    <a:cubicBezTo>
                      <a:pt x="815" y="1098"/>
                      <a:pt x="867" y="1125"/>
                      <a:pt x="932" y="1125"/>
                    </a:cubicBezTo>
                    <a:cubicBezTo>
                      <a:pt x="956" y="1125"/>
                      <a:pt x="982" y="1121"/>
                      <a:pt x="1009" y="1114"/>
                    </a:cubicBezTo>
                    <a:cubicBezTo>
                      <a:pt x="1052" y="1101"/>
                      <a:pt x="1086" y="1070"/>
                      <a:pt x="1105" y="1027"/>
                    </a:cubicBezTo>
                    <a:cubicBezTo>
                      <a:pt x="1148" y="916"/>
                      <a:pt x="1086" y="734"/>
                      <a:pt x="1009" y="586"/>
                    </a:cubicBezTo>
                    <a:cubicBezTo>
                      <a:pt x="1123" y="370"/>
                      <a:pt x="1311" y="164"/>
                      <a:pt x="1472" y="164"/>
                    </a:cubicBezTo>
                    <a:close/>
                    <a:moveTo>
                      <a:pt x="1472" y="0"/>
                    </a:moveTo>
                    <a:cubicBezTo>
                      <a:pt x="1247" y="0"/>
                      <a:pt x="1043" y="210"/>
                      <a:pt x="914" y="429"/>
                    </a:cubicBezTo>
                    <a:cubicBezTo>
                      <a:pt x="809" y="287"/>
                      <a:pt x="624" y="93"/>
                      <a:pt x="389" y="93"/>
                    </a:cubicBezTo>
                    <a:cubicBezTo>
                      <a:pt x="337" y="93"/>
                      <a:pt x="287" y="102"/>
                      <a:pt x="241" y="120"/>
                    </a:cubicBezTo>
                    <a:cubicBezTo>
                      <a:pt x="72" y="185"/>
                      <a:pt x="1" y="392"/>
                      <a:pt x="50" y="676"/>
                    </a:cubicBezTo>
                    <a:cubicBezTo>
                      <a:pt x="124" y="1067"/>
                      <a:pt x="457" y="1650"/>
                      <a:pt x="947" y="1650"/>
                    </a:cubicBezTo>
                    <a:cubicBezTo>
                      <a:pt x="1099" y="1650"/>
                      <a:pt x="1250" y="1589"/>
                      <a:pt x="1398" y="1471"/>
                    </a:cubicBezTo>
                    <a:cubicBezTo>
                      <a:pt x="1419" y="1453"/>
                      <a:pt x="1907" y="1027"/>
                      <a:pt x="1925" y="577"/>
                    </a:cubicBezTo>
                    <a:cubicBezTo>
                      <a:pt x="1934" y="410"/>
                      <a:pt x="1873" y="247"/>
                      <a:pt x="1752" y="130"/>
                    </a:cubicBezTo>
                    <a:cubicBezTo>
                      <a:pt x="1682" y="49"/>
                      <a:pt x="1580" y="3"/>
                      <a:pt x="1472"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8"/>
              <p:cNvSpPr/>
              <p:nvPr/>
            </p:nvSpPr>
            <p:spPr>
              <a:xfrm>
                <a:off x="8856626" y="4909183"/>
                <a:ext cx="68020" cy="60197"/>
              </a:xfrm>
              <a:custGeom>
                <a:avLst/>
                <a:gdLst/>
                <a:ahLst/>
                <a:cxnLst/>
                <a:rect l="l" t="t" r="r" b="b"/>
                <a:pathLst>
                  <a:path w="1904" h="1685" extrusionOk="0">
                    <a:moveTo>
                      <a:pt x="809" y="676"/>
                    </a:moveTo>
                    <a:cubicBezTo>
                      <a:pt x="821" y="688"/>
                      <a:pt x="836" y="750"/>
                      <a:pt x="830" y="849"/>
                    </a:cubicBezTo>
                    <a:cubicBezTo>
                      <a:pt x="781" y="769"/>
                      <a:pt x="771" y="710"/>
                      <a:pt x="778" y="692"/>
                    </a:cubicBezTo>
                    <a:cubicBezTo>
                      <a:pt x="787" y="685"/>
                      <a:pt x="799" y="679"/>
                      <a:pt x="809" y="676"/>
                    </a:cubicBezTo>
                    <a:close/>
                    <a:moveTo>
                      <a:pt x="784" y="161"/>
                    </a:moveTo>
                    <a:lnTo>
                      <a:pt x="784" y="164"/>
                    </a:lnTo>
                    <a:cubicBezTo>
                      <a:pt x="870" y="164"/>
                      <a:pt x="957" y="183"/>
                      <a:pt x="1037" y="217"/>
                    </a:cubicBezTo>
                    <a:cubicBezTo>
                      <a:pt x="1043" y="220"/>
                      <a:pt x="1583" y="476"/>
                      <a:pt x="1703" y="837"/>
                    </a:cubicBezTo>
                    <a:cubicBezTo>
                      <a:pt x="1743" y="954"/>
                      <a:pt x="1731" y="1080"/>
                      <a:pt x="1669" y="1188"/>
                    </a:cubicBezTo>
                    <a:cubicBezTo>
                      <a:pt x="1623" y="1274"/>
                      <a:pt x="1558" y="1318"/>
                      <a:pt x="1472" y="1318"/>
                    </a:cubicBezTo>
                    <a:cubicBezTo>
                      <a:pt x="1311" y="1318"/>
                      <a:pt x="1111" y="1176"/>
                      <a:pt x="972" y="1028"/>
                    </a:cubicBezTo>
                    <a:cubicBezTo>
                      <a:pt x="1006" y="864"/>
                      <a:pt x="1015" y="673"/>
                      <a:pt x="941" y="577"/>
                    </a:cubicBezTo>
                    <a:cubicBezTo>
                      <a:pt x="913" y="540"/>
                      <a:pt x="870" y="519"/>
                      <a:pt x="824" y="519"/>
                    </a:cubicBezTo>
                    <a:cubicBezTo>
                      <a:pt x="697" y="522"/>
                      <a:pt x="648" y="587"/>
                      <a:pt x="633" y="624"/>
                    </a:cubicBezTo>
                    <a:cubicBezTo>
                      <a:pt x="568" y="766"/>
                      <a:pt x="704" y="966"/>
                      <a:pt x="790" y="1071"/>
                    </a:cubicBezTo>
                    <a:cubicBezTo>
                      <a:pt x="728" y="1288"/>
                      <a:pt x="596" y="1525"/>
                      <a:pt x="391" y="1525"/>
                    </a:cubicBezTo>
                    <a:cubicBezTo>
                      <a:pt x="383" y="1525"/>
                      <a:pt x="375" y="1525"/>
                      <a:pt x="367" y="1524"/>
                    </a:cubicBezTo>
                    <a:cubicBezTo>
                      <a:pt x="247" y="1512"/>
                      <a:pt x="167" y="1305"/>
                      <a:pt x="179" y="1028"/>
                    </a:cubicBezTo>
                    <a:cubicBezTo>
                      <a:pt x="198" y="608"/>
                      <a:pt x="414" y="161"/>
                      <a:pt x="784" y="161"/>
                    </a:cubicBezTo>
                    <a:close/>
                    <a:moveTo>
                      <a:pt x="784" y="1"/>
                    </a:moveTo>
                    <a:cubicBezTo>
                      <a:pt x="309" y="1"/>
                      <a:pt x="37" y="516"/>
                      <a:pt x="16" y="1022"/>
                    </a:cubicBezTo>
                    <a:cubicBezTo>
                      <a:pt x="0" y="1407"/>
                      <a:pt x="130" y="1666"/>
                      <a:pt x="352" y="1685"/>
                    </a:cubicBezTo>
                    <a:lnTo>
                      <a:pt x="389" y="1685"/>
                    </a:lnTo>
                    <a:cubicBezTo>
                      <a:pt x="651" y="1685"/>
                      <a:pt x="824" y="1456"/>
                      <a:pt x="916" y="1207"/>
                    </a:cubicBezTo>
                    <a:cubicBezTo>
                      <a:pt x="1071" y="1352"/>
                      <a:pt x="1274" y="1481"/>
                      <a:pt x="1469" y="1481"/>
                    </a:cubicBezTo>
                    <a:cubicBezTo>
                      <a:pt x="1570" y="1481"/>
                      <a:pt x="1712" y="1444"/>
                      <a:pt x="1805" y="1265"/>
                    </a:cubicBezTo>
                    <a:cubicBezTo>
                      <a:pt x="1888" y="1120"/>
                      <a:pt x="1903" y="944"/>
                      <a:pt x="1851" y="787"/>
                    </a:cubicBezTo>
                    <a:cubicBezTo>
                      <a:pt x="1709" y="362"/>
                      <a:pt x="1126" y="84"/>
                      <a:pt x="1098" y="69"/>
                    </a:cubicBezTo>
                    <a:cubicBezTo>
                      <a:pt x="997" y="25"/>
                      <a:pt x="892" y="4"/>
                      <a:pt x="784"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8"/>
              <p:cNvSpPr/>
              <p:nvPr/>
            </p:nvSpPr>
            <p:spPr>
              <a:xfrm>
                <a:off x="8792070" y="4893678"/>
                <a:ext cx="69092" cy="50086"/>
              </a:xfrm>
              <a:custGeom>
                <a:avLst/>
                <a:gdLst/>
                <a:ahLst/>
                <a:cxnLst/>
                <a:rect l="l" t="t" r="r" b="b"/>
                <a:pathLst>
                  <a:path w="1934" h="1402" extrusionOk="0">
                    <a:moveTo>
                      <a:pt x="1147" y="1"/>
                    </a:moveTo>
                    <a:cubicBezTo>
                      <a:pt x="1058" y="1"/>
                      <a:pt x="963" y="19"/>
                      <a:pt x="867" y="65"/>
                    </a:cubicBezTo>
                    <a:cubicBezTo>
                      <a:pt x="386" y="290"/>
                      <a:pt x="0" y="740"/>
                      <a:pt x="241" y="1042"/>
                    </a:cubicBezTo>
                    <a:cubicBezTo>
                      <a:pt x="397" y="1239"/>
                      <a:pt x="698" y="1401"/>
                      <a:pt x="1009" y="1401"/>
                    </a:cubicBezTo>
                    <a:cubicBezTo>
                      <a:pt x="1176" y="1401"/>
                      <a:pt x="1347" y="1354"/>
                      <a:pt x="1499" y="1240"/>
                    </a:cubicBezTo>
                    <a:cubicBezTo>
                      <a:pt x="1934" y="910"/>
                      <a:pt x="1934" y="416"/>
                      <a:pt x="1789" y="296"/>
                    </a:cubicBezTo>
                    <a:cubicBezTo>
                      <a:pt x="1789" y="296"/>
                      <a:pt x="1508" y="1"/>
                      <a:pt x="11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8"/>
              <p:cNvSpPr/>
              <p:nvPr/>
            </p:nvSpPr>
            <p:spPr>
              <a:xfrm>
                <a:off x="8838763" y="4894428"/>
                <a:ext cx="12397" cy="38369"/>
              </a:xfrm>
              <a:custGeom>
                <a:avLst/>
                <a:gdLst/>
                <a:ahLst/>
                <a:cxnLst/>
                <a:rect l="l" t="t" r="r" b="b"/>
                <a:pathLst>
                  <a:path w="347" h="1074" extrusionOk="0">
                    <a:moveTo>
                      <a:pt x="1" y="0"/>
                    </a:moveTo>
                    <a:cubicBezTo>
                      <a:pt x="1" y="1"/>
                      <a:pt x="214" y="957"/>
                      <a:pt x="346" y="1074"/>
                    </a:cubicBez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8"/>
              <p:cNvSpPr/>
              <p:nvPr/>
            </p:nvSpPr>
            <p:spPr>
              <a:xfrm>
                <a:off x="8835262" y="4891285"/>
                <a:ext cx="19863" cy="44370"/>
              </a:xfrm>
              <a:custGeom>
                <a:avLst/>
                <a:gdLst/>
                <a:ahLst/>
                <a:cxnLst/>
                <a:rect l="l" t="t" r="r" b="b"/>
                <a:pathLst>
                  <a:path w="556" h="1242" extrusionOk="0">
                    <a:moveTo>
                      <a:pt x="98" y="0"/>
                    </a:moveTo>
                    <a:cubicBezTo>
                      <a:pt x="50" y="0"/>
                      <a:pt x="1" y="40"/>
                      <a:pt x="19" y="104"/>
                    </a:cubicBezTo>
                    <a:cubicBezTo>
                      <a:pt x="71" y="335"/>
                      <a:pt x="250" y="1097"/>
                      <a:pt x="392" y="1223"/>
                    </a:cubicBezTo>
                    <a:cubicBezTo>
                      <a:pt x="407" y="1236"/>
                      <a:pt x="426" y="1242"/>
                      <a:pt x="447" y="1242"/>
                    </a:cubicBezTo>
                    <a:cubicBezTo>
                      <a:pt x="521" y="1242"/>
                      <a:pt x="555" y="1149"/>
                      <a:pt x="500" y="1100"/>
                    </a:cubicBezTo>
                    <a:cubicBezTo>
                      <a:pt x="429" y="1038"/>
                      <a:pt x="278" y="517"/>
                      <a:pt x="176" y="70"/>
                    </a:cubicBezTo>
                    <a:cubicBezTo>
                      <a:pt x="168" y="22"/>
                      <a:pt x="133" y="0"/>
                      <a:pt x="9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8"/>
              <p:cNvSpPr/>
              <p:nvPr/>
            </p:nvSpPr>
            <p:spPr>
              <a:xfrm>
                <a:off x="8821794" y="4897286"/>
                <a:ext cx="16255" cy="44978"/>
              </a:xfrm>
              <a:custGeom>
                <a:avLst/>
                <a:gdLst/>
                <a:ahLst/>
                <a:cxnLst/>
                <a:rect l="l" t="t" r="r" b="b"/>
                <a:pathLst>
                  <a:path w="455" h="1259" extrusionOk="0">
                    <a:moveTo>
                      <a:pt x="1" y="1"/>
                    </a:moveTo>
                    <a:cubicBezTo>
                      <a:pt x="1" y="1"/>
                      <a:pt x="285" y="1111"/>
                      <a:pt x="454" y="1259"/>
                    </a:cubicBez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8"/>
              <p:cNvSpPr/>
              <p:nvPr/>
            </p:nvSpPr>
            <p:spPr>
              <a:xfrm>
                <a:off x="8818150" y="4894143"/>
                <a:ext cx="23864" cy="51122"/>
              </a:xfrm>
              <a:custGeom>
                <a:avLst/>
                <a:gdLst/>
                <a:ahLst/>
                <a:cxnLst/>
                <a:rect l="l" t="t" r="r" b="b"/>
                <a:pathLst>
                  <a:path w="668" h="1431" extrusionOk="0">
                    <a:moveTo>
                      <a:pt x="103" y="1"/>
                    </a:moveTo>
                    <a:cubicBezTo>
                      <a:pt x="52" y="1"/>
                      <a:pt x="1" y="43"/>
                      <a:pt x="23" y="110"/>
                    </a:cubicBezTo>
                    <a:cubicBezTo>
                      <a:pt x="72" y="298"/>
                      <a:pt x="325" y="1251"/>
                      <a:pt x="504" y="1409"/>
                    </a:cubicBezTo>
                    <a:cubicBezTo>
                      <a:pt x="519" y="1421"/>
                      <a:pt x="538" y="1427"/>
                      <a:pt x="556" y="1427"/>
                    </a:cubicBezTo>
                    <a:lnTo>
                      <a:pt x="556" y="1430"/>
                    </a:lnTo>
                    <a:cubicBezTo>
                      <a:pt x="630" y="1430"/>
                      <a:pt x="667" y="1338"/>
                      <a:pt x="612" y="1288"/>
                    </a:cubicBezTo>
                    <a:cubicBezTo>
                      <a:pt x="507" y="1196"/>
                      <a:pt x="297" y="520"/>
                      <a:pt x="180" y="70"/>
                    </a:cubicBezTo>
                    <a:cubicBezTo>
                      <a:pt x="172" y="22"/>
                      <a:pt x="138" y="1"/>
                      <a:pt x="1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8"/>
              <p:cNvSpPr/>
              <p:nvPr/>
            </p:nvSpPr>
            <p:spPr>
              <a:xfrm>
                <a:off x="8888458" y="4866562"/>
                <a:ext cx="33189" cy="34296"/>
              </a:xfrm>
              <a:custGeom>
                <a:avLst/>
                <a:gdLst/>
                <a:ahLst/>
                <a:cxnLst/>
                <a:rect l="l" t="t" r="r" b="b"/>
                <a:pathLst>
                  <a:path w="929" h="960" extrusionOk="0">
                    <a:moveTo>
                      <a:pt x="841" y="1"/>
                    </a:moveTo>
                    <a:cubicBezTo>
                      <a:pt x="805" y="1"/>
                      <a:pt x="770" y="22"/>
                      <a:pt x="763" y="68"/>
                    </a:cubicBezTo>
                    <a:cubicBezTo>
                      <a:pt x="682" y="679"/>
                      <a:pt x="118" y="796"/>
                      <a:pt x="96" y="799"/>
                    </a:cubicBezTo>
                    <a:cubicBezTo>
                      <a:pt x="1" y="817"/>
                      <a:pt x="13" y="959"/>
                      <a:pt x="112" y="959"/>
                    </a:cubicBezTo>
                    <a:lnTo>
                      <a:pt x="127" y="959"/>
                    </a:lnTo>
                    <a:cubicBezTo>
                      <a:pt x="133" y="956"/>
                      <a:pt x="824" y="820"/>
                      <a:pt x="923" y="90"/>
                    </a:cubicBezTo>
                    <a:cubicBezTo>
                      <a:pt x="928" y="32"/>
                      <a:pt x="884" y="1"/>
                      <a:pt x="8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8"/>
              <p:cNvSpPr/>
              <p:nvPr/>
            </p:nvSpPr>
            <p:spPr>
              <a:xfrm>
                <a:off x="8810218" y="4907861"/>
                <a:ext cx="12825" cy="35511"/>
              </a:xfrm>
              <a:custGeom>
                <a:avLst/>
                <a:gdLst/>
                <a:ahLst/>
                <a:cxnLst/>
                <a:rect l="l" t="t" r="r" b="b"/>
                <a:pathLst>
                  <a:path w="359" h="994" extrusionOk="0">
                    <a:moveTo>
                      <a:pt x="1" y="1"/>
                    </a:moveTo>
                    <a:lnTo>
                      <a:pt x="1" y="1"/>
                    </a:lnTo>
                    <a:cubicBezTo>
                      <a:pt x="1" y="1"/>
                      <a:pt x="143" y="827"/>
                      <a:pt x="359" y="994"/>
                    </a:cubicBez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8"/>
              <p:cNvSpPr/>
              <p:nvPr/>
            </p:nvSpPr>
            <p:spPr>
              <a:xfrm>
                <a:off x="8806824" y="4904860"/>
                <a:ext cx="20185" cy="41512"/>
              </a:xfrm>
              <a:custGeom>
                <a:avLst/>
                <a:gdLst/>
                <a:ahLst/>
                <a:cxnLst/>
                <a:rect l="l" t="t" r="r" b="b"/>
                <a:pathLst>
                  <a:path w="565" h="1162" extrusionOk="0">
                    <a:moveTo>
                      <a:pt x="96" y="0"/>
                    </a:moveTo>
                    <a:cubicBezTo>
                      <a:pt x="48" y="0"/>
                      <a:pt x="0" y="37"/>
                      <a:pt x="16" y="100"/>
                    </a:cubicBezTo>
                    <a:cubicBezTo>
                      <a:pt x="31" y="186"/>
                      <a:pt x="173" y="961"/>
                      <a:pt x="404" y="1143"/>
                    </a:cubicBezTo>
                    <a:cubicBezTo>
                      <a:pt x="420" y="1155"/>
                      <a:pt x="435" y="1161"/>
                      <a:pt x="454" y="1161"/>
                    </a:cubicBezTo>
                    <a:cubicBezTo>
                      <a:pt x="531" y="1161"/>
                      <a:pt x="565" y="1062"/>
                      <a:pt x="503" y="1016"/>
                    </a:cubicBezTo>
                    <a:cubicBezTo>
                      <a:pt x="364" y="908"/>
                      <a:pt x="229" y="381"/>
                      <a:pt x="176" y="72"/>
                    </a:cubicBezTo>
                    <a:cubicBezTo>
                      <a:pt x="169" y="23"/>
                      <a:pt x="133" y="0"/>
                      <a:pt x="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8"/>
              <p:cNvSpPr/>
              <p:nvPr/>
            </p:nvSpPr>
            <p:spPr>
              <a:xfrm>
                <a:off x="8888387" y="4899466"/>
                <a:ext cx="46157" cy="17898"/>
              </a:xfrm>
              <a:custGeom>
                <a:avLst/>
                <a:gdLst/>
                <a:ahLst/>
                <a:cxnLst/>
                <a:rect l="l" t="t" r="r" b="b"/>
                <a:pathLst>
                  <a:path w="1292" h="501" extrusionOk="0">
                    <a:moveTo>
                      <a:pt x="514" y="1"/>
                    </a:moveTo>
                    <a:cubicBezTo>
                      <a:pt x="390" y="1"/>
                      <a:pt x="249" y="22"/>
                      <a:pt x="92" y="75"/>
                    </a:cubicBezTo>
                    <a:cubicBezTo>
                      <a:pt x="0" y="106"/>
                      <a:pt x="34" y="234"/>
                      <a:pt x="116" y="234"/>
                    </a:cubicBezTo>
                    <a:cubicBezTo>
                      <a:pt x="125" y="234"/>
                      <a:pt x="135" y="233"/>
                      <a:pt x="145" y="230"/>
                    </a:cubicBezTo>
                    <a:cubicBezTo>
                      <a:pt x="286" y="182"/>
                      <a:pt x="410" y="163"/>
                      <a:pt x="518" y="163"/>
                    </a:cubicBezTo>
                    <a:cubicBezTo>
                      <a:pt x="937" y="163"/>
                      <a:pt x="1122" y="446"/>
                      <a:pt x="1132" y="461"/>
                    </a:cubicBezTo>
                    <a:cubicBezTo>
                      <a:pt x="1147" y="486"/>
                      <a:pt x="1172" y="501"/>
                      <a:pt x="1199" y="501"/>
                    </a:cubicBezTo>
                    <a:cubicBezTo>
                      <a:pt x="1215" y="501"/>
                      <a:pt x="1230" y="495"/>
                      <a:pt x="1243" y="489"/>
                    </a:cubicBezTo>
                    <a:cubicBezTo>
                      <a:pt x="1280" y="464"/>
                      <a:pt x="1292" y="415"/>
                      <a:pt x="1270" y="378"/>
                    </a:cubicBezTo>
                    <a:cubicBezTo>
                      <a:pt x="1268" y="373"/>
                      <a:pt x="1031" y="1"/>
                      <a:pt x="5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3" name="Google Shape;783;p8"/>
            <p:cNvSpPr/>
            <p:nvPr/>
          </p:nvSpPr>
          <p:spPr>
            <a:xfrm>
              <a:off x="656441" y="4537810"/>
              <a:ext cx="117305" cy="117305"/>
            </a:xfrm>
            <a:custGeom>
              <a:avLst/>
              <a:gdLst/>
              <a:ahLst/>
              <a:cxnLst/>
              <a:rect l="l" t="t" r="r" b="b"/>
              <a:pathLst>
                <a:path w="1611" h="1611" extrusionOk="0">
                  <a:moveTo>
                    <a:pt x="871" y="1"/>
                  </a:moveTo>
                  <a:cubicBezTo>
                    <a:pt x="821" y="1"/>
                    <a:pt x="784" y="38"/>
                    <a:pt x="784" y="84"/>
                  </a:cubicBezTo>
                  <a:lnTo>
                    <a:pt x="781" y="574"/>
                  </a:lnTo>
                  <a:lnTo>
                    <a:pt x="488" y="263"/>
                  </a:lnTo>
                  <a:cubicBezTo>
                    <a:pt x="469" y="243"/>
                    <a:pt x="447" y="234"/>
                    <a:pt x="426" y="234"/>
                  </a:cubicBezTo>
                  <a:cubicBezTo>
                    <a:pt x="360" y="234"/>
                    <a:pt x="303" y="317"/>
                    <a:pt x="362" y="380"/>
                  </a:cubicBezTo>
                  <a:lnTo>
                    <a:pt x="664" y="701"/>
                  </a:lnTo>
                  <a:lnTo>
                    <a:pt x="115" y="704"/>
                  </a:lnTo>
                  <a:cubicBezTo>
                    <a:pt x="1" y="704"/>
                    <a:pt x="1" y="877"/>
                    <a:pt x="115" y="877"/>
                  </a:cubicBezTo>
                  <a:lnTo>
                    <a:pt x="618" y="870"/>
                  </a:lnTo>
                  <a:lnTo>
                    <a:pt x="618" y="870"/>
                  </a:lnTo>
                  <a:lnTo>
                    <a:pt x="232" y="1142"/>
                  </a:lnTo>
                  <a:cubicBezTo>
                    <a:pt x="167" y="1191"/>
                    <a:pt x="201" y="1293"/>
                    <a:pt x="282" y="1296"/>
                  </a:cubicBezTo>
                  <a:cubicBezTo>
                    <a:pt x="297" y="1296"/>
                    <a:pt x="315" y="1290"/>
                    <a:pt x="331" y="1281"/>
                  </a:cubicBezTo>
                  <a:lnTo>
                    <a:pt x="781" y="966"/>
                  </a:lnTo>
                  <a:lnTo>
                    <a:pt x="775" y="1524"/>
                  </a:lnTo>
                  <a:cubicBezTo>
                    <a:pt x="775" y="1571"/>
                    <a:pt x="815" y="1611"/>
                    <a:pt x="861" y="1611"/>
                  </a:cubicBezTo>
                  <a:cubicBezTo>
                    <a:pt x="908" y="1611"/>
                    <a:pt x="948" y="1571"/>
                    <a:pt x="948" y="1524"/>
                  </a:cubicBezTo>
                  <a:lnTo>
                    <a:pt x="951" y="997"/>
                  </a:lnTo>
                  <a:lnTo>
                    <a:pt x="1262" y="1330"/>
                  </a:lnTo>
                  <a:cubicBezTo>
                    <a:pt x="1281" y="1345"/>
                    <a:pt x="1302" y="1355"/>
                    <a:pt x="1327" y="1355"/>
                  </a:cubicBezTo>
                  <a:cubicBezTo>
                    <a:pt x="1349" y="1355"/>
                    <a:pt x="1367" y="1349"/>
                    <a:pt x="1386" y="1333"/>
                  </a:cubicBezTo>
                  <a:cubicBezTo>
                    <a:pt x="1420" y="1299"/>
                    <a:pt x="1420" y="1247"/>
                    <a:pt x="1389" y="1210"/>
                  </a:cubicBezTo>
                  <a:lnTo>
                    <a:pt x="1059" y="864"/>
                  </a:lnTo>
                  <a:lnTo>
                    <a:pt x="1506" y="861"/>
                  </a:lnTo>
                  <a:cubicBezTo>
                    <a:pt x="1611" y="852"/>
                    <a:pt x="1611" y="695"/>
                    <a:pt x="1506" y="689"/>
                  </a:cubicBezTo>
                  <a:lnTo>
                    <a:pt x="1503" y="692"/>
                  </a:lnTo>
                  <a:lnTo>
                    <a:pt x="1170" y="695"/>
                  </a:lnTo>
                  <a:lnTo>
                    <a:pt x="1518" y="451"/>
                  </a:lnTo>
                  <a:cubicBezTo>
                    <a:pt x="1592" y="398"/>
                    <a:pt x="1540" y="297"/>
                    <a:pt x="1468" y="297"/>
                  </a:cubicBezTo>
                  <a:cubicBezTo>
                    <a:pt x="1453" y="297"/>
                    <a:pt x="1436" y="301"/>
                    <a:pt x="1420" y="312"/>
                  </a:cubicBezTo>
                  <a:lnTo>
                    <a:pt x="951" y="639"/>
                  </a:lnTo>
                  <a:lnTo>
                    <a:pt x="954" y="87"/>
                  </a:lnTo>
                  <a:cubicBezTo>
                    <a:pt x="954" y="38"/>
                    <a:pt x="917" y="1"/>
                    <a:pt x="8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8"/>
            <p:cNvSpPr/>
            <p:nvPr/>
          </p:nvSpPr>
          <p:spPr>
            <a:xfrm>
              <a:off x="148339" y="4945683"/>
              <a:ext cx="86504" cy="86286"/>
            </a:xfrm>
            <a:custGeom>
              <a:avLst/>
              <a:gdLst/>
              <a:ahLst/>
              <a:cxnLst/>
              <a:rect l="l" t="t" r="r" b="b"/>
              <a:pathLst>
                <a:path w="1188" h="1185" extrusionOk="0">
                  <a:moveTo>
                    <a:pt x="596" y="170"/>
                  </a:moveTo>
                  <a:cubicBezTo>
                    <a:pt x="827" y="173"/>
                    <a:pt x="1015" y="361"/>
                    <a:pt x="1012" y="596"/>
                  </a:cubicBezTo>
                  <a:cubicBezTo>
                    <a:pt x="1009" y="827"/>
                    <a:pt x="824" y="1012"/>
                    <a:pt x="592" y="1015"/>
                  </a:cubicBezTo>
                  <a:cubicBezTo>
                    <a:pt x="364" y="1006"/>
                    <a:pt x="185" y="818"/>
                    <a:pt x="185" y="592"/>
                  </a:cubicBezTo>
                  <a:cubicBezTo>
                    <a:pt x="185" y="364"/>
                    <a:pt x="367" y="179"/>
                    <a:pt x="596" y="173"/>
                  </a:cubicBezTo>
                  <a:lnTo>
                    <a:pt x="596" y="170"/>
                  </a:lnTo>
                  <a:close/>
                  <a:moveTo>
                    <a:pt x="596" y="0"/>
                  </a:moveTo>
                  <a:cubicBezTo>
                    <a:pt x="269" y="0"/>
                    <a:pt x="0" y="262"/>
                    <a:pt x="0" y="592"/>
                  </a:cubicBezTo>
                  <a:cubicBezTo>
                    <a:pt x="0" y="919"/>
                    <a:pt x="266" y="1185"/>
                    <a:pt x="592" y="1185"/>
                  </a:cubicBezTo>
                  <a:lnTo>
                    <a:pt x="596" y="1185"/>
                  </a:lnTo>
                  <a:cubicBezTo>
                    <a:pt x="923" y="1185"/>
                    <a:pt x="1188" y="919"/>
                    <a:pt x="1188" y="592"/>
                  </a:cubicBezTo>
                  <a:cubicBezTo>
                    <a:pt x="1188" y="262"/>
                    <a:pt x="923" y="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8"/>
            <p:cNvSpPr/>
            <p:nvPr/>
          </p:nvSpPr>
          <p:spPr>
            <a:xfrm rot="-1523482">
              <a:off x="574641" y="4748833"/>
              <a:ext cx="787482" cy="334944"/>
            </a:xfrm>
            <a:custGeom>
              <a:avLst/>
              <a:gdLst/>
              <a:ahLst/>
              <a:cxnLst/>
              <a:rect l="l" t="t" r="r" b="b"/>
              <a:pathLst>
                <a:path w="10815" h="4600" extrusionOk="0">
                  <a:moveTo>
                    <a:pt x="1879" y="0"/>
                  </a:moveTo>
                  <a:cubicBezTo>
                    <a:pt x="1876" y="0"/>
                    <a:pt x="1873" y="0"/>
                    <a:pt x="1870" y="0"/>
                  </a:cubicBezTo>
                  <a:cubicBezTo>
                    <a:pt x="1747" y="0"/>
                    <a:pt x="1626" y="22"/>
                    <a:pt x="1509" y="59"/>
                  </a:cubicBezTo>
                  <a:cubicBezTo>
                    <a:pt x="1417" y="90"/>
                    <a:pt x="1438" y="226"/>
                    <a:pt x="1534" y="226"/>
                  </a:cubicBezTo>
                  <a:lnTo>
                    <a:pt x="1537" y="226"/>
                  </a:lnTo>
                  <a:cubicBezTo>
                    <a:pt x="1543" y="226"/>
                    <a:pt x="1552" y="226"/>
                    <a:pt x="1559" y="223"/>
                  </a:cubicBezTo>
                  <a:cubicBezTo>
                    <a:pt x="1660" y="189"/>
                    <a:pt x="1765" y="173"/>
                    <a:pt x="1870" y="170"/>
                  </a:cubicBezTo>
                  <a:cubicBezTo>
                    <a:pt x="1873" y="170"/>
                    <a:pt x="1876" y="170"/>
                    <a:pt x="1879" y="170"/>
                  </a:cubicBezTo>
                  <a:cubicBezTo>
                    <a:pt x="1991" y="170"/>
                    <a:pt x="1991" y="0"/>
                    <a:pt x="1879" y="0"/>
                  </a:cubicBezTo>
                  <a:close/>
                  <a:moveTo>
                    <a:pt x="2205" y="48"/>
                  </a:moveTo>
                  <a:cubicBezTo>
                    <a:pt x="2115" y="48"/>
                    <a:pt x="2084" y="186"/>
                    <a:pt x="2185" y="216"/>
                  </a:cubicBezTo>
                  <a:cubicBezTo>
                    <a:pt x="2286" y="247"/>
                    <a:pt x="2382" y="293"/>
                    <a:pt x="2475" y="349"/>
                  </a:cubicBezTo>
                  <a:cubicBezTo>
                    <a:pt x="2487" y="358"/>
                    <a:pt x="2502" y="361"/>
                    <a:pt x="2518" y="361"/>
                  </a:cubicBezTo>
                  <a:cubicBezTo>
                    <a:pt x="2607" y="361"/>
                    <a:pt x="2638" y="247"/>
                    <a:pt x="2564" y="204"/>
                  </a:cubicBezTo>
                  <a:cubicBezTo>
                    <a:pt x="2459" y="139"/>
                    <a:pt x="2348" y="87"/>
                    <a:pt x="2234" y="53"/>
                  </a:cubicBezTo>
                  <a:cubicBezTo>
                    <a:pt x="2224" y="50"/>
                    <a:pt x="2214" y="48"/>
                    <a:pt x="2205" y="48"/>
                  </a:cubicBezTo>
                  <a:close/>
                  <a:moveTo>
                    <a:pt x="1225" y="194"/>
                  </a:moveTo>
                  <a:cubicBezTo>
                    <a:pt x="1210" y="194"/>
                    <a:pt x="1195" y="198"/>
                    <a:pt x="1179" y="207"/>
                  </a:cubicBezTo>
                  <a:cubicBezTo>
                    <a:pt x="1077" y="269"/>
                    <a:pt x="982" y="340"/>
                    <a:pt x="889" y="417"/>
                  </a:cubicBezTo>
                  <a:cubicBezTo>
                    <a:pt x="852" y="445"/>
                    <a:pt x="849" y="500"/>
                    <a:pt x="880" y="537"/>
                  </a:cubicBezTo>
                  <a:cubicBezTo>
                    <a:pt x="895" y="556"/>
                    <a:pt x="920" y="568"/>
                    <a:pt x="945" y="568"/>
                  </a:cubicBezTo>
                  <a:lnTo>
                    <a:pt x="948" y="568"/>
                  </a:lnTo>
                  <a:cubicBezTo>
                    <a:pt x="966" y="568"/>
                    <a:pt x="985" y="559"/>
                    <a:pt x="1000" y="549"/>
                  </a:cubicBezTo>
                  <a:cubicBezTo>
                    <a:pt x="1084" y="475"/>
                    <a:pt x="1173" y="414"/>
                    <a:pt x="1266" y="355"/>
                  </a:cubicBezTo>
                  <a:cubicBezTo>
                    <a:pt x="1348" y="306"/>
                    <a:pt x="1301" y="194"/>
                    <a:pt x="1225" y="194"/>
                  </a:cubicBezTo>
                  <a:close/>
                  <a:moveTo>
                    <a:pt x="2793" y="393"/>
                  </a:moveTo>
                  <a:cubicBezTo>
                    <a:pt x="2724" y="393"/>
                    <a:pt x="2668" y="486"/>
                    <a:pt x="2734" y="546"/>
                  </a:cubicBezTo>
                  <a:cubicBezTo>
                    <a:pt x="2786" y="593"/>
                    <a:pt x="2839" y="642"/>
                    <a:pt x="2891" y="701"/>
                  </a:cubicBezTo>
                  <a:lnTo>
                    <a:pt x="2968" y="784"/>
                  </a:lnTo>
                  <a:cubicBezTo>
                    <a:pt x="2984" y="799"/>
                    <a:pt x="3008" y="812"/>
                    <a:pt x="3033" y="812"/>
                  </a:cubicBezTo>
                  <a:cubicBezTo>
                    <a:pt x="3107" y="812"/>
                    <a:pt x="3144" y="722"/>
                    <a:pt x="3095" y="670"/>
                  </a:cubicBezTo>
                  <a:cubicBezTo>
                    <a:pt x="3070" y="639"/>
                    <a:pt x="3045" y="611"/>
                    <a:pt x="3017" y="583"/>
                  </a:cubicBezTo>
                  <a:cubicBezTo>
                    <a:pt x="2962" y="522"/>
                    <a:pt x="2906" y="469"/>
                    <a:pt x="2851" y="417"/>
                  </a:cubicBezTo>
                  <a:cubicBezTo>
                    <a:pt x="2832" y="400"/>
                    <a:pt x="2812" y="393"/>
                    <a:pt x="2793" y="393"/>
                  </a:cubicBezTo>
                  <a:close/>
                  <a:moveTo>
                    <a:pt x="691" y="637"/>
                  </a:moveTo>
                  <a:cubicBezTo>
                    <a:pt x="672" y="637"/>
                    <a:pt x="651" y="644"/>
                    <a:pt x="633" y="661"/>
                  </a:cubicBezTo>
                  <a:cubicBezTo>
                    <a:pt x="556" y="741"/>
                    <a:pt x="482" y="830"/>
                    <a:pt x="408" y="926"/>
                  </a:cubicBezTo>
                  <a:cubicBezTo>
                    <a:pt x="377" y="963"/>
                    <a:pt x="383" y="1018"/>
                    <a:pt x="424" y="1046"/>
                  </a:cubicBezTo>
                  <a:cubicBezTo>
                    <a:pt x="439" y="1058"/>
                    <a:pt x="454" y="1065"/>
                    <a:pt x="476" y="1065"/>
                  </a:cubicBezTo>
                  <a:cubicBezTo>
                    <a:pt x="504" y="1065"/>
                    <a:pt x="528" y="1052"/>
                    <a:pt x="544" y="1031"/>
                  </a:cubicBezTo>
                  <a:cubicBezTo>
                    <a:pt x="615" y="938"/>
                    <a:pt x="686" y="852"/>
                    <a:pt x="760" y="775"/>
                  </a:cubicBezTo>
                  <a:cubicBezTo>
                    <a:pt x="809" y="711"/>
                    <a:pt x="754" y="637"/>
                    <a:pt x="691" y="637"/>
                  </a:cubicBezTo>
                  <a:close/>
                  <a:moveTo>
                    <a:pt x="5503" y="1071"/>
                  </a:moveTo>
                  <a:cubicBezTo>
                    <a:pt x="5386" y="1071"/>
                    <a:pt x="5269" y="1080"/>
                    <a:pt x="5152" y="1105"/>
                  </a:cubicBezTo>
                  <a:cubicBezTo>
                    <a:pt x="5047" y="1120"/>
                    <a:pt x="5059" y="1274"/>
                    <a:pt x="5167" y="1274"/>
                  </a:cubicBezTo>
                  <a:cubicBezTo>
                    <a:pt x="5173" y="1274"/>
                    <a:pt x="5180" y="1271"/>
                    <a:pt x="5183" y="1271"/>
                  </a:cubicBezTo>
                  <a:cubicBezTo>
                    <a:pt x="5279" y="1255"/>
                    <a:pt x="5376" y="1243"/>
                    <a:pt x="5473" y="1243"/>
                  </a:cubicBezTo>
                  <a:cubicBezTo>
                    <a:pt x="5484" y="1243"/>
                    <a:pt x="5495" y="1243"/>
                    <a:pt x="5506" y="1243"/>
                  </a:cubicBezTo>
                  <a:cubicBezTo>
                    <a:pt x="5553" y="1243"/>
                    <a:pt x="5593" y="1203"/>
                    <a:pt x="5593" y="1157"/>
                  </a:cubicBezTo>
                  <a:cubicBezTo>
                    <a:pt x="5590" y="1108"/>
                    <a:pt x="5553" y="1071"/>
                    <a:pt x="5503" y="1071"/>
                  </a:cubicBezTo>
                  <a:close/>
                  <a:moveTo>
                    <a:pt x="3254" y="895"/>
                  </a:moveTo>
                  <a:cubicBezTo>
                    <a:pt x="3189" y="895"/>
                    <a:pt x="3131" y="972"/>
                    <a:pt x="3187" y="1037"/>
                  </a:cubicBezTo>
                  <a:cubicBezTo>
                    <a:pt x="3261" y="1129"/>
                    <a:pt x="3329" y="1222"/>
                    <a:pt x="3391" y="1308"/>
                  </a:cubicBezTo>
                  <a:cubicBezTo>
                    <a:pt x="3406" y="1330"/>
                    <a:pt x="3434" y="1345"/>
                    <a:pt x="3462" y="1345"/>
                  </a:cubicBezTo>
                  <a:cubicBezTo>
                    <a:pt x="3480" y="1345"/>
                    <a:pt x="3495" y="1339"/>
                    <a:pt x="3511" y="1327"/>
                  </a:cubicBezTo>
                  <a:cubicBezTo>
                    <a:pt x="3548" y="1299"/>
                    <a:pt x="3557" y="1247"/>
                    <a:pt x="3533" y="1210"/>
                  </a:cubicBezTo>
                  <a:cubicBezTo>
                    <a:pt x="3468" y="1117"/>
                    <a:pt x="3400" y="1024"/>
                    <a:pt x="3323" y="932"/>
                  </a:cubicBezTo>
                  <a:cubicBezTo>
                    <a:pt x="3303" y="906"/>
                    <a:pt x="3278" y="895"/>
                    <a:pt x="3254" y="895"/>
                  </a:cubicBezTo>
                  <a:close/>
                  <a:moveTo>
                    <a:pt x="5845" y="1100"/>
                  </a:moveTo>
                  <a:cubicBezTo>
                    <a:pt x="5747" y="1100"/>
                    <a:pt x="5725" y="1254"/>
                    <a:pt x="5833" y="1271"/>
                  </a:cubicBezTo>
                  <a:cubicBezTo>
                    <a:pt x="5877" y="1277"/>
                    <a:pt x="5917" y="1287"/>
                    <a:pt x="5960" y="1296"/>
                  </a:cubicBezTo>
                  <a:cubicBezTo>
                    <a:pt x="6028" y="1311"/>
                    <a:pt x="6092" y="1330"/>
                    <a:pt x="6154" y="1348"/>
                  </a:cubicBezTo>
                  <a:cubicBezTo>
                    <a:pt x="6163" y="1351"/>
                    <a:pt x="6173" y="1351"/>
                    <a:pt x="6182" y="1351"/>
                  </a:cubicBezTo>
                  <a:lnTo>
                    <a:pt x="6179" y="1351"/>
                  </a:lnTo>
                  <a:cubicBezTo>
                    <a:pt x="6180" y="1351"/>
                    <a:pt x="6181" y="1351"/>
                    <a:pt x="6182" y="1351"/>
                  </a:cubicBezTo>
                  <a:cubicBezTo>
                    <a:pt x="6278" y="1351"/>
                    <a:pt x="6298" y="1215"/>
                    <a:pt x="6207" y="1185"/>
                  </a:cubicBezTo>
                  <a:cubicBezTo>
                    <a:pt x="6139" y="1163"/>
                    <a:pt x="6071" y="1145"/>
                    <a:pt x="6000" y="1129"/>
                  </a:cubicBezTo>
                  <a:cubicBezTo>
                    <a:pt x="5951" y="1117"/>
                    <a:pt x="5907" y="1108"/>
                    <a:pt x="5861" y="1102"/>
                  </a:cubicBezTo>
                  <a:cubicBezTo>
                    <a:pt x="5855" y="1101"/>
                    <a:pt x="5850" y="1100"/>
                    <a:pt x="5845" y="1100"/>
                  </a:cubicBezTo>
                  <a:close/>
                  <a:moveTo>
                    <a:pt x="4842" y="1199"/>
                  </a:moveTo>
                  <a:cubicBezTo>
                    <a:pt x="4831" y="1199"/>
                    <a:pt x="4819" y="1201"/>
                    <a:pt x="4806" y="1206"/>
                  </a:cubicBezTo>
                  <a:cubicBezTo>
                    <a:pt x="4695" y="1250"/>
                    <a:pt x="4590" y="1308"/>
                    <a:pt x="4492" y="1373"/>
                  </a:cubicBezTo>
                  <a:cubicBezTo>
                    <a:pt x="4421" y="1419"/>
                    <a:pt x="4452" y="1530"/>
                    <a:pt x="4538" y="1530"/>
                  </a:cubicBezTo>
                  <a:cubicBezTo>
                    <a:pt x="4553" y="1530"/>
                    <a:pt x="4572" y="1527"/>
                    <a:pt x="4584" y="1518"/>
                  </a:cubicBezTo>
                  <a:cubicBezTo>
                    <a:pt x="4677" y="1456"/>
                    <a:pt x="4772" y="1404"/>
                    <a:pt x="4871" y="1364"/>
                  </a:cubicBezTo>
                  <a:cubicBezTo>
                    <a:pt x="4963" y="1326"/>
                    <a:pt x="4924" y="1199"/>
                    <a:pt x="4842" y="1199"/>
                  </a:cubicBezTo>
                  <a:close/>
                  <a:moveTo>
                    <a:pt x="273" y="1172"/>
                  </a:moveTo>
                  <a:cubicBezTo>
                    <a:pt x="248" y="1172"/>
                    <a:pt x="223" y="1184"/>
                    <a:pt x="205" y="1213"/>
                  </a:cubicBezTo>
                  <a:cubicBezTo>
                    <a:pt x="87" y="1388"/>
                    <a:pt x="26" y="1509"/>
                    <a:pt x="23" y="1515"/>
                  </a:cubicBezTo>
                  <a:cubicBezTo>
                    <a:pt x="1" y="1558"/>
                    <a:pt x="20" y="1610"/>
                    <a:pt x="63" y="1632"/>
                  </a:cubicBezTo>
                  <a:cubicBezTo>
                    <a:pt x="72" y="1638"/>
                    <a:pt x="87" y="1641"/>
                    <a:pt x="100" y="1641"/>
                  </a:cubicBezTo>
                  <a:lnTo>
                    <a:pt x="103" y="1641"/>
                  </a:lnTo>
                  <a:cubicBezTo>
                    <a:pt x="134" y="1638"/>
                    <a:pt x="161" y="1620"/>
                    <a:pt x="177" y="1592"/>
                  </a:cubicBezTo>
                  <a:cubicBezTo>
                    <a:pt x="229" y="1493"/>
                    <a:pt x="285" y="1398"/>
                    <a:pt x="346" y="1305"/>
                  </a:cubicBezTo>
                  <a:cubicBezTo>
                    <a:pt x="390" y="1238"/>
                    <a:pt x="333" y="1172"/>
                    <a:pt x="273" y="1172"/>
                  </a:cubicBezTo>
                  <a:close/>
                  <a:moveTo>
                    <a:pt x="6490" y="1316"/>
                  </a:moveTo>
                  <a:cubicBezTo>
                    <a:pt x="6411" y="1316"/>
                    <a:pt x="6363" y="1434"/>
                    <a:pt x="6453" y="1478"/>
                  </a:cubicBezTo>
                  <a:cubicBezTo>
                    <a:pt x="6546" y="1530"/>
                    <a:pt x="6635" y="1595"/>
                    <a:pt x="6715" y="1666"/>
                  </a:cubicBezTo>
                  <a:cubicBezTo>
                    <a:pt x="6731" y="1678"/>
                    <a:pt x="6753" y="1688"/>
                    <a:pt x="6774" y="1688"/>
                  </a:cubicBezTo>
                  <a:cubicBezTo>
                    <a:pt x="6851" y="1688"/>
                    <a:pt x="6888" y="1589"/>
                    <a:pt x="6830" y="1536"/>
                  </a:cubicBezTo>
                  <a:cubicBezTo>
                    <a:pt x="6740" y="1456"/>
                    <a:pt x="6641" y="1388"/>
                    <a:pt x="6537" y="1330"/>
                  </a:cubicBezTo>
                  <a:cubicBezTo>
                    <a:pt x="6520" y="1320"/>
                    <a:pt x="6504" y="1316"/>
                    <a:pt x="6490" y="1316"/>
                  </a:cubicBezTo>
                  <a:close/>
                  <a:moveTo>
                    <a:pt x="3651" y="1462"/>
                  </a:moveTo>
                  <a:cubicBezTo>
                    <a:pt x="3593" y="1462"/>
                    <a:pt x="3536" y="1523"/>
                    <a:pt x="3573" y="1589"/>
                  </a:cubicBezTo>
                  <a:cubicBezTo>
                    <a:pt x="3628" y="1684"/>
                    <a:pt x="3681" y="1783"/>
                    <a:pt x="3727" y="1885"/>
                  </a:cubicBezTo>
                  <a:cubicBezTo>
                    <a:pt x="3739" y="1916"/>
                    <a:pt x="3770" y="1937"/>
                    <a:pt x="3804" y="1937"/>
                  </a:cubicBezTo>
                  <a:cubicBezTo>
                    <a:pt x="3866" y="1934"/>
                    <a:pt x="3906" y="1873"/>
                    <a:pt x="3881" y="1817"/>
                  </a:cubicBezTo>
                  <a:cubicBezTo>
                    <a:pt x="3835" y="1709"/>
                    <a:pt x="3779" y="1604"/>
                    <a:pt x="3721" y="1503"/>
                  </a:cubicBezTo>
                  <a:cubicBezTo>
                    <a:pt x="3703" y="1474"/>
                    <a:pt x="3677" y="1462"/>
                    <a:pt x="3651" y="1462"/>
                  </a:cubicBezTo>
                  <a:close/>
                  <a:moveTo>
                    <a:pt x="4273" y="1572"/>
                  </a:moveTo>
                  <a:cubicBezTo>
                    <a:pt x="4253" y="1572"/>
                    <a:pt x="4232" y="1580"/>
                    <a:pt x="4214" y="1598"/>
                  </a:cubicBezTo>
                  <a:cubicBezTo>
                    <a:pt x="4128" y="1681"/>
                    <a:pt x="4048" y="1771"/>
                    <a:pt x="3977" y="1866"/>
                  </a:cubicBezTo>
                  <a:cubicBezTo>
                    <a:pt x="3949" y="1903"/>
                    <a:pt x="3958" y="1956"/>
                    <a:pt x="3995" y="1987"/>
                  </a:cubicBezTo>
                  <a:cubicBezTo>
                    <a:pt x="4011" y="1996"/>
                    <a:pt x="4029" y="2002"/>
                    <a:pt x="4048" y="2002"/>
                  </a:cubicBezTo>
                  <a:cubicBezTo>
                    <a:pt x="4072" y="2002"/>
                    <a:pt x="4100" y="1990"/>
                    <a:pt x="4115" y="1968"/>
                  </a:cubicBezTo>
                  <a:cubicBezTo>
                    <a:pt x="4180" y="1879"/>
                    <a:pt x="4251" y="1799"/>
                    <a:pt x="4331" y="1721"/>
                  </a:cubicBezTo>
                  <a:cubicBezTo>
                    <a:pt x="4396" y="1660"/>
                    <a:pt x="4339" y="1572"/>
                    <a:pt x="4273" y="1572"/>
                  </a:cubicBezTo>
                  <a:close/>
                  <a:moveTo>
                    <a:pt x="7005" y="1768"/>
                  </a:moveTo>
                  <a:cubicBezTo>
                    <a:pt x="6943" y="1768"/>
                    <a:pt x="6886" y="1837"/>
                    <a:pt x="6934" y="1903"/>
                  </a:cubicBezTo>
                  <a:cubicBezTo>
                    <a:pt x="6999" y="1993"/>
                    <a:pt x="7052" y="2085"/>
                    <a:pt x="7095" y="2187"/>
                  </a:cubicBezTo>
                  <a:cubicBezTo>
                    <a:pt x="7110" y="2215"/>
                    <a:pt x="7138" y="2237"/>
                    <a:pt x="7172" y="2237"/>
                  </a:cubicBezTo>
                  <a:lnTo>
                    <a:pt x="7175" y="2237"/>
                  </a:lnTo>
                  <a:cubicBezTo>
                    <a:pt x="7237" y="2237"/>
                    <a:pt x="7277" y="2172"/>
                    <a:pt x="7252" y="2116"/>
                  </a:cubicBezTo>
                  <a:cubicBezTo>
                    <a:pt x="7203" y="2005"/>
                    <a:pt x="7144" y="1900"/>
                    <a:pt x="7073" y="1805"/>
                  </a:cubicBezTo>
                  <a:cubicBezTo>
                    <a:pt x="7054" y="1779"/>
                    <a:pt x="7029" y="1768"/>
                    <a:pt x="7005" y="1768"/>
                  </a:cubicBezTo>
                  <a:close/>
                  <a:moveTo>
                    <a:pt x="8677" y="2061"/>
                  </a:moveTo>
                  <a:cubicBezTo>
                    <a:pt x="8557" y="2064"/>
                    <a:pt x="8437" y="2082"/>
                    <a:pt x="8322" y="2113"/>
                  </a:cubicBezTo>
                  <a:cubicBezTo>
                    <a:pt x="8224" y="2141"/>
                    <a:pt x="8242" y="2283"/>
                    <a:pt x="8344" y="2283"/>
                  </a:cubicBezTo>
                  <a:cubicBezTo>
                    <a:pt x="8350" y="2283"/>
                    <a:pt x="8356" y="2283"/>
                    <a:pt x="8366" y="2280"/>
                  </a:cubicBezTo>
                  <a:cubicBezTo>
                    <a:pt x="8467" y="2252"/>
                    <a:pt x="8575" y="2237"/>
                    <a:pt x="8683" y="2233"/>
                  </a:cubicBezTo>
                  <a:cubicBezTo>
                    <a:pt x="8730" y="2230"/>
                    <a:pt x="8767" y="2190"/>
                    <a:pt x="8767" y="2144"/>
                  </a:cubicBezTo>
                  <a:cubicBezTo>
                    <a:pt x="8763" y="2098"/>
                    <a:pt x="8723" y="2061"/>
                    <a:pt x="8677" y="2061"/>
                  </a:cubicBezTo>
                  <a:close/>
                  <a:moveTo>
                    <a:pt x="9017" y="2095"/>
                  </a:moveTo>
                  <a:cubicBezTo>
                    <a:pt x="8925" y="2095"/>
                    <a:pt x="8898" y="2242"/>
                    <a:pt x="9001" y="2264"/>
                  </a:cubicBezTo>
                  <a:cubicBezTo>
                    <a:pt x="9106" y="2289"/>
                    <a:pt x="9208" y="2326"/>
                    <a:pt x="9303" y="2375"/>
                  </a:cubicBezTo>
                  <a:cubicBezTo>
                    <a:pt x="9312" y="2382"/>
                    <a:pt x="9328" y="2385"/>
                    <a:pt x="9340" y="2385"/>
                  </a:cubicBezTo>
                  <a:lnTo>
                    <a:pt x="9343" y="2385"/>
                  </a:lnTo>
                  <a:cubicBezTo>
                    <a:pt x="9430" y="2385"/>
                    <a:pt x="9461" y="2264"/>
                    <a:pt x="9380" y="2224"/>
                  </a:cubicBezTo>
                  <a:cubicBezTo>
                    <a:pt x="9272" y="2169"/>
                    <a:pt x="9158" y="2126"/>
                    <a:pt x="9041" y="2098"/>
                  </a:cubicBezTo>
                  <a:cubicBezTo>
                    <a:pt x="9033" y="2096"/>
                    <a:pt x="9025" y="2095"/>
                    <a:pt x="9017" y="2095"/>
                  </a:cubicBezTo>
                  <a:close/>
                  <a:moveTo>
                    <a:pt x="8026" y="2230"/>
                  </a:moveTo>
                  <a:cubicBezTo>
                    <a:pt x="8013" y="2230"/>
                    <a:pt x="8000" y="2233"/>
                    <a:pt x="7986" y="2240"/>
                  </a:cubicBezTo>
                  <a:cubicBezTo>
                    <a:pt x="7878" y="2292"/>
                    <a:pt x="7776" y="2351"/>
                    <a:pt x="7678" y="2419"/>
                  </a:cubicBezTo>
                  <a:cubicBezTo>
                    <a:pt x="7610" y="2468"/>
                    <a:pt x="7644" y="2576"/>
                    <a:pt x="7727" y="2576"/>
                  </a:cubicBezTo>
                  <a:cubicBezTo>
                    <a:pt x="7746" y="2576"/>
                    <a:pt x="7761" y="2570"/>
                    <a:pt x="7776" y="2560"/>
                  </a:cubicBezTo>
                  <a:cubicBezTo>
                    <a:pt x="7866" y="2499"/>
                    <a:pt x="7962" y="2443"/>
                    <a:pt x="8060" y="2394"/>
                  </a:cubicBezTo>
                  <a:cubicBezTo>
                    <a:pt x="8151" y="2351"/>
                    <a:pt x="8106" y="2230"/>
                    <a:pt x="8026" y="2230"/>
                  </a:cubicBezTo>
                  <a:close/>
                  <a:moveTo>
                    <a:pt x="3919" y="2086"/>
                  </a:moveTo>
                  <a:cubicBezTo>
                    <a:pt x="3911" y="2086"/>
                    <a:pt x="3904" y="2087"/>
                    <a:pt x="3896" y="2089"/>
                  </a:cubicBezTo>
                  <a:cubicBezTo>
                    <a:pt x="3859" y="2113"/>
                    <a:pt x="3822" y="2138"/>
                    <a:pt x="3789" y="2166"/>
                  </a:cubicBezTo>
                  <a:cubicBezTo>
                    <a:pt x="3730" y="2271"/>
                    <a:pt x="3684" y="2382"/>
                    <a:pt x="3647" y="2496"/>
                  </a:cubicBezTo>
                  <a:cubicBezTo>
                    <a:pt x="3631" y="2539"/>
                    <a:pt x="3656" y="2588"/>
                    <a:pt x="3702" y="2604"/>
                  </a:cubicBezTo>
                  <a:cubicBezTo>
                    <a:pt x="3711" y="2604"/>
                    <a:pt x="3721" y="2607"/>
                    <a:pt x="3730" y="2607"/>
                  </a:cubicBezTo>
                  <a:cubicBezTo>
                    <a:pt x="3767" y="2607"/>
                    <a:pt x="3798" y="2582"/>
                    <a:pt x="3810" y="2545"/>
                  </a:cubicBezTo>
                  <a:cubicBezTo>
                    <a:pt x="3829" y="2489"/>
                    <a:pt x="3850" y="2431"/>
                    <a:pt x="3875" y="2378"/>
                  </a:cubicBezTo>
                  <a:cubicBezTo>
                    <a:pt x="3881" y="2422"/>
                    <a:pt x="3884" y="2465"/>
                    <a:pt x="3884" y="2511"/>
                  </a:cubicBezTo>
                  <a:cubicBezTo>
                    <a:pt x="3884" y="2556"/>
                    <a:pt x="3921" y="2595"/>
                    <a:pt x="3965" y="2595"/>
                  </a:cubicBezTo>
                  <a:cubicBezTo>
                    <a:pt x="3967" y="2595"/>
                    <a:pt x="3969" y="2594"/>
                    <a:pt x="3970" y="2594"/>
                  </a:cubicBezTo>
                  <a:cubicBezTo>
                    <a:pt x="4020" y="2594"/>
                    <a:pt x="4057" y="2554"/>
                    <a:pt x="4057" y="2508"/>
                  </a:cubicBezTo>
                  <a:cubicBezTo>
                    <a:pt x="4051" y="2388"/>
                    <a:pt x="4035" y="2267"/>
                    <a:pt x="4001" y="2150"/>
                  </a:cubicBezTo>
                  <a:cubicBezTo>
                    <a:pt x="3991" y="2111"/>
                    <a:pt x="3957" y="2086"/>
                    <a:pt x="3919" y="2086"/>
                  </a:cubicBezTo>
                  <a:close/>
                  <a:moveTo>
                    <a:pt x="9628" y="2400"/>
                  </a:moveTo>
                  <a:cubicBezTo>
                    <a:pt x="9557" y="2400"/>
                    <a:pt x="9503" y="2500"/>
                    <a:pt x="9578" y="2557"/>
                  </a:cubicBezTo>
                  <a:cubicBezTo>
                    <a:pt x="9667" y="2625"/>
                    <a:pt x="9754" y="2696"/>
                    <a:pt x="9834" y="2770"/>
                  </a:cubicBezTo>
                  <a:cubicBezTo>
                    <a:pt x="9849" y="2786"/>
                    <a:pt x="9868" y="2792"/>
                    <a:pt x="9889" y="2792"/>
                  </a:cubicBezTo>
                  <a:lnTo>
                    <a:pt x="9892" y="2792"/>
                  </a:lnTo>
                  <a:cubicBezTo>
                    <a:pt x="9969" y="2792"/>
                    <a:pt x="10006" y="2696"/>
                    <a:pt x="9948" y="2644"/>
                  </a:cubicBezTo>
                  <a:cubicBezTo>
                    <a:pt x="9865" y="2567"/>
                    <a:pt x="9775" y="2493"/>
                    <a:pt x="9679" y="2419"/>
                  </a:cubicBezTo>
                  <a:cubicBezTo>
                    <a:pt x="9662" y="2406"/>
                    <a:pt x="9645" y="2400"/>
                    <a:pt x="9628" y="2400"/>
                  </a:cubicBezTo>
                  <a:close/>
                  <a:moveTo>
                    <a:pt x="7284" y="2391"/>
                  </a:moveTo>
                  <a:cubicBezTo>
                    <a:pt x="7276" y="2391"/>
                    <a:pt x="7269" y="2392"/>
                    <a:pt x="7261" y="2394"/>
                  </a:cubicBezTo>
                  <a:cubicBezTo>
                    <a:pt x="7215" y="2403"/>
                    <a:pt x="7187" y="2449"/>
                    <a:pt x="7200" y="2496"/>
                  </a:cubicBezTo>
                  <a:cubicBezTo>
                    <a:pt x="7221" y="2594"/>
                    <a:pt x="7237" y="2696"/>
                    <a:pt x="7243" y="2801"/>
                  </a:cubicBezTo>
                  <a:cubicBezTo>
                    <a:pt x="7215" y="2832"/>
                    <a:pt x="7184" y="2863"/>
                    <a:pt x="7160" y="2897"/>
                  </a:cubicBezTo>
                  <a:cubicBezTo>
                    <a:pt x="7129" y="2934"/>
                    <a:pt x="7132" y="2986"/>
                    <a:pt x="7169" y="3017"/>
                  </a:cubicBezTo>
                  <a:cubicBezTo>
                    <a:pt x="7184" y="3029"/>
                    <a:pt x="7203" y="3035"/>
                    <a:pt x="7224" y="3038"/>
                  </a:cubicBezTo>
                  <a:cubicBezTo>
                    <a:pt x="7249" y="3038"/>
                    <a:pt x="7274" y="3026"/>
                    <a:pt x="7292" y="3005"/>
                  </a:cubicBezTo>
                  <a:cubicBezTo>
                    <a:pt x="7360" y="2921"/>
                    <a:pt x="7437" y="2841"/>
                    <a:pt x="7517" y="2767"/>
                  </a:cubicBezTo>
                  <a:cubicBezTo>
                    <a:pt x="7587" y="2707"/>
                    <a:pt x="7530" y="2614"/>
                    <a:pt x="7462" y="2614"/>
                  </a:cubicBezTo>
                  <a:cubicBezTo>
                    <a:pt x="7443" y="2614"/>
                    <a:pt x="7422" y="2622"/>
                    <a:pt x="7403" y="2641"/>
                  </a:cubicBezTo>
                  <a:lnTo>
                    <a:pt x="7400" y="2644"/>
                  </a:lnTo>
                  <a:cubicBezTo>
                    <a:pt x="7391" y="2579"/>
                    <a:pt x="7379" y="2517"/>
                    <a:pt x="7366" y="2456"/>
                  </a:cubicBezTo>
                  <a:cubicBezTo>
                    <a:pt x="7356" y="2417"/>
                    <a:pt x="7322" y="2391"/>
                    <a:pt x="7284" y="2391"/>
                  </a:cubicBezTo>
                  <a:close/>
                  <a:moveTo>
                    <a:pt x="3904" y="2757"/>
                  </a:moveTo>
                  <a:cubicBezTo>
                    <a:pt x="3876" y="2757"/>
                    <a:pt x="3849" y="2771"/>
                    <a:pt x="3832" y="2804"/>
                  </a:cubicBezTo>
                  <a:cubicBezTo>
                    <a:pt x="3804" y="2860"/>
                    <a:pt x="3770" y="2875"/>
                    <a:pt x="3770" y="2875"/>
                  </a:cubicBezTo>
                  <a:cubicBezTo>
                    <a:pt x="3770" y="2875"/>
                    <a:pt x="3769" y="2878"/>
                    <a:pt x="3769" y="2878"/>
                  </a:cubicBezTo>
                  <a:cubicBezTo>
                    <a:pt x="3767" y="2878"/>
                    <a:pt x="3766" y="2872"/>
                    <a:pt x="3764" y="2847"/>
                  </a:cubicBezTo>
                  <a:cubicBezTo>
                    <a:pt x="3757" y="2796"/>
                    <a:pt x="3718" y="2772"/>
                    <a:pt x="3679" y="2772"/>
                  </a:cubicBezTo>
                  <a:cubicBezTo>
                    <a:pt x="3632" y="2772"/>
                    <a:pt x="3584" y="2806"/>
                    <a:pt x="3591" y="2869"/>
                  </a:cubicBezTo>
                  <a:cubicBezTo>
                    <a:pt x="3594" y="2906"/>
                    <a:pt x="3610" y="2943"/>
                    <a:pt x="3631" y="2977"/>
                  </a:cubicBezTo>
                  <a:cubicBezTo>
                    <a:pt x="3662" y="3020"/>
                    <a:pt x="3711" y="3048"/>
                    <a:pt x="3767" y="3048"/>
                  </a:cubicBezTo>
                  <a:cubicBezTo>
                    <a:pt x="3850" y="3048"/>
                    <a:pt x="3927" y="2986"/>
                    <a:pt x="3983" y="2884"/>
                  </a:cubicBezTo>
                  <a:cubicBezTo>
                    <a:pt x="4018" y="2816"/>
                    <a:pt x="3961" y="2757"/>
                    <a:pt x="3904" y="2757"/>
                  </a:cubicBezTo>
                  <a:close/>
                  <a:moveTo>
                    <a:pt x="10131" y="2862"/>
                  </a:moveTo>
                  <a:cubicBezTo>
                    <a:pt x="10068" y="2862"/>
                    <a:pt x="10010" y="2940"/>
                    <a:pt x="10065" y="3005"/>
                  </a:cubicBezTo>
                  <a:cubicBezTo>
                    <a:pt x="10139" y="3088"/>
                    <a:pt x="10207" y="3177"/>
                    <a:pt x="10269" y="3270"/>
                  </a:cubicBezTo>
                  <a:cubicBezTo>
                    <a:pt x="10284" y="3291"/>
                    <a:pt x="10312" y="3307"/>
                    <a:pt x="10340" y="3307"/>
                  </a:cubicBezTo>
                  <a:lnTo>
                    <a:pt x="10340" y="3310"/>
                  </a:lnTo>
                  <a:cubicBezTo>
                    <a:pt x="10355" y="3307"/>
                    <a:pt x="10373" y="3301"/>
                    <a:pt x="10389" y="3291"/>
                  </a:cubicBezTo>
                  <a:cubicBezTo>
                    <a:pt x="10426" y="3264"/>
                    <a:pt x="10438" y="3211"/>
                    <a:pt x="10410" y="3174"/>
                  </a:cubicBezTo>
                  <a:cubicBezTo>
                    <a:pt x="10346" y="3075"/>
                    <a:pt x="10272" y="2983"/>
                    <a:pt x="10195" y="2894"/>
                  </a:cubicBezTo>
                  <a:cubicBezTo>
                    <a:pt x="10176" y="2871"/>
                    <a:pt x="10153" y="2862"/>
                    <a:pt x="10131" y="2862"/>
                  </a:cubicBezTo>
                  <a:close/>
                  <a:moveTo>
                    <a:pt x="7315" y="3069"/>
                  </a:moveTo>
                  <a:cubicBezTo>
                    <a:pt x="7273" y="3069"/>
                    <a:pt x="7233" y="3101"/>
                    <a:pt x="7231" y="3143"/>
                  </a:cubicBezTo>
                  <a:cubicBezTo>
                    <a:pt x="7215" y="3248"/>
                    <a:pt x="7187" y="3347"/>
                    <a:pt x="7141" y="3443"/>
                  </a:cubicBezTo>
                  <a:cubicBezTo>
                    <a:pt x="7120" y="3483"/>
                    <a:pt x="7135" y="3535"/>
                    <a:pt x="7175" y="3557"/>
                  </a:cubicBezTo>
                  <a:cubicBezTo>
                    <a:pt x="7187" y="3563"/>
                    <a:pt x="7203" y="3566"/>
                    <a:pt x="7218" y="3569"/>
                  </a:cubicBezTo>
                  <a:cubicBezTo>
                    <a:pt x="7249" y="3569"/>
                    <a:pt x="7277" y="3550"/>
                    <a:pt x="7292" y="3523"/>
                  </a:cubicBezTo>
                  <a:cubicBezTo>
                    <a:pt x="7348" y="3412"/>
                    <a:pt x="7385" y="3291"/>
                    <a:pt x="7400" y="3168"/>
                  </a:cubicBezTo>
                  <a:cubicBezTo>
                    <a:pt x="7406" y="3122"/>
                    <a:pt x="7372" y="3079"/>
                    <a:pt x="7326" y="3069"/>
                  </a:cubicBezTo>
                  <a:cubicBezTo>
                    <a:pt x="7323" y="3069"/>
                    <a:pt x="7319" y="3069"/>
                    <a:pt x="7315" y="3069"/>
                  </a:cubicBezTo>
                  <a:close/>
                  <a:moveTo>
                    <a:pt x="7027" y="3148"/>
                  </a:moveTo>
                  <a:cubicBezTo>
                    <a:pt x="7000" y="3148"/>
                    <a:pt x="6973" y="3161"/>
                    <a:pt x="6956" y="3193"/>
                  </a:cubicBezTo>
                  <a:cubicBezTo>
                    <a:pt x="6901" y="3285"/>
                    <a:pt x="6867" y="3387"/>
                    <a:pt x="6860" y="3495"/>
                  </a:cubicBezTo>
                  <a:cubicBezTo>
                    <a:pt x="6860" y="3529"/>
                    <a:pt x="6867" y="3563"/>
                    <a:pt x="6882" y="3594"/>
                  </a:cubicBezTo>
                  <a:cubicBezTo>
                    <a:pt x="6894" y="3625"/>
                    <a:pt x="6925" y="3643"/>
                    <a:pt x="6959" y="3646"/>
                  </a:cubicBezTo>
                  <a:cubicBezTo>
                    <a:pt x="6971" y="3646"/>
                    <a:pt x="6984" y="3643"/>
                    <a:pt x="6993" y="3637"/>
                  </a:cubicBezTo>
                  <a:cubicBezTo>
                    <a:pt x="7036" y="3618"/>
                    <a:pt x="7055" y="3566"/>
                    <a:pt x="7036" y="3523"/>
                  </a:cubicBezTo>
                  <a:cubicBezTo>
                    <a:pt x="7033" y="3513"/>
                    <a:pt x="7030" y="3504"/>
                    <a:pt x="7033" y="3495"/>
                  </a:cubicBezTo>
                  <a:cubicBezTo>
                    <a:pt x="7033" y="3464"/>
                    <a:pt x="7042" y="3396"/>
                    <a:pt x="7107" y="3276"/>
                  </a:cubicBezTo>
                  <a:cubicBezTo>
                    <a:pt x="7143" y="3207"/>
                    <a:pt x="7085" y="3148"/>
                    <a:pt x="7027" y="3148"/>
                  </a:cubicBezTo>
                  <a:close/>
                  <a:moveTo>
                    <a:pt x="10512" y="3433"/>
                  </a:moveTo>
                  <a:cubicBezTo>
                    <a:pt x="10456" y="3433"/>
                    <a:pt x="10399" y="3489"/>
                    <a:pt x="10432" y="3557"/>
                  </a:cubicBezTo>
                  <a:cubicBezTo>
                    <a:pt x="10481" y="3655"/>
                    <a:pt x="10522" y="3757"/>
                    <a:pt x="10555" y="3862"/>
                  </a:cubicBezTo>
                  <a:cubicBezTo>
                    <a:pt x="10568" y="3899"/>
                    <a:pt x="10599" y="3921"/>
                    <a:pt x="10636" y="3924"/>
                  </a:cubicBezTo>
                  <a:cubicBezTo>
                    <a:pt x="10645" y="3921"/>
                    <a:pt x="10654" y="3921"/>
                    <a:pt x="10663" y="3918"/>
                  </a:cubicBezTo>
                  <a:cubicBezTo>
                    <a:pt x="10710" y="3905"/>
                    <a:pt x="10734" y="3856"/>
                    <a:pt x="10719" y="3810"/>
                  </a:cubicBezTo>
                  <a:cubicBezTo>
                    <a:pt x="10682" y="3699"/>
                    <a:pt x="10639" y="3587"/>
                    <a:pt x="10586" y="3483"/>
                  </a:cubicBezTo>
                  <a:cubicBezTo>
                    <a:pt x="10570" y="3447"/>
                    <a:pt x="10541" y="3433"/>
                    <a:pt x="10512" y="3433"/>
                  </a:cubicBezTo>
                  <a:close/>
                  <a:moveTo>
                    <a:pt x="10716" y="4086"/>
                  </a:moveTo>
                  <a:cubicBezTo>
                    <a:pt x="10711" y="4086"/>
                    <a:pt x="10706" y="4086"/>
                    <a:pt x="10700" y="4087"/>
                  </a:cubicBezTo>
                  <a:cubicBezTo>
                    <a:pt x="10654" y="4093"/>
                    <a:pt x="10620" y="4136"/>
                    <a:pt x="10626" y="4183"/>
                  </a:cubicBezTo>
                  <a:cubicBezTo>
                    <a:pt x="10636" y="4254"/>
                    <a:pt x="10642" y="4325"/>
                    <a:pt x="10642" y="4399"/>
                  </a:cubicBezTo>
                  <a:cubicBezTo>
                    <a:pt x="10642" y="4433"/>
                    <a:pt x="10642" y="4467"/>
                    <a:pt x="10639" y="4504"/>
                  </a:cubicBezTo>
                  <a:cubicBezTo>
                    <a:pt x="10633" y="4550"/>
                    <a:pt x="10666" y="4593"/>
                    <a:pt x="10713" y="4599"/>
                  </a:cubicBezTo>
                  <a:lnTo>
                    <a:pt x="10722" y="4599"/>
                  </a:lnTo>
                  <a:cubicBezTo>
                    <a:pt x="10765" y="4596"/>
                    <a:pt x="10802" y="4565"/>
                    <a:pt x="10808" y="4522"/>
                  </a:cubicBezTo>
                  <a:cubicBezTo>
                    <a:pt x="10811" y="4482"/>
                    <a:pt x="10815" y="4439"/>
                    <a:pt x="10815" y="4399"/>
                  </a:cubicBezTo>
                  <a:cubicBezTo>
                    <a:pt x="10815" y="4318"/>
                    <a:pt x="10808" y="4238"/>
                    <a:pt x="10796" y="4158"/>
                  </a:cubicBezTo>
                  <a:cubicBezTo>
                    <a:pt x="10793" y="4117"/>
                    <a:pt x="10756" y="4086"/>
                    <a:pt x="10716" y="408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8"/>
            <p:cNvSpPr/>
            <p:nvPr/>
          </p:nvSpPr>
          <p:spPr>
            <a:xfrm>
              <a:off x="386877" y="3419708"/>
              <a:ext cx="86504" cy="86286"/>
            </a:xfrm>
            <a:custGeom>
              <a:avLst/>
              <a:gdLst/>
              <a:ahLst/>
              <a:cxnLst/>
              <a:rect l="l" t="t" r="r" b="b"/>
              <a:pathLst>
                <a:path w="1188" h="1185" extrusionOk="0">
                  <a:moveTo>
                    <a:pt x="596" y="170"/>
                  </a:moveTo>
                  <a:cubicBezTo>
                    <a:pt x="827" y="173"/>
                    <a:pt x="1015" y="361"/>
                    <a:pt x="1012" y="596"/>
                  </a:cubicBezTo>
                  <a:cubicBezTo>
                    <a:pt x="1009" y="827"/>
                    <a:pt x="824" y="1012"/>
                    <a:pt x="592" y="1015"/>
                  </a:cubicBezTo>
                  <a:cubicBezTo>
                    <a:pt x="364" y="1006"/>
                    <a:pt x="185" y="818"/>
                    <a:pt x="185" y="592"/>
                  </a:cubicBezTo>
                  <a:cubicBezTo>
                    <a:pt x="185" y="364"/>
                    <a:pt x="367" y="179"/>
                    <a:pt x="596" y="173"/>
                  </a:cubicBezTo>
                  <a:lnTo>
                    <a:pt x="596" y="170"/>
                  </a:lnTo>
                  <a:close/>
                  <a:moveTo>
                    <a:pt x="596" y="0"/>
                  </a:moveTo>
                  <a:cubicBezTo>
                    <a:pt x="269" y="0"/>
                    <a:pt x="0" y="262"/>
                    <a:pt x="0" y="592"/>
                  </a:cubicBezTo>
                  <a:cubicBezTo>
                    <a:pt x="0" y="919"/>
                    <a:pt x="266" y="1185"/>
                    <a:pt x="592" y="1185"/>
                  </a:cubicBezTo>
                  <a:lnTo>
                    <a:pt x="596" y="1185"/>
                  </a:lnTo>
                  <a:cubicBezTo>
                    <a:pt x="923" y="1185"/>
                    <a:pt x="1188" y="919"/>
                    <a:pt x="1188" y="592"/>
                  </a:cubicBezTo>
                  <a:cubicBezTo>
                    <a:pt x="1188" y="262"/>
                    <a:pt x="923" y="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8"/>
            <p:cNvSpPr/>
            <p:nvPr/>
          </p:nvSpPr>
          <p:spPr>
            <a:xfrm>
              <a:off x="98895" y="3021280"/>
              <a:ext cx="161423" cy="148928"/>
            </a:xfrm>
            <a:custGeom>
              <a:avLst/>
              <a:gdLst/>
              <a:ahLst/>
              <a:cxnLst/>
              <a:rect l="l" t="t" r="r" b="b"/>
              <a:pathLst>
                <a:path w="2558" h="2360" extrusionOk="0">
                  <a:moveTo>
                    <a:pt x="1855" y="179"/>
                  </a:moveTo>
                  <a:lnTo>
                    <a:pt x="1855" y="179"/>
                  </a:lnTo>
                  <a:cubicBezTo>
                    <a:pt x="1827" y="306"/>
                    <a:pt x="1771" y="531"/>
                    <a:pt x="1707" y="790"/>
                  </a:cubicBezTo>
                  <a:cubicBezTo>
                    <a:pt x="1583" y="710"/>
                    <a:pt x="1457" y="630"/>
                    <a:pt x="1330" y="553"/>
                  </a:cubicBezTo>
                  <a:cubicBezTo>
                    <a:pt x="1629" y="306"/>
                    <a:pt x="1781" y="213"/>
                    <a:pt x="1855" y="179"/>
                  </a:cubicBezTo>
                  <a:close/>
                  <a:moveTo>
                    <a:pt x="522" y="287"/>
                  </a:moveTo>
                  <a:cubicBezTo>
                    <a:pt x="704" y="374"/>
                    <a:pt x="880" y="469"/>
                    <a:pt x="1053" y="577"/>
                  </a:cubicBezTo>
                  <a:cubicBezTo>
                    <a:pt x="942" y="670"/>
                    <a:pt x="824" y="778"/>
                    <a:pt x="698" y="892"/>
                  </a:cubicBezTo>
                  <a:cubicBezTo>
                    <a:pt x="575" y="559"/>
                    <a:pt x="531" y="371"/>
                    <a:pt x="522" y="287"/>
                  </a:cubicBezTo>
                  <a:close/>
                  <a:moveTo>
                    <a:pt x="1811" y="1046"/>
                  </a:moveTo>
                  <a:cubicBezTo>
                    <a:pt x="2070" y="1219"/>
                    <a:pt x="2225" y="1330"/>
                    <a:pt x="2308" y="1398"/>
                  </a:cubicBezTo>
                  <a:cubicBezTo>
                    <a:pt x="2188" y="1413"/>
                    <a:pt x="1981" y="1438"/>
                    <a:pt x="1694" y="1462"/>
                  </a:cubicBezTo>
                  <a:cubicBezTo>
                    <a:pt x="1731" y="1336"/>
                    <a:pt x="1771" y="1197"/>
                    <a:pt x="1808" y="1046"/>
                  </a:cubicBezTo>
                  <a:close/>
                  <a:moveTo>
                    <a:pt x="1201" y="664"/>
                  </a:moveTo>
                  <a:cubicBezTo>
                    <a:pt x="1355" y="756"/>
                    <a:pt x="1515" y="855"/>
                    <a:pt x="1666" y="954"/>
                  </a:cubicBezTo>
                  <a:cubicBezTo>
                    <a:pt x="1617" y="1148"/>
                    <a:pt x="1571" y="1324"/>
                    <a:pt x="1525" y="1478"/>
                  </a:cubicBezTo>
                  <a:cubicBezTo>
                    <a:pt x="1336" y="1493"/>
                    <a:pt x="1136" y="1509"/>
                    <a:pt x="951" y="1521"/>
                  </a:cubicBezTo>
                  <a:cubicBezTo>
                    <a:pt x="883" y="1367"/>
                    <a:pt x="815" y="1210"/>
                    <a:pt x="757" y="1055"/>
                  </a:cubicBezTo>
                  <a:cubicBezTo>
                    <a:pt x="917" y="910"/>
                    <a:pt x="1065" y="778"/>
                    <a:pt x="1201" y="664"/>
                  </a:cubicBezTo>
                  <a:close/>
                  <a:moveTo>
                    <a:pt x="630" y="1173"/>
                  </a:moveTo>
                  <a:cubicBezTo>
                    <a:pt x="676" y="1293"/>
                    <a:pt x="726" y="1413"/>
                    <a:pt x="775" y="1530"/>
                  </a:cubicBezTo>
                  <a:cubicBezTo>
                    <a:pt x="613" y="1539"/>
                    <a:pt x="473" y="1543"/>
                    <a:pt x="370" y="1543"/>
                  </a:cubicBezTo>
                  <a:cubicBezTo>
                    <a:pt x="319" y="1543"/>
                    <a:pt x="276" y="1542"/>
                    <a:pt x="245" y="1540"/>
                  </a:cubicBezTo>
                  <a:cubicBezTo>
                    <a:pt x="337" y="1450"/>
                    <a:pt x="476" y="1317"/>
                    <a:pt x="630" y="1173"/>
                  </a:cubicBezTo>
                  <a:close/>
                  <a:moveTo>
                    <a:pt x="1472" y="1644"/>
                  </a:moveTo>
                  <a:lnTo>
                    <a:pt x="1472" y="1644"/>
                  </a:lnTo>
                  <a:cubicBezTo>
                    <a:pt x="1370" y="1981"/>
                    <a:pt x="1306" y="2116"/>
                    <a:pt x="1275" y="2172"/>
                  </a:cubicBezTo>
                  <a:cubicBezTo>
                    <a:pt x="1176" y="2015"/>
                    <a:pt x="1090" y="1848"/>
                    <a:pt x="1019" y="1678"/>
                  </a:cubicBezTo>
                  <a:cubicBezTo>
                    <a:pt x="1167" y="1672"/>
                    <a:pt x="1321" y="1657"/>
                    <a:pt x="1472" y="1644"/>
                  </a:cubicBezTo>
                  <a:close/>
                  <a:moveTo>
                    <a:pt x="1916" y="0"/>
                  </a:moveTo>
                  <a:cubicBezTo>
                    <a:pt x="1833" y="0"/>
                    <a:pt x="1673" y="53"/>
                    <a:pt x="1182" y="466"/>
                  </a:cubicBezTo>
                  <a:cubicBezTo>
                    <a:pt x="960" y="334"/>
                    <a:pt x="618" y="136"/>
                    <a:pt x="507" y="108"/>
                  </a:cubicBezTo>
                  <a:cubicBezTo>
                    <a:pt x="494" y="108"/>
                    <a:pt x="485" y="105"/>
                    <a:pt x="476" y="105"/>
                  </a:cubicBezTo>
                  <a:cubicBezTo>
                    <a:pt x="439" y="105"/>
                    <a:pt x="408" y="124"/>
                    <a:pt x="386" y="155"/>
                  </a:cubicBezTo>
                  <a:cubicBezTo>
                    <a:pt x="359" y="192"/>
                    <a:pt x="297" y="281"/>
                    <a:pt x="568" y="1009"/>
                  </a:cubicBezTo>
                  <a:cubicBezTo>
                    <a:pt x="328" y="1231"/>
                    <a:pt x="118" y="1435"/>
                    <a:pt x="38" y="1515"/>
                  </a:cubicBezTo>
                  <a:cubicBezTo>
                    <a:pt x="10" y="1543"/>
                    <a:pt x="1" y="1583"/>
                    <a:pt x="13" y="1620"/>
                  </a:cubicBezTo>
                  <a:cubicBezTo>
                    <a:pt x="38" y="1681"/>
                    <a:pt x="93" y="1706"/>
                    <a:pt x="374" y="1706"/>
                  </a:cubicBezTo>
                  <a:cubicBezTo>
                    <a:pt x="497" y="1706"/>
                    <a:pt x="655" y="1700"/>
                    <a:pt x="846" y="1691"/>
                  </a:cubicBezTo>
                  <a:cubicBezTo>
                    <a:pt x="966" y="1959"/>
                    <a:pt x="1117" y="2271"/>
                    <a:pt x="1207" y="2338"/>
                  </a:cubicBezTo>
                  <a:cubicBezTo>
                    <a:pt x="1225" y="2351"/>
                    <a:pt x="1247" y="2360"/>
                    <a:pt x="1272" y="2360"/>
                  </a:cubicBezTo>
                  <a:lnTo>
                    <a:pt x="1275" y="2360"/>
                  </a:lnTo>
                  <a:cubicBezTo>
                    <a:pt x="1358" y="2360"/>
                    <a:pt x="1444" y="2304"/>
                    <a:pt x="1648" y="1629"/>
                  </a:cubicBezTo>
                  <a:cubicBezTo>
                    <a:pt x="1947" y="1604"/>
                    <a:pt x="2413" y="1555"/>
                    <a:pt x="2487" y="1530"/>
                  </a:cubicBezTo>
                  <a:cubicBezTo>
                    <a:pt x="2518" y="1515"/>
                    <a:pt x="2539" y="1487"/>
                    <a:pt x="2545" y="1456"/>
                  </a:cubicBezTo>
                  <a:cubicBezTo>
                    <a:pt x="2549" y="1398"/>
                    <a:pt x="2558" y="1339"/>
                    <a:pt x="1851" y="883"/>
                  </a:cubicBezTo>
                  <a:cubicBezTo>
                    <a:pt x="1959" y="466"/>
                    <a:pt x="2037" y="118"/>
                    <a:pt x="2037" y="115"/>
                  </a:cubicBezTo>
                  <a:cubicBezTo>
                    <a:pt x="2040" y="90"/>
                    <a:pt x="2033" y="62"/>
                    <a:pt x="2018" y="44"/>
                  </a:cubicBezTo>
                  <a:cubicBezTo>
                    <a:pt x="1990" y="16"/>
                    <a:pt x="1953" y="0"/>
                    <a:pt x="19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8"/>
            <p:cNvSpPr/>
            <p:nvPr/>
          </p:nvSpPr>
          <p:spPr>
            <a:xfrm>
              <a:off x="2766041" y="4899821"/>
              <a:ext cx="114472" cy="115104"/>
            </a:xfrm>
            <a:custGeom>
              <a:avLst/>
              <a:gdLst/>
              <a:ahLst/>
              <a:cxnLst/>
              <a:rect l="l" t="t" r="r" b="b"/>
              <a:pathLst>
                <a:path w="1814" h="1824" extrusionOk="0">
                  <a:moveTo>
                    <a:pt x="969" y="232"/>
                  </a:moveTo>
                  <a:cubicBezTo>
                    <a:pt x="993" y="309"/>
                    <a:pt x="1018" y="414"/>
                    <a:pt x="1034" y="482"/>
                  </a:cubicBezTo>
                  <a:cubicBezTo>
                    <a:pt x="1080" y="664"/>
                    <a:pt x="1089" y="704"/>
                    <a:pt x="1111" y="735"/>
                  </a:cubicBezTo>
                  <a:cubicBezTo>
                    <a:pt x="1135" y="766"/>
                    <a:pt x="1169" y="778"/>
                    <a:pt x="1348" y="843"/>
                  </a:cubicBezTo>
                  <a:cubicBezTo>
                    <a:pt x="1410" y="868"/>
                    <a:pt x="1509" y="901"/>
                    <a:pt x="1579" y="929"/>
                  </a:cubicBezTo>
                  <a:cubicBezTo>
                    <a:pt x="1478" y="975"/>
                    <a:pt x="1314" y="1037"/>
                    <a:pt x="1169" y="1090"/>
                  </a:cubicBezTo>
                  <a:cubicBezTo>
                    <a:pt x="1148" y="1096"/>
                    <a:pt x="1132" y="1111"/>
                    <a:pt x="1123" y="1133"/>
                  </a:cubicBezTo>
                  <a:cubicBezTo>
                    <a:pt x="1049" y="1299"/>
                    <a:pt x="960" y="1487"/>
                    <a:pt x="901" y="1592"/>
                  </a:cubicBezTo>
                  <a:cubicBezTo>
                    <a:pt x="861" y="1478"/>
                    <a:pt x="805" y="1278"/>
                    <a:pt x="762" y="1105"/>
                  </a:cubicBezTo>
                  <a:cubicBezTo>
                    <a:pt x="753" y="1071"/>
                    <a:pt x="728" y="1049"/>
                    <a:pt x="697" y="1043"/>
                  </a:cubicBezTo>
                  <a:cubicBezTo>
                    <a:pt x="528" y="1012"/>
                    <a:pt x="333" y="969"/>
                    <a:pt x="229" y="938"/>
                  </a:cubicBezTo>
                  <a:cubicBezTo>
                    <a:pt x="395" y="849"/>
                    <a:pt x="565" y="772"/>
                    <a:pt x="741" y="704"/>
                  </a:cubicBezTo>
                  <a:cubicBezTo>
                    <a:pt x="759" y="695"/>
                    <a:pt x="778" y="676"/>
                    <a:pt x="784" y="658"/>
                  </a:cubicBezTo>
                  <a:cubicBezTo>
                    <a:pt x="839" y="513"/>
                    <a:pt x="901" y="371"/>
                    <a:pt x="969" y="232"/>
                  </a:cubicBezTo>
                  <a:close/>
                  <a:moveTo>
                    <a:pt x="990" y="1"/>
                  </a:moveTo>
                  <a:cubicBezTo>
                    <a:pt x="941" y="1"/>
                    <a:pt x="867" y="1"/>
                    <a:pt x="648" y="571"/>
                  </a:cubicBezTo>
                  <a:cubicBezTo>
                    <a:pt x="40" y="815"/>
                    <a:pt x="19" y="895"/>
                    <a:pt x="10" y="929"/>
                  </a:cubicBezTo>
                  <a:cubicBezTo>
                    <a:pt x="0" y="957"/>
                    <a:pt x="6" y="985"/>
                    <a:pt x="22" y="1009"/>
                  </a:cubicBezTo>
                  <a:cubicBezTo>
                    <a:pt x="37" y="1031"/>
                    <a:pt x="84" y="1093"/>
                    <a:pt x="617" y="1198"/>
                  </a:cubicBezTo>
                  <a:cubicBezTo>
                    <a:pt x="774" y="1824"/>
                    <a:pt x="830" y="1824"/>
                    <a:pt x="892" y="1824"/>
                  </a:cubicBezTo>
                  <a:lnTo>
                    <a:pt x="898" y="1824"/>
                  </a:lnTo>
                  <a:cubicBezTo>
                    <a:pt x="944" y="1821"/>
                    <a:pt x="1000" y="1817"/>
                    <a:pt x="1259" y="1231"/>
                  </a:cubicBezTo>
                  <a:cubicBezTo>
                    <a:pt x="1416" y="1176"/>
                    <a:pt x="1718" y="1065"/>
                    <a:pt x="1783" y="1006"/>
                  </a:cubicBezTo>
                  <a:cubicBezTo>
                    <a:pt x="1805" y="985"/>
                    <a:pt x="1814" y="951"/>
                    <a:pt x="1811" y="920"/>
                  </a:cubicBezTo>
                  <a:cubicBezTo>
                    <a:pt x="1795" y="846"/>
                    <a:pt x="1715" y="806"/>
                    <a:pt x="1404" y="695"/>
                  </a:cubicBezTo>
                  <a:cubicBezTo>
                    <a:pt x="1345" y="673"/>
                    <a:pt x="1274" y="649"/>
                    <a:pt x="1243" y="633"/>
                  </a:cubicBezTo>
                  <a:cubicBezTo>
                    <a:pt x="1234" y="599"/>
                    <a:pt x="1212" y="516"/>
                    <a:pt x="1194" y="448"/>
                  </a:cubicBezTo>
                  <a:cubicBezTo>
                    <a:pt x="1141" y="229"/>
                    <a:pt x="1104" y="93"/>
                    <a:pt x="1067" y="41"/>
                  </a:cubicBezTo>
                  <a:cubicBezTo>
                    <a:pt x="1046" y="16"/>
                    <a:pt x="1018" y="4"/>
                    <a:pt x="99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9" name="Google Shape;789;p8"/>
            <p:cNvGrpSpPr/>
            <p:nvPr/>
          </p:nvGrpSpPr>
          <p:grpSpPr>
            <a:xfrm>
              <a:off x="1618052" y="4723952"/>
              <a:ext cx="407881" cy="242857"/>
              <a:chOff x="78527" y="4008152"/>
              <a:chExt cx="407881" cy="242857"/>
            </a:xfrm>
          </p:grpSpPr>
          <p:sp>
            <p:nvSpPr>
              <p:cNvPr id="790" name="Google Shape;790;p8"/>
              <p:cNvSpPr/>
              <p:nvPr/>
            </p:nvSpPr>
            <p:spPr>
              <a:xfrm>
                <a:off x="78527" y="4013042"/>
                <a:ext cx="407881" cy="232406"/>
              </a:xfrm>
              <a:custGeom>
                <a:avLst/>
                <a:gdLst/>
                <a:ahLst/>
                <a:cxnLst/>
                <a:rect l="l" t="t" r="r" b="b"/>
                <a:pathLst>
                  <a:path w="6088" h="3469" extrusionOk="0">
                    <a:moveTo>
                      <a:pt x="3696" y="1"/>
                    </a:moveTo>
                    <a:cubicBezTo>
                      <a:pt x="3413" y="1"/>
                      <a:pt x="3163" y="158"/>
                      <a:pt x="2991" y="365"/>
                    </a:cubicBezTo>
                    <a:lnTo>
                      <a:pt x="2991" y="365"/>
                    </a:lnTo>
                    <a:cubicBezTo>
                      <a:pt x="2876" y="273"/>
                      <a:pt x="2725" y="190"/>
                      <a:pt x="2533" y="128"/>
                    </a:cubicBezTo>
                    <a:cubicBezTo>
                      <a:pt x="2372" y="75"/>
                      <a:pt x="2237" y="52"/>
                      <a:pt x="2122" y="52"/>
                    </a:cubicBezTo>
                    <a:cubicBezTo>
                      <a:pt x="1407" y="52"/>
                      <a:pt x="1530" y="951"/>
                      <a:pt x="1530" y="951"/>
                    </a:cubicBezTo>
                    <a:cubicBezTo>
                      <a:pt x="1457" y="907"/>
                      <a:pt x="1378" y="886"/>
                      <a:pt x="1298" y="886"/>
                    </a:cubicBezTo>
                    <a:cubicBezTo>
                      <a:pt x="694" y="886"/>
                      <a:pt x="1" y="2034"/>
                      <a:pt x="790" y="2617"/>
                    </a:cubicBezTo>
                    <a:cubicBezTo>
                      <a:pt x="1039" y="2800"/>
                      <a:pt x="1275" y="2883"/>
                      <a:pt x="1477" y="2895"/>
                    </a:cubicBezTo>
                    <a:lnTo>
                      <a:pt x="1477" y="2895"/>
                    </a:lnTo>
                    <a:cubicBezTo>
                      <a:pt x="1545" y="3200"/>
                      <a:pt x="1763" y="3463"/>
                      <a:pt x="2224" y="3468"/>
                    </a:cubicBezTo>
                    <a:cubicBezTo>
                      <a:pt x="2242" y="3468"/>
                      <a:pt x="2259" y="3468"/>
                      <a:pt x="2276" y="3468"/>
                    </a:cubicBezTo>
                    <a:cubicBezTo>
                      <a:pt x="2909" y="3468"/>
                      <a:pt x="3333" y="3322"/>
                      <a:pt x="3571" y="3105"/>
                    </a:cubicBezTo>
                    <a:lnTo>
                      <a:pt x="3571" y="3105"/>
                    </a:lnTo>
                    <a:cubicBezTo>
                      <a:pt x="3621" y="3172"/>
                      <a:pt x="3683" y="3237"/>
                      <a:pt x="3760" y="3298"/>
                    </a:cubicBezTo>
                    <a:cubicBezTo>
                      <a:pt x="3866" y="3382"/>
                      <a:pt x="3994" y="3419"/>
                      <a:pt x="4133" y="3419"/>
                    </a:cubicBezTo>
                    <a:cubicBezTo>
                      <a:pt x="4932" y="3419"/>
                      <a:pt x="6088" y="2177"/>
                      <a:pt x="5404" y="1457"/>
                    </a:cubicBezTo>
                    <a:cubicBezTo>
                      <a:pt x="5215" y="1258"/>
                      <a:pt x="5015" y="1183"/>
                      <a:pt x="4827" y="1183"/>
                    </a:cubicBezTo>
                    <a:cubicBezTo>
                      <a:pt x="4806" y="1183"/>
                      <a:pt x="4786" y="1184"/>
                      <a:pt x="4765" y="1185"/>
                    </a:cubicBezTo>
                    <a:lnTo>
                      <a:pt x="4765" y="1185"/>
                    </a:lnTo>
                    <a:cubicBezTo>
                      <a:pt x="4773" y="830"/>
                      <a:pt x="4595" y="421"/>
                      <a:pt x="4155" y="143"/>
                    </a:cubicBezTo>
                    <a:cubicBezTo>
                      <a:pt x="3998" y="43"/>
                      <a:pt x="3843" y="1"/>
                      <a:pt x="36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8"/>
              <p:cNvSpPr/>
              <p:nvPr/>
            </p:nvSpPr>
            <p:spPr>
              <a:xfrm>
                <a:off x="96750" y="4008152"/>
                <a:ext cx="367883" cy="242857"/>
              </a:xfrm>
              <a:custGeom>
                <a:avLst/>
                <a:gdLst/>
                <a:ahLst/>
                <a:cxnLst/>
                <a:rect l="l" t="t" r="r" b="b"/>
                <a:pathLst>
                  <a:path w="5491" h="3625" extrusionOk="0">
                    <a:moveTo>
                      <a:pt x="2733" y="558"/>
                    </a:moveTo>
                    <a:cubicBezTo>
                      <a:pt x="2952" y="768"/>
                      <a:pt x="2995" y="1015"/>
                      <a:pt x="2936" y="1178"/>
                    </a:cubicBezTo>
                    <a:cubicBezTo>
                      <a:pt x="2906" y="1264"/>
                      <a:pt x="2852" y="1311"/>
                      <a:pt x="2788" y="1311"/>
                    </a:cubicBezTo>
                    <a:cubicBezTo>
                      <a:pt x="2749" y="1311"/>
                      <a:pt x="2705" y="1293"/>
                      <a:pt x="2662" y="1255"/>
                    </a:cubicBezTo>
                    <a:cubicBezTo>
                      <a:pt x="2508" y="1129"/>
                      <a:pt x="2542" y="827"/>
                      <a:pt x="2733" y="558"/>
                    </a:cubicBezTo>
                    <a:close/>
                    <a:moveTo>
                      <a:pt x="4404" y="1354"/>
                    </a:moveTo>
                    <a:lnTo>
                      <a:pt x="4404" y="1354"/>
                    </a:lnTo>
                    <a:cubicBezTo>
                      <a:pt x="4367" y="1650"/>
                      <a:pt x="4185" y="1872"/>
                      <a:pt x="3945" y="1906"/>
                    </a:cubicBezTo>
                    <a:cubicBezTo>
                      <a:pt x="3929" y="1906"/>
                      <a:pt x="3917" y="1909"/>
                      <a:pt x="3902" y="1909"/>
                    </a:cubicBezTo>
                    <a:cubicBezTo>
                      <a:pt x="3837" y="1909"/>
                      <a:pt x="3837" y="1888"/>
                      <a:pt x="3837" y="1869"/>
                    </a:cubicBezTo>
                    <a:cubicBezTo>
                      <a:pt x="3831" y="1746"/>
                      <a:pt x="4068" y="1431"/>
                      <a:pt x="4404" y="1354"/>
                    </a:cubicBezTo>
                    <a:close/>
                    <a:moveTo>
                      <a:pt x="1527" y="2125"/>
                    </a:moveTo>
                    <a:cubicBezTo>
                      <a:pt x="1570" y="2125"/>
                      <a:pt x="1610" y="2162"/>
                      <a:pt x="1635" y="2196"/>
                    </a:cubicBezTo>
                    <a:cubicBezTo>
                      <a:pt x="1755" y="2347"/>
                      <a:pt x="1783" y="2511"/>
                      <a:pt x="1718" y="2646"/>
                    </a:cubicBezTo>
                    <a:cubicBezTo>
                      <a:pt x="1647" y="2795"/>
                      <a:pt x="1477" y="2884"/>
                      <a:pt x="1274" y="2890"/>
                    </a:cubicBezTo>
                    <a:cubicBezTo>
                      <a:pt x="1231" y="2619"/>
                      <a:pt x="1308" y="2332"/>
                      <a:pt x="1416" y="2199"/>
                    </a:cubicBezTo>
                    <a:cubicBezTo>
                      <a:pt x="1440" y="2159"/>
                      <a:pt x="1481" y="2131"/>
                      <a:pt x="1527" y="2125"/>
                    </a:cubicBezTo>
                    <a:close/>
                    <a:moveTo>
                      <a:pt x="3350" y="2350"/>
                    </a:moveTo>
                    <a:cubicBezTo>
                      <a:pt x="3362" y="2350"/>
                      <a:pt x="3396" y="2384"/>
                      <a:pt x="3424" y="2468"/>
                    </a:cubicBezTo>
                    <a:cubicBezTo>
                      <a:pt x="3491" y="2668"/>
                      <a:pt x="3448" y="2890"/>
                      <a:pt x="3313" y="3051"/>
                    </a:cubicBezTo>
                    <a:cubicBezTo>
                      <a:pt x="3183" y="2825"/>
                      <a:pt x="3195" y="2582"/>
                      <a:pt x="3266" y="2440"/>
                    </a:cubicBezTo>
                    <a:cubicBezTo>
                      <a:pt x="3297" y="2375"/>
                      <a:pt x="3334" y="2350"/>
                      <a:pt x="3350" y="2350"/>
                    </a:cubicBezTo>
                    <a:close/>
                    <a:moveTo>
                      <a:pt x="3426" y="160"/>
                    </a:moveTo>
                    <a:cubicBezTo>
                      <a:pt x="3566" y="160"/>
                      <a:pt x="3707" y="201"/>
                      <a:pt x="3840" y="287"/>
                    </a:cubicBezTo>
                    <a:cubicBezTo>
                      <a:pt x="4185" y="503"/>
                      <a:pt x="4395" y="836"/>
                      <a:pt x="4411" y="1191"/>
                    </a:cubicBezTo>
                    <a:cubicBezTo>
                      <a:pt x="3994" y="1265"/>
                      <a:pt x="3667" y="1650"/>
                      <a:pt x="3677" y="1878"/>
                    </a:cubicBezTo>
                    <a:cubicBezTo>
                      <a:pt x="3679" y="1969"/>
                      <a:pt x="3738" y="2069"/>
                      <a:pt x="3899" y="2069"/>
                    </a:cubicBezTo>
                    <a:cubicBezTo>
                      <a:pt x="3920" y="2069"/>
                      <a:pt x="3942" y="2067"/>
                      <a:pt x="3966" y="2064"/>
                    </a:cubicBezTo>
                    <a:cubicBezTo>
                      <a:pt x="4293" y="2020"/>
                      <a:pt x="4534" y="1727"/>
                      <a:pt x="4571" y="1339"/>
                    </a:cubicBezTo>
                    <a:cubicBezTo>
                      <a:pt x="4753" y="1342"/>
                      <a:pt x="4920" y="1428"/>
                      <a:pt x="5074" y="1589"/>
                    </a:cubicBezTo>
                    <a:cubicBezTo>
                      <a:pt x="5336" y="1863"/>
                      <a:pt x="5274" y="2190"/>
                      <a:pt x="5176" y="2418"/>
                    </a:cubicBezTo>
                    <a:cubicBezTo>
                      <a:pt x="4953" y="2939"/>
                      <a:pt x="4327" y="3414"/>
                      <a:pt x="3862" y="3414"/>
                    </a:cubicBezTo>
                    <a:cubicBezTo>
                      <a:pt x="3857" y="3415"/>
                      <a:pt x="3853" y="3415"/>
                      <a:pt x="3848" y="3415"/>
                    </a:cubicBezTo>
                    <a:cubicBezTo>
                      <a:pt x="3736" y="3415"/>
                      <a:pt x="3627" y="3378"/>
                      <a:pt x="3541" y="3310"/>
                    </a:cubicBezTo>
                    <a:cubicBezTo>
                      <a:pt x="3491" y="3273"/>
                      <a:pt x="3448" y="3232"/>
                      <a:pt x="3408" y="3186"/>
                    </a:cubicBezTo>
                    <a:cubicBezTo>
                      <a:pt x="3603" y="2983"/>
                      <a:pt x="3667" y="2687"/>
                      <a:pt x="3578" y="2421"/>
                    </a:cubicBezTo>
                    <a:cubicBezTo>
                      <a:pt x="3513" y="2218"/>
                      <a:pt x="3408" y="2190"/>
                      <a:pt x="3350" y="2190"/>
                    </a:cubicBezTo>
                    <a:cubicBezTo>
                      <a:pt x="3260" y="2190"/>
                      <a:pt x="3177" y="2255"/>
                      <a:pt x="3121" y="2366"/>
                    </a:cubicBezTo>
                    <a:cubicBezTo>
                      <a:pt x="3023" y="2563"/>
                      <a:pt x="3010" y="2878"/>
                      <a:pt x="3192" y="3165"/>
                    </a:cubicBezTo>
                    <a:cubicBezTo>
                      <a:pt x="3001" y="3306"/>
                      <a:pt x="2649" y="3461"/>
                      <a:pt x="1999" y="3461"/>
                    </a:cubicBezTo>
                    <a:lnTo>
                      <a:pt x="1956" y="3461"/>
                    </a:lnTo>
                    <a:cubicBezTo>
                      <a:pt x="1558" y="3458"/>
                      <a:pt x="1385" y="3254"/>
                      <a:pt x="1314" y="3051"/>
                    </a:cubicBezTo>
                    <a:cubicBezTo>
                      <a:pt x="1564" y="3035"/>
                      <a:pt x="1767" y="2915"/>
                      <a:pt x="1863" y="2720"/>
                    </a:cubicBezTo>
                    <a:cubicBezTo>
                      <a:pt x="1959" y="2523"/>
                      <a:pt x="1922" y="2298"/>
                      <a:pt x="1761" y="2097"/>
                    </a:cubicBezTo>
                    <a:cubicBezTo>
                      <a:pt x="1675" y="1986"/>
                      <a:pt x="1585" y="1965"/>
                      <a:pt x="1527" y="1965"/>
                    </a:cubicBezTo>
                    <a:cubicBezTo>
                      <a:pt x="1444" y="1965"/>
                      <a:pt x="1360" y="2011"/>
                      <a:pt x="1289" y="2097"/>
                    </a:cubicBezTo>
                    <a:cubicBezTo>
                      <a:pt x="1147" y="2276"/>
                      <a:pt x="1076" y="2594"/>
                      <a:pt x="1107" y="2878"/>
                    </a:cubicBezTo>
                    <a:cubicBezTo>
                      <a:pt x="913" y="2835"/>
                      <a:pt x="728" y="2751"/>
                      <a:pt x="568" y="2628"/>
                    </a:cubicBezTo>
                    <a:cubicBezTo>
                      <a:pt x="154" y="2320"/>
                      <a:pt x="241" y="1891"/>
                      <a:pt x="296" y="1718"/>
                    </a:cubicBezTo>
                    <a:cubicBezTo>
                      <a:pt x="420" y="1345"/>
                      <a:pt x="746" y="1043"/>
                      <a:pt x="1027" y="1043"/>
                    </a:cubicBezTo>
                    <a:cubicBezTo>
                      <a:pt x="1095" y="1043"/>
                      <a:pt x="1163" y="1061"/>
                      <a:pt x="1218" y="1095"/>
                    </a:cubicBezTo>
                    <a:cubicBezTo>
                      <a:pt x="1232" y="1103"/>
                      <a:pt x="1246" y="1106"/>
                      <a:pt x="1260" y="1106"/>
                    </a:cubicBezTo>
                    <a:cubicBezTo>
                      <a:pt x="1307" y="1106"/>
                      <a:pt x="1349" y="1067"/>
                      <a:pt x="1342" y="1015"/>
                    </a:cubicBezTo>
                    <a:cubicBezTo>
                      <a:pt x="1342" y="1012"/>
                      <a:pt x="1283" y="586"/>
                      <a:pt x="1487" y="355"/>
                    </a:cubicBezTo>
                    <a:cubicBezTo>
                      <a:pt x="1572" y="255"/>
                      <a:pt x="1695" y="205"/>
                      <a:pt x="1853" y="205"/>
                    </a:cubicBezTo>
                    <a:cubicBezTo>
                      <a:pt x="1964" y="205"/>
                      <a:pt x="2092" y="230"/>
                      <a:pt x="2236" y="278"/>
                    </a:cubicBezTo>
                    <a:cubicBezTo>
                      <a:pt x="2369" y="318"/>
                      <a:pt x="2495" y="380"/>
                      <a:pt x="2609" y="457"/>
                    </a:cubicBezTo>
                    <a:cubicBezTo>
                      <a:pt x="2387" y="765"/>
                      <a:pt x="2313" y="1172"/>
                      <a:pt x="2560" y="1382"/>
                    </a:cubicBezTo>
                    <a:cubicBezTo>
                      <a:pt x="2622" y="1437"/>
                      <a:pt x="2705" y="1474"/>
                      <a:pt x="2791" y="1478"/>
                    </a:cubicBezTo>
                    <a:cubicBezTo>
                      <a:pt x="2921" y="1478"/>
                      <a:pt x="3038" y="1382"/>
                      <a:pt x="3091" y="1234"/>
                    </a:cubicBezTo>
                    <a:cubicBezTo>
                      <a:pt x="3168" y="1018"/>
                      <a:pt x="3112" y="694"/>
                      <a:pt x="2835" y="432"/>
                    </a:cubicBezTo>
                    <a:cubicBezTo>
                      <a:pt x="3006" y="255"/>
                      <a:pt x="3214" y="160"/>
                      <a:pt x="3426" y="160"/>
                    </a:cubicBezTo>
                    <a:close/>
                    <a:moveTo>
                      <a:pt x="3431" y="0"/>
                    </a:moveTo>
                    <a:cubicBezTo>
                      <a:pt x="3171" y="0"/>
                      <a:pt x="2915" y="116"/>
                      <a:pt x="2711" y="333"/>
                    </a:cubicBezTo>
                    <a:cubicBezTo>
                      <a:pt x="2582" y="241"/>
                      <a:pt x="2440" y="173"/>
                      <a:pt x="2289" y="124"/>
                    </a:cubicBezTo>
                    <a:cubicBezTo>
                      <a:pt x="2129" y="71"/>
                      <a:pt x="1984" y="45"/>
                      <a:pt x="1856" y="45"/>
                    </a:cubicBezTo>
                    <a:cubicBezTo>
                      <a:pt x="1647" y="45"/>
                      <a:pt x="1482" y="113"/>
                      <a:pt x="1363" y="247"/>
                    </a:cubicBezTo>
                    <a:cubicBezTo>
                      <a:pt x="1194" y="444"/>
                      <a:pt x="1169" y="731"/>
                      <a:pt x="1172" y="901"/>
                    </a:cubicBezTo>
                    <a:cubicBezTo>
                      <a:pt x="1126" y="888"/>
                      <a:pt x="1076" y="882"/>
                      <a:pt x="1027" y="882"/>
                    </a:cubicBezTo>
                    <a:cubicBezTo>
                      <a:pt x="676" y="882"/>
                      <a:pt x="287" y="1228"/>
                      <a:pt x="142" y="1669"/>
                    </a:cubicBezTo>
                    <a:cubicBezTo>
                      <a:pt x="0" y="2104"/>
                      <a:pt x="120" y="2498"/>
                      <a:pt x="472" y="2757"/>
                    </a:cubicBezTo>
                    <a:cubicBezTo>
                      <a:pt x="694" y="2921"/>
                      <a:pt x="922" y="3020"/>
                      <a:pt x="1141" y="3047"/>
                    </a:cubicBezTo>
                    <a:cubicBezTo>
                      <a:pt x="1246" y="3408"/>
                      <a:pt x="1539" y="3621"/>
                      <a:pt x="1952" y="3624"/>
                    </a:cubicBezTo>
                    <a:lnTo>
                      <a:pt x="1999" y="3624"/>
                    </a:lnTo>
                    <a:cubicBezTo>
                      <a:pt x="2563" y="3624"/>
                      <a:pt x="3007" y="3513"/>
                      <a:pt x="3288" y="3297"/>
                    </a:cubicBezTo>
                    <a:cubicBezTo>
                      <a:pt x="3334" y="3347"/>
                      <a:pt x="3384" y="3396"/>
                      <a:pt x="3439" y="3439"/>
                    </a:cubicBezTo>
                    <a:cubicBezTo>
                      <a:pt x="3556" y="3529"/>
                      <a:pt x="3699" y="3578"/>
                      <a:pt x="3848" y="3578"/>
                    </a:cubicBezTo>
                    <a:cubicBezTo>
                      <a:pt x="3853" y="3578"/>
                      <a:pt x="3857" y="3578"/>
                      <a:pt x="3862" y="3578"/>
                    </a:cubicBezTo>
                    <a:cubicBezTo>
                      <a:pt x="4392" y="3578"/>
                      <a:pt x="5077" y="3066"/>
                      <a:pt x="5327" y="2483"/>
                    </a:cubicBezTo>
                    <a:cubicBezTo>
                      <a:pt x="5490" y="2097"/>
                      <a:pt x="5444" y="1743"/>
                      <a:pt x="5191" y="1478"/>
                    </a:cubicBezTo>
                    <a:cubicBezTo>
                      <a:pt x="5009" y="1283"/>
                      <a:pt x="4802" y="1185"/>
                      <a:pt x="4574" y="1178"/>
                    </a:cubicBezTo>
                    <a:cubicBezTo>
                      <a:pt x="4552" y="774"/>
                      <a:pt x="4315" y="395"/>
                      <a:pt x="3929" y="151"/>
                    </a:cubicBezTo>
                    <a:cubicBezTo>
                      <a:pt x="3770" y="49"/>
                      <a:pt x="3600" y="0"/>
                      <a:pt x="34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792" name="Google Shape;792;p8"/>
            <p:cNvGrpSpPr/>
            <p:nvPr/>
          </p:nvGrpSpPr>
          <p:grpSpPr>
            <a:xfrm>
              <a:off x="106515" y="3757800"/>
              <a:ext cx="345427" cy="299475"/>
              <a:chOff x="1011528" y="129375"/>
              <a:chExt cx="345427" cy="299475"/>
            </a:xfrm>
          </p:grpSpPr>
          <p:sp>
            <p:nvSpPr>
              <p:cNvPr id="793" name="Google Shape;793;p8"/>
              <p:cNvSpPr/>
              <p:nvPr/>
            </p:nvSpPr>
            <p:spPr>
              <a:xfrm>
                <a:off x="1244129" y="155966"/>
                <a:ext cx="106534" cy="77311"/>
              </a:xfrm>
              <a:custGeom>
                <a:avLst/>
                <a:gdLst/>
                <a:ahLst/>
                <a:cxnLst/>
                <a:rect l="l" t="t" r="r" b="b"/>
                <a:pathLst>
                  <a:path w="1254" h="910" extrusionOk="0">
                    <a:moveTo>
                      <a:pt x="1097" y="0"/>
                    </a:moveTo>
                    <a:cubicBezTo>
                      <a:pt x="975" y="0"/>
                      <a:pt x="707" y="47"/>
                      <a:pt x="93" y="188"/>
                    </a:cubicBezTo>
                    <a:cubicBezTo>
                      <a:pt x="0" y="214"/>
                      <a:pt x="25" y="347"/>
                      <a:pt x="113" y="347"/>
                    </a:cubicBezTo>
                    <a:cubicBezTo>
                      <a:pt x="119" y="347"/>
                      <a:pt x="124" y="346"/>
                      <a:pt x="130" y="345"/>
                    </a:cubicBezTo>
                    <a:cubicBezTo>
                      <a:pt x="445" y="274"/>
                      <a:pt x="790" y="203"/>
                      <a:pt x="979" y="176"/>
                    </a:cubicBezTo>
                    <a:lnTo>
                      <a:pt x="979" y="176"/>
                    </a:lnTo>
                    <a:cubicBezTo>
                      <a:pt x="818" y="364"/>
                      <a:pt x="485" y="722"/>
                      <a:pt x="433" y="765"/>
                    </a:cubicBezTo>
                    <a:cubicBezTo>
                      <a:pt x="399" y="793"/>
                      <a:pt x="390" y="842"/>
                      <a:pt x="417" y="879"/>
                    </a:cubicBezTo>
                    <a:cubicBezTo>
                      <a:pt x="433" y="897"/>
                      <a:pt x="457" y="910"/>
                      <a:pt x="482" y="910"/>
                    </a:cubicBezTo>
                    <a:cubicBezTo>
                      <a:pt x="501" y="910"/>
                      <a:pt x="516" y="904"/>
                      <a:pt x="531" y="894"/>
                    </a:cubicBezTo>
                    <a:cubicBezTo>
                      <a:pt x="538" y="888"/>
                      <a:pt x="1253" y="194"/>
                      <a:pt x="1210" y="62"/>
                    </a:cubicBezTo>
                    <a:cubicBezTo>
                      <a:pt x="1198" y="27"/>
                      <a:pt x="1189" y="0"/>
                      <a:pt x="10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8"/>
              <p:cNvSpPr/>
              <p:nvPr/>
            </p:nvSpPr>
            <p:spPr>
              <a:xfrm>
                <a:off x="1011528" y="129375"/>
                <a:ext cx="345427" cy="299475"/>
              </a:xfrm>
              <a:custGeom>
                <a:avLst/>
                <a:gdLst/>
                <a:ahLst/>
                <a:cxnLst/>
                <a:rect l="l" t="t" r="r" b="b"/>
                <a:pathLst>
                  <a:path w="4066" h="3525" extrusionOk="0">
                    <a:moveTo>
                      <a:pt x="790" y="0"/>
                    </a:moveTo>
                    <a:cubicBezTo>
                      <a:pt x="781" y="0"/>
                      <a:pt x="773" y="1"/>
                      <a:pt x="765" y="1"/>
                    </a:cubicBezTo>
                    <a:cubicBezTo>
                      <a:pt x="265" y="41"/>
                      <a:pt x="885" y="1161"/>
                      <a:pt x="885" y="1161"/>
                    </a:cubicBezTo>
                    <a:cubicBezTo>
                      <a:pt x="885" y="1161"/>
                      <a:pt x="676" y="991"/>
                      <a:pt x="509" y="991"/>
                    </a:cubicBezTo>
                    <a:cubicBezTo>
                      <a:pt x="412" y="991"/>
                      <a:pt x="329" y="1048"/>
                      <a:pt x="308" y="1229"/>
                    </a:cubicBezTo>
                    <a:cubicBezTo>
                      <a:pt x="253" y="1719"/>
                      <a:pt x="922" y="2308"/>
                      <a:pt x="922" y="2308"/>
                    </a:cubicBezTo>
                    <a:lnTo>
                      <a:pt x="0" y="2534"/>
                    </a:lnTo>
                    <a:cubicBezTo>
                      <a:pt x="0" y="2534"/>
                      <a:pt x="453" y="3524"/>
                      <a:pt x="1613" y="3524"/>
                    </a:cubicBezTo>
                    <a:cubicBezTo>
                      <a:pt x="1834" y="3524"/>
                      <a:pt x="2080" y="3489"/>
                      <a:pt x="2353" y="3403"/>
                    </a:cubicBezTo>
                    <a:cubicBezTo>
                      <a:pt x="4065" y="2867"/>
                      <a:pt x="3612" y="526"/>
                      <a:pt x="2696" y="220"/>
                    </a:cubicBezTo>
                    <a:cubicBezTo>
                      <a:pt x="2643" y="203"/>
                      <a:pt x="2594" y="195"/>
                      <a:pt x="2549" y="195"/>
                    </a:cubicBezTo>
                    <a:cubicBezTo>
                      <a:pt x="2026" y="195"/>
                      <a:pt x="1974" y="1263"/>
                      <a:pt x="1974" y="1263"/>
                    </a:cubicBezTo>
                    <a:cubicBezTo>
                      <a:pt x="1974" y="1263"/>
                      <a:pt x="1290" y="0"/>
                      <a:pt x="7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8"/>
              <p:cNvSpPr/>
              <p:nvPr/>
            </p:nvSpPr>
            <p:spPr>
              <a:xfrm>
                <a:off x="1207769" y="166841"/>
                <a:ext cx="52757" cy="56242"/>
              </a:xfrm>
              <a:custGeom>
                <a:avLst/>
                <a:gdLst/>
                <a:ahLst/>
                <a:cxnLst/>
                <a:rect l="l" t="t" r="r" b="b"/>
                <a:pathLst>
                  <a:path w="621" h="662" extrusionOk="0">
                    <a:moveTo>
                      <a:pt x="375" y="0"/>
                    </a:moveTo>
                    <a:cubicBezTo>
                      <a:pt x="323" y="0"/>
                      <a:pt x="269" y="51"/>
                      <a:pt x="299" y="116"/>
                    </a:cubicBezTo>
                    <a:cubicBezTo>
                      <a:pt x="364" y="264"/>
                      <a:pt x="413" y="430"/>
                      <a:pt x="413" y="495"/>
                    </a:cubicBezTo>
                    <a:cubicBezTo>
                      <a:pt x="352" y="473"/>
                      <a:pt x="244" y="353"/>
                      <a:pt x="176" y="245"/>
                    </a:cubicBezTo>
                    <a:cubicBezTo>
                      <a:pt x="157" y="219"/>
                      <a:pt x="133" y="208"/>
                      <a:pt x="109" y="208"/>
                    </a:cubicBezTo>
                    <a:cubicBezTo>
                      <a:pt x="53" y="208"/>
                      <a:pt x="1" y="267"/>
                      <a:pt x="37" y="331"/>
                    </a:cubicBezTo>
                    <a:cubicBezTo>
                      <a:pt x="90" y="409"/>
                      <a:pt x="262" y="661"/>
                      <a:pt x="435" y="661"/>
                    </a:cubicBezTo>
                    <a:lnTo>
                      <a:pt x="450" y="661"/>
                    </a:lnTo>
                    <a:cubicBezTo>
                      <a:pt x="494" y="658"/>
                      <a:pt x="531" y="634"/>
                      <a:pt x="552" y="600"/>
                    </a:cubicBezTo>
                    <a:cubicBezTo>
                      <a:pt x="620" y="483"/>
                      <a:pt x="515" y="205"/>
                      <a:pt x="447" y="51"/>
                    </a:cubicBezTo>
                    <a:cubicBezTo>
                      <a:pt x="432" y="15"/>
                      <a:pt x="404" y="0"/>
                      <a:pt x="37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8"/>
              <p:cNvSpPr/>
              <p:nvPr/>
            </p:nvSpPr>
            <p:spPr>
              <a:xfrm>
                <a:off x="1068616" y="214076"/>
                <a:ext cx="115454" cy="110445"/>
              </a:xfrm>
              <a:custGeom>
                <a:avLst/>
                <a:gdLst/>
                <a:ahLst/>
                <a:cxnLst/>
                <a:rect l="l" t="t" r="r" b="b"/>
                <a:pathLst>
                  <a:path w="1359" h="1300" extrusionOk="0">
                    <a:moveTo>
                      <a:pt x="604" y="0"/>
                    </a:moveTo>
                    <a:cubicBezTo>
                      <a:pt x="588" y="0"/>
                      <a:pt x="576" y="4"/>
                      <a:pt x="568" y="7"/>
                    </a:cubicBezTo>
                    <a:cubicBezTo>
                      <a:pt x="457" y="47"/>
                      <a:pt x="432" y="223"/>
                      <a:pt x="491" y="531"/>
                    </a:cubicBezTo>
                    <a:cubicBezTo>
                      <a:pt x="396" y="468"/>
                      <a:pt x="285" y="414"/>
                      <a:pt x="195" y="414"/>
                    </a:cubicBezTo>
                    <a:cubicBezTo>
                      <a:pt x="170" y="414"/>
                      <a:pt x="148" y="418"/>
                      <a:pt x="127" y="426"/>
                    </a:cubicBezTo>
                    <a:cubicBezTo>
                      <a:pt x="68" y="451"/>
                      <a:pt x="28" y="513"/>
                      <a:pt x="28" y="577"/>
                    </a:cubicBezTo>
                    <a:cubicBezTo>
                      <a:pt x="0" y="880"/>
                      <a:pt x="438" y="1244"/>
                      <a:pt x="488" y="1284"/>
                    </a:cubicBezTo>
                    <a:cubicBezTo>
                      <a:pt x="503" y="1293"/>
                      <a:pt x="522" y="1299"/>
                      <a:pt x="540" y="1299"/>
                    </a:cubicBezTo>
                    <a:cubicBezTo>
                      <a:pt x="617" y="1299"/>
                      <a:pt x="651" y="1203"/>
                      <a:pt x="590" y="1157"/>
                    </a:cubicBezTo>
                    <a:cubicBezTo>
                      <a:pt x="429" y="1025"/>
                      <a:pt x="176" y="756"/>
                      <a:pt x="192" y="593"/>
                    </a:cubicBezTo>
                    <a:lnTo>
                      <a:pt x="192" y="574"/>
                    </a:lnTo>
                    <a:cubicBezTo>
                      <a:pt x="194" y="574"/>
                      <a:pt x="196" y="574"/>
                      <a:pt x="199" y="574"/>
                    </a:cubicBezTo>
                    <a:cubicBezTo>
                      <a:pt x="256" y="574"/>
                      <a:pt x="426" y="672"/>
                      <a:pt x="568" y="790"/>
                    </a:cubicBezTo>
                    <a:cubicBezTo>
                      <a:pt x="583" y="803"/>
                      <a:pt x="601" y="809"/>
                      <a:pt x="618" y="809"/>
                    </a:cubicBezTo>
                    <a:cubicBezTo>
                      <a:pt x="666" y="809"/>
                      <a:pt x="711" y="764"/>
                      <a:pt x="697" y="707"/>
                    </a:cubicBezTo>
                    <a:cubicBezTo>
                      <a:pt x="636" y="473"/>
                      <a:pt x="605" y="229"/>
                      <a:pt x="617" y="170"/>
                    </a:cubicBezTo>
                    <a:lnTo>
                      <a:pt x="617" y="170"/>
                    </a:lnTo>
                    <a:cubicBezTo>
                      <a:pt x="716" y="226"/>
                      <a:pt x="975" y="559"/>
                      <a:pt x="1176" y="858"/>
                    </a:cubicBezTo>
                    <a:cubicBezTo>
                      <a:pt x="1192" y="887"/>
                      <a:pt x="1216" y="899"/>
                      <a:pt x="1241" y="899"/>
                    </a:cubicBezTo>
                    <a:cubicBezTo>
                      <a:pt x="1299" y="899"/>
                      <a:pt x="1358" y="832"/>
                      <a:pt x="1308" y="769"/>
                    </a:cubicBezTo>
                    <a:cubicBezTo>
                      <a:pt x="857" y="85"/>
                      <a:pt x="679" y="0"/>
                      <a:pt x="6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8"/>
              <p:cNvSpPr/>
              <p:nvPr/>
            </p:nvSpPr>
            <p:spPr>
              <a:xfrm>
                <a:off x="1134540" y="274310"/>
                <a:ext cx="164558" cy="119875"/>
              </a:xfrm>
              <a:custGeom>
                <a:avLst/>
                <a:gdLst/>
                <a:ahLst/>
                <a:cxnLst/>
                <a:rect l="l" t="t" r="r" b="b"/>
                <a:pathLst>
                  <a:path w="1937" h="1411" extrusionOk="0">
                    <a:moveTo>
                      <a:pt x="1849" y="0"/>
                    </a:moveTo>
                    <a:cubicBezTo>
                      <a:pt x="1813" y="0"/>
                      <a:pt x="1777" y="22"/>
                      <a:pt x="1769" y="69"/>
                    </a:cubicBezTo>
                    <a:cubicBezTo>
                      <a:pt x="1707" y="522"/>
                      <a:pt x="1528" y="852"/>
                      <a:pt x="1242" y="1043"/>
                    </a:cubicBezTo>
                    <a:cubicBezTo>
                      <a:pt x="1002" y="1205"/>
                      <a:pt x="722" y="1246"/>
                      <a:pt x="503" y="1246"/>
                    </a:cubicBezTo>
                    <a:cubicBezTo>
                      <a:pt x="288" y="1246"/>
                      <a:pt x="131" y="1207"/>
                      <a:pt x="128" y="1207"/>
                    </a:cubicBezTo>
                    <a:cubicBezTo>
                      <a:pt x="123" y="1206"/>
                      <a:pt x="118" y="1206"/>
                      <a:pt x="113" y="1206"/>
                    </a:cubicBezTo>
                    <a:cubicBezTo>
                      <a:pt x="26" y="1206"/>
                      <a:pt x="0" y="1332"/>
                      <a:pt x="88" y="1364"/>
                    </a:cubicBezTo>
                    <a:cubicBezTo>
                      <a:pt x="227" y="1395"/>
                      <a:pt x="366" y="1411"/>
                      <a:pt x="504" y="1411"/>
                    </a:cubicBezTo>
                    <a:cubicBezTo>
                      <a:pt x="748" y="1411"/>
                      <a:pt x="1060" y="1364"/>
                      <a:pt x="1331" y="1179"/>
                    </a:cubicBezTo>
                    <a:cubicBezTo>
                      <a:pt x="1661" y="960"/>
                      <a:pt x="1861" y="590"/>
                      <a:pt x="1929" y="90"/>
                    </a:cubicBezTo>
                    <a:cubicBezTo>
                      <a:pt x="1936" y="33"/>
                      <a:pt x="1892" y="0"/>
                      <a:pt x="18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8" name="Google Shape;798;p8"/>
            <p:cNvGrpSpPr/>
            <p:nvPr/>
          </p:nvGrpSpPr>
          <p:grpSpPr>
            <a:xfrm>
              <a:off x="85064" y="4309069"/>
              <a:ext cx="388320" cy="384805"/>
              <a:chOff x="10649934" y="1571625"/>
              <a:chExt cx="449705" cy="445634"/>
            </a:xfrm>
          </p:grpSpPr>
          <p:sp>
            <p:nvSpPr>
              <p:cNvPr id="799" name="Google Shape;799;p8"/>
              <p:cNvSpPr/>
              <p:nvPr/>
            </p:nvSpPr>
            <p:spPr>
              <a:xfrm>
                <a:off x="10649934" y="1571625"/>
                <a:ext cx="449705" cy="445634"/>
              </a:xfrm>
              <a:custGeom>
                <a:avLst/>
                <a:gdLst/>
                <a:ahLst/>
                <a:cxnLst/>
                <a:rect l="l" t="t" r="r" b="b"/>
                <a:pathLst>
                  <a:path w="7070" h="7006" extrusionOk="0">
                    <a:moveTo>
                      <a:pt x="3541" y="217"/>
                    </a:moveTo>
                    <a:cubicBezTo>
                      <a:pt x="3631" y="377"/>
                      <a:pt x="3809" y="793"/>
                      <a:pt x="3948" y="1161"/>
                    </a:cubicBezTo>
                    <a:cubicBezTo>
                      <a:pt x="3958" y="1182"/>
                      <a:pt x="3976" y="1201"/>
                      <a:pt x="4001" y="1210"/>
                    </a:cubicBezTo>
                    <a:cubicBezTo>
                      <a:pt x="4009" y="1214"/>
                      <a:pt x="4019" y="1215"/>
                      <a:pt x="4028" y="1215"/>
                    </a:cubicBezTo>
                    <a:cubicBezTo>
                      <a:pt x="4043" y="1215"/>
                      <a:pt x="4059" y="1211"/>
                      <a:pt x="4072" y="1204"/>
                    </a:cubicBezTo>
                    <a:cubicBezTo>
                      <a:pt x="4414" y="1016"/>
                      <a:pt x="4941" y="750"/>
                      <a:pt x="5077" y="726"/>
                    </a:cubicBezTo>
                    <a:lnTo>
                      <a:pt x="5077" y="726"/>
                    </a:lnTo>
                    <a:cubicBezTo>
                      <a:pt x="5093" y="846"/>
                      <a:pt x="5019" y="1262"/>
                      <a:pt x="4932" y="1611"/>
                    </a:cubicBezTo>
                    <a:cubicBezTo>
                      <a:pt x="4918" y="1665"/>
                      <a:pt x="4959" y="1717"/>
                      <a:pt x="5014" y="1717"/>
                    </a:cubicBezTo>
                    <a:cubicBezTo>
                      <a:pt x="5019" y="1717"/>
                      <a:pt x="5023" y="1716"/>
                      <a:pt x="5028" y="1716"/>
                    </a:cubicBezTo>
                    <a:cubicBezTo>
                      <a:pt x="5034" y="1716"/>
                      <a:pt x="5737" y="1611"/>
                      <a:pt x="6095" y="1611"/>
                    </a:cubicBezTo>
                    <a:cubicBezTo>
                      <a:pt x="6135" y="1611"/>
                      <a:pt x="6175" y="1614"/>
                      <a:pt x="6215" y="1617"/>
                    </a:cubicBezTo>
                    <a:cubicBezTo>
                      <a:pt x="6169" y="1762"/>
                      <a:pt x="5975" y="2166"/>
                      <a:pt x="5790" y="2521"/>
                    </a:cubicBezTo>
                    <a:cubicBezTo>
                      <a:pt x="5765" y="2570"/>
                      <a:pt x="5790" y="2629"/>
                      <a:pt x="5842" y="2641"/>
                    </a:cubicBezTo>
                    <a:cubicBezTo>
                      <a:pt x="6252" y="2755"/>
                      <a:pt x="6727" y="2919"/>
                      <a:pt x="6820" y="2990"/>
                    </a:cubicBezTo>
                    <a:cubicBezTo>
                      <a:pt x="6755" y="3107"/>
                      <a:pt x="6329" y="3455"/>
                      <a:pt x="5950" y="3727"/>
                    </a:cubicBezTo>
                    <a:cubicBezTo>
                      <a:pt x="5904" y="3764"/>
                      <a:pt x="5904" y="3835"/>
                      <a:pt x="5953" y="3869"/>
                    </a:cubicBezTo>
                    <a:cubicBezTo>
                      <a:pt x="6385" y="4158"/>
                      <a:pt x="6755" y="4495"/>
                      <a:pt x="6752" y="4584"/>
                    </a:cubicBezTo>
                    <a:cubicBezTo>
                      <a:pt x="6706" y="4677"/>
                      <a:pt x="6172" y="4834"/>
                      <a:pt x="5583" y="4933"/>
                    </a:cubicBezTo>
                    <a:cubicBezTo>
                      <a:pt x="5524" y="4942"/>
                      <a:pt x="5493" y="5007"/>
                      <a:pt x="5521" y="5059"/>
                    </a:cubicBezTo>
                    <a:cubicBezTo>
                      <a:pt x="5719" y="5411"/>
                      <a:pt x="5913" y="5846"/>
                      <a:pt x="5907" y="5957"/>
                    </a:cubicBezTo>
                    <a:cubicBezTo>
                      <a:pt x="5871" y="5966"/>
                      <a:pt x="5836" y="5970"/>
                      <a:pt x="5801" y="5970"/>
                    </a:cubicBezTo>
                    <a:cubicBezTo>
                      <a:pt x="5790" y="5970"/>
                      <a:pt x="5779" y="5970"/>
                      <a:pt x="5768" y="5969"/>
                    </a:cubicBezTo>
                    <a:cubicBezTo>
                      <a:pt x="5444" y="5969"/>
                      <a:pt x="4846" y="5842"/>
                      <a:pt x="4840" y="5842"/>
                    </a:cubicBezTo>
                    <a:cubicBezTo>
                      <a:pt x="4833" y="5841"/>
                      <a:pt x="4827" y="5841"/>
                      <a:pt x="4821" y="5841"/>
                    </a:cubicBezTo>
                    <a:cubicBezTo>
                      <a:pt x="4785" y="5841"/>
                      <a:pt x="4752" y="5864"/>
                      <a:pt x="4741" y="5898"/>
                    </a:cubicBezTo>
                    <a:cubicBezTo>
                      <a:pt x="4624" y="6265"/>
                      <a:pt x="4470" y="6684"/>
                      <a:pt x="4399" y="6817"/>
                    </a:cubicBezTo>
                    <a:cubicBezTo>
                      <a:pt x="4272" y="6721"/>
                      <a:pt x="3951" y="6327"/>
                      <a:pt x="3692" y="5972"/>
                    </a:cubicBezTo>
                    <a:cubicBezTo>
                      <a:pt x="3680" y="5950"/>
                      <a:pt x="3655" y="5938"/>
                      <a:pt x="3631" y="5938"/>
                    </a:cubicBezTo>
                    <a:lnTo>
                      <a:pt x="3624" y="5938"/>
                    </a:lnTo>
                    <a:cubicBezTo>
                      <a:pt x="3622" y="5938"/>
                      <a:pt x="3619" y="5937"/>
                      <a:pt x="3616" y="5937"/>
                    </a:cubicBezTo>
                    <a:cubicBezTo>
                      <a:pt x="3597" y="5937"/>
                      <a:pt x="3576" y="5946"/>
                      <a:pt x="3563" y="5960"/>
                    </a:cubicBezTo>
                    <a:cubicBezTo>
                      <a:pt x="3245" y="6277"/>
                      <a:pt x="2863" y="6632"/>
                      <a:pt x="2727" y="6728"/>
                    </a:cubicBezTo>
                    <a:cubicBezTo>
                      <a:pt x="2684" y="6580"/>
                      <a:pt x="2607" y="6206"/>
                      <a:pt x="2548" y="5870"/>
                    </a:cubicBezTo>
                    <a:cubicBezTo>
                      <a:pt x="2541" y="5827"/>
                      <a:pt x="2505" y="5799"/>
                      <a:pt x="2465" y="5799"/>
                    </a:cubicBezTo>
                    <a:cubicBezTo>
                      <a:pt x="2454" y="5799"/>
                      <a:pt x="2442" y="5801"/>
                      <a:pt x="2431" y="5805"/>
                    </a:cubicBezTo>
                    <a:cubicBezTo>
                      <a:pt x="2061" y="5950"/>
                      <a:pt x="1447" y="6176"/>
                      <a:pt x="1222" y="6216"/>
                    </a:cubicBezTo>
                    <a:cubicBezTo>
                      <a:pt x="1253" y="6037"/>
                      <a:pt x="1376" y="5562"/>
                      <a:pt x="1502" y="5136"/>
                    </a:cubicBezTo>
                    <a:cubicBezTo>
                      <a:pt x="1509" y="5111"/>
                      <a:pt x="1506" y="5090"/>
                      <a:pt x="1493" y="5068"/>
                    </a:cubicBezTo>
                    <a:cubicBezTo>
                      <a:pt x="1481" y="5050"/>
                      <a:pt x="1462" y="5034"/>
                      <a:pt x="1441" y="5028"/>
                    </a:cubicBezTo>
                    <a:cubicBezTo>
                      <a:pt x="987" y="4917"/>
                      <a:pt x="466" y="4763"/>
                      <a:pt x="324" y="4686"/>
                    </a:cubicBezTo>
                    <a:cubicBezTo>
                      <a:pt x="420" y="4566"/>
                      <a:pt x="802" y="4251"/>
                      <a:pt x="1142" y="4001"/>
                    </a:cubicBezTo>
                    <a:cubicBezTo>
                      <a:pt x="1163" y="3983"/>
                      <a:pt x="1179" y="3955"/>
                      <a:pt x="1175" y="3927"/>
                    </a:cubicBezTo>
                    <a:cubicBezTo>
                      <a:pt x="1175" y="3899"/>
                      <a:pt x="1160" y="3872"/>
                      <a:pt x="1132" y="3859"/>
                    </a:cubicBezTo>
                    <a:cubicBezTo>
                      <a:pt x="636" y="3572"/>
                      <a:pt x="204" y="3233"/>
                      <a:pt x="207" y="3134"/>
                    </a:cubicBezTo>
                    <a:cubicBezTo>
                      <a:pt x="222" y="3042"/>
                      <a:pt x="701" y="2857"/>
                      <a:pt x="1206" y="2740"/>
                    </a:cubicBezTo>
                    <a:cubicBezTo>
                      <a:pt x="1262" y="2727"/>
                      <a:pt x="1290" y="2666"/>
                      <a:pt x="1262" y="2616"/>
                    </a:cubicBezTo>
                    <a:cubicBezTo>
                      <a:pt x="1043" y="2203"/>
                      <a:pt x="812" y="1734"/>
                      <a:pt x="756" y="1558"/>
                    </a:cubicBezTo>
                    <a:lnTo>
                      <a:pt x="756" y="1558"/>
                    </a:lnTo>
                    <a:cubicBezTo>
                      <a:pt x="981" y="1577"/>
                      <a:pt x="1580" y="1716"/>
                      <a:pt x="1805" y="1774"/>
                    </a:cubicBezTo>
                    <a:cubicBezTo>
                      <a:pt x="1811" y="1776"/>
                      <a:pt x="1818" y="1777"/>
                      <a:pt x="1824" y="1777"/>
                    </a:cubicBezTo>
                    <a:cubicBezTo>
                      <a:pt x="1843" y="1777"/>
                      <a:pt x="1862" y="1770"/>
                      <a:pt x="1876" y="1759"/>
                    </a:cubicBezTo>
                    <a:cubicBezTo>
                      <a:pt x="1897" y="1743"/>
                      <a:pt x="1910" y="1719"/>
                      <a:pt x="1910" y="1694"/>
                    </a:cubicBezTo>
                    <a:cubicBezTo>
                      <a:pt x="1925" y="1241"/>
                      <a:pt x="1956" y="738"/>
                      <a:pt x="1990" y="562"/>
                    </a:cubicBezTo>
                    <a:cubicBezTo>
                      <a:pt x="2162" y="649"/>
                      <a:pt x="2644" y="954"/>
                      <a:pt x="3072" y="1238"/>
                    </a:cubicBezTo>
                    <a:cubicBezTo>
                      <a:pt x="3086" y="1247"/>
                      <a:pt x="3103" y="1253"/>
                      <a:pt x="3121" y="1253"/>
                    </a:cubicBezTo>
                    <a:cubicBezTo>
                      <a:pt x="3130" y="1253"/>
                      <a:pt x="3140" y="1251"/>
                      <a:pt x="3149" y="1247"/>
                    </a:cubicBezTo>
                    <a:cubicBezTo>
                      <a:pt x="3174" y="1238"/>
                      <a:pt x="3196" y="1219"/>
                      <a:pt x="3202" y="1191"/>
                    </a:cubicBezTo>
                    <a:cubicBezTo>
                      <a:pt x="3313" y="812"/>
                      <a:pt x="3461" y="380"/>
                      <a:pt x="3541" y="217"/>
                    </a:cubicBezTo>
                    <a:close/>
                    <a:moveTo>
                      <a:pt x="3541" y="1"/>
                    </a:moveTo>
                    <a:cubicBezTo>
                      <a:pt x="3476" y="1"/>
                      <a:pt x="3381" y="1"/>
                      <a:pt x="3072" y="1034"/>
                    </a:cubicBezTo>
                    <a:cubicBezTo>
                      <a:pt x="2403" y="593"/>
                      <a:pt x="2027" y="368"/>
                      <a:pt x="1943" y="368"/>
                    </a:cubicBezTo>
                    <a:cubicBezTo>
                      <a:pt x="1937" y="368"/>
                      <a:pt x="1928" y="371"/>
                      <a:pt x="1919" y="371"/>
                    </a:cubicBezTo>
                    <a:cubicBezTo>
                      <a:pt x="1854" y="389"/>
                      <a:pt x="1783" y="405"/>
                      <a:pt x="1743" y="1583"/>
                    </a:cubicBezTo>
                    <a:cubicBezTo>
                      <a:pt x="1499" y="1524"/>
                      <a:pt x="904" y="1386"/>
                      <a:pt x="713" y="1386"/>
                    </a:cubicBezTo>
                    <a:cubicBezTo>
                      <a:pt x="709" y="1385"/>
                      <a:pt x="704" y="1385"/>
                      <a:pt x="700" y="1385"/>
                    </a:cubicBezTo>
                    <a:cubicBezTo>
                      <a:pt x="670" y="1385"/>
                      <a:pt x="638" y="1394"/>
                      <a:pt x="614" y="1410"/>
                    </a:cubicBezTo>
                    <a:cubicBezTo>
                      <a:pt x="556" y="1457"/>
                      <a:pt x="482" y="1509"/>
                      <a:pt x="1058" y="2601"/>
                    </a:cubicBezTo>
                    <a:cubicBezTo>
                      <a:pt x="697" y="2690"/>
                      <a:pt x="77" y="2875"/>
                      <a:pt x="40" y="3110"/>
                    </a:cubicBezTo>
                    <a:cubicBezTo>
                      <a:pt x="0" y="3344"/>
                      <a:pt x="583" y="3733"/>
                      <a:pt x="935" y="3943"/>
                    </a:cubicBezTo>
                    <a:cubicBezTo>
                      <a:pt x="108" y="4562"/>
                      <a:pt x="127" y="4674"/>
                      <a:pt x="136" y="4723"/>
                    </a:cubicBezTo>
                    <a:cubicBezTo>
                      <a:pt x="145" y="4775"/>
                      <a:pt x="164" y="4889"/>
                      <a:pt x="1311" y="5176"/>
                    </a:cubicBezTo>
                    <a:cubicBezTo>
                      <a:pt x="1209" y="5534"/>
                      <a:pt x="1024" y="6194"/>
                      <a:pt x="1043" y="6308"/>
                    </a:cubicBezTo>
                    <a:cubicBezTo>
                      <a:pt x="1046" y="6327"/>
                      <a:pt x="1068" y="6395"/>
                      <a:pt x="1172" y="6395"/>
                    </a:cubicBezTo>
                    <a:cubicBezTo>
                      <a:pt x="1373" y="6395"/>
                      <a:pt x="2116" y="6114"/>
                      <a:pt x="2397" y="6006"/>
                    </a:cubicBezTo>
                    <a:cubicBezTo>
                      <a:pt x="2459" y="6342"/>
                      <a:pt x="2551" y="6811"/>
                      <a:pt x="2607" y="6885"/>
                    </a:cubicBezTo>
                    <a:cubicBezTo>
                      <a:pt x="2628" y="6910"/>
                      <a:pt x="2656" y="6922"/>
                      <a:pt x="2687" y="6925"/>
                    </a:cubicBezTo>
                    <a:cubicBezTo>
                      <a:pt x="2785" y="6925"/>
                      <a:pt x="3097" y="6666"/>
                      <a:pt x="3612" y="6154"/>
                    </a:cubicBezTo>
                    <a:cubicBezTo>
                      <a:pt x="4028" y="6718"/>
                      <a:pt x="4297" y="7005"/>
                      <a:pt x="4417" y="7005"/>
                    </a:cubicBezTo>
                    <a:cubicBezTo>
                      <a:pt x="4445" y="7005"/>
                      <a:pt x="4473" y="6996"/>
                      <a:pt x="4494" y="6974"/>
                    </a:cubicBezTo>
                    <a:cubicBezTo>
                      <a:pt x="4590" y="6882"/>
                      <a:pt x="4790" y="6296"/>
                      <a:pt x="4880" y="6028"/>
                    </a:cubicBezTo>
                    <a:cubicBezTo>
                      <a:pt x="5056" y="6061"/>
                      <a:pt x="5493" y="6142"/>
                      <a:pt x="5768" y="6142"/>
                    </a:cubicBezTo>
                    <a:cubicBezTo>
                      <a:pt x="5885" y="6142"/>
                      <a:pt x="6015" y="6129"/>
                      <a:pt x="6058" y="6043"/>
                    </a:cubicBezTo>
                    <a:cubicBezTo>
                      <a:pt x="6135" y="5889"/>
                      <a:pt x="5907" y="5414"/>
                      <a:pt x="5728" y="5081"/>
                    </a:cubicBezTo>
                    <a:cubicBezTo>
                      <a:pt x="6194" y="5000"/>
                      <a:pt x="6857" y="4849"/>
                      <a:pt x="6915" y="4633"/>
                    </a:cubicBezTo>
                    <a:cubicBezTo>
                      <a:pt x="6974" y="4421"/>
                      <a:pt x="6499" y="4041"/>
                      <a:pt x="6147" y="3798"/>
                    </a:cubicBezTo>
                    <a:cubicBezTo>
                      <a:pt x="7070" y="3125"/>
                      <a:pt x="7011" y="2993"/>
                      <a:pt x="6986" y="2934"/>
                    </a:cubicBezTo>
                    <a:cubicBezTo>
                      <a:pt x="6931" y="2801"/>
                      <a:pt x="6434" y="2635"/>
                      <a:pt x="5990" y="2508"/>
                    </a:cubicBezTo>
                    <a:cubicBezTo>
                      <a:pt x="6141" y="2215"/>
                      <a:pt x="6394" y="1703"/>
                      <a:pt x="6394" y="1577"/>
                    </a:cubicBezTo>
                    <a:cubicBezTo>
                      <a:pt x="6394" y="1444"/>
                      <a:pt x="6206" y="1444"/>
                      <a:pt x="6092" y="1444"/>
                    </a:cubicBezTo>
                    <a:cubicBezTo>
                      <a:pt x="5814" y="1444"/>
                      <a:pt x="5352" y="1503"/>
                      <a:pt x="5130" y="1531"/>
                    </a:cubicBezTo>
                    <a:cubicBezTo>
                      <a:pt x="5336" y="655"/>
                      <a:pt x="5222" y="596"/>
                      <a:pt x="5170" y="571"/>
                    </a:cubicBezTo>
                    <a:cubicBezTo>
                      <a:pt x="5151" y="562"/>
                      <a:pt x="5130" y="559"/>
                      <a:pt x="5108" y="559"/>
                    </a:cubicBezTo>
                    <a:cubicBezTo>
                      <a:pt x="4932" y="559"/>
                      <a:pt x="4328" y="874"/>
                      <a:pt x="4075" y="1009"/>
                    </a:cubicBezTo>
                    <a:cubicBezTo>
                      <a:pt x="3705" y="59"/>
                      <a:pt x="3612" y="22"/>
                      <a:pt x="3578" y="7"/>
                    </a:cubicBezTo>
                    <a:cubicBezTo>
                      <a:pt x="3566" y="4"/>
                      <a:pt x="3553" y="1"/>
                      <a:pt x="35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8"/>
              <p:cNvSpPr/>
              <p:nvPr/>
            </p:nvSpPr>
            <p:spPr>
              <a:xfrm>
                <a:off x="10732687" y="1664810"/>
                <a:ext cx="279682" cy="279619"/>
              </a:xfrm>
              <a:custGeom>
                <a:avLst/>
                <a:gdLst/>
                <a:ahLst/>
                <a:cxnLst/>
                <a:rect l="l" t="t" r="r" b="b"/>
                <a:pathLst>
                  <a:path w="4397" h="4396" extrusionOk="0">
                    <a:moveTo>
                      <a:pt x="2197" y="1"/>
                    </a:moveTo>
                    <a:cubicBezTo>
                      <a:pt x="985" y="1"/>
                      <a:pt x="1" y="985"/>
                      <a:pt x="1" y="2197"/>
                    </a:cubicBezTo>
                    <a:cubicBezTo>
                      <a:pt x="1" y="3412"/>
                      <a:pt x="985" y="4396"/>
                      <a:pt x="2197" y="4396"/>
                    </a:cubicBezTo>
                    <a:cubicBezTo>
                      <a:pt x="3412" y="4396"/>
                      <a:pt x="4396" y="3412"/>
                      <a:pt x="4396" y="2197"/>
                    </a:cubicBezTo>
                    <a:cubicBezTo>
                      <a:pt x="4396" y="985"/>
                      <a:pt x="3412" y="1"/>
                      <a:pt x="21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8"/>
              <p:cNvSpPr/>
              <p:nvPr/>
            </p:nvSpPr>
            <p:spPr>
              <a:xfrm>
                <a:off x="10883180" y="1708190"/>
                <a:ext cx="23217" cy="14184"/>
              </a:xfrm>
              <a:custGeom>
                <a:avLst/>
                <a:gdLst/>
                <a:ahLst/>
                <a:cxnLst/>
                <a:rect l="l" t="t" r="r" b="b"/>
                <a:pathLst>
                  <a:path w="365" h="223" extrusionOk="0">
                    <a:moveTo>
                      <a:pt x="1" y="0"/>
                    </a:moveTo>
                    <a:lnTo>
                      <a:pt x="365" y="223"/>
                    </a:lnTo>
                    <a:cubicBezTo>
                      <a:pt x="318" y="65"/>
                      <a:pt x="1" y="1"/>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8"/>
              <p:cNvSpPr/>
              <p:nvPr/>
            </p:nvSpPr>
            <p:spPr>
              <a:xfrm>
                <a:off x="10875102" y="1702720"/>
                <a:ext cx="37401" cy="25125"/>
              </a:xfrm>
              <a:custGeom>
                <a:avLst/>
                <a:gdLst/>
                <a:ahLst/>
                <a:cxnLst/>
                <a:rect l="l" t="t" r="r" b="b"/>
                <a:pathLst>
                  <a:path w="588" h="395" extrusionOk="0">
                    <a:moveTo>
                      <a:pt x="119" y="0"/>
                    </a:moveTo>
                    <a:cubicBezTo>
                      <a:pt x="24" y="0"/>
                      <a:pt x="0" y="153"/>
                      <a:pt x="109" y="170"/>
                    </a:cubicBezTo>
                    <a:cubicBezTo>
                      <a:pt x="223" y="194"/>
                      <a:pt x="390" y="262"/>
                      <a:pt x="408" y="333"/>
                    </a:cubicBezTo>
                    <a:cubicBezTo>
                      <a:pt x="421" y="370"/>
                      <a:pt x="455" y="395"/>
                      <a:pt x="492" y="395"/>
                    </a:cubicBezTo>
                    <a:cubicBezTo>
                      <a:pt x="501" y="395"/>
                      <a:pt x="507" y="392"/>
                      <a:pt x="516" y="389"/>
                    </a:cubicBezTo>
                    <a:cubicBezTo>
                      <a:pt x="562" y="376"/>
                      <a:pt x="587" y="330"/>
                      <a:pt x="575" y="284"/>
                    </a:cubicBezTo>
                    <a:cubicBezTo>
                      <a:pt x="516" y="86"/>
                      <a:pt x="205" y="16"/>
                      <a:pt x="143" y="3"/>
                    </a:cubicBezTo>
                    <a:cubicBezTo>
                      <a:pt x="135" y="1"/>
                      <a:pt x="127" y="0"/>
                      <a:pt x="1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8"/>
              <p:cNvSpPr/>
              <p:nvPr/>
            </p:nvSpPr>
            <p:spPr>
              <a:xfrm>
                <a:off x="10899655" y="1751125"/>
                <a:ext cx="23217" cy="14248"/>
              </a:xfrm>
              <a:custGeom>
                <a:avLst/>
                <a:gdLst/>
                <a:ahLst/>
                <a:cxnLst/>
                <a:rect l="l" t="t" r="r" b="b"/>
                <a:pathLst>
                  <a:path w="365" h="224" extrusionOk="0">
                    <a:moveTo>
                      <a:pt x="1" y="1"/>
                    </a:moveTo>
                    <a:lnTo>
                      <a:pt x="365" y="223"/>
                    </a:lnTo>
                    <a:cubicBezTo>
                      <a:pt x="318" y="69"/>
                      <a:pt x="1" y="1"/>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8"/>
              <p:cNvSpPr/>
              <p:nvPr/>
            </p:nvSpPr>
            <p:spPr>
              <a:xfrm>
                <a:off x="10891704" y="1745718"/>
                <a:ext cx="37274" cy="25125"/>
              </a:xfrm>
              <a:custGeom>
                <a:avLst/>
                <a:gdLst/>
                <a:ahLst/>
                <a:cxnLst/>
                <a:rect l="l" t="t" r="r" b="b"/>
                <a:pathLst>
                  <a:path w="586" h="395" extrusionOk="0">
                    <a:moveTo>
                      <a:pt x="119" y="0"/>
                    </a:moveTo>
                    <a:cubicBezTo>
                      <a:pt x="23" y="0"/>
                      <a:pt x="1" y="152"/>
                      <a:pt x="107" y="172"/>
                    </a:cubicBezTo>
                    <a:cubicBezTo>
                      <a:pt x="221" y="194"/>
                      <a:pt x="388" y="262"/>
                      <a:pt x="409" y="333"/>
                    </a:cubicBezTo>
                    <a:cubicBezTo>
                      <a:pt x="419" y="370"/>
                      <a:pt x="453" y="394"/>
                      <a:pt x="490" y="394"/>
                    </a:cubicBezTo>
                    <a:cubicBezTo>
                      <a:pt x="499" y="394"/>
                      <a:pt x="508" y="391"/>
                      <a:pt x="514" y="391"/>
                    </a:cubicBezTo>
                    <a:cubicBezTo>
                      <a:pt x="561" y="376"/>
                      <a:pt x="585" y="330"/>
                      <a:pt x="573" y="283"/>
                    </a:cubicBezTo>
                    <a:cubicBezTo>
                      <a:pt x="514" y="89"/>
                      <a:pt x="203" y="15"/>
                      <a:pt x="141" y="3"/>
                    </a:cubicBezTo>
                    <a:cubicBezTo>
                      <a:pt x="134" y="1"/>
                      <a:pt x="126" y="0"/>
                      <a:pt x="1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8"/>
              <p:cNvSpPr/>
              <p:nvPr/>
            </p:nvSpPr>
            <p:spPr>
              <a:xfrm>
                <a:off x="10945769" y="1750743"/>
                <a:ext cx="20482" cy="17937"/>
              </a:xfrm>
              <a:custGeom>
                <a:avLst/>
                <a:gdLst/>
                <a:ahLst/>
                <a:cxnLst/>
                <a:rect l="l" t="t" r="r" b="b"/>
                <a:pathLst>
                  <a:path w="322" h="282" extrusionOk="0">
                    <a:moveTo>
                      <a:pt x="0" y="1"/>
                    </a:moveTo>
                    <a:lnTo>
                      <a:pt x="321" y="281"/>
                    </a:lnTo>
                    <a:cubicBezTo>
                      <a:pt x="303" y="121"/>
                      <a:pt x="1" y="1"/>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8"/>
              <p:cNvSpPr/>
              <p:nvPr/>
            </p:nvSpPr>
            <p:spPr>
              <a:xfrm>
                <a:off x="10937755" y="1745209"/>
                <a:ext cx="34157" cy="28941"/>
              </a:xfrm>
              <a:custGeom>
                <a:avLst/>
                <a:gdLst/>
                <a:ahLst/>
                <a:cxnLst/>
                <a:rect l="l" t="t" r="r" b="b"/>
                <a:pathLst>
                  <a:path w="537" h="455" extrusionOk="0">
                    <a:moveTo>
                      <a:pt x="122" y="0"/>
                    </a:moveTo>
                    <a:cubicBezTo>
                      <a:pt x="40" y="0"/>
                      <a:pt x="0" y="130"/>
                      <a:pt x="96" y="168"/>
                    </a:cubicBezTo>
                    <a:cubicBezTo>
                      <a:pt x="200" y="208"/>
                      <a:pt x="355" y="307"/>
                      <a:pt x="361" y="378"/>
                    </a:cubicBezTo>
                    <a:cubicBezTo>
                      <a:pt x="367" y="421"/>
                      <a:pt x="404" y="455"/>
                      <a:pt x="447" y="455"/>
                    </a:cubicBezTo>
                    <a:lnTo>
                      <a:pt x="456" y="455"/>
                    </a:lnTo>
                    <a:cubicBezTo>
                      <a:pt x="503" y="449"/>
                      <a:pt x="537" y="405"/>
                      <a:pt x="534" y="359"/>
                    </a:cubicBezTo>
                    <a:cubicBezTo>
                      <a:pt x="509" y="156"/>
                      <a:pt x="216" y="32"/>
                      <a:pt x="157" y="8"/>
                    </a:cubicBezTo>
                    <a:cubicBezTo>
                      <a:pt x="145" y="3"/>
                      <a:pt x="133" y="0"/>
                      <a:pt x="1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8"/>
              <p:cNvSpPr/>
              <p:nvPr/>
            </p:nvSpPr>
            <p:spPr>
              <a:xfrm>
                <a:off x="10846861" y="1739994"/>
                <a:ext cx="23217" cy="14184"/>
              </a:xfrm>
              <a:custGeom>
                <a:avLst/>
                <a:gdLst/>
                <a:ahLst/>
                <a:cxnLst/>
                <a:rect l="l" t="t" r="r" b="b"/>
                <a:pathLst>
                  <a:path w="365" h="223" extrusionOk="0">
                    <a:moveTo>
                      <a:pt x="1" y="0"/>
                    </a:moveTo>
                    <a:lnTo>
                      <a:pt x="365" y="222"/>
                    </a:lnTo>
                    <a:cubicBezTo>
                      <a:pt x="319" y="65"/>
                      <a:pt x="1" y="0"/>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8"/>
              <p:cNvSpPr/>
              <p:nvPr/>
            </p:nvSpPr>
            <p:spPr>
              <a:xfrm>
                <a:off x="10839101" y="1734523"/>
                <a:ext cx="37083" cy="25125"/>
              </a:xfrm>
              <a:custGeom>
                <a:avLst/>
                <a:gdLst/>
                <a:ahLst/>
                <a:cxnLst/>
                <a:rect l="l" t="t" r="r" b="b"/>
                <a:pathLst>
                  <a:path w="583" h="395" extrusionOk="0">
                    <a:moveTo>
                      <a:pt x="119" y="1"/>
                    </a:moveTo>
                    <a:cubicBezTo>
                      <a:pt x="24" y="1"/>
                      <a:pt x="0" y="149"/>
                      <a:pt x="104" y="169"/>
                    </a:cubicBezTo>
                    <a:cubicBezTo>
                      <a:pt x="212" y="194"/>
                      <a:pt x="385" y="259"/>
                      <a:pt x="407" y="333"/>
                    </a:cubicBezTo>
                    <a:cubicBezTo>
                      <a:pt x="416" y="367"/>
                      <a:pt x="450" y="395"/>
                      <a:pt x="487" y="395"/>
                    </a:cubicBezTo>
                    <a:cubicBezTo>
                      <a:pt x="496" y="391"/>
                      <a:pt x="505" y="391"/>
                      <a:pt x="512" y="388"/>
                    </a:cubicBezTo>
                    <a:cubicBezTo>
                      <a:pt x="558" y="376"/>
                      <a:pt x="583" y="330"/>
                      <a:pt x="570" y="284"/>
                    </a:cubicBezTo>
                    <a:cubicBezTo>
                      <a:pt x="512" y="86"/>
                      <a:pt x="200" y="15"/>
                      <a:pt x="138" y="3"/>
                    </a:cubicBezTo>
                    <a:cubicBezTo>
                      <a:pt x="132" y="2"/>
                      <a:pt x="125" y="1"/>
                      <a:pt x="11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8"/>
              <p:cNvSpPr/>
              <p:nvPr/>
            </p:nvSpPr>
            <p:spPr>
              <a:xfrm>
                <a:off x="10822945" y="1705646"/>
                <a:ext cx="25952" cy="8523"/>
              </a:xfrm>
              <a:custGeom>
                <a:avLst/>
                <a:gdLst/>
                <a:ahLst/>
                <a:cxnLst/>
                <a:rect l="l" t="t" r="r" b="b"/>
                <a:pathLst>
                  <a:path w="408" h="134" extrusionOk="0">
                    <a:moveTo>
                      <a:pt x="13" y="0"/>
                    </a:moveTo>
                    <a:cubicBezTo>
                      <a:pt x="5" y="0"/>
                      <a:pt x="1" y="0"/>
                      <a:pt x="1" y="0"/>
                    </a:cubicBezTo>
                    <a:lnTo>
                      <a:pt x="408" y="133"/>
                    </a:lnTo>
                    <a:cubicBezTo>
                      <a:pt x="337" y="8"/>
                      <a:pt x="73" y="0"/>
                      <a:pt x="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8"/>
              <p:cNvSpPr/>
              <p:nvPr/>
            </p:nvSpPr>
            <p:spPr>
              <a:xfrm>
                <a:off x="10817475" y="1700176"/>
                <a:ext cx="37528" cy="19464"/>
              </a:xfrm>
              <a:custGeom>
                <a:avLst/>
                <a:gdLst/>
                <a:ahLst/>
                <a:cxnLst/>
                <a:rect l="l" t="t" r="r" b="b"/>
                <a:pathLst>
                  <a:path w="590" h="306" extrusionOk="0">
                    <a:moveTo>
                      <a:pt x="84" y="0"/>
                    </a:moveTo>
                    <a:cubicBezTo>
                      <a:pt x="37" y="3"/>
                      <a:pt x="0" y="40"/>
                      <a:pt x="0" y="89"/>
                    </a:cubicBezTo>
                    <a:cubicBezTo>
                      <a:pt x="3" y="136"/>
                      <a:pt x="40" y="173"/>
                      <a:pt x="90" y="173"/>
                    </a:cubicBezTo>
                    <a:cubicBezTo>
                      <a:pt x="99" y="172"/>
                      <a:pt x="108" y="172"/>
                      <a:pt x="118" y="172"/>
                    </a:cubicBezTo>
                    <a:cubicBezTo>
                      <a:pt x="227" y="172"/>
                      <a:pt x="383" y="203"/>
                      <a:pt x="417" y="262"/>
                    </a:cubicBezTo>
                    <a:cubicBezTo>
                      <a:pt x="432" y="290"/>
                      <a:pt x="460" y="305"/>
                      <a:pt x="491" y="305"/>
                    </a:cubicBezTo>
                    <a:cubicBezTo>
                      <a:pt x="506" y="305"/>
                      <a:pt x="522" y="299"/>
                      <a:pt x="534" y="293"/>
                    </a:cubicBezTo>
                    <a:cubicBezTo>
                      <a:pt x="574" y="268"/>
                      <a:pt x="589" y="219"/>
                      <a:pt x="568" y="179"/>
                    </a:cubicBezTo>
                    <a:cubicBezTo>
                      <a:pt x="466" y="0"/>
                      <a:pt x="148" y="0"/>
                      <a:pt x="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1" name="Google Shape;811;p8"/>
            <p:cNvGrpSpPr/>
            <p:nvPr/>
          </p:nvGrpSpPr>
          <p:grpSpPr>
            <a:xfrm>
              <a:off x="5716763" y="4729873"/>
              <a:ext cx="387726" cy="230993"/>
              <a:chOff x="8278137" y="4572358"/>
              <a:chExt cx="217494" cy="129575"/>
            </a:xfrm>
          </p:grpSpPr>
          <p:sp>
            <p:nvSpPr>
              <p:cNvPr id="812" name="Google Shape;812;p8"/>
              <p:cNvSpPr/>
              <p:nvPr/>
            </p:nvSpPr>
            <p:spPr>
              <a:xfrm>
                <a:off x="8278137" y="4574966"/>
                <a:ext cx="217494" cy="124001"/>
              </a:xfrm>
              <a:custGeom>
                <a:avLst/>
                <a:gdLst/>
                <a:ahLst/>
                <a:cxnLst/>
                <a:rect l="l" t="t" r="r" b="b"/>
                <a:pathLst>
                  <a:path w="6088" h="3471" extrusionOk="0">
                    <a:moveTo>
                      <a:pt x="3695" y="0"/>
                    </a:moveTo>
                    <a:cubicBezTo>
                      <a:pt x="3412" y="0"/>
                      <a:pt x="3161" y="158"/>
                      <a:pt x="2990" y="365"/>
                    </a:cubicBezTo>
                    <a:lnTo>
                      <a:pt x="2990" y="365"/>
                    </a:lnTo>
                    <a:cubicBezTo>
                      <a:pt x="2875" y="273"/>
                      <a:pt x="2724" y="190"/>
                      <a:pt x="2532" y="127"/>
                    </a:cubicBezTo>
                    <a:cubicBezTo>
                      <a:pt x="2372" y="74"/>
                      <a:pt x="2237" y="51"/>
                      <a:pt x="2123" y="51"/>
                    </a:cubicBezTo>
                    <a:cubicBezTo>
                      <a:pt x="1406" y="51"/>
                      <a:pt x="1530" y="953"/>
                      <a:pt x="1530" y="953"/>
                    </a:cubicBezTo>
                    <a:cubicBezTo>
                      <a:pt x="1456" y="909"/>
                      <a:pt x="1378" y="888"/>
                      <a:pt x="1297" y="888"/>
                    </a:cubicBezTo>
                    <a:cubicBezTo>
                      <a:pt x="693" y="888"/>
                      <a:pt x="0" y="2033"/>
                      <a:pt x="790" y="2616"/>
                    </a:cubicBezTo>
                    <a:cubicBezTo>
                      <a:pt x="1038" y="2800"/>
                      <a:pt x="1274" y="2883"/>
                      <a:pt x="1475" y="2895"/>
                    </a:cubicBezTo>
                    <a:lnTo>
                      <a:pt x="1475" y="2895"/>
                    </a:lnTo>
                    <a:cubicBezTo>
                      <a:pt x="1544" y="3200"/>
                      <a:pt x="1761" y="3464"/>
                      <a:pt x="2224" y="3470"/>
                    </a:cubicBezTo>
                    <a:cubicBezTo>
                      <a:pt x="2238" y="3470"/>
                      <a:pt x="2252" y="3470"/>
                      <a:pt x="2265" y="3470"/>
                    </a:cubicBezTo>
                    <a:cubicBezTo>
                      <a:pt x="2904" y="3470"/>
                      <a:pt x="3331" y="3324"/>
                      <a:pt x="3570" y="3106"/>
                    </a:cubicBezTo>
                    <a:lnTo>
                      <a:pt x="3570" y="3106"/>
                    </a:lnTo>
                    <a:cubicBezTo>
                      <a:pt x="3620" y="3173"/>
                      <a:pt x="3682" y="3239"/>
                      <a:pt x="3760" y="3300"/>
                    </a:cubicBezTo>
                    <a:cubicBezTo>
                      <a:pt x="3865" y="3383"/>
                      <a:pt x="3993" y="3420"/>
                      <a:pt x="4131" y="3420"/>
                    </a:cubicBezTo>
                    <a:cubicBezTo>
                      <a:pt x="4930" y="3420"/>
                      <a:pt x="6088" y="2180"/>
                      <a:pt x="5404" y="1459"/>
                    </a:cubicBezTo>
                    <a:cubicBezTo>
                      <a:pt x="5214" y="1260"/>
                      <a:pt x="5013" y="1184"/>
                      <a:pt x="4825" y="1184"/>
                    </a:cubicBezTo>
                    <a:cubicBezTo>
                      <a:pt x="4804" y="1184"/>
                      <a:pt x="4784" y="1185"/>
                      <a:pt x="4763" y="1187"/>
                    </a:cubicBezTo>
                    <a:lnTo>
                      <a:pt x="4763" y="1187"/>
                    </a:lnTo>
                    <a:cubicBezTo>
                      <a:pt x="4771" y="831"/>
                      <a:pt x="4594" y="421"/>
                      <a:pt x="4155" y="142"/>
                    </a:cubicBezTo>
                    <a:cubicBezTo>
                      <a:pt x="3997" y="42"/>
                      <a:pt x="3842" y="0"/>
                      <a:pt x="3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8"/>
              <p:cNvSpPr/>
              <p:nvPr/>
            </p:nvSpPr>
            <p:spPr>
              <a:xfrm>
                <a:off x="8287819" y="4572358"/>
                <a:ext cx="196166" cy="129575"/>
              </a:xfrm>
              <a:custGeom>
                <a:avLst/>
                <a:gdLst/>
                <a:ahLst/>
                <a:cxnLst/>
                <a:rect l="l" t="t" r="r" b="b"/>
                <a:pathLst>
                  <a:path w="5491" h="3627" extrusionOk="0">
                    <a:moveTo>
                      <a:pt x="2733" y="557"/>
                    </a:moveTo>
                    <a:cubicBezTo>
                      <a:pt x="2952" y="767"/>
                      <a:pt x="2995" y="1017"/>
                      <a:pt x="2937" y="1180"/>
                    </a:cubicBezTo>
                    <a:cubicBezTo>
                      <a:pt x="2906" y="1266"/>
                      <a:pt x="2852" y="1313"/>
                      <a:pt x="2788" y="1313"/>
                    </a:cubicBezTo>
                    <a:cubicBezTo>
                      <a:pt x="2749" y="1313"/>
                      <a:pt x="2706" y="1295"/>
                      <a:pt x="2662" y="1257"/>
                    </a:cubicBezTo>
                    <a:cubicBezTo>
                      <a:pt x="2508" y="1128"/>
                      <a:pt x="2542" y="826"/>
                      <a:pt x="2733" y="557"/>
                    </a:cubicBezTo>
                    <a:close/>
                    <a:moveTo>
                      <a:pt x="4405" y="1356"/>
                    </a:moveTo>
                    <a:lnTo>
                      <a:pt x="4405" y="1356"/>
                    </a:lnTo>
                    <a:cubicBezTo>
                      <a:pt x="4368" y="1652"/>
                      <a:pt x="4186" y="1871"/>
                      <a:pt x="3945" y="1905"/>
                    </a:cubicBezTo>
                    <a:cubicBezTo>
                      <a:pt x="3930" y="1905"/>
                      <a:pt x="3918" y="1908"/>
                      <a:pt x="3902" y="1908"/>
                    </a:cubicBezTo>
                    <a:cubicBezTo>
                      <a:pt x="3837" y="1908"/>
                      <a:pt x="3837" y="1887"/>
                      <a:pt x="3837" y="1871"/>
                    </a:cubicBezTo>
                    <a:cubicBezTo>
                      <a:pt x="3831" y="1748"/>
                      <a:pt x="4069" y="1433"/>
                      <a:pt x="4405" y="1356"/>
                    </a:cubicBezTo>
                    <a:close/>
                    <a:moveTo>
                      <a:pt x="1527" y="2124"/>
                    </a:moveTo>
                    <a:cubicBezTo>
                      <a:pt x="1571" y="2124"/>
                      <a:pt x="1611" y="2164"/>
                      <a:pt x="1635" y="2195"/>
                    </a:cubicBezTo>
                    <a:cubicBezTo>
                      <a:pt x="1752" y="2346"/>
                      <a:pt x="1783" y="2510"/>
                      <a:pt x="1719" y="2648"/>
                    </a:cubicBezTo>
                    <a:cubicBezTo>
                      <a:pt x="1648" y="2793"/>
                      <a:pt x="1478" y="2886"/>
                      <a:pt x="1271" y="2889"/>
                    </a:cubicBezTo>
                    <a:cubicBezTo>
                      <a:pt x="1231" y="2621"/>
                      <a:pt x="1308" y="2334"/>
                      <a:pt x="1416" y="2198"/>
                    </a:cubicBezTo>
                    <a:cubicBezTo>
                      <a:pt x="1441" y="2158"/>
                      <a:pt x="1481" y="2133"/>
                      <a:pt x="1527" y="2124"/>
                    </a:cubicBezTo>
                    <a:close/>
                    <a:moveTo>
                      <a:pt x="3347" y="2352"/>
                    </a:moveTo>
                    <a:cubicBezTo>
                      <a:pt x="3362" y="2352"/>
                      <a:pt x="3396" y="2383"/>
                      <a:pt x="3421" y="2470"/>
                    </a:cubicBezTo>
                    <a:cubicBezTo>
                      <a:pt x="3492" y="2670"/>
                      <a:pt x="3449" y="2889"/>
                      <a:pt x="3310" y="3053"/>
                    </a:cubicBezTo>
                    <a:cubicBezTo>
                      <a:pt x="3184" y="2824"/>
                      <a:pt x="3193" y="2584"/>
                      <a:pt x="3267" y="2439"/>
                    </a:cubicBezTo>
                    <a:cubicBezTo>
                      <a:pt x="3298" y="2377"/>
                      <a:pt x="3335" y="2352"/>
                      <a:pt x="3347" y="2352"/>
                    </a:cubicBezTo>
                    <a:close/>
                    <a:moveTo>
                      <a:pt x="3427" y="161"/>
                    </a:moveTo>
                    <a:cubicBezTo>
                      <a:pt x="3566" y="161"/>
                      <a:pt x="3707" y="202"/>
                      <a:pt x="3841" y="286"/>
                    </a:cubicBezTo>
                    <a:cubicBezTo>
                      <a:pt x="4186" y="505"/>
                      <a:pt x="4396" y="838"/>
                      <a:pt x="4411" y="1190"/>
                    </a:cubicBezTo>
                    <a:cubicBezTo>
                      <a:pt x="3992" y="1267"/>
                      <a:pt x="3665" y="1652"/>
                      <a:pt x="3677" y="1877"/>
                    </a:cubicBezTo>
                    <a:cubicBezTo>
                      <a:pt x="3680" y="1971"/>
                      <a:pt x="3737" y="2070"/>
                      <a:pt x="3903" y="2070"/>
                    </a:cubicBezTo>
                    <a:cubicBezTo>
                      <a:pt x="3923" y="2070"/>
                      <a:pt x="3944" y="2068"/>
                      <a:pt x="3967" y="2066"/>
                    </a:cubicBezTo>
                    <a:cubicBezTo>
                      <a:pt x="4294" y="2019"/>
                      <a:pt x="4535" y="1726"/>
                      <a:pt x="4572" y="1341"/>
                    </a:cubicBezTo>
                    <a:cubicBezTo>
                      <a:pt x="4750" y="1344"/>
                      <a:pt x="4920" y="1427"/>
                      <a:pt x="5074" y="1587"/>
                    </a:cubicBezTo>
                    <a:cubicBezTo>
                      <a:pt x="5336" y="1865"/>
                      <a:pt x="5275" y="2192"/>
                      <a:pt x="5176" y="2417"/>
                    </a:cubicBezTo>
                    <a:cubicBezTo>
                      <a:pt x="4954" y="2938"/>
                      <a:pt x="4325" y="3413"/>
                      <a:pt x="3862" y="3413"/>
                    </a:cubicBezTo>
                    <a:cubicBezTo>
                      <a:pt x="3857" y="3414"/>
                      <a:pt x="3852" y="3414"/>
                      <a:pt x="3848" y="3414"/>
                    </a:cubicBezTo>
                    <a:cubicBezTo>
                      <a:pt x="3735" y="3414"/>
                      <a:pt x="3627" y="3380"/>
                      <a:pt x="3538" y="3312"/>
                    </a:cubicBezTo>
                    <a:cubicBezTo>
                      <a:pt x="3492" y="3275"/>
                      <a:pt x="3449" y="3231"/>
                      <a:pt x="3409" y="3185"/>
                    </a:cubicBezTo>
                    <a:cubicBezTo>
                      <a:pt x="3600" y="2982"/>
                      <a:pt x="3668" y="2689"/>
                      <a:pt x="3575" y="2420"/>
                    </a:cubicBezTo>
                    <a:cubicBezTo>
                      <a:pt x="3514" y="2220"/>
                      <a:pt x="3406" y="2189"/>
                      <a:pt x="3347" y="2189"/>
                    </a:cubicBezTo>
                    <a:cubicBezTo>
                      <a:pt x="3261" y="2189"/>
                      <a:pt x="3177" y="2254"/>
                      <a:pt x="3122" y="2368"/>
                    </a:cubicBezTo>
                    <a:cubicBezTo>
                      <a:pt x="3023" y="2562"/>
                      <a:pt x="3011" y="2877"/>
                      <a:pt x="3190" y="3164"/>
                    </a:cubicBezTo>
                    <a:cubicBezTo>
                      <a:pt x="3002" y="3309"/>
                      <a:pt x="2650" y="3463"/>
                      <a:pt x="1999" y="3463"/>
                    </a:cubicBezTo>
                    <a:lnTo>
                      <a:pt x="1956" y="3463"/>
                    </a:lnTo>
                    <a:cubicBezTo>
                      <a:pt x="1558" y="3460"/>
                      <a:pt x="1385" y="3253"/>
                      <a:pt x="1315" y="3049"/>
                    </a:cubicBezTo>
                    <a:cubicBezTo>
                      <a:pt x="1561" y="3034"/>
                      <a:pt x="1768" y="2914"/>
                      <a:pt x="1860" y="2719"/>
                    </a:cubicBezTo>
                    <a:cubicBezTo>
                      <a:pt x="1956" y="2525"/>
                      <a:pt x="1919" y="2297"/>
                      <a:pt x="1762" y="2096"/>
                    </a:cubicBezTo>
                    <a:cubicBezTo>
                      <a:pt x="1672" y="1988"/>
                      <a:pt x="1586" y="1964"/>
                      <a:pt x="1527" y="1964"/>
                    </a:cubicBezTo>
                    <a:cubicBezTo>
                      <a:pt x="1441" y="1964"/>
                      <a:pt x="1358" y="2010"/>
                      <a:pt x="1290" y="2099"/>
                    </a:cubicBezTo>
                    <a:cubicBezTo>
                      <a:pt x="1145" y="2275"/>
                      <a:pt x="1074" y="2596"/>
                      <a:pt x="1108" y="2877"/>
                    </a:cubicBezTo>
                    <a:cubicBezTo>
                      <a:pt x="910" y="2837"/>
                      <a:pt x="725" y="2750"/>
                      <a:pt x="568" y="2627"/>
                    </a:cubicBezTo>
                    <a:cubicBezTo>
                      <a:pt x="152" y="2322"/>
                      <a:pt x="238" y="1890"/>
                      <a:pt x="294" y="1720"/>
                    </a:cubicBezTo>
                    <a:cubicBezTo>
                      <a:pt x="417" y="1347"/>
                      <a:pt x="747" y="1045"/>
                      <a:pt x="1028" y="1045"/>
                    </a:cubicBezTo>
                    <a:cubicBezTo>
                      <a:pt x="1096" y="1045"/>
                      <a:pt x="1160" y="1060"/>
                      <a:pt x="1219" y="1097"/>
                    </a:cubicBezTo>
                    <a:cubicBezTo>
                      <a:pt x="1232" y="1105"/>
                      <a:pt x="1246" y="1108"/>
                      <a:pt x="1259" y="1108"/>
                    </a:cubicBezTo>
                    <a:cubicBezTo>
                      <a:pt x="1304" y="1108"/>
                      <a:pt x="1346" y="1069"/>
                      <a:pt x="1339" y="1017"/>
                    </a:cubicBezTo>
                    <a:cubicBezTo>
                      <a:pt x="1339" y="1011"/>
                      <a:pt x="1284" y="585"/>
                      <a:pt x="1484" y="354"/>
                    </a:cubicBezTo>
                    <a:cubicBezTo>
                      <a:pt x="1571" y="254"/>
                      <a:pt x="1693" y="206"/>
                      <a:pt x="1851" y="206"/>
                    </a:cubicBezTo>
                    <a:cubicBezTo>
                      <a:pt x="1962" y="206"/>
                      <a:pt x="2090" y="230"/>
                      <a:pt x="2237" y="277"/>
                    </a:cubicBezTo>
                    <a:cubicBezTo>
                      <a:pt x="2366" y="320"/>
                      <a:pt x="2493" y="378"/>
                      <a:pt x="2607" y="456"/>
                    </a:cubicBezTo>
                    <a:cubicBezTo>
                      <a:pt x="2388" y="764"/>
                      <a:pt x="2311" y="1174"/>
                      <a:pt x="2557" y="1381"/>
                    </a:cubicBezTo>
                    <a:cubicBezTo>
                      <a:pt x="2622" y="1439"/>
                      <a:pt x="2702" y="1473"/>
                      <a:pt x="2792" y="1476"/>
                    </a:cubicBezTo>
                    <a:cubicBezTo>
                      <a:pt x="2921" y="1476"/>
                      <a:pt x="3036" y="1384"/>
                      <a:pt x="3091" y="1233"/>
                    </a:cubicBezTo>
                    <a:cubicBezTo>
                      <a:pt x="3165" y="1017"/>
                      <a:pt x="3113" y="693"/>
                      <a:pt x="2835" y="434"/>
                    </a:cubicBezTo>
                    <a:cubicBezTo>
                      <a:pt x="3006" y="255"/>
                      <a:pt x="3215" y="161"/>
                      <a:pt x="3427" y="161"/>
                    </a:cubicBezTo>
                    <a:close/>
                    <a:moveTo>
                      <a:pt x="3431" y="1"/>
                    </a:moveTo>
                    <a:cubicBezTo>
                      <a:pt x="3171" y="1"/>
                      <a:pt x="2915" y="115"/>
                      <a:pt x="2712" y="332"/>
                    </a:cubicBezTo>
                    <a:cubicBezTo>
                      <a:pt x="2582" y="243"/>
                      <a:pt x="2440" y="172"/>
                      <a:pt x="2289" y="126"/>
                    </a:cubicBezTo>
                    <a:cubicBezTo>
                      <a:pt x="2128" y="72"/>
                      <a:pt x="1983" y="46"/>
                      <a:pt x="1854" y="46"/>
                    </a:cubicBezTo>
                    <a:cubicBezTo>
                      <a:pt x="1647" y="46"/>
                      <a:pt x="1483" y="114"/>
                      <a:pt x="1367" y="249"/>
                    </a:cubicBezTo>
                    <a:cubicBezTo>
                      <a:pt x="1194" y="443"/>
                      <a:pt x="1170" y="733"/>
                      <a:pt x="1173" y="900"/>
                    </a:cubicBezTo>
                    <a:cubicBezTo>
                      <a:pt x="1126" y="887"/>
                      <a:pt x="1077" y="881"/>
                      <a:pt x="1031" y="881"/>
                    </a:cubicBezTo>
                    <a:cubicBezTo>
                      <a:pt x="679" y="881"/>
                      <a:pt x="287" y="1227"/>
                      <a:pt x="142" y="1668"/>
                    </a:cubicBezTo>
                    <a:cubicBezTo>
                      <a:pt x="1" y="2103"/>
                      <a:pt x="121" y="2497"/>
                      <a:pt x="473" y="2756"/>
                    </a:cubicBezTo>
                    <a:cubicBezTo>
                      <a:pt x="695" y="2920"/>
                      <a:pt x="926" y="3022"/>
                      <a:pt x="1145" y="3046"/>
                    </a:cubicBezTo>
                    <a:cubicBezTo>
                      <a:pt x="1247" y="3410"/>
                      <a:pt x="1540" y="3620"/>
                      <a:pt x="1953" y="3626"/>
                    </a:cubicBezTo>
                    <a:lnTo>
                      <a:pt x="1999" y="3626"/>
                    </a:lnTo>
                    <a:cubicBezTo>
                      <a:pt x="2564" y="3626"/>
                      <a:pt x="3005" y="3509"/>
                      <a:pt x="3288" y="3296"/>
                    </a:cubicBezTo>
                    <a:cubicBezTo>
                      <a:pt x="3335" y="3349"/>
                      <a:pt x="3387" y="3395"/>
                      <a:pt x="3440" y="3438"/>
                    </a:cubicBezTo>
                    <a:cubicBezTo>
                      <a:pt x="3556" y="3528"/>
                      <a:pt x="3702" y="3577"/>
                      <a:pt x="3849" y="3577"/>
                    </a:cubicBezTo>
                    <a:cubicBezTo>
                      <a:pt x="3853" y="3577"/>
                      <a:pt x="3858" y="3577"/>
                      <a:pt x="3862" y="3577"/>
                    </a:cubicBezTo>
                    <a:cubicBezTo>
                      <a:pt x="4393" y="3577"/>
                      <a:pt x="5077" y="3065"/>
                      <a:pt x="5327" y="2482"/>
                    </a:cubicBezTo>
                    <a:cubicBezTo>
                      <a:pt x="5491" y="2099"/>
                      <a:pt x="5444" y="1742"/>
                      <a:pt x="5195" y="1480"/>
                    </a:cubicBezTo>
                    <a:cubicBezTo>
                      <a:pt x="5009" y="1285"/>
                      <a:pt x="4803" y="1183"/>
                      <a:pt x="4578" y="1177"/>
                    </a:cubicBezTo>
                    <a:cubicBezTo>
                      <a:pt x="4556" y="776"/>
                      <a:pt x="4319" y="397"/>
                      <a:pt x="3930" y="150"/>
                    </a:cubicBezTo>
                    <a:cubicBezTo>
                      <a:pt x="3771" y="49"/>
                      <a:pt x="3600" y="1"/>
                      <a:pt x="3431"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4" name="Google Shape;814;p8"/>
            <p:cNvSpPr/>
            <p:nvPr/>
          </p:nvSpPr>
          <p:spPr>
            <a:xfrm>
              <a:off x="8619309" y="4732142"/>
              <a:ext cx="253995" cy="244340"/>
            </a:xfrm>
            <a:custGeom>
              <a:avLst/>
              <a:gdLst/>
              <a:ahLst/>
              <a:cxnLst/>
              <a:rect l="l" t="t" r="r" b="b"/>
              <a:pathLst>
                <a:path w="2580" h="2482" extrusionOk="0">
                  <a:moveTo>
                    <a:pt x="800" y="227"/>
                  </a:moveTo>
                  <a:lnTo>
                    <a:pt x="800" y="227"/>
                  </a:lnTo>
                  <a:cubicBezTo>
                    <a:pt x="895" y="304"/>
                    <a:pt x="1056" y="439"/>
                    <a:pt x="1265" y="628"/>
                  </a:cubicBezTo>
                  <a:cubicBezTo>
                    <a:pt x="1151" y="689"/>
                    <a:pt x="1022" y="757"/>
                    <a:pt x="886" y="831"/>
                  </a:cubicBezTo>
                  <a:cubicBezTo>
                    <a:pt x="831" y="523"/>
                    <a:pt x="809" y="335"/>
                    <a:pt x="800" y="227"/>
                  </a:cubicBezTo>
                  <a:close/>
                  <a:moveTo>
                    <a:pt x="2070" y="452"/>
                  </a:moveTo>
                  <a:cubicBezTo>
                    <a:pt x="2024" y="631"/>
                    <a:pt x="1962" y="806"/>
                    <a:pt x="1888" y="973"/>
                  </a:cubicBezTo>
                  <a:cubicBezTo>
                    <a:pt x="1777" y="871"/>
                    <a:pt x="1663" y="766"/>
                    <a:pt x="1552" y="665"/>
                  </a:cubicBezTo>
                  <a:cubicBezTo>
                    <a:pt x="1861" y="513"/>
                    <a:pt x="2003" y="467"/>
                    <a:pt x="2070" y="452"/>
                  </a:cubicBezTo>
                  <a:close/>
                  <a:moveTo>
                    <a:pt x="766" y="1081"/>
                  </a:moveTo>
                  <a:cubicBezTo>
                    <a:pt x="794" y="1226"/>
                    <a:pt x="824" y="1374"/>
                    <a:pt x="855" y="1519"/>
                  </a:cubicBezTo>
                  <a:cubicBezTo>
                    <a:pt x="472" y="1467"/>
                    <a:pt x="302" y="1421"/>
                    <a:pt x="226" y="1391"/>
                  </a:cubicBezTo>
                  <a:lnTo>
                    <a:pt x="226" y="1391"/>
                  </a:lnTo>
                  <a:cubicBezTo>
                    <a:pt x="338" y="1326"/>
                    <a:pt x="537" y="1209"/>
                    <a:pt x="766" y="1081"/>
                  </a:cubicBezTo>
                  <a:close/>
                  <a:moveTo>
                    <a:pt x="1398" y="745"/>
                  </a:moveTo>
                  <a:cubicBezTo>
                    <a:pt x="1537" y="871"/>
                    <a:pt x="1685" y="1004"/>
                    <a:pt x="1821" y="1133"/>
                  </a:cubicBezTo>
                  <a:cubicBezTo>
                    <a:pt x="1756" y="1288"/>
                    <a:pt x="1685" y="1445"/>
                    <a:pt x="1611" y="1590"/>
                  </a:cubicBezTo>
                  <a:cubicBezTo>
                    <a:pt x="1395" y="1574"/>
                    <a:pt x="1198" y="1556"/>
                    <a:pt x="1025" y="1537"/>
                  </a:cubicBezTo>
                  <a:cubicBezTo>
                    <a:pt x="985" y="1362"/>
                    <a:pt x="948" y="1177"/>
                    <a:pt x="917" y="998"/>
                  </a:cubicBezTo>
                  <a:cubicBezTo>
                    <a:pt x="1093" y="902"/>
                    <a:pt x="1253" y="816"/>
                    <a:pt x="1398" y="745"/>
                  </a:cubicBezTo>
                  <a:close/>
                  <a:moveTo>
                    <a:pt x="1947" y="1251"/>
                  </a:moveTo>
                  <a:cubicBezTo>
                    <a:pt x="2151" y="1451"/>
                    <a:pt x="2262" y="1565"/>
                    <a:pt x="2317" y="1633"/>
                  </a:cubicBezTo>
                  <a:cubicBezTo>
                    <a:pt x="2200" y="1627"/>
                    <a:pt x="2009" y="1618"/>
                    <a:pt x="1787" y="1602"/>
                  </a:cubicBezTo>
                  <a:cubicBezTo>
                    <a:pt x="1839" y="1488"/>
                    <a:pt x="1895" y="1371"/>
                    <a:pt x="1947" y="1251"/>
                  </a:cubicBezTo>
                  <a:close/>
                  <a:moveTo>
                    <a:pt x="1062" y="1704"/>
                  </a:moveTo>
                  <a:lnTo>
                    <a:pt x="1062" y="1704"/>
                  </a:lnTo>
                  <a:cubicBezTo>
                    <a:pt x="1204" y="1719"/>
                    <a:pt x="1364" y="1735"/>
                    <a:pt x="1534" y="1747"/>
                  </a:cubicBezTo>
                  <a:cubicBezTo>
                    <a:pt x="1373" y="2065"/>
                    <a:pt x="1268" y="2225"/>
                    <a:pt x="1213" y="2287"/>
                  </a:cubicBezTo>
                  <a:cubicBezTo>
                    <a:pt x="1182" y="2197"/>
                    <a:pt x="1130" y="2012"/>
                    <a:pt x="1062" y="1704"/>
                  </a:cubicBezTo>
                  <a:close/>
                  <a:moveTo>
                    <a:pt x="735" y="0"/>
                  </a:moveTo>
                  <a:cubicBezTo>
                    <a:pt x="708" y="0"/>
                    <a:pt x="683" y="10"/>
                    <a:pt x="664" y="29"/>
                  </a:cubicBezTo>
                  <a:cubicBezTo>
                    <a:pt x="636" y="66"/>
                    <a:pt x="593" y="116"/>
                    <a:pt x="735" y="914"/>
                  </a:cubicBezTo>
                  <a:cubicBezTo>
                    <a:pt x="362" y="1121"/>
                    <a:pt x="53" y="1303"/>
                    <a:pt x="50" y="1303"/>
                  </a:cubicBezTo>
                  <a:cubicBezTo>
                    <a:pt x="29" y="1318"/>
                    <a:pt x="13" y="1340"/>
                    <a:pt x="13" y="1365"/>
                  </a:cubicBezTo>
                  <a:cubicBezTo>
                    <a:pt x="1" y="1497"/>
                    <a:pt x="143" y="1596"/>
                    <a:pt x="889" y="1685"/>
                  </a:cubicBezTo>
                  <a:cubicBezTo>
                    <a:pt x="948" y="1938"/>
                    <a:pt x="1037" y="2321"/>
                    <a:pt x="1096" y="2423"/>
                  </a:cubicBezTo>
                  <a:cubicBezTo>
                    <a:pt x="1114" y="2460"/>
                    <a:pt x="1151" y="2481"/>
                    <a:pt x="1191" y="2481"/>
                  </a:cubicBezTo>
                  <a:cubicBezTo>
                    <a:pt x="1247" y="2481"/>
                    <a:pt x="1352" y="2481"/>
                    <a:pt x="1710" y="1763"/>
                  </a:cubicBezTo>
                  <a:cubicBezTo>
                    <a:pt x="2117" y="1787"/>
                    <a:pt x="2434" y="1800"/>
                    <a:pt x="2441" y="1800"/>
                  </a:cubicBezTo>
                  <a:cubicBezTo>
                    <a:pt x="2443" y="1800"/>
                    <a:pt x="2446" y="1800"/>
                    <a:pt x="2448" y="1800"/>
                  </a:cubicBezTo>
                  <a:cubicBezTo>
                    <a:pt x="2485" y="1800"/>
                    <a:pt x="2519" y="1779"/>
                    <a:pt x="2533" y="1741"/>
                  </a:cubicBezTo>
                  <a:cubicBezTo>
                    <a:pt x="2558" y="1682"/>
                    <a:pt x="2579" y="1633"/>
                    <a:pt x="2012" y="1093"/>
                  </a:cubicBezTo>
                  <a:cubicBezTo>
                    <a:pt x="2126" y="822"/>
                    <a:pt x="2249" y="495"/>
                    <a:pt x="2237" y="387"/>
                  </a:cubicBezTo>
                  <a:cubicBezTo>
                    <a:pt x="2234" y="341"/>
                    <a:pt x="2197" y="285"/>
                    <a:pt x="2107" y="285"/>
                  </a:cubicBezTo>
                  <a:cubicBezTo>
                    <a:pt x="2040" y="285"/>
                    <a:pt x="1895" y="313"/>
                    <a:pt x="1423" y="550"/>
                  </a:cubicBezTo>
                  <a:cubicBezTo>
                    <a:pt x="1198" y="350"/>
                    <a:pt x="843" y="42"/>
                    <a:pt x="775" y="8"/>
                  </a:cubicBezTo>
                  <a:cubicBezTo>
                    <a:pt x="762" y="3"/>
                    <a:pt x="749" y="0"/>
                    <a:pt x="7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8"/>
            <p:cNvSpPr/>
            <p:nvPr/>
          </p:nvSpPr>
          <p:spPr>
            <a:xfrm>
              <a:off x="8393112" y="4809624"/>
              <a:ext cx="71582" cy="71518"/>
            </a:xfrm>
            <a:custGeom>
              <a:avLst/>
              <a:gdLst/>
              <a:ahLst/>
              <a:cxnLst/>
              <a:rect l="l" t="t" r="r" b="b"/>
              <a:pathLst>
                <a:path w="1124" h="1123" extrusionOk="0">
                  <a:moveTo>
                    <a:pt x="562" y="164"/>
                  </a:moveTo>
                  <a:cubicBezTo>
                    <a:pt x="781" y="167"/>
                    <a:pt x="957" y="346"/>
                    <a:pt x="957" y="565"/>
                  </a:cubicBezTo>
                  <a:cubicBezTo>
                    <a:pt x="957" y="784"/>
                    <a:pt x="778" y="959"/>
                    <a:pt x="559" y="959"/>
                  </a:cubicBezTo>
                  <a:cubicBezTo>
                    <a:pt x="340" y="959"/>
                    <a:pt x="164" y="780"/>
                    <a:pt x="164" y="561"/>
                  </a:cubicBezTo>
                  <a:cubicBezTo>
                    <a:pt x="164" y="339"/>
                    <a:pt x="343" y="164"/>
                    <a:pt x="562" y="164"/>
                  </a:cubicBezTo>
                  <a:close/>
                  <a:moveTo>
                    <a:pt x="562" y="0"/>
                  </a:moveTo>
                  <a:cubicBezTo>
                    <a:pt x="254" y="0"/>
                    <a:pt x="1" y="250"/>
                    <a:pt x="1" y="561"/>
                  </a:cubicBezTo>
                  <a:cubicBezTo>
                    <a:pt x="1" y="870"/>
                    <a:pt x="250" y="1120"/>
                    <a:pt x="562" y="1123"/>
                  </a:cubicBezTo>
                  <a:cubicBezTo>
                    <a:pt x="873" y="1120"/>
                    <a:pt x="1123" y="870"/>
                    <a:pt x="1123" y="561"/>
                  </a:cubicBezTo>
                  <a:cubicBezTo>
                    <a:pt x="1123" y="250"/>
                    <a:pt x="870" y="0"/>
                    <a:pt x="5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8"/>
            <p:cNvSpPr/>
            <p:nvPr/>
          </p:nvSpPr>
          <p:spPr>
            <a:xfrm>
              <a:off x="7189108" y="4655130"/>
              <a:ext cx="71391" cy="71582"/>
            </a:xfrm>
            <a:custGeom>
              <a:avLst/>
              <a:gdLst/>
              <a:ahLst/>
              <a:cxnLst/>
              <a:rect l="l" t="t" r="r" b="b"/>
              <a:pathLst>
                <a:path w="1121" h="1124" extrusionOk="0">
                  <a:moveTo>
                    <a:pt x="562" y="164"/>
                  </a:moveTo>
                  <a:cubicBezTo>
                    <a:pt x="781" y="167"/>
                    <a:pt x="957" y="346"/>
                    <a:pt x="957" y="565"/>
                  </a:cubicBezTo>
                  <a:cubicBezTo>
                    <a:pt x="957" y="784"/>
                    <a:pt x="778" y="960"/>
                    <a:pt x="559" y="960"/>
                  </a:cubicBezTo>
                  <a:cubicBezTo>
                    <a:pt x="340" y="960"/>
                    <a:pt x="164" y="781"/>
                    <a:pt x="164" y="562"/>
                  </a:cubicBezTo>
                  <a:cubicBezTo>
                    <a:pt x="164" y="343"/>
                    <a:pt x="343" y="164"/>
                    <a:pt x="562" y="164"/>
                  </a:cubicBezTo>
                  <a:close/>
                  <a:moveTo>
                    <a:pt x="559" y="1"/>
                  </a:moveTo>
                  <a:cubicBezTo>
                    <a:pt x="251" y="1"/>
                    <a:pt x="1" y="251"/>
                    <a:pt x="1" y="562"/>
                  </a:cubicBezTo>
                  <a:cubicBezTo>
                    <a:pt x="1" y="871"/>
                    <a:pt x="251" y="1120"/>
                    <a:pt x="559" y="1124"/>
                  </a:cubicBezTo>
                  <a:lnTo>
                    <a:pt x="562" y="1124"/>
                  </a:lnTo>
                  <a:cubicBezTo>
                    <a:pt x="870" y="1120"/>
                    <a:pt x="1120" y="871"/>
                    <a:pt x="1120" y="562"/>
                  </a:cubicBezTo>
                  <a:cubicBezTo>
                    <a:pt x="1120" y="251"/>
                    <a:pt x="870" y="1"/>
                    <a:pt x="5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8"/>
            <p:cNvSpPr/>
            <p:nvPr/>
          </p:nvSpPr>
          <p:spPr>
            <a:xfrm>
              <a:off x="8755482" y="4489385"/>
              <a:ext cx="71327" cy="71327"/>
            </a:xfrm>
            <a:custGeom>
              <a:avLst/>
              <a:gdLst/>
              <a:ahLst/>
              <a:cxnLst/>
              <a:rect l="l" t="t" r="r" b="b"/>
              <a:pathLst>
                <a:path w="1120" h="1120" extrusionOk="0">
                  <a:moveTo>
                    <a:pt x="563" y="164"/>
                  </a:moveTo>
                  <a:cubicBezTo>
                    <a:pt x="781" y="165"/>
                    <a:pt x="959" y="343"/>
                    <a:pt x="956" y="562"/>
                  </a:cubicBezTo>
                  <a:cubicBezTo>
                    <a:pt x="956" y="781"/>
                    <a:pt x="778" y="960"/>
                    <a:pt x="559" y="960"/>
                  </a:cubicBezTo>
                  <a:cubicBezTo>
                    <a:pt x="340" y="960"/>
                    <a:pt x="164" y="781"/>
                    <a:pt x="164" y="559"/>
                  </a:cubicBezTo>
                  <a:cubicBezTo>
                    <a:pt x="164" y="340"/>
                    <a:pt x="342" y="165"/>
                    <a:pt x="563" y="164"/>
                  </a:cubicBezTo>
                  <a:close/>
                  <a:moveTo>
                    <a:pt x="562" y="0"/>
                  </a:moveTo>
                  <a:cubicBezTo>
                    <a:pt x="250" y="0"/>
                    <a:pt x="0" y="250"/>
                    <a:pt x="0" y="559"/>
                  </a:cubicBezTo>
                  <a:cubicBezTo>
                    <a:pt x="0" y="870"/>
                    <a:pt x="250" y="1120"/>
                    <a:pt x="559" y="1120"/>
                  </a:cubicBezTo>
                  <a:lnTo>
                    <a:pt x="562" y="1120"/>
                  </a:lnTo>
                  <a:cubicBezTo>
                    <a:pt x="870" y="1120"/>
                    <a:pt x="1120" y="870"/>
                    <a:pt x="1120" y="559"/>
                  </a:cubicBezTo>
                  <a:cubicBezTo>
                    <a:pt x="1120" y="250"/>
                    <a:pt x="870" y="0"/>
                    <a:pt x="5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8"/>
            <p:cNvSpPr/>
            <p:nvPr/>
          </p:nvSpPr>
          <p:spPr>
            <a:xfrm>
              <a:off x="8619310" y="3724289"/>
              <a:ext cx="71582" cy="71391"/>
            </a:xfrm>
            <a:custGeom>
              <a:avLst/>
              <a:gdLst/>
              <a:ahLst/>
              <a:cxnLst/>
              <a:rect l="l" t="t" r="r" b="b"/>
              <a:pathLst>
                <a:path w="1124" h="1121" extrusionOk="0">
                  <a:moveTo>
                    <a:pt x="565" y="164"/>
                  </a:moveTo>
                  <a:cubicBezTo>
                    <a:pt x="670" y="164"/>
                    <a:pt x="769" y="208"/>
                    <a:pt x="843" y="282"/>
                  </a:cubicBezTo>
                  <a:cubicBezTo>
                    <a:pt x="1092" y="535"/>
                    <a:pt x="913" y="960"/>
                    <a:pt x="562" y="960"/>
                  </a:cubicBezTo>
                  <a:cubicBezTo>
                    <a:pt x="340" y="960"/>
                    <a:pt x="164" y="781"/>
                    <a:pt x="164" y="559"/>
                  </a:cubicBezTo>
                  <a:cubicBezTo>
                    <a:pt x="167" y="340"/>
                    <a:pt x="346" y="164"/>
                    <a:pt x="565" y="164"/>
                  </a:cubicBezTo>
                  <a:close/>
                  <a:moveTo>
                    <a:pt x="562" y="1"/>
                  </a:moveTo>
                  <a:cubicBezTo>
                    <a:pt x="250" y="1"/>
                    <a:pt x="1" y="251"/>
                    <a:pt x="1" y="559"/>
                  </a:cubicBezTo>
                  <a:cubicBezTo>
                    <a:pt x="1" y="871"/>
                    <a:pt x="250" y="1121"/>
                    <a:pt x="559" y="1121"/>
                  </a:cubicBezTo>
                  <a:lnTo>
                    <a:pt x="562" y="1121"/>
                  </a:lnTo>
                  <a:cubicBezTo>
                    <a:pt x="870" y="1121"/>
                    <a:pt x="1123" y="871"/>
                    <a:pt x="1120" y="559"/>
                  </a:cubicBezTo>
                  <a:cubicBezTo>
                    <a:pt x="1120" y="251"/>
                    <a:pt x="870" y="1"/>
                    <a:pt x="5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8"/>
            <p:cNvSpPr/>
            <p:nvPr/>
          </p:nvSpPr>
          <p:spPr>
            <a:xfrm>
              <a:off x="3951168" y="4919881"/>
              <a:ext cx="115525" cy="116098"/>
            </a:xfrm>
            <a:custGeom>
              <a:avLst/>
              <a:gdLst/>
              <a:ahLst/>
              <a:cxnLst/>
              <a:rect l="l" t="t" r="r" b="b"/>
              <a:pathLst>
                <a:path w="1814" h="1823" extrusionOk="0">
                  <a:moveTo>
                    <a:pt x="969" y="234"/>
                  </a:moveTo>
                  <a:cubicBezTo>
                    <a:pt x="991" y="315"/>
                    <a:pt x="1018" y="416"/>
                    <a:pt x="1034" y="484"/>
                  </a:cubicBezTo>
                  <a:cubicBezTo>
                    <a:pt x="1077" y="666"/>
                    <a:pt x="1089" y="706"/>
                    <a:pt x="1111" y="737"/>
                  </a:cubicBezTo>
                  <a:cubicBezTo>
                    <a:pt x="1132" y="768"/>
                    <a:pt x="1166" y="783"/>
                    <a:pt x="1345" y="845"/>
                  </a:cubicBezTo>
                  <a:cubicBezTo>
                    <a:pt x="1410" y="870"/>
                    <a:pt x="1506" y="904"/>
                    <a:pt x="1577" y="935"/>
                  </a:cubicBezTo>
                  <a:cubicBezTo>
                    <a:pt x="1478" y="978"/>
                    <a:pt x="1311" y="1039"/>
                    <a:pt x="1169" y="1092"/>
                  </a:cubicBezTo>
                  <a:cubicBezTo>
                    <a:pt x="1148" y="1098"/>
                    <a:pt x="1129" y="1113"/>
                    <a:pt x="1120" y="1135"/>
                  </a:cubicBezTo>
                  <a:cubicBezTo>
                    <a:pt x="1049" y="1302"/>
                    <a:pt x="960" y="1490"/>
                    <a:pt x="901" y="1595"/>
                  </a:cubicBezTo>
                  <a:cubicBezTo>
                    <a:pt x="861" y="1481"/>
                    <a:pt x="802" y="1280"/>
                    <a:pt x="759" y="1107"/>
                  </a:cubicBezTo>
                  <a:cubicBezTo>
                    <a:pt x="753" y="1076"/>
                    <a:pt x="728" y="1052"/>
                    <a:pt x="698" y="1046"/>
                  </a:cubicBezTo>
                  <a:cubicBezTo>
                    <a:pt x="528" y="1015"/>
                    <a:pt x="334" y="972"/>
                    <a:pt x="226" y="941"/>
                  </a:cubicBezTo>
                  <a:cubicBezTo>
                    <a:pt x="392" y="854"/>
                    <a:pt x="565" y="774"/>
                    <a:pt x="738" y="706"/>
                  </a:cubicBezTo>
                  <a:cubicBezTo>
                    <a:pt x="759" y="697"/>
                    <a:pt x="775" y="682"/>
                    <a:pt x="784" y="660"/>
                  </a:cubicBezTo>
                  <a:cubicBezTo>
                    <a:pt x="839" y="515"/>
                    <a:pt x="901" y="373"/>
                    <a:pt x="969" y="234"/>
                  </a:cubicBezTo>
                  <a:close/>
                  <a:moveTo>
                    <a:pt x="987" y="0"/>
                  </a:moveTo>
                  <a:cubicBezTo>
                    <a:pt x="938" y="0"/>
                    <a:pt x="864" y="0"/>
                    <a:pt x="645" y="571"/>
                  </a:cubicBezTo>
                  <a:cubicBezTo>
                    <a:pt x="37" y="814"/>
                    <a:pt x="16" y="895"/>
                    <a:pt x="7" y="928"/>
                  </a:cubicBezTo>
                  <a:cubicBezTo>
                    <a:pt x="0" y="956"/>
                    <a:pt x="7" y="984"/>
                    <a:pt x="22" y="1009"/>
                  </a:cubicBezTo>
                  <a:cubicBezTo>
                    <a:pt x="37" y="1030"/>
                    <a:pt x="84" y="1092"/>
                    <a:pt x="614" y="1197"/>
                  </a:cubicBezTo>
                  <a:cubicBezTo>
                    <a:pt x="775" y="1823"/>
                    <a:pt x="830" y="1823"/>
                    <a:pt x="889" y="1823"/>
                  </a:cubicBezTo>
                  <a:lnTo>
                    <a:pt x="895" y="1823"/>
                  </a:lnTo>
                  <a:cubicBezTo>
                    <a:pt x="944" y="1820"/>
                    <a:pt x="1000" y="1817"/>
                    <a:pt x="1256" y="1231"/>
                  </a:cubicBezTo>
                  <a:cubicBezTo>
                    <a:pt x="1413" y="1175"/>
                    <a:pt x="1715" y="1064"/>
                    <a:pt x="1780" y="1006"/>
                  </a:cubicBezTo>
                  <a:cubicBezTo>
                    <a:pt x="1802" y="984"/>
                    <a:pt x="1814" y="950"/>
                    <a:pt x="1811" y="919"/>
                  </a:cubicBezTo>
                  <a:cubicBezTo>
                    <a:pt x="1796" y="845"/>
                    <a:pt x="1715" y="805"/>
                    <a:pt x="1404" y="694"/>
                  </a:cubicBezTo>
                  <a:cubicBezTo>
                    <a:pt x="1345" y="672"/>
                    <a:pt x="1274" y="648"/>
                    <a:pt x="1240" y="632"/>
                  </a:cubicBezTo>
                  <a:cubicBezTo>
                    <a:pt x="1231" y="598"/>
                    <a:pt x="1209" y="515"/>
                    <a:pt x="1194" y="447"/>
                  </a:cubicBezTo>
                  <a:cubicBezTo>
                    <a:pt x="1139" y="228"/>
                    <a:pt x="1105" y="93"/>
                    <a:pt x="1065" y="40"/>
                  </a:cubicBezTo>
                  <a:cubicBezTo>
                    <a:pt x="1046" y="15"/>
                    <a:pt x="1018" y="3"/>
                    <a:pt x="98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0" name="Google Shape;820;p8"/>
            <p:cNvGrpSpPr/>
            <p:nvPr/>
          </p:nvGrpSpPr>
          <p:grpSpPr>
            <a:xfrm>
              <a:off x="8356416" y="4075327"/>
              <a:ext cx="299552" cy="265537"/>
              <a:chOff x="8792070" y="4843090"/>
              <a:chExt cx="142474" cy="126290"/>
            </a:xfrm>
          </p:grpSpPr>
          <p:sp>
            <p:nvSpPr>
              <p:cNvPr id="821" name="Google Shape;821;p8"/>
              <p:cNvSpPr/>
              <p:nvPr/>
            </p:nvSpPr>
            <p:spPr>
              <a:xfrm>
                <a:off x="8835905" y="4843090"/>
                <a:ext cx="69128" cy="58982"/>
              </a:xfrm>
              <a:custGeom>
                <a:avLst/>
                <a:gdLst/>
                <a:ahLst/>
                <a:cxnLst/>
                <a:rect l="l" t="t" r="r" b="b"/>
                <a:pathLst>
                  <a:path w="1935" h="1651" extrusionOk="0">
                    <a:moveTo>
                      <a:pt x="926" y="796"/>
                    </a:moveTo>
                    <a:cubicBezTo>
                      <a:pt x="947" y="848"/>
                      <a:pt x="960" y="904"/>
                      <a:pt x="966" y="959"/>
                    </a:cubicBezTo>
                    <a:cubicBezTo>
                      <a:pt x="958" y="961"/>
                      <a:pt x="950" y="962"/>
                      <a:pt x="941" y="962"/>
                    </a:cubicBezTo>
                    <a:cubicBezTo>
                      <a:pt x="933" y="962"/>
                      <a:pt x="924" y="961"/>
                      <a:pt x="917" y="959"/>
                    </a:cubicBezTo>
                    <a:cubicBezTo>
                      <a:pt x="904" y="938"/>
                      <a:pt x="904" y="882"/>
                      <a:pt x="926" y="796"/>
                    </a:cubicBezTo>
                    <a:close/>
                    <a:moveTo>
                      <a:pt x="1472" y="164"/>
                    </a:moveTo>
                    <a:cubicBezTo>
                      <a:pt x="1537" y="164"/>
                      <a:pt x="1595" y="194"/>
                      <a:pt x="1635" y="241"/>
                    </a:cubicBezTo>
                    <a:cubicBezTo>
                      <a:pt x="1725" y="327"/>
                      <a:pt x="1771" y="447"/>
                      <a:pt x="1765" y="571"/>
                    </a:cubicBezTo>
                    <a:cubicBezTo>
                      <a:pt x="1746" y="950"/>
                      <a:pt x="1296" y="1348"/>
                      <a:pt x="1296" y="1348"/>
                    </a:cubicBezTo>
                    <a:cubicBezTo>
                      <a:pt x="1197" y="1431"/>
                      <a:pt x="1074" y="1481"/>
                      <a:pt x="947" y="1487"/>
                    </a:cubicBezTo>
                    <a:cubicBezTo>
                      <a:pt x="565" y="1487"/>
                      <a:pt x="275" y="999"/>
                      <a:pt x="210" y="645"/>
                    </a:cubicBezTo>
                    <a:cubicBezTo>
                      <a:pt x="183" y="491"/>
                      <a:pt x="189" y="312"/>
                      <a:pt x="297" y="272"/>
                    </a:cubicBezTo>
                    <a:cubicBezTo>
                      <a:pt x="328" y="262"/>
                      <a:pt x="358" y="256"/>
                      <a:pt x="389" y="256"/>
                    </a:cubicBezTo>
                    <a:cubicBezTo>
                      <a:pt x="559" y="256"/>
                      <a:pt x="722" y="423"/>
                      <a:pt x="827" y="592"/>
                    </a:cubicBezTo>
                    <a:cubicBezTo>
                      <a:pt x="778" y="710"/>
                      <a:pt x="704" y="922"/>
                      <a:pt x="781" y="1046"/>
                    </a:cubicBezTo>
                    <a:cubicBezTo>
                      <a:pt x="815" y="1098"/>
                      <a:pt x="867" y="1125"/>
                      <a:pt x="932" y="1125"/>
                    </a:cubicBezTo>
                    <a:cubicBezTo>
                      <a:pt x="956" y="1125"/>
                      <a:pt x="982" y="1121"/>
                      <a:pt x="1009" y="1114"/>
                    </a:cubicBezTo>
                    <a:cubicBezTo>
                      <a:pt x="1052" y="1101"/>
                      <a:pt x="1086" y="1070"/>
                      <a:pt x="1105" y="1027"/>
                    </a:cubicBezTo>
                    <a:cubicBezTo>
                      <a:pt x="1148" y="916"/>
                      <a:pt x="1086" y="734"/>
                      <a:pt x="1009" y="586"/>
                    </a:cubicBezTo>
                    <a:cubicBezTo>
                      <a:pt x="1123" y="370"/>
                      <a:pt x="1311" y="164"/>
                      <a:pt x="1472" y="164"/>
                    </a:cubicBezTo>
                    <a:close/>
                    <a:moveTo>
                      <a:pt x="1472" y="0"/>
                    </a:moveTo>
                    <a:cubicBezTo>
                      <a:pt x="1247" y="0"/>
                      <a:pt x="1043" y="210"/>
                      <a:pt x="914" y="429"/>
                    </a:cubicBezTo>
                    <a:cubicBezTo>
                      <a:pt x="809" y="287"/>
                      <a:pt x="624" y="93"/>
                      <a:pt x="389" y="93"/>
                    </a:cubicBezTo>
                    <a:cubicBezTo>
                      <a:pt x="337" y="93"/>
                      <a:pt x="287" y="102"/>
                      <a:pt x="241" y="120"/>
                    </a:cubicBezTo>
                    <a:cubicBezTo>
                      <a:pt x="72" y="185"/>
                      <a:pt x="1" y="392"/>
                      <a:pt x="50" y="676"/>
                    </a:cubicBezTo>
                    <a:cubicBezTo>
                      <a:pt x="124" y="1067"/>
                      <a:pt x="457" y="1650"/>
                      <a:pt x="947" y="1650"/>
                    </a:cubicBezTo>
                    <a:cubicBezTo>
                      <a:pt x="1099" y="1650"/>
                      <a:pt x="1250" y="1589"/>
                      <a:pt x="1398" y="1471"/>
                    </a:cubicBezTo>
                    <a:cubicBezTo>
                      <a:pt x="1419" y="1453"/>
                      <a:pt x="1907" y="1027"/>
                      <a:pt x="1925" y="577"/>
                    </a:cubicBezTo>
                    <a:cubicBezTo>
                      <a:pt x="1934" y="410"/>
                      <a:pt x="1873" y="247"/>
                      <a:pt x="1752" y="130"/>
                    </a:cubicBezTo>
                    <a:cubicBezTo>
                      <a:pt x="1682" y="49"/>
                      <a:pt x="1580" y="3"/>
                      <a:pt x="1472"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8"/>
              <p:cNvSpPr/>
              <p:nvPr/>
            </p:nvSpPr>
            <p:spPr>
              <a:xfrm>
                <a:off x="8856626" y="4909183"/>
                <a:ext cx="68020" cy="60197"/>
              </a:xfrm>
              <a:custGeom>
                <a:avLst/>
                <a:gdLst/>
                <a:ahLst/>
                <a:cxnLst/>
                <a:rect l="l" t="t" r="r" b="b"/>
                <a:pathLst>
                  <a:path w="1904" h="1685" extrusionOk="0">
                    <a:moveTo>
                      <a:pt x="809" y="676"/>
                    </a:moveTo>
                    <a:cubicBezTo>
                      <a:pt x="821" y="688"/>
                      <a:pt x="836" y="750"/>
                      <a:pt x="830" y="849"/>
                    </a:cubicBezTo>
                    <a:cubicBezTo>
                      <a:pt x="781" y="769"/>
                      <a:pt x="771" y="710"/>
                      <a:pt x="778" y="692"/>
                    </a:cubicBezTo>
                    <a:cubicBezTo>
                      <a:pt x="787" y="685"/>
                      <a:pt x="799" y="679"/>
                      <a:pt x="809" y="676"/>
                    </a:cubicBezTo>
                    <a:close/>
                    <a:moveTo>
                      <a:pt x="784" y="161"/>
                    </a:moveTo>
                    <a:lnTo>
                      <a:pt x="784" y="164"/>
                    </a:lnTo>
                    <a:cubicBezTo>
                      <a:pt x="870" y="164"/>
                      <a:pt x="957" y="183"/>
                      <a:pt x="1037" y="217"/>
                    </a:cubicBezTo>
                    <a:cubicBezTo>
                      <a:pt x="1043" y="220"/>
                      <a:pt x="1583" y="476"/>
                      <a:pt x="1703" y="837"/>
                    </a:cubicBezTo>
                    <a:cubicBezTo>
                      <a:pt x="1743" y="954"/>
                      <a:pt x="1731" y="1080"/>
                      <a:pt x="1669" y="1188"/>
                    </a:cubicBezTo>
                    <a:cubicBezTo>
                      <a:pt x="1623" y="1274"/>
                      <a:pt x="1558" y="1318"/>
                      <a:pt x="1472" y="1318"/>
                    </a:cubicBezTo>
                    <a:cubicBezTo>
                      <a:pt x="1311" y="1318"/>
                      <a:pt x="1111" y="1176"/>
                      <a:pt x="972" y="1028"/>
                    </a:cubicBezTo>
                    <a:cubicBezTo>
                      <a:pt x="1006" y="864"/>
                      <a:pt x="1015" y="673"/>
                      <a:pt x="941" y="577"/>
                    </a:cubicBezTo>
                    <a:cubicBezTo>
                      <a:pt x="913" y="540"/>
                      <a:pt x="870" y="519"/>
                      <a:pt x="824" y="519"/>
                    </a:cubicBezTo>
                    <a:cubicBezTo>
                      <a:pt x="697" y="522"/>
                      <a:pt x="648" y="587"/>
                      <a:pt x="633" y="624"/>
                    </a:cubicBezTo>
                    <a:cubicBezTo>
                      <a:pt x="568" y="766"/>
                      <a:pt x="704" y="966"/>
                      <a:pt x="790" y="1071"/>
                    </a:cubicBezTo>
                    <a:cubicBezTo>
                      <a:pt x="728" y="1288"/>
                      <a:pt x="596" y="1525"/>
                      <a:pt x="391" y="1525"/>
                    </a:cubicBezTo>
                    <a:cubicBezTo>
                      <a:pt x="383" y="1525"/>
                      <a:pt x="375" y="1525"/>
                      <a:pt x="367" y="1524"/>
                    </a:cubicBezTo>
                    <a:cubicBezTo>
                      <a:pt x="247" y="1512"/>
                      <a:pt x="167" y="1305"/>
                      <a:pt x="179" y="1028"/>
                    </a:cubicBezTo>
                    <a:cubicBezTo>
                      <a:pt x="198" y="608"/>
                      <a:pt x="414" y="161"/>
                      <a:pt x="784" y="161"/>
                    </a:cubicBezTo>
                    <a:close/>
                    <a:moveTo>
                      <a:pt x="784" y="1"/>
                    </a:moveTo>
                    <a:cubicBezTo>
                      <a:pt x="309" y="1"/>
                      <a:pt x="37" y="516"/>
                      <a:pt x="16" y="1022"/>
                    </a:cubicBezTo>
                    <a:cubicBezTo>
                      <a:pt x="0" y="1407"/>
                      <a:pt x="130" y="1666"/>
                      <a:pt x="352" y="1685"/>
                    </a:cubicBezTo>
                    <a:lnTo>
                      <a:pt x="389" y="1685"/>
                    </a:lnTo>
                    <a:cubicBezTo>
                      <a:pt x="651" y="1685"/>
                      <a:pt x="824" y="1456"/>
                      <a:pt x="916" y="1207"/>
                    </a:cubicBezTo>
                    <a:cubicBezTo>
                      <a:pt x="1071" y="1352"/>
                      <a:pt x="1274" y="1481"/>
                      <a:pt x="1469" y="1481"/>
                    </a:cubicBezTo>
                    <a:cubicBezTo>
                      <a:pt x="1570" y="1481"/>
                      <a:pt x="1712" y="1444"/>
                      <a:pt x="1805" y="1265"/>
                    </a:cubicBezTo>
                    <a:cubicBezTo>
                      <a:pt x="1888" y="1120"/>
                      <a:pt x="1903" y="944"/>
                      <a:pt x="1851" y="787"/>
                    </a:cubicBezTo>
                    <a:cubicBezTo>
                      <a:pt x="1709" y="362"/>
                      <a:pt x="1126" y="84"/>
                      <a:pt x="1098" y="69"/>
                    </a:cubicBezTo>
                    <a:cubicBezTo>
                      <a:pt x="997" y="25"/>
                      <a:pt x="892" y="4"/>
                      <a:pt x="784"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8"/>
              <p:cNvSpPr/>
              <p:nvPr/>
            </p:nvSpPr>
            <p:spPr>
              <a:xfrm>
                <a:off x="8792070" y="4893678"/>
                <a:ext cx="69092" cy="50086"/>
              </a:xfrm>
              <a:custGeom>
                <a:avLst/>
                <a:gdLst/>
                <a:ahLst/>
                <a:cxnLst/>
                <a:rect l="l" t="t" r="r" b="b"/>
                <a:pathLst>
                  <a:path w="1934" h="1402" extrusionOk="0">
                    <a:moveTo>
                      <a:pt x="1147" y="1"/>
                    </a:moveTo>
                    <a:cubicBezTo>
                      <a:pt x="1058" y="1"/>
                      <a:pt x="963" y="19"/>
                      <a:pt x="867" y="65"/>
                    </a:cubicBezTo>
                    <a:cubicBezTo>
                      <a:pt x="386" y="290"/>
                      <a:pt x="0" y="740"/>
                      <a:pt x="241" y="1042"/>
                    </a:cubicBezTo>
                    <a:cubicBezTo>
                      <a:pt x="397" y="1239"/>
                      <a:pt x="698" y="1401"/>
                      <a:pt x="1009" y="1401"/>
                    </a:cubicBezTo>
                    <a:cubicBezTo>
                      <a:pt x="1176" y="1401"/>
                      <a:pt x="1347" y="1354"/>
                      <a:pt x="1499" y="1240"/>
                    </a:cubicBezTo>
                    <a:cubicBezTo>
                      <a:pt x="1934" y="910"/>
                      <a:pt x="1934" y="416"/>
                      <a:pt x="1789" y="296"/>
                    </a:cubicBezTo>
                    <a:cubicBezTo>
                      <a:pt x="1789" y="296"/>
                      <a:pt x="1508" y="1"/>
                      <a:pt x="11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8"/>
              <p:cNvSpPr/>
              <p:nvPr/>
            </p:nvSpPr>
            <p:spPr>
              <a:xfrm>
                <a:off x="8838763" y="4894428"/>
                <a:ext cx="12397" cy="38369"/>
              </a:xfrm>
              <a:custGeom>
                <a:avLst/>
                <a:gdLst/>
                <a:ahLst/>
                <a:cxnLst/>
                <a:rect l="l" t="t" r="r" b="b"/>
                <a:pathLst>
                  <a:path w="347" h="1074" extrusionOk="0">
                    <a:moveTo>
                      <a:pt x="1" y="0"/>
                    </a:moveTo>
                    <a:cubicBezTo>
                      <a:pt x="1" y="1"/>
                      <a:pt x="214" y="957"/>
                      <a:pt x="346" y="1074"/>
                    </a:cubicBez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8"/>
              <p:cNvSpPr/>
              <p:nvPr/>
            </p:nvSpPr>
            <p:spPr>
              <a:xfrm>
                <a:off x="8835262" y="4891285"/>
                <a:ext cx="19863" cy="44370"/>
              </a:xfrm>
              <a:custGeom>
                <a:avLst/>
                <a:gdLst/>
                <a:ahLst/>
                <a:cxnLst/>
                <a:rect l="l" t="t" r="r" b="b"/>
                <a:pathLst>
                  <a:path w="556" h="1242" extrusionOk="0">
                    <a:moveTo>
                      <a:pt x="98" y="0"/>
                    </a:moveTo>
                    <a:cubicBezTo>
                      <a:pt x="50" y="0"/>
                      <a:pt x="1" y="40"/>
                      <a:pt x="19" y="104"/>
                    </a:cubicBezTo>
                    <a:cubicBezTo>
                      <a:pt x="71" y="335"/>
                      <a:pt x="250" y="1097"/>
                      <a:pt x="392" y="1223"/>
                    </a:cubicBezTo>
                    <a:cubicBezTo>
                      <a:pt x="407" y="1236"/>
                      <a:pt x="426" y="1242"/>
                      <a:pt x="447" y="1242"/>
                    </a:cubicBezTo>
                    <a:cubicBezTo>
                      <a:pt x="521" y="1242"/>
                      <a:pt x="555" y="1149"/>
                      <a:pt x="500" y="1100"/>
                    </a:cubicBezTo>
                    <a:cubicBezTo>
                      <a:pt x="429" y="1038"/>
                      <a:pt x="278" y="517"/>
                      <a:pt x="176" y="70"/>
                    </a:cubicBezTo>
                    <a:cubicBezTo>
                      <a:pt x="168" y="22"/>
                      <a:pt x="133" y="0"/>
                      <a:pt x="9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8"/>
              <p:cNvSpPr/>
              <p:nvPr/>
            </p:nvSpPr>
            <p:spPr>
              <a:xfrm>
                <a:off x="8821794" y="4897286"/>
                <a:ext cx="16255" cy="44978"/>
              </a:xfrm>
              <a:custGeom>
                <a:avLst/>
                <a:gdLst/>
                <a:ahLst/>
                <a:cxnLst/>
                <a:rect l="l" t="t" r="r" b="b"/>
                <a:pathLst>
                  <a:path w="455" h="1259" extrusionOk="0">
                    <a:moveTo>
                      <a:pt x="1" y="1"/>
                    </a:moveTo>
                    <a:cubicBezTo>
                      <a:pt x="1" y="1"/>
                      <a:pt x="285" y="1111"/>
                      <a:pt x="454" y="1259"/>
                    </a:cubicBez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8"/>
              <p:cNvSpPr/>
              <p:nvPr/>
            </p:nvSpPr>
            <p:spPr>
              <a:xfrm>
                <a:off x="8818150" y="4894143"/>
                <a:ext cx="23864" cy="51122"/>
              </a:xfrm>
              <a:custGeom>
                <a:avLst/>
                <a:gdLst/>
                <a:ahLst/>
                <a:cxnLst/>
                <a:rect l="l" t="t" r="r" b="b"/>
                <a:pathLst>
                  <a:path w="668" h="1431" extrusionOk="0">
                    <a:moveTo>
                      <a:pt x="103" y="1"/>
                    </a:moveTo>
                    <a:cubicBezTo>
                      <a:pt x="52" y="1"/>
                      <a:pt x="1" y="43"/>
                      <a:pt x="23" y="110"/>
                    </a:cubicBezTo>
                    <a:cubicBezTo>
                      <a:pt x="72" y="298"/>
                      <a:pt x="325" y="1251"/>
                      <a:pt x="504" y="1409"/>
                    </a:cubicBezTo>
                    <a:cubicBezTo>
                      <a:pt x="519" y="1421"/>
                      <a:pt x="538" y="1427"/>
                      <a:pt x="556" y="1427"/>
                    </a:cubicBezTo>
                    <a:lnTo>
                      <a:pt x="556" y="1430"/>
                    </a:lnTo>
                    <a:cubicBezTo>
                      <a:pt x="630" y="1430"/>
                      <a:pt x="667" y="1338"/>
                      <a:pt x="612" y="1288"/>
                    </a:cubicBezTo>
                    <a:cubicBezTo>
                      <a:pt x="507" y="1196"/>
                      <a:pt x="297" y="520"/>
                      <a:pt x="180" y="70"/>
                    </a:cubicBezTo>
                    <a:cubicBezTo>
                      <a:pt x="172" y="22"/>
                      <a:pt x="138" y="1"/>
                      <a:pt x="1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8"/>
              <p:cNvSpPr/>
              <p:nvPr/>
            </p:nvSpPr>
            <p:spPr>
              <a:xfrm>
                <a:off x="8888458" y="4866562"/>
                <a:ext cx="33189" cy="34296"/>
              </a:xfrm>
              <a:custGeom>
                <a:avLst/>
                <a:gdLst/>
                <a:ahLst/>
                <a:cxnLst/>
                <a:rect l="l" t="t" r="r" b="b"/>
                <a:pathLst>
                  <a:path w="929" h="960" extrusionOk="0">
                    <a:moveTo>
                      <a:pt x="841" y="1"/>
                    </a:moveTo>
                    <a:cubicBezTo>
                      <a:pt x="805" y="1"/>
                      <a:pt x="770" y="22"/>
                      <a:pt x="763" y="68"/>
                    </a:cubicBezTo>
                    <a:cubicBezTo>
                      <a:pt x="682" y="679"/>
                      <a:pt x="118" y="796"/>
                      <a:pt x="96" y="799"/>
                    </a:cubicBezTo>
                    <a:cubicBezTo>
                      <a:pt x="1" y="817"/>
                      <a:pt x="13" y="959"/>
                      <a:pt x="112" y="959"/>
                    </a:cubicBezTo>
                    <a:lnTo>
                      <a:pt x="127" y="959"/>
                    </a:lnTo>
                    <a:cubicBezTo>
                      <a:pt x="133" y="956"/>
                      <a:pt x="824" y="820"/>
                      <a:pt x="923" y="90"/>
                    </a:cubicBezTo>
                    <a:cubicBezTo>
                      <a:pt x="928" y="32"/>
                      <a:pt x="884" y="1"/>
                      <a:pt x="8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8"/>
              <p:cNvSpPr/>
              <p:nvPr/>
            </p:nvSpPr>
            <p:spPr>
              <a:xfrm>
                <a:off x="8810218" y="4907861"/>
                <a:ext cx="12825" cy="35511"/>
              </a:xfrm>
              <a:custGeom>
                <a:avLst/>
                <a:gdLst/>
                <a:ahLst/>
                <a:cxnLst/>
                <a:rect l="l" t="t" r="r" b="b"/>
                <a:pathLst>
                  <a:path w="359" h="994" extrusionOk="0">
                    <a:moveTo>
                      <a:pt x="1" y="1"/>
                    </a:moveTo>
                    <a:lnTo>
                      <a:pt x="1" y="1"/>
                    </a:lnTo>
                    <a:cubicBezTo>
                      <a:pt x="1" y="1"/>
                      <a:pt x="143" y="827"/>
                      <a:pt x="359" y="994"/>
                    </a:cubicBez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8"/>
              <p:cNvSpPr/>
              <p:nvPr/>
            </p:nvSpPr>
            <p:spPr>
              <a:xfrm>
                <a:off x="8806824" y="4904860"/>
                <a:ext cx="20185" cy="41512"/>
              </a:xfrm>
              <a:custGeom>
                <a:avLst/>
                <a:gdLst/>
                <a:ahLst/>
                <a:cxnLst/>
                <a:rect l="l" t="t" r="r" b="b"/>
                <a:pathLst>
                  <a:path w="565" h="1162" extrusionOk="0">
                    <a:moveTo>
                      <a:pt x="96" y="0"/>
                    </a:moveTo>
                    <a:cubicBezTo>
                      <a:pt x="48" y="0"/>
                      <a:pt x="0" y="37"/>
                      <a:pt x="16" y="100"/>
                    </a:cubicBezTo>
                    <a:cubicBezTo>
                      <a:pt x="31" y="186"/>
                      <a:pt x="173" y="961"/>
                      <a:pt x="404" y="1143"/>
                    </a:cubicBezTo>
                    <a:cubicBezTo>
                      <a:pt x="420" y="1155"/>
                      <a:pt x="435" y="1161"/>
                      <a:pt x="454" y="1161"/>
                    </a:cubicBezTo>
                    <a:cubicBezTo>
                      <a:pt x="531" y="1161"/>
                      <a:pt x="565" y="1062"/>
                      <a:pt x="503" y="1016"/>
                    </a:cubicBezTo>
                    <a:cubicBezTo>
                      <a:pt x="364" y="908"/>
                      <a:pt x="229" y="381"/>
                      <a:pt x="176" y="72"/>
                    </a:cubicBezTo>
                    <a:cubicBezTo>
                      <a:pt x="169" y="23"/>
                      <a:pt x="133" y="0"/>
                      <a:pt x="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8"/>
              <p:cNvSpPr/>
              <p:nvPr/>
            </p:nvSpPr>
            <p:spPr>
              <a:xfrm>
                <a:off x="8888387" y="4899466"/>
                <a:ext cx="46157" cy="17898"/>
              </a:xfrm>
              <a:custGeom>
                <a:avLst/>
                <a:gdLst/>
                <a:ahLst/>
                <a:cxnLst/>
                <a:rect l="l" t="t" r="r" b="b"/>
                <a:pathLst>
                  <a:path w="1292" h="501" extrusionOk="0">
                    <a:moveTo>
                      <a:pt x="514" y="1"/>
                    </a:moveTo>
                    <a:cubicBezTo>
                      <a:pt x="390" y="1"/>
                      <a:pt x="249" y="22"/>
                      <a:pt x="92" y="75"/>
                    </a:cubicBezTo>
                    <a:cubicBezTo>
                      <a:pt x="0" y="106"/>
                      <a:pt x="34" y="234"/>
                      <a:pt x="116" y="234"/>
                    </a:cubicBezTo>
                    <a:cubicBezTo>
                      <a:pt x="125" y="234"/>
                      <a:pt x="135" y="233"/>
                      <a:pt x="145" y="230"/>
                    </a:cubicBezTo>
                    <a:cubicBezTo>
                      <a:pt x="286" y="182"/>
                      <a:pt x="410" y="163"/>
                      <a:pt x="518" y="163"/>
                    </a:cubicBezTo>
                    <a:cubicBezTo>
                      <a:pt x="937" y="163"/>
                      <a:pt x="1122" y="446"/>
                      <a:pt x="1132" y="461"/>
                    </a:cubicBezTo>
                    <a:cubicBezTo>
                      <a:pt x="1147" y="486"/>
                      <a:pt x="1172" y="501"/>
                      <a:pt x="1199" y="501"/>
                    </a:cubicBezTo>
                    <a:cubicBezTo>
                      <a:pt x="1215" y="501"/>
                      <a:pt x="1230" y="495"/>
                      <a:pt x="1243" y="489"/>
                    </a:cubicBezTo>
                    <a:cubicBezTo>
                      <a:pt x="1280" y="464"/>
                      <a:pt x="1292" y="415"/>
                      <a:pt x="1270" y="378"/>
                    </a:cubicBezTo>
                    <a:cubicBezTo>
                      <a:pt x="1268" y="373"/>
                      <a:pt x="1031" y="1"/>
                      <a:pt x="5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32" name="Google Shape;832;p8"/>
            <p:cNvSpPr/>
            <p:nvPr/>
          </p:nvSpPr>
          <p:spPr>
            <a:xfrm rot="4671195">
              <a:off x="8431922" y="3731298"/>
              <a:ext cx="892202" cy="355826"/>
            </a:xfrm>
            <a:custGeom>
              <a:avLst/>
              <a:gdLst/>
              <a:ahLst/>
              <a:cxnLst/>
              <a:rect l="l" t="t" r="r" b="b"/>
              <a:pathLst>
                <a:path w="14010" h="5587" extrusionOk="0">
                  <a:moveTo>
                    <a:pt x="7628" y="0"/>
                  </a:moveTo>
                  <a:cubicBezTo>
                    <a:pt x="7582" y="0"/>
                    <a:pt x="7548" y="38"/>
                    <a:pt x="7548" y="84"/>
                  </a:cubicBezTo>
                  <a:cubicBezTo>
                    <a:pt x="7551" y="127"/>
                    <a:pt x="7588" y="158"/>
                    <a:pt x="7631" y="161"/>
                  </a:cubicBezTo>
                  <a:lnTo>
                    <a:pt x="7693" y="161"/>
                  </a:lnTo>
                  <a:cubicBezTo>
                    <a:pt x="7776" y="161"/>
                    <a:pt x="7862" y="164"/>
                    <a:pt x="7946" y="170"/>
                  </a:cubicBezTo>
                  <a:lnTo>
                    <a:pt x="7952" y="170"/>
                  </a:lnTo>
                  <a:lnTo>
                    <a:pt x="7952" y="173"/>
                  </a:lnTo>
                  <a:cubicBezTo>
                    <a:pt x="8054" y="170"/>
                    <a:pt x="8060" y="22"/>
                    <a:pt x="7958" y="10"/>
                  </a:cubicBezTo>
                  <a:cubicBezTo>
                    <a:pt x="7872" y="4"/>
                    <a:pt x="7782" y="0"/>
                    <a:pt x="7693" y="0"/>
                  </a:cubicBezTo>
                  <a:close/>
                  <a:moveTo>
                    <a:pt x="7306" y="21"/>
                  </a:moveTo>
                  <a:cubicBezTo>
                    <a:pt x="7302" y="21"/>
                    <a:pt x="7299" y="22"/>
                    <a:pt x="7295" y="22"/>
                  </a:cubicBezTo>
                  <a:cubicBezTo>
                    <a:pt x="7187" y="34"/>
                    <a:pt x="7079" y="53"/>
                    <a:pt x="6971" y="75"/>
                  </a:cubicBezTo>
                  <a:cubicBezTo>
                    <a:pt x="6879" y="96"/>
                    <a:pt x="6891" y="235"/>
                    <a:pt x="6990" y="235"/>
                  </a:cubicBezTo>
                  <a:lnTo>
                    <a:pt x="7005" y="235"/>
                  </a:lnTo>
                  <a:cubicBezTo>
                    <a:pt x="7107" y="213"/>
                    <a:pt x="7212" y="195"/>
                    <a:pt x="7320" y="182"/>
                  </a:cubicBezTo>
                  <a:cubicBezTo>
                    <a:pt x="7363" y="173"/>
                    <a:pt x="7394" y="133"/>
                    <a:pt x="7387" y="90"/>
                  </a:cubicBezTo>
                  <a:cubicBezTo>
                    <a:pt x="7379" y="50"/>
                    <a:pt x="7345" y="21"/>
                    <a:pt x="7306" y="21"/>
                  </a:cubicBezTo>
                  <a:close/>
                  <a:moveTo>
                    <a:pt x="8269" y="54"/>
                  </a:moveTo>
                  <a:cubicBezTo>
                    <a:pt x="8180" y="54"/>
                    <a:pt x="8159" y="196"/>
                    <a:pt x="8257" y="216"/>
                  </a:cubicBezTo>
                  <a:cubicBezTo>
                    <a:pt x="8359" y="235"/>
                    <a:pt x="8461" y="263"/>
                    <a:pt x="8560" y="294"/>
                  </a:cubicBezTo>
                  <a:cubicBezTo>
                    <a:pt x="8569" y="297"/>
                    <a:pt x="8578" y="297"/>
                    <a:pt x="8587" y="297"/>
                  </a:cubicBezTo>
                  <a:lnTo>
                    <a:pt x="8587" y="300"/>
                  </a:lnTo>
                  <a:cubicBezTo>
                    <a:pt x="8680" y="300"/>
                    <a:pt x="8698" y="170"/>
                    <a:pt x="8612" y="139"/>
                  </a:cubicBezTo>
                  <a:cubicBezTo>
                    <a:pt x="8504" y="105"/>
                    <a:pt x="8399" y="78"/>
                    <a:pt x="8288" y="56"/>
                  </a:cubicBezTo>
                  <a:cubicBezTo>
                    <a:pt x="8282" y="55"/>
                    <a:pt x="8275" y="54"/>
                    <a:pt x="8269" y="54"/>
                  </a:cubicBezTo>
                  <a:close/>
                  <a:moveTo>
                    <a:pt x="3122" y="157"/>
                  </a:moveTo>
                  <a:cubicBezTo>
                    <a:pt x="3039" y="157"/>
                    <a:pt x="2955" y="160"/>
                    <a:pt x="2872" y="167"/>
                  </a:cubicBezTo>
                  <a:cubicBezTo>
                    <a:pt x="2770" y="176"/>
                    <a:pt x="2776" y="327"/>
                    <a:pt x="2881" y="327"/>
                  </a:cubicBezTo>
                  <a:lnTo>
                    <a:pt x="2888" y="327"/>
                  </a:lnTo>
                  <a:cubicBezTo>
                    <a:pt x="2955" y="321"/>
                    <a:pt x="3022" y="318"/>
                    <a:pt x="3088" y="318"/>
                  </a:cubicBezTo>
                  <a:cubicBezTo>
                    <a:pt x="3125" y="318"/>
                    <a:pt x="3162" y="319"/>
                    <a:pt x="3199" y="321"/>
                  </a:cubicBezTo>
                  <a:cubicBezTo>
                    <a:pt x="3301" y="318"/>
                    <a:pt x="3307" y="167"/>
                    <a:pt x="3205" y="158"/>
                  </a:cubicBezTo>
                  <a:cubicBezTo>
                    <a:pt x="3177" y="157"/>
                    <a:pt x="3150" y="157"/>
                    <a:pt x="3122" y="157"/>
                  </a:cubicBezTo>
                  <a:close/>
                  <a:moveTo>
                    <a:pt x="6671" y="159"/>
                  </a:moveTo>
                  <a:cubicBezTo>
                    <a:pt x="6664" y="159"/>
                    <a:pt x="6658" y="159"/>
                    <a:pt x="6650" y="161"/>
                  </a:cubicBezTo>
                  <a:cubicBezTo>
                    <a:pt x="6545" y="192"/>
                    <a:pt x="6441" y="229"/>
                    <a:pt x="6339" y="269"/>
                  </a:cubicBezTo>
                  <a:cubicBezTo>
                    <a:pt x="6265" y="306"/>
                    <a:pt x="6286" y="420"/>
                    <a:pt x="6370" y="423"/>
                  </a:cubicBezTo>
                  <a:lnTo>
                    <a:pt x="6373" y="423"/>
                  </a:lnTo>
                  <a:cubicBezTo>
                    <a:pt x="6382" y="423"/>
                    <a:pt x="6391" y="423"/>
                    <a:pt x="6401" y="420"/>
                  </a:cubicBezTo>
                  <a:cubicBezTo>
                    <a:pt x="6499" y="380"/>
                    <a:pt x="6598" y="346"/>
                    <a:pt x="6700" y="315"/>
                  </a:cubicBezTo>
                  <a:cubicBezTo>
                    <a:pt x="6785" y="278"/>
                    <a:pt x="6755" y="159"/>
                    <a:pt x="6671" y="159"/>
                  </a:cubicBezTo>
                  <a:close/>
                  <a:moveTo>
                    <a:pt x="3515" y="195"/>
                  </a:moveTo>
                  <a:cubicBezTo>
                    <a:pt x="3426" y="195"/>
                    <a:pt x="3405" y="341"/>
                    <a:pt x="3507" y="355"/>
                  </a:cubicBezTo>
                  <a:cubicBezTo>
                    <a:pt x="3609" y="377"/>
                    <a:pt x="3711" y="405"/>
                    <a:pt x="3807" y="438"/>
                  </a:cubicBezTo>
                  <a:cubicBezTo>
                    <a:pt x="3816" y="442"/>
                    <a:pt x="3825" y="445"/>
                    <a:pt x="3834" y="445"/>
                  </a:cubicBezTo>
                  <a:cubicBezTo>
                    <a:pt x="3927" y="442"/>
                    <a:pt x="3949" y="318"/>
                    <a:pt x="3862" y="287"/>
                  </a:cubicBezTo>
                  <a:cubicBezTo>
                    <a:pt x="3757" y="247"/>
                    <a:pt x="3649" y="219"/>
                    <a:pt x="3538" y="198"/>
                  </a:cubicBezTo>
                  <a:cubicBezTo>
                    <a:pt x="3530" y="196"/>
                    <a:pt x="3522" y="195"/>
                    <a:pt x="3515" y="195"/>
                  </a:cubicBezTo>
                  <a:close/>
                  <a:moveTo>
                    <a:pt x="2566" y="217"/>
                  </a:moveTo>
                  <a:cubicBezTo>
                    <a:pt x="2560" y="217"/>
                    <a:pt x="2553" y="218"/>
                    <a:pt x="2545" y="219"/>
                  </a:cubicBezTo>
                  <a:cubicBezTo>
                    <a:pt x="2434" y="241"/>
                    <a:pt x="2329" y="272"/>
                    <a:pt x="2224" y="306"/>
                  </a:cubicBezTo>
                  <a:cubicBezTo>
                    <a:pt x="2138" y="334"/>
                    <a:pt x="2157" y="463"/>
                    <a:pt x="2249" y="463"/>
                  </a:cubicBezTo>
                  <a:lnTo>
                    <a:pt x="2249" y="460"/>
                  </a:lnTo>
                  <a:cubicBezTo>
                    <a:pt x="2252" y="461"/>
                    <a:pt x="2255" y="461"/>
                    <a:pt x="2258" y="461"/>
                  </a:cubicBezTo>
                  <a:cubicBezTo>
                    <a:pt x="2263" y="461"/>
                    <a:pt x="2268" y="460"/>
                    <a:pt x="2274" y="460"/>
                  </a:cubicBezTo>
                  <a:cubicBezTo>
                    <a:pt x="2372" y="426"/>
                    <a:pt x="2474" y="398"/>
                    <a:pt x="2579" y="377"/>
                  </a:cubicBezTo>
                  <a:cubicBezTo>
                    <a:pt x="2676" y="357"/>
                    <a:pt x="2654" y="217"/>
                    <a:pt x="2566" y="217"/>
                  </a:cubicBezTo>
                  <a:close/>
                  <a:moveTo>
                    <a:pt x="8883" y="251"/>
                  </a:moveTo>
                  <a:cubicBezTo>
                    <a:pt x="8807" y="251"/>
                    <a:pt x="8770" y="367"/>
                    <a:pt x="8853" y="408"/>
                  </a:cubicBezTo>
                  <a:cubicBezTo>
                    <a:pt x="8948" y="451"/>
                    <a:pt x="9041" y="500"/>
                    <a:pt x="9130" y="553"/>
                  </a:cubicBezTo>
                  <a:cubicBezTo>
                    <a:pt x="9142" y="562"/>
                    <a:pt x="9158" y="565"/>
                    <a:pt x="9173" y="565"/>
                  </a:cubicBezTo>
                  <a:cubicBezTo>
                    <a:pt x="9253" y="565"/>
                    <a:pt x="9284" y="457"/>
                    <a:pt x="9213" y="414"/>
                  </a:cubicBezTo>
                  <a:cubicBezTo>
                    <a:pt x="9121" y="355"/>
                    <a:pt x="9022" y="306"/>
                    <a:pt x="8920" y="260"/>
                  </a:cubicBezTo>
                  <a:cubicBezTo>
                    <a:pt x="8907" y="253"/>
                    <a:pt x="8895" y="251"/>
                    <a:pt x="8883" y="251"/>
                  </a:cubicBezTo>
                  <a:close/>
                  <a:moveTo>
                    <a:pt x="6084" y="391"/>
                  </a:moveTo>
                  <a:cubicBezTo>
                    <a:pt x="6070" y="391"/>
                    <a:pt x="6055" y="395"/>
                    <a:pt x="6040" y="405"/>
                  </a:cubicBezTo>
                  <a:cubicBezTo>
                    <a:pt x="5944" y="454"/>
                    <a:pt x="5845" y="506"/>
                    <a:pt x="5753" y="565"/>
                  </a:cubicBezTo>
                  <a:cubicBezTo>
                    <a:pt x="5716" y="590"/>
                    <a:pt x="5703" y="639"/>
                    <a:pt x="5728" y="676"/>
                  </a:cubicBezTo>
                  <a:cubicBezTo>
                    <a:pt x="5740" y="701"/>
                    <a:pt x="5768" y="716"/>
                    <a:pt x="5796" y="716"/>
                  </a:cubicBezTo>
                  <a:cubicBezTo>
                    <a:pt x="5811" y="713"/>
                    <a:pt x="5827" y="710"/>
                    <a:pt x="5839" y="701"/>
                  </a:cubicBezTo>
                  <a:cubicBezTo>
                    <a:pt x="5929" y="648"/>
                    <a:pt x="6021" y="596"/>
                    <a:pt x="6114" y="546"/>
                  </a:cubicBezTo>
                  <a:cubicBezTo>
                    <a:pt x="6202" y="507"/>
                    <a:pt x="6159" y="391"/>
                    <a:pt x="6084" y="391"/>
                  </a:cubicBezTo>
                  <a:close/>
                  <a:moveTo>
                    <a:pt x="1943" y="415"/>
                  </a:moveTo>
                  <a:cubicBezTo>
                    <a:pt x="1934" y="415"/>
                    <a:pt x="1923" y="416"/>
                    <a:pt x="1913" y="420"/>
                  </a:cubicBezTo>
                  <a:cubicBezTo>
                    <a:pt x="1817" y="463"/>
                    <a:pt x="1715" y="509"/>
                    <a:pt x="1617" y="562"/>
                  </a:cubicBezTo>
                  <a:cubicBezTo>
                    <a:pt x="1538" y="598"/>
                    <a:pt x="1564" y="716"/>
                    <a:pt x="1650" y="716"/>
                  </a:cubicBezTo>
                  <a:cubicBezTo>
                    <a:pt x="1652" y="716"/>
                    <a:pt x="1653" y="716"/>
                    <a:pt x="1654" y="716"/>
                  </a:cubicBezTo>
                  <a:lnTo>
                    <a:pt x="1654" y="713"/>
                  </a:lnTo>
                  <a:cubicBezTo>
                    <a:pt x="1666" y="713"/>
                    <a:pt x="1678" y="710"/>
                    <a:pt x="1691" y="704"/>
                  </a:cubicBezTo>
                  <a:cubicBezTo>
                    <a:pt x="1783" y="654"/>
                    <a:pt x="1882" y="608"/>
                    <a:pt x="1978" y="568"/>
                  </a:cubicBezTo>
                  <a:cubicBezTo>
                    <a:pt x="2060" y="529"/>
                    <a:pt x="2022" y="415"/>
                    <a:pt x="1943" y="415"/>
                  </a:cubicBezTo>
                  <a:close/>
                  <a:moveTo>
                    <a:pt x="4135" y="415"/>
                  </a:moveTo>
                  <a:cubicBezTo>
                    <a:pt x="4063" y="415"/>
                    <a:pt x="4021" y="517"/>
                    <a:pt x="4093" y="565"/>
                  </a:cubicBezTo>
                  <a:lnTo>
                    <a:pt x="4112" y="577"/>
                  </a:lnTo>
                  <a:cubicBezTo>
                    <a:pt x="4198" y="624"/>
                    <a:pt x="4279" y="673"/>
                    <a:pt x="4359" y="731"/>
                  </a:cubicBezTo>
                  <a:cubicBezTo>
                    <a:pt x="4371" y="741"/>
                    <a:pt x="4390" y="747"/>
                    <a:pt x="4405" y="747"/>
                  </a:cubicBezTo>
                  <a:cubicBezTo>
                    <a:pt x="4482" y="747"/>
                    <a:pt x="4516" y="645"/>
                    <a:pt x="4451" y="599"/>
                  </a:cubicBezTo>
                  <a:cubicBezTo>
                    <a:pt x="4368" y="540"/>
                    <a:pt x="4282" y="485"/>
                    <a:pt x="4192" y="435"/>
                  </a:cubicBezTo>
                  <a:lnTo>
                    <a:pt x="4171" y="423"/>
                  </a:lnTo>
                  <a:cubicBezTo>
                    <a:pt x="4158" y="418"/>
                    <a:pt x="4146" y="415"/>
                    <a:pt x="4135" y="415"/>
                  </a:cubicBezTo>
                  <a:close/>
                  <a:moveTo>
                    <a:pt x="9442" y="585"/>
                  </a:moveTo>
                  <a:cubicBezTo>
                    <a:pt x="9376" y="585"/>
                    <a:pt x="9327" y="676"/>
                    <a:pt x="9389" y="728"/>
                  </a:cubicBezTo>
                  <a:cubicBezTo>
                    <a:pt x="9472" y="793"/>
                    <a:pt x="9553" y="864"/>
                    <a:pt x="9627" y="938"/>
                  </a:cubicBezTo>
                  <a:cubicBezTo>
                    <a:pt x="9642" y="950"/>
                    <a:pt x="9664" y="960"/>
                    <a:pt x="9682" y="960"/>
                  </a:cubicBezTo>
                  <a:cubicBezTo>
                    <a:pt x="9704" y="960"/>
                    <a:pt x="9725" y="950"/>
                    <a:pt x="9741" y="938"/>
                  </a:cubicBezTo>
                  <a:cubicBezTo>
                    <a:pt x="9772" y="904"/>
                    <a:pt x="9772" y="852"/>
                    <a:pt x="9741" y="821"/>
                  </a:cubicBezTo>
                  <a:cubicBezTo>
                    <a:pt x="9661" y="744"/>
                    <a:pt x="9577" y="670"/>
                    <a:pt x="9491" y="602"/>
                  </a:cubicBezTo>
                  <a:cubicBezTo>
                    <a:pt x="9475" y="590"/>
                    <a:pt x="9458" y="585"/>
                    <a:pt x="9442" y="585"/>
                  </a:cubicBezTo>
                  <a:close/>
                  <a:moveTo>
                    <a:pt x="1376" y="707"/>
                  </a:moveTo>
                  <a:cubicBezTo>
                    <a:pt x="1361" y="707"/>
                    <a:pt x="1346" y="712"/>
                    <a:pt x="1330" y="722"/>
                  </a:cubicBezTo>
                  <a:cubicBezTo>
                    <a:pt x="1234" y="778"/>
                    <a:pt x="1142" y="839"/>
                    <a:pt x="1055" y="898"/>
                  </a:cubicBezTo>
                  <a:cubicBezTo>
                    <a:pt x="988" y="944"/>
                    <a:pt x="1022" y="1046"/>
                    <a:pt x="1099" y="1046"/>
                  </a:cubicBezTo>
                  <a:lnTo>
                    <a:pt x="1102" y="1046"/>
                  </a:lnTo>
                  <a:cubicBezTo>
                    <a:pt x="1117" y="1046"/>
                    <a:pt x="1129" y="1040"/>
                    <a:pt x="1145" y="1034"/>
                  </a:cubicBezTo>
                  <a:cubicBezTo>
                    <a:pt x="1231" y="975"/>
                    <a:pt x="1321" y="917"/>
                    <a:pt x="1413" y="861"/>
                  </a:cubicBezTo>
                  <a:cubicBezTo>
                    <a:pt x="1495" y="815"/>
                    <a:pt x="1447" y="707"/>
                    <a:pt x="1376" y="707"/>
                  </a:cubicBezTo>
                  <a:close/>
                  <a:moveTo>
                    <a:pt x="5530" y="736"/>
                  </a:moveTo>
                  <a:cubicBezTo>
                    <a:pt x="5513" y="736"/>
                    <a:pt x="5496" y="741"/>
                    <a:pt x="5481" y="753"/>
                  </a:cubicBezTo>
                  <a:cubicBezTo>
                    <a:pt x="5392" y="818"/>
                    <a:pt x="5306" y="889"/>
                    <a:pt x="5225" y="963"/>
                  </a:cubicBezTo>
                  <a:cubicBezTo>
                    <a:pt x="5170" y="1012"/>
                    <a:pt x="5204" y="1105"/>
                    <a:pt x="5278" y="1105"/>
                  </a:cubicBezTo>
                  <a:lnTo>
                    <a:pt x="5278" y="1102"/>
                  </a:lnTo>
                  <a:cubicBezTo>
                    <a:pt x="5299" y="1102"/>
                    <a:pt x="5318" y="1095"/>
                    <a:pt x="5333" y="1083"/>
                  </a:cubicBezTo>
                  <a:cubicBezTo>
                    <a:pt x="5410" y="1012"/>
                    <a:pt x="5494" y="944"/>
                    <a:pt x="5577" y="883"/>
                  </a:cubicBezTo>
                  <a:cubicBezTo>
                    <a:pt x="5614" y="855"/>
                    <a:pt x="5620" y="802"/>
                    <a:pt x="5592" y="768"/>
                  </a:cubicBezTo>
                  <a:cubicBezTo>
                    <a:pt x="5578" y="747"/>
                    <a:pt x="5554" y="736"/>
                    <a:pt x="5530" y="736"/>
                  </a:cubicBezTo>
                  <a:close/>
                  <a:moveTo>
                    <a:pt x="11730" y="966"/>
                  </a:moveTo>
                  <a:cubicBezTo>
                    <a:pt x="11638" y="966"/>
                    <a:pt x="11545" y="972"/>
                    <a:pt x="11453" y="984"/>
                  </a:cubicBezTo>
                  <a:cubicBezTo>
                    <a:pt x="11354" y="997"/>
                    <a:pt x="11360" y="1142"/>
                    <a:pt x="11462" y="1145"/>
                  </a:cubicBezTo>
                  <a:lnTo>
                    <a:pt x="11471" y="1145"/>
                  </a:lnTo>
                  <a:cubicBezTo>
                    <a:pt x="11557" y="1132"/>
                    <a:pt x="11644" y="1129"/>
                    <a:pt x="11730" y="1129"/>
                  </a:cubicBezTo>
                  <a:lnTo>
                    <a:pt x="11783" y="1129"/>
                  </a:lnTo>
                  <a:cubicBezTo>
                    <a:pt x="11826" y="1129"/>
                    <a:pt x="11863" y="1092"/>
                    <a:pt x="11866" y="1049"/>
                  </a:cubicBezTo>
                  <a:cubicBezTo>
                    <a:pt x="11866" y="1006"/>
                    <a:pt x="11829" y="969"/>
                    <a:pt x="11786" y="966"/>
                  </a:cubicBezTo>
                  <a:close/>
                  <a:moveTo>
                    <a:pt x="4653" y="784"/>
                  </a:moveTo>
                  <a:cubicBezTo>
                    <a:pt x="4588" y="784"/>
                    <a:pt x="4533" y="872"/>
                    <a:pt x="4599" y="929"/>
                  </a:cubicBezTo>
                  <a:cubicBezTo>
                    <a:pt x="4676" y="1000"/>
                    <a:pt x="4747" y="1077"/>
                    <a:pt x="4812" y="1157"/>
                  </a:cubicBezTo>
                  <a:cubicBezTo>
                    <a:pt x="4828" y="1176"/>
                    <a:pt x="4852" y="1188"/>
                    <a:pt x="4877" y="1188"/>
                  </a:cubicBezTo>
                  <a:cubicBezTo>
                    <a:pt x="4945" y="1188"/>
                    <a:pt x="4982" y="1108"/>
                    <a:pt x="4939" y="1055"/>
                  </a:cubicBezTo>
                  <a:cubicBezTo>
                    <a:pt x="4868" y="969"/>
                    <a:pt x="4794" y="886"/>
                    <a:pt x="4710" y="812"/>
                  </a:cubicBezTo>
                  <a:cubicBezTo>
                    <a:pt x="4692" y="792"/>
                    <a:pt x="4672" y="784"/>
                    <a:pt x="4653" y="784"/>
                  </a:cubicBezTo>
                  <a:close/>
                  <a:moveTo>
                    <a:pt x="12104" y="996"/>
                  </a:moveTo>
                  <a:cubicBezTo>
                    <a:pt x="12009" y="996"/>
                    <a:pt x="11991" y="1142"/>
                    <a:pt x="12094" y="1157"/>
                  </a:cubicBezTo>
                  <a:cubicBezTo>
                    <a:pt x="12196" y="1173"/>
                    <a:pt x="12298" y="1194"/>
                    <a:pt x="12399" y="1222"/>
                  </a:cubicBezTo>
                  <a:cubicBezTo>
                    <a:pt x="12406" y="1225"/>
                    <a:pt x="12415" y="1225"/>
                    <a:pt x="12421" y="1225"/>
                  </a:cubicBezTo>
                  <a:cubicBezTo>
                    <a:pt x="12514" y="1225"/>
                    <a:pt x="12532" y="1092"/>
                    <a:pt x="12443" y="1068"/>
                  </a:cubicBezTo>
                  <a:cubicBezTo>
                    <a:pt x="12335" y="1037"/>
                    <a:pt x="12227" y="1015"/>
                    <a:pt x="12119" y="997"/>
                  </a:cubicBezTo>
                  <a:cubicBezTo>
                    <a:pt x="12114" y="996"/>
                    <a:pt x="12109" y="996"/>
                    <a:pt x="12104" y="996"/>
                  </a:cubicBezTo>
                  <a:close/>
                  <a:moveTo>
                    <a:pt x="11144" y="1043"/>
                  </a:moveTo>
                  <a:cubicBezTo>
                    <a:pt x="11137" y="1043"/>
                    <a:pt x="11130" y="1044"/>
                    <a:pt x="11123" y="1046"/>
                  </a:cubicBezTo>
                  <a:cubicBezTo>
                    <a:pt x="11015" y="1074"/>
                    <a:pt x="10910" y="1111"/>
                    <a:pt x="10805" y="1151"/>
                  </a:cubicBezTo>
                  <a:cubicBezTo>
                    <a:pt x="10728" y="1188"/>
                    <a:pt x="10752" y="1302"/>
                    <a:pt x="10839" y="1305"/>
                  </a:cubicBezTo>
                  <a:cubicBezTo>
                    <a:pt x="10842" y="1306"/>
                    <a:pt x="10844" y="1306"/>
                    <a:pt x="10847" y="1306"/>
                  </a:cubicBezTo>
                  <a:cubicBezTo>
                    <a:pt x="10853" y="1306"/>
                    <a:pt x="10860" y="1304"/>
                    <a:pt x="10867" y="1302"/>
                  </a:cubicBezTo>
                  <a:cubicBezTo>
                    <a:pt x="10965" y="1262"/>
                    <a:pt x="11064" y="1228"/>
                    <a:pt x="11163" y="1203"/>
                  </a:cubicBezTo>
                  <a:cubicBezTo>
                    <a:pt x="11257" y="1175"/>
                    <a:pt x="11230" y="1043"/>
                    <a:pt x="11144" y="1043"/>
                  </a:cubicBezTo>
                  <a:close/>
                  <a:moveTo>
                    <a:pt x="839" y="1069"/>
                  </a:moveTo>
                  <a:cubicBezTo>
                    <a:pt x="822" y="1069"/>
                    <a:pt x="804" y="1075"/>
                    <a:pt x="787" y="1089"/>
                  </a:cubicBezTo>
                  <a:cubicBezTo>
                    <a:pt x="695" y="1160"/>
                    <a:pt x="608" y="1228"/>
                    <a:pt x="531" y="1296"/>
                  </a:cubicBezTo>
                  <a:cubicBezTo>
                    <a:pt x="473" y="1342"/>
                    <a:pt x="506" y="1438"/>
                    <a:pt x="584" y="1438"/>
                  </a:cubicBezTo>
                  <a:cubicBezTo>
                    <a:pt x="602" y="1438"/>
                    <a:pt x="621" y="1429"/>
                    <a:pt x="633" y="1419"/>
                  </a:cubicBezTo>
                  <a:cubicBezTo>
                    <a:pt x="710" y="1354"/>
                    <a:pt x="793" y="1287"/>
                    <a:pt x="883" y="1219"/>
                  </a:cubicBezTo>
                  <a:cubicBezTo>
                    <a:pt x="959" y="1167"/>
                    <a:pt x="907" y="1069"/>
                    <a:pt x="839" y="1069"/>
                  </a:cubicBezTo>
                  <a:close/>
                  <a:moveTo>
                    <a:pt x="12729" y="1168"/>
                  </a:moveTo>
                  <a:cubicBezTo>
                    <a:pt x="12649" y="1168"/>
                    <a:pt x="12612" y="1285"/>
                    <a:pt x="12696" y="1324"/>
                  </a:cubicBezTo>
                  <a:cubicBezTo>
                    <a:pt x="12791" y="1361"/>
                    <a:pt x="12890" y="1404"/>
                    <a:pt x="12985" y="1453"/>
                  </a:cubicBezTo>
                  <a:cubicBezTo>
                    <a:pt x="12995" y="1459"/>
                    <a:pt x="13010" y="1462"/>
                    <a:pt x="13022" y="1462"/>
                  </a:cubicBezTo>
                  <a:cubicBezTo>
                    <a:pt x="13024" y="1462"/>
                    <a:pt x="13025" y="1463"/>
                    <a:pt x="13026" y="1463"/>
                  </a:cubicBezTo>
                  <a:cubicBezTo>
                    <a:pt x="13110" y="1463"/>
                    <a:pt x="13136" y="1345"/>
                    <a:pt x="13056" y="1308"/>
                  </a:cubicBezTo>
                  <a:cubicBezTo>
                    <a:pt x="12958" y="1259"/>
                    <a:pt x="12856" y="1213"/>
                    <a:pt x="12757" y="1173"/>
                  </a:cubicBezTo>
                  <a:cubicBezTo>
                    <a:pt x="12748" y="1169"/>
                    <a:pt x="12738" y="1168"/>
                    <a:pt x="12729" y="1168"/>
                  </a:cubicBezTo>
                  <a:close/>
                  <a:moveTo>
                    <a:pt x="9902" y="1038"/>
                  </a:moveTo>
                  <a:cubicBezTo>
                    <a:pt x="9842" y="1038"/>
                    <a:pt x="9786" y="1108"/>
                    <a:pt x="9836" y="1169"/>
                  </a:cubicBezTo>
                  <a:cubicBezTo>
                    <a:pt x="9901" y="1253"/>
                    <a:pt x="9960" y="1336"/>
                    <a:pt x="10015" y="1425"/>
                  </a:cubicBezTo>
                  <a:cubicBezTo>
                    <a:pt x="10028" y="1450"/>
                    <a:pt x="10055" y="1466"/>
                    <a:pt x="10083" y="1466"/>
                  </a:cubicBezTo>
                  <a:cubicBezTo>
                    <a:pt x="10099" y="1466"/>
                    <a:pt x="10111" y="1462"/>
                    <a:pt x="10126" y="1453"/>
                  </a:cubicBezTo>
                  <a:cubicBezTo>
                    <a:pt x="10163" y="1432"/>
                    <a:pt x="10176" y="1382"/>
                    <a:pt x="10154" y="1342"/>
                  </a:cubicBezTo>
                  <a:cubicBezTo>
                    <a:pt x="10095" y="1247"/>
                    <a:pt x="10031" y="1157"/>
                    <a:pt x="9963" y="1068"/>
                  </a:cubicBezTo>
                  <a:cubicBezTo>
                    <a:pt x="9945" y="1047"/>
                    <a:pt x="9923" y="1038"/>
                    <a:pt x="9902" y="1038"/>
                  </a:cubicBezTo>
                  <a:close/>
                  <a:moveTo>
                    <a:pt x="5050" y="1167"/>
                  </a:moveTo>
                  <a:cubicBezTo>
                    <a:pt x="5027" y="1167"/>
                    <a:pt x="5004" y="1176"/>
                    <a:pt x="4988" y="1194"/>
                  </a:cubicBezTo>
                  <a:cubicBezTo>
                    <a:pt x="4914" y="1277"/>
                    <a:pt x="4843" y="1364"/>
                    <a:pt x="4781" y="1453"/>
                  </a:cubicBezTo>
                  <a:cubicBezTo>
                    <a:pt x="4739" y="1518"/>
                    <a:pt x="4793" y="1582"/>
                    <a:pt x="4850" y="1582"/>
                  </a:cubicBezTo>
                  <a:cubicBezTo>
                    <a:pt x="4873" y="1582"/>
                    <a:pt x="4896" y="1572"/>
                    <a:pt x="4914" y="1549"/>
                  </a:cubicBezTo>
                  <a:cubicBezTo>
                    <a:pt x="4939" y="1509"/>
                    <a:pt x="4969" y="1472"/>
                    <a:pt x="5000" y="1432"/>
                  </a:cubicBezTo>
                  <a:cubicBezTo>
                    <a:pt x="5047" y="1515"/>
                    <a:pt x="5090" y="1601"/>
                    <a:pt x="5127" y="1691"/>
                  </a:cubicBezTo>
                  <a:cubicBezTo>
                    <a:pt x="5136" y="1722"/>
                    <a:pt x="5167" y="1743"/>
                    <a:pt x="5201" y="1743"/>
                  </a:cubicBezTo>
                  <a:cubicBezTo>
                    <a:pt x="5259" y="1743"/>
                    <a:pt x="5296" y="1685"/>
                    <a:pt x="5278" y="1632"/>
                  </a:cubicBezTo>
                  <a:cubicBezTo>
                    <a:pt x="5235" y="1527"/>
                    <a:pt x="5185" y="1425"/>
                    <a:pt x="5130" y="1330"/>
                  </a:cubicBezTo>
                  <a:cubicBezTo>
                    <a:pt x="5124" y="1321"/>
                    <a:pt x="5117" y="1314"/>
                    <a:pt x="5108" y="1305"/>
                  </a:cubicBezTo>
                  <a:lnTo>
                    <a:pt x="5111" y="1305"/>
                  </a:lnTo>
                  <a:cubicBezTo>
                    <a:pt x="5142" y="1271"/>
                    <a:pt x="5139" y="1219"/>
                    <a:pt x="5105" y="1188"/>
                  </a:cubicBezTo>
                  <a:cubicBezTo>
                    <a:pt x="5089" y="1174"/>
                    <a:pt x="5070" y="1167"/>
                    <a:pt x="5050" y="1167"/>
                  </a:cubicBezTo>
                  <a:close/>
                  <a:moveTo>
                    <a:pt x="13293" y="1466"/>
                  </a:moveTo>
                  <a:cubicBezTo>
                    <a:pt x="13224" y="1466"/>
                    <a:pt x="13171" y="1562"/>
                    <a:pt x="13245" y="1614"/>
                  </a:cubicBezTo>
                  <a:cubicBezTo>
                    <a:pt x="13325" y="1678"/>
                    <a:pt x="13399" y="1749"/>
                    <a:pt x="13464" y="1826"/>
                  </a:cubicBezTo>
                  <a:cubicBezTo>
                    <a:pt x="13479" y="1848"/>
                    <a:pt x="13501" y="1857"/>
                    <a:pt x="13525" y="1857"/>
                  </a:cubicBezTo>
                  <a:cubicBezTo>
                    <a:pt x="13593" y="1857"/>
                    <a:pt x="13630" y="1780"/>
                    <a:pt x="13587" y="1725"/>
                  </a:cubicBezTo>
                  <a:cubicBezTo>
                    <a:pt x="13516" y="1638"/>
                    <a:pt x="13436" y="1558"/>
                    <a:pt x="13346" y="1487"/>
                  </a:cubicBezTo>
                  <a:cubicBezTo>
                    <a:pt x="13329" y="1472"/>
                    <a:pt x="13310" y="1466"/>
                    <a:pt x="13293" y="1466"/>
                  </a:cubicBezTo>
                  <a:close/>
                  <a:moveTo>
                    <a:pt x="341" y="1488"/>
                  </a:moveTo>
                  <a:cubicBezTo>
                    <a:pt x="322" y="1488"/>
                    <a:pt x="302" y="1495"/>
                    <a:pt x="284" y="1512"/>
                  </a:cubicBezTo>
                  <a:cubicBezTo>
                    <a:pt x="136" y="1648"/>
                    <a:pt x="53" y="1737"/>
                    <a:pt x="50" y="1743"/>
                  </a:cubicBezTo>
                  <a:cubicBezTo>
                    <a:pt x="1" y="1792"/>
                    <a:pt x="38" y="1879"/>
                    <a:pt x="109" y="1879"/>
                  </a:cubicBezTo>
                  <a:cubicBezTo>
                    <a:pt x="130" y="1879"/>
                    <a:pt x="152" y="1870"/>
                    <a:pt x="167" y="1851"/>
                  </a:cubicBezTo>
                  <a:cubicBezTo>
                    <a:pt x="170" y="1851"/>
                    <a:pt x="250" y="1762"/>
                    <a:pt x="395" y="1629"/>
                  </a:cubicBezTo>
                  <a:cubicBezTo>
                    <a:pt x="458" y="1572"/>
                    <a:pt x="405" y="1488"/>
                    <a:pt x="341" y="1488"/>
                  </a:cubicBezTo>
                  <a:close/>
                  <a:moveTo>
                    <a:pt x="10551" y="1286"/>
                  </a:moveTo>
                  <a:cubicBezTo>
                    <a:pt x="10538" y="1286"/>
                    <a:pt x="10523" y="1290"/>
                    <a:pt x="10509" y="1299"/>
                  </a:cubicBezTo>
                  <a:cubicBezTo>
                    <a:pt x="10410" y="1354"/>
                    <a:pt x="10318" y="1419"/>
                    <a:pt x="10231" y="1487"/>
                  </a:cubicBezTo>
                  <a:cubicBezTo>
                    <a:pt x="10197" y="1512"/>
                    <a:pt x="10191" y="1558"/>
                    <a:pt x="10213" y="1595"/>
                  </a:cubicBezTo>
                  <a:cubicBezTo>
                    <a:pt x="10210" y="1595"/>
                    <a:pt x="10203" y="1595"/>
                    <a:pt x="10200" y="1598"/>
                  </a:cubicBezTo>
                  <a:cubicBezTo>
                    <a:pt x="10160" y="1617"/>
                    <a:pt x="10142" y="1663"/>
                    <a:pt x="10157" y="1703"/>
                  </a:cubicBezTo>
                  <a:cubicBezTo>
                    <a:pt x="10197" y="1799"/>
                    <a:pt x="10228" y="1897"/>
                    <a:pt x="10250" y="1996"/>
                  </a:cubicBezTo>
                  <a:cubicBezTo>
                    <a:pt x="10259" y="2033"/>
                    <a:pt x="10290" y="2061"/>
                    <a:pt x="10327" y="2061"/>
                  </a:cubicBezTo>
                  <a:cubicBezTo>
                    <a:pt x="10333" y="2061"/>
                    <a:pt x="10339" y="2061"/>
                    <a:pt x="10345" y="2058"/>
                  </a:cubicBezTo>
                  <a:cubicBezTo>
                    <a:pt x="10388" y="2048"/>
                    <a:pt x="10416" y="2008"/>
                    <a:pt x="10407" y="1962"/>
                  </a:cubicBezTo>
                  <a:cubicBezTo>
                    <a:pt x="10385" y="1851"/>
                    <a:pt x="10351" y="1743"/>
                    <a:pt x="10305" y="1641"/>
                  </a:cubicBezTo>
                  <a:cubicBezTo>
                    <a:pt x="10305" y="1635"/>
                    <a:pt x="10302" y="1632"/>
                    <a:pt x="10299" y="1629"/>
                  </a:cubicBezTo>
                  <a:cubicBezTo>
                    <a:pt x="10311" y="1626"/>
                    <a:pt x="10321" y="1620"/>
                    <a:pt x="10330" y="1614"/>
                  </a:cubicBezTo>
                  <a:cubicBezTo>
                    <a:pt x="10413" y="1549"/>
                    <a:pt x="10500" y="1490"/>
                    <a:pt x="10589" y="1438"/>
                  </a:cubicBezTo>
                  <a:cubicBezTo>
                    <a:pt x="10667" y="1394"/>
                    <a:pt x="10622" y="1286"/>
                    <a:pt x="10551" y="1286"/>
                  </a:cubicBezTo>
                  <a:close/>
                  <a:moveTo>
                    <a:pt x="10039" y="1684"/>
                  </a:moveTo>
                  <a:cubicBezTo>
                    <a:pt x="10020" y="1684"/>
                    <a:pt x="9999" y="1691"/>
                    <a:pt x="9981" y="1709"/>
                  </a:cubicBezTo>
                  <a:cubicBezTo>
                    <a:pt x="9901" y="1786"/>
                    <a:pt x="9827" y="1873"/>
                    <a:pt x="9762" y="1962"/>
                  </a:cubicBezTo>
                  <a:cubicBezTo>
                    <a:pt x="9722" y="2015"/>
                    <a:pt x="9759" y="2092"/>
                    <a:pt x="9827" y="2092"/>
                  </a:cubicBezTo>
                  <a:cubicBezTo>
                    <a:pt x="9852" y="2092"/>
                    <a:pt x="9877" y="2079"/>
                    <a:pt x="9892" y="2061"/>
                  </a:cubicBezTo>
                  <a:cubicBezTo>
                    <a:pt x="9954" y="1978"/>
                    <a:pt x="10021" y="1897"/>
                    <a:pt x="10095" y="1823"/>
                  </a:cubicBezTo>
                  <a:cubicBezTo>
                    <a:pt x="10155" y="1764"/>
                    <a:pt x="10101" y="1684"/>
                    <a:pt x="10039" y="1684"/>
                  </a:cubicBezTo>
                  <a:close/>
                  <a:moveTo>
                    <a:pt x="4679" y="1694"/>
                  </a:moveTo>
                  <a:cubicBezTo>
                    <a:pt x="4651" y="1694"/>
                    <a:pt x="4623" y="1709"/>
                    <a:pt x="4609" y="1743"/>
                  </a:cubicBezTo>
                  <a:cubicBezTo>
                    <a:pt x="4556" y="1845"/>
                    <a:pt x="4516" y="1953"/>
                    <a:pt x="4488" y="2064"/>
                  </a:cubicBezTo>
                  <a:cubicBezTo>
                    <a:pt x="4479" y="2107"/>
                    <a:pt x="4507" y="2150"/>
                    <a:pt x="4550" y="2163"/>
                  </a:cubicBezTo>
                  <a:lnTo>
                    <a:pt x="4572" y="2163"/>
                  </a:lnTo>
                  <a:cubicBezTo>
                    <a:pt x="4605" y="2163"/>
                    <a:pt x="4639" y="2138"/>
                    <a:pt x="4649" y="2101"/>
                  </a:cubicBezTo>
                  <a:cubicBezTo>
                    <a:pt x="4670" y="2002"/>
                    <a:pt x="4707" y="1907"/>
                    <a:pt x="4754" y="1817"/>
                  </a:cubicBezTo>
                  <a:cubicBezTo>
                    <a:pt x="4790" y="1750"/>
                    <a:pt x="4734" y="1694"/>
                    <a:pt x="4679" y="1694"/>
                  </a:cubicBezTo>
                  <a:close/>
                  <a:moveTo>
                    <a:pt x="5295" y="1885"/>
                  </a:moveTo>
                  <a:cubicBezTo>
                    <a:pt x="5247" y="1885"/>
                    <a:pt x="5199" y="1923"/>
                    <a:pt x="5216" y="1987"/>
                  </a:cubicBezTo>
                  <a:cubicBezTo>
                    <a:pt x="5232" y="2076"/>
                    <a:pt x="5241" y="2166"/>
                    <a:pt x="5244" y="2258"/>
                  </a:cubicBezTo>
                  <a:lnTo>
                    <a:pt x="5244" y="2292"/>
                  </a:lnTo>
                  <a:cubicBezTo>
                    <a:pt x="5241" y="2335"/>
                    <a:pt x="5275" y="2372"/>
                    <a:pt x="5321" y="2375"/>
                  </a:cubicBezTo>
                  <a:lnTo>
                    <a:pt x="5324" y="2375"/>
                  </a:lnTo>
                  <a:cubicBezTo>
                    <a:pt x="5367" y="2375"/>
                    <a:pt x="5404" y="2338"/>
                    <a:pt x="5404" y="2295"/>
                  </a:cubicBezTo>
                  <a:lnTo>
                    <a:pt x="5404" y="2258"/>
                  </a:lnTo>
                  <a:cubicBezTo>
                    <a:pt x="5404" y="2156"/>
                    <a:pt x="5392" y="2055"/>
                    <a:pt x="5373" y="1956"/>
                  </a:cubicBezTo>
                  <a:cubicBezTo>
                    <a:pt x="5367" y="1907"/>
                    <a:pt x="5331" y="1885"/>
                    <a:pt x="5295" y="1885"/>
                  </a:cubicBezTo>
                  <a:close/>
                  <a:moveTo>
                    <a:pt x="13704" y="1964"/>
                  </a:moveTo>
                  <a:cubicBezTo>
                    <a:pt x="13649" y="1964"/>
                    <a:pt x="13593" y="2021"/>
                    <a:pt x="13630" y="2085"/>
                  </a:cubicBezTo>
                  <a:cubicBezTo>
                    <a:pt x="13676" y="2178"/>
                    <a:pt x="13716" y="2274"/>
                    <a:pt x="13744" y="2372"/>
                  </a:cubicBezTo>
                  <a:cubicBezTo>
                    <a:pt x="13757" y="2406"/>
                    <a:pt x="13787" y="2431"/>
                    <a:pt x="13821" y="2431"/>
                  </a:cubicBezTo>
                  <a:lnTo>
                    <a:pt x="13824" y="2431"/>
                  </a:lnTo>
                  <a:cubicBezTo>
                    <a:pt x="13831" y="2431"/>
                    <a:pt x="13837" y="2428"/>
                    <a:pt x="13846" y="2428"/>
                  </a:cubicBezTo>
                  <a:cubicBezTo>
                    <a:pt x="13889" y="2412"/>
                    <a:pt x="13914" y="2369"/>
                    <a:pt x="13898" y="2326"/>
                  </a:cubicBezTo>
                  <a:cubicBezTo>
                    <a:pt x="13868" y="2218"/>
                    <a:pt x="13824" y="2113"/>
                    <a:pt x="13775" y="2011"/>
                  </a:cubicBezTo>
                  <a:cubicBezTo>
                    <a:pt x="13759" y="1978"/>
                    <a:pt x="13732" y="1964"/>
                    <a:pt x="13704" y="1964"/>
                  </a:cubicBezTo>
                  <a:close/>
                  <a:moveTo>
                    <a:pt x="9654" y="2199"/>
                  </a:moveTo>
                  <a:cubicBezTo>
                    <a:pt x="9626" y="2199"/>
                    <a:pt x="9598" y="2214"/>
                    <a:pt x="9583" y="2249"/>
                  </a:cubicBezTo>
                  <a:cubicBezTo>
                    <a:pt x="9528" y="2354"/>
                    <a:pt x="9491" y="2465"/>
                    <a:pt x="9472" y="2582"/>
                  </a:cubicBezTo>
                  <a:cubicBezTo>
                    <a:pt x="9466" y="2625"/>
                    <a:pt x="9500" y="2665"/>
                    <a:pt x="9543" y="2671"/>
                  </a:cubicBezTo>
                  <a:lnTo>
                    <a:pt x="9553" y="2671"/>
                  </a:lnTo>
                  <a:cubicBezTo>
                    <a:pt x="9593" y="2671"/>
                    <a:pt x="9627" y="2641"/>
                    <a:pt x="9633" y="2601"/>
                  </a:cubicBezTo>
                  <a:cubicBezTo>
                    <a:pt x="9648" y="2502"/>
                    <a:pt x="9682" y="2409"/>
                    <a:pt x="9728" y="2323"/>
                  </a:cubicBezTo>
                  <a:cubicBezTo>
                    <a:pt x="9767" y="2256"/>
                    <a:pt x="9710" y="2199"/>
                    <a:pt x="9654" y="2199"/>
                  </a:cubicBezTo>
                  <a:close/>
                  <a:moveTo>
                    <a:pt x="10352" y="2221"/>
                  </a:moveTo>
                  <a:cubicBezTo>
                    <a:pt x="10311" y="2221"/>
                    <a:pt x="10277" y="2254"/>
                    <a:pt x="10271" y="2295"/>
                  </a:cubicBezTo>
                  <a:cubicBezTo>
                    <a:pt x="10265" y="2391"/>
                    <a:pt x="10237" y="2483"/>
                    <a:pt x="10188" y="2564"/>
                  </a:cubicBezTo>
                  <a:cubicBezTo>
                    <a:pt x="10163" y="2601"/>
                    <a:pt x="10173" y="2650"/>
                    <a:pt x="10210" y="2675"/>
                  </a:cubicBezTo>
                  <a:cubicBezTo>
                    <a:pt x="10225" y="2684"/>
                    <a:pt x="10240" y="2687"/>
                    <a:pt x="10256" y="2687"/>
                  </a:cubicBezTo>
                  <a:cubicBezTo>
                    <a:pt x="10281" y="2687"/>
                    <a:pt x="10308" y="2675"/>
                    <a:pt x="10324" y="2653"/>
                  </a:cubicBezTo>
                  <a:cubicBezTo>
                    <a:pt x="10388" y="2548"/>
                    <a:pt x="10426" y="2431"/>
                    <a:pt x="10432" y="2311"/>
                  </a:cubicBezTo>
                  <a:cubicBezTo>
                    <a:pt x="10435" y="2264"/>
                    <a:pt x="10404" y="2224"/>
                    <a:pt x="10358" y="2221"/>
                  </a:cubicBezTo>
                  <a:cubicBezTo>
                    <a:pt x="10356" y="2221"/>
                    <a:pt x="10354" y="2221"/>
                    <a:pt x="10352" y="2221"/>
                  </a:cubicBezTo>
                  <a:close/>
                  <a:moveTo>
                    <a:pt x="4557" y="2323"/>
                  </a:moveTo>
                  <a:cubicBezTo>
                    <a:pt x="4511" y="2323"/>
                    <a:pt x="4464" y="2359"/>
                    <a:pt x="4476" y="2419"/>
                  </a:cubicBezTo>
                  <a:cubicBezTo>
                    <a:pt x="4498" y="2545"/>
                    <a:pt x="4565" y="2659"/>
                    <a:pt x="4664" y="2739"/>
                  </a:cubicBezTo>
                  <a:cubicBezTo>
                    <a:pt x="4679" y="2752"/>
                    <a:pt x="4698" y="2758"/>
                    <a:pt x="4716" y="2758"/>
                  </a:cubicBezTo>
                  <a:cubicBezTo>
                    <a:pt x="4791" y="2758"/>
                    <a:pt x="4824" y="2662"/>
                    <a:pt x="4766" y="2613"/>
                  </a:cubicBezTo>
                  <a:cubicBezTo>
                    <a:pt x="4698" y="2557"/>
                    <a:pt x="4652" y="2477"/>
                    <a:pt x="4633" y="2388"/>
                  </a:cubicBezTo>
                  <a:cubicBezTo>
                    <a:pt x="4625" y="2343"/>
                    <a:pt x="4591" y="2323"/>
                    <a:pt x="4557" y="2323"/>
                  </a:cubicBezTo>
                  <a:close/>
                  <a:moveTo>
                    <a:pt x="5254" y="2525"/>
                  </a:moveTo>
                  <a:cubicBezTo>
                    <a:pt x="5227" y="2525"/>
                    <a:pt x="5199" y="2539"/>
                    <a:pt x="5182" y="2573"/>
                  </a:cubicBezTo>
                  <a:cubicBezTo>
                    <a:pt x="5139" y="2662"/>
                    <a:pt x="5080" y="2708"/>
                    <a:pt x="5006" y="2712"/>
                  </a:cubicBezTo>
                  <a:cubicBezTo>
                    <a:pt x="4899" y="2712"/>
                    <a:pt x="4905" y="2872"/>
                    <a:pt x="5010" y="2872"/>
                  </a:cubicBezTo>
                  <a:cubicBezTo>
                    <a:pt x="5011" y="2872"/>
                    <a:pt x="5012" y="2872"/>
                    <a:pt x="5013" y="2872"/>
                  </a:cubicBezTo>
                  <a:lnTo>
                    <a:pt x="5016" y="2875"/>
                  </a:lnTo>
                  <a:cubicBezTo>
                    <a:pt x="5148" y="2866"/>
                    <a:pt x="5259" y="2786"/>
                    <a:pt x="5330" y="2644"/>
                  </a:cubicBezTo>
                  <a:cubicBezTo>
                    <a:pt x="5361" y="2578"/>
                    <a:pt x="5308" y="2525"/>
                    <a:pt x="5254" y="2525"/>
                  </a:cubicBezTo>
                  <a:close/>
                  <a:moveTo>
                    <a:pt x="10003" y="2726"/>
                  </a:moveTo>
                  <a:cubicBezTo>
                    <a:pt x="9995" y="2726"/>
                    <a:pt x="9987" y="2728"/>
                    <a:pt x="9978" y="2730"/>
                  </a:cubicBezTo>
                  <a:cubicBezTo>
                    <a:pt x="9898" y="2758"/>
                    <a:pt x="9815" y="2770"/>
                    <a:pt x="9732" y="2770"/>
                  </a:cubicBezTo>
                  <a:cubicBezTo>
                    <a:pt x="9722" y="2770"/>
                    <a:pt x="9713" y="2767"/>
                    <a:pt x="9704" y="2767"/>
                  </a:cubicBezTo>
                  <a:cubicBezTo>
                    <a:pt x="9697" y="2766"/>
                    <a:pt x="9691" y="2765"/>
                    <a:pt x="9684" y="2765"/>
                  </a:cubicBezTo>
                  <a:cubicBezTo>
                    <a:pt x="9593" y="2765"/>
                    <a:pt x="9575" y="2907"/>
                    <a:pt x="9673" y="2924"/>
                  </a:cubicBezTo>
                  <a:cubicBezTo>
                    <a:pt x="9691" y="2927"/>
                    <a:pt x="9713" y="2931"/>
                    <a:pt x="9732" y="2931"/>
                  </a:cubicBezTo>
                  <a:cubicBezTo>
                    <a:pt x="9739" y="2931"/>
                    <a:pt x="9747" y="2931"/>
                    <a:pt x="9754" y="2931"/>
                  </a:cubicBezTo>
                  <a:cubicBezTo>
                    <a:pt x="9851" y="2931"/>
                    <a:pt x="9945" y="2913"/>
                    <a:pt x="10034" y="2881"/>
                  </a:cubicBezTo>
                  <a:cubicBezTo>
                    <a:pt x="10118" y="2842"/>
                    <a:pt x="10082" y="2726"/>
                    <a:pt x="10003" y="2726"/>
                  </a:cubicBezTo>
                  <a:close/>
                  <a:moveTo>
                    <a:pt x="13896" y="2583"/>
                  </a:moveTo>
                  <a:cubicBezTo>
                    <a:pt x="13851" y="2583"/>
                    <a:pt x="13805" y="2617"/>
                    <a:pt x="13815" y="2678"/>
                  </a:cubicBezTo>
                  <a:cubicBezTo>
                    <a:pt x="13831" y="2779"/>
                    <a:pt x="13843" y="2884"/>
                    <a:pt x="13846" y="2989"/>
                  </a:cubicBezTo>
                  <a:cubicBezTo>
                    <a:pt x="13849" y="3032"/>
                    <a:pt x="13883" y="3066"/>
                    <a:pt x="13926" y="3066"/>
                  </a:cubicBezTo>
                  <a:lnTo>
                    <a:pt x="13932" y="3066"/>
                  </a:lnTo>
                  <a:cubicBezTo>
                    <a:pt x="13976" y="3063"/>
                    <a:pt x="14009" y="3026"/>
                    <a:pt x="14009" y="2983"/>
                  </a:cubicBezTo>
                  <a:cubicBezTo>
                    <a:pt x="14003" y="2872"/>
                    <a:pt x="13991" y="2761"/>
                    <a:pt x="13976" y="2650"/>
                  </a:cubicBezTo>
                  <a:cubicBezTo>
                    <a:pt x="13967" y="2604"/>
                    <a:pt x="13932" y="2583"/>
                    <a:pt x="13896" y="2583"/>
                  </a:cubicBezTo>
                  <a:close/>
                  <a:moveTo>
                    <a:pt x="13922" y="3229"/>
                  </a:moveTo>
                  <a:cubicBezTo>
                    <a:pt x="13880" y="3229"/>
                    <a:pt x="13846" y="3264"/>
                    <a:pt x="13846" y="3307"/>
                  </a:cubicBezTo>
                  <a:cubicBezTo>
                    <a:pt x="13843" y="3409"/>
                    <a:pt x="13834" y="3513"/>
                    <a:pt x="13821" y="3625"/>
                  </a:cubicBezTo>
                  <a:cubicBezTo>
                    <a:pt x="13818" y="3668"/>
                    <a:pt x="13849" y="3708"/>
                    <a:pt x="13895" y="3714"/>
                  </a:cubicBezTo>
                  <a:lnTo>
                    <a:pt x="13905" y="3714"/>
                  </a:lnTo>
                  <a:cubicBezTo>
                    <a:pt x="13945" y="3711"/>
                    <a:pt x="13979" y="3683"/>
                    <a:pt x="13982" y="3643"/>
                  </a:cubicBezTo>
                  <a:cubicBezTo>
                    <a:pt x="13994" y="3529"/>
                    <a:pt x="14003" y="3418"/>
                    <a:pt x="14009" y="3313"/>
                  </a:cubicBezTo>
                  <a:cubicBezTo>
                    <a:pt x="14009" y="3270"/>
                    <a:pt x="13976" y="3230"/>
                    <a:pt x="13932" y="3230"/>
                  </a:cubicBezTo>
                  <a:cubicBezTo>
                    <a:pt x="13929" y="3229"/>
                    <a:pt x="13926" y="3229"/>
                    <a:pt x="13922" y="3229"/>
                  </a:cubicBezTo>
                  <a:close/>
                  <a:moveTo>
                    <a:pt x="13857" y="3875"/>
                  </a:moveTo>
                  <a:cubicBezTo>
                    <a:pt x="13822" y="3875"/>
                    <a:pt x="13786" y="3896"/>
                    <a:pt x="13778" y="3942"/>
                  </a:cubicBezTo>
                  <a:cubicBezTo>
                    <a:pt x="13760" y="4047"/>
                    <a:pt x="13738" y="4152"/>
                    <a:pt x="13716" y="4254"/>
                  </a:cubicBezTo>
                  <a:cubicBezTo>
                    <a:pt x="13707" y="4297"/>
                    <a:pt x="13735" y="4340"/>
                    <a:pt x="13778" y="4352"/>
                  </a:cubicBezTo>
                  <a:lnTo>
                    <a:pt x="13797" y="4352"/>
                  </a:lnTo>
                  <a:cubicBezTo>
                    <a:pt x="13834" y="4352"/>
                    <a:pt x="13864" y="4325"/>
                    <a:pt x="13874" y="4291"/>
                  </a:cubicBezTo>
                  <a:cubicBezTo>
                    <a:pt x="13898" y="4186"/>
                    <a:pt x="13920" y="4078"/>
                    <a:pt x="13939" y="3967"/>
                  </a:cubicBezTo>
                  <a:cubicBezTo>
                    <a:pt x="13947" y="3908"/>
                    <a:pt x="13902" y="3875"/>
                    <a:pt x="13857" y="3875"/>
                  </a:cubicBezTo>
                  <a:close/>
                  <a:moveTo>
                    <a:pt x="13716" y="4498"/>
                  </a:moveTo>
                  <a:cubicBezTo>
                    <a:pt x="13682" y="4498"/>
                    <a:pt x="13649" y="4518"/>
                    <a:pt x="13639" y="4562"/>
                  </a:cubicBezTo>
                  <a:cubicBezTo>
                    <a:pt x="13612" y="4673"/>
                    <a:pt x="13581" y="4775"/>
                    <a:pt x="13550" y="4871"/>
                  </a:cubicBezTo>
                  <a:cubicBezTo>
                    <a:pt x="13538" y="4914"/>
                    <a:pt x="13562" y="4960"/>
                    <a:pt x="13605" y="4972"/>
                  </a:cubicBezTo>
                  <a:cubicBezTo>
                    <a:pt x="13612" y="4975"/>
                    <a:pt x="13621" y="4975"/>
                    <a:pt x="13627" y="4975"/>
                  </a:cubicBezTo>
                  <a:cubicBezTo>
                    <a:pt x="13664" y="4975"/>
                    <a:pt x="13695" y="4954"/>
                    <a:pt x="13704" y="4920"/>
                  </a:cubicBezTo>
                  <a:cubicBezTo>
                    <a:pt x="13735" y="4821"/>
                    <a:pt x="13766" y="4716"/>
                    <a:pt x="13797" y="4605"/>
                  </a:cubicBezTo>
                  <a:cubicBezTo>
                    <a:pt x="13817" y="4541"/>
                    <a:pt x="13766" y="4498"/>
                    <a:pt x="13716" y="4498"/>
                  </a:cubicBezTo>
                  <a:close/>
                  <a:moveTo>
                    <a:pt x="13524" y="5121"/>
                  </a:moveTo>
                  <a:cubicBezTo>
                    <a:pt x="13493" y="5121"/>
                    <a:pt x="13462" y="5137"/>
                    <a:pt x="13448" y="5176"/>
                  </a:cubicBezTo>
                  <a:cubicBezTo>
                    <a:pt x="13405" y="5305"/>
                    <a:pt x="13365" y="5407"/>
                    <a:pt x="13337" y="5475"/>
                  </a:cubicBezTo>
                  <a:cubicBezTo>
                    <a:pt x="13319" y="5515"/>
                    <a:pt x="13340" y="5565"/>
                    <a:pt x="13380" y="5580"/>
                  </a:cubicBezTo>
                  <a:cubicBezTo>
                    <a:pt x="13390" y="5583"/>
                    <a:pt x="13402" y="5586"/>
                    <a:pt x="13411" y="5586"/>
                  </a:cubicBezTo>
                  <a:cubicBezTo>
                    <a:pt x="13413" y="5586"/>
                    <a:pt x="13415" y="5586"/>
                    <a:pt x="13418" y="5586"/>
                  </a:cubicBezTo>
                  <a:cubicBezTo>
                    <a:pt x="13449" y="5586"/>
                    <a:pt x="13477" y="5566"/>
                    <a:pt x="13488" y="5537"/>
                  </a:cubicBezTo>
                  <a:cubicBezTo>
                    <a:pt x="13516" y="5466"/>
                    <a:pt x="13556" y="5361"/>
                    <a:pt x="13602" y="5228"/>
                  </a:cubicBezTo>
                  <a:cubicBezTo>
                    <a:pt x="13625" y="5165"/>
                    <a:pt x="13575" y="5121"/>
                    <a:pt x="13524" y="512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8"/>
            <p:cNvSpPr/>
            <p:nvPr/>
          </p:nvSpPr>
          <p:spPr>
            <a:xfrm>
              <a:off x="7334420" y="4858247"/>
              <a:ext cx="881209" cy="198251"/>
            </a:xfrm>
            <a:custGeom>
              <a:avLst/>
              <a:gdLst/>
              <a:ahLst/>
              <a:cxnLst/>
              <a:rect l="l" t="t" r="r" b="b"/>
              <a:pathLst>
                <a:path w="13837" h="3113" extrusionOk="0">
                  <a:moveTo>
                    <a:pt x="568" y="109"/>
                  </a:moveTo>
                  <a:cubicBezTo>
                    <a:pt x="554" y="109"/>
                    <a:pt x="539" y="114"/>
                    <a:pt x="524" y="124"/>
                  </a:cubicBezTo>
                  <a:cubicBezTo>
                    <a:pt x="484" y="148"/>
                    <a:pt x="447" y="176"/>
                    <a:pt x="410" y="207"/>
                  </a:cubicBezTo>
                  <a:cubicBezTo>
                    <a:pt x="355" y="256"/>
                    <a:pt x="392" y="349"/>
                    <a:pt x="466" y="349"/>
                  </a:cubicBezTo>
                  <a:lnTo>
                    <a:pt x="463" y="343"/>
                  </a:lnTo>
                  <a:lnTo>
                    <a:pt x="463" y="343"/>
                  </a:lnTo>
                  <a:cubicBezTo>
                    <a:pt x="466" y="343"/>
                    <a:pt x="470" y="343"/>
                    <a:pt x="473" y="343"/>
                  </a:cubicBezTo>
                  <a:cubicBezTo>
                    <a:pt x="491" y="343"/>
                    <a:pt x="505" y="337"/>
                    <a:pt x="518" y="327"/>
                  </a:cubicBezTo>
                  <a:cubicBezTo>
                    <a:pt x="546" y="303"/>
                    <a:pt x="577" y="281"/>
                    <a:pt x="608" y="259"/>
                  </a:cubicBezTo>
                  <a:cubicBezTo>
                    <a:pt x="685" y="213"/>
                    <a:pt x="638" y="109"/>
                    <a:pt x="568" y="109"/>
                  </a:cubicBezTo>
                  <a:close/>
                  <a:moveTo>
                    <a:pt x="9160" y="0"/>
                  </a:moveTo>
                  <a:cubicBezTo>
                    <a:pt x="9012" y="0"/>
                    <a:pt x="8907" y="96"/>
                    <a:pt x="8867" y="265"/>
                  </a:cubicBezTo>
                  <a:cubicBezTo>
                    <a:pt x="8858" y="309"/>
                    <a:pt x="8886" y="352"/>
                    <a:pt x="8929" y="361"/>
                  </a:cubicBezTo>
                  <a:lnTo>
                    <a:pt x="8948" y="361"/>
                  </a:lnTo>
                  <a:lnTo>
                    <a:pt x="8948" y="355"/>
                  </a:lnTo>
                  <a:cubicBezTo>
                    <a:pt x="8949" y="355"/>
                    <a:pt x="8951" y="355"/>
                    <a:pt x="8953" y="355"/>
                  </a:cubicBezTo>
                  <a:cubicBezTo>
                    <a:pt x="8985" y="355"/>
                    <a:pt x="9016" y="331"/>
                    <a:pt x="9025" y="299"/>
                  </a:cubicBezTo>
                  <a:cubicBezTo>
                    <a:pt x="9055" y="164"/>
                    <a:pt x="9136" y="164"/>
                    <a:pt x="9163" y="164"/>
                  </a:cubicBezTo>
                  <a:cubicBezTo>
                    <a:pt x="9207" y="164"/>
                    <a:pt x="9244" y="127"/>
                    <a:pt x="9244" y="80"/>
                  </a:cubicBezTo>
                  <a:cubicBezTo>
                    <a:pt x="9241" y="37"/>
                    <a:pt x="9207" y="0"/>
                    <a:pt x="9160" y="0"/>
                  </a:cubicBezTo>
                  <a:close/>
                  <a:moveTo>
                    <a:pt x="3837" y="138"/>
                  </a:moveTo>
                  <a:cubicBezTo>
                    <a:pt x="3734" y="138"/>
                    <a:pt x="3646" y="176"/>
                    <a:pt x="3581" y="250"/>
                  </a:cubicBezTo>
                  <a:cubicBezTo>
                    <a:pt x="3535" y="303"/>
                    <a:pt x="3572" y="383"/>
                    <a:pt x="3643" y="383"/>
                  </a:cubicBezTo>
                  <a:lnTo>
                    <a:pt x="3639" y="380"/>
                  </a:lnTo>
                  <a:cubicBezTo>
                    <a:pt x="3664" y="380"/>
                    <a:pt x="3686" y="373"/>
                    <a:pt x="3701" y="358"/>
                  </a:cubicBezTo>
                  <a:cubicBezTo>
                    <a:pt x="3735" y="318"/>
                    <a:pt x="3780" y="300"/>
                    <a:pt x="3834" y="300"/>
                  </a:cubicBezTo>
                  <a:cubicBezTo>
                    <a:pt x="3860" y="300"/>
                    <a:pt x="3887" y="304"/>
                    <a:pt x="3917" y="312"/>
                  </a:cubicBezTo>
                  <a:cubicBezTo>
                    <a:pt x="3925" y="314"/>
                    <a:pt x="3934" y="315"/>
                    <a:pt x="3941" y="315"/>
                  </a:cubicBezTo>
                  <a:cubicBezTo>
                    <a:pt x="4027" y="315"/>
                    <a:pt x="4054" y="180"/>
                    <a:pt x="3960" y="154"/>
                  </a:cubicBezTo>
                  <a:cubicBezTo>
                    <a:pt x="3917" y="143"/>
                    <a:pt x="3876" y="138"/>
                    <a:pt x="3837" y="138"/>
                  </a:cubicBezTo>
                  <a:close/>
                  <a:moveTo>
                    <a:pt x="9445" y="141"/>
                  </a:moveTo>
                  <a:cubicBezTo>
                    <a:pt x="9388" y="141"/>
                    <a:pt x="9334" y="204"/>
                    <a:pt x="9373" y="265"/>
                  </a:cubicBezTo>
                  <a:cubicBezTo>
                    <a:pt x="9410" y="327"/>
                    <a:pt x="9426" y="398"/>
                    <a:pt x="9423" y="469"/>
                  </a:cubicBezTo>
                  <a:cubicBezTo>
                    <a:pt x="9423" y="491"/>
                    <a:pt x="9419" y="509"/>
                    <a:pt x="9419" y="528"/>
                  </a:cubicBezTo>
                  <a:cubicBezTo>
                    <a:pt x="9416" y="571"/>
                    <a:pt x="9450" y="611"/>
                    <a:pt x="9493" y="614"/>
                  </a:cubicBezTo>
                  <a:lnTo>
                    <a:pt x="9503" y="614"/>
                  </a:lnTo>
                  <a:lnTo>
                    <a:pt x="9500" y="611"/>
                  </a:lnTo>
                  <a:cubicBezTo>
                    <a:pt x="9543" y="611"/>
                    <a:pt x="9577" y="580"/>
                    <a:pt x="9583" y="540"/>
                  </a:cubicBezTo>
                  <a:cubicBezTo>
                    <a:pt x="9586" y="515"/>
                    <a:pt x="9586" y="494"/>
                    <a:pt x="9586" y="469"/>
                  </a:cubicBezTo>
                  <a:cubicBezTo>
                    <a:pt x="9589" y="367"/>
                    <a:pt x="9561" y="265"/>
                    <a:pt x="9509" y="176"/>
                  </a:cubicBezTo>
                  <a:cubicBezTo>
                    <a:pt x="9491" y="151"/>
                    <a:pt x="9468" y="141"/>
                    <a:pt x="9445" y="141"/>
                  </a:cubicBezTo>
                  <a:close/>
                  <a:moveTo>
                    <a:pt x="4213" y="307"/>
                  </a:moveTo>
                  <a:cubicBezTo>
                    <a:pt x="4150" y="307"/>
                    <a:pt x="4092" y="388"/>
                    <a:pt x="4155" y="447"/>
                  </a:cubicBezTo>
                  <a:cubicBezTo>
                    <a:pt x="4216" y="518"/>
                    <a:pt x="4253" y="605"/>
                    <a:pt x="4262" y="697"/>
                  </a:cubicBezTo>
                  <a:cubicBezTo>
                    <a:pt x="4269" y="737"/>
                    <a:pt x="4303" y="768"/>
                    <a:pt x="4343" y="768"/>
                  </a:cubicBezTo>
                  <a:lnTo>
                    <a:pt x="4352" y="765"/>
                  </a:lnTo>
                  <a:cubicBezTo>
                    <a:pt x="4398" y="759"/>
                    <a:pt x="4429" y="719"/>
                    <a:pt x="4423" y="676"/>
                  </a:cubicBezTo>
                  <a:cubicBezTo>
                    <a:pt x="4407" y="552"/>
                    <a:pt x="4358" y="435"/>
                    <a:pt x="4275" y="340"/>
                  </a:cubicBezTo>
                  <a:cubicBezTo>
                    <a:pt x="4257" y="317"/>
                    <a:pt x="4235" y="307"/>
                    <a:pt x="4213" y="307"/>
                  </a:cubicBezTo>
                  <a:close/>
                  <a:moveTo>
                    <a:pt x="261" y="437"/>
                  </a:moveTo>
                  <a:cubicBezTo>
                    <a:pt x="237" y="437"/>
                    <a:pt x="212" y="448"/>
                    <a:pt x="194" y="475"/>
                  </a:cubicBezTo>
                  <a:cubicBezTo>
                    <a:pt x="139" y="574"/>
                    <a:pt x="93" y="682"/>
                    <a:pt x="65" y="793"/>
                  </a:cubicBezTo>
                  <a:cubicBezTo>
                    <a:pt x="46" y="836"/>
                    <a:pt x="74" y="885"/>
                    <a:pt x="120" y="895"/>
                  </a:cubicBezTo>
                  <a:cubicBezTo>
                    <a:pt x="126" y="898"/>
                    <a:pt x="136" y="898"/>
                    <a:pt x="142" y="898"/>
                  </a:cubicBezTo>
                  <a:lnTo>
                    <a:pt x="142" y="895"/>
                  </a:lnTo>
                  <a:cubicBezTo>
                    <a:pt x="176" y="895"/>
                    <a:pt x="210" y="870"/>
                    <a:pt x="219" y="836"/>
                  </a:cubicBezTo>
                  <a:cubicBezTo>
                    <a:pt x="247" y="737"/>
                    <a:pt x="287" y="645"/>
                    <a:pt x="336" y="555"/>
                  </a:cubicBezTo>
                  <a:cubicBezTo>
                    <a:pt x="368" y="492"/>
                    <a:pt x="315" y="437"/>
                    <a:pt x="261" y="437"/>
                  </a:cubicBezTo>
                  <a:close/>
                  <a:moveTo>
                    <a:pt x="8955" y="520"/>
                  </a:moveTo>
                  <a:cubicBezTo>
                    <a:pt x="8909" y="520"/>
                    <a:pt x="8861" y="557"/>
                    <a:pt x="8874" y="617"/>
                  </a:cubicBezTo>
                  <a:cubicBezTo>
                    <a:pt x="8895" y="728"/>
                    <a:pt x="8929" y="836"/>
                    <a:pt x="8972" y="941"/>
                  </a:cubicBezTo>
                  <a:cubicBezTo>
                    <a:pt x="8985" y="972"/>
                    <a:pt x="9015" y="990"/>
                    <a:pt x="9049" y="990"/>
                  </a:cubicBezTo>
                  <a:lnTo>
                    <a:pt x="9049" y="984"/>
                  </a:lnTo>
                  <a:cubicBezTo>
                    <a:pt x="9054" y="986"/>
                    <a:pt x="9059" y="986"/>
                    <a:pt x="9063" y="986"/>
                  </a:cubicBezTo>
                  <a:cubicBezTo>
                    <a:pt x="9068" y="986"/>
                    <a:pt x="9072" y="986"/>
                    <a:pt x="9077" y="984"/>
                  </a:cubicBezTo>
                  <a:cubicBezTo>
                    <a:pt x="9120" y="969"/>
                    <a:pt x="9139" y="919"/>
                    <a:pt x="9123" y="879"/>
                  </a:cubicBezTo>
                  <a:cubicBezTo>
                    <a:pt x="9083" y="784"/>
                    <a:pt x="9052" y="685"/>
                    <a:pt x="9031" y="586"/>
                  </a:cubicBezTo>
                  <a:cubicBezTo>
                    <a:pt x="9023" y="540"/>
                    <a:pt x="8989" y="520"/>
                    <a:pt x="8955" y="520"/>
                  </a:cubicBezTo>
                  <a:close/>
                  <a:moveTo>
                    <a:pt x="3538" y="521"/>
                  </a:moveTo>
                  <a:cubicBezTo>
                    <a:pt x="3495" y="521"/>
                    <a:pt x="3460" y="557"/>
                    <a:pt x="3457" y="599"/>
                  </a:cubicBezTo>
                  <a:cubicBezTo>
                    <a:pt x="3457" y="620"/>
                    <a:pt x="3457" y="639"/>
                    <a:pt x="3457" y="660"/>
                  </a:cubicBezTo>
                  <a:cubicBezTo>
                    <a:pt x="3457" y="756"/>
                    <a:pt x="3467" y="848"/>
                    <a:pt x="3485" y="941"/>
                  </a:cubicBezTo>
                  <a:cubicBezTo>
                    <a:pt x="3491" y="978"/>
                    <a:pt x="3525" y="1006"/>
                    <a:pt x="3565" y="1006"/>
                  </a:cubicBezTo>
                  <a:lnTo>
                    <a:pt x="3565" y="1003"/>
                  </a:lnTo>
                  <a:lnTo>
                    <a:pt x="3584" y="1003"/>
                  </a:lnTo>
                  <a:cubicBezTo>
                    <a:pt x="3627" y="993"/>
                    <a:pt x="3655" y="953"/>
                    <a:pt x="3646" y="910"/>
                  </a:cubicBezTo>
                  <a:cubicBezTo>
                    <a:pt x="3630" y="827"/>
                    <a:pt x="3621" y="744"/>
                    <a:pt x="3621" y="660"/>
                  </a:cubicBezTo>
                  <a:lnTo>
                    <a:pt x="3621" y="608"/>
                  </a:lnTo>
                  <a:cubicBezTo>
                    <a:pt x="3624" y="562"/>
                    <a:pt x="3587" y="525"/>
                    <a:pt x="3544" y="521"/>
                  </a:cubicBezTo>
                  <a:cubicBezTo>
                    <a:pt x="3542" y="521"/>
                    <a:pt x="3540" y="521"/>
                    <a:pt x="3538" y="521"/>
                  </a:cubicBezTo>
                  <a:close/>
                  <a:moveTo>
                    <a:pt x="13745" y="670"/>
                  </a:moveTo>
                  <a:cubicBezTo>
                    <a:pt x="13706" y="670"/>
                    <a:pt x="13668" y="694"/>
                    <a:pt x="13666" y="747"/>
                  </a:cubicBezTo>
                  <a:cubicBezTo>
                    <a:pt x="13651" y="852"/>
                    <a:pt x="13633" y="953"/>
                    <a:pt x="13605" y="1055"/>
                  </a:cubicBezTo>
                  <a:cubicBezTo>
                    <a:pt x="13596" y="1098"/>
                    <a:pt x="13620" y="1141"/>
                    <a:pt x="13663" y="1154"/>
                  </a:cubicBezTo>
                  <a:cubicBezTo>
                    <a:pt x="13670" y="1157"/>
                    <a:pt x="13676" y="1157"/>
                    <a:pt x="13685" y="1157"/>
                  </a:cubicBezTo>
                  <a:lnTo>
                    <a:pt x="13685" y="1151"/>
                  </a:lnTo>
                  <a:cubicBezTo>
                    <a:pt x="13719" y="1151"/>
                    <a:pt x="13753" y="1129"/>
                    <a:pt x="13762" y="1095"/>
                  </a:cubicBezTo>
                  <a:cubicBezTo>
                    <a:pt x="13790" y="987"/>
                    <a:pt x="13811" y="876"/>
                    <a:pt x="13827" y="765"/>
                  </a:cubicBezTo>
                  <a:cubicBezTo>
                    <a:pt x="13837" y="703"/>
                    <a:pt x="13790" y="670"/>
                    <a:pt x="13745" y="670"/>
                  </a:cubicBezTo>
                  <a:close/>
                  <a:moveTo>
                    <a:pt x="4321" y="921"/>
                  </a:moveTo>
                  <a:cubicBezTo>
                    <a:pt x="4285" y="921"/>
                    <a:pt x="4251" y="942"/>
                    <a:pt x="4244" y="990"/>
                  </a:cubicBezTo>
                  <a:cubicBezTo>
                    <a:pt x="4219" y="1089"/>
                    <a:pt x="4188" y="1188"/>
                    <a:pt x="4145" y="1283"/>
                  </a:cubicBezTo>
                  <a:cubicBezTo>
                    <a:pt x="4127" y="1323"/>
                    <a:pt x="4148" y="1370"/>
                    <a:pt x="4188" y="1388"/>
                  </a:cubicBezTo>
                  <a:cubicBezTo>
                    <a:pt x="4198" y="1391"/>
                    <a:pt x="4210" y="1394"/>
                    <a:pt x="4219" y="1394"/>
                  </a:cubicBezTo>
                  <a:lnTo>
                    <a:pt x="4222" y="1391"/>
                  </a:lnTo>
                  <a:cubicBezTo>
                    <a:pt x="4253" y="1391"/>
                    <a:pt x="4281" y="1373"/>
                    <a:pt x="4293" y="1348"/>
                  </a:cubicBezTo>
                  <a:cubicBezTo>
                    <a:pt x="4340" y="1243"/>
                    <a:pt x="4377" y="1135"/>
                    <a:pt x="4401" y="1024"/>
                  </a:cubicBezTo>
                  <a:cubicBezTo>
                    <a:pt x="4419" y="960"/>
                    <a:pt x="4369" y="921"/>
                    <a:pt x="4321" y="921"/>
                  </a:cubicBezTo>
                  <a:close/>
                  <a:moveTo>
                    <a:pt x="84" y="1058"/>
                  </a:moveTo>
                  <a:cubicBezTo>
                    <a:pt x="43" y="1058"/>
                    <a:pt x="9" y="1091"/>
                    <a:pt x="6" y="1132"/>
                  </a:cubicBezTo>
                  <a:cubicBezTo>
                    <a:pt x="0" y="1169"/>
                    <a:pt x="0" y="1203"/>
                    <a:pt x="0" y="1240"/>
                  </a:cubicBezTo>
                  <a:cubicBezTo>
                    <a:pt x="0" y="1317"/>
                    <a:pt x="6" y="1394"/>
                    <a:pt x="19" y="1471"/>
                  </a:cubicBezTo>
                  <a:cubicBezTo>
                    <a:pt x="25" y="1512"/>
                    <a:pt x="59" y="1539"/>
                    <a:pt x="99" y="1539"/>
                  </a:cubicBezTo>
                  <a:lnTo>
                    <a:pt x="108" y="1542"/>
                  </a:lnTo>
                  <a:cubicBezTo>
                    <a:pt x="154" y="1533"/>
                    <a:pt x="185" y="1493"/>
                    <a:pt x="179" y="1450"/>
                  </a:cubicBezTo>
                  <a:cubicBezTo>
                    <a:pt x="167" y="1379"/>
                    <a:pt x="163" y="1308"/>
                    <a:pt x="163" y="1240"/>
                  </a:cubicBezTo>
                  <a:cubicBezTo>
                    <a:pt x="163" y="1206"/>
                    <a:pt x="167" y="1175"/>
                    <a:pt x="167" y="1145"/>
                  </a:cubicBezTo>
                  <a:cubicBezTo>
                    <a:pt x="170" y="1098"/>
                    <a:pt x="136" y="1061"/>
                    <a:pt x="89" y="1058"/>
                  </a:cubicBezTo>
                  <a:cubicBezTo>
                    <a:pt x="88" y="1058"/>
                    <a:pt x="86" y="1058"/>
                    <a:pt x="84" y="1058"/>
                  </a:cubicBezTo>
                  <a:close/>
                  <a:moveTo>
                    <a:pt x="9425" y="769"/>
                  </a:moveTo>
                  <a:cubicBezTo>
                    <a:pt x="9395" y="769"/>
                    <a:pt x="9364" y="785"/>
                    <a:pt x="9352" y="824"/>
                  </a:cubicBezTo>
                  <a:cubicBezTo>
                    <a:pt x="9315" y="922"/>
                    <a:pt x="9271" y="1015"/>
                    <a:pt x="9225" y="1108"/>
                  </a:cubicBezTo>
                  <a:cubicBezTo>
                    <a:pt x="9222" y="1114"/>
                    <a:pt x="9219" y="1120"/>
                    <a:pt x="9216" y="1123"/>
                  </a:cubicBezTo>
                  <a:cubicBezTo>
                    <a:pt x="9208" y="1120"/>
                    <a:pt x="9200" y="1119"/>
                    <a:pt x="9192" y="1119"/>
                  </a:cubicBezTo>
                  <a:cubicBezTo>
                    <a:pt x="9135" y="1119"/>
                    <a:pt x="9091" y="1183"/>
                    <a:pt x="9123" y="1240"/>
                  </a:cubicBezTo>
                  <a:cubicBezTo>
                    <a:pt x="9179" y="1336"/>
                    <a:pt x="9241" y="1428"/>
                    <a:pt x="9308" y="1518"/>
                  </a:cubicBezTo>
                  <a:cubicBezTo>
                    <a:pt x="9324" y="1536"/>
                    <a:pt x="9345" y="1549"/>
                    <a:pt x="9373" y="1549"/>
                  </a:cubicBezTo>
                  <a:lnTo>
                    <a:pt x="9373" y="1545"/>
                  </a:lnTo>
                  <a:cubicBezTo>
                    <a:pt x="9389" y="1545"/>
                    <a:pt x="9407" y="1542"/>
                    <a:pt x="9423" y="1533"/>
                  </a:cubicBezTo>
                  <a:cubicBezTo>
                    <a:pt x="9456" y="1508"/>
                    <a:pt x="9466" y="1456"/>
                    <a:pt x="9438" y="1422"/>
                  </a:cubicBezTo>
                  <a:cubicBezTo>
                    <a:pt x="9389" y="1360"/>
                    <a:pt x="9345" y="1293"/>
                    <a:pt x="9302" y="1228"/>
                  </a:cubicBezTo>
                  <a:cubicBezTo>
                    <a:pt x="9330" y="1225"/>
                    <a:pt x="9355" y="1209"/>
                    <a:pt x="9367" y="1185"/>
                  </a:cubicBezTo>
                  <a:cubicBezTo>
                    <a:pt x="9423" y="1086"/>
                    <a:pt x="9466" y="984"/>
                    <a:pt x="9506" y="876"/>
                  </a:cubicBezTo>
                  <a:cubicBezTo>
                    <a:pt x="9527" y="813"/>
                    <a:pt x="9475" y="769"/>
                    <a:pt x="9425" y="769"/>
                  </a:cubicBezTo>
                  <a:close/>
                  <a:moveTo>
                    <a:pt x="3653" y="1153"/>
                  </a:moveTo>
                  <a:cubicBezTo>
                    <a:pt x="3602" y="1153"/>
                    <a:pt x="3551" y="1199"/>
                    <a:pt x="3578" y="1265"/>
                  </a:cubicBezTo>
                  <a:cubicBezTo>
                    <a:pt x="3615" y="1370"/>
                    <a:pt x="3661" y="1471"/>
                    <a:pt x="3710" y="1570"/>
                  </a:cubicBezTo>
                  <a:cubicBezTo>
                    <a:pt x="3726" y="1595"/>
                    <a:pt x="3754" y="1613"/>
                    <a:pt x="3784" y="1613"/>
                  </a:cubicBezTo>
                  <a:lnTo>
                    <a:pt x="3784" y="1607"/>
                  </a:lnTo>
                  <a:cubicBezTo>
                    <a:pt x="3788" y="1608"/>
                    <a:pt x="3792" y="1608"/>
                    <a:pt x="3795" y="1608"/>
                  </a:cubicBezTo>
                  <a:cubicBezTo>
                    <a:pt x="3804" y="1608"/>
                    <a:pt x="3813" y="1606"/>
                    <a:pt x="3821" y="1604"/>
                  </a:cubicBezTo>
                  <a:cubicBezTo>
                    <a:pt x="3862" y="1582"/>
                    <a:pt x="3877" y="1533"/>
                    <a:pt x="3855" y="1496"/>
                  </a:cubicBezTo>
                  <a:cubicBezTo>
                    <a:pt x="3806" y="1404"/>
                    <a:pt x="3766" y="1308"/>
                    <a:pt x="3729" y="1209"/>
                  </a:cubicBezTo>
                  <a:cubicBezTo>
                    <a:pt x="3715" y="1170"/>
                    <a:pt x="3684" y="1153"/>
                    <a:pt x="3653" y="1153"/>
                  </a:cubicBezTo>
                  <a:close/>
                  <a:moveTo>
                    <a:pt x="9126" y="1339"/>
                  </a:moveTo>
                  <a:cubicBezTo>
                    <a:pt x="9103" y="1339"/>
                    <a:pt x="9079" y="1350"/>
                    <a:pt x="9062" y="1376"/>
                  </a:cubicBezTo>
                  <a:cubicBezTo>
                    <a:pt x="9003" y="1459"/>
                    <a:pt x="8941" y="1545"/>
                    <a:pt x="8874" y="1629"/>
                  </a:cubicBezTo>
                  <a:cubicBezTo>
                    <a:pt x="8830" y="1681"/>
                    <a:pt x="8867" y="1761"/>
                    <a:pt x="8935" y="1761"/>
                  </a:cubicBezTo>
                  <a:lnTo>
                    <a:pt x="8935" y="1758"/>
                  </a:lnTo>
                  <a:cubicBezTo>
                    <a:pt x="8960" y="1758"/>
                    <a:pt x="8981" y="1749"/>
                    <a:pt x="8997" y="1731"/>
                  </a:cubicBezTo>
                  <a:cubicBezTo>
                    <a:pt x="9068" y="1644"/>
                    <a:pt x="9136" y="1555"/>
                    <a:pt x="9194" y="1465"/>
                  </a:cubicBezTo>
                  <a:cubicBezTo>
                    <a:pt x="9238" y="1402"/>
                    <a:pt x="9183" y="1339"/>
                    <a:pt x="9126" y="1339"/>
                  </a:cubicBezTo>
                  <a:close/>
                  <a:moveTo>
                    <a:pt x="13583" y="1304"/>
                  </a:moveTo>
                  <a:cubicBezTo>
                    <a:pt x="13553" y="1304"/>
                    <a:pt x="13524" y="1320"/>
                    <a:pt x="13509" y="1357"/>
                  </a:cubicBezTo>
                  <a:cubicBezTo>
                    <a:pt x="13472" y="1453"/>
                    <a:pt x="13429" y="1549"/>
                    <a:pt x="13380" y="1641"/>
                  </a:cubicBezTo>
                  <a:cubicBezTo>
                    <a:pt x="13358" y="1681"/>
                    <a:pt x="13373" y="1731"/>
                    <a:pt x="13414" y="1752"/>
                  </a:cubicBezTo>
                  <a:cubicBezTo>
                    <a:pt x="13426" y="1758"/>
                    <a:pt x="13438" y="1761"/>
                    <a:pt x="13454" y="1761"/>
                  </a:cubicBezTo>
                  <a:lnTo>
                    <a:pt x="13454" y="1755"/>
                  </a:lnTo>
                  <a:cubicBezTo>
                    <a:pt x="13481" y="1755"/>
                    <a:pt x="13509" y="1743"/>
                    <a:pt x="13525" y="1718"/>
                  </a:cubicBezTo>
                  <a:cubicBezTo>
                    <a:pt x="13574" y="1619"/>
                    <a:pt x="13620" y="1518"/>
                    <a:pt x="13660" y="1413"/>
                  </a:cubicBezTo>
                  <a:cubicBezTo>
                    <a:pt x="13684" y="1350"/>
                    <a:pt x="13633" y="1304"/>
                    <a:pt x="13583" y="1304"/>
                  </a:cubicBezTo>
                  <a:close/>
                  <a:moveTo>
                    <a:pt x="9576" y="1623"/>
                  </a:moveTo>
                  <a:cubicBezTo>
                    <a:pt x="9511" y="1623"/>
                    <a:pt x="9453" y="1710"/>
                    <a:pt x="9524" y="1768"/>
                  </a:cubicBezTo>
                  <a:cubicBezTo>
                    <a:pt x="9601" y="1848"/>
                    <a:pt x="9682" y="1925"/>
                    <a:pt x="9765" y="1996"/>
                  </a:cubicBezTo>
                  <a:cubicBezTo>
                    <a:pt x="9780" y="2008"/>
                    <a:pt x="9799" y="2014"/>
                    <a:pt x="9817" y="2014"/>
                  </a:cubicBezTo>
                  <a:cubicBezTo>
                    <a:pt x="9894" y="2014"/>
                    <a:pt x="9928" y="1922"/>
                    <a:pt x="9870" y="1872"/>
                  </a:cubicBezTo>
                  <a:cubicBezTo>
                    <a:pt x="9790" y="1805"/>
                    <a:pt x="9712" y="1734"/>
                    <a:pt x="9638" y="1657"/>
                  </a:cubicBezTo>
                  <a:cubicBezTo>
                    <a:pt x="9620" y="1632"/>
                    <a:pt x="9597" y="1623"/>
                    <a:pt x="9576" y="1623"/>
                  </a:cubicBezTo>
                  <a:close/>
                  <a:moveTo>
                    <a:pt x="177" y="1685"/>
                  </a:moveTo>
                  <a:cubicBezTo>
                    <a:pt x="167" y="1685"/>
                    <a:pt x="158" y="1687"/>
                    <a:pt x="148" y="1690"/>
                  </a:cubicBezTo>
                  <a:cubicBezTo>
                    <a:pt x="108" y="1706"/>
                    <a:pt x="86" y="1752"/>
                    <a:pt x="102" y="1795"/>
                  </a:cubicBezTo>
                  <a:cubicBezTo>
                    <a:pt x="142" y="1900"/>
                    <a:pt x="191" y="2005"/>
                    <a:pt x="253" y="2101"/>
                  </a:cubicBezTo>
                  <a:cubicBezTo>
                    <a:pt x="268" y="2125"/>
                    <a:pt x="293" y="2141"/>
                    <a:pt x="321" y="2141"/>
                  </a:cubicBezTo>
                  <a:lnTo>
                    <a:pt x="321" y="2135"/>
                  </a:lnTo>
                  <a:cubicBezTo>
                    <a:pt x="386" y="2135"/>
                    <a:pt x="426" y="2064"/>
                    <a:pt x="389" y="2011"/>
                  </a:cubicBezTo>
                  <a:cubicBezTo>
                    <a:pt x="336" y="1925"/>
                    <a:pt x="290" y="1832"/>
                    <a:pt x="253" y="1737"/>
                  </a:cubicBezTo>
                  <a:cubicBezTo>
                    <a:pt x="241" y="1705"/>
                    <a:pt x="210" y="1685"/>
                    <a:pt x="177" y="1685"/>
                  </a:cubicBezTo>
                  <a:close/>
                  <a:moveTo>
                    <a:pt x="4066" y="1521"/>
                  </a:moveTo>
                  <a:cubicBezTo>
                    <a:pt x="4042" y="1521"/>
                    <a:pt x="4018" y="1532"/>
                    <a:pt x="4000" y="1558"/>
                  </a:cubicBezTo>
                  <a:cubicBezTo>
                    <a:pt x="3945" y="1647"/>
                    <a:pt x="3886" y="1734"/>
                    <a:pt x="3821" y="1814"/>
                  </a:cubicBezTo>
                  <a:cubicBezTo>
                    <a:pt x="3773" y="1874"/>
                    <a:pt x="3823" y="1947"/>
                    <a:pt x="3884" y="1947"/>
                  </a:cubicBezTo>
                  <a:cubicBezTo>
                    <a:pt x="3901" y="1947"/>
                    <a:pt x="3919" y="1941"/>
                    <a:pt x="3936" y="1928"/>
                  </a:cubicBezTo>
                  <a:cubicBezTo>
                    <a:pt x="3982" y="1993"/>
                    <a:pt x="4031" y="2057"/>
                    <a:pt x="4084" y="2119"/>
                  </a:cubicBezTo>
                  <a:cubicBezTo>
                    <a:pt x="4099" y="2138"/>
                    <a:pt x="4121" y="2147"/>
                    <a:pt x="4145" y="2147"/>
                  </a:cubicBezTo>
                  <a:lnTo>
                    <a:pt x="4145" y="2144"/>
                  </a:lnTo>
                  <a:cubicBezTo>
                    <a:pt x="4164" y="2144"/>
                    <a:pt x="4182" y="2141"/>
                    <a:pt x="4198" y="2131"/>
                  </a:cubicBezTo>
                  <a:cubicBezTo>
                    <a:pt x="4232" y="2101"/>
                    <a:pt x="4238" y="2048"/>
                    <a:pt x="4207" y="2014"/>
                  </a:cubicBezTo>
                  <a:cubicBezTo>
                    <a:pt x="4145" y="1943"/>
                    <a:pt x="4090" y="1872"/>
                    <a:pt x="4037" y="1795"/>
                  </a:cubicBezTo>
                  <a:cubicBezTo>
                    <a:pt x="4074" y="1743"/>
                    <a:pt x="4108" y="1694"/>
                    <a:pt x="4139" y="1641"/>
                  </a:cubicBezTo>
                  <a:cubicBezTo>
                    <a:pt x="4174" y="1579"/>
                    <a:pt x="4121" y="1521"/>
                    <a:pt x="4066" y="1521"/>
                  </a:cubicBezTo>
                  <a:close/>
                  <a:moveTo>
                    <a:pt x="8714" y="1843"/>
                  </a:moveTo>
                  <a:cubicBezTo>
                    <a:pt x="8696" y="1843"/>
                    <a:pt x="8678" y="1849"/>
                    <a:pt x="8661" y="1863"/>
                  </a:cubicBezTo>
                  <a:cubicBezTo>
                    <a:pt x="8587" y="1940"/>
                    <a:pt x="8510" y="2014"/>
                    <a:pt x="8432" y="2082"/>
                  </a:cubicBezTo>
                  <a:cubicBezTo>
                    <a:pt x="8377" y="2131"/>
                    <a:pt x="8411" y="2224"/>
                    <a:pt x="8485" y="2224"/>
                  </a:cubicBezTo>
                  <a:lnTo>
                    <a:pt x="8488" y="2224"/>
                  </a:lnTo>
                  <a:cubicBezTo>
                    <a:pt x="8506" y="2221"/>
                    <a:pt x="8525" y="2215"/>
                    <a:pt x="8537" y="2202"/>
                  </a:cubicBezTo>
                  <a:cubicBezTo>
                    <a:pt x="8621" y="2131"/>
                    <a:pt x="8701" y="2054"/>
                    <a:pt x="8778" y="1977"/>
                  </a:cubicBezTo>
                  <a:cubicBezTo>
                    <a:pt x="8826" y="1917"/>
                    <a:pt x="8775" y="1843"/>
                    <a:pt x="8714" y="1843"/>
                  </a:cubicBezTo>
                  <a:close/>
                  <a:moveTo>
                    <a:pt x="13277" y="1872"/>
                  </a:moveTo>
                  <a:cubicBezTo>
                    <a:pt x="13256" y="1872"/>
                    <a:pt x="13234" y="1881"/>
                    <a:pt x="13216" y="1903"/>
                  </a:cubicBezTo>
                  <a:cubicBezTo>
                    <a:pt x="13154" y="1987"/>
                    <a:pt x="13087" y="2064"/>
                    <a:pt x="13013" y="2138"/>
                  </a:cubicBezTo>
                  <a:cubicBezTo>
                    <a:pt x="12982" y="2168"/>
                    <a:pt x="12982" y="2221"/>
                    <a:pt x="13013" y="2252"/>
                  </a:cubicBezTo>
                  <a:cubicBezTo>
                    <a:pt x="13028" y="2267"/>
                    <a:pt x="13050" y="2276"/>
                    <a:pt x="13071" y="2276"/>
                  </a:cubicBezTo>
                  <a:cubicBezTo>
                    <a:pt x="13093" y="2276"/>
                    <a:pt x="13111" y="2267"/>
                    <a:pt x="13127" y="2252"/>
                  </a:cubicBezTo>
                  <a:cubicBezTo>
                    <a:pt x="13207" y="2175"/>
                    <a:pt x="13281" y="2088"/>
                    <a:pt x="13346" y="1999"/>
                  </a:cubicBezTo>
                  <a:cubicBezTo>
                    <a:pt x="13386" y="1936"/>
                    <a:pt x="13334" y="1872"/>
                    <a:pt x="13277" y="1872"/>
                  </a:cubicBezTo>
                  <a:close/>
                  <a:moveTo>
                    <a:pt x="10071" y="2044"/>
                  </a:moveTo>
                  <a:cubicBezTo>
                    <a:pt x="10003" y="2044"/>
                    <a:pt x="9954" y="2145"/>
                    <a:pt x="10030" y="2193"/>
                  </a:cubicBezTo>
                  <a:cubicBezTo>
                    <a:pt x="10123" y="2255"/>
                    <a:pt x="10218" y="2310"/>
                    <a:pt x="10314" y="2363"/>
                  </a:cubicBezTo>
                  <a:cubicBezTo>
                    <a:pt x="10326" y="2369"/>
                    <a:pt x="10338" y="2375"/>
                    <a:pt x="10353" y="2375"/>
                  </a:cubicBezTo>
                  <a:lnTo>
                    <a:pt x="10353" y="2375"/>
                  </a:lnTo>
                  <a:cubicBezTo>
                    <a:pt x="10438" y="2374"/>
                    <a:pt x="10464" y="2261"/>
                    <a:pt x="10391" y="2221"/>
                  </a:cubicBezTo>
                  <a:cubicBezTo>
                    <a:pt x="10298" y="2172"/>
                    <a:pt x="10209" y="2119"/>
                    <a:pt x="10120" y="2061"/>
                  </a:cubicBezTo>
                  <a:cubicBezTo>
                    <a:pt x="10103" y="2049"/>
                    <a:pt x="10087" y="2044"/>
                    <a:pt x="10071" y="2044"/>
                  </a:cubicBezTo>
                  <a:close/>
                  <a:moveTo>
                    <a:pt x="10353" y="2375"/>
                  </a:moveTo>
                  <a:lnTo>
                    <a:pt x="10353" y="2375"/>
                  </a:lnTo>
                  <a:cubicBezTo>
                    <a:pt x="10352" y="2375"/>
                    <a:pt x="10351" y="2375"/>
                    <a:pt x="10351" y="2375"/>
                  </a:cubicBezTo>
                  <a:lnTo>
                    <a:pt x="10354" y="2375"/>
                  </a:lnTo>
                  <a:cubicBezTo>
                    <a:pt x="10354" y="2375"/>
                    <a:pt x="10353" y="2375"/>
                    <a:pt x="10353" y="2375"/>
                  </a:cubicBezTo>
                  <a:close/>
                  <a:moveTo>
                    <a:pt x="3677" y="2019"/>
                  </a:moveTo>
                  <a:cubicBezTo>
                    <a:pt x="3655" y="2019"/>
                    <a:pt x="3633" y="2028"/>
                    <a:pt x="3615" y="2051"/>
                  </a:cubicBezTo>
                  <a:cubicBezTo>
                    <a:pt x="3541" y="2128"/>
                    <a:pt x="3464" y="2199"/>
                    <a:pt x="3383" y="2267"/>
                  </a:cubicBezTo>
                  <a:cubicBezTo>
                    <a:pt x="3328" y="2317"/>
                    <a:pt x="3362" y="2409"/>
                    <a:pt x="3436" y="2409"/>
                  </a:cubicBezTo>
                  <a:lnTo>
                    <a:pt x="3439" y="2409"/>
                  </a:lnTo>
                  <a:cubicBezTo>
                    <a:pt x="3457" y="2409"/>
                    <a:pt x="3476" y="2403"/>
                    <a:pt x="3488" y="2391"/>
                  </a:cubicBezTo>
                  <a:cubicBezTo>
                    <a:pt x="3575" y="2320"/>
                    <a:pt x="3655" y="2243"/>
                    <a:pt x="3732" y="2162"/>
                  </a:cubicBezTo>
                  <a:cubicBezTo>
                    <a:pt x="3799" y="2104"/>
                    <a:pt x="3741" y="2019"/>
                    <a:pt x="3677" y="2019"/>
                  </a:cubicBezTo>
                  <a:close/>
                  <a:moveTo>
                    <a:pt x="4367" y="2212"/>
                  </a:moveTo>
                  <a:cubicBezTo>
                    <a:pt x="4302" y="2212"/>
                    <a:pt x="4249" y="2300"/>
                    <a:pt x="4315" y="2357"/>
                  </a:cubicBezTo>
                  <a:cubicBezTo>
                    <a:pt x="4395" y="2431"/>
                    <a:pt x="4481" y="2502"/>
                    <a:pt x="4571" y="2569"/>
                  </a:cubicBezTo>
                  <a:cubicBezTo>
                    <a:pt x="4583" y="2579"/>
                    <a:pt x="4602" y="2585"/>
                    <a:pt x="4617" y="2585"/>
                  </a:cubicBezTo>
                  <a:cubicBezTo>
                    <a:pt x="4697" y="2585"/>
                    <a:pt x="4728" y="2483"/>
                    <a:pt x="4667" y="2437"/>
                  </a:cubicBezTo>
                  <a:cubicBezTo>
                    <a:pt x="4583" y="2375"/>
                    <a:pt x="4500" y="2310"/>
                    <a:pt x="4426" y="2239"/>
                  </a:cubicBezTo>
                  <a:cubicBezTo>
                    <a:pt x="4407" y="2220"/>
                    <a:pt x="4387" y="2212"/>
                    <a:pt x="4367" y="2212"/>
                  </a:cubicBezTo>
                  <a:close/>
                  <a:moveTo>
                    <a:pt x="526" y="2233"/>
                  </a:moveTo>
                  <a:cubicBezTo>
                    <a:pt x="466" y="2233"/>
                    <a:pt x="415" y="2307"/>
                    <a:pt x="463" y="2366"/>
                  </a:cubicBezTo>
                  <a:cubicBezTo>
                    <a:pt x="543" y="2446"/>
                    <a:pt x="629" y="2520"/>
                    <a:pt x="719" y="2588"/>
                  </a:cubicBezTo>
                  <a:cubicBezTo>
                    <a:pt x="733" y="2597"/>
                    <a:pt x="748" y="2603"/>
                    <a:pt x="766" y="2603"/>
                  </a:cubicBezTo>
                  <a:lnTo>
                    <a:pt x="766" y="2603"/>
                  </a:lnTo>
                  <a:cubicBezTo>
                    <a:pt x="845" y="2600"/>
                    <a:pt x="876" y="2501"/>
                    <a:pt x="814" y="2455"/>
                  </a:cubicBezTo>
                  <a:cubicBezTo>
                    <a:pt x="728" y="2397"/>
                    <a:pt x="651" y="2329"/>
                    <a:pt x="580" y="2255"/>
                  </a:cubicBezTo>
                  <a:cubicBezTo>
                    <a:pt x="563" y="2239"/>
                    <a:pt x="544" y="2233"/>
                    <a:pt x="526" y="2233"/>
                  </a:cubicBezTo>
                  <a:close/>
                  <a:moveTo>
                    <a:pt x="766" y="2603"/>
                  </a:moveTo>
                  <a:cubicBezTo>
                    <a:pt x="765" y="2603"/>
                    <a:pt x="765" y="2603"/>
                    <a:pt x="765" y="2603"/>
                  </a:cubicBezTo>
                  <a:lnTo>
                    <a:pt x="768" y="2603"/>
                  </a:lnTo>
                  <a:cubicBezTo>
                    <a:pt x="767" y="2603"/>
                    <a:pt x="766" y="2603"/>
                    <a:pt x="766" y="2603"/>
                  </a:cubicBezTo>
                  <a:close/>
                  <a:moveTo>
                    <a:pt x="8235" y="2265"/>
                  </a:moveTo>
                  <a:cubicBezTo>
                    <a:pt x="8219" y="2265"/>
                    <a:pt x="8202" y="2270"/>
                    <a:pt x="8186" y="2283"/>
                  </a:cubicBezTo>
                  <a:cubicBezTo>
                    <a:pt x="8102" y="2344"/>
                    <a:pt x="8013" y="2406"/>
                    <a:pt x="7924" y="2461"/>
                  </a:cubicBezTo>
                  <a:cubicBezTo>
                    <a:pt x="7856" y="2505"/>
                    <a:pt x="7887" y="2610"/>
                    <a:pt x="7967" y="2610"/>
                  </a:cubicBezTo>
                  <a:cubicBezTo>
                    <a:pt x="7982" y="2610"/>
                    <a:pt x="7998" y="2606"/>
                    <a:pt x="8010" y="2597"/>
                  </a:cubicBezTo>
                  <a:cubicBezTo>
                    <a:pt x="8102" y="2539"/>
                    <a:pt x="8195" y="2477"/>
                    <a:pt x="8284" y="2412"/>
                  </a:cubicBezTo>
                  <a:cubicBezTo>
                    <a:pt x="8354" y="2360"/>
                    <a:pt x="8303" y="2265"/>
                    <a:pt x="8235" y="2265"/>
                  </a:cubicBezTo>
                  <a:close/>
                  <a:moveTo>
                    <a:pt x="10646" y="2351"/>
                  </a:moveTo>
                  <a:cubicBezTo>
                    <a:pt x="10568" y="2351"/>
                    <a:pt x="10531" y="2466"/>
                    <a:pt x="10616" y="2505"/>
                  </a:cubicBezTo>
                  <a:cubicBezTo>
                    <a:pt x="10715" y="2548"/>
                    <a:pt x="10820" y="2585"/>
                    <a:pt x="10928" y="2616"/>
                  </a:cubicBezTo>
                  <a:cubicBezTo>
                    <a:pt x="10934" y="2619"/>
                    <a:pt x="10943" y="2619"/>
                    <a:pt x="10949" y="2619"/>
                  </a:cubicBezTo>
                  <a:cubicBezTo>
                    <a:pt x="11042" y="2619"/>
                    <a:pt x="11063" y="2489"/>
                    <a:pt x="10974" y="2461"/>
                  </a:cubicBezTo>
                  <a:cubicBezTo>
                    <a:pt x="10872" y="2431"/>
                    <a:pt x="10773" y="2394"/>
                    <a:pt x="10678" y="2357"/>
                  </a:cubicBezTo>
                  <a:cubicBezTo>
                    <a:pt x="10667" y="2352"/>
                    <a:pt x="10656" y="2351"/>
                    <a:pt x="10646" y="2351"/>
                  </a:cubicBezTo>
                  <a:close/>
                  <a:moveTo>
                    <a:pt x="12823" y="2318"/>
                  </a:moveTo>
                  <a:cubicBezTo>
                    <a:pt x="12808" y="2318"/>
                    <a:pt x="12791" y="2323"/>
                    <a:pt x="12775" y="2335"/>
                  </a:cubicBezTo>
                  <a:cubicBezTo>
                    <a:pt x="12689" y="2391"/>
                    <a:pt x="12599" y="2437"/>
                    <a:pt x="12504" y="2477"/>
                  </a:cubicBezTo>
                  <a:cubicBezTo>
                    <a:pt x="12430" y="2511"/>
                    <a:pt x="12451" y="2625"/>
                    <a:pt x="12535" y="2631"/>
                  </a:cubicBezTo>
                  <a:lnTo>
                    <a:pt x="12538" y="2628"/>
                  </a:lnTo>
                  <a:cubicBezTo>
                    <a:pt x="12547" y="2628"/>
                    <a:pt x="12556" y="2628"/>
                    <a:pt x="12565" y="2625"/>
                  </a:cubicBezTo>
                  <a:cubicBezTo>
                    <a:pt x="12670" y="2582"/>
                    <a:pt x="12769" y="2529"/>
                    <a:pt x="12865" y="2468"/>
                  </a:cubicBezTo>
                  <a:cubicBezTo>
                    <a:pt x="12940" y="2420"/>
                    <a:pt x="12892" y="2318"/>
                    <a:pt x="12823" y="2318"/>
                  </a:cubicBezTo>
                  <a:close/>
                  <a:moveTo>
                    <a:pt x="11267" y="2538"/>
                  </a:moveTo>
                  <a:cubicBezTo>
                    <a:pt x="11228" y="2538"/>
                    <a:pt x="11192" y="2564"/>
                    <a:pt x="11184" y="2603"/>
                  </a:cubicBezTo>
                  <a:cubicBezTo>
                    <a:pt x="11174" y="2647"/>
                    <a:pt x="11202" y="2690"/>
                    <a:pt x="11248" y="2699"/>
                  </a:cubicBezTo>
                  <a:cubicBezTo>
                    <a:pt x="11356" y="2721"/>
                    <a:pt x="11464" y="2739"/>
                    <a:pt x="11575" y="2748"/>
                  </a:cubicBezTo>
                  <a:lnTo>
                    <a:pt x="11585" y="2748"/>
                  </a:lnTo>
                  <a:cubicBezTo>
                    <a:pt x="11686" y="2748"/>
                    <a:pt x="11693" y="2597"/>
                    <a:pt x="11591" y="2588"/>
                  </a:cubicBezTo>
                  <a:cubicBezTo>
                    <a:pt x="11486" y="2579"/>
                    <a:pt x="11381" y="2560"/>
                    <a:pt x="11279" y="2539"/>
                  </a:cubicBezTo>
                  <a:cubicBezTo>
                    <a:pt x="11275" y="2538"/>
                    <a:pt x="11271" y="2538"/>
                    <a:pt x="11267" y="2538"/>
                  </a:cubicBezTo>
                  <a:close/>
                  <a:moveTo>
                    <a:pt x="12225" y="2562"/>
                  </a:moveTo>
                  <a:cubicBezTo>
                    <a:pt x="12221" y="2562"/>
                    <a:pt x="12216" y="2563"/>
                    <a:pt x="12211" y="2563"/>
                  </a:cubicBezTo>
                  <a:cubicBezTo>
                    <a:pt x="12109" y="2582"/>
                    <a:pt x="12007" y="2594"/>
                    <a:pt x="11902" y="2597"/>
                  </a:cubicBezTo>
                  <a:cubicBezTo>
                    <a:pt x="11804" y="2606"/>
                    <a:pt x="11804" y="2755"/>
                    <a:pt x="11905" y="2761"/>
                  </a:cubicBezTo>
                  <a:lnTo>
                    <a:pt x="11912" y="2761"/>
                  </a:lnTo>
                  <a:cubicBezTo>
                    <a:pt x="12023" y="2755"/>
                    <a:pt x="12134" y="2742"/>
                    <a:pt x="12245" y="2721"/>
                  </a:cubicBezTo>
                  <a:cubicBezTo>
                    <a:pt x="12338" y="2697"/>
                    <a:pt x="12315" y="2562"/>
                    <a:pt x="12225" y="2562"/>
                  </a:cubicBezTo>
                  <a:close/>
                  <a:moveTo>
                    <a:pt x="3183" y="2436"/>
                  </a:moveTo>
                  <a:cubicBezTo>
                    <a:pt x="3167" y="2436"/>
                    <a:pt x="3150" y="2442"/>
                    <a:pt x="3134" y="2455"/>
                  </a:cubicBezTo>
                  <a:cubicBezTo>
                    <a:pt x="3044" y="2514"/>
                    <a:pt x="2955" y="2569"/>
                    <a:pt x="2862" y="2616"/>
                  </a:cubicBezTo>
                  <a:cubicBezTo>
                    <a:pt x="2784" y="2652"/>
                    <a:pt x="2811" y="2770"/>
                    <a:pt x="2896" y="2770"/>
                  </a:cubicBezTo>
                  <a:cubicBezTo>
                    <a:pt x="2898" y="2770"/>
                    <a:pt x="2900" y="2770"/>
                    <a:pt x="2902" y="2770"/>
                  </a:cubicBezTo>
                  <a:cubicBezTo>
                    <a:pt x="2915" y="2770"/>
                    <a:pt x="2927" y="2767"/>
                    <a:pt x="2936" y="2761"/>
                  </a:cubicBezTo>
                  <a:cubicBezTo>
                    <a:pt x="3035" y="2708"/>
                    <a:pt x="3131" y="2653"/>
                    <a:pt x="3223" y="2591"/>
                  </a:cubicBezTo>
                  <a:cubicBezTo>
                    <a:pt x="3303" y="2543"/>
                    <a:pt x="3253" y="2436"/>
                    <a:pt x="3183" y="2436"/>
                  </a:cubicBezTo>
                  <a:close/>
                  <a:moveTo>
                    <a:pt x="1036" y="2603"/>
                  </a:moveTo>
                  <a:cubicBezTo>
                    <a:pt x="961" y="2603"/>
                    <a:pt x="917" y="2722"/>
                    <a:pt x="1005" y="2761"/>
                  </a:cubicBezTo>
                  <a:cubicBezTo>
                    <a:pt x="1104" y="2810"/>
                    <a:pt x="1206" y="2856"/>
                    <a:pt x="1311" y="2893"/>
                  </a:cubicBezTo>
                  <a:cubicBezTo>
                    <a:pt x="1320" y="2896"/>
                    <a:pt x="1329" y="2899"/>
                    <a:pt x="1339" y="2899"/>
                  </a:cubicBezTo>
                  <a:cubicBezTo>
                    <a:pt x="1428" y="2899"/>
                    <a:pt x="1453" y="2773"/>
                    <a:pt x="1366" y="2742"/>
                  </a:cubicBezTo>
                  <a:cubicBezTo>
                    <a:pt x="1268" y="2705"/>
                    <a:pt x="1172" y="2665"/>
                    <a:pt x="1080" y="2616"/>
                  </a:cubicBezTo>
                  <a:cubicBezTo>
                    <a:pt x="1064" y="2607"/>
                    <a:pt x="1050" y="2603"/>
                    <a:pt x="1036" y="2603"/>
                  </a:cubicBezTo>
                  <a:close/>
                  <a:moveTo>
                    <a:pt x="4887" y="2595"/>
                  </a:moveTo>
                  <a:cubicBezTo>
                    <a:pt x="4816" y="2595"/>
                    <a:pt x="4771" y="2701"/>
                    <a:pt x="4852" y="2748"/>
                  </a:cubicBezTo>
                  <a:cubicBezTo>
                    <a:pt x="4947" y="2801"/>
                    <a:pt x="5046" y="2850"/>
                    <a:pt x="5151" y="2893"/>
                  </a:cubicBezTo>
                  <a:cubicBezTo>
                    <a:pt x="5160" y="2896"/>
                    <a:pt x="5169" y="2899"/>
                    <a:pt x="5182" y="2899"/>
                  </a:cubicBezTo>
                  <a:lnTo>
                    <a:pt x="5182" y="2896"/>
                  </a:lnTo>
                  <a:cubicBezTo>
                    <a:pt x="5268" y="2896"/>
                    <a:pt x="5290" y="2779"/>
                    <a:pt x="5212" y="2742"/>
                  </a:cubicBezTo>
                  <a:cubicBezTo>
                    <a:pt x="5114" y="2702"/>
                    <a:pt x="5021" y="2656"/>
                    <a:pt x="4929" y="2606"/>
                  </a:cubicBezTo>
                  <a:cubicBezTo>
                    <a:pt x="4914" y="2598"/>
                    <a:pt x="4900" y="2595"/>
                    <a:pt x="4887" y="2595"/>
                  </a:cubicBezTo>
                  <a:close/>
                  <a:moveTo>
                    <a:pt x="7683" y="2605"/>
                  </a:moveTo>
                  <a:cubicBezTo>
                    <a:pt x="7672" y="2605"/>
                    <a:pt x="7661" y="2608"/>
                    <a:pt x="7649" y="2613"/>
                  </a:cubicBezTo>
                  <a:cubicBezTo>
                    <a:pt x="7553" y="2662"/>
                    <a:pt x="7458" y="2705"/>
                    <a:pt x="7359" y="2742"/>
                  </a:cubicBezTo>
                  <a:cubicBezTo>
                    <a:pt x="7279" y="2776"/>
                    <a:pt x="7301" y="2896"/>
                    <a:pt x="7390" y="2899"/>
                  </a:cubicBezTo>
                  <a:cubicBezTo>
                    <a:pt x="7399" y="2899"/>
                    <a:pt x="7408" y="2896"/>
                    <a:pt x="7418" y="2893"/>
                  </a:cubicBezTo>
                  <a:cubicBezTo>
                    <a:pt x="7520" y="2853"/>
                    <a:pt x="7621" y="2807"/>
                    <a:pt x="7720" y="2758"/>
                  </a:cubicBezTo>
                  <a:cubicBezTo>
                    <a:pt x="7798" y="2714"/>
                    <a:pt x="7756" y="2605"/>
                    <a:pt x="7683" y="2605"/>
                  </a:cubicBezTo>
                  <a:close/>
                  <a:moveTo>
                    <a:pt x="2609" y="2736"/>
                  </a:moveTo>
                  <a:cubicBezTo>
                    <a:pt x="2599" y="2736"/>
                    <a:pt x="2589" y="2738"/>
                    <a:pt x="2578" y="2742"/>
                  </a:cubicBezTo>
                  <a:cubicBezTo>
                    <a:pt x="2480" y="2776"/>
                    <a:pt x="2381" y="2804"/>
                    <a:pt x="2279" y="2822"/>
                  </a:cubicBezTo>
                  <a:cubicBezTo>
                    <a:pt x="2184" y="2841"/>
                    <a:pt x="2196" y="2980"/>
                    <a:pt x="2292" y="2983"/>
                  </a:cubicBezTo>
                  <a:lnTo>
                    <a:pt x="2307" y="2983"/>
                  </a:lnTo>
                  <a:cubicBezTo>
                    <a:pt x="2418" y="2961"/>
                    <a:pt x="2526" y="2933"/>
                    <a:pt x="2631" y="2896"/>
                  </a:cubicBezTo>
                  <a:cubicBezTo>
                    <a:pt x="2725" y="2863"/>
                    <a:pt x="2690" y="2736"/>
                    <a:pt x="2609" y="2736"/>
                  </a:cubicBezTo>
                  <a:close/>
                  <a:moveTo>
                    <a:pt x="1642" y="2822"/>
                  </a:moveTo>
                  <a:cubicBezTo>
                    <a:pt x="1550" y="2822"/>
                    <a:pt x="1529" y="2968"/>
                    <a:pt x="1635" y="2983"/>
                  </a:cubicBezTo>
                  <a:cubicBezTo>
                    <a:pt x="1743" y="3004"/>
                    <a:pt x="1851" y="3014"/>
                    <a:pt x="1959" y="3014"/>
                  </a:cubicBezTo>
                  <a:lnTo>
                    <a:pt x="1974" y="3014"/>
                  </a:lnTo>
                  <a:cubicBezTo>
                    <a:pt x="2017" y="3014"/>
                    <a:pt x="2048" y="2977"/>
                    <a:pt x="2048" y="2933"/>
                  </a:cubicBezTo>
                  <a:cubicBezTo>
                    <a:pt x="2045" y="2889"/>
                    <a:pt x="2008" y="2853"/>
                    <a:pt x="1967" y="2853"/>
                  </a:cubicBezTo>
                  <a:cubicBezTo>
                    <a:pt x="1965" y="2853"/>
                    <a:pt x="1963" y="2853"/>
                    <a:pt x="1962" y="2853"/>
                  </a:cubicBezTo>
                  <a:cubicBezTo>
                    <a:pt x="1860" y="2853"/>
                    <a:pt x="1761" y="2844"/>
                    <a:pt x="1666" y="2825"/>
                  </a:cubicBezTo>
                  <a:cubicBezTo>
                    <a:pt x="1657" y="2823"/>
                    <a:pt x="1649" y="2822"/>
                    <a:pt x="1642" y="2822"/>
                  </a:cubicBezTo>
                  <a:close/>
                  <a:moveTo>
                    <a:pt x="7085" y="2836"/>
                  </a:moveTo>
                  <a:cubicBezTo>
                    <a:pt x="7078" y="2836"/>
                    <a:pt x="7071" y="2837"/>
                    <a:pt x="7063" y="2841"/>
                  </a:cubicBezTo>
                  <a:cubicBezTo>
                    <a:pt x="6961" y="2869"/>
                    <a:pt x="6859" y="2893"/>
                    <a:pt x="6755" y="2909"/>
                  </a:cubicBezTo>
                  <a:cubicBezTo>
                    <a:pt x="6654" y="2924"/>
                    <a:pt x="6665" y="3069"/>
                    <a:pt x="6764" y="3069"/>
                  </a:cubicBezTo>
                  <a:cubicBezTo>
                    <a:pt x="6765" y="3069"/>
                    <a:pt x="6766" y="3069"/>
                    <a:pt x="6767" y="3069"/>
                  </a:cubicBezTo>
                  <a:lnTo>
                    <a:pt x="6770" y="3072"/>
                  </a:lnTo>
                  <a:cubicBezTo>
                    <a:pt x="6773" y="3069"/>
                    <a:pt x="6776" y="3069"/>
                    <a:pt x="6782" y="3069"/>
                  </a:cubicBezTo>
                  <a:cubicBezTo>
                    <a:pt x="6890" y="3051"/>
                    <a:pt x="6998" y="3026"/>
                    <a:pt x="7106" y="2995"/>
                  </a:cubicBezTo>
                  <a:cubicBezTo>
                    <a:pt x="7190" y="2984"/>
                    <a:pt x="7155" y="2836"/>
                    <a:pt x="7085" y="2836"/>
                  </a:cubicBezTo>
                  <a:close/>
                  <a:moveTo>
                    <a:pt x="5496" y="2846"/>
                  </a:moveTo>
                  <a:cubicBezTo>
                    <a:pt x="5413" y="2846"/>
                    <a:pt x="5383" y="2966"/>
                    <a:pt x="5465" y="3001"/>
                  </a:cubicBezTo>
                  <a:cubicBezTo>
                    <a:pt x="5573" y="3032"/>
                    <a:pt x="5681" y="3057"/>
                    <a:pt x="5789" y="3072"/>
                  </a:cubicBezTo>
                  <a:cubicBezTo>
                    <a:pt x="5792" y="3074"/>
                    <a:pt x="5795" y="3074"/>
                    <a:pt x="5797" y="3074"/>
                  </a:cubicBezTo>
                  <a:cubicBezTo>
                    <a:pt x="5799" y="3074"/>
                    <a:pt x="5802" y="3074"/>
                    <a:pt x="5805" y="3072"/>
                  </a:cubicBezTo>
                  <a:lnTo>
                    <a:pt x="5805" y="3075"/>
                  </a:lnTo>
                  <a:cubicBezTo>
                    <a:pt x="5903" y="3075"/>
                    <a:pt x="5916" y="2933"/>
                    <a:pt x="5817" y="2915"/>
                  </a:cubicBezTo>
                  <a:cubicBezTo>
                    <a:pt x="5715" y="2899"/>
                    <a:pt x="5610" y="2875"/>
                    <a:pt x="5509" y="2847"/>
                  </a:cubicBezTo>
                  <a:cubicBezTo>
                    <a:pt x="5504" y="2846"/>
                    <a:pt x="5500" y="2846"/>
                    <a:pt x="5496" y="2846"/>
                  </a:cubicBezTo>
                  <a:close/>
                  <a:moveTo>
                    <a:pt x="6123" y="2946"/>
                  </a:moveTo>
                  <a:cubicBezTo>
                    <a:pt x="6020" y="2946"/>
                    <a:pt x="6013" y="3103"/>
                    <a:pt x="6119" y="3109"/>
                  </a:cubicBezTo>
                  <a:cubicBezTo>
                    <a:pt x="6172" y="3112"/>
                    <a:pt x="6227" y="3112"/>
                    <a:pt x="6280" y="3112"/>
                  </a:cubicBezTo>
                  <a:cubicBezTo>
                    <a:pt x="6338" y="3112"/>
                    <a:pt x="6394" y="3109"/>
                    <a:pt x="6452" y="3109"/>
                  </a:cubicBezTo>
                  <a:cubicBezTo>
                    <a:pt x="6554" y="3097"/>
                    <a:pt x="6548" y="2949"/>
                    <a:pt x="6446" y="2946"/>
                  </a:cubicBezTo>
                  <a:lnTo>
                    <a:pt x="6443" y="2946"/>
                  </a:lnTo>
                  <a:cubicBezTo>
                    <a:pt x="6391" y="2949"/>
                    <a:pt x="6338" y="2950"/>
                    <a:pt x="6286" y="2950"/>
                  </a:cubicBezTo>
                  <a:cubicBezTo>
                    <a:pt x="6233" y="2950"/>
                    <a:pt x="6181" y="2949"/>
                    <a:pt x="6128" y="2946"/>
                  </a:cubicBezTo>
                  <a:cubicBezTo>
                    <a:pt x="6126" y="2946"/>
                    <a:pt x="6125" y="2946"/>
                    <a:pt x="6123" y="294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8"/>
            <p:cNvSpPr/>
            <p:nvPr/>
          </p:nvSpPr>
          <p:spPr>
            <a:xfrm>
              <a:off x="8708991" y="3277577"/>
              <a:ext cx="164307" cy="158066"/>
            </a:xfrm>
            <a:custGeom>
              <a:avLst/>
              <a:gdLst/>
              <a:ahLst/>
              <a:cxnLst/>
              <a:rect l="l" t="t" r="r" b="b"/>
              <a:pathLst>
                <a:path w="2580" h="2482" extrusionOk="0">
                  <a:moveTo>
                    <a:pt x="800" y="227"/>
                  </a:moveTo>
                  <a:lnTo>
                    <a:pt x="800" y="227"/>
                  </a:lnTo>
                  <a:cubicBezTo>
                    <a:pt x="895" y="304"/>
                    <a:pt x="1056" y="439"/>
                    <a:pt x="1265" y="628"/>
                  </a:cubicBezTo>
                  <a:cubicBezTo>
                    <a:pt x="1151" y="689"/>
                    <a:pt x="1022" y="757"/>
                    <a:pt x="886" y="831"/>
                  </a:cubicBezTo>
                  <a:cubicBezTo>
                    <a:pt x="831" y="523"/>
                    <a:pt x="809" y="335"/>
                    <a:pt x="800" y="227"/>
                  </a:cubicBezTo>
                  <a:close/>
                  <a:moveTo>
                    <a:pt x="2070" y="452"/>
                  </a:moveTo>
                  <a:cubicBezTo>
                    <a:pt x="2024" y="631"/>
                    <a:pt x="1962" y="806"/>
                    <a:pt x="1888" y="973"/>
                  </a:cubicBezTo>
                  <a:cubicBezTo>
                    <a:pt x="1777" y="871"/>
                    <a:pt x="1663" y="766"/>
                    <a:pt x="1552" y="665"/>
                  </a:cubicBezTo>
                  <a:cubicBezTo>
                    <a:pt x="1861" y="513"/>
                    <a:pt x="2003" y="467"/>
                    <a:pt x="2070" y="452"/>
                  </a:cubicBezTo>
                  <a:close/>
                  <a:moveTo>
                    <a:pt x="766" y="1081"/>
                  </a:moveTo>
                  <a:cubicBezTo>
                    <a:pt x="794" y="1226"/>
                    <a:pt x="824" y="1374"/>
                    <a:pt x="855" y="1519"/>
                  </a:cubicBezTo>
                  <a:cubicBezTo>
                    <a:pt x="472" y="1467"/>
                    <a:pt x="302" y="1421"/>
                    <a:pt x="226" y="1391"/>
                  </a:cubicBezTo>
                  <a:lnTo>
                    <a:pt x="226" y="1391"/>
                  </a:lnTo>
                  <a:cubicBezTo>
                    <a:pt x="338" y="1326"/>
                    <a:pt x="537" y="1209"/>
                    <a:pt x="766" y="1081"/>
                  </a:cubicBezTo>
                  <a:close/>
                  <a:moveTo>
                    <a:pt x="1398" y="745"/>
                  </a:moveTo>
                  <a:cubicBezTo>
                    <a:pt x="1537" y="871"/>
                    <a:pt x="1685" y="1004"/>
                    <a:pt x="1821" y="1133"/>
                  </a:cubicBezTo>
                  <a:cubicBezTo>
                    <a:pt x="1756" y="1288"/>
                    <a:pt x="1685" y="1445"/>
                    <a:pt x="1611" y="1590"/>
                  </a:cubicBezTo>
                  <a:cubicBezTo>
                    <a:pt x="1395" y="1574"/>
                    <a:pt x="1198" y="1556"/>
                    <a:pt x="1025" y="1537"/>
                  </a:cubicBezTo>
                  <a:cubicBezTo>
                    <a:pt x="985" y="1362"/>
                    <a:pt x="948" y="1177"/>
                    <a:pt x="917" y="998"/>
                  </a:cubicBezTo>
                  <a:cubicBezTo>
                    <a:pt x="1093" y="902"/>
                    <a:pt x="1253" y="816"/>
                    <a:pt x="1398" y="745"/>
                  </a:cubicBezTo>
                  <a:close/>
                  <a:moveTo>
                    <a:pt x="1947" y="1251"/>
                  </a:moveTo>
                  <a:cubicBezTo>
                    <a:pt x="2151" y="1451"/>
                    <a:pt x="2262" y="1565"/>
                    <a:pt x="2317" y="1633"/>
                  </a:cubicBezTo>
                  <a:cubicBezTo>
                    <a:pt x="2200" y="1627"/>
                    <a:pt x="2009" y="1618"/>
                    <a:pt x="1787" y="1602"/>
                  </a:cubicBezTo>
                  <a:cubicBezTo>
                    <a:pt x="1839" y="1488"/>
                    <a:pt x="1895" y="1371"/>
                    <a:pt x="1947" y="1251"/>
                  </a:cubicBezTo>
                  <a:close/>
                  <a:moveTo>
                    <a:pt x="1062" y="1704"/>
                  </a:moveTo>
                  <a:lnTo>
                    <a:pt x="1062" y="1704"/>
                  </a:lnTo>
                  <a:cubicBezTo>
                    <a:pt x="1204" y="1719"/>
                    <a:pt x="1364" y="1735"/>
                    <a:pt x="1534" y="1747"/>
                  </a:cubicBezTo>
                  <a:cubicBezTo>
                    <a:pt x="1373" y="2065"/>
                    <a:pt x="1268" y="2225"/>
                    <a:pt x="1213" y="2287"/>
                  </a:cubicBezTo>
                  <a:cubicBezTo>
                    <a:pt x="1182" y="2197"/>
                    <a:pt x="1130" y="2012"/>
                    <a:pt x="1062" y="1704"/>
                  </a:cubicBezTo>
                  <a:close/>
                  <a:moveTo>
                    <a:pt x="735" y="0"/>
                  </a:moveTo>
                  <a:cubicBezTo>
                    <a:pt x="708" y="0"/>
                    <a:pt x="683" y="10"/>
                    <a:pt x="664" y="29"/>
                  </a:cubicBezTo>
                  <a:cubicBezTo>
                    <a:pt x="636" y="66"/>
                    <a:pt x="593" y="116"/>
                    <a:pt x="735" y="914"/>
                  </a:cubicBezTo>
                  <a:cubicBezTo>
                    <a:pt x="362" y="1121"/>
                    <a:pt x="53" y="1303"/>
                    <a:pt x="50" y="1303"/>
                  </a:cubicBezTo>
                  <a:cubicBezTo>
                    <a:pt x="29" y="1318"/>
                    <a:pt x="13" y="1340"/>
                    <a:pt x="13" y="1365"/>
                  </a:cubicBezTo>
                  <a:cubicBezTo>
                    <a:pt x="1" y="1497"/>
                    <a:pt x="143" y="1596"/>
                    <a:pt x="889" y="1685"/>
                  </a:cubicBezTo>
                  <a:cubicBezTo>
                    <a:pt x="948" y="1938"/>
                    <a:pt x="1037" y="2321"/>
                    <a:pt x="1096" y="2423"/>
                  </a:cubicBezTo>
                  <a:cubicBezTo>
                    <a:pt x="1114" y="2460"/>
                    <a:pt x="1151" y="2481"/>
                    <a:pt x="1191" y="2481"/>
                  </a:cubicBezTo>
                  <a:cubicBezTo>
                    <a:pt x="1247" y="2481"/>
                    <a:pt x="1352" y="2481"/>
                    <a:pt x="1710" y="1763"/>
                  </a:cubicBezTo>
                  <a:cubicBezTo>
                    <a:pt x="2117" y="1787"/>
                    <a:pt x="2434" y="1800"/>
                    <a:pt x="2441" y="1800"/>
                  </a:cubicBezTo>
                  <a:cubicBezTo>
                    <a:pt x="2443" y="1800"/>
                    <a:pt x="2446" y="1800"/>
                    <a:pt x="2448" y="1800"/>
                  </a:cubicBezTo>
                  <a:cubicBezTo>
                    <a:pt x="2485" y="1800"/>
                    <a:pt x="2519" y="1779"/>
                    <a:pt x="2533" y="1741"/>
                  </a:cubicBezTo>
                  <a:cubicBezTo>
                    <a:pt x="2558" y="1682"/>
                    <a:pt x="2579" y="1633"/>
                    <a:pt x="2012" y="1093"/>
                  </a:cubicBezTo>
                  <a:cubicBezTo>
                    <a:pt x="2126" y="822"/>
                    <a:pt x="2249" y="495"/>
                    <a:pt x="2237" y="387"/>
                  </a:cubicBezTo>
                  <a:cubicBezTo>
                    <a:pt x="2234" y="341"/>
                    <a:pt x="2197" y="285"/>
                    <a:pt x="2107" y="285"/>
                  </a:cubicBezTo>
                  <a:cubicBezTo>
                    <a:pt x="2040" y="285"/>
                    <a:pt x="1895" y="313"/>
                    <a:pt x="1423" y="550"/>
                  </a:cubicBezTo>
                  <a:cubicBezTo>
                    <a:pt x="1198" y="350"/>
                    <a:pt x="843" y="42"/>
                    <a:pt x="775" y="8"/>
                  </a:cubicBezTo>
                  <a:cubicBezTo>
                    <a:pt x="762" y="3"/>
                    <a:pt x="749" y="0"/>
                    <a:pt x="7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8"/>
            <p:cNvSpPr/>
            <p:nvPr/>
          </p:nvSpPr>
          <p:spPr>
            <a:xfrm>
              <a:off x="6815220" y="4899330"/>
              <a:ext cx="115525" cy="116098"/>
            </a:xfrm>
            <a:custGeom>
              <a:avLst/>
              <a:gdLst/>
              <a:ahLst/>
              <a:cxnLst/>
              <a:rect l="l" t="t" r="r" b="b"/>
              <a:pathLst>
                <a:path w="1814" h="1823" extrusionOk="0">
                  <a:moveTo>
                    <a:pt x="969" y="234"/>
                  </a:moveTo>
                  <a:cubicBezTo>
                    <a:pt x="991" y="315"/>
                    <a:pt x="1018" y="416"/>
                    <a:pt x="1034" y="484"/>
                  </a:cubicBezTo>
                  <a:cubicBezTo>
                    <a:pt x="1077" y="666"/>
                    <a:pt x="1089" y="706"/>
                    <a:pt x="1111" y="737"/>
                  </a:cubicBezTo>
                  <a:cubicBezTo>
                    <a:pt x="1132" y="768"/>
                    <a:pt x="1166" y="783"/>
                    <a:pt x="1345" y="845"/>
                  </a:cubicBezTo>
                  <a:cubicBezTo>
                    <a:pt x="1410" y="870"/>
                    <a:pt x="1506" y="904"/>
                    <a:pt x="1577" y="935"/>
                  </a:cubicBezTo>
                  <a:cubicBezTo>
                    <a:pt x="1478" y="978"/>
                    <a:pt x="1311" y="1039"/>
                    <a:pt x="1169" y="1092"/>
                  </a:cubicBezTo>
                  <a:cubicBezTo>
                    <a:pt x="1148" y="1098"/>
                    <a:pt x="1129" y="1113"/>
                    <a:pt x="1120" y="1135"/>
                  </a:cubicBezTo>
                  <a:cubicBezTo>
                    <a:pt x="1049" y="1302"/>
                    <a:pt x="960" y="1490"/>
                    <a:pt x="901" y="1595"/>
                  </a:cubicBezTo>
                  <a:cubicBezTo>
                    <a:pt x="861" y="1481"/>
                    <a:pt x="802" y="1280"/>
                    <a:pt x="759" y="1107"/>
                  </a:cubicBezTo>
                  <a:cubicBezTo>
                    <a:pt x="753" y="1076"/>
                    <a:pt x="728" y="1052"/>
                    <a:pt x="698" y="1046"/>
                  </a:cubicBezTo>
                  <a:cubicBezTo>
                    <a:pt x="528" y="1015"/>
                    <a:pt x="334" y="972"/>
                    <a:pt x="226" y="941"/>
                  </a:cubicBezTo>
                  <a:cubicBezTo>
                    <a:pt x="392" y="854"/>
                    <a:pt x="565" y="774"/>
                    <a:pt x="738" y="706"/>
                  </a:cubicBezTo>
                  <a:cubicBezTo>
                    <a:pt x="759" y="697"/>
                    <a:pt x="775" y="682"/>
                    <a:pt x="784" y="660"/>
                  </a:cubicBezTo>
                  <a:cubicBezTo>
                    <a:pt x="839" y="515"/>
                    <a:pt x="901" y="373"/>
                    <a:pt x="969" y="234"/>
                  </a:cubicBezTo>
                  <a:close/>
                  <a:moveTo>
                    <a:pt x="987" y="0"/>
                  </a:moveTo>
                  <a:cubicBezTo>
                    <a:pt x="938" y="0"/>
                    <a:pt x="864" y="0"/>
                    <a:pt x="645" y="571"/>
                  </a:cubicBezTo>
                  <a:cubicBezTo>
                    <a:pt x="37" y="814"/>
                    <a:pt x="16" y="895"/>
                    <a:pt x="7" y="928"/>
                  </a:cubicBezTo>
                  <a:cubicBezTo>
                    <a:pt x="0" y="956"/>
                    <a:pt x="7" y="984"/>
                    <a:pt x="22" y="1009"/>
                  </a:cubicBezTo>
                  <a:cubicBezTo>
                    <a:pt x="37" y="1030"/>
                    <a:pt x="84" y="1092"/>
                    <a:pt x="614" y="1197"/>
                  </a:cubicBezTo>
                  <a:cubicBezTo>
                    <a:pt x="775" y="1823"/>
                    <a:pt x="830" y="1823"/>
                    <a:pt x="889" y="1823"/>
                  </a:cubicBezTo>
                  <a:lnTo>
                    <a:pt x="895" y="1823"/>
                  </a:lnTo>
                  <a:cubicBezTo>
                    <a:pt x="944" y="1820"/>
                    <a:pt x="1000" y="1817"/>
                    <a:pt x="1256" y="1231"/>
                  </a:cubicBezTo>
                  <a:cubicBezTo>
                    <a:pt x="1413" y="1175"/>
                    <a:pt x="1715" y="1064"/>
                    <a:pt x="1780" y="1006"/>
                  </a:cubicBezTo>
                  <a:cubicBezTo>
                    <a:pt x="1802" y="984"/>
                    <a:pt x="1814" y="950"/>
                    <a:pt x="1811" y="919"/>
                  </a:cubicBezTo>
                  <a:cubicBezTo>
                    <a:pt x="1796" y="845"/>
                    <a:pt x="1715" y="805"/>
                    <a:pt x="1404" y="694"/>
                  </a:cubicBezTo>
                  <a:cubicBezTo>
                    <a:pt x="1345" y="672"/>
                    <a:pt x="1274" y="648"/>
                    <a:pt x="1240" y="632"/>
                  </a:cubicBezTo>
                  <a:cubicBezTo>
                    <a:pt x="1231" y="598"/>
                    <a:pt x="1209" y="515"/>
                    <a:pt x="1194" y="447"/>
                  </a:cubicBezTo>
                  <a:cubicBezTo>
                    <a:pt x="1139" y="228"/>
                    <a:pt x="1105" y="93"/>
                    <a:pt x="1065" y="40"/>
                  </a:cubicBezTo>
                  <a:cubicBezTo>
                    <a:pt x="1046" y="15"/>
                    <a:pt x="1018" y="3"/>
                    <a:pt x="98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36" name="Google Shape;836;p8"/>
            <p:cNvGrpSpPr/>
            <p:nvPr/>
          </p:nvGrpSpPr>
          <p:grpSpPr>
            <a:xfrm>
              <a:off x="7824041" y="4466983"/>
              <a:ext cx="367879" cy="258973"/>
              <a:chOff x="8341725" y="115829"/>
              <a:chExt cx="267198" cy="188098"/>
            </a:xfrm>
          </p:grpSpPr>
          <p:sp>
            <p:nvSpPr>
              <p:cNvPr id="837" name="Google Shape;837;p8"/>
              <p:cNvSpPr/>
              <p:nvPr/>
            </p:nvSpPr>
            <p:spPr>
              <a:xfrm>
                <a:off x="8405670" y="188118"/>
                <a:ext cx="107912" cy="91561"/>
              </a:xfrm>
              <a:custGeom>
                <a:avLst/>
                <a:gdLst/>
                <a:ahLst/>
                <a:cxnLst/>
                <a:rect l="l" t="t" r="r" b="b"/>
                <a:pathLst>
                  <a:path w="2884" h="2447" extrusionOk="0">
                    <a:moveTo>
                      <a:pt x="1471" y="0"/>
                    </a:moveTo>
                    <a:cubicBezTo>
                      <a:pt x="674" y="0"/>
                      <a:pt x="207" y="963"/>
                      <a:pt x="0" y="1543"/>
                    </a:cubicBezTo>
                    <a:lnTo>
                      <a:pt x="509" y="1710"/>
                    </a:lnTo>
                    <a:cubicBezTo>
                      <a:pt x="509" y="1710"/>
                      <a:pt x="918" y="578"/>
                      <a:pt x="1479" y="578"/>
                    </a:cubicBezTo>
                    <a:cubicBezTo>
                      <a:pt x="1552" y="578"/>
                      <a:pt x="1626" y="597"/>
                      <a:pt x="1703" y="639"/>
                    </a:cubicBezTo>
                    <a:cubicBezTo>
                      <a:pt x="2375" y="1009"/>
                      <a:pt x="2030" y="2212"/>
                      <a:pt x="2030" y="2212"/>
                    </a:cubicBezTo>
                    <a:lnTo>
                      <a:pt x="2647" y="2447"/>
                    </a:lnTo>
                    <a:cubicBezTo>
                      <a:pt x="2770" y="1759"/>
                      <a:pt x="2884" y="312"/>
                      <a:pt x="1724" y="32"/>
                    </a:cubicBezTo>
                    <a:cubicBezTo>
                      <a:pt x="1636" y="10"/>
                      <a:pt x="1552" y="0"/>
                      <a:pt x="1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8"/>
              <p:cNvSpPr/>
              <p:nvPr/>
            </p:nvSpPr>
            <p:spPr>
              <a:xfrm>
                <a:off x="8341725" y="115829"/>
                <a:ext cx="267198" cy="188098"/>
              </a:xfrm>
              <a:custGeom>
                <a:avLst/>
                <a:gdLst/>
                <a:ahLst/>
                <a:cxnLst/>
                <a:rect l="l" t="t" r="r" b="b"/>
                <a:pathLst>
                  <a:path w="7141" h="5027" extrusionOk="0">
                    <a:moveTo>
                      <a:pt x="3198" y="0"/>
                    </a:moveTo>
                    <a:cubicBezTo>
                      <a:pt x="998" y="0"/>
                      <a:pt x="1" y="2926"/>
                      <a:pt x="1" y="2926"/>
                    </a:cubicBezTo>
                    <a:lnTo>
                      <a:pt x="475" y="3080"/>
                    </a:lnTo>
                    <a:cubicBezTo>
                      <a:pt x="742" y="2290"/>
                      <a:pt x="1495" y="619"/>
                      <a:pt x="3054" y="619"/>
                    </a:cubicBezTo>
                    <a:cubicBezTo>
                      <a:pt x="3284" y="619"/>
                      <a:pt x="3531" y="655"/>
                      <a:pt x="3797" y="736"/>
                    </a:cubicBezTo>
                    <a:cubicBezTo>
                      <a:pt x="6456" y="1541"/>
                      <a:pt x="5916" y="4018"/>
                      <a:pt x="5648" y="4866"/>
                    </a:cubicBezTo>
                    <a:lnTo>
                      <a:pt x="6067" y="5026"/>
                    </a:lnTo>
                    <a:cubicBezTo>
                      <a:pt x="6067" y="5026"/>
                      <a:pt x="7141" y="1301"/>
                      <a:pt x="4223" y="199"/>
                    </a:cubicBezTo>
                    <a:cubicBezTo>
                      <a:pt x="3856" y="61"/>
                      <a:pt x="3515" y="0"/>
                      <a:pt x="31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8"/>
              <p:cNvSpPr/>
              <p:nvPr/>
            </p:nvSpPr>
            <p:spPr>
              <a:xfrm>
                <a:off x="8359386" y="138953"/>
                <a:ext cx="223906" cy="158950"/>
              </a:xfrm>
              <a:custGeom>
                <a:avLst/>
                <a:gdLst/>
                <a:ahLst/>
                <a:cxnLst/>
                <a:rect l="l" t="t" r="r" b="b"/>
                <a:pathLst>
                  <a:path w="5984" h="4248" extrusionOk="0">
                    <a:moveTo>
                      <a:pt x="2582" y="1"/>
                    </a:moveTo>
                    <a:cubicBezTo>
                      <a:pt x="1023" y="1"/>
                      <a:pt x="269" y="1672"/>
                      <a:pt x="0" y="2459"/>
                    </a:cubicBezTo>
                    <a:lnTo>
                      <a:pt x="627" y="2660"/>
                    </a:lnTo>
                    <a:cubicBezTo>
                      <a:pt x="890" y="1900"/>
                      <a:pt x="1508" y="619"/>
                      <a:pt x="2695" y="619"/>
                    </a:cubicBezTo>
                    <a:cubicBezTo>
                      <a:pt x="2983" y="619"/>
                      <a:pt x="3304" y="694"/>
                      <a:pt x="3661" y="871"/>
                    </a:cubicBezTo>
                    <a:cubicBezTo>
                      <a:pt x="4861" y="1463"/>
                      <a:pt x="4710" y="3199"/>
                      <a:pt x="4562" y="4017"/>
                    </a:cubicBezTo>
                    <a:lnTo>
                      <a:pt x="5173" y="4248"/>
                    </a:lnTo>
                    <a:cubicBezTo>
                      <a:pt x="5444" y="3400"/>
                      <a:pt x="5984" y="923"/>
                      <a:pt x="3325" y="118"/>
                    </a:cubicBezTo>
                    <a:cubicBezTo>
                      <a:pt x="3059" y="37"/>
                      <a:pt x="2812" y="1"/>
                      <a:pt x="258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8"/>
              <p:cNvSpPr/>
              <p:nvPr/>
            </p:nvSpPr>
            <p:spPr>
              <a:xfrm>
                <a:off x="8382696" y="162076"/>
                <a:ext cx="158613" cy="127182"/>
              </a:xfrm>
              <a:custGeom>
                <a:avLst/>
                <a:gdLst/>
                <a:ahLst/>
                <a:cxnLst/>
                <a:rect l="l" t="t" r="r" b="b"/>
                <a:pathLst>
                  <a:path w="4239" h="3399" extrusionOk="0">
                    <a:moveTo>
                      <a:pt x="2072" y="1"/>
                    </a:moveTo>
                    <a:cubicBezTo>
                      <a:pt x="884" y="1"/>
                      <a:pt x="264" y="1282"/>
                      <a:pt x="0" y="2042"/>
                    </a:cubicBezTo>
                    <a:lnTo>
                      <a:pt x="614" y="2239"/>
                    </a:lnTo>
                    <a:cubicBezTo>
                      <a:pt x="824" y="1659"/>
                      <a:pt x="1288" y="696"/>
                      <a:pt x="2085" y="696"/>
                    </a:cubicBezTo>
                    <a:cubicBezTo>
                      <a:pt x="2166" y="696"/>
                      <a:pt x="2250" y="706"/>
                      <a:pt x="2338" y="728"/>
                    </a:cubicBezTo>
                    <a:cubicBezTo>
                      <a:pt x="3498" y="1008"/>
                      <a:pt x="3384" y="2455"/>
                      <a:pt x="3261" y="3140"/>
                    </a:cubicBezTo>
                    <a:lnTo>
                      <a:pt x="3939" y="3399"/>
                    </a:lnTo>
                    <a:cubicBezTo>
                      <a:pt x="4084" y="2581"/>
                      <a:pt x="4238" y="845"/>
                      <a:pt x="3038" y="253"/>
                    </a:cubicBezTo>
                    <a:cubicBezTo>
                      <a:pt x="2681" y="76"/>
                      <a:pt x="2360" y="1"/>
                      <a:pt x="20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8"/>
              <p:cNvSpPr/>
              <p:nvPr/>
            </p:nvSpPr>
            <p:spPr>
              <a:xfrm>
                <a:off x="8355644" y="135024"/>
                <a:ext cx="241044" cy="163814"/>
              </a:xfrm>
              <a:custGeom>
                <a:avLst/>
                <a:gdLst/>
                <a:ahLst/>
                <a:cxnLst/>
                <a:rect l="l" t="t" r="r" b="b"/>
                <a:pathLst>
                  <a:path w="6442" h="4378" extrusionOk="0">
                    <a:moveTo>
                      <a:pt x="2825" y="0"/>
                    </a:moveTo>
                    <a:cubicBezTo>
                      <a:pt x="2536" y="0"/>
                      <a:pt x="2256" y="58"/>
                      <a:pt x="1985" y="174"/>
                    </a:cubicBezTo>
                    <a:cubicBezTo>
                      <a:pt x="671" y="738"/>
                      <a:pt x="48" y="2465"/>
                      <a:pt x="23" y="2536"/>
                    </a:cubicBezTo>
                    <a:cubicBezTo>
                      <a:pt x="0" y="2602"/>
                      <a:pt x="51" y="2647"/>
                      <a:pt x="102" y="2647"/>
                    </a:cubicBezTo>
                    <a:cubicBezTo>
                      <a:pt x="133" y="2647"/>
                      <a:pt x="164" y="2630"/>
                      <a:pt x="178" y="2592"/>
                    </a:cubicBezTo>
                    <a:cubicBezTo>
                      <a:pt x="184" y="2573"/>
                      <a:pt x="801" y="862"/>
                      <a:pt x="2050" y="322"/>
                    </a:cubicBezTo>
                    <a:cubicBezTo>
                      <a:pt x="2299" y="216"/>
                      <a:pt x="2558" y="163"/>
                      <a:pt x="2824" y="163"/>
                    </a:cubicBezTo>
                    <a:cubicBezTo>
                      <a:pt x="3140" y="163"/>
                      <a:pt x="3467" y="238"/>
                      <a:pt x="3802" y="387"/>
                    </a:cubicBezTo>
                    <a:cubicBezTo>
                      <a:pt x="4822" y="843"/>
                      <a:pt x="5368" y="1630"/>
                      <a:pt x="5424" y="2728"/>
                    </a:cubicBezTo>
                    <a:cubicBezTo>
                      <a:pt x="5445" y="3249"/>
                      <a:pt x="5368" y="3773"/>
                      <a:pt x="5199" y="4267"/>
                    </a:cubicBezTo>
                    <a:cubicBezTo>
                      <a:pt x="5183" y="4310"/>
                      <a:pt x="5205" y="4356"/>
                      <a:pt x="5245" y="4371"/>
                    </a:cubicBezTo>
                    <a:cubicBezTo>
                      <a:pt x="5254" y="4375"/>
                      <a:pt x="5263" y="4378"/>
                      <a:pt x="5276" y="4378"/>
                    </a:cubicBezTo>
                    <a:cubicBezTo>
                      <a:pt x="5307" y="4375"/>
                      <a:pt x="5334" y="4356"/>
                      <a:pt x="5347" y="4325"/>
                    </a:cubicBezTo>
                    <a:cubicBezTo>
                      <a:pt x="5359" y="4294"/>
                      <a:pt x="6442" y="1389"/>
                      <a:pt x="3863" y="239"/>
                    </a:cubicBezTo>
                    <a:cubicBezTo>
                      <a:pt x="3508" y="79"/>
                      <a:pt x="3161" y="0"/>
                      <a:pt x="2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8"/>
              <p:cNvSpPr/>
              <p:nvPr/>
            </p:nvSpPr>
            <p:spPr>
              <a:xfrm>
                <a:off x="8378917" y="160430"/>
                <a:ext cx="167107" cy="131822"/>
              </a:xfrm>
              <a:custGeom>
                <a:avLst/>
                <a:gdLst/>
                <a:ahLst/>
                <a:cxnLst/>
                <a:rect l="l" t="t" r="r" b="b"/>
                <a:pathLst>
                  <a:path w="4466" h="3523" extrusionOk="0">
                    <a:moveTo>
                      <a:pt x="2270" y="0"/>
                    </a:moveTo>
                    <a:cubicBezTo>
                      <a:pt x="2003" y="0"/>
                      <a:pt x="1745" y="61"/>
                      <a:pt x="1499" y="183"/>
                    </a:cubicBezTo>
                    <a:cubicBezTo>
                      <a:pt x="493" y="679"/>
                      <a:pt x="43" y="2005"/>
                      <a:pt x="21" y="2064"/>
                    </a:cubicBezTo>
                    <a:cubicBezTo>
                      <a:pt x="0" y="2127"/>
                      <a:pt x="51" y="2169"/>
                      <a:pt x="100" y="2169"/>
                    </a:cubicBezTo>
                    <a:cubicBezTo>
                      <a:pt x="131" y="2169"/>
                      <a:pt x="162" y="2153"/>
                      <a:pt x="175" y="2113"/>
                    </a:cubicBezTo>
                    <a:cubicBezTo>
                      <a:pt x="182" y="2101"/>
                      <a:pt x="626" y="793"/>
                      <a:pt x="1573" y="328"/>
                    </a:cubicBezTo>
                    <a:cubicBezTo>
                      <a:pt x="1793" y="217"/>
                      <a:pt x="2027" y="162"/>
                      <a:pt x="2269" y="162"/>
                    </a:cubicBezTo>
                    <a:cubicBezTo>
                      <a:pt x="2467" y="162"/>
                      <a:pt x="2671" y="199"/>
                      <a:pt x="2880" y="272"/>
                    </a:cubicBezTo>
                    <a:cubicBezTo>
                      <a:pt x="4466" y="818"/>
                      <a:pt x="3966" y="3403"/>
                      <a:pt x="3960" y="3427"/>
                    </a:cubicBezTo>
                    <a:cubicBezTo>
                      <a:pt x="3951" y="3470"/>
                      <a:pt x="3978" y="3514"/>
                      <a:pt x="4022" y="3523"/>
                    </a:cubicBezTo>
                    <a:lnTo>
                      <a:pt x="4040" y="3523"/>
                    </a:lnTo>
                    <a:cubicBezTo>
                      <a:pt x="4077" y="3523"/>
                      <a:pt x="4108" y="3495"/>
                      <a:pt x="4114" y="3461"/>
                    </a:cubicBezTo>
                    <a:cubicBezTo>
                      <a:pt x="4200" y="2986"/>
                      <a:pt x="4222" y="2505"/>
                      <a:pt x="4179" y="2027"/>
                    </a:cubicBezTo>
                    <a:cubicBezTo>
                      <a:pt x="4077" y="1025"/>
                      <a:pt x="3648" y="365"/>
                      <a:pt x="2933" y="118"/>
                    </a:cubicBezTo>
                    <a:cubicBezTo>
                      <a:pt x="2706" y="40"/>
                      <a:pt x="2485" y="0"/>
                      <a:pt x="22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8"/>
              <p:cNvSpPr/>
              <p:nvPr/>
            </p:nvSpPr>
            <p:spPr>
              <a:xfrm>
                <a:off x="8401853" y="185237"/>
                <a:ext cx="121906" cy="97435"/>
              </a:xfrm>
              <a:custGeom>
                <a:avLst/>
                <a:gdLst/>
                <a:ahLst/>
                <a:cxnLst/>
                <a:rect l="l" t="t" r="r" b="b"/>
                <a:pathLst>
                  <a:path w="3258" h="2604" extrusionOk="0">
                    <a:moveTo>
                      <a:pt x="1629" y="1"/>
                    </a:moveTo>
                    <a:cubicBezTo>
                      <a:pt x="1471" y="1"/>
                      <a:pt x="1312" y="37"/>
                      <a:pt x="1166" y="109"/>
                    </a:cubicBezTo>
                    <a:cubicBezTo>
                      <a:pt x="429" y="457"/>
                      <a:pt x="41" y="1549"/>
                      <a:pt x="22" y="1595"/>
                    </a:cubicBezTo>
                    <a:cubicBezTo>
                      <a:pt x="1" y="1659"/>
                      <a:pt x="52" y="1703"/>
                      <a:pt x="103" y="1703"/>
                    </a:cubicBezTo>
                    <a:cubicBezTo>
                      <a:pt x="133" y="1703"/>
                      <a:pt x="163" y="1686"/>
                      <a:pt x="176" y="1648"/>
                    </a:cubicBezTo>
                    <a:cubicBezTo>
                      <a:pt x="182" y="1638"/>
                      <a:pt x="562" y="574"/>
                      <a:pt x="1237" y="254"/>
                    </a:cubicBezTo>
                    <a:cubicBezTo>
                      <a:pt x="1360" y="194"/>
                      <a:pt x="1495" y="163"/>
                      <a:pt x="1630" y="163"/>
                    </a:cubicBezTo>
                    <a:cubicBezTo>
                      <a:pt x="1738" y="163"/>
                      <a:pt x="1847" y="183"/>
                      <a:pt x="1950" y="223"/>
                    </a:cubicBezTo>
                    <a:cubicBezTo>
                      <a:pt x="3069" y="624"/>
                      <a:pt x="2674" y="2487"/>
                      <a:pt x="2668" y="2505"/>
                    </a:cubicBezTo>
                    <a:cubicBezTo>
                      <a:pt x="2659" y="2548"/>
                      <a:pt x="2687" y="2592"/>
                      <a:pt x="2730" y="2601"/>
                    </a:cubicBezTo>
                    <a:cubicBezTo>
                      <a:pt x="2736" y="2604"/>
                      <a:pt x="2742" y="2604"/>
                      <a:pt x="2749" y="2604"/>
                    </a:cubicBezTo>
                    <a:cubicBezTo>
                      <a:pt x="2786" y="2601"/>
                      <a:pt x="2816" y="2576"/>
                      <a:pt x="2826" y="2539"/>
                    </a:cubicBezTo>
                    <a:cubicBezTo>
                      <a:pt x="2844" y="2456"/>
                      <a:pt x="3257" y="519"/>
                      <a:pt x="2002" y="69"/>
                    </a:cubicBezTo>
                    <a:cubicBezTo>
                      <a:pt x="1882" y="23"/>
                      <a:pt x="1755" y="1"/>
                      <a:pt x="16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4" name="Google Shape;844;p8"/>
            <p:cNvGrpSpPr/>
            <p:nvPr/>
          </p:nvGrpSpPr>
          <p:grpSpPr>
            <a:xfrm>
              <a:off x="1836590" y="98137"/>
              <a:ext cx="5187333" cy="313951"/>
              <a:chOff x="1836590" y="98137"/>
              <a:chExt cx="5187333" cy="313951"/>
            </a:xfrm>
          </p:grpSpPr>
          <p:sp>
            <p:nvSpPr>
              <p:cNvPr id="845" name="Google Shape;845;p8"/>
              <p:cNvSpPr/>
              <p:nvPr/>
            </p:nvSpPr>
            <p:spPr>
              <a:xfrm>
                <a:off x="6927700" y="120062"/>
                <a:ext cx="96224" cy="96476"/>
              </a:xfrm>
              <a:custGeom>
                <a:avLst/>
                <a:gdLst/>
                <a:ahLst/>
                <a:cxnLst/>
                <a:rect l="l" t="t" r="r" b="b"/>
                <a:pathLst>
                  <a:path w="1121" h="1124" extrusionOk="0">
                    <a:moveTo>
                      <a:pt x="563" y="164"/>
                    </a:moveTo>
                    <a:lnTo>
                      <a:pt x="563" y="164"/>
                    </a:lnTo>
                    <a:cubicBezTo>
                      <a:pt x="782" y="168"/>
                      <a:pt x="960" y="347"/>
                      <a:pt x="957" y="565"/>
                    </a:cubicBezTo>
                    <a:cubicBezTo>
                      <a:pt x="957" y="784"/>
                      <a:pt x="778" y="960"/>
                      <a:pt x="562" y="960"/>
                    </a:cubicBezTo>
                    <a:cubicBezTo>
                      <a:pt x="340" y="960"/>
                      <a:pt x="164" y="781"/>
                      <a:pt x="164" y="562"/>
                    </a:cubicBezTo>
                    <a:cubicBezTo>
                      <a:pt x="164" y="341"/>
                      <a:pt x="342" y="166"/>
                      <a:pt x="563" y="164"/>
                    </a:cubicBezTo>
                    <a:close/>
                    <a:moveTo>
                      <a:pt x="562" y="1"/>
                    </a:moveTo>
                    <a:cubicBezTo>
                      <a:pt x="251" y="1"/>
                      <a:pt x="1" y="251"/>
                      <a:pt x="1" y="562"/>
                    </a:cubicBezTo>
                    <a:cubicBezTo>
                      <a:pt x="1" y="871"/>
                      <a:pt x="251" y="1121"/>
                      <a:pt x="559" y="1124"/>
                    </a:cubicBezTo>
                    <a:lnTo>
                      <a:pt x="562" y="1124"/>
                    </a:lnTo>
                    <a:cubicBezTo>
                      <a:pt x="871" y="1121"/>
                      <a:pt x="1121" y="871"/>
                      <a:pt x="1121" y="562"/>
                    </a:cubicBezTo>
                    <a:cubicBezTo>
                      <a:pt x="1121" y="251"/>
                      <a:pt x="871" y="1"/>
                      <a:pt x="5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8"/>
              <p:cNvSpPr/>
              <p:nvPr/>
            </p:nvSpPr>
            <p:spPr>
              <a:xfrm>
                <a:off x="2459614" y="204667"/>
                <a:ext cx="161423" cy="148928"/>
              </a:xfrm>
              <a:custGeom>
                <a:avLst/>
                <a:gdLst/>
                <a:ahLst/>
                <a:cxnLst/>
                <a:rect l="l" t="t" r="r" b="b"/>
                <a:pathLst>
                  <a:path w="2558" h="2360" extrusionOk="0">
                    <a:moveTo>
                      <a:pt x="1855" y="179"/>
                    </a:moveTo>
                    <a:lnTo>
                      <a:pt x="1855" y="179"/>
                    </a:lnTo>
                    <a:cubicBezTo>
                      <a:pt x="1827" y="306"/>
                      <a:pt x="1771" y="531"/>
                      <a:pt x="1707" y="790"/>
                    </a:cubicBezTo>
                    <a:cubicBezTo>
                      <a:pt x="1583" y="710"/>
                      <a:pt x="1457" y="630"/>
                      <a:pt x="1330" y="553"/>
                    </a:cubicBezTo>
                    <a:cubicBezTo>
                      <a:pt x="1629" y="306"/>
                      <a:pt x="1781" y="213"/>
                      <a:pt x="1855" y="179"/>
                    </a:cubicBezTo>
                    <a:close/>
                    <a:moveTo>
                      <a:pt x="522" y="287"/>
                    </a:moveTo>
                    <a:cubicBezTo>
                      <a:pt x="704" y="374"/>
                      <a:pt x="880" y="469"/>
                      <a:pt x="1053" y="577"/>
                    </a:cubicBezTo>
                    <a:cubicBezTo>
                      <a:pt x="942" y="670"/>
                      <a:pt x="824" y="778"/>
                      <a:pt x="698" y="892"/>
                    </a:cubicBezTo>
                    <a:cubicBezTo>
                      <a:pt x="575" y="559"/>
                      <a:pt x="531" y="371"/>
                      <a:pt x="522" y="287"/>
                    </a:cubicBezTo>
                    <a:close/>
                    <a:moveTo>
                      <a:pt x="1811" y="1046"/>
                    </a:moveTo>
                    <a:cubicBezTo>
                      <a:pt x="2070" y="1219"/>
                      <a:pt x="2225" y="1330"/>
                      <a:pt x="2308" y="1398"/>
                    </a:cubicBezTo>
                    <a:cubicBezTo>
                      <a:pt x="2188" y="1413"/>
                      <a:pt x="1981" y="1438"/>
                      <a:pt x="1694" y="1462"/>
                    </a:cubicBezTo>
                    <a:cubicBezTo>
                      <a:pt x="1731" y="1336"/>
                      <a:pt x="1771" y="1197"/>
                      <a:pt x="1808" y="1046"/>
                    </a:cubicBezTo>
                    <a:close/>
                    <a:moveTo>
                      <a:pt x="1201" y="664"/>
                    </a:moveTo>
                    <a:cubicBezTo>
                      <a:pt x="1355" y="756"/>
                      <a:pt x="1515" y="855"/>
                      <a:pt x="1666" y="954"/>
                    </a:cubicBezTo>
                    <a:cubicBezTo>
                      <a:pt x="1617" y="1148"/>
                      <a:pt x="1571" y="1324"/>
                      <a:pt x="1525" y="1478"/>
                    </a:cubicBezTo>
                    <a:cubicBezTo>
                      <a:pt x="1336" y="1493"/>
                      <a:pt x="1136" y="1509"/>
                      <a:pt x="951" y="1521"/>
                    </a:cubicBezTo>
                    <a:cubicBezTo>
                      <a:pt x="883" y="1367"/>
                      <a:pt x="815" y="1210"/>
                      <a:pt x="757" y="1055"/>
                    </a:cubicBezTo>
                    <a:cubicBezTo>
                      <a:pt x="917" y="910"/>
                      <a:pt x="1065" y="778"/>
                      <a:pt x="1201" y="664"/>
                    </a:cubicBezTo>
                    <a:close/>
                    <a:moveTo>
                      <a:pt x="630" y="1173"/>
                    </a:moveTo>
                    <a:cubicBezTo>
                      <a:pt x="676" y="1293"/>
                      <a:pt x="726" y="1413"/>
                      <a:pt x="775" y="1530"/>
                    </a:cubicBezTo>
                    <a:cubicBezTo>
                      <a:pt x="613" y="1539"/>
                      <a:pt x="473" y="1543"/>
                      <a:pt x="370" y="1543"/>
                    </a:cubicBezTo>
                    <a:cubicBezTo>
                      <a:pt x="319" y="1543"/>
                      <a:pt x="276" y="1542"/>
                      <a:pt x="245" y="1540"/>
                    </a:cubicBezTo>
                    <a:cubicBezTo>
                      <a:pt x="337" y="1450"/>
                      <a:pt x="476" y="1317"/>
                      <a:pt x="630" y="1173"/>
                    </a:cubicBezTo>
                    <a:close/>
                    <a:moveTo>
                      <a:pt x="1472" y="1644"/>
                    </a:moveTo>
                    <a:lnTo>
                      <a:pt x="1472" y="1644"/>
                    </a:lnTo>
                    <a:cubicBezTo>
                      <a:pt x="1370" y="1981"/>
                      <a:pt x="1306" y="2116"/>
                      <a:pt x="1275" y="2172"/>
                    </a:cubicBezTo>
                    <a:cubicBezTo>
                      <a:pt x="1176" y="2015"/>
                      <a:pt x="1090" y="1848"/>
                      <a:pt x="1019" y="1678"/>
                    </a:cubicBezTo>
                    <a:cubicBezTo>
                      <a:pt x="1167" y="1672"/>
                      <a:pt x="1321" y="1657"/>
                      <a:pt x="1472" y="1644"/>
                    </a:cubicBezTo>
                    <a:close/>
                    <a:moveTo>
                      <a:pt x="1916" y="0"/>
                    </a:moveTo>
                    <a:cubicBezTo>
                      <a:pt x="1833" y="0"/>
                      <a:pt x="1673" y="53"/>
                      <a:pt x="1182" y="466"/>
                    </a:cubicBezTo>
                    <a:cubicBezTo>
                      <a:pt x="960" y="334"/>
                      <a:pt x="618" y="136"/>
                      <a:pt x="507" y="108"/>
                    </a:cubicBezTo>
                    <a:cubicBezTo>
                      <a:pt x="494" y="108"/>
                      <a:pt x="485" y="105"/>
                      <a:pt x="476" y="105"/>
                    </a:cubicBezTo>
                    <a:cubicBezTo>
                      <a:pt x="439" y="105"/>
                      <a:pt x="408" y="124"/>
                      <a:pt x="386" y="155"/>
                    </a:cubicBezTo>
                    <a:cubicBezTo>
                      <a:pt x="359" y="192"/>
                      <a:pt x="297" y="281"/>
                      <a:pt x="568" y="1009"/>
                    </a:cubicBezTo>
                    <a:cubicBezTo>
                      <a:pt x="328" y="1231"/>
                      <a:pt x="118" y="1435"/>
                      <a:pt x="38" y="1515"/>
                    </a:cubicBezTo>
                    <a:cubicBezTo>
                      <a:pt x="10" y="1543"/>
                      <a:pt x="1" y="1583"/>
                      <a:pt x="13" y="1620"/>
                    </a:cubicBezTo>
                    <a:cubicBezTo>
                      <a:pt x="38" y="1681"/>
                      <a:pt x="93" y="1706"/>
                      <a:pt x="374" y="1706"/>
                    </a:cubicBezTo>
                    <a:cubicBezTo>
                      <a:pt x="497" y="1706"/>
                      <a:pt x="655" y="1700"/>
                      <a:pt x="846" y="1691"/>
                    </a:cubicBezTo>
                    <a:cubicBezTo>
                      <a:pt x="966" y="1959"/>
                      <a:pt x="1117" y="2271"/>
                      <a:pt x="1207" y="2338"/>
                    </a:cubicBezTo>
                    <a:cubicBezTo>
                      <a:pt x="1225" y="2351"/>
                      <a:pt x="1247" y="2360"/>
                      <a:pt x="1272" y="2360"/>
                    </a:cubicBezTo>
                    <a:lnTo>
                      <a:pt x="1275" y="2360"/>
                    </a:lnTo>
                    <a:cubicBezTo>
                      <a:pt x="1358" y="2360"/>
                      <a:pt x="1444" y="2304"/>
                      <a:pt x="1648" y="1629"/>
                    </a:cubicBezTo>
                    <a:cubicBezTo>
                      <a:pt x="1947" y="1604"/>
                      <a:pt x="2413" y="1555"/>
                      <a:pt x="2487" y="1530"/>
                    </a:cubicBezTo>
                    <a:cubicBezTo>
                      <a:pt x="2518" y="1515"/>
                      <a:pt x="2539" y="1487"/>
                      <a:pt x="2545" y="1456"/>
                    </a:cubicBezTo>
                    <a:cubicBezTo>
                      <a:pt x="2549" y="1398"/>
                      <a:pt x="2558" y="1339"/>
                      <a:pt x="1851" y="883"/>
                    </a:cubicBezTo>
                    <a:cubicBezTo>
                      <a:pt x="1959" y="466"/>
                      <a:pt x="2037" y="118"/>
                      <a:pt x="2037" y="115"/>
                    </a:cubicBezTo>
                    <a:cubicBezTo>
                      <a:pt x="2040" y="90"/>
                      <a:pt x="2033" y="62"/>
                      <a:pt x="2018" y="44"/>
                    </a:cubicBezTo>
                    <a:cubicBezTo>
                      <a:pt x="1990" y="16"/>
                      <a:pt x="1953" y="0"/>
                      <a:pt x="19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8"/>
              <p:cNvSpPr/>
              <p:nvPr/>
            </p:nvSpPr>
            <p:spPr>
              <a:xfrm rot="-5594267">
                <a:off x="1835213" y="130522"/>
                <a:ext cx="82879" cy="75565"/>
              </a:xfrm>
              <a:custGeom>
                <a:avLst/>
                <a:gdLst/>
                <a:ahLst/>
                <a:cxnLst/>
                <a:rect l="l" t="t" r="r" b="b"/>
                <a:pathLst>
                  <a:path w="1303" h="1188" extrusionOk="0">
                    <a:moveTo>
                      <a:pt x="710" y="173"/>
                    </a:moveTo>
                    <a:cubicBezTo>
                      <a:pt x="941" y="173"/>
                      <a:pt x="1129" y="364"/>
                      <a:pt x="1129" y="595"/>
                    </a:cubicBezTo>
                    <a:cubicBezTo>
                      <a:pt x="1126" y="827"/>
                      <a:pt x="938" y="1012"/>
                      <a:pt x="707" y="1015"/>
                    </a:cubicBezTo>
                    <a:cubicBezTo>
                      <a:pt x="476" y="1015"/>
                      <a:pt x="287" y="823"/>
                      <a:pt x="287" y="592"/>
                    </a:cubicBezTo>
                    <a:cubicBezTo>
                      <a:pt x="287" y="358"/>
                      <a:pt x="479" y="173"/>
                      <a:pt x="710" y="173"/>
                    </a:cubicBezTo>
                    <a:close/>
                    <a:moveTo>
                      <a:pt x="712" y="1"/>
                    </a:moveTo>
                    <a:cubicBezTo>
                      <a:pt x="485" y="1"/>
                      <a:pt x="263" y="130"/>
                      <a:pt x="164" y="364"/>
                    </a:cubicBezTo>
                    <a:cubicBezTo>
                      <a:pt x="1" y="752"/>
                      <a:pt x="284" y="1184"/>
                      <a:pt x="707" y="1187"/>
                    </a:cubicBezTo>
                    <a:lnTo>
                      <a:pt x="710" y="1187"/>
                    </a:lnTo>
                    <a:cubicBezTo>
                      <a:pt x="1034" y="1187"/>
                      <a:pt x="1299" y="922"/>
                      <a:pt x="1302" y="595"/>
                    </a:cubicBezTo>
                    <a:cubicBezTo>
                      <a:pt x="1302" y="438"/>
                      <a:pt x="1240" y="287"/>
                      <a:pt x="1129" y="176"/>
                    </a:cubicBezTo>
                    <a:cubicBezTo>
                      <a:pt x="1012" y="57"/>
                      <a:pt x="861" y="1"/>
                      <a:pt x="7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8"/>
              <p:cNvSpPr/>
              <p:nvPr/>
            </p:nvSpPr>
            <p:spPr>
              <a:xfrm>
                <a:off x="3202824" y="106853"/>
                <a:ext cx="122063" cy="122890"/>
              </a:xfrm>
              <a:custGeom>
                <a:avLst/>
                <a:gdLst/>
                <a:ahLst/>
                <a:cxnLst/>
                <a:rect l="l" t="t" r="r" b="b"/>
                <a:pathLst>
                  <a:path w="1919" h="1932" extrusionOk="0">
                    <a:moveTo>
                      <a:pt x="1024" y="248"/>
                    </a:moveTo>
                    <a:cubicBezTo>
                      <a:pt x="1049" y="331"/>
                      <a:pt x="1076" y="442"/>
                      <a:pt x="1095" y="513"/>
                    </a:cubicBezTo>
                    <a:cubicBezTo>
                      <a:pt x="1141" y="704"/>
                      <a:pt x="1150" y="747"/>
                      <a:pt x="1175" y="781"/>
                    </a:cubicBezTo>
                    <a:cubicBezTo>
                      <a:pt x="1200" y="815"/>
                      <a:pt x="1234" y="828"/>
                      <a:pt x="1425" y="895"/>
                    </a:cubicBezTo>
                    <a:cubicBezTo>
                      <a:pt x="1490" y="920"/>
                      <a:pt x="1592" y="957"/>
                      <a:pt x="1669" y="988"/>
                    </a:cubicBezTo>
                    <a:cubicBezTo>
                      <a:pt x="1561" y="1037"/>
                      <a:pt x="1388" y="1102"/>
                      <a:pt x="1234" y="1154"/>
                    </a:cubicBezTo>
                    <a:cubicBezTo>
                      <a:pt x="1212" y="1164"/>
                      <a:pt x="1194" y="1179"/>
                      <a:pt x="1184" y="1201"/>
                    </a:cubicBezTo>
                    <a:cubicBezTo>
                      <a:pt x="1110" y="1377"/>
                      <a:pt x="1015" y="1577"/>
                      <a:pt x="953" y="1688"/>
                    </a:cubicBezTo>
                    <a:cubicBezTo>
                      <a:pt x="910" y="1568"/>
                      <a:pt x="851" y="1358"/>
                      <a:pt x="805" y="1173"/>
                    </a:cubicBezTo>
                    <a:cubicBezTo>
                      <a:pt x="796" y="1139"/>
                      <a:pt x="771" y="1114"/>
                      <a:pt x="737" y="1108"/>
                    </a:cubicBezTo>
                    <a:cubicBezTo>
                      <a:pt x="558" y="1071"/>
                      <a:pt x="355" y="1028"/>
                      <a:pt x="241" y="994"/>
                    </a:cubicBezTo>
                    <a:cubicBezTo>
                      <a:pt x="416" y="905"/>
                      <a:pt x="595" y="821"/>
                      <a:pt x="780" y="747"/>
                    </a:cubicBezTo>
                    <a:cubicBezTo>
                      <a:pt x="802" y="738"/>
                      <a:pt x="820" y="723"/>
                      <a:pt x="830" y="698"/>
                    </a:cubicBezTo>
                    <a:cubicBezTo>
                      <a:pt x="885" y="547"/>
                      <a:pt x="953" y="396"/>
                      <a:pt x="1024" y="248"/>
                    </a:cubicBezTo>
                    <a:close/>
                    <a:moveTo>
                      <a:pt x="1046" y="1"/>
                    </a:moveTo>
                    <a:cubicBezTo>
                      <a:pt x="993" y="1"/>
                      <a:pt x="916" y="1"/>
                      <a:pt x="685" y="605"/>
                    </a:cubicBezTo>
                    <a:cubicBezTo>
                      <a:pt x="40" y="865"/>
                      <a:pt x="19" y="948"/>
                      <a:pt x="6" y="982"/>
                    </a:cubicBezTo>
                    <a:cubicBezTo>
                      <a:pt x="0" y="1013"/>
                      <a:pt x="6" y="1043"/>
                      <a:pt x="22" y="1068"/>
                    </a:cubicBezTo>
                    <a:cubicBezTo>
                      <a:pt x="40" y="1093"/>
                      <a:pt x="89" y="1158"/>
                      <a:pt x="651" y="1265"/>
                    </a:cubicBezTo>
                    <a:cubicBezTo>
                      <a:pt x="817" y="1932"/>
                      <a:pt x="879" y="1932"/>
                      <a:pt x="941" y="1932"/>
                    </a:cubicBezTo>
                    <a:lnTo>
                      <a:pt x="947" y="1932"/>
                    </a:lnTo>
                    <a:cubicBezTo>
                      <a:pt x="999" y="1929"/>
                      <a:pt x="1058" y="1926"/>
                      <a:pt x="1329" y="1306"/>
                    </a:cubicBezTo>
                    <a:cubicBezTo>
                      <a:pt x="1499" y="1244"/>
                      <a:pt x="1817" y="1127"/>
                      <a:pt x="1885" y="1065"/>
                    </a:cubicBezTo>
                    <a:cubicBezTo>
                      <a:pt x="1909" y="1040"/>
                      <a:pt x="1918" y="1006"/>
                      <a:pt x="1915" y="972"/>
                    </a:cubicBezTo>
                    <a:cubicBezTo>
                      <a:pt x="1900" y="895"/>
                      <a:pt x="1814" y="855"/>
                      <a:pt x="1484" y="735"/>
                    </a:cubicBezTo>
                    <a:cubicBezTo>
                      <a:pt x="1422" y="713"/>
                      <a:pt x="1348" y="686"/>
                      <a:pt x="1314" y="670"/>
                    </a:cubicBezTo>
                    <a:cubicBezTo>
                      <a:pt x="1302" y="633"/>
                      <a:pt x="1280" y="547"/>
                      <a:pt x="1262" y="473"/>
                    </a:cubicBezTo>
                    <a:cubicBezTo>
                      <a:pt x="1203" y="241"/>
                      <a:pt x="1169" y="100"/>
                      <a:pt x="1126" y="44"/>
                    </a:cubicBezTo>
                    <a:cubicBezTo>
                      <a:pt x="1107" y="19"/>
                      <a:pt x="1076" y="4"/>
                      <a:pt x="10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8"/>
              <p:cNvSpPr/>
              <p:nvPr/>
            </p:nvSpPr>
            <p:spPr>
              <a:xfrm>
                <a:off x="3655904" y="211134"/>
                <a:ext cx="102917" cy="102663"/>
              </a:xfrm>
              <a:custGeom>
                <a:avLst/>
                <a:gdLst/>
                <a:ahLst/>
                <a:cxnLst/>
                <a:rect l="l" t="t" r="r" b="b"/>
                <a:pathLst>
                  <a:path w="1618" h="1614" extrusionOk="0">
                    <a:moveTo>
                      <a:pt x="868" y="1"/>
                    </a:moveTo>
                    <a:cubicBezTo>
                      <a:pt x="821" y="1"/>
                      <a:pt x="784" y="38"/>
                      <a:pt x="784" y="87"/>
                    </a:cubicBezTo>
                    <a:lnTo>
                      <a:pt x="781" y="575"/>
                    </a:lnTo>
                    <a:lnTo>
                      <a:pt x="488" y="266"/>
                    </a:lnTo>
                    <a:cubicBezTo>
                      <a:pt x="470" y="251"/>
                      <a:pt x="451" y="245"/>
                      <a:pt x="432" y="245"/>
                    </a:cubicBezTo>
                    <a:cubicBezTo>
                      <a:pt x="369" y="245"/>
                      <a:pt x="316" y="318"/>
                      <a:pt x="362" y="380"/>
                    </a:cubicBezTo>
                    <a:lnTo>
                      <a:pt x="664" y="701"/>
                    </a:lnTo>
                    <a:lnTo>
                      <a:pt x="115" y="707"/>
                    </a:lnTo>
                    <a:cubicBezTo>
                      <a:pt x="1" y="707"/>
                      <a:pt x="1" y="877"/>
                      <a:pt x="115" y="877"/>
                    </a:cubicBezTo>
                    <a:lnTo>
                      <a:pt x="618" y="874"/>
                    </a:lnTo>
                    <a:lnTo>
                      <a:pt x="229" y="1142"/>
                    </a:lnTo>
                    <a:cubicBezTo>
                      <a:pt x="189" y="1170"/>
                      <a:pt x="180" y="1222"/>
                      <a:pt x="208" y="1262"/>
                    </a:cubicBezTo>
                    <a:cubicBezTo>
                      <a:pt x="225" y="1285"/>
                      <a:pt x="252" y="1298"/>
                      <a:pt x="279" y="1298"/>
                    </a:cubicBezTo>
                    <a:cubicBezTo>
                      <a:pt x="296" y="1298"/>
                      <a:pt x="313" y="1293"/>
                      <a:pt x="328" y="1284"/>
                    </a:cubicBezTo>
                    <a:lnTo>
                      <a:pt x="775" y="969"/>
                    </a:lnTo>
                    <a:lnTo>
                      <a:pt x="775" y="1528"/>
                    </a:lnTo>
                    <a:cubicBezTo>
                      <a:pt x="772" y="1574"/>
                      <a:pt x="812" y="1614"/>
                      <a:pt x="858" y="1614"/>
                    </a:cubicBezTo>
                    <a:cubicBezTo>
                      <a:pt x="905" y="1614"/>
                      <a:pt x="945" y="1574"/>
                      <a:pt x="945" y="1528"/>
                    </a:cubicBezTo>
                    <a:lnTo>
                      <a:pt x="948" y="1000"/>
                    </a:lnTo>
                    <a:lnTo>
                      <a:pt x="1259" y="1333"/>
                    </a:lnTo>
                    <a:cubicBezTo>
                      <a:pt x="1278" y="1353"/>
                      <a:pt x="1300" y="1361"/>
                      <a:pt x="1321" y="1361"/>
                    </a:cubicBezTo>
                    <a:cubicBezTo>
                      <a:pt x="1387" y="1361"/>
                      <a:pt x="1444" y="1277"/>
                      <a:pt x="1386" y="1213"/>
                    </a:cubicBezTo>
                    <a:lnTo>
                      <a:pt x="1059" y="868"/>
                    </a:lnTo>
                    <a:lnTo>
                      <a:pt x="1503" y="865"/>
                    </a:lnTo>
                    <a:cubicBezTo>
                      <a:pt x="1617" y="861"/>
                      <a:pt x="1617" y="692"/>
                      <a:pt x="1503" y="692"/>
                    </a:cubicBezTo>
                    <a:lnTo>
                      <a:pt x="1173" y="695"/>
                    </a:lnTo>
                    <a:lnTo>
                      <a:pt x="1518" y="454"/>
                    </a:lnTo>
                    <a:cubicBezTo>
                      <a:pt x="1597" y="401"/>
                      <a:pt x="1544" y="296"/>
                      <a:pt x="1472" y="296"/>
                    </a:cubicBezTo>
                    <a:cubicBezTo>
                      <a:pt x="1456" y="296"/>
                      <a:pt x="1439" y="301"/>
                      <a:pt x="1423" y="312"/>
                    </a:cubicBezTo>
                    <a:lnTo>
                      <a:pt x="951" y="639"/>
                    </a:lnTo>
                    <a:lnTo>
                      <a:pt x="954" y="87"/>
                    </a:lnTo>
                    <a:cubicBezTo>
                      <a:pt x="954" y="41"/>
                      <a:pt x="917" y="1"/>
                      <a:pt x="8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0" name="Google Shape;850;p8"/>
              <p:cNvGrpSpPr/>
              <p:nvPr/>
            </p:nvGrpSpPr>
            <p:grpSpPr>
              <a:xfrm>
                <a:off x="4283304" y="146142"/>
                <a:ext cx="446685" cy="265947"/>
                <a:chOff x="978054" y="146142"/>
                <a:chExt cx="446685" cy="265947"/>
              </a:xfrm>
            </p:grpSpPr>
            <p:sp>
              <p:nvSpPr>
                <p:cNvPr id="851" name="Google Shape;851;p8"/>
                <p:cNvSpPr/>
                <p:nvPr/>
              </p:nvSpPr>
              <p:spPr>
                <a:xfrm>
                  <a:off x="978054" y="151960"/>
                  <a:ext cx="446685" cy="254309"/>
                </a:xfrm>
                <a:custGeom>
                  <a:avLst/>
                  <a:gdLst/>
                  <a:ahLst/>
                  <a:cxnLst/>
                  <a:rect l="l" t="t" r="r" b="b"/>
                  <a:pathLst>
                    <a:path w="6448" h="3671" extrusionOk="0">
                      <a:moveTo>
                        <a:pt x="3915" y="0"/>
                      </a:moveTo>
                      <a:cubicBezTo>
                        <a:pt x="3615" y="0"/>
                        <a:pt x="3350" y="167"/>
                        <a:pt x="3169" y="387"/>
                      </a:cubicBezTo>
                      <a:lnTo>
                        <a:pt x="3169" y="387"/>
                      </a:lnTo>
                      <a:cubicBezTo>
                        <a:pt x="3046" y="288"/>
                        <a:pt x="2886" y="200"/>
                        <a:pt x="2681" y="132"/>
                      </a:cubicBezTo>
                      <a:cubicBezTo>
                        <a:pt x="2511" y="76"/>
                        <a:pt x="2368" y="52"/>
                        <a:pt x="2248" y="52"/>
                      </a:cubicBezTo>
                      <a:cubicBezTo>
                        <a:pt x="1490" y="52"/>
                        <a:pt x="1623" y="1005"/>
                        <a:pt x="1623" y="1005"/>
                      </a:cubicBezTo>
                      <a:cubicBezTo>
                        <a:pt x="1545" y="958"/>
                        <a:pt x="1462" y="937"/>
                        <a:pt x="1377" y="937"/>
                      </a:cubicBezTo>
                      <a:cubicBezTo>
                        <a:pt x="735" y="937"/>
                        <a:pt x="1" y="2154"/>
                        <a:pt x="840" y="2769"/>
                      </a:cubicBezTo>
                      <a:cubicBezTo>
                        <a:pt x="1102" y="2963"/>
                        <a:pt x="1351" y="3051"/>
                        <a:pt x="1564" y="3064"/>
                      </a:cubicBezTo>
                      <a:lnTo>
                        <a:pt x="1564" y="3064"/>
                      </a:lnTo>
                      <a:cubicBezTo>
                        <a:pt x="1637" y="3387"/>
                        <a:pt x="1868" y="3665"/>
                        <a:pt x="2357" y="3670"/>
                      </a:cubicBezTo>
                      <a:cubicBezTo>
                        <a:pt x="2374" y="3670"/>
                        <a:pt x="2392" y="3670"/>
                        <a:pt x="2408" y="3670"/>
                      </a:cubicBezTo>
                      <a:cubicBezTo>
                        <a:pt x="3079" y="3670"/>
                        <a:pt x="3528" y="3515"/>
                        <a:pt x="3781" y="3285"/>
                      </a:cubicBezTo>
                      <a:lnTo>
                        <a:pt x="3781" y="3285"/>
                      </a:lnTo>
                      <a:cubicBezTo>
                        <a:pt x="3834" y="3357"/>
                        <a:pt x="3900" y="3426"/>
                        <a:pt x="3983" y="3491"/>
                      </a:cubicBezTo>
                      <a:cubicBezTo>
                        <a:pt x="4094" y="3579"/>
                        <a:pt x="4230" y="3618"/>
                        <a:pt x="4376" y="3618"/>
                      </a:cubicBezTo>
                      <a:cubicBezTo>
                        <a:pt x="5223" y="3618"/>
                        <a:pt x="6448" y="2304"/>
                        <a:pt x="5722" y="1542"/>
                      </a:cubicBezTo>
                      <a:cubicBezTo>
                        <a:pt x="5522" y="1331"/>
                        <a:pt x="5310" y="1251"/>
                        <a:pt x="5112" y="1251"/>
                      </a:cubicBezTo>
                      <a:cubicBezTo>
                        <a:pt x="5090" y="1251"/>
                        <a:pt x="5068" y="1252"/>
                        <a:pt x="5046" y="1254"/>
                      </a:cubicBezTo>
                      <a:lnTo>
                        <a:pt x="5046" y="1254"/>
                      </a:lnTo>
                      <a:cubicBezTo>
                        <a:pt x="5054" y="878"/>
                        <a:pt x="4866" y="444"/>
                        <a:pt x="4402" y="151"/>
                      </a:cubicBezTo>
                      <a:cubicBezTo>
                        <a:pt x="4235" y="45"/>
                        <a:pt x="4070" y="0"/>
                        <a:pt x="39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8"/>
                <p:cNvSpPr/>
                <p:nvPr/>
              </p:nvSpPr>
              <p:spPr>
                <a:xfrm>
                  <a:off x="999986" y="146142"/>
                  <a:ext cx="402834" cy="265947"/>
                </a:xfrm>
                <a:custGeom>
                  <a:avLst/>
                  <a:gdLst/>
                  <a:ahLst/>
                  <a:cxnLst/>
                  <a:rect l="l" t="t" r="r" b="b"/>
                  <a:pathLst>
                    <a:path w="5815" h="3839" extrusionOk="0">
                      <a:moveTo>
                        <a:pt x="2894" y="594"/>
                      </a:moveTo>
                      <a:cubicBezTo>
                        <a:pt x="3125" y="816"/>
                        <a:pt x="3174" y="1078"/>
                        <a:pt x="3110" y="1251"/>
                      </a:cubicBezTo>
                      <a:cubicBezTo>
                        <a:pt x="3077" y="1342"/>
                        <a:pt x="3020" y="1391"/>
                        <a:pt x="2952" y="1391"/>
                      </a:cubicBezTo>
                      <a:cubicBezTo>
                        <a:pt x="2910" y="1391"/>
                        <a:pt x="2864" y="1373"/>
                        <a:pt x="2817" y="1334"/>
                      </a:cubicBezTo>
                      <a:cubicBezTo>
                        <a:pt x="2656" y="1195"/>
                        <a:pt x="2693" y="877"/>
                        <a:pt x="2894" y="594"/>
                      </a:cubicBezTo>
                      <a:close/>
                      <a:moveTo>
                        <a:pt x="4667" y="1439"/>
                      </a:moveTo>
                      <a:lnTo>
                        <a:pt x="4667" y="1439"/>
                      </a:lnTo>
                      <a:cubicBezTo>
                        <a:pt x="4627" y="1750"/>
                        <a:pt x="4436" y="1981"/>
                        <a:pt x="4177" y="2018"/>
                      </a:cubicBezTo>
                      <a:cubicBezTo>
                        <a:pt x="4161" y="2018"/>
                        <a:pt x="4149" y="2022"/>
                        <a:pt x="4134" y="2022"/>
                      </a:cubicBezTo>
                      <a:cubicBezTo>
                        <a:pt x="4063" y="2022"/>
                        <a:pt x="4063" y="2000"/>
                        <a:pt x="4063" y="1981"/>
                      </a:cubicBezTo>
                      <a:cubicBezTo>
                        <a:pt x="4060" y="1852"/>
                        <a:pt x="4309" y="1519"/>
                        <a:pt x="4667" y="1439"/>
                      </a:cubicBezTo>
                      <a:close/>
                      <a:moveTo>
                        <a:pt x="1620" y="2253"/>
                      </a:moveTo>
                      <a:cubicBezTo>
                        <a:pt x="1663" y="2253"/>
                        <a:pt x="1706" y="2293"/>
                        <a:pt x="1731" y="2327"/>
                      </a:cubicBezTo>
                      <a:cubicBezTo>
                        <a:pt x="1857" y="2484"/>
                        <a:pt x="1888" y="2660"/>
                        <a:pt x="1820" y="2805"/>
                      </a:cubicBezTo>
                      <a:cubicBezTo>
                        <a:pt x="1743" y="2959"/>
                        <a:pt x="1564" y="3055"/>
                        <a:pt x="1348" y="3061"/>
                      </a:cubicBezTo>
                      <a:cubicBezTo>
                        <a:pt x="1305" y="2774"/>
                        <a:pt x="1385" y="2472"/>
                        <a:pt x="1500" y="2330"/>
                      </a:cubicBezTo>
                      <a:cubicBezTo>
                        <a:pt x="1543" y="2278"/>
                        <a:pt x="1583" y="2253"/>
                        <a:pt x="1620" y="2253"/>
                      </a:cubicBezTo>
                      <a:close/>
                      <a:moveTo>
                        <a:pt x="3548" y="2490"/>
                      </a:moveTo>
                      <a:cubicBezTo>
                        <a:pt x="3563" y="2490"/>
                        <a:pt x="3597" y="2524"/>
                        <a:pt x="3625" y="2614"/>
                      </a:cubicBezTo>
                      <a:cubicBezTo>
                        <a:pt x="3699" y="2827"/>
                        <a:pt x="3652" y="3061"/>
                        <a:pt x="3507" y="3231"/>
                      </a:cubicBezTo>
                      <a:cubicBezTo>
                        <a:pt x="3372" y="2993"/>
                        <a:pt x="3384" y="2737"/>
                        <a:pt x="3461" y="2586"/>
                      </a:cubicBezTo>
                      <a:cubicBezTo>
                        <a:pt x="3495" y="2518"/>
                        <a:pt x="3532" y="2490"/>
                        <a:pt x="3548" y="2490"/>
                      </a:cubicBezTo>
                      <a:close/>
                      <a:moveTo>
                        <a:pt x="3628" y="170"/>
                      </a:moveTo>
                      <a:cubicBezTo>
                        <a:pt x="3775" y="170"/>
                        <a:pt x="3925" y="213"/>
                        <a:pt x="4066" y="304"/>
                      </a:cubicBezTo>
                      <a:cubicBezTo>
                        <a:pt x="4430" y="532"/>
                        <a:pt x="4652" y="887"/>
                        <a:pt x="4673" y="1260"/>
                      </a:cubicBezTo>
                      <a:cubicBezTo>
                        <a:pt x="4229" y="1340"/>
                        <a:pt x="3881" y="1747"/>
                        <a:pt x="3893" y="1988"/>
                      </a:cubicBezTo>
                      <a:cubicBezTo>
                        <a:pt x="3899" y="2086"/>
                        <a:pt x="3960" y="2190"/>
                        <a:pt x="4132" y="2190"/>
                      </a:cubicBezTo>
                      <a:cubicBezTo>
                        <a:pt x="4153" y="2190"/>
                        <a:pt x="4177" y="2188"/>
                        <a:pt x="4201" y="2185"/>
                      </a:cubicBezTo>
                      <a:cubicBezTo>
                        <a:pt x="4550" y="2139"/>
                        <a:pt x="4803" y="1827"/>
                        <a:pt x="4840" y="1417"/>
                      </a:cubicBezTo>
                      <a:cubicBezTo>
                        <a:pt x="5034" y="1423"/>
                        <a:pt x="5213" y="1510"/>
                        <a:pt x="5373" y="1682"/>
                      </a:cubicBezTo>
                      <a:cubicBezTo>
                        <a:pt x="5651" y="1972"/>
                        <a:pt x="5586" y="2321"/>
                        <a:pt x="5485" y="2561"/>
                      </a:cubicBezTo>
                      <a:cubicBezTo>
                        <a:pt x="5247" y="3113"/>
                        <a:pt x="4581" y="3616"/>
                        <a:pt x="4090" y="3616"/>
                      </a:cubicBezTo>
                      <a:cubicBezTo>
                        <a:pt x="4086" y="3616"/>
                        <a:pt x="4082" y="3616"/>
                        <a:pt x="4077" y="3616"/>
                      </a:cubicBezTo>
                      <a:cubicBezTo>
                        <a:pt x="3958" y="3616"/>
                        <a:pt x="3843" y="3576"/>
                        <a:pt x="3748" y="3505"/>
                      </a:cubicBezTo>
                      <a:cubicBezTo>
                        <a:pt x="3699" y="3465"/>
                        <a:pt x="3652" y="3422"/>
                        <a:pt x="3609" y="3372"/>
                      </a:cubicBezTo>
                      <a:cubicBezTo>
                        <a:pt x="3816" y="3157"/>
                        <a:pt x="3884" y="2845"/>
                        <a:pt x="3788" y="2564"/>
                      </a:cubicBezTo>
                      <a:cubicBezTo>
                        <a:pt x="3723" y="2352"/>
                        <a:pt x="3609" y="2321"/>
                        <a:pt x="3548" y="2321"/>
                      </a:cubicBezTo>
                      <a:cubicBezTo>
                        <a:pt x="3455" y="2321"/>
                        <a:pt x="3366" y="2389"/>
                        <a:pt x="3307" y="2506"/>
                      </a:cubicBezTo>
                      <a:cubicBezTo>
                        <a:pt x="3202" y="2716"/>
                        <a:pt x="3187" y="3049"/>
                        <a:pt x="3381" y="3351"/>
                      </a:cubicBezTo>
                      <a:cubicBezTo>
                        <a:pt x="3181" y="3505"/>
                        <a:pt x="2807" y="3669"/>
                        <a:pt x="2120" y="3669"/>
                      </a:cubicBezTo>
                      <a:lnTo>
                        <a:pt x="2070" y="3669"/>
                      </a:lnTo>
                      <a:cubicBezTo>
                        <a:pt x="1651" y="3662"/>
                        <a:pt x="1469" y="3447"/>
                        <a:pt x="1392" y="3231"/>
                      </a:cubicBezTo>
                      <a:cubicBezTo>
                        <a:pt x="1657" y="3215"/>
                        <a:pt x="1873" y="3086"/>
                        <a:pt x="1972" y="2879"/>
                      </a:cubicBezTo>
                      <a:cubicBezTo>
                        <a:pt x="2073" y="2672"/>
                        <a:pt x="2033" y="2432"/>
                        <a:pt x="1864" y="2222"/>
                      </a:cubicBezTo>
                      <a:cubicBezTo>
                        <a:pt x="1771" y="2105"/>
                        <a:pt x="1679" y="2080"/>
                        <a:pt x="1617" y="2080"/>
                      </a:cubicBezTo>
                      <a:cubicBezTo>
                        <a:pt x="1527" y="2080"/>
                        <a:pt x="1441" y="2130"/>
                        <a:pt x="1367" y="2222"/>
                      </a:cubicBezTo>
                      <a:cubicBezTo>
                        <a:pt x="1216" y="2410"/>
                        <a:pt x="1139" y="2749"/>
                        <a:pt x="1173" y="3049"/>
                      </a:cubicBezTo>
                      <a:cubicBezTo>
                        <a:pt x="966" y="3002"/>
                        <a:pt x="769" y="2913"/>
                        <a:pt x="602" y="2783"/>
                      </a:cubicBezTo>
                      <a:cubicBezTo>
                        <a:pt x="161" y="2456"/>
                        <a:pt x="254" y="2003"/>
                        <a:pt x="312" y="1821"/>
                      </a:cubicBezTo>
                      <a:cubicBezTo>
                        <a:pt x="442" y="1426"/>
                        <a:pt x="790" y="1106"/>
                        <a:pt x="1086" y="1106"/>
                      </a:cubicBezTo>
                      <a:cubicBezTo>
                        <a:pt x="1157" y="1106"/>
                        <a:pt x="1228" y="1124"/>
                        <a:pt x="1290" y="1161"/>
                      </a:cubicBezTo>
                      <a:cubicBezTo>
                        <a:pt x="1304" y="1169"/>
                        <a:pt x="1319" y="1173"/>
                        <a:pt x="1333" y="1173"/>
                      </a:cubicBezTo>
                      <a:cubicBezTo>
                        <a:pt x="1382" y="1173"/>
                        <a:pt x="1427" y="1130"/>
                        <a:pt x="1419" y="1075"/>
                      </a:cubicBezTo>
                      <a:cubicBezTo>
                        <a:pt x="1419" y="1072"/>
                        <a:pt x="1358" y="621"/>
                        <a:pt x="1574" y="375"/>
                      </a:cubicBezTo>
                      <a:cubicBezTo>
                        <a:pt x="1664" y="270"/>
                        <a:pt x="1793" y="218"/>
                        <a:pt x="1959" y="218"/>
                      </a:cubicBezTo>
                      <a:cubicBezTo>
                        <a:pt x="2076" y="218"/>
                        <a:pt x="2212" y="243"/>
                        <a:pt x="2366" y="294"/>
                      </a:cubicBezTo>
                      <a:cubicBezTo>
                        <a:pt x="2508" y="338"/>
                        <a:pt x="2641" y="402"/>
                        <a:pt x="2761" y="486"/>
                      </a:cubicBezTo>
                      <a:cubicBezTo>
                        <a:pt x="2527" y="809"/>
                        <a:pt x="2446" y="1244"/>
                        <a:pt x="2709" y="1463"/>
                      </a:cubicBezTo>
                      <a:cubicBezTo>
                        <a:pt x="2777" y="1525"/>
                        <a:pt x="2863" y="1562"/>
                        <a:pt x="2955" y="1565"/>
                      </a:cubicBezTo>
                      <a:cubicBezTo>
                        <a:pt x="3094" y="1565"/>
                        <a:pt x="3218" y="1466"/>
                        <a:pt x="3273" y="1306"/>
                      </a:cubicBezTo>
                      <a:cubicBezTo>
                        <a:pt x="3353" y="1075"/>
                        <a:pt x="3298" y="735"/>
                        <a:pt x="3002" y="458"/>
                      </a:cubicBezTo>
                      <a:cubicBezTo>
                        <a:pt x="3182" y="270"/>
                        <a:pt x="3403" y="170"/>
                        <a:pt x="3628" y="170"/>
                      </a:cubicBezTo>
                      <a:close/>
                      <a:moveTo>
                        <a:pt x="3632" y="0"/>
                      </a:moveTo>
                      <a:cubicBezTo>
                        <a:pt x="3356" y="0"/>
                        <a:pt x="3085" y="122"/>
                        <a:pt x="2872" y="350"/>
                      </a:cubicBezTo>
                      <a:cubicBezTo>
                        <a:pt x="2733" y="257"/>
                        <a:pt x="2582" y="183"/>
                        <a:pt x="2422" y="131"/>
                      </a:cubicBezTo>
                      <a:cubicBezTo>
                        <a:pt x="2252" y="76"/>
                        <a:pt x="2099" y="48"/>
                        <a:pt x="1963" y="48"/>
                      </a:cubicBezTo>
                      <a:cubicBezTo>
                        <a:pt x="1743" y="48"/>
                        <a:pt x="1568" y="120"/>
                        <a:pt x="1444" y="264"/>
                      </a:cubicBezTo>
                      <a:cubicBezTo>
                        <a:pt x="1262" y="470"/>
                        <a:pt x="1237" y="776"/>
                        <a:pt x="1241" y="954"/>
                      </a:cubicBezTo>
                      <a:cubicBezTo>
                        <a:pt x="1191" y="939"/>
                        <a:pt x="1139" y="933"/>
                        <a:pt x="1089" y="933"/>
                      </a:cubicBezTo>
                      <a:cubicBezTo>
                        <a:pt x="716" y="933"/>
                        <a:pt x="306" y="1300"/>
                        <a:pt x="152" y="1766"/>
                      </a:cubicBezTo>
                      <a:cubicBezTo>
                        <a:pt x="1" y="2225"/>
                        <a:pt x="127" y="2645"/>
                        <a:pt x="500" y="2919"/>
                      </a:cubicBezTo>
                      <a:cubicBezTo>
                        <a:pt x="735" y="3092"/>
                        <a:pt x="978" y="3197"/>
                        <a:pt x="1210" y="3224"/>
                      </a:cubicBezTo>
                      <a:cubicBezTo>
                        <a:pt x="1321" y="3613"/>
                        <a:pt x="1632" y="3835"/>
                        <a:pt x="2070" y="3838"/>
                      </a:cubicBezTo>
                      <a:lnTo>
                        <a:pt x="2120" y="3838"/>
                      </a:lnTo>
                      <a:cubicBezTo>
                        <a:pt x="2715" y="3838"/>
                        <a:pt x="3184" y="3718"/>
                        <a:pt x="3483" y="3490"/>
                      </a:cubicBezTo>
                      <a:cubicBezTo>
                        <a:pt x="3532" y="3542"/>
                        <a:pt x="3585" y="3595"/>
                        <a:pt x="3643" y="3641"/>
                      </a:cubicBezTo>
                      <a:cubicBezTo>
                        <a:pt x="3766" y="3737"/>
                        <a:pt x="3921" y="3786"/>
                        <a:pt x="4076" y="3786"/>
                      </a:cubicBezTo>
                      <a:cubicBezTo>
                        <a:pt x="4081" y="3786"/>
                        <a:pt x="4086" y="3786"/>
                        <a:pt x="4090" y="3786"/>
                      </a:cubicBezTo>
                      <a:cubicBezTo>
                        <a:pt x="4652" y="3786"/>
                        <a:pt x="5377" y="3246"/>
                        <a:pt x="5642" y="2629"/>
                      </a:cubicBezTo>
                      <a:cubicBezTo>
                        <a:pt x="5815" y="2222"/>
                        <a:pt x="5765" y="1843"/>
                        <a:pt x="5500" y="1565"/>
                      </a:cubicBezTo>
                      <a:cubicBezTo>
                        <a:pt x="5303" y="1358"/>
                        <a:pt x="5084" y="1254"/>
                        <a:pt x="4843" y="1247"/>
                      </a:cubicBezTo>
                      <a:cubicBezTo>
                        <a:pt x="4821" y="819"/>
                        <a:pt x="4572" y="418"/>
                        <a:pt x="4161" y="159"/>
                      </a:cubicBezTo>
                      <a:cubicBezTo>
                        <a:pt x="3992" y="52"/>
                        <a:pt x="3811" y="0"/>
                        <a:pt x="36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53" name="Google Shape;853;p8"/>
              <p:cNvSpPr/>
              <p:nvPr/>
            </p:nvSpPr>
            <p:spPr>
              <a:xfrm>
                <a:off x="4982427" y="98137"/>
                <a:ext cx="184623" cy="198973"/>
              </a:xfrm>
              <a:custGeom>
                <a:avLst/>
                <a:gdLst/>
                <a:ahLst/>
                <a:cxnLst/>
                <a:rect l="l" t="t" r="r" b="b"/>
                <a:pathLst>
                  <a:path w="2496" h="2690" extrusionOk="0">
                    <a:moveTo>
                      <a:pt x="1564" y="244"/>
                    </a:moveTo>
                    <a:cubicBezTo>
                      <a:pt x="1574" y="374"/>
                      <a:pt x="1580" y="596"/>
                      <a:pt x="1583" y="898"/>
                    </a:cubicBezTo>
                    <a:cubicBezTo>
                      <a:pt x="1450" y="849"/>
                      <a:pt x="1308" y="796"/>
                      <a:pt x="1151" y="741"/>
                    </a:cubicBezTo>
                    <a:cubicBezTo>
                      <a:pt x="1355" y="478"/>
                      <a:pt x="1487" y="327"/>
                      <a:pt x="1564" y="244"/>
                    </a:cubicBezTo>
                    <a:close/>
                    <a:moveTo>
                      <a:pt x="241" y="617"/>
                    </a:moveTo>
                    <a:cubicBezTo>
                      <a:pt x="371" y="657"/>
                      <a:pt x="605" y="734"/>
                      <a:pt x="870" y="824"/>
                    </a:cubicBezTo>
                    <a:cubicBezTo>
                      <a:pt x="775" y="947"/>
                      <a:pt x="679" y="1077"/>
                      <a:pt x="590" y="1203"/>
                    </a:cubicBezTo>
                    <a:cubicBezTo>
                      <a:pt x="352" y="864"/>
                      <a:pt x="269" y="697"/>
                      <a:pt x="241" y="617"/>
                    </a:cubicBezTo>
                    <a:close/>
                    <a:moveTo>
                      <a:pt x="1756" y="1149"/>
                    </a:moveTo>
                    <a:cubicBezTo>
                      <a:pt x="2099" y="1287"/>
                      <a:pt x="2237" y="1367"/>
                      <a:pt x="2289" y="1404"/>
                    </a:cubicBezTo>
                    <a:cubicBezTo>
                      <a:pt x="2117" y="1493"/>
                      <a:pt x="1935" y="1567"/>
                      <a:pt x="1749" y="1629"/>
                    </a:cubicBezTo>
                    <a:cubicBezTo>
                      <a:pt x="1756" y="1472"/>
                      <a:pt x="1756" y="1309"/>
                      <a:pt x="1756" y="1149"/>
                    </a:cubicBezTo>
                    <a:close/>
                    <a:moveTo>
                      <a:pt x="1043" y="883"/>
                    </a:moveTo>
                    <a:cubicBezTo>
                      <a:pt x="1244" y="953"/>
                      <a:pt x="1426" y="1021"/>
                      <a:pt x="1583" y="1080"/>
                    </a:cubicBezTo>
                    <a:cubicBezTo>
                      <a:pt x="1583" y="1283"/>
                      <a:pt x="1583" y="1493"/>
                      <a:pt x="1577" y="1691"/>
                    </a:cubicBezTo>
                    <a:cubicBezTo>
                      <a:pt x="1410" y="1749"/>
                      <a:pt x="1234" y="1802"/>
                      <a:pt x="1068" y="1851"/>
                    </a:cubicBezTo>
                    <a:cubicBezTo>
                      <a:pt x="929" y="1669"/>
                      <a:pt x="803" y="1502"/>
                      <a:pt x="695" y="1351"/>
                    </a:cubicBezTo>
                    <a:lnTo>
                      <a:pt x="692" y="1351"/>
                    </a:lnTo>
                    <a:cubicBezTo>
                      <a:pt x="806" y="1194"/>
                      <a:pt x="923" y="1037"/>
                      <a:pt x="1043" y="883"/>
                    </a:cubicBezTo>
                    <a:close/>
                    <a:moveTo>
                      <a:pt x="590" y="1496"/>
                    </a:moveTo>
                    <a:cubicBezTo>
                      <a:pt x="679" y="1623"/>
                      <a:pt x="778" y="1755"/>
                      <a:pt x="892" y="1900"/>
                    </a:cubicBezTo>
                    <a:cubicBezTo>
                      <a:pt x="590" y="1984"/>
                      <a:pt x="358" y="2030"/>
                      <a:pt x="238" y="2030"/>
                    </a:cubicBezTo>
                    <a:cubicBezTo>
                      <a:pt x="346" y="1848"/>
                      <a:pt x="463" y="1669"/>
                      <a:pt x="590" y="1496"/>
                    </a:cubicBezTo>
                    <a:close/>
                    <a:moveTo>
                      <a:pt x="1574" y="1873"/>
                    </a:moveTo>
                    <a:lnTo>
                      <a:pt x="1574" y="1873"/>
                    </a:lnTo>
                    <a:cubicBezTo>
                      <a:pt x="1561" y="2175"/>
                      <a:pt x="1546" y="2341"/>
                      <a:pt x="1534" y="2434"/>
                    </a:cubicBezTo>
                    <a:cubicBezTo>
                      <a:pt x="1456" y="2338"/>
                      <a:pt x="1327" y="2181"/>
                      <a:pt x="1182" y="1996"/>
                    </a:cubicBezTo>
                    <a:cubicBezTo>
                      <a:pt x="1312" y="1959"/>
                      <a:pt x="1441" y="1916"/>
                      <a:pt x="1574" y="1873"/>
                    </a:cubicBezTo>
                    <a:close/>
                    <a:moveTo>
                      <a:pt x="1629" y="0"/>
                    </a:moveTo>
                    <a:cubicBezTo>
                      <a:pt x="1583" y="0"/>
                      <a:pt x="1512" y="0"/>
                      <a:pt x="982" y="682"/>
                    </a:cubicBezTo>
                    <a:cubicBezTo>
                      <a:pt x="553" y="537"/>
                      <a:pt x="192" y="420"/>
                      <a:pt x="189" y="420"/>
                    </a:cubicBezTo>
                    <a:cubicBezTo>
                      <a:pt x="181" y="417"/>
                      <a:pt x="172" y="416"/>
                      <a:pt x="164" y="416"/>
                    </a:cubicBezTo>
                    <a:cubicBezTo>
                      <a:pt x="145" y="416"/>
                      <a:pt x="126" y="422"/>
                      <a:pt x="112" y="432"/>
                    </a:cubicBezTo>
                    <a:cubicBezTo>
                      <a:pt x="1" y="516"/>
                      <a:pt x="25" y="701"/>
                      <a:pt x="485" y="1351"/>
                    </a:cubicBezTo>
                    <a:cubicBezTo>
                      <a:pt x="325" y="1573"/>
                      <a:pt x="87" y="1919"/>
                      <a:pt x="50" y="2033"/>
                    </a:cubicBezTo>
                    <a:cubicBezTo>
                      <a:pt x="35" y="2070"/>
                      <a:pt x="41" y="2110"/>
                      <a:pt x="62" y="2141"/>
                    </a:cubicBezTo>
                    <a:cubicBezTo>
                      <a:pt x="102" y="2196"/>
                      <a:pt x="173" y="2203"/>
                      <a:pt x="232" y="2203"/>
                    </a:cubicBezTo>
                    <a:cubicBezTo>
                      <a:pt x="411" y="2203"/>
                      <a:pt x="741" y="2122"/>
                      <a:pt x="1003" y="2048"/>
                    </a:cubicBezTo>
                    <a:cubicBezTo>
                      <a:pt x="1271" y="2388"/>
                      <a:pt x="1487" y="2647"/>
                      <a:pt x="1490" y="2650"/>
                    </a:cubicBezTo>
                    <a:cubicBezTo>
                      <a:pt x="1512" y="2671"/>
                      <a:pt x="1540" y="2687"/>
                      <a:pt x="1571" y="2690"/>
                    </a:cubicBezTo>
                    <a:cubicBezTo>
                      <a:pt x="1660" y="2690"/>
                      <a:pt x="1719" y="2690"/>
                      <a:pt x="1746" y="1814"/>
                    </a:cubicBezTo>
                    <a:cubicBezTo>
                      <a:pt x="2039" y="1709"/>
                      <a:pt x="2382" y="1577"/>
                      <a:pt x="2459" y="1490"/>
                    </a:cubicBezTo>
                    <a:cubicBezTo>
                      <a:pt x="2487" y="1462"/>
                      <a:pt x="2496" y="1422"/>
                      <a:pt x="2487" y="1385"/>
                    </a:cubicBezTo>
                    <a:cubicBezTo>
                      <a:pt x="2471" y="1311"/>
                      <a:pt x="2397" y="1216"/>
                      <a:pt x="1756" y="963"/>
                    </a:cubicBezTo>
                    <a:cubicBezTo>
                      <a:pt x="1753" y="645"/>
                      <a:pt x="1743" y="148"/>
                      <a:pt x="1722" y="71"/>
                    </a:cubicBezTo>
                    <a:cubicBezTo>
                      <a:pt x="1706" y="31"/>
                      <a:pt x="1672" y="4"/>
                      <a:pt x="16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4" name="Google Shape;854;p8"/>
              <p:cNvGrpSpPr/>
              <p:nvPr/>
            </p:nvGrpSpPr>
            <p:grpSpPr>
              <a:xfrm>
                <a:off x="5777228" y="122252"/>
                <a:ext cx="299552" cy="265537"/>
                <a:chOff x="8792070" y="4843090"/>
                <a:chExt cx="142474" cy="126290"/>
              </a:xfrm>
            </p:grpSpPr>
            <p:sp>
              <p:nvSpPr>
                <p:cNvPr id="855" name="Google Shape;855;p8"/>
                <p:cNvSpPr/>
                <p:nvPr/>
              </p:nvSpPr>
              <p:spPr>
                <a:xfrm>
                  <a:off x="8835905" y="4843090"/>
                  <a:ext cx="69128" cy="58982"/>
                </a:xfrm>
                <a:custGeom>
                  <a:avLst/>
                  <a:gdLst/>
                  <a:ahLst/>
                  <a:cxnLst/>
                  <a:rect l="l" t="t" r="r" b="b"/>
                  <a:pathLst>
                    <a:path w="1935" h="1651" extrusionOk="0">
                      <a:moveTo>
                        <a:pt x="926" y="796"/>
                      </a:moveTo>
                      <a:cubicBezTo>
                        <a:pt x="947" y="848"/>
                        <a:pt x="960" y="904"/>
                        <a:pt x="966" y="959"/>
                      </a:cubicBezTo>
                      <a:cubicBezTo>
                        <a:pt x="958" y="961"/>
                        <a:pt x="950" y="962"/>
                        <a:pt x="941" y="962"/>
                      </a:cubicBezTo>
                      <a:cubicBezTo>
                        <a:pt x="933" y="962"/>
                        <a:pt x="924" y="961"/>
                        <a:pt x="917" y="959"/>
                      </a:cubicBezTo>
                      <a:cubicBezTo>
                        <a:pt x="904" y="938"/>
                        <a:pt x="904" y="882"/>
                        <a:pt x="926" y="796"/>
                      </a:cubicBezTo>
                      <a:close/>
                      <a:moveTo>
                        <a:pt x="1472" y="164"/>
                      </a:moveTo>
                      <a:cubicBezTo>
                        <a:pt x="1537" y="164"/>
                        <a:pt x="1595" y="194"/>
                        <a:pt x="1635" y="241"/>
                      </a:cubicBezTo>
                      <a:cubicBezTo>
                        <a:pt x="1725" y="327"/>
                        <a:pt x="1771" y="447"/>
                        <a:pt x="1765" y="571"/>
                      </a:cubicBezTo>
                      <a:cubicBezTo>
                        <a:pt x="1746" y="950"/>
                        <a:pt x="1296" y="1348"/>
                        <a:pt x="1296" y="1348"/>
                      </a:cubicBezTo>
                      <a:cubicBezTo>
                        <a:pt x="1197" y="1431"/>
                        <a:pt x="1074" y="1481"/>
                        <a:pt x="947" y="1487"/>
                      </a:cubicBezTo>
                      <a:cubicBezTo>
                        <a:pt x="565" y="1487"/>
                        <a:pt x="275" y="999"/>
                        <a:pt x="210" y="645"/>
                      </a:cubicBezTo>
                      <a:cubicBezTo>
                        <a:pt x="183" y="491"/>
                        <a:pt x="189" y="312"/>
                        <a:pt x="297" y="272"/>
                      </a:cubicBezTo>
                      <a:cubicBezTo>
                        <a:pt x="328" y="262"/>
                        <a:pt x="358" y="256"/>
                        <a:pt x="389" y="256"/>
                      </a:cubicBezTo>
                      <a:cubicBezTo>
                        <a:pt x="559" y="256"/>
                        <a:pt x="722" y="423"/>
                        <a:pt x="827" y="592"/>
                      </a:cubicBezTo>
                      <a:cubicBezTo>
                        <a:pt x="778" y="710"/>
                        <a:pt x="704" y="922"/>
                        <a:pt x="781" y="1046"/>
                      </a:cubicBezTo>
                      <a:cubicBezTo>
                        <a:pt x="815" y="1098"/>
                        <a:pt x="867" y="1125"/>
                        <a:pt x="932" y="1125"/>
                      </a:cubicBezTo>
                      <a:cubicBezTo>
                        <a:pt x="956" y="1125"/>
                        <a:pt x="982" y="1121"/>
                        <a:pt x="1009" y="1114"/>
                      </a:cubicBezTo>
                      <a:cubicBezTo>
                        <a:pt x="1052" y="1101"/>
                        <a:pt x="1086" y="1070"/>
                        <a:pt x="1105" y="1027"/>
                      </a:cubicBezTo>
                      <a:cubicBezTo>
                        <a:pt x="1148" y="916"/>
                        <a:pt x="1086" y="734"/>
                        <a:pt x="1009" y="586"/>
                      </a:cubicBezTo>
                      <a:cubicBezTo>
                        <a:pt x="1123" y="370"/>
                        <a:pt x="1311" y="164"/>
                        <a:pt x="1472" y="164"/>
                      </a:cubicBezTo>
                      <a:close/>
                      <a:moveTo>
                        <a:pt x="1472" y="0"/>
                      </a:moveTo>
                      <a:cubicBezTo>
                        <a:pt x="1247" y="0"/>
                        <a:pt x="1043" y="210"/>
                        <a:pt x="914" y="429"/>
                      </a:cubicBezTo>
                      <a:cubicBezTo>
                        <a:pt x="809" y="287"/>
                        <a:pt x="624" y="93"/>
                        <a:pt x="389" y="93"/>
                      </a:cubicBezTo>
                      <a:cubicBezTo>
                        <a:pt x="337" y="93"/>
                        <a:pt x="287" y="102"/>
                        <a:pt x="241" y="120"/>
                      </a:cubicBezTo>
                      <a:cubicBezTo>
                        <a:pt x="72" y="185"/>
                        <a:pt x="1" y="392"/>
                        <a:pt x="50" y="676"/>
                      </a:cubicBezTo>
                      <a:cubicBezTo>
                        <a:pt x="124" y="1067"/>
                        <a:pt x="457" y="1650"/>
                        <a:pt x="947" y="1650"/>
                      </a:cubicBezTo>
                      <a:cubicBezTo>
                        <a:pt x="1099" y="1650"/>
                        <a:pt x="1250" y="1589"/>
                        <a:pt x="1398" y="1471"/>
                      </a:cubicBezTo>
                      <a:cubicBezTo>
                        <a:pt x="1419" y="1453"/>
                        <a:pt x="1907" y="1027"/>
                        <a:pt x="1925" y="577"/>
                      </a:cubicBezTo>
                      <a:cubicBezTo>
                        <a:pt x="1934" y="410"/>
                        <a:pt x="1873" y="247"/>
                        <a:pt x="1752" y="130"/>
                      </a:cubicBezTo>
                      <a:cubicBezTo>
                        <a:pt x="1682" y="49"/>
                        <a:pt x="1580" y="3"/>
                        <a:pt x="1472"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8"/>
                <p:cNvSpPr/>
                <p:nvPr/>
              </p:nvSpPr>
              <p:spPr>
                <a:xfrm>
                  <a:off x="8856626" y="4909183"/>
                  <a:ext cx="68020" cy="60197"/>
                </a:xfrm>
                <a:custGeom>
                  <a:avLst/>
                  <a:gdLst/>
                  <a:ahLst/>
                  <a:cxnLst/>
                  <a:rect l="l" t="t" r="r" b="b"/>
                  <a:pathLst>
                    <a:path w="1904" h="1685" extrusionOk="0">
                      <a:moveTo>
                        <a:pt x="809" y="676"/>
                      </a:moveTo>
                      <a:cubicBezTo>
                        <a:pt x="821" y="688"/>
                        <a:pt x="836" y="750"/>
                        <a:pt x="830" y="849"/>
                      </a:cubicBezTo>
                      <a:cubicBezTo>
                        <a:pt x="781" y="769"/>
                        <a:pt x="771" y="710"/>
                        <a:pt x="778" y="692"/>
                      </a:cubicBezTo>
                      <a:cubicBezTo>
                        <a:pt x="787" y="685"/>
                        <a:pt x="799" y="679"/>
                        <a:pt x="809" y="676"/>
                      </a:cubicBezTo>
                      <a:close/>
                      <a:moveTo>
                        <a:pt x="784" y="161"/>
                      </a:moveTo>
                      <a:lnTo>
                        <a:pt x="784" y="164"/>
                      </a:lnTo>
                      <a:cubicBezTo>
                        <a:pt x="870" y="164"/>
                        <a:pt x="957" y="183"/>
                        <a:pt x="1037" y="217"/>
                      </a:cubicBezTo>
                      <a:cubicBezTo>
                        <a:pt x="1043" y="220"/>
                        <a:pt x="1583" y="476"/>
                        <a:pt x="1703" y="837"/>
                      </a:cubicBezTo>
                      <a:cubicBezTo>
                        <a:pt x="1743" y="954"/>
                        <a:pt x="1731" y="1080"/>
                        <a:pt x="1669" y="1188"/>
                      </a:cubicBezTo>
                      <a:cubicBezTo>
                        <a:pt x="1623" y="1274"/>
                        <a:pt x="1558" y="1318"/>
                        <a:pt x="1472" y="1318"/>
                      </a:cubicBezTo>
                      <a:cubicBezTo>
                        <a:pt x="1311" y="1318"/>
                        <a:pt x="1111" y="1176"/>
                        <a:pt x="972" y="1028"/>
                      </a:cubicBezTo>
                      <a:cubicBezTo>
                        <a:pt x="1006" y="864"/>
                        <a:pt x="1015" y="673"/>
                        <a:pt x="941" y="577"/>
                      </a:cubicBezTo>
                      <a:cubicBezTo>
                        <a:pt x="913" y="540"/>
                        <a:pt x="870" y="519"/>
                        <a:pt x="824" y="519"/>
                      </a:cubicBezTo>
                      <a:cubicBezTo>
                        <a:pt x="697" y="522"/>
                        <a:pt x="648" y="587"/>
                        <a:pt x="633" y="624"/>
                      </a:cubicBezTo>
                      <a:cubicBezTo>
                        <a:pt x="568" y="766"/>
                        <a:pt x="704" y="966"/>
                        <a:pt x="790" y="1071"/>
                      </a:cubicBezTo>
                      <a:cubicBezTo>
                        <a:pt x="728" y="1288"/>
                        <a:pt x="596" y="1525"/>
                        <a:pt x="391" y="1525"/>
                      </a:cubicBezTo>
                      <a:cubicBezTo>
                        <a:pt x="383" y="1525"/>
                        <a:pt x="375" y="1525"/>
                        <a:pt x="367" y="1524"/>
                      </a:cubicBezTo>
                      <a:cubicBezTo>
                        <a:pt x="247" y="1512"/>
                        <a:pt x="167" y="1305"/>
                        <a:pt x="179" y="1028"/>
                      </a:cubicBezTo>
                      <a:cubicBezTo>
                        <a:pt x="198" y="608"/>
                        <a:pt x="414" y="161"/>
                        <a:pt x="784" y="161"/>
                      </a:cubicBezTo>
                      <a:close/>
                      <a:moveTo>
                        <a:pt x="784" y="1"/>
                      </a:moveTo>
                      <a:cubicBezTo>
                        <a:pt x="309" y="1"/>
                        <a:pt x="37" y="516"/>
                        <a:pt x="16" y="1022"/>
                      </a:cubicBezTo>
                      <a:cubicBezTo>
                        <a:pt x="0" y="1407"/>
                        <a:pt x="130" y="1666"/>
                        <a:pt x="352" y="1685"/>
                      </a:cubicBezTo>
                      <a:lnTo>
                        <a:pt x="389" y="1685"/>
                      </a:lnTo>
                      <a:cubicBezTo>
                        <a:pt x="651" y="1685"/>
                        <a:pt x="824" y="1456"/>
                        <a:pt x="916" y="1207"/>
                      </a:cubicBezTo>
                      <a:cubicBezTo>
                        <a:pt x="1071" y="1352"/>
                        <a:pt x="1274" y="1481"/>
                        <a:pt x="1469" y="1481"/>
                      </a:cubicBezTo>
                      <a:cubicBezTo>
                        <a:pt x="1570" y="1481"/>
                        <a:pt x="1712" y="1444"/>
                        <a:pt x="1805" y="1265"/>
                      </a:cubicBezTo>
                      <a:cubicBezTo>
                        <a:pt x="1888" y="1120"/>
                        <a:pt x="1903" y="944"/>
                        <a:pt x="1851" y="787"/>
                      </a:cubicBezTo>
                      <a:cubicBezTo>
                        <a:pt x="1709" y="362"/>
                        <a:pt x="1126" y="84"/>
                        <a:pt x="1098" y="69"/>
                      </a:cubicBezTo>
                      <a:cubicBezTo>
                        <a:pt x="997" y="25"/>
                        <a:pt x="892" y="4"/>
                        <a:pt x="784"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8"/>
                <p:cNvSpPr/>
                <p:nvPr/>
              </p:nvSpPr>
              <p:spPr>
                <a:xfrm>
                  <a:off x="8792070" y="4893678"/>
                  <a:ext cx="69092" cy="50086"/>
                </a:xfrm>
                <a:custGeom>
                  <a:avLst/>
                  <a:gdLst/>
                  <a:ahLst/>
                  <a:cxnLst/>
                  <a:rect l="l" t="t" r="r" b="b"/>
                  <a:pathLst>
                    <a:path w="1934" h="1402" extrusionOk="0">
                      <a:moveTo>
                        <a:pt x="1147" y="1"/>
                      </a:moveTo>
                      <a:cubicBezTo>
                        <a:pt x="1058" y="1"/>
                        <a:pt x="963" y="19"/>
                        <a:pt x="867" y="65"/>
                      </a:cubicBezTo>
                      <a:cubicBezTo>
                        <a:pt x="386" y="290"/>
                        <a:pt x="0" y="740"/>
                        <a:pt x="241" y="1042"/>
                      </a:cubicBezTo>
                      <a:cubicBezTo>
                        <a:pt x="397" y="1239"/>
                        <a:pt x="698" y="1401"/>
                        <a:pt x="1009" y="1401"/>
                      </a:cubicBezTo>
                      <a:cubicBezTo>
                        <a:pt x="1176" y="1401"/>
                        <a:pt x="1347" y="1354"/>
                        <a:pt x="1499" y="1240"/>
                      </a:cubicBezTo>
                      <a:cubicBezTo>
                        <a:pt x="1934" y="910"/>
                        <a:pt x="1934" y="416"/>
                        <a:pt x="1789" y="296"/>
                      </a:cubicBezTo>
                      <a:cubicBezTo>
                        <a:pt x="1789" y="296"/>
                        <a:pt x="1508" y="1"/>
                        <a:pt x="11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8"/>
                <p:cNvSpPr/>
                <p:nvPr/>
              </p:nvSpPr>
              <p:spPr>
                <a:xfrm>
                  <a:off x="8838763" y="4894428"/>
                  <a:ext cx="12397" cy="38369"/>
                </a:xfrm>
                <a:custGeom>
                  <a:avLst/>
                  <a:gdLst/>
                  <a:ahLst/>
                  <a:cxnLst/>
                  <a:rect l="l" t="t" r="r" b="b"/>
                  <a:pathLst>
                    <a:path w="347" h="1074" extrusionOk="0">
                      <a:moveTo>
                        <a:pt x="1" y="0"/>
                      </a:moveTo>
                      <a:cubicBezTo>
                        <a:pt x="1" y="1"/>
                        <a:pt x="214" y="957"/>
                        <a:pt x="346" y="1074"/>
                      </a:cubicBez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8"/>
                <p:cNvSpPr/>
                <p:nvPr/>
              </p:nvSpPr>
              <p:spPr>
                <a:xfrm>
                  <a:off x="8835262" y="4891285"/>
                  <a:ext cx="19863" cy="44370"/>
                </a:xfrm>
                <a:custGeom>
                  <a:avLst/>
                  <a:gdLst/>
                  <a:ahLst/>
                  <a:cxnLst/>
                  <a:rect l="l" t="t" r="r" b="b"/>
                  <a:pathLst>
                    <a:path w="556" h="1242" extrusionOk="0">
                      <a:moveTo>
                        <a:pt x="98" y="0"/>
                      </a:moveTo>
                      <a:cubicBezTo>
                        <a:pt x="50" y="0"/>
                        <a:pt x="1" y="40"/>
                        <a:pt x="19" y="104"/>
                      </a:cubicBezTo>
                      <a:cubicBezTo>
                        <a:pt x="71" y="335"/>
                        <a:pt x="250" y="1097"/>
                        <a:pt x="392" y="1223"/>
                      </a:cubicBezTo>
                      <a:cubicBezTo>
                        <a:pt x="407" y="1236"/>
                        <a:pt x="426" y="1242"/>
                        <a:pt x="447" y="1242"/>
                      </a:cubicBezTo>
                      <a:cubicBezTo>
                        <a:pt x="521" y="1242"/>
                        <a:pt x="555" y="1149"/>
                        <a:pt x="500" y="1100"/>
                      </a:cubicBezTo>
                      <a:cubicBezTo>
                        <a:pt x="429" y="1038"/>
                        <a:pt x="278" y="517"/>
                        <a:pt x="176" y="70"/>
                      </a:cubicBezTo>
                      <a:cubicBezTo>
                        <a:pt x="168" y="22"/>
                        <a:pt x="133" y="0"/>
                        <a:pt x="9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8"/>
                <p:cNvSpPr/>
                <p:nvPr/>
              </p:nvSpPr>
              <p:spPr>
                <a:xfrm>
                  <a:off x="8821794" y="4897286"/>
                  <a:ext cx="16255" cy="44978"/>
                </a:xfrm>
                <a:custGeom>
                  <a:avLst/>
                  <a:gdLst/>
                  <a:ahLst/>
                  <a:cxnLst/>
                  <a:rect l="l" t="t" r="r" b="b"/>
                  <a:pathLst>
                    <a:path w="455" h="1259" extrusionOk="0">
                      <a:moveTo>
                        <a:pt x="1" y="1"/>
                      </a:moveTo>
                      <a:cubicBezTo>
                        <a:pt x="1" y="1"/>
                        <a:pt x="285" y="1111"/>
                        <a:pt x="454" y="1259"/>
                      </a:cubicBez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8"/>
                <p:cNvSpPr/>
                <p:nvPr/>
              </p:nvSpPr>
              <p:spPr>
                <a:xfrm>
                  <a:off x="8818150" y="4894143"/>
                  <a:ext cx="23864" cy="51122"/>
                </a:xfrm>
                <a:custGeom>
                  <a:avLst/>
                  <a:gdLst/>
                  <a:ahLst/>
                  <a:cxnLst/>
                  <a:rect l="l" t="t" r="r" b="b"/>
                  <a:pathLst>
                    <a:path w="668" h="1431" extrusionOk="0">
                      <a:moveTo>
                        <a:pt x="103" y="1"/>
                      </a:moveTo>
                      <a:cubicBezTo>
                        <a:pt x="52" y="1"/>
                        <a:pt x="1" y="43"/>
                        <a:pt x="23" y="110"/>
                      </a:cubicBezTo>
                      <a:cubicBezTo>
                        <a:pt x="72" y="298"/>
                        <a:pt x="325" y="1251"/>
                        <a:pt x="504" y="1409"/>
                      </a:cubicBezTo>
                      <a:cubicBezTo>
                        <a:pt x="519" y="1421"/>
                        <a:pt x="538" y="1427"/>
                        <a:pt x="556" y="1427"/>
                      </a:cubicBezTo>
                      <a:lnTo>
                        <a:pt x="556" y="1430"/>
                      </a:lnTo>
                      <a:cubicBezTo>
                        <a:pt x="630" y="1430"/>
                        <a:pt x="667" y="1338"/>
                        <a:pt x="612" y="1288"/>
                      </a:cubicBezTo>
                      <a:cubicBezTo>
                        <a:pt x="507" y="1196"/>
                        <a:pt x="297" y="520"/>
                        <a:pt x="180" y="70"/>
                      </a:cubicBezTo>
                      <a:cubicBezTo>
                        <a:pt x="172" y="22"/>
                        <a:pt x="138" y="1"/>
                        <a:pt x="1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8"/>
                <p:cNvSpPr/>
                <p:nvPr/>
              </p:nvSpPr>
              <p:spPr>
                <a:xfrm>
                  <a:off x="8888458" y="4866562"/>
                  <a:ext cx="33189" cy="34296"/>
                </a:xfrm>
                <a:custGeom>
                  <a:avLst/>
                  <a:gdLst/>
                  <a:ahLst/>
                  <a:cxnLst/>
                  <a:rect l="l" t="t" r="r" b="b"/>
                  <a:pathLst>
                    <a:path w="929" h="960" extrusionOk="0">
                      <a:moveTo>
                        <a:pt x="841" y="1"/>
                      </a:moveTo>
                      <a:cubicBezTo>
                        <a:pt x="805" y="1"/>
                        <a:pt x="770" y="22"/>
                        <a:pt x="763" y="68"/>
                      </a:cubicBezTo>
                      <a:cubicBezTo>
                        <a:pt x="682" y="679"/>
                        <a:pt x="118" y="796"/>
                        <a:pt x="96" y="799"/>
                      </a:cubicBezTo>
                      <a:cubicBezTo>
                        <a:pt x="1" y="817"/>
                        <a:pt x="13" y="959"/>
                        <a:pt x="112" y="959"/>
                      </a:cubicBezTo>
                      <a:lnTo>
                        <a:pt x="127" y="959"/>
                      </a:lnTo>
                      <a:cubicBezTo>
                        <a:pt x="133" y="956"/>
                        <a:pt x="824" y="820"/>
                        <a:pt x="923" y="90"/>
                      </a:cubicBezTo>
                      <a:cubicBezTo>
                        <a:pt x="928" y="32"/>
                        <a:pt x="884" y="1"/>
                        <a:pt x="8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8"/>
                <p:cNvSpPr/>
                <p:nvPr/>
              </p:nvSpPr>
              <p:spPr>
                <a:xfrm>
                  <a:off x="8810218" y="4907861"/>
                  <a:ext cx="12825" cy="35511"/>
                </a:xfrm>
                <a:custGeom>
                  <a:avLst/>
                  <a:gdLst/>
                  <a:ahLst/>
                  <a:cxnLst/>
                  <a:rect l="l" t="t" r="r" b="b"/>
                  <a:pathLst>
                    <a:path w="359" h="994" extrusionOk="0">
                      <a:moveTo>
                        <a:pt x="1" y="1"/>
                      </a:moveTo>
                      <a:lnTo>
                        <a:pt x="1" y="1"/>
                      </a:lnTo>
                      <a:cubicBezTo>
                        <a:pt x="1" y="1"/>
                        <a:pt x="143" y="827"/>
                        <a:pt x="359" y="994"/>
                      </a:cubicBez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8"/>
                <p:cNvSpPr/>
                <p:nvPr/>
              </p:nvSpPr>
              <p:spPr>
                <a:xfrm>
                  <a:off x="8806824" y="4904860"/>
                  <a:ext cx="20185" cy="41512"/>
                </a:xfrm>
                <a:custGeom>
                  <a:avLst/>
                  <a:gdLst/>
                  <a:ahLst/>
                  <a:cxnLst/>
                  <a:rect l="l" t="t" r="r" b="b"/>
                  <a:pathLst>
                    <a:path w="565" h="1162" extrusionOk="0">
                      <a:moveTo>
                        <a:pt x="96" y="0"/>
                      </a:moveTo>
                      <a:cubicBezTo>
                        <a:pt x="48" y="0"/>
                        <a:pt x="0" y="37"/>
                        <a:pt x="16" y="100"/>
                      </a:cubicBezTo>
                      <a:cubicBezTo>
                        <a:pt x="31" y="186"/>
                        <a:pt x="173" y="961"/>
                        <a:pt x="404" y="1143"/>
                      </a:cubicBezTo>
                      <a:cubicBezTo>
                        <a:pt x="420" y="1155"/>
                        <a:pt x="435" y="1161"/>
                        <a:pt x="454" y="1161"/>
                      </a:cubicBezTo>
                      <a:cubicBezTo>
                        <a:pt x="531" y="1161"/>
                        <a:pt x="565" y="1062"/>
                        <a:pt x="503" y="1016"/>
                      </a:cubicBezTo>
                      <a:cubicBezTo>
                        <a:pt x="364" y="908"/>
                        <a:pt x="229" y="381"/>
                        <a:pt x="176" y="72"/>
                      </a:cubicBezTo>
                      <a:cubicBezTo>
                        <a:pt x="169" y="23"/>
                        <a:pt x="133" y="0"/>
                        <a:pt x="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8"/>
                <p:cNvSpPr/>
                <p:nvPr/>
              </p:nvSpPr>
              <p:spPr>
                <a:xfrm>
                  <a:off x="8888387" y="4899466"/>
                  <a:ext cx="46157" cy="17898"/>
                </a:xfrm>
                <a:custGeom>
                  <a:avLst/>
                  <a:gdLst/>
                  <a:ahLst/>
                  <a:cxnLst/>
                  <a:rect l="l" t="t" r="r" b="b"/>
                  <a:pathLst>
                    <a:path w="1292" h="501" extrusionOk="0">
                      <a:moveTo>
                        <a:pt x="514" y="1"/>
                      </a:moveTo>
                      <a:cubicBezTo>
                        <a:pt x="390" y="1"/>
                        <a:pt x="249" y="22"/>
                        <a:pt x="92" y="75"/>
                      </a:cubicBezTo>
                      <a:cubicBezTo>
                        <a:pt x="0" y="106"/>
                        <a:pt x="34" y="234"/>
                        <a:pt x="116" y="234"/>
                      </a:cubicBezTo>
                      <a:cubicBezTo>
                        <a:pt x="125" y="234"/>
                        <a:pt x="135" y="233"/>
                        <a:pt x="145" y="230"/>
                      </a:cubicBezTo>
                      <a:cubicBezTo>
                        <a:pt x="286" y="182"/>
                        <a:pt x="410" y="163"/>
                        <a:pt x="518" y="163"/>
                      </a:cubicBezTo>
                      <a:cubicBezTo>
                        <a:pt x="937" y="163"/>
                        <a:pt x="1122" y="446"/>
                        <a:pt x="1132" y="461"/>
                      </a:cubicBezTo>
                      <a:cubicBezTo>
                        <a:pt x="1147" y="486"/>
                        <a:pt x="1172" y="501"/>
                        <a:pt x="1199" y="501"/>
                      </a:cubicBezTo>
                      <a:cubicBezTo>
                        <a:pt x="1215" y="501"/>
                        <a:pt x="1230" y="495"/>
                        <a:pt x="1243" y="489"/>
                      </a:cubicBezTo>
                      <a:cubicBezTo>
                        <a:pt x="1280" y="464"/>
                        <a:pt x="1292" y="415"/>
                        <a:pt x="1270" y="378"/>
                      </a:cubicBezTo>
                      <a:cubicBezTo>
                        <a:pt x="1268" y="373"/>
                        <a:pt x="1031" y="1"/>
                        <a:pt x="5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66" name="Google Shape;866;p8"/>
            <p:cNvGrpSpPr/>
            <p:nvPr/>
          </p:nvGrpSpPr>
          <p:grpSpPr>
            <a:xfrm>
              <a:off x="3176691" y="4709202"/>
              <a:ext cx="299552" cy="265537"/>
              <a:chOff x="8792070" y="4843090"/>
              <a:chExt cx="142474" cy="126290"/>
            </a:xfrm>
          </p:grpSpPr>
          <p:sp>
            <p:nvSpPr>
              <p:cNvPr id="867" name="Google Shape;867;p8"/>
              <p:cNvSpPr/>
              <p:nvPr/>
            </p:nvSpPr>
            <p:spPr>
              <a:xfrm>
                <a:off x="8835905" y="4843090"/>
                <a:ext cx="69128" cy="58982"/>
              </a:xfrm>
              <a:custGeom>
                <a:avLst/>
                <a:gdLst/>
                <a:ahLst/>
                <a:cxnLst/>
                <a:rect l="l" t="t" r="r" b="b"/>
                <a:pathLst>
                  <a:path w="1935" h="1651" extrusionOk="0">
                    <a:moveTo>
                      <a:pt x="926" y="796"/>
                    </a:moveTo>
                    <a:cubicBezTo>
                      <a:pt x="947" y="848"/>
                      <a:pt x="960" y="904"/>
                      <a:pt x="966" y="959"/>
                    </a:cubicBezTo>
                    <a:cubicBezTo>
                      <a:pt x="958" y="961"/>
                      <a:pt x="950" y="962"/>
                      <a:pt x="941" y="962"/>
                    </a:cubicBezTo>
                    <a:cubicBezTo>
                      <a:pt x="933" y="962"/>
                      <a:pt x="924" y="961"/>
                      <a:pt x="917" y="959"/>
                    </a:cubicBezTo>
                    <a:cubicBezTo>
                      <a:pt x="904" y="938"/>
                      <a:pt x="904" y="882"/>
                      <a:pt x="926" y="796"/>
                    </a:cubicBezTo>
                    <a:close/>
                    <a:moveTo>
                      <a:pt x="1472" y="164"/>
                    </a:moveTo>
                    <a:cubicBezTo>
                      <a:pt x="1537" y="164"/>
                      <a:pt x="1595" y="194"/>
                      <a:pt x="1635" y="241"/>
                    </a:cubicBezTo>
                    <a:cubicBezTo>
                      <a:pt x="1725" y="327"/>
                      <a:pt x="1771" y="447"/>
                      <a:pt x="1765" y="571"/>
                    </a:cubicBezTo>
                    <a:cubicBezTo>
                      <a:pt x="1746" y="950"/>
                      <a:pt x="1296" y="1348"/>
                      <a:pt x="1296" y="1348"/>
                    </a:cubicBezTo>
                    <a:cubicBezTo>
                      <a:pt x="1197" y="1431"/>
                      <a:pt x="1074" y="1481"/>
                      <a:pt x="947" y="1487"/>
                    </a:cubicBezTo>
                    <a:cubicBezTo>
                      <a:pt x="565" y="1487"/>
                      <a:pt x="275" y="999"/>
                      <a:pt x="210" y="645"/>
                    </a:cubicBezTo>
                    <a:cubicBezTo>
                      <a:pt x="183" y="491"/>
                      <a:pt x="189" y="312"/>
                      <a:pt x="297" y="272"/>
                    </a:cubicBezTo>
                    <a:cubicBezTo>
                      <a:pt x="328" y="262"/>
                      <a:pt x="358" y="256"/>
                      <a:pt x="389" y="256"/>
                    </a:cubicBezTo>
                    <a:cubicBezTo>
                      <a:pt x="559" y="256"/>
                      <a:pt x="722" y="423"/>
                      <a:pt x="827" y="592"/>
                    </a:cubicBezTo>
                    <a:cubicBezTo>
                      <a:pt x="778" y="710"/>
                      <a:pt x="704" y="922"/>
                      <a:pt x="781" y="1046"/>
                    </a:cubicBezTo>
                    <a:cubicBezTo>
                      <a:pt x="815" y="1098"/>
                      <a:pt x="867" y="1125"/>
                      <a:pt x="932" y="1125"/>
                    </a:cubicBezTo>
                    <a:cubicBezTo>
                      <a:pt x="956" y="1125"/>
                      <a:pt x="982" y="1121"/>
                      <a:pt x="1009" y="1114"/>
                    </a:cubicBezTo>
                    <a:cubicBezTo>
                      <a:pt x="1052" y="1101"/>
                      <a:pt x="1086" y="1070"/>
                      <a:pt x="1105" y="1027"/>
                    </a:cubicBezTo>
                    <a:cubicBezTo>
                      <a:pt x="1148" y="916"/>
                      <a:pt x="1086" y="734"/>
                      <a:pt x="1009" y="586"/>
                    </a:cubicBezTo>
                    <a:cubicBezTo>
                      <a:pt x="1123" y="370"/>
                      <a:pt x="1311" y="164"/>
                      <a:pt x="1472" y="164"/>
                    </a:cubicBezTo>
                    <a:close/>
                    <a:moveTo>
                      <a:pt x="1472" y="0"/>
                    </a:moveTo>
                    <a:cubicBezTo>
                      <a:pt x="1247" y="0"/>
                      <a:pt x="1043" y="210"/>
                      <a:pt x="914" y="429"/>
                    </a:cubicBezTo>
                    <a:cubicBezTo>
                      <a:pt x="809" y="287"/>
                      <a:pt x="624" y="93"/>
                      <a:pt x="389" y="93"/>
                    </a:cubicBezTo>
                    <a:cubicBezTo>
                      <a:pt x="337" y="93"/>
                      <a:pt x="287" y="102"/>
                      <a:pt x="241" y="120"/>
                    </a:cubicBezTo>
                    <a:cubicBezTo>
                      <a:pt x="72" y="185"/>
                      <a:pt x="1" y="392"/>
                      <a:pt x="50" y="676"/>
                    </a:cubicBezTo>
                    <a:cubicBezTo>
                      <a:pt x="124" y="1067"/>
                      <a:pt x="457" y="1650"/>
                      <a:pt x="947" y="1650"/>
                    </a:cubicBezTo>
                    <a:cubicBezTo>
                      <a:pt x="1099" y="1650"/>
                      <a:pt x="1250" y="1589"/>
                      <a:pt x="1398" y="1471"/>
                    </a:cubicBezTo>
                    <a:cubicBezTo>
                      <a:pt x="1419" y="1453"/>
                      <a:pt x="1907" y="1027"/>
                      <a:pt x="1925" y="577"/>
                    </a:cubicBezTo>
                    <a:cubicBezTo>
                      <a:pt x="1934" y="410"/>
                      <a:pt x="1873" y="247"/>
                      <a:pt x="1752" y="130"/>
                    </a:cubicBezTo>
                    <a:cubicBezTo>
                      <a:pt x="1682" y="49"/>
                      <a:pt x="1580" y="3"/>
                      <a:pt x="1472"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8"/>
              <p:cNvSpPr/>
              <p:nvPr/>
            </p:nvSpPr>
            <p:spPr>
              <a:xfrm>
                <a:off x="8856626" y="4909183"/>
                <a:ext cx="68020" cy="60197"/>
              </a:xfrm>
              <a:custGeom>
                <a:avLst/>
                <a:gdLst/>
                <a:ahLst/>
                <a:cxnLst/>
                <a:rect l="l" t="t" r="r" b="b"/>
                <a:pathLst>
                  <a:path w="1904" h="1685" extrusionOk="0">
                    <a:moveTo>
                      <a:pt x="809" y="676"/>
                    </a:moveTo>
                    <a:cubicBezTo>
                      <a:pt x="821" y="688"/>
                      <a:pt x="836" y="750"/>
                      <a:pt x="830" y="849"/>
                    </a:cubicBezTo>
                    <a:cubicBezTo>
                      <a:pt x="781" y="769"/>
                      <a:pt x="771" y="710"/>
                      <a:pt x="778" y="692"/>
                    </a:cubicBezTo>
                    <a:cubicBezTo>
                      <a:pt x="787" y="685"/>
                      <a:pt x="799" y="679"/>
                      <a:pt x="809" y="676"/>
                    </a:cubicBezTo>
                    <a:close/>
                    <a:moveTo>
                      <a:pt x="784" y="161"/>
                    </a:moveTo>
                    <a:lnTo>
                      <a:pt x="784" y="164"/>
                    </a:lnTo>
                    <a:cubicBezTo>
                      <a:pt x="870" y="164"/>
                      <a:pt x="957" y="183"/>
                      <a:pt x="1037" y="217"/>
                    </a:cubicBezTo>
                    <a:cubicBezTo>
                      <a:pt x="1043" y="220"/>
                      <a:pt x="1583" y="476"/>
                      <a:pt x="1703" y="837"/>
                    </a:cubicBezTo>
                    <a:cubicBezTo>
                      <a:pt x="1743" y="954"/>
                      <a:pt x="1731" y="1080"/>
                      <a:pt x="1669" y="1188"/>
                    </a:cubicBezTo>
                    <a:cubicBezTo>
                      <a:pt x="1623" y="1274"/>
                      <a:pt x="1558" y="1318"/>
                      <a:pt x="1472" y="1318"/>
                    </a:cubicBezTo>
                    <a:cubicBezTo>
                      <a:pt x="1311" y="1318"/>
                      <a:pt x="1111" y="1176"/>
                      <a:pt x="972" y="1028"/>
                    </a:cubicBezTo>
                    <a:cubicBezTo>
                      <a:pt x="1006" y="864"/>
                      <a:pt x="1015" y="673"/>
                      <a:pt x="941" y="577"/>
                    </a:cubicBezTo>
                    <a:cubicBezTo>
                      <a:pt x="913" y="540"/>
                      <a:pt x="870" y="519"/>
                      <a:pt x="824" y="519"/>
                    </a:cubicBezTo>
                    <a:cubicBezTo>
                      <a:pt x="697" y="522"/>
                      <a:pt x="648" y="587"/>
                      <a:pt x="633" y="624"/>
                    </a:cubicBezTo>
                    <a:cubicBezTo>
                      <a:pt x="568" y="766"/>
                      <a:pt x="704" y="966"/>
                      <a:pt x="790" y="1071"/>
                    </a:cubicBezTo>
                    <a:cubicBezTo>
                      <a:pt x="728" y="1288"/>
                      <a:pt x="596" y="1525"/>
                      <a:pt x="391" y="1525"/>
                    </a:cubicBezTo>
                    <a:cubicBezTo>
                      <a:pt x="383" y="1525"/>
                      <a:pt x="375" y="1525"/>
                      <a:pt x="367" y="1524"/>
                    </a:cubicBezTo>
                    <a:cubicBezTo>
                      <a:pt x="247" y="1512"/>
                      <a:pt x="167" y="1305"/>
                      <a:pt x="179" y="1028"/>
                    </a:cubicBezTo>
                    <a:cubicBezTo>
                      <a:pt x="198" y="608"/>
                      <a:pt x="414" y="161"/>
                      <a:pt x="784" y="161"/>
                    </a:cubicBezTo>
                    <a:close/>
                    <a:moveTo>
                      <a:pt x="784" y="1"/>
                    </a:moveTo>
                    <a:cubicBezTo>
                      <a:pt x="309" y="1"/>
                      <a:pt x="37" y="516"/>
                      <a:pt x="16" y="1022"/>
                    </a:cubicBezTo>
                    <a:cubicBezTo>
                      <a:pt x="0" y="1407"/>
                      <a:pt x="130" y="1666"/>
                      <a:pt x="352" y="1685"/>
                    </a:cubicBezTo>
                    <a:lnTo>
                      <a:pt x="389" y="1685"/>
                    </a:lnTo>
                    <a:cubicBezTo>
                      <a:pt x="651" y="1685"/>
                      <a:pt x="824" y="1456"/>
                      <a:pt x="916" y="1207"/>
                    </a:cubicBezTo>
                    <a:cubicBezTo>
                      <a:pt x="1071" y="1352"/>
                      <a:pt x="1274" y="1481"/>
                      <a:pt x="1469" y="1481"/>
                    </a:cubicBezTo>
                    <a:cubicBezTo>
                      <a:pt x="1570" y="1481"/>
                      <a:pt x="1712" y="1444"/>
                      <a:pt x="1805" y="1265"/>
                    </a:cubicBezTo>
                    <a:cubicBezTo>
                      <a:pt x="1888" y="1120"/>
                      <a:pt x="1903" y="944"/>
                      <a:pt x="1851" y="787"/>
                    </a:cubicBezTo>
                    <a:cubicBezTo>
                      <a:pt x="1709" y="362"/>
                      <a:pt x="1126" y="84"/>
                      <a:pt x="1098" y="69"/>
                    </a:cubicBezTo>
                    <a:cubicBezTo>
                      <a:pt x="997" y="25"/>
                      <a:pt x="892" y="4"/>
                      <a:pt x="784"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8"/>
              <p:cNvSpPr/>
              <p:nvPr/>
            </p:nvSpPr>
            <p:spPr>
              <a:xfrm>
                <a:off x="8792070" y="4893678"/>
                <a:ext cx="69092" cy="50086"/>
              </a:xfrm>
              <a:custGeom>
                <a:avLst/>
                <a:gdLst/>
                <a:ahLst/>
                <a:cxnLst/>
                <a:rect l="l" t="t" r="r" b="b"/>
                <a:pathLst>
                  <a:path w="1934" h="1402" extrusionOk="0">
                    <a:moveTo>
                      <a:pt x="1147" y="1"/>
                    </a:moveTo>
                    <a:cubicBezTo>
                      <a:pt x="1058" y="1"/>
                      <a:pt x="963" y="19"/>
                      <a:pt x="867" y="65"/>
                    </a:cubicBezTo>
                    <a:cubicBezTo>
                      <a:pt x="386" y="290"/>
                      <a:pt x="0" y="740"/>
                      <a:pt x="241" y="1042"/>
                    </a:cubicBezTo>
                    <a:cubicBezTo>
                      <a:pt x="397" y="1239"/>
                      <a:pt x="698" y="1401"/>
                      <a:pt x="1009" y="1401"/>
                    </a:cubicBezTo>
                    <a:cubicBezTo>
                      <a:pt x="1176" y="1401"/>
                      <a:pt x="1347" y="1354"/>
                      <a:pt x="1499" y="1240"/>
                    </a:cubicBezTo>
                    <a:cubicBezTo>
                      <a:pt x="1934" y="910"/>
                      <a:pt x="1934" y="416"/>
                      <a:pt x="1789" y="296"/>
                    </a:cubicBezTo>
                    <a:cubicBezTo>
                      <a:pt x="1789" y="296"/>
                      <a:pt x="1508" y="1"/>
                      <a:pt x="11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8"/>
              <p:cNvSpPr/>
              <p:nvPr/>
            </p:nvSpPr>
            <p:spPr>
              <a:xfrm>
                <a:off x="8838763" y="4894428"/>
                <a:ext cx="12397" cy="38369"/>
              </a:xfrm>
              <a:custGeom>
                <a:avLst/>
                <a:gdLst/>
                <a:ahLst/>
                <a:cxnLst/>
                <a:rect l="l" t="t" r="r" b="b"/>
                <a:pathLst>
                  <a:path w="347" h="1074" extrusionOk="0">
                    <a:moveTo>
                      <a:pt x="1" y="0"/>
                    </a:moveTo>
                    <a:cubicBezTo>
                      <a:pt x="1" y="1"/>
                      <a:pt x="214" y="957"/>
                      <a:pt x="346" y="1074"/>
                    </a:cubicBez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8"/>
              <p:cNvSpPr/>
              <p:nvPr/>
            </p:nvSpPr>
            <p:spPr>
              <a:xfrm>
                <a:off x="8835262" y="4891285"/>
                <a:ext cx="19863" cy="44370"/>
              </a:xfrm>
              <a:custGeom>
                <a:avLst/>
                <a:gdLst/>
                <a:ahLst/>
                <a:cxnLst/>
                <a:rect l="l" t="t" r="r" b="b"/>
                <a:pathLst>
                  <a:path w="556" h="1242" extrusionOk="0">
                    <a:moveTo>
                      <a:pt x="98" y="0"/>
                    </a:moveTo>
                    <a:cubicBezTo>
                      <a:pt x="50" y="0"/>
                      <a:pt x="1" y="40"/>
                      <a:pt x="19" y="104"/>
                    </a:cubicBezTo>
                    <a:cubicBezTo>
                      <a:pt x="71" y="335"/>
                      <a:pt x="250" y="1097"/>
                      <a:pt x="392" y="1223"/>
                    </a:cubicBezTo>
                    <a:cubicBezTo>
                      <a:pt x="407" y="1236"/>
                      <a:pt x="426" y="1242"/>
                      <a:pt x="447" y="1242"/>
                    </a:cubicBezTo>
                    <a:cubicBezTo>
                      <a:pt x="521" y="1242"/>
                      <a:pt x="555" y="1149"/>
                      <a:pt x="500" y="1100"/>
                    </a:cubicBezTo>
                    <a:cubicBezTo>
                      <a:pt x="429" y="1038"/>
                      <a:pt x="278" y="517"/>
                      <a:pt x="176" y="70"/>
                    </a:cubicBezTo>
                    <a:cubicBezTo>
                      <a:pt x="168" y="22"/>
                      <a:pt x="133" y="0"/>
                      <a:pt x="9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8"/>
              <p:cNvSpPr/>
              <p:nvPr/>
            </p:nvSpPr>
            <p:spPr>
              <a:xfrm>
                <a:off x="8821794" y="4897286"/>
                <a:ext cx="16255" cy="44978"/>
              </a:xfrm>
              <a:custGeom>
                <a:avLst/>
                <a:gdLst/>
                <a:ahLst/>
                <a:cxnLst/>
                <a:rect l="l" t="t" r="r" b="b"/>
                <a:pathLst>
                  <a:path w="455" h="1259" extrusionOk="0">
                    <a:moveTo>
                      <a:pt x="1" y="1"/>
                    </a:moveTo>
                    <a:cubicBezTo>
                      <a:pt x="1" y="1"/>
                      <a:pt x="285" y="1111"/>
                      <a:pt x="454" y="1259"/>
                    </a:cubicBez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8"/>
              <p:cNvSpPr/>
              <p:nvPr/>
            </p:nvSpPr>
            <p:spPr>
              <a:xfrm>
                <a:off x="8818150" y="4894143"/>
                <a:ext cx="23864" cy="51122"/>
              </a:xfrm>
              <a:custGeom>
                <a:avLst/>
                <a:gdLst/>
                <a:ahLst/>
                <a:cxnLst/>
                <a:rect l="l" t="t" r="r" b="b"/>
                <a:pathLst>
                  <a:path w="668" h="1431" extrusionOk="0">
                    <a:moveTo>
                      <a:pt x="103" y="1"/>
                    </a:moveTo>
                    <a:cubicBezTo>
                      <a:pt x="52" y="1"/>
                      <a:pt x="1" y="43"/>
                      <a:pt x="23" y="110"/>
                    </a:cubicBezTo>
                    <a:cubicBezTo>
                      <a:pt x="72" y="298"/>
                      <a:pt x="325" y="1251"/>
                      <a:pt x="504" y="1409"/>
                    </a:cubicBezTo>
                    <a:cubicBezTo>
                      <a:pt x="519" y="1421"/>
                      <a:pt x="538" y="1427"/>
                      <a:pt x="556" y="1427"/>
                    </a:cubicBezTo>
                    <a:lnTo>
                      <a:pt x="556" y="1430"/>
                    </a:lnTo>
                    <a:cubicBezTo>
                      <a:pt x="630" y="1430"/>
                      <a:pt x="667" y="1338"/>
                      <a:pt x="612" y="1288"/>
                    </a:cubicBezTo>
                    <a:cubicBezTo>
                      <a:pt x="507" y="1196"/>
                      <a:pt x="297" y="520"/>
                      <a:pt x="180" y="70"/>
                    </a:cubicBezTo>
                    <a:cubicBezTo>
                      <a:pt x="172" y="22"/>
                      <a:pt x="138" y="1"/>
                      <a:pt x="1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8"/>
              <p:cNvSpPr/>
              <p:nvPr/>
            </p:nvSpPr>
            <p:spPr>
              <a:xfrm>
                <a:off x="8888458" y="4866562"/>
                <a:ext cx="33189" cy="34296"/>
              </a:xfrm>
              <a:custGeom>
                <a:avLst/>
                <a:gdLst/>
                <a:ahLst/>
                <a:cxnLst/>
                <a:rect l="l" t="t" r="r" b="b"/>
                <a:pathLst>
                  <a:path w="929" h="960" extrusionOk="0">
                    <a:moveTo>
                      <a:pt x="841" y="1"/>
                    </a:moveTo>
                    <a:cubicBezTo>
                      <a:pt x="805" y="1"/>
                      <a:pt x="770" y="22"/>
                      <a:pt x="763" y="68"/>
                    </a:cubicBezTo>
                    <a:cubicBezTo>
                      <a:pt x="682" y="679"/>
                      <a:pt x="118" y="796"/>
                      <a:pt x="96" y="799"/>
                    </a:cubicBezTo>
                    <a:cubicBezTo>
                      <a:pt x="1" y="817"/>
                      <a:pt x="13" y="959"/>
                      <a:pt x="112" y="959"/>
                    </a:cubicBezTo>
                    <a:lnTo>
                      <a:pt x="127" y="959"/>
                    </a:lnTo>
                    <a:cubicBezTo>
                      <a:pt x="133" y="956"/>
                      <a:pt x="824" y="820"/>
                      <a:pt x="923" y="90"/>
                    </a:cubicBezTo>
                    <a:cubicBezTo>
                      <a:pt x="928" y="32"/>
                      <a:pt x="884" y="1"/>
                      <a:pt x="8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8"/>
              <p:cNvSpPr/>
              <p:nvPr/>
            </p:nvSpPr>
            <p:spPr>
              <a:xfrm>
                <a:off x="8810218" y="4907861"/>
                <a:ext cx="12825" cy="35511"/>
              </a:xfrm>
              <a:custGeom>
                <a:avLst/>
                <a:gdLst/>
                <a:ahLst/>
                <a:cxnLst/>
                <a:rect l="l" t="t" r="r" b="b"/>
                <a:pathLst>
                  <a:path w="359" h="994" extrusionOk="0">
                    <a:moveTo>
                      <a:pt x="1" y="1"/>
                    </a:moveTo>
                    <a:lnTo>
                      <a:pt x="1" y="1"/>
                    </a:lnTo>
                    <a:cubicBezTo>
                      <a:pt x="1" y="1"/>
                      <a:pt x="143" y="827"/>
                      <a:pt x="359" y="994"/>
                    </a:cubicBez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8"/>
              <p:cNvSpPr/>
              <p:nvPr/>
            </p:nvSpPr>
            <p:spPr>
              <a:xfrm>
                <a:off x="8806824" y="4904860"/>
                <a:ext cx="20185" cy="41512"/>
              </a:xfrm>
              <a:custGeom>
                <a:avLst/>
                <a:gdLst/>
                <a:ahLst/>
                <a:cxnLst/>
                <a:rect l="l" t="t" r="r" b="b"/>
                <a:pathLst>
                  <a:path w="565" h="1162" extrusionOk="0">
                    <a:moveTo>
                      <a:pt x="96" y="0"/>
                    </a:moveTo>
                    <a:cubicBezTo>
                      <a:pt x="48" y="0"/>
                      <a:pt x="0" y="37"/>
                      <a:pt x="16" y="100"/>
                    </a:cubicBezTo>
                    <a:cubicBezTo>
                      <a:pt x="31" y="186"/>
                      <a:pt x="173" y="961"/>
                      <a:pt x="404" y="1143"/>
                    </a:cubicBezTo>
                    <a:cubicBezTo>
                      <a:pt x="420" y="1155"/>
                      <a:pt x="435" y="1161"/>
                      <a:pt x="454" y="1161"/>
                    </a:cubicBezTo>
                    <a:cubicBezTo>
                      <a:pt x="531" y="1161"/>
                      <a:pt x="565" y="1062"/>
                      <a:pt x="503" y="1016"/>
                    </a:cubicBezTo>
                    <a:cubicBezTo>
                      <a:pt x="364" y="908"/>
                      <a:pt x="229" y="381"/>
                      <a:pt x="176" y="72"/>
                    </a:cubicBezTo>
                    <a:cubicBezTo>
                      <a:pt x="169" y="23"/>
                      <a:pt x="133" y="0"/>
                      <a:pt x="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8"/>
              <p:cNvSpPr/>
              <p:nvPr/>
            </p:nvSpPr>
            <p:spPr>
              <a:xfrm>
                <a:off x="8888387" y="4899466"/>
                <a:ext cx="46157" cy="17898"/>
              </a:xfrm>
              <a:custGeom>
                <a:avLst/>
                <a:gdLst/>
                <a:ahLst/>
                <a:cxnLst/>
                <a:rect l="l" t="t" r="r" b="b"/>
                <a:pathLst>
                  <a:path w="1292" h="501" extrusionOk="0">
                    <a:moveTo>
                      <a:pt x="514" y="1"/>
                    </a:moveTo>
                    <a:cubicBezTo>
                      <a:pt x="390" y="1"/>
                      <a:pt x="249" y="22"/>
                      <a:pt x="92" y="75"/>
                    </a:cubicBezTo>
                    <a:cubicBezTo>
                      <a:pt x="0" y="106"/>
                      <a:pt x="34" y="234"/>
                      <a:pt x="116" y="234"/>
                    </a:cubicBezTo>
                    <a:cubicBezTo>
                      <a:pt x="125" y="234"/>
                      <a:pt x="135" y="233"/>
                      <a:pt x="145" y="230"/>
                    </a:cubicBezTo>
                    <a:cubicBezTo>
                      <a:pt x="286" y="182"/>
                      <a:pt x="410" y="163"/>
                      <a:pt x="518" y="163"/>
                    </a:cubicBezTo>
                    <a:cubicBezTo>
                      <a:pt x="937" y="163"/>
                      <a:pt x="1122" y="446"/>
                      <a:pt x="1132" y="461"/>
                    </a:cubicBezTo>
                    <a:cubicBezTo>
                      <a:pt x="1147" y="486"/>
                      <a:pt x="1172" y="501"/>
                      <a:pt x="1199" y="501"/>
                    </a:cubicBezTo>
                    <a:cubicBezTo>
                      <a:pt x="1215" y="501"/>
                      <a:pt x="1230" y="495"/>
                      <a:pt x="1243" y="489"/>
                    </a:cubicBezTo>
                    <a:cubicBezTo>
                      <a:pt x="1280" y="464"/>
                      <a:pt x="1292" y="415"/>
                      <a:pt x="1270" y="378"/>
                    </a:cubicBezTo>
                    <a:cubicBezTo>
                      <a:pt x="1268" y="373"/>
                      <a:pt x="1031" y="1"/>
                      <a:pt x="5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8" name="Google Shape;878;p8"/>
            <p:cNvGrpSpPr/>
            <p:nvPr/>
          </p:nvGrpSpPr>
          <p:grpSpPr>
            <a:xfrm>
              <a:off x="4428241" y="4684333"/>
              <a:ext cx="367879" cy="258973"/>
              <a:chOff x="8341725" y="115829"/>
              <a:chExt cx="267198" cy="188098"/>
            </a:xfrm>
          </p:grpSpPr>
          <p:sp>
            <p:nvSpPr>
              <p:cNvPr id="879" name="Google Shape;879;p8"/>
              <p:cNvSpPr/>
              <p:nvPr/>
            </p:nvSpPr>
            <p:spPr>
              <a:xfrm>
                <a:off x="8405670" y="188118"/>
                <a:ext cx="107912" cy="91561"/>
              </a:xfrm>
              <a:custGeom>
                <a:avLst/>
                <a:gdLst/>
                <a:ahLst/>
                <a:cxnLst/>
                <a:rect l="l" t="t" r="r" b="b"/>
                <a:pathLst>
                  <a:path w="2884" h="2447" extrusionOk="0">
                    <a:moveTo>
                      <a:pt x="1471" y="0"/>
                    </a:moveTo>
                    <a:cubicBezTo>
                      <a:pt x="674" y="0"/>
                      <a:pt x="207" y="963"/>
                      <a:pt x="0" y="1543"/>
                    </a:cubicBezTo>
                    <a:lnTo>
                      <a:pt x="509" y="1710"/>
                    </a:lnTo>
                    <a:cubicBezTo>
                      <a:pt x="509" y="1710"/>
                      <a:pt x="918" y="578"/>
                      <a:pt x="1479" y="578"/>
                    </a:cubicBezTo>
                    <a:cubicBezTo>
                      <a:pt x="1552" y="578"/>
                      <a:pt x="1626" y="597"/>
                      <a:pt x="1703" y="639"/>
                    </a:cubicBezTo>
                    <a:cubicBezTo>
                      <a:pt x="2375" y="1009"/>
                      <a:pt x="2030" y="2212"/>
                      <a:pt x="2030" y="2212"/>
                    </a:cubicBezTo>
                    <a:lnTo>
                      <a:pt x="2647" y="2447"/>
                    </a:lnTo>
                    <a:cubicBezTo>
                      <a:pt x="2770" y="1759"/>
                      <a:pt x="2884" y="312"/>
                      <a:pt x="1724" y="32"/>
                    </a:cubicBezTo>
                    <a:cubicBezTo>
                      <a:pt x="1636" y="10"/>
                      <a:pt x="1552" y="0"/>
                      <a:pt x="1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8"/>
              <p:cNvSpPr/>
              <p:nvPr/>
            </p:nvSpPr>
            <p:spPr>
              <a:xfrm>
                <a:off x="8341725" y="115829"/>
                <a:ext cx="267198" cy="188098"/>
              </a:xfrm>
              <a:custGeom>
                <a:avLst/>
                <a:gdLst/>
                <a:ahLst/>
                <a:cxnLst/>
                <a:rect l="l" t="t" r="r" b="b"/>
                <a:pathLst>
                  <a:path w="7141" h="5027" extrusionOk="0">
                    <a:moveTo>
                      <a:pt x="3198" y="0"/>
                    </a:moveTo>
                    <a:cubicBezTo>
                      <a:pt x="998" y="0"/>
                      <a:pt x="1" y="2926"/>
                      <a:pt x="1" y="2926"/>
                    </a:cubicBezTo>
                    <a:lnTo>
                      <a:pt x="475" y="3080"/>
                    </a:lnTo>
                    <a:cubicBezTo>
                      <a:pt x="742" y="2290"/>
                      <a:pt x="1495" y="619"/>
                      <a:pt x="3054" y="619"/>
                    </a:cubicBezTo>
                    <a:cubicBezTo>
                      <a:pt x="3284" y="619"/>
                      <a:pt x="3531" y="655"/>
                      <a:pt x="3797" y="736"/>
                    </a:cubicBezTo>
                    <a:cubicBezTo>
                      <a:pt x="6456" y="1541"/>
                      <a:pt x="5916" y="4018"/>
                      <a:pt x="5648" y="4866"/>
                    </a:cubicBezTo>
                    <a:lnTo>
                      <a:pt x="6067" y="5026"/>
                    </a:lnTo>
                    <a:cubicBezTo>
                      <a:pt x="6067" y="5026"/>
                      <a:pt x="7141" y="1301"/>
                      <a:pt x="4223" y="199"/>
                    </a:cubicBezTo>
                    <a:cubicBezTo>
                      <a:pt x="3856" y="61"/>
                      <a:pt x="3515" y="0"/>
                      <a:pt x="31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8"/>
              <p:cNvSpPr/>
              <p:nvPr/>
            </p:nvSpPr>
            <p:spPr>
              <a:xfrm>
                <a:off x="8359386" y="138953"/>
                <a:ext cx="223906" cy="158950"/>
              </a:xfrm>
              <a:custGeom>
                <a:avLst/>
                <a:gdLst/>
                <a:ahLst/>
                <a:cxnLst/>
                <a:rect l="l" t="t" r="r" b="b"/>
                <a:pathLst>
                  <a:path w="5984" h="4248" extrusionOk="0">
                    <a:moveTo>
                      <a:pt x="2582" y="1"/>
                    </a:moveTo>
                    <a:cubicBezTo>
                      <a:pt x="1023" y="1"/>
                      <a:pt x="269" y="1672"/>
                      <a:pt x="0" y="2459"/>
                    </a:cubicBezTo>
                    <a:lnTo>
                      <a:pt x="627" y="2660"/>
                    </a:lnTo>
                    <a:cubicBezTo>
                      <a:pt x="890" y="1900"/>
                      <a:pt x="1508" y="619"/>
                      <a:pt x="2695" y="619"/>
                    </a:cubicBezTo>
                    <a:cubicBezTo>
                      <a:pt x="2983" y="619"/>
                      <a:pt x="3304" y="694"/>
                      <a:pt x="3661" y="871"/>
                    </a:cubicBezTo>
                    <a:cubicBezTo>
                      <a:pt x="4861" y="1463"/>
                      <a:pt x="4710" y="3199"/>
                      <a:pt x="4562" y="4017"/>
                    </a:cubicBezTo>
                    <a:lnTo>
                      <a:pt x="5173" y="4248"/>
                    </a:lnTo>
                    <a:cubicBezTo>
                      <a:pt x="5444" y="3400"/>
                      <a:pt x="5984" y="923"/>
                      <a:pt x="3325" y="118"/>
                    </a:cubicBezTo>
                    <a:cubicBezTo>
                      <a:pt x="3059" y="37"/>
                      <a:pt x="2812" y="1"/>
                      <a:pt x="258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8"/>
              <p:cNvSpPr/>
              <p:nvPr/>
            </p:nvSpPr>
            <p:spPr>
              <a:xfrm>
                <a:off x="8382696" y="162076"/>
                <a:ext cx="158613" cy="127182"/>
              </a:xfrm>
              <a:custGeom>
                <a:avLst/>
                <a:gdLst/>
                <a:ahLst/>
                <a:cxnLst/>
                <a:rect l="l" t="t" r="r" b="b"/>
                <a:pathLst>
                  <a:path w="4239" h="3399" extrusionOk="0">
                    <a:moveTo>
                      <a:pt x="2072" y="1"/>
                    </a:moveTo>
                    <a:cubicBezTo>
                      <a:pt x="884" y="1"/>
                      <a:pt x="264" y="1282"/>
                      <a:pt x="0" y="2042"/>
                    </a:cubicBezTo>
                    <a:lnTo>
                      <a:pt x="614" y="2239"/>
                    </a:lnTo>
                    <a:cubicBezTo>
                      <a:pt x="824" y="1659"/>
                      <a:pt x="1288" y="696"/>
                      <a:pt x="2085" y="696"/>
                    </a:cubicBezTo>
                    <a:cubicBezTo>
                      <a:pt x="2166" y="696"/>
                      <a:pt x="2250" y="706"/>
                      <a:pt x="2338" y="728"/>
                    </a:cubicBezTo>
                    <a:cubicBezTo>
                      <a:pt x="3498" y="1008"/>
                      <a:pt x="3384" y="2455"/>
                      <a:pt x="3261" y="3140"/>
                    </a:cubicBezTo>
                    <a:lnTo>
                      <a:pt x="3939" y="3399"/>
                    </a:lnTo>
                    <a:cubicBezTo>
                      <a:pt x="4084" y="2581"/>
                      <a:pt x="4238" y="845"/>
                      <a:pt x="3038" y="253"/>
                    </a:cubicBezTo>
                    <a:cubicBezTo>
                      <a:pt x="2681" y="76"/>
                      <a:pt x="2360" y="1"/>
                      <a:pt x="20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8"/>
              <p:cNvSpPr/>
              <p:nvPr/>
            </p:nvSpPr>
            <p:spPr>
              <a:xfrm>
                <a:off x="8355644" y="135024"/>
                <a:ext cx="241044" cy="163814"/>
              </a:xfrm>
              <a:custGeom>
                <a:avLst/>
                <a:gdLst/>
                <a:ahLst/>
                <a:cxnLst/>
                <a:rect l="l" t="t" r="r" b="b"/>
                <a:pathLst>
                  <a:path w="6442" h="4378" extrusionOk="0">
                    <a:moveTo>
                      <a:pt x="2825" y="0"/>
                    </a:moveTo>
                    <a:cubicBezTo>
                      <a:pt x="2536" y="0"/>
                      <a:pt x="2256" y="58"/>
                      <a:pt x="1985" y="174"/>
                    </a:cubicBezTo>
                    <a:cubicBezTo>
                      <a:pt x="671" y="738"/>
                      <a:pt x="48" y="2465"/>
                      <a:pt x="23" y="2536"/>
                    </a:cubicBezTo>
                    <a:cubicBezTo>
                      <a:pt x="0" y="2602"/>
                      <a:pt x="51" y="2647"/>
                      <a:pt x="102" y="2647"/>
                    </a:cubicBezTo>
                    <a:cubicBezTo>
                      <a:pt x="133" y="2647"/>
                      <a:pt x="164" y="2630"/>
                      <a:pt x="178" y="2592"/>
                    </a:cubicBezTo>
                    <a:cubicBezTo>
                      <a:pt x="184" y="2573"/>
                      <a:pt x="801" y="862"/>
                      <a:pt x="2050" y="322"/>
                    </a:cubicBezTo>
                    <a:cubicBezTo>
                      <a:pt x="2299" y="216"/>
                      <a:pt x="2558" y="163"/>
                      <a:pt x="2824" y="163"/>
                    </a:cubicBezTo>
                    <a:cubicBezTo>
                      <a:pt x="3140" y="163"/>
                      <a:pt x="3467" y="238"/>
                      <a:pt x="3802" y="387"/>
                    </a:cubicBezTo>
                    <a:cubicBezTo>
                      <a:pt x="4822" y="843"/>
                      <a:pt x="5368" y="1630"/>
                      <a:pt x="5424" y="2728"/>
                    </a:cubicBezTo>
                    <a:cubicBezTo>
                      <a:pt x="5445" y="3249"/>
                      <a:pt x="5368" y="3773"/>
                      <a:pt x="5199" y="4267"/>
                    </a:cubicBezTo>
                    <a:cubicBezTo>
                      <a:pt x="5183" y="4310"/>
                      <a:pt x="5205" y="4356"/>
                      <a:pt x="5245" y="4371"/>
                    </a:cubicBezTo>
                    <a:cubicBezTo>
                      <a:pt x="5254" y="4375"/>
                      <a:pt x="5263" y="4378"/>
                      <a:pt x="5276" y="4378"/>
                    </a:cubicBezTo>
                    <a:cubicBezTo>
                      <a:pt x="5307" y="4375"/>
                      <a:pt x="5334" y="4356"/>
                      <a:pt x="5347" y="4325"/>
                    </a:cubicBezTo>
                    <a:cubicBezTo>
                      <a:pt x="5359" y="4294"/>
                      <a:pt x="6442" y="1389"/>
                      <a:pt x="3863" y="239"/>
                    </a:cubicBezTo>
                    <a:cubicBezTo>
                      <a:pt x="3508" y="79"/>
                      <a:pt x="3161" y="0"/>
                      <a:pt x="2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8"/>
              <p:cNvSpPr/>
              <p:nvPr/>
            </p:nvSpPr>
            <p:spPr>
              <a:xfrm>
                <a:off x="8378917" y="160430"/>
                <a:ext cx="167107" cy="131822"/>
              </a:xfrm>
              <a:custGeom>
                <a:avLst/>
                <a:gdLst/>
                <a:ahLst/>
                <a:cxnLst/>
                <a:rect l="l" t="t" r="r" b="b"/>
                <a:pathLst>
                  <a:path w="4466" h="3523" extrusionOk="0">
                    <a:moveTo>
                      <a:pt x="2270" y="0"/>
                    </a:moveTo>
                    <a:cubicBezTo>
                      <a:pt x="2003" y="0"/>
                      <a:pt x="1745" y="61"/>
                      <a:pt x="1499" y="183"/>
                    </a:cubicBezTo>
                    <a:cubicBezTo>
                      <a:pt x="493" y="679"/>
                      <a:pt x="43" y="2005"/>
                      <a:pt x="21" y="2064"/>
                    </a:cubicBezTo>
                    <a:cubicBezTo>
                      <a:pt x="0" y="2127"/>
                      <a:pt x="51" y="2169"/>
                      <a:pt x="100" y="2169"/>
                    </a:cubicBezTo>
                    <a:cubicBezTo>
                      <a:pt x="131" y="2169"/>
                      <a:pt x="162" y="2153"/>
                      <a:pt x="175" y="2113"/>
                    </a:cubicBezTo>
                    <a:cubicBezTo>
                      <a:pt x="182" y="2101"/>
                      <a:pt x="626" y="793"/>
                      <a:pt x="1573" y="328"/>
                    </a:cubicBezTo>
                    <a:cubicBezTo>
                      <a:pt x="1793" y="217"/>
                      <a:pt x="2027" y="162"/>
                      <a:pt x="2269" y="162"/>
                    </a:cubicBezTo>
                    <a:cubicBezTo>
                      <a:pt x="2467" y="162"/>
                      <a:pt x="2671" y="199"/>
                      <a:pt x="2880" y="272"/>
                    </a:cubicBezTo>
                    <a:cubicBezTo>
                      <a:pt x="4466" y="818"/>
                      <a:pt x="3966" y="3403"/>
                      <a:pt x="3960" y="3427"/>
                    </a:cubicBezTo>
                    <a:cubicBezTo>
                      <a:pt x="3951" y="3470"/>
                      <a:pt x="3978" y="3514"/>
                      <a:pt x="4022" y="3523"/>
                    </a:cubicBezTo>
                    <a:lnTo>
                      <a:pt x="4040" y="3523"/>
                    </a:lnTo>
                    <a:cubicBezTo>
                      <a:pt x="4077" y="3523"/>
                      <a:pt x="4108" y="3495"/>
                      <a:pt x="4114" y="3461"/>
                    </a:cubicBezTo>
                    <a:cubicBezTo>
                      <a:pt x="4200" y="2986"/>
                      <a:pt x="4222" y="2505"/>
                      <a:pt x="4179" y="2027"/>
                    </a:cubicBezTo>
                    <a:cubicBezTo>
                      <a:pt x="4077" y="1025"/>
                      <a:pt x="3648" y="365"/>
                      <a:pt x="2933" y="118"/>
                    </a:cubicBezTo>
                    <a:cubicBezTo>
                      <a:pt x="2706" y="40"/>
                      <a:pt x="2485" y="0"/>
                      <a:pt x="22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8"/>
              <p:cNvSpPr/>
              <p:nvPr/>
            </p:nvSpPr>
            <p:spPr>
              <a:xfrm>
                <a:off x="8401853" y="185237"/>
                <a:ext cx="121906" cy="97435"/>
              </a:xfrm>
              <a:custGeom>
                <a:avLst/>
                <a:gdLst/>
                <a:ahLst/>
                <a:cxnLst/>
                <a:rect l="l" t="t" r="r" b="b"/>
                <a:pathLst>
                  <a:path w="3258" h="2604" extrusionOk="0">
                    <a:moveTo>
                      <a:pt x="1629" y="1"/>
                    </a:moveTo>
                    <a:cubicBezTo>
                      <a:pt x="1471" y="1"/>
                      <a:pt x="1312" y="37"/>
                      <a:pt x="1166" y="109"/>
                    </a:cubicBezTo>
                    <a:cubicBezTo>
                      <a:pt x="429" y="457"/>
                      <a:pt x="41" y="1549"/>
                      <a:pt x="22" y="1595"/>
                    </a:cubicBezTo>
                    <a:cubicBezTo>
                      <a:pt x="1" y="1659"/>
                      <a:pt x="52" y="1703"/>
                      <a:pt x="103" y="1703"/>
                    </a:cubicBezTo>
                    <a:cubicBezTo>
                      <a:pt x="133" y="1703"/>
                      <a:pt x="163" y="1686"/>
                      <a:pt x="176" y="1648"/>
                    </a:cubicBezTo>
                    <a:cubicBezTo>
                      <a:pt x="182" y="1638"/>
                      <a:pt x="562" y="574"/>
                      <a:pt x="1237" y="254"/>
                    </a:cubicBezTo>
                    <a:cubicBezTo>
                      <a:pt x="1360" y="194"/>
                      <a:pt x="1495" y="163"/>
                      <a:pt x="1630" y="163"/>
                    </a:cubicBezTo>
                    <a:cubicBezTo>
                      <a:pt x="1738" y="163"/>
                      <a:pt x="1847" y="183"/>
                      <a:pt x="1950" y="223"/>
                    </a:cubicBezTo>
                    <a:cubicBezTo>
                      <a:pt x="3069" y="624"/>
                      <a:pt x="2674" y="2487"/>
                      <a:pt x="2668" y="2505"/>
                    </a:cubicBezTo>
                    <a:cubicBezTo>
                      <a:pt x="2659" y="2548"/>
                      <a:pt x="2687" y="2592"/>
                      <a:pt x="2730" y="2601"/>
                    </a:cubicBezTo>
                    <a:cubicBezTo>
                      <a:pt x="2736" y="2604"/>
                      <a:pt x="2742" y="2604"/>
                      <a:pt x="2749" y="2604"/>
                    </a:cubicBezTo>
                    <a:cubicBezTo>
                      <a:pt x="2786" y="2601"/>
                      <a:pt x="2816" y="2576"/>
                      <a:pt x="2826" y="2539"/>
                    </a:cubicBezTo>
                    <a:cubicBezTo>
                      <a:pt x="2844" y="2456"/>
                      <a:pt x="3257" y="519"/>
                      <a:pt x="2002" y="69"/>
                    </a:cubicBezTo>
                    <a:cubicBezTo>
                      <a:pt x="1882" y="23"/>
                      <a:pt x="1755" y="1"/>
                      <a:pt x="16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6" name="Google Shape;886;p8"/>
            <p:cNvSpPr/>
            <p:nvPr/>
          </p:nvSpPr>
          <p:spPr>
            <a:xfrm>
              <a:off x="5321070" y="4672930"/>
              <a:ext cx="115525" cy="116098"/>
            </a:xfrm>
            <a:custGeom>
              <a:avLst/>
              <a:gdLst/>
              <a:ahLst/>
              <a:cxnLst/>
              <a:rect l="l" t="t" r="r" b="b"/>
              <a:pathLst>
                <a:path w="1814" h="1823" extrusionOk="0">
                  <a:moveTo>
                    <a:pt x="969" y="234"/>
                  </a:moveTo>
                  <a:cubicBezTo>
                    <a:pt x="991" y="315"/>
                    <a:pt x="1018" y="416"/>
                    <a:pt x="1034" y="484"/>
                  </a:cubicBezTo>
                  <a:cubicBezTo>
                    <a:pt x="1077" y="666"/>
                    <a:pt x="1089" y="706"/>
                    <a:pt x="1111" y="737"/>
                  </a:cubicBezTo>
                  <a:cubicBezTo>
                    <a:pt x="1132" y="768"/>
                    <a:pt x="1166" y="783"/>
                    <a:pt x="1345" y="845"/>
                  </a:cubicBezTo>
                  <a:cubicBezTo>
                    <a:pt x="1410" y="870"/>
                    <a:pt x="1506" y="904"/>
                    <a:pt x="1577" y="935"/>
                  </a:cubicBezTo>
                  <a:cubicBezTo>
                    <a:pt x="1478" y="978"/>
                    <a:pt x="1311" y="1039"/>
                    <a:pt x="1169" y="1092"/>
                  </a:cubicBezTo>
                  <a:cubicBezTo>
                    <a:pt x="1148" y="1098"/>
                    <a:pt x="1129" y="1113"/>
                    <a:pt x="1120" y="1135"/>
                  </a:cubicBezTo>
                  <a:cubicBezTo>
                    <a:pt x="1049" y="1302"/>
                    <a:pt x="960" y="1490"/>
                    <a:pt x="901" y="1595"/>
                  </a:cubicBezTo>
                  <a:cubicBezTo>
                    <a:pt x="861" y="1481"/>
                    <a:pt x="802" y="1280"/>
                    <a:pt x="759" y="1107"/>
                  </a:cubicBezTo>
                  <a:cubicBezTo>
                    <a:pt x="753" y="1076"/>
                    <a:pt x="728" y="1052"/>
                    <a:pt x="698" y="1046"/>
                  </a:cubicBezTo>
                  <a:cubicBezTo>
                    <a:pt x="528" y="1015"/>
                    <a:pt x="334" y="972"/>
                    <a:pt x="226" y="941"/>
                  </a:cubicBezTo>
                  <a:cubicBezTo>
                    <a:pt x="392" y="854"/>
                    <a:pt x="565" y="774"/>
                    <a:pt x="738" y="706"/>
                  </a:cubicBezTo>
                  <a:cubicBezTo>
                    <a:pt x="759" y="697"/>
                    <a:pt x="775" y="682"/>
                    <a:pt x="784" y="660"/>
                  </a:cubicBezTo>
                  <a:cubicBezTo>
                    <a:pt x="839" y="515"/>
                    <a:pt x="901" y="373"/>
                    <a:pt x="969" y="234"/>
                  </a:cubicBezTo>
                  <a:close/>
                  <a:moveTo>
                    <a:pt x="987" y="0"/>
                  </a:moveTo>
                  <a:cubicBezTo>
                    <a:pt x="938" y="0"/>
                    <a:pt x="864" y="0"/>
                    <a:pt x="645" y="571"/>
                  </a:cubicBezTo>
                  <a:cubicBezTo>
                    <a:pt x="37" y="814"/>
                    <a:pt x="16" y="895"/>
                    <a:pt x="7" y="928"/>
                  </a:cubicBezTo>
                  <a:cubicBezTo>
                    <a:pt x="0" y="956"/>
                    <a:pt x="7" y="984"/>
                    <a:pt x="22" y="1009"/>
                  </a:cubicBezTo>
                  <a:cubicBezTo>
                    <a:pt x="37" y="1030"/>
                    <a:pt x="84" y="1092"/>
                    <a:pt x="614" y="1197"/>
                  </a:cubicBezTo>
                  <a:cubicBezTo>
                    <a:pt x="775" y="1823"/>
                    <a:pt x="830" y="1823"/>
                    <a:pt x="889" y="1823"/>
                  </a:cubicBezTo>
                  <a:lnTo>
                    <a:pt x="895" y="1823"/>
                  </a:lnTo>
                  <a:cubicBezTo>
                    <a:pt x="944" y="1820"/>
                    <a:pt x="1000" y="1817"/>
                    <a:pt x="1256" y="1231"/>
                  </a:cubicBezTo>
                  <a:cubicBezTo>
                    <a:pt x="1413" y="1175"/>
                    <a:pt x="1715" y="1064"/>
                    <a:pt x="1780" y="1006"/>
                  </a:cubicBezTo>
                  <a:cubicBezTo>
                    <a:pt x="1802" y="984"/>
                    <a:pt x="1814" y="950"/>
                    <a:pt x="1811" y="919"/>
                  </a:cubicBezTo>
                  <a:cubicBezTo>
                    <a:pt x="1796" y="845"/>
                    <a:pt x="1715" y="805"/>
                    <a:pt x="1404" y="694"/>
                  </a:cubicBezTo>
                  <a:cubicBezTo>
                    <a:pt x="1345" y="672"/>
                    <a:pt x="1274" y="648"/>
                    <a:pt x="1240" y="632"/>
                  </a:cubicBezTo>
                  <a:cubicBezTo>
                    <a:pt x="1231" y="598"/>
                    <a:pt x="1209" y="515"/>
                    <a:pt x="1194" y="447"/>
                  </a:cubicBezTo>
                  <a:cubicBezTo>
                    <a:pt x="1139" y="228"/>
                    <a:pt x="1105" y="93"/>
                    <a:pt x="1065" y="40"/>
                  </a:cubicBezTo>
                  <a:cubicBezTo>
                    <a:pt x="1046" y="15"/>
                    <a:pt x="1018" y="3"/>
                    <a:pt x="98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8"/>
            <p:cNvSpPr/>
            <p:nvPr/>
          </p:nvSpPr>
          <p:spPr>
            <a:xfrm>
              <a:off x="5075516" y="4909085"/>
              <a:ext cx="117305" cy="117305"/>
            </a:xfrm>
            <a:custGeom>
              <a:avLst/>
              <a:gdLst/>
              <a:ahLst/>
              <a:cxnLst/>
              <a:rect l="l" t="t" r="r" b="b"/>
              <a:pathLst>
                <a:path w="1611" h="1611" extrusionOk="0">
                  <a:moveTo>
                    <a:pt x="871" y="1"/>
                  </a:moveTo>
                  <a:cubicBezTo>
                    <a:pt x="821" y="1"/>
                    <a:pt x="784" y="38"/>
                    <a:pt x="784" y="84"/>
                  </a:cubicBezTo>
                  <a:lnTo>
                    <a:pt x="781" y="574"/>
                  </a:lnTo>
                  <a:lnTo>
                    <a:pt x="488" y="263"/>
                  </a:lnTo>
                  <a:cubicBezTo>
                    <a:pt x="469" y="243"/>
                    <a:pt x="447" y="234"/>
                    <a:pt x="426" y="234"/>
                  </a:cubicBezTo>
                  <a:cubicBezTo>
                    <a:pt x="360" y="234"/>
                    <a:pt x="303" y="317"/>
                    <a:pt x="362" y="380"/>
                  </a:cubicBezTo>
                  <a:lnTo>
                    <a:pt x="664" y="701"/>
                  </a:lnTo>
                  <a:lnTo>
                    <a:pt x="115" y="704"/>
                  </a:lnTo>
                  <a:cubicBezTo>
                    <a:pt x="1" y="704"/>
                    <a:pt x="1" y="877"/>
                    <a:pt x="115" y="877"/>
                  </a:cubicBezTo>
                  <a:lnTo>
                    <a:pt x="618" y="870"/>
                  </a:lnTo>
                  <a:lnTo>
                    <a:pt x="618" y="870"/>
                  </a:lnTo>
                  <a:lnTo>
                    <a:pt x="232" y="1142"/>
                  </a:lnTo>
                  <a:cubicBezTo>
                    <a:pt x="167" y="1191"/>
                    <a:pt x="201" y="1293"/>
                    <a:pt x="282" y="1296"/>
                  </a:cubicBezTo>
                  <a:cubicBezTo>
                    <a:pt x="297" y="1296"/>
                    <a:pt x="315" y="1290"/>
                    <a:pt x="331" y="1281"/>
                  </a:cubicBezTo>
                  <a:lnTo>
                    <a:pt x="781" y="966"/>
                  </a:lnTo>
                  <a:lnTo>
                    <a:pt x="775" y="1524"/>
                  </a:lnTo>
                  <a:cubicBezTo>
                    <a:pt x="775" y="1571"/>
                    <a:pt x="815" y="1611"/>
                    <a:pt x="861" y="1611"/>
                  </a:cubicBezTo>
                  <a:cubicBezTo>
                    <a:pt x="908" y="1611"/>
                    <a:pt x="948" y="1571"/>
                    <a:pt x="948" y="1524"/>
                  </a:cubicBezTo>
                  <a:lnTo>
                    <a:pt x="951" y="997"/>
                  </a:lnTo>
                  <a:lnTo>
                    <a:pt x="1262" y="1330"/>
                  </a:lnTo>
                  <a:cubicBezTo>
                    <a:pt x="1281" y="1345"/>
                    <a:pt x="1302" y="1355"/>
                    <a:pt x="1327" y="1355"/>
                  </a:cubicBezTo>
                  <a:cubicBezTo>
                    <a:pt x="1349" y="1355"/>
                    <a:pt x="1367" y="1349"/>
                    <a:pt x="1386" y="1333"/>
                  </a:cubicBezTo>
                  <a:cubicBezTo>
                    <a:pt x="1420" y="1299"/>
                    <a:pt x="1420" y="1247"/>
                    <a:pt x="1389" y="1210"/>
                  </a:cubicBezTo>
                  <a:lnTo>
                    <a:pt x="1059" y="864"/>
                  </a:lnTo>
                  <a:lnTo>
                    <a:pt x="1506" y="861"/>
                  </a:lnTo>
                  <a:cubicBezTo>
                    <a:pt x="1611" y="852"/>
                    <a:pt x="1611" y="695"/>
                    <a:pt x="1506" y="689"/>
                  </a:cubicBezTo>
                  <a:lnTo>
                    <a:pt x="1503" y="692"/>
                  </a:lnTo>
                  <a:lnTo>
                    <a:pt x="1170" y="695"/>
                  </a:lnTo>
                  <a:lnTo>
                    <a:pt x="1518" y="451"/>
                  </a:lnTo>
                  <a:cubicBezTo>
                    <a:pt x="1592" y="398"/>
                    <a:pt x="1540" y="297"/>
                    <a:pt x="1468" y="297"/>
                  </a:cubicBezTo>
                  <a:cubicBezTo>
                    <a:pt x="1453" y="297"/>
                    <a:pt x="1436" y="301"/>
                    <a:pt x="1420" y="312"/>
                  </a:cubicBezTo>
                  <a:lnTo>
                    <a:pt x="951" y="639"/>
                  </a:lnTo>
                  <a:lnTo>
                    <a:pt x="954" y="87"/>
                  </a:lnTo>
                  <a:cubicBezTo>
                    <a:pt x="954" y="38"/>
                    <a:pt x="917" y="1"/>
                    <a:pt x="8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2"/>
        </a:solidFill>
        <a:effectLst/>
      </p:bgPr>
    </p:bg>
    <p:spTree>
      <p:nvGrpSpPr>
        <p:cNvPr id="1" name="Shape 888"/>
        <p:cNvGrpSpPr/>
        <p:nvPr/>
      </p:nvGrpSpPr>
      <p:grpSpPr>
        <a:xfrm>
          <a:off x="0" y="0"/>
          <a:ext cx="0" cy="0"/>
          <a:chOff x="0" y="0"/>
          <a:chExt cx="0" cy="0"/>
        </a:xfrm>
      </p:grpSpPr>
      <p:sp>
        <p:nvSpPr>
          <p:cNvPr id="889" name="Google Shape;889;p9"/>
          <p:cNvSpPr/>
          <p:nvPr/>
        </p:nvSpPr>
        <p:spPr>
          <a:xfrm>
            <a:off x="-111285" y="-151800"/>
            <a:ext cx="9366570" cy="5506907"/>
          </a:xfrm>
          <a:custGeom>
            <a:avLst/>
            <a:gdLst/>
            <a:ahLst/>
            <a:cxnLst/>
            <a:rect l="l" t="t" r="r" b="b"/>
            <a:pathLst>
              <a:path w="287870" h="169248" extrusionOk="0">
                <a:moveTo>
                  <a:pt x="17455" y="3287"/>
                </a:moveTo>
                <a:lnTo>
                  <a:pt x="17455" y="9371"/>
                </a:lnTo>
                <a:lnTo>
                  <a:pt x="11371" y="9371"/>
                </a:lnTo>
                <a:lnTo>
                  <a:pt x="11371" y="3287"/>
                </a:lnTo>
                <a:close/>
                <a:moveTo>
                  <a:pt x="24503" y="3287"/>
                </a:moveTo>
                <a:lnTo>
                  <a:pt x="24503" y="9371"/>
                </a:lnTo>
                <a:lnTo>
                  <a:pt x="18431" y="9371"/>
                </a:lnTo>
                <a:lnTo>
                  <a:pt x="18431" y="3287"/>
                </a:lnTo>
                <a:close/>
                <a:moveTo>
                  <a:pt x="31564" y="3287"/>
                </a:moveTo>
                <a:lnTo>
                  <a:pt x="31564" y="9371"/>
                </a:lnTo>
                <a:lnTo>
                  <a:pt x="25492" y="9371"/>
                </a:lnTo>
                <a:lnTo>
                  <a:pt x="25492" y="3287"/>
                </a:lnTo>
                <a:close/>
                <a:moveTo>
                  <a:pt x="38612" y="3287"/>
                </a:moveTo>
                <a:lnTo>
                  <a:pt x="38612" y="9371"/>
                </a:lnTo>
                <a:lnTo>
                  <a:pt x="32540" y="9371"/>
                </a:lnTo>
                <a:lnTo>
                  <a:pt x="32540" y="3287"/>
                </a:lnTo>
                <a:close/>
                <a:moveTo>
                  <a:pt x="45673" y="3287"/>
                </a:moveTo>
                <a:lnTo>
                  <a:pt x="45673" y="9371"/>
                </a:lnTo>
                <a:lnTo>
                  <a:pt x="39601" y="9371"/>
                </a:lnTo>
                <a:lnTo>
                  <a:pt x="39601" y="3287"/>
                </a:lnTo>
                <a:close/>
                <a:moveTo>
                  <a:pt x="52721" y="3287"/>
                </a:moveTo>
                <a:lnTo>
                  <a:pt x="52721" y="9371"/>
                </a:lnTo>
                <a:lnTo>
                  <a:pt x="46649" y="9371"/>
                </a:lnTo>
                <a:lnTo>
                  <a:pt x="46649" y="3287"/>
                </a:lnTo>
                <a:close/>
                <a:moveTo>
                  <a:pt x="59782" y="3287"/>
                </a:moveTo>
                <a:lnTo>
                  <a:pt x="59782" y="9371"/>
                </a:lnTo>
                <a:lnTo>
                  <a:pt x="53709" y="9371"/>
                </a:lnTo>
                <a:lnTo>
                  <a:pt x="53709" y="3287"/>
                </a:lnTo>
                <a:close/>
                <a:moveTo>
                  <a:pt x="66842" y="3287"/>
                </a:moveTo>
                <a:lnTo>
                  <a:pt x="66842" y="9371"/>
                </a:lnTo>
                <a:lnTo>
                  <a:pt x="60770" y="9371"/>
                </a:lnTo>
                <a:lnTo>
                  <a:pt x="60770" y="3287"/>
                </a:lnTo>
                <a:close/>
                <a:moveTo>
                  <a:pt x="73902" y="3287"/>
                </a:moveTo>
                <a:lnTo>
                  <a:pt x="73902" y="9371"/>
                </a:lnTo>
                <a:lnTo>
                  <a:pt x="67818" y="9371"/>
                </a:lnTo>
                <a:lnTo>
                  <a:pt x="67818" y="3287"/>
                </a:lnTo>
                <a:close/>
                <a:moveTo>
                  <a:pt x="80951" y="3287"/>
                </a:moveTo>
                <a:lnTo>
                  <a:pt x="80951" y="9371"/>
                </a:lnTo>
                <a:lnTo>
                  <a:pt x="74879" y="9371"/>
                </a:lnTo>
                <a:lnTo>
                  <a:pt x="74879" y="3287"/>
                </a:lnTo>
                <a:close/>
                <a:moveTo>
                  <a:pt x="88011" y="3287"/>
                </a:moveTo>
                <a:lnTo>
                  <a:pt x="88011" y="9371"/>
                </a:lnTo>
                <a:lnTo>
                  <a:pt x="81939" y="9371"/>
                </a:lnTo>
                <a:lnTo>
                  <a:pt x="81939" y="3287"/>
                </a:lnTo>
                <a:close/>
                <a:moveTo>
                  <a:pt x="95060" y="3287"/>
                </a:moveTo>
                <a:lnTo>
                  <a:pt x="95060" y="9371"/>
                </a:lnTo>
                <a:lnTo>
                  <a:pt x="88988" y="9371"/>
                </a:lnTo>
                <a:lnTo>
                  <a:pt x="88988" y="3287"/>
                </a:lnTo>
                <a:close/>
                <a:moveTo>
                  <a:pt x="102120" y="3287"/>
                </a:moveTo>
                <a:lnTo>
                  <a:pt x="102120" y="9371"/>
                </a:lnTo>
                <a:lnTo>
                  <a:pt x="96036" y="9371"/>
                </a:lnTo>
                <a:lnTo>
                  <a:pt x="96036" y="3287"/>
                </a:lnTo>
                <a:close/>
                <a:moveTo>
                  <a:pt x="109169" y="3287"/>
                </a:moveTo>
                <a:lnTo>
                  <a:pt x="109169" y="9371"/>
                </a:lnTo>
                <a:lnTo>
                  <a:pt x="103097" y="9371"/>
                </a:lnTo>
                <a:lnTo>
                  <a:pt x="103097" y="3287"/>
                </a:lnTo>
                <a:close/>
                <a:moveTo>
                  <a:pt x="116229" y="3287"/>
                </a:moveTo>
                <a:lnTo>
                  <a:pt x="116229" y="9371"/>
                </a:lnTo>
                <a:lnTo>
                  <a:pt x="110157" y="9371"/>
                </a:lnTo>
                <a:lnTo>
                  <a:pt x="110157" y="3287"/>
                </a:lnTo>
                <a:close/>
                <a:moveTo>
                  <a:pt x="123278" y="3287"/>
                </a:moveTo>
                <a:lnTo>
                  <a:pt x="123278" y="9371"/>
                </a:lnTo>
                <a:lnTo>
                  <a:pt x="117205" y="9371"/>
                </a:lnTo>
                <a:lnTo>
                  <a:pt x="117205" y="3287"/>
                </a:lnTo>
                <a:close/>
                <a:moveTo>
                  <a:pt x="130338" y="3287"/>
                </a:moveTo>
                <a:lnTo>
                  <a:pt x="130338" y="9371"/>
                </a:lnTo>
                <a:lnTo>
                  <a:pt x="124266" y="9371"/>
                </a:lnTo>
                <a:lnTo>
                  <a:pt x="124266" y="3287"/>
                </a:lnTo>
                <a:close/>
                <a:moveTo>
                  <a:pt x="137387" y="3287"/>
                </a:moveTo>
                <a:lnTo>
                  <a:pt x="137387" y="9371"/>
                </a:lnTo>
                <a:lnTo>
                  <a:pt x="131314" y="9371"/>
                </a:lnTo>
                <a:lnTo>
                  <a:pt x="131314" y="3287"/>
                </a:lnTo>
                <a:close/>
                <a:moveTo>
                  <a:pt x="144447" y="3287"/>
                </a:moveTo>
                <a:lnTo>
                  <a:pt x="144447" y="9371"/>
                </a:lnTo>
                <a:lnTo>
                  <a:pt x="138375" y="9371"/>
                </a:lnTo>
                <a:lnTo>
                  <a:pt x="138375" y="3287"/>
                </a:lnTo>
                <a:close/>
                <a:moveTo>
                  <a:pt x="151495" y="3287"/>
                </a:moveTo>
                <a:lnTo>
                  <a:pt x="151495" y="9371"/>
                </a:lnTo>
                <a:lnTo>
                  <a:pt x="145423" y="9371"/>
                </a:lnTo>
                <a:lnTo>
                  <a:pt x="145423" y="3287"/>
                </a:lnTo>
                <a:close/>
                <a:moveTo>
                  <a:pt x="158556" y="3287"/>
                </a:moveTo>
                <a:lnTo>
                  <a:pt x="158556" y="9371"/>
                </a:lnTo>
                <a:lnTo>
                  <a:pt x="152484" y="9371"/>
                </a:lnTo>
                <a:lnTo>
                  <a:pt x="152484" y="3287"/>
                </a:lnTo>
                <a:close/>
                <a:moveTo>
                  <a:pt x="165604" y="3287"/>
                </a:moveTo>
                <a:lnTo>
                  <a:pt x="165604" y="9371"/>
                </a:lnTo>
                <a:lnTo>
                  <a:pt x="159532" y="9371"/>
                </a:lnTo>
                <a:lnTo>
                  <a:pt x="159532" y="3287"/>
                </a:lnTo>
                <a:close/>
                <a:moveTo>
                  <a:pt x="172665" y="3287"/>
                </a:moveTo>
                <a:lnTo>
                  <a:pt x="172665" y="9371"/>
                </a:lnTo>
                <a:lnTo>
                  <a:pt x="166581" y="9371"/>
                </a:lnTo>
                <a:lnTo>
                  <a:pt x="166581" y="3287"/>
                </a:lnTo>
                <a:close/>
                <a:moveTo>
                  <a:pt x="179713" y="3287"/>
                </a:moveTo>
                <a:lnTo>
                  <a:pt x="179713" y="9371"/>
                </a:lnTo>
                <a:lnTo>
                  <a:pt x="173641" y="9371"/>
                </a:lnTo>
                <a:lnTo>
                  <a:pt x="173641" y="3287"/>
                </a:lnTo>
                <a:close/>
                <a:moveTo>
                  <a:pt x="186774" y="3287"/>
                </a:moveTo>
                <a:lnTo>
                  <a:pt x="186774" y="9371"/>
                </a:lnTo>
                <a:lnTo>
                  <a:pt x="180702" y="9371"/>
                </a:lnTo>
                <a:lnTo>
                  <a:pt x="180702" y="3287"/>
                </a:lnTo>
                <a:close/>
                <a:moveTo>
                  <a:pt x="193822" y="3287"/>
                </a:moveTo>
                <a:lnTo>
                  <a:pt x="193822" y="9371"/>
                </a:lnTo>
                <a:lnTo>
                  <a:pt x="187750" y="9371"/>
                </a:lnTo>
                <a:lnTo>
                  <a:pt x="187750" y="3287"/>
                </a:lnTo>
                <a:close/>
                <a:moveTo>
                  <a:pt x="200883" y="3287"/>
                </a:moveTo>
                <a:lnTo>
                  <a:pt x="200883" y="9371"/>
                </a:lnTo>
                <a:lnTo>
                  <a:pt x="194810" y="9371"/>
                </a:lnTo>
                <a:lnTo>
                  <a:pt x="194810" y="3287"/>
                </a:lnTo>
                <a:close/>
                <a:moveTo>
                  <a:pt x="207931" y="3287"/>
                </a:moveTo>
                <a:lnTo>
                  <a:pt x="207931" y="9371"/>
                </a:lnTo>
                <a:lnTo>
                  <a:pt x="201859" y="9371"/>
                </a:lnTo>
                <a:lnTo>
                  <a:pt x="201859" y="3287"/>
                </a:lnTo>
                <a:close/>
                <a:moveTo>
                  <a:pt x="214992" y="3287"/>
                </a:moveTo>
                <a:lnTo>
                  <a:pt x="214992" y="9371"/>
                </a:lnTo>
                <a:lnTo>
                  <a:pt x="208919" y="9371"/>
                </a:lnTo>
                <a:lnTo>
                  <a:pt x="208919" y="3287"/>
                </a:lnTo>
                <a:close/>
                <a:moveTo>
                  <a:pt x="222052" y="3287"/>
                </a:moveTo>
                <a:lnTo>
                  <a:pt x="222052" y="9371"/>
                </a:lnTo>
                <a:lnTo>
                  <a:pt x="215968" y="9371"/>
                </a:lnTo>
                <a:lnTo>
                  <a:pt x="215968" y="3287"/>
                </a:lnTo>
                <a:close/>
                <a:moveTo>
                  <a:pt x="229100" y="3287"/>
                </a:moveTo>
                <a:lnTo>
                  <a:pt x="229100" y="9371"/>
                </a:lnTo>
                <a:lnTo>
                  <a:pt x="223028" y="9371"/>
                </a:lnTo>
                <a:lnTo>
                  <a:pt x="223028" y="3287"/>
                </a:lnTo>
                <a:close/>
                <a:moveTo>
                  <a:pt x="236161" y="3287"/>
                </a:moveTo>
                <a:lnTo>
                  <a:pt x="236161" y="9371"/>
                </a:lnTo>
                <a:lnTo>
                  <a:pt x="230077" y="9371"/>
                </a:lnTo>
                <a:lnTo>
                  <a:pt x="230077" y="3287"/>
                </a:lnTo>
                <a:close/>
                <a:moveTo>
                  <a:pt x="243209" y="3287"/>
                </a:moveTo>
                <a:lnTo>
                  <a:pt x="243209" y="9371"/>
                </a:lnTo>
                <a:lnTo>
                  <a:pt x="237137" y="9371"/>
                </a:lnTo>
                <a:lnTo>
                  <a:pt x="237137" y="3287"/>
                </a:lnTo>
                <a:close/>
                <a:moveTo>
                  <a:pt x="250270" y="3287"/>
                </a:moveTo>
                <a:lnTo>
                  <a:pt x="250270" y="9371"/>
                </a:lnTo>
                <a:lnTo>
                  <a:pt x="244198" y="9371"/>
                </a:lnTo>
                <a:lnTo>
                  <a:pt x="244198" y="3287"/>
                </a:lnTo>
                <a:close/>
                <a:moveTo>
                  <a:pt x="257318" y="3287"/>
                </a:moveTo>
                <a:lnTo>
                  <a:pt x="257318" y="9371"/>
                </a:lnTo>
                <a:lnTo>
                  <a:pt x="251246" y="9371"/>
                </a:lnTo>
                <a:lnTo>
                  <a:pt x="251246" y="3287"/>
                </a:lnTo>
                <a:close/>
                <a:moveTo>
                  <a:pt x="264379" y="3287"/>
                </a:moveTo>
                <a:lnTo>
                  <a:pt x="264379" y="9371"/>
                </a:lnTo>
                <a:lnTo>
                  <a:pt x="258306" y="9371"/>
                </a:lnTo>
                <a:lnTo>
                  <a:pt x="258306" y="3287"/>
                </a:lnTo>
                <a:close/>
                <a:moveTo>
                  <a:pt x="271427" y="3287"/>
                </a:moveTo>
                <a:lnTo>
                  <a:pt x="271427" y="9371"/>
                </a:lnTo>
                <a:lnTo>
                  <a:pt x="265355" y="9371"/>
                </a:lnTo>
                <a:lnTo>
                  <a:pt x="265355" y="3287"/>
                </a:lnTo>
                <a:close/>
                <a:moveTo>
                  <a:pt x="278488" y="3287"/>
                </a:moveTo>
                <a:lnTo>
                  <a:pt x="278488" y="9371"/>
                </a:lnTo>
                <a:lnTo>
                  <a:pt x="272415" y="9371"/>
                </a:lnTo>
                <a:lnTo>
                  <a:pt x="272415" y="3287"/>
                </a:lnTo>
                <a:close/>
                <a:moveTo>
                  <a:pt x="17443" y="10347"/>
                </a:moveTo>
                <a:lnTo>
                  <a:pt x="17443" y="16419"/>
                </a:lnTo>
                <a:lnTo>
                  <a:pt x="11371" y="16419"/>
                </a:lnTo>
                <a:lnTo>
                  <a:pt x="11371" y="10347"/>
                </a:lnTo>
                <a:close/>
                <a:moveTo>
                  <a:pt x="24503" y="10347"/>
                </a:moveTo>
                <a:lnTo>
                  <a:pt x="24503" y="16419"/>
                </a:lnTo>
                <a:lnTo>
                  <a:pt x="18431" y="16419"/>
                </a:lnTo>
                <a:lnTo>
                  <a:pt x="18431" y="10347"/>
                </a:lnTo>
                <a:close/>
                <a:moveTo>
                  <a:pt x="31564" y="10347"/>
                </a:moveTo>
                <a:lnTo>
                  <a:pt x="31564" y="16419"/>
                </a:lnTo>
                <a:lnTo>
                  <a:pt x="25492" y="16419"/>
                </a:lnTo>
                <a:lnTo>
                  <a:pt x="25492" y="10347"/>
                </a:lnTo>
                <a:close/>
                <a:moveTo>
                  <a:pt x="38612" y="10347"/>
                </a:moveTo>
                <a:lnTo>
                  <a:pt x="38612" y="16419"/>
                </a:lnTo>
                <a:lnTo>
                  <a:pt x="32540" y="16419"/>
                </a:lnTo>
                <a:lnTo>
                  <a:pt x="32540" y="10347"/>
                </a:lnTo>
                <a:close/>
                <a:moveTo>
                  <a:pt x="45673" y="10347"/>
                </a:moveTo>
                <a:lnTo>
                  <a:pt x="45673" y="16419"/>
                </a:lnTo>
                <a:lnTo>
                  <a:pt x="39601" y="16419"/>
                </a:lnTo>
                <a:lnTo>
                  <a:pt x="39601" y="10347"/>
                </a:lnTo>
                <a:close/>
                <a:moveTo>
                  <a:pt x="52721" y="10347"/>
                </a:moveTo>
                <a:lnTo>
                  <a:pt x="52721" y="16419"/>
                </a:lnTo>
                <a:lnTo>
                  <a:pt x="46649" y="16419"/>
                </a:lnTo>
                <a:lnTo>
                  <a:pt x="46649" y="10347"/>
                </a:lnTo>
                <a:close/>
                <a:moveTo>
                  <a:pt x="59782" y="10347"/>
                </a:moveTo>
                <a:lnTo>
                  <a:pt x="59782" y="16419"/>
                </a:lnTo>
                <a:lnTo>
                  <a:pt x="53709" y="16419"/>
                </a:lnTo>
                <a:lnTo>
                  <a:pt x="53709" y="10347"/>
                </a:lnTo>
                <a:close/>
                <a:moveTo>
                  <a:pt x="66842" y="10347"/>
                </a:moveTo>
                <a:lnTo>
                  <a:pt x="66842" y="16419"/>
                </a:lnTo>
                <a:lnTo>
                  <a:pt x="60758" y="16419"/>
                </a:lnTo>
                <a:lnTo>
                  <a:pt x="60758" y="10347"/>
                </a:lnTo>
                <a:close/>
                <a:moveTo>
                  <a:pt x="73902" y="10347"/>
                </a:moveTo>
                <a:lnTo>
                  <a:pt x="73902" y="16419"/>
                </a:lnTo>
                <a:lnTo>
                  <a:pt x="67818" y="16419"/>
                </a:lnTo>
                <a:lnTo>
                  <a:pt x="67818" y="10347"/>
                </a:lnTo>
                <a:close/>
                <a:moveTo>
                  <a:pt x="80951" y="10347"/>
                </a:moveTo>
                <a:lnTo>
                  <a:pt x="80951" y="16419"/>
                </a:lnTo>
                <a:lnTo>
                  <a:pt x="74879" y="16419"/>
                </a:lnTo>
                <a:lnTo>
                  <a:pt x="74879" y="10347"/>
                </a:lnTo>
                <a:close/>
                <a:moveTo>
                  <a:pt x="88011" y="10347"/>
                </a:moveTo>
                <a:lnTo>
                  <a:pt x="88011" y="16419"/>
                </a:lnTo>
                <a:lnTo>
                  <a:pt x="81927" y="16419"/>
                </a:lnTo>
                <a:lnTo>
                  <a:pt x="81927" y="10347"/>
                </a:lnTo>
                <a:close/>
                <a:moveTo>
                  <a:pt x="95060" y="10347"/>
                </a:moveTo>
                <a:lnTo>
                  <a:pt x="95060" y="16419"/>
                </a:lnTo>
                <a:lnTo>
                  <a:pt x="88988" y="16419"/>
                </a:lnTo>
                <a:lnTo>
                  <a:pt x="88988" y="10347"/>
                </a:lnTo>
                <a:close/>
                <a:moveTo>
                  <a:pt x="102120" y="10347"/>
                </a:moveTo>
                <a:lnTo>
                  <a:pt x="102120" y="16419"/>
                </a:lnTo>
                <a:lnTo>
                  <a:pt x="96036" y="16419"/>
                </a:lnTo>
                <a:lnTo>
                  <a:pt x="96036" y="10347"/>
                </a:lnTo>
                <a:close/>
                <a:moveTo>
                  <a:pt x="109169" y="10347"/>
                </a:moveTo>
                <a:lnTo>
                  <a:pt x="109169" y="16419"/>
                </a:lnTo>
                <a:lnTo>
                  <a:pt x="103097" y="16419"/>
                </a:lnTo>
                <a:lnTo>
                  <a:pt x="103097" y="10347"/>
                </a:lnTo>
                <a:close/>
                <a:moveTo>
                  <a:pt x="116229" y="10347"/>
                </a:moveTo>
                <a:lnTo>
                  <a:pt x="116229" y="16419"/>
                </a:lnTo>
                <a:lnTo>
                  <a:pt x="110157" y="16419"/>
                </a:lnTo>
                <a:lnTo>
                  <a:pt x="110157" y="10347"/>
                </a:lnTo>
                <a:close/>
                <a:moveTo>
                  <a:pt x="123278" y="10347"/>
                </a:moveTo>
                <a:lnTo>
                  <a:pt x="123278" y="16419"/>
                </a:lnTo>
                <a:lnTo>
                  <a:pt x="117205" y="16419"/>
                </a:lnTo>
                <a:lnTo>
                  <a:pt x="117205" y="10347"/>
                </a:lnTo>
                <a:close/>
                <a:moveTo>
                  <a:pt x="130338" y="10347"/>
                </a:moveTo>
                <a:lnTo>
                  <a:pt x="130338" y="16419"/>
                </a:lnTo>
                <a:lnTo>
                  <a:pt x="124254" y="16419"/>
                </a:lnTo>
                <a:lnTo>
                  <a:pt x="124254" y="10347"/>
                </a:lnTo>
                <a:close/>
                <a:moveTo>
                  <a:pt x="137387" y="10347"/>
                </a:moveTo>
                <a:lnTo>
                  <a:pt x="137387" y="16419"/>
                </a:lnTo>
                <a:lnTo>
                  <a:pt x="131314" y="16419"/>
                </a:lnTo>
                <a:lnTo>
                  <a:pt x="131314" y="10347"/>
                </a:lnTo>
                <a:close/>
                <a:moveTo>
                  <a:pt x="144447" y="10347"/>
                </a:moveTo>
                <a:lnTo>
                  <a:pt x="144447" y="16419"/>
                </a:lnTo>
                <a:lnTo>
                  <a:pt x="138375" y="16419"/>
                </a:lnTo>
                <a:lnTo>
                  <a:pt x="138375" y="10347"/>
                </a:lnTo>
                <a:close/>
                <a:moveTo>
                  <a:pt x="151495" y="10347"/>
                </a:moveTo>
                <a:lnTo>
                  <a:pt x="151495" y="16419"/>
                </a:lnTo>
                <a:lnTo>
                  <a:pt x="145423" y="16419"/>
                </a:lnTo>
                <a:lnTo>
                  <a:pt x="145423" y="10347"/>
                </a:lnTo>
                <a:close/>
                <a:moveTo>
                  <a:pt x="158556" y="10347"/>
                </a:moveTo>
                <a:lnTo>
                  <a:pt x="158556" y="16419"/>
                </a:lnTo>
                <a:lnTo>
                  <a:pt x="152484" y="16419"/>
                </a:lnTo>
                <a:lnTo>
                  <a:pt x="152484" y="10347"/>
                </a:lnTo>
                <a:close/>
                <a:moveTo>
                  <a:pt x="165604" y="10347"/>
                </a:moveTo>
                <a:lnTo>
                  <a:pt x="165604" y="16419"/>
                </a:lnTo>
                <a:lnTo>
                  <a:pt x="159532" y="16419"/>
                </a:lnTo>
                <a:lnTo>
                  <a:pt x="159532" y="10347"/>
                </a:lnTo>
                <a:close/>
                <a:moveTo>
                  <a:pt x="172665" y="10347"/>
                </a:moveTo>
                <a:lnTo>
                  <a:pt x="172665" y="16419"/>
                </a:lnTo>
                <a:lnTo>
                  <a:pt x="166581" y="16419"/>
                </a:lnTo>
                <a:lnTo>
                  <a:pt x="166581" y="10347"/>
                </a:lnTo>
                <a:close/>
                <a:moveTo>
                  <a:pt x="179713" y="10347"/>
                </a:moveTo>
                <a:lnTo>
                  <a:pt x="179713" y="16419"/>
                </a:lnTo>
                <a:lnTo>
                  <a:pt x="173641" y="16419"/>
                </a:lnTo>
                <a:lnTo>
                  <a:pt x="173641" y="10347"/>
                </a:lnTo>
                <a:close/>
                <a:moveTo>
                  <a:pt x="186774" y="10347"/>
                </a:moveTo>
                <a:lnTo>
                  <a:pt x="186774" y="16419"/>
                </a:lnTo>
                <a:lnTo>
                  <a:pt x="180702" y="16419"/>
                </a:lnTo>
                <a:lnTo>
                  <a:pt x="180702" y="10347"/>
                </a:lnTo>
                <a:close/>
                <a:moveTo>
                  <a:pt x="193822" y="10347"/>
                </a:moveTo>
                <a:lnTo>
                  <a:pt x="193822" y="16419"/>
                </a:lnTo>
                <a:lnTo>
                  <a:pt x="187750" y="16419"/>
                </a:lnTo>
                <a:lnTo>
                  <a:pt x="187750" y="10347"/>
                </a:lnTo>
                <a:close/>
                <a:moveTo>
                  <a:pt x="200883" y="10347"/>
                </a:moveTo>
                <a:lnTo>
                  <a:pt x="200883" y="16419"/>
                </a:lnTo>
                <a:lnTo>
                  <a:pt x="194810" y="16419"/>
                </a:lnTo>
                <a:lnTo>
                  <a:pt x="194810" y="10347"/>
                </a:lnTo>
                <a:close/>
                <a:moveTo>
                  <a:pt x="207931" y="10347"/>
                </a:moveTo>
                <a:lnTo>
                  <a:pt x="207931" y="16419"/>
                </a:lnTo>
                <a:lnTo>
                  <a:pt x="201859" y="16419"/>
                </a:lnTo>
                <a:lnTo>
                  <a:pt x="201859" y="10347"/>
                </a:lnTo>
                <a:close/>
                <a:moveTo>
                  <a:pt x="214992" y="10347"/>
                </a:moveTo>
                <a:lnTo>
                  <a:pt x="214992" y="16419"/>
                </a:lnTo>
                <a:lnTo>
                  <a:pt x="208919" y="16419"/>
                </a:lnTo>
                <a:lnTo>
                  <a:pt x="208919" y="10347"/>
                </a:lnTo>
                <a:close/>
                <a:moveTo>
                  <a:pt x="222052" y="10347"/>
                </a:moveTo>
                <a:lnTo>
                  <a:pt x="222052" y="16419"/>
                </a:lnTo>
                <a:lnTo>
                  <a:pt x="215968" y="16419"/>
                </a:lnTo>
                <a:lnTo>
                  <a:pt x="215968" y="10347"/>
                </a:lnTo>
                <a:close/>
                <a:moveTo>
                  <a:pt x="229100" y="10347"/>
                </a:moveTo>
                <a:lnTo>
                  <a:pt x="229100" y="16419"/>
                </a:lnTo>
                <a:lnTo>
                  <a:pt x="223028" y="16419"/>
                </a:lnTo>
                <a:lnTo>
                  <a:pt x="223028" y="10347"/>
                </a:lnTo>
                <a:close/>
                <a:moveTo>
                  <a:pt x="236161" y="10347"/>
                </a:moveTo>
                <a:lnTo>
                  <a:pt x="236161" y="16419"/>
                </a:lnTo>
                <a:lnTo>
                  <a:pt x="230077" y="16419"/>
                </a:lnTo>
                <a:lnTo>
                  <a:pt x="230077" y="10347"/>
                </a:lnTo>
                <a:close/>
                <a:moveTo>
                  <a:pt x="243209" y="10347"/>
                </a:moveTo>
                <a:lnTo>
                  <a:pt x="243209" y="16419"/>
                </a:lnTo>
                <a:lnTo>
                  <a:pt x="237137" y="16419"/>
                </a:lnTo>
                <a:lnTo>
                  <a:pt x="237137" y="10347"/>
                </a:lnTo>
                <a:close/>
                <a:moveTo>
                  <a:pt x="250270" y="10347"/>
                </a:moveTo>
                <a:lnTo>
                  <a:pt x="250270" y="16419"/>
                </a:lnTo>
                <a:lnTo>
                  <a:pt x="244198" y="16419"/>
                </a:lnTo>
                <a:lnTo>
                  <a:pt x="244198" y="10347"/>
                </a:lnTo>
                <a:close/>
                <a:moveTo>
                  <a:pt x="257318" y="10347"/>
                </a:moveTo>
                <a:lnTo>
                  <a:pt x="257318" y="16419"/>
                </a:lnTo>
                <a:lnTo>
                  <a:pt x="251246" y="16419"/>
                </a:lnTo>
                <a:lnTo>
                  <a:pt x="251246" y="10347"/>
                </a:lnTo>
                <a:close/>
                <a:moveTo>
                  <a:pt x="264379" y="10347"/>
                </a:moveTo>
                <a:lnTo>
                  <a:pt x="264379" y="16419"/>
                </a:lnTo>
                <a:lnTo>
                  <a:pt x="258306" y="16419"/>
                </a:lnTo>
                <a:lnTo>
                  <a:pt x="258306" y="10347"/>
                </a:lnTo>
                <a:close/>
                <a:moveTo>
                  <a:pt x="271427" y="10347"/>
                </a:moveTo>
                <a:lnTo>
                  <a:pt x="271427" y="16419"/>
                </a:lnTo>
                <a:lnTo>
                  <a:pt x="265355" y="16419"/>
                </a:lnTo>
                <a:lnTo>
                  <a:pt x="265355" y="10347"/>
                </a:lnTo>
                <a:close/>
                <a:moveTo>
                  <a:pt x="278488" y="10347"/>
                </a:moveTo>
                <a:lnTo>
                  <a:pt x="278488" y="16419"/>
                </a:lnTo>
                <a:lnTo>
                  <a:pt x="272415" y="16419"/>
                </a:lnTo>
                <a:lnTo>
                  <a:pt x="272415" y="10347"/>
                </a:lnTo>
                <a:close/>
                <a:moveTo>
                  <a:pt x="17443" y="17408"/>
                </a:moveTo>
                <a:lnTo>
                  <a:pt x="17443" y="23480"/>
                </a:lnTo>
                <a:lnTo>
                  <a:pt x="11371" y="23480"/>
                </a:lnTo>
                <a:lnTo>
                  <a:pt x="11371" y="17408"/>
                </a:lnTo>
                <a:close/>
                <a:moveTo>
                  <a:pt x="24503" y="17408"/>
                </a:moveTo>
                <a:lnTo>
                  <a:pt x="24503" y="23480"/>
                </a:lnTo>
                <a:lnTo>
                  <a:pt x="18431" y="23480"/>
                </a:lnTo>
                <a:lnTo>
                  <a:pt x="18431" y="17408"/>
                </a:lnTo>
                <a:close/>
                <a:moveTo>
                  <a:pt x="31564" y="17408"/>
                </a:moveTo>
                <a:lnTo>
                  <a:pt x="31564" y="23480"/>
                </a:lnTo>
                <a:lnTo>
                  <a:pt x="25492" y="23480"/>
                </a:lnTo>
                <a:lnTo>
                  <a:pt x="25492" y="17408"/>
                </a:lnTo>
                <a:close/>
                <a:moveTo>
                  <a:pt x="38612" y="17408"/>
                </a:moveTo>
                <a:lnTo>
                  <a:pt x="38612" y="23480"/>
                </a:lnTo>
                <a:lnTo>
                  <a:pt x="32540" y="23480"/>
                </a:lnTo>
                <a:lnTo>
                  <a:pt x="32540" y="17408"/>
                </a:lnTo>
                <a:close/>
                <a:moveTo>
                  <a:pt x="45673" y="17408"/>
                </a:moveTo>
                <a:lnTo>
                  <a:pt x="45673" y="23480"/>
                </a:lnTo>
                <a:lnTo>
                  <a:pt x="39601" y="23480"/>
                </a:lnTo>
                <a:lnTo>
                  <a:pt x="39601" y="17408"/>
                </a:lnTo>
                <a:close/>
                <a:moveTo>
                  <a:pt x="52721" y="17408"/>
                </a:moveTo>
                <a:lnTo>
                  <a:pt x="52721" y="23480"/>
                </a:lnTo>
                <a:lnTo>
                  <a:pt x="46649" y="23480"/>
                </a:lnTo>
                <a:lnTo>
                  <a:pt x="46649" y="17408"/>
                </a:lnTo>
                <a:close/>
                <a:moveTo>
                  <a:pt x="59782" y="17408"/>
                </a:moveTo>
                <a:lnTo>
                  <a:pt x="59782" y="23480"/>
                </a:lnTo>
                <a:lnTo>
                  <a:pt x="53709" y="23480"/>
                </a:lnTo>
                <a:lnTo>
                  <a:pt x="53709" y="17408"/>
                </a:lnTo>
                <a:close/>
                <a:moveTo>
                  <a:pt x="66842" y="17408"/>
                </a:moveTo>
                <a:lnTo>
                  <a:pt x="66842" y="23480"/>
                </a:lnTo>
                <a:lnTo>
                  <a:pt x="60758" y="23480"/>
                </a:lnTo>
                <a:lnTo>
                  <a:pt x="60758" y="17408"/>
                </a:lnTo>
                <a:close/>
                <a:moveTo>
                  <a:pt x="73902" y="17408"/>
                </a:moveTo>
                <a:lnTo>
                  <a:pt x="73902" y="23480"/>
                </a:lnTo>
                <a:lnTo>
                  <a:pt x="67818" y="23480"/>
                </a:lnTo>
                <a:lnTo>
                  <a:pt x="67818" y="17408"/>
                </a:lnTo>
                <a:close/>
                <a:moveTo>
                  <a:pt x="80951" y="17408"/>
                </a:moveTo>
                <a:lnTo>
                  <a:pt x="80951" y="23480"/>
                </a:lnTo>
                <a:lnTo>
                  <a:pt x="74879" y="23480"/>
                </a:lnTo>
                <a:lnTo>
                  <a:pt x="74879" y="17408"/>
                </a:lnTo>
                <a:close/>
                <a:moveTo>
                  <a:pt x="88011" y="17408"/>
                </a:moveTo>
                <a:lnTo>
                  <a:pt x="88011" y="23480"/>
                </a:lnTo>
                <a:lnTo>
                  <a:pt x="81927" y="23480"/>
                </a:lnTo>
                <a:lnTo>
                  <a:pt x="81927" y="17408"/>
                </a:lnTo>
                <a:close/>
                <a:moveTo>
                  <a:pt x="95060" y="17408"/>
                </a:moveTo>
                <a:lnTo>
                  <a:pt x="95060" y="23480"/>
                </a:lnTo>
                <a:lnTo>
                  <a:pt x="88988" y="23480"/>
                </a:lnTo>
                <a:lnTo>
                  <a:pt x="88988" y="17408"/>
                </a:lnTo>
                <a:close/>
                <a:moveTo>
                  <a:pt x="102120" y="17408"/>
                </a:moveTo>
                <a:lnTo>
                  <a:pt x="102120" y="23480"/>
                </a:lnTo>
                <a:lnTo>
                  <a:pt x="96036" y="23480"/>
                </a:lnTo>
                <a:lnTo>
                  <a:pt x="96036" y="17408"/>
                </a:lnTo>
                <a:close/>
                <a:moveTo>
                  <a:pt x="109169" y="17408"/>
                </a:moveTo>
                <a:lnTo>
                  <a:pt x="109169" y="23480"/>
                </a:lnTo>
                <a:lnTo>
                  <a:pt x="103097" y="23480"/>
                </a:lnTo>
                <a:lnTo>
                  <a:pt x="103097" y="17408"/>
                </a:lnTo>
                <a:close/>
                <a:moveTo>
                  <a:pt x="116229" y="17408"/>
                </a:moveTo>
                <a:lnTo>
                  <a:pt x="116229" y="23480"/>
                </a:lnTo>
                <a:lnTo>
                  <a:pt x="110157" y="23480"/>
                </a:lnTo>
                <a:lnTo>
                  <a:pt x="110157" y="17408"/>
                </a:lnTo>
                <a:close/>
                <a:moveTo>
                  <a:pt x="123278" y="17408"/>
                </a:moveTo>
                <a:lnTo>
                  <a:pt x="123278" y="23480"/>
                </a:lnTo>
                <a:lnTo>
                  <a:pt x="117205" y="23480"/>
                </a:lnTo>
                <a:lnTo>
                  <a:pt x="117205" y="17408"/>
                </a:lnTo>
                <a:close/>
                <a:moveTo>
                  <a:pt x="130338" y="17408"/>
                </a:moveTo>
                <a:lnTo>
                  <a:pt x="130338" y="23480"/>
                </a:lnTo>
                <a:lnTo>
                  <a:pt x="124254" y="23480"/>
                </a:lnTo>
                <a:lnTo>
                  <a:pt x="124254" y="17408"/>
                </a:lnTo>
                <a:close/>
                <a:moveTo>
                  <a:pt x="137387" y="17408"/>
                </a:moveTo>
                <a:lnTo>
                  <a:pt x="137387" y="23480"/>
                </a:lnTo>
                <a:lnTo>
                  <a:pt x="131314" y="23480"/>
                </a:lnTo>
                <a:lnTo>
                  <a:pt x="131314" y="17408"/>
                </a:lnTo>
                <a:close/>
                <a:moveTo>
                  <a:pt x="144447" y="17408"/>
                </a:moveTo>
                <a:lnTo>
                  <a:pt x="144447" y="23480"/>
                </a:lnTo>
                <a:lnTo>
                  <a:pt x="138375" y="23480"/>
                </a:lnTo>
                <a:lnTo>
                  <a:pt x="138375" y="17408"/>
                </a:lnTo>
                <a:close/>
                <a:moveTo>
                  <a:pt x="151495" y="17408"/>
                </a:moveTo>
                <a:lnTo>
                  <a:pt x="151495" y="23480"/>
                </a:lnTo>
                <a:lnTo>
                  <a:pt x="145423" y="23480"/>
                </a:lnTo>
                <a:lnTo>
                  <a:pt x="145423" y="17408"/>
                </a:lnTo>
                <a:close/>
                <a:moveTo>
                  <a:pt x="158556" y="17408"/>
                </a:moveTo>
                <a:lnTo>
                  <a:pt x="158556" y="23480"/>
                </a:lnTo>
                <a:lnTo>
                  <a:pt x="152484" y="23480"/>
                </a:lnTo>
                <a:lnTo>
                  <a:pt x="152484" y="17408"/>
                </a:lnTo>
                <a:close/>
                <a:moveTo>
                  <a:pt x="165604" y="17408"/>
                </a:moveTo>
                <a:lnTo>
                  <a:pt x="165604" y="23480"/>
                </a:lnTo>
                <a:lnTo>
                  <a:pt x="159532" y="23480"/>
                </a:lnTo>
                <a:lnTo>
                  <a:pt x="159532" y="17408"/>
                </a:lnTo>
                <a:close/>
                <a:moveTo>
                  <a:pt x="172665" y="17408"/>
                </a:moveTo>
                <a:lnTo>
                  <a:pt x="172665" y="23480"/>
                </a:lnTo>
                <a:lnTo>
                  <a:pt x="166581" y="23480"/>
                </a:lnTo>
                <a:lnTo>
                  <a:pt x="166581" y="17408"/>
                </a:lnTo>
                <a:close/>
                <a:moveTo>
                  <a:pt x="179713" y="17408"/>
                </a:moveTo>
                <a:lnTo>
                  <a:pt x="179713" y="23480"/>
                </a:lnTo>
                <a:lnTo>
                  <a:pt x="173641" y="23480"/>
                </a:lnTo>
                <a:lnTo>
                  <a:pt x="173641" y="17408"/>
                </a:lnTo>
                <a:close/>
                <a:moveTo>
                  <a:pt x="186774" y="17408"/>
                </a:moveTo>
                <a:lnTo>
                  <a:pt x="186774" y="23480"/>
                </a:lnTo>
                <a:lnTo>
                  <a:pt x="180702" y="23480"/>
                </a:lnTo>
                <a:lnTo>
                  <a:pt x="180702" y="17408"/>
                </a:lnTo>
                <a:close/>
                <a:moveTo>
                  <a:pt x="193822" y="17408"/>
                </a:moveTo>
                <a:lnTo>
                  <a:pt x="193822" y="23480"/>
                </a:lnTo>
                <a:lnTo>
                  <a:pt x="187750" y="23480"/>
                </a:lnTo>
                <a:lnTo>
                  <a:pt x="187750" y="17408"/>
                </a:lnTo>
                <a:close/>
                <a:moveTo>
                  <a:pt x="200883" y="17408"/>
                </a:moveTo>
                <a:lnTo>
                  <a:pt x="200883" y="23480"/>
                </a:lnTo>
                <a:lnTo>
                  <a:pt x="194810" y="23480"/>
                </a:lnTo>
                <a:lnTo>
                  <a:pt x="194810" y="17408"/>
                </a:lnTo>
                <a:close/>
                <a:moveTo>
                  <a:pt x="207931" y="17408"/>
                </a:moveTo>
                <a:lnTo>
                  <a:pt x="207931" y="23480"/>
                </a:lnTo>
                <a:lnTo>
                  <a:pt x="201859" y="23480"/>
                </a:lnTo>
                <a:lnTo>
                  <a:pt x="201859" y="17408"/>
                </a:lnTo>
                <a:close/>
                <a:moveTo>
                  <a:pt x="214992" y="17408"/>
                </a:moveTo>
                <a:lnTo>
                  <a:pt x="214992" y="23480"/>
                </a:lnTo>
                <a:lnTo>
                  <a:pt x="208919" y="23480"/>
                </a:lnTo>
                <a:lnTo>
                  <a:pt x="208919" y="17408"/>
                </a:lnTo>
                <a:close/>
                <a:moveTo>
                  <a:pt x="222052" y="17408"/>
                </a:moveTo>
                <a:lnTo>
                  <a:pt x="222052" y="23480"/>
                </a:lnTo>
                <a:lnTo>
                  <a:pt x="215968" y="23480"/>
                </a:lnTo>
                <a:lnTo>
                  <a:pt x="215968" y="17408"/>
                </a:lnTo>
                <a:close/>
                <a:moveTo>
                  <a:pt x="229100" y="17408"/>
                </a:moveTo>
                <a:lnTo>
                  <a:pt x="229100" y="23480"/>
                </a:lnTo>
                <a:lnTo>
                  <a:pt x="223028" y="23480"/>
                </a:lnTo>
                <a:lnTo>
                  <a:pt x="223028" y="17408"/>
                </a:lnTo>
                <a:close/>
                <a:moveTo>
                  <a:pt x="236161" y="17408"/>
                </a:moveTo>
                <a:lnTo>
                  <a:pt x="236161" y="23480"/>
                </a:lnTo>
                <a:lnTo>
                  <a:pt x="230077" y="23480"/>
                </a:lnTo>
                <a:lnTo>
                  <a:pt x="230077" y="17408"/>
                </a:lnTo>
                <a:close/>
                <a:moveTo>
                  <a:pt x="243209" y="17408"/>
                </a:moveTo>
                <a:lnTo>
                  <a:pt x="243209" y="23480"/>
                </a:lnTo>
                <a:lnTo>
                  <a:pt x="237137" y="23480"/>
                </a:lnTo>
                <a:lnTo>
                  <a:pt x="237137" y="17408"/>
                </a:lnTo>
                <a:close/>
                <a:moveTo>
                  <a:pt x="250270" y="17408"/>
                </a:moveTo>
                <a:lnTo>
                  <a:pt x="250270" y="23480"/>
                </a:lnTo>
                <a:lnTo>
                  <a:pt x="244198" y="23480"/>
                </a:lnTo>
                <a:lnTo>
                  <a:pt x="244198" y="17408"/>
                </a:lnTo>
                <a:close/>
                <a:moveTo>
                  <a:pt x="257318" y="17408"/>
                </a:moveTo>
                <a:lnTo>
                  <a:pt x="257318" y="23480"/>
                </a:lnTo>
                <a:lnTo>
                  <a:pt x="251246" y="23480"/>
                </a:lnTo>
                <a:lnTo>
                  <a:pt x="251246" y="17408"/>
                </a:lnTo>
                <a:close/>
                <a:moveTo>
                  <a:pt x="264379" y="17408"/>
                </a:moveTo>
                <a:lnTo>
                  <a:pt x="264379" y="23480"/>
                </a:lnTo>
                <a:lnTo>
                  <a:pt x="258306" y="23480"/>
                </a:lnTo>
                <a:lnTo>
                  <a:pt x="258306" y="17408"/>
                </a:lnTo>
                <a:close/>
                <a:moveTo>
                  <a:pt x="271427" y="17408"/>
                </a:moveTo>
                <a:lnTo>
                  <a:pt x="271427" y="23480"/>
                </a:lnTo>
                <a:lnTo>
                  <a:pt x="265355" y="23480"/>
                </a:lnTo>
                <a:lnTo>
                  <a:pt x="265355" y="17408"/>
                </a:lnTo>
                <a:close/>
                <a:moveTo>
                  <a:pt x="278488" y="17408"/>
                </a:moveTo>
                <a:lnTo>
                  <a:pt x="278488" y="23480"/>
                </a:lnTo>
                <a:lnTo>
                  <a:pt x="272415" y="23480"/>
                </a:lnTo>
                <a:lnTo>
                  <a:pt x="272415" y="17408"/>
                </a:lnTo>
                <a:close/>
                <a:moveTo>
                  <a:pt x="17443" y="24456"/>
                </a:moveTo>
                <a:lnTo>
                  <a:pt x="17443" y="30528"/>
                </a:lnTo>
                <a:lnTo>
                  <a:pt x="11371" y="30528"/>
                </a:lnTo>
                <a:lnTo>
                  <a:pt x="11371" y="24456"/>
                </a:lnTo>
                <a:close/>
                <a:moveTo>
                  <a:pt x="24503" y="24456"/>
                </a:moveTo>
                <a:lnTo>
                  <a:pt x="24503" y="30528"/>
                </a:lnTo>
                <a:lnTo>
                  <a:pt x="18431" y="30528"/>
                </a:lnTo>
                <a:lnTo>
                  <a:pt x="18431" y="24456"/>
                </a:lnTo>
                <a:close/>
                <a:moveTo>
                  <a:pt x="31564" y="24456"/>
                </a:moveTo>
                <a:lnTo>
                  <a:pt x="31564" y="30528"/>
                </a:lnTo>
                <a:lnTo>
                  <a:pt x="25492" y="30528"/>
                </a:lnTo>
                <a:lnTo>
                  <a:pt x="25492" y="24456"/>
                </a:lnTo>
                <a:close/>
                <a:moveTo>
                  <a:pt x="38612" y="24456"/>
                </a:moveTo>
                <a:lnTo>
                  <a:pt x="38612" y="30528"/>
                </a:lnTo>
                <a:lnTo>
                  <a:pt x="32540" y="30528"/>
                </a:lnTo>
                <a:lnTo>
                  <a:pt x="32540" y="24456"/>
                </a:lnTo>
                <a:close/>
                <a:moveTo>
                  <a:pt x="45673" y="24456"/>
                </a:moveTo>
                <a:lnTo>
                  <a:pt x="45673" y="30528"/>
                </a:lnTo>
                <a:lnTo>
                  <a:pt x="39601" y="30528"/>
                </a:lnTo>
                <a:lnTo>
                  <a:pt x="39601" y="24456"/>
                </a:lnTo>
                <a:close/>
                <a:moveTo>
                  <a:pt x="52721" y="24456"/>
                </a:moveTo>
                <a:lnTo>
                  <a:pt x="52721" y="30528"/>
                </a:lnTo>
                <a:lnTo>
                  <a:pt x="46649" y="30528"/>
                </a:lnTo>
                <a:lnTo>
                  <a:pt x="46649" y="24456"/>
                </a:lnTo>
                <a:close/>
                <a:moveTo>
                  <a:pt x="59782" y="24456"/>
                </a:moveTo>
                <a:lnTo>
                  <a:pt x="59782" y="30528"/>
                </a:lnTo>
                <a:lnTo>
                  <a:pt x="53709" y="30528"/>
                </a:lnTo>
                <a:lnTo>
                  <a:pt x="53709" y="24456"/>
                </a:lnTo>
                <a:close/>
                <a:moveTo>
                  <a:pt x="88011" y="24456"/>
                </a:moveTo>
                <a:lnTo>
                  <a:pt x="88011" y="30528"/>
                </a:lnTo>
                <a:lnTo>
                  <a:pt x="81927" y="30528"/>
                </a:lnTo>
                <a:lnTo>
                  <a:pt x="81927" y="24456"/>
                </a:lnTo>
                <a:close/>
                <a:moveTo>
                  <a:pt x="95060" y="24456"/>
                </a:moveTo>
                <a:lnTo>
                  <a:pt x="95060" y="30528"/>
                </a:lnTo>
                <a:lnTo>
                  <a:pt x="88988" y="30528"/>
                </a:lnTo>
                <a:lnTo>
                  <a:pt x="88988" y="24456"/>
                </a:lnTo>
                <a:close/>
                <a:moveTo>
                  <a:pt x="123278" y="24456"/>
                </a:moveTo>
                <a:lnTo>
                  <a:pt x="123278" y="30528"/>
                </a:lnTo>
                <a:lnTo>
                  <a:pt x="117205" y="30528"/>
                </a:lnTo>
                <a:lnTo>
                  <a:pt x="117205" y="24456"/>
                </a:lnTo>
                <a:close/>
                <a:moveTo>
                  <a:pt x="130338" y="24456"/>
                </a:moveTo>
                <a:lnTo>
                  <a:pt x="130338" y="30528"/>
                </a:lnTo>
                <a:lnTo>
                  <a:pt x="124254" y="30528"/>
                </a:lnTo>
                <a:lnTo>
                  <a:pt x="124254" y="24456"/>
                </a:lnTo>
                <a:close/>
                <a:moveTo>
                  <a:pt x="144447" y="24456"/>
                </a:moveTo>
                <a:lnTo>
                  <a:pt x="144447" y="30528"/>
                </a:lnTo>
                <a:lnTo>
                  <a:pt x="138375" y="30528"/>
                </a:lnTo>
                <a:lnTo>
                  <a:pt x="138375" y="24456"/>
                </a:lnTo>
                <a:close/>
                <a:moveTo>
                  <a:pt x="151495" y="24456"/>
                </a:moveTo>
                <a:lnTo>
                  <a:pt x="151495" y="30528"/>
                </a:lnTo>
                <a:lnTo>
                  <a:pt x="145423" y="30528"/>
                </a:lnTo>
                <a:lnTo>
                  <a:pt x="145423" y="24456"/>
                </a:lnTo>
                <a:close/>
                <a:moveTo>
                  <a:pt x="158556" y="24456"/>
                </a:moveTo>
                <a:lnTo>
                  <a:pt x="158556" y="30528"/>
                </a:lnTo>
                <a:lnTo>
                  <a:pt x="152484" y="30528"/>
                </a:lnTo>
                <a:lnTo>
                  <a:pt x="152484" y="24456"/>
                </a:lnTo>
                <a:close/>
                <a:moveTo>
                  <a:pt x="165604" y="24456"/>
                </a:moveTo>
                <a:lnTo>
                  <a:pt x="165604" y="30528"/>
                </a:lnTo>
                <a:lnTo>
                  <a:pt x="159532" y="30528"/>
                </a:lnTo>
                <a:lnTo>
                  <a:pt x="159532" y="24456"/>
                </a:lnTo>
                <a:close/>
                <a:moveTo>
                  <a:pt x="172665" y="24456"/>
                </a:moveTo>
                <a:lnTo>
                  <a:pt x="172665" y="30528"/>
                </a:lnTo>
                <a:lnTo>
                  <a:pt x="166581" y="30528"/>
                </a:lnTo>
                <a:lnTo>
                  <a:pt x="166581" y="24456"/>
                </a:lnTo>
                <a:close/>
                <a:moveTo>
                  <a:pt x="179713" y="24456"/>
                </a:moveTo>
                <a:lnTo>
                  <a:pt x="179713" y="30528"/>
                </a:lnTo>
                <a:lnTo>
                  <a:pt x="173641" y="30528"/>
                </a:lnTo>
                <a:lnTo>
                  <a:pt x="173641" y="24456"/>
                </a:lnTo>
                <a:close/>
                <a:moveTo>
                  <a:pt x="186774" y="24456"/>
                </a:moveTo>
                <a:lnTo>
                  <a:pt x="186774" y="30528"/>
                </a:lnTo>
                <a:lnTo>
                  <a:pt x="180702" y="30528"/>
                </a:lnTo>
                <a:lnTo>
                  <a:pt x="180702" y="24456"/>
                </a:lnTo>
                <a:close/>
                <a:moveTo>
                  <a:pt x="193822" y="24456"/>
                </a:moveTo>
                <a:lnTo>
                  <a:pt x="193822" y="30528"/>
                </a:lnTo>
                <a:lnTo>
                  <a:pt x="187750" y="30528"/>
                </a:lnTo>
                <a:lnTo>
                  <a:pt x="187750" y="24456"/>
                </a:lnTo>
                <a:close/>
                <a:moveTo>
                  <a:pt x="200883" y="24456"/>
                </a:moveTo>
                <a:lnTo>
                  <a:pt x="200883" y="30528"/>
                </a:lnTo>
                <a:lnTo>
                  <a:pt x="194810" y="30528"/>
                </a:lnTo>
                <a:lnTo>
                  <a:pt x="194810" y="24456"/>
                </a:lnTo>
                <a:close/>
                <a:moveTo>
                  <a:pt x="207931" y="24456"/>
                </a:moveTo>
                <a:lnTo>
                  <a:pt x="207931" y="30528"/>
                </a:lnTo>
                <a:lnTo>
                  <a:pt x="201859" y="30528"/>
                </a:lnTo>
                <a:lnTo>
                  <a:pt x="201859" y="24456"/>
                </a:lnTo>
                <a:close/>
                <a:moveTo>
                  <a:pt x="214992" y="24456"/>
                </a:moveTo>
                <a:lnTo>
                  <a:pt x="214992" y="30528"/>
                </a:lnTo>
                <a:lnTo>
                  <a:pt x="208919" y="30528"/>
                </a:lnTo>
                <a:lnTo>
                  <a:pt x="208919" y="24456"/>
                </a:lnTo>
                <a:close/>
                <a:moveTo>
                  <a:pt x="222052" y="24456"/>
                </a:moveTo>
                <a:lnTo>
                  <a:pt x="222052" y="30528"/>
                </a:lnTo>
                <a:lnTo>
                  <a:pt x="215968" y="30528"/>
                </a:lnTo>
                <a:lnTo>
                  <a:pt x="215968" y="24456"/>
                </a:lnTo>
                <a:close/>
                <a:moveTo>
                  <a:pt x="229100" y="24456"/>
                </a:moveTo>
                <a:lnTo>
                  <a:pt x="229100" y="30528"/>
                </a:lnTo>
                <a:lnTo>
                  <a:pt x="223028" y="30528"/>
                </a:lnTo>
                <a:lnTo>
                  <a:pt x="223028" y="24456"/>
                </a:lnTo>
                <a:close/>
                <a:moveTo>
                  <a:pt x="236161" y="24456"/>
                </a:moveTo>
                <a:lnTo>
                  <a:pt x="236161" y="30528"/>
                </a:lnTo>
                <a:lnTo>
                  <a:pt x="230077" y="30528"/>
                </a:lnTo>
                <a:lnTo>
                  <a:pt x="230077" y="24456"/>
                </a:lnTo>
                <a:close/>
                <a:moveTo>
                  <a:pt x="243209" y="24456"/>
                </a:moveTo>
                <a:lnTo>
                  <a:pt x="243209" y="30528"/>
                </a:lnTo>
                <a:lnTo>
                  <a:pt x="237137" y="30528"/>
                </a:lnTo>
                <a:lnTo>
                  <a:pt x="237137" y="24456"/>
                </a:lnTo>
                <a:close/>
                <a:moveTo>
                  <a:pt x="250270" y="24456"/>
                </a:moveTo>
                <a:lnTo>
                  <a:pt x="250270" y="30528"/>
                </a:lnTo>
                <a:lnTo>
                  <a:pt x="244198" y="30528"/>
                </a:lnTo>
                <a:lnTo>
                  <a:pt x="244198" y="24456"/>
                </a:lnTo>
                <a:close/>
                <a:moveTo>
                  <a:pt x="257318" y="24456"/>
                </a:moveTo>
                <a:lnTo>
                  <a:pt x="257318" y="30528"/>
                </a:lnTo>
                <a:lnTo>
                  <a:pt x="251246" y="30528"/>
                </a:lnTo>
                <a:lnTo>
                  <a:pt x="251246" y="24456"/>
                </a:lnTo>
                <a:close/>
                <a:moveTo>
                  <a:pt x="264379" y="24456"/>
                </a:moveTo>
                <a:lnTo>
                  <a:pt x="264379" y="30528"/>
                </a:lnTo>
                <a:lnTo>
                  <a:pt x="258306" y="30528"/>
                </a:lnTo>
                <a:lnTo>
                  <a:pt x="258306" y="24456"/>
                </a:lnTo>
                <a:close/>
                <a:moveTo>
                  <a:pt x="271427" y="24456"/>
                </a:moveTo>
                <a:lnTo>
                  <a:pt x="271427" y="30528"/>
                </a:lnTo>
                <a:lnTo>
                  <a:pt x="265355" y="30528"/>
                </a:lnTo>
                <a:lnTo>
                  <a:pt x="265355" y="24456"/>
                </a:lnTo>
                <a:close/>
                <a:moveTo>
                  <a:pt x="278488" y="24456"/>
                </a:moveTo>
                <a:lnTo>
                  <a:pt x="278488" y="30528"/>
                </a:lnTo>
                <a:lnTo>
                  <a:pt x="272415" y="30528"/>
                </a:lnTo>
                <a:lnTo>
                  <a:pt x="272415" y="24456"/>
                </a:lnTo>
                <a:close/>
                <a:moveTo>
                  <a:pt x="66842" y="24456"/>
                </a:moveTo>
                <a:lnTo>
                  <a:pt x="66842" y="30540"/>
                </a:lnTo>
                <a:lnTo>
                  <a:pt x="60758" y="30540"/>
                </a:lnTo>
                <a:lnTo>
                  <a:pt x="60758" y="24456"/>
                </a:lnTo>
                <a:close/>
                <a:moveTo>
                  <a:pt x="73902" y="24456"/>
                </a:moveTo>
                <a:lnTo>
                  <a:pt x="73902" y="30540"/>
                </a:lnTo>
                <a:lnTo>
                  <a:pt x="67818" y="30540"/>
                </a:lnTo>
                <a:lnTo>
                  <a:pt x="67818" y="24456"/>
                </a:lnTo>
                <a:close/>
                <a:moveTo>
                  <a:pt x="80951" y="24456"/>
                </a:moveTo>
                <a:lnTo>
                  <a:pt x="80951" y="30540"/>
                </a:lnTo>
                <a:lnTo>
                  <a:pt x="74879" y="30540"/>
                </a:lnTo>
                <a:lnTo>
                  <a:pt x="74879" y="24456"/>
                </a:lnTo>
                <a:close/>
                <a:moveTo>
                  <a:pt x="96036" y="24456"/>
                </a:moveTo>
                <a:lnTo>
                  <a:pt x="102120" y="24468"/>
                </a:lnTo>
                <a:lnTo>
                  <a:pt x="102120" y="30540"/>
                </a:lnTo>
                <a:lnTo>
                  <a:pt x="96036" y="30540"/>
                </a:lnTo>
                <a:lnTo>
                  <a:pt x="96036" y="24456"/>
                </a:lnTo>
                <a:close/>
                <a:moveTo>
                  <a:pt x="103097" y="24456"/>
                </a:moveTo>
                <a:lnTo>
                  <a:pt x="109169" y="24468"/>
                </a:lnTo>
                <a:lnTo>
                  <a:pt x="109169" y="30540"/>
                </a:lnTo>
                <a:lnTo>
                  <a:pt x="103097" y="30540"/>
                </a:lnTo>
                <a:lnTo>
                  <a:pt x="103097" y="24456"/>
                </a:lnTo>
                <a:close/>
                <a:moveTo>
                  <a:pt x="110157" y="24456"/>
                </a:moveTo>
                <a:lnTo>
                  <a:pt x="116229" y="24468"/>
                </a:lnTo>
                <a:lnTo>
                  <a:pt x="116229" y="30540"/>
                </a:lnTo>
                <a:lnTo>
                  <a:pt x="110157" y="30540"/>
                </a:lnTo>
                <a:lnTo>
                  <a:pt x="110157" y="24456"/>
                </a:lnTo>
                <a:close/>
                <a:moveTo>
                  <a:pt x="131314" y="24456"/>
                </a:moveTo>
                <a:lnTo>
                  <a:pt x="137387" y="24468"/>
                </a:lnTo>
                <a:lnTo>
                  <a:pt x="137387" y="30540"/>
                </a:lnTo>
                <a:lnTo>
                  <a:pt x="131314" y="30540"/>
                </a:lnTo>
                <a:lnTo>
                  <a:pt x="131314" y="24456"/>
                </a:lnTo>
                <a:close/>
                <a:moveTo>
                  <a:pt x="17443" y="31516"/>
                </a:moveTo>
                <a:lnTo>
                  <a:pt x="17443" y="37589"/>
                </a:lnTo>
                <a:lnTo>
                  <a:pt x="11371" y="37589"/>
                </a:lnTo>
                <a:lnTo>
                  <a:pt x="11371" y="31516"/>
                </a:lnTo>
                <a:close/>
                <a:moveTo>
                  <a:pt x="24503" y="31516"/>
                </a:moveTo>
                <a:lnTo>
                  <a:pt x="24503" y="37589"/>
                </a:lnTo>
                <a:lnTo>
                  <a:pt x="18431" y="37589"/>
                </a:lnTo>
                <a:lnTo>
                  <a:pt x="18431" y="31516"/>
                </a:lnTo>
                <a:close/>
                <a:moveTo>
                  <a:pt x="31564" y="31516"/>
                </a:moveTo>
                <a:lnTo>
                  <a:pt x="31564" y="37589"/>
                </a:lnTo>
                <a:lnTo>
                  <a:pt x="25492" y="37589"/>
                </a:lnTo>
                <a:lnTo>
                  <a:pt x="25492" y="31516"/>
                </a:lnTo>
                <a:close/>
                <a:moveTo>
                  <a:pt x="38612" y="31516"/>
                </a:moveTo>
                <a:lnTo>
                  <a:pt x="38612" y="37589"/>
                </a:lnTo>
                <a:lnTo>
                  <a:pt x="32540" y="37589"/>
                </a:lnTo>
                <a:lnTo>
                  <a:pt x="32540" y="31516"/>
                </a:lnTo>
                <a:close/>
                <a:moveTo>
                  <a:pt x="45673" y="31516"/>
                </a:moveTo>
                <a:lnTo>
                  <a:pt x="45673" y="37589"/>
                </a:lnTo>
                <a:lnTo>
                  <a:pt x="39601" y="37589"/>
                </a:lnTo>
                <a:lnTo>
                  <a:pt x="39601" y="31516"/>
                </a:lnTo>
                <a:close/>
                <a:moveTo>
                  <a:pt x="52721" y="31516"/>
                </a:moveTo>
                <a:lnTo>
                  <a:pt x="52721" y="37589"/>
                </a:lnTo>
                <a:lnTo>
                  <a:pt x="46649" y="37589"/>
                </a:lnTo>
                <a:lnTo>
                  <a:pt x="46649" y="31516"/>
                </a:lnTo>
                <a:close/>
                <a:moveTo>
                  <a:pt x="59782" y="31516"/>
                </a:moveTo>
                <a:lnTo>
                  <a:pt x="59782" y="37589"/>
                </a:lnTo>
                <a:lnTo>
                  <a:pt x="53709" y="37589"/>
                </a:lnTo>
                <a:lnTo>
                  <a:pt x="53709" y="31516"/>
                </a:lnTo>
                <a:close/>
                <a:moveTo>
                  <a:pt x="66842" y="31516"/>
                </a:moveTo>
                <a:lnTo>
                  <a:pt x="66842" y="37589"/>
                </a:lnTo>
                <a:lnTo>
                  <a:pt x="60758" y="37589"/>
                </a:lnTo>
                <a:lnTo>
                  <a:pt x="60758" y="31516"/>
                </a:lnTo>
                <a:close/>
                <a:moveTo>
                  <a:pt x="73902" y="31516"/>
                </a:moveTo>
                <a:lnTo>
                  <a:pt x="73902" y="37589"/>
                </a:lnTo>
                <a:lnTo>
                  <a:pt x="67818" y="37589"/>
                </a:lnTo>
                <a:lnTo>
                  <a:pt x="67818" y="31516"/>
                </a:lnTo>
                <a:close/>
                <a:moveTo>
                  <a:pt x="80951" y="31516"/>
                </a:moveTo>
                <a:lnTo>
                  <a:pt x="80951" y="37589"/>
                </a:lnTo>
                <a:lnTo>
                  <a:pt x="74879" y="37589"/>
                </a:lnTo>
                <a:lnTo>
                  <a:pt x="74879" y="31516"/>
                </a:lnTo>
                <a:close/>
                <a:moveTo>
                  <a:pt x="88011" y="31516"/>
                </a:moveTo>
                <a:lnTo>
                  <a:pt x="88011" y="37589"/>
                </a:lnTo>
                <a:lnTo>
                  <a:pt x="81927" y="37589"/>
                </a:lnTo>
                <a:lnTo>
                  <a:pt x="81927" y="31516"/>
                </a:lnTo>
                <a:close/>
                <a:moveTo>
                  <a:pt x="95060" y="31516"/>
                </a:moveTo>
                <a:lnTo>
                  <a:pt x="95060" y="37589"/>
                </a:lnTo>
                <a:lnTo>
                  <a:pt x="88988" y="37589"/>
                </a:lnTo>
                <a:lnTo>
                  <a:pt x="88988" y="31516"/>
                </a:lnTo>
                <a:close/>
                <a:moveTo>
                  <a:pt x="102120" y="31516"/>
                </a:moveTo>
                <a:lnTo>
                  <a:pt x="102120" y="37589"/>
                </a:lnTo>
                <a:lnTo>
                  <a:pt x="96036" y="37589"/>
                </a:lnTo>
                <a:lnTo>
                  <a:pt x="96036" y="31516"/>
                </a:lnTo>
                <a:close/>
                <a:moveTo>
                  <a:pt x="109169" y="31516"/>
                </a:moveTo>
                <a:lnTo>
                  <a:pt x="109169" y="37589"/>
                </a:lnTo>
                <a:lnTo>
                  <a:pt x="103097" y="37589"/>
                </a:lnTo>
                <a:lnTo>
                  <a:pt x="103097" y="31516"/>
                </a:lnTo>
                <a:close/>
                <a:moveTo>
                  <a:pt x="116229" y="31516"/>
                </a:moveTo>
                <a:lnTo>
                  <a:pt x="116229" y="37589"/>
                </a:lnTo>
                <a:lnTo>
                  <a:pt x="110157" y="37589"/>
                </a:lnTo>
                <a:lnTo>
                  <a:pt x="110157" y="31516"/>
                </a:lnTo>
                <a:close/>
                <a:moveTo>
                  <a:pt x="123278" y="31516"/>
                </a:moveTo>
                <a:lnTo>
                  <a:pt x="123278" y="37589"/>
                </a:lnTo>
                <a:lnTo>
                  <a:pt x="117205" y="37589"/>
                </a:lnTo>
                <a:lnTo>
                  <a:pt x="117205" y="31516"/>
                </a:lnTo>
                <a:close/>
                <a:moveTo>
                  <a:pt x="130338" y="31516"/>
                </a:moveTo>
                <a:lnTo>
                  <a:pt x="130338" y="37589"/>
                </a:lnTo>
                <a:lnTo>
                  <a:pt x="124254" y="37589"/>
                </a:lnTo>
                <a:lnTo>
                  <a:pt x="124254" y="31516"/>
                </a:lnTo>
                <a:close/>
                <a:moveTo>
                  <a:pt x="137387" y="31516"/>
                </a:moveTo>
                <a:lnTo>
                  <a:pt x="137387" y="37589"/>
                </a:lnTo>
                <a:lnTo>
                  <a:pt x="131314" y="37589"/>
                </a:lnTo>
                <a:lnTo>
                  <a:pt x="131314" y="31516"/>
                </a:lnTo>
                <a:close/>
                <a:moveTo>
                  <a:pt x="144447" y="31516"/>
                </a:moveTo>
                <a:lnTo>
                  <a:pt x="144447" y="37589"/>
                </a:lnTo>
                <a:lnTo>
                  <a:pt x="138375" y="37589"/>
                </a:lnTo>
                <a:lnTo>
                  <a:pt x="138375" y="31516"/>
                </a:lnTo>
                <a:close/>
                <a:moveTo>
                  <a:pt x="151495" y="31516"/>
                </a:moveTo>
                <a:lnTo>
                  <a:pt x="151495" y="37589"/>
                </a:lnTo>
                <a:lnTo>
                  <a:pt x="145423" y="37589"/>
                </a:lnTo>
                <a:lnTo>
                  <a:pt x="145423" y="31516"/>
                </a:lnTo>
                <a:close/>
                <a:moveTo>
                  <a:pt x="158556" y="31516"/>
                </a:moveTo>
                <a:lnTo>
                  <a:pt x="158556" y="37589"/>
                </a:lnTo>
                <a:lnTo>
                  <a:pt x="152484" y="37589"/>
                </a:lnTo>
                <a:lnTo>
                  <a:pt x="152484" y="31516"/>
                </a:lnTo>
                <a:close/>
                <a:moveTo>
                  <a:pt x="165604" y="31516"/>
                </a:moveTo>
                <a:lnTo>
                  <a:pt x="165604" y="37589"/>
                </a:lnTo>
                <a:lnTo>
                  <a:pt x="159532" y="37589"/>
                </a:lnTo>
                <a:lnTo>
                  <a:pt x="159532" y="31516"/>
                </a:lnTo>
                <a:close/>
                <a:moveTo>
                  <a:pt x="172665" y="31516"/>
                </a:moveTo>
                <a:lnTo>
                  <a:pt x="172665" y="37589"/>
                </a:lnTo>
                <a:lnTo>
                  <a:pt x="166581" y="37589"/>
                </a:lnTo>
                <a:lnTo>
                  <a:pt x="166581" y="31516"/>
                </a:lnTo>
                <a:close/>
                <a:moveTo>
                  <a:pt x="179713" y="31516"/>
                </a:moveTo>
                <a:lnTo>
                  <a:pt x="179713" y="37589"/>
                </a:lnTo>
                <a:lnTo>
                  <a:pt x="173641" y="37589"/>
                </a:lnTo>
                <a:lnTo>
                  <a:pt x="173641" y="31516"/>
                </a:lnTo>
                <a:close/>
                <a:moveTo>
                  <a:pt x="186774" y="31516"/>
                </a:moveTo>
                <a:lnTo>
                  <a:pt x="186774" y="37589"/>
                </a:lnTo>
                <a:lnTo>
                  <a:pt x="180702" y="37589"/>
                </a:lnTo>
                <a:lnTo>
                  <a:pt x="180702" y="31516"/>
                </a:lnTo>
                <a:close/>
                <a:moveTo>
                  <a:pt x="193822" y="31516"/>
                </a:moveTo>
                <a:lnTo>
                  <a:pt x="193822" y="37589"/>
                </a:lnTo>
                <a:lnTo>
                  <a:pt x="187750" y="37589"/>
                </a:lnTo>
                <a:lnTo>
                  <a:pt x="187750" y="31516"/>
                </a:lnTo>
                <a:close/>
                <a:moveTo>
                  <a:pt x="200883" y="31516"/>
                </a:moveTo>
                <a:lnTo>
                  <a:pt x="200883" y="37589"/>
                </a:lnTo>
                <a:lnTo>
                  <a:pt x="194810" y="37589"/>
                </a:lnTo>
                <a:lnTo>
                  <a:pt x="194810" y="31516"/>
                </a:lnTo>
                <a:close/>
                <a:moveTo>
                  <a:pt x="207931" y="31516"/>
                </a:moveTo>
                <a:lnTo>
                  <a:pt x="207931" y="37589"/>
                </a:lnTo>
                <a:lnTo>
                  <a:pt x="201859" y="37589"/>
                </a:lnTo>
                <a:lnTo>
                  <a:pt x="201859" y="31516"/>
                </a:lnTo>
                <a:close/>
                <a:moveTo>
                  <a:pt x="214992" y="31516"/>
                </a:moveTo>
                <a:lnTo>
                  <a:pt x="214992" y="37589"/>
                </a:lnTo>
                <a:lnTo>
                  <a:pt x="208919" y="37589"/>
                </a:lnTo>
                <a:lnTo>
                  <a:pt x="208919" y="31516"/>
                </a:lnTo>
                <a:close/>
                <a:moveTo>
                  <a:pt x="222052" y="31516"/>
                </a:moveTo>
                <a:lnTo>
                  <a:pt x="222052" y="37589"/>
                </a:lnTo>
                <a:lnTo>
                  <a:pt x="215968" y="37589"/>
                </a:lnTo>
                <a:lnTo>
                  <a:pt x="215968" y="31516"/>
                </a:lnTo>
                <a:close/>
                <a:moveTo>
                  <a:pt x="229100" y="31516"/>
                </a:moveTo>
                <a:lnTo>
                  <a:pt x="229100" y="37589"/>
                </a:lnTo>
                <a:lnTo>
                  <a:pt x="223028" y="37589"/>
                </a:lnTo>
                <a:lnTo>
                  <a:pt x="223028" y="31516"/>
                </a:lnTo>
                <a:close/>
                <a:moveTo>
                  <a:pt x="236161" y="31516"/>
                </a:moveTo>
                <a:lnTo>
                  <a:pt x="236161" y="37589"/>
                </a:lnTo>
                <a:lnTo>
                  <a:pt x="230077" y="37589"/>
                </a:lnTo>
                <a:lnTo>
                  <a:pt x="230077" y="31516"/>
                </a:lnTo>
                <a:close/>
                <a:moveTo>
                  <a:pt x="243209" y="31516"/>
                </a:moveTo>
                <a:lnTo>
                  <a:pt x="243209" y="37589"/>
                </a:lnTo>
                <a:lnTo>
                  <a:pt x="237137" y="37589"/>
                </a:lnTo>
                <a:lnTo>
                  <a:pt x="237137" y="31516"/>
                </a:lnTo>
                <a:close/>
                <a:moveTo>
                  <a:pt x="250270" y="31516"/>
                </a:moveTo>
                <a:lnTo>
                  <a:pt x="250270" y="37589"/>
                </a:lnTo>
                <a:lnTo>
                  <a:pt x="244198" y="37589"/>
                </a:lnTo>
                <a:lnTo>
                  <a:pt x="244198" y="31516"/>
                </a:lnTo>
                <a:close/>
                <a:moveTo>
                  <a:pt x="257318" y="31516"/>
                </a:moveTo>
                <a:lnTo>
                  <a:pt x="257318" y="37589"/>
                </a:lnTo>
                <a:lnTo>
                  <a:pt x="251246" y="37589"/>
                </a:lnTo>
                <a:lnTo>
                  <a:pt x="251246" y="31516"/>
                </a:lnTo>
                <a:close/>
                <a:moveTo>
                  <a:pt x="264379" y="31516"/>
                </a:moveTo>
                <a:lnTo>
                  <a:pt x="264379" y="37589"/>
                </a:lnTo>
                <a:lnTo>
                  <a:pt x="258306" y="37589"/>
                </a:lnTo>
                <a:lnTo>
                  <a:pt x="258306" y="31516"/>
                </a:lnTo>
                <a:close/>
                <a:moveTo>
                  <a:pt x="271427" y="31516"/>
                </a:moveTo>
                <a:lnTo>
                  <a:pt x="271427" y="37589"/>
                </a:lnTo>
                <a:lnTo>
                  <a:pt x="265355" y="37589"/>
                </a:lnTo>
                <a:lnTo>
                  <a:pt x="265355" y="31516"/>
                </a:lnTo>
                <a:close/>
                <a:moveTo>
                  <a:pt x="278488" y="31516"/>
                </a:moveTo>
                <a:lnTo>
                  <a:pt x="278488" y="37589"/>
                </a:lnTo>
                <a:lnTo>
                  <a:pt x="272415" y="37589"/>
                </a:lnTo>
                <a:lnTo>
                  <a:pt x="272415" y="31516"/>
                </a:lnTo>
                <a:close/>
                <a:moveTo>
                  <a:pt x="17443" y="38565"/>
                </a:moveTo>
                <a:lnTo>
                  <a:pt x="17443" y="44637"/>
                </a:lnTo>
                <a:lnTo>
                  <a:pt x="11371" y="44637"/>
                </a:lnTo>
                <a:lnTo>
                  <a:pt x="11371" y="38565"/>
                </a:lnTo>
                <a:close/>
                <a:moveTo>
                  <a:pt x="24503" y="38565"/>
                </a:moveTo>
                <a:lnTo>
                  <a:pt x="24503" y="44637"/>
                </a:lnTo>
                <a:lnTo>
                  <a:pt x="18431" y="44637"/>
                </a:lnTo>
                <a:lnTo>
                  <a:pt x="18431" y="38565"/>
                </a:lnTo>
                <a:close/>
                <a:moveTo>
                  <a:pt x="31564" y="38565"/>
                </a:moveTo>
                <a:lnTo>
                  <a:pt x="31564" y="44637"/>
                </a:lnTo>
                <a:lnTo>
                  <a:pt x="25492" y="44637"/>
                </a:lnTo>
                <a:lnTo>
                  <a:pt x="25492" y="38565"/>
                </a:lnTo>
                <a:close/>
                <a:moveTo>
                  <a:pt x="38612" y="38565"/>
                </a:moveTo>
                <a:lnTo>
                  <a:pt x="38612" y="44637"/>
                </a:lnTo>
                <a:lnTo>
                  <a:pt x="32540" y="44637"/>
                </a:lnTo>
                <a:lnTo>
                  <a:pt x="32540" y="38565"/>
                </a:lnTo>
                <a:close/>
                <a:moveTo>
                  <a:pt x="45673" y="38565"/>
                </a:moveTo>
                <a:lnTo>
                  <a:pt x="45673" y="44637"/>
                </a:lnTo>
                <a:lnTo>
                  <a:pt x="39601" y="44637"/>
                </a:lnTo>
                <a:lnTo>
                  <a:pt x="39601" y="38565"/>
                </a:lnTo>
                <a:close/>
                <a:moveTo>
                  <a:pt x="52721" y="38565"/>
                </a:moveTo>
                <a:lnTo>
                  <a:pt x="52721" y="44637"/>
                </a:lnTo>
                <a:lnTo>
                  <a:pt x="46649" y="44637"/>
                </a:lnTo>
                <a:lnTo>
                  <a:pt x="46649" y="38565"/>
                </a:lnTo>
                <a:close/>
                <a:moveTo>
                  <a:pt x="59782" y="38565"/>
                </a:moveTo>
                <a:lnTo>
                  <a:pt x="59782" y="44637"/>
                </a:lnTo>
                <a:lnTo>
                  <a:pt x="53709" y="44637"/>
                </a:lnTo>
                <a:lnTo>
                  <a:pt x="53709" y="38565"/>
                </a:lnTo>
                <a:close/>
                <a:moveTo>
                  <a:pt x="88011" y="38565"/>
                </a:moveTo>
                <a:lnTo>
                  <a:pt x="88011" y="44637"/>
                </a:lnTo>
                <a:lnTo>
                  <a:pt x="81927" y="44637"/>
                </a:lnTo>
                <a:lnTo>
                  <a:pt x="81927" y="38565"/>
                </a:lnTo>
                <a:close/>
                <a:moveTo>
                  <a:pt x="95060" y="38565"/>
                </a:moveTo>
                <a:lnTo>
                  <a:pt x="95060" y="44637"/>
                </a:lnTo>
                <a:lnTo>
                  <a:pt x="88988" y="44637"/>
                </a:lnTo>
                <a:lnTo>
                  <a:pt x="88988" y="38565"/>
                </a:lnTo>
                <a:close/>
                <a:moveTo>
                  <a:pt x="123278" y="38565"/>
                </a:moveTo>
                <a:lnTo>
                  <a:pt x="123278" y="44637"/>
                </a:lnTo>
                <a:lnTo>
                  <a:pt x="117205" y="44637"/>
                </a:lnTo>
                <a:lnTo>
                  <a:pt x="117205" y="38565"/>
                </a:lnTo>
                <a:close/>
                <a:moveTo>
                  <a:pt x="130338" y="38565"/>
                </a:moveTo>
                <a:lnTo>
                  <a:pt x="130338" y="44637"/>
                </a:lnTo>
                <a:lnTo>
                  <a:pt x="124254" y="44637"/>
                </a:lnTo>
                <a:lnTo>
                  <a:pt x="124254" y="38565"/>
                </a:lnTo>
                <a:close/>
                <a:moveTo>
                  <a:pt x="144447" y="38565"/>
                </a:moveTo>
                <a:lnTo>
                  <a:pt x="144447" y="44637"/>
                </a:lnTo>
                <a:lnTo>
                  <a:pt x="138375" y="44637"/>
                </a:lnTo>
                <a:lnTo>
                  <a:pt x="138375" y="38565"/>
                </a:lnTo>
                <a:close/>
                <a:moveTo>
                  <a:pt x="151495" y="38565"/>
                </a:moveTo>
                <a:lnTo>
                  <a:pt x="151495" y="44637"/>
                </a:lnTo>
                <a:lnTo>
                  <a:pt x="145423" y="44637"/>
                </a:lnTo>
                <a:lnTo>
                  <a:pt x="145423" y="38565"/>
                </a:lnTo>
                <a:close/>
                <a:moveTo>
                  <a:pt x="158556" y="38565"/>
                </a:moveTo>
                <a:lnTo>
                  <a:pt x="158556" y="44637"/>
                </a:lnTo>
                <a:lnTo>
                  <a:pt x="152484" y="44637"/>
                </a:lnTo>
                <a:lnTo>
                  <a:pt x="152484" y="38565"/>
                </a:lnTo>
                <a:close/>
                <a:moveTo>
                  <a:pt x="165604" y="38565"/>
                </a:moveTo>
                <a:lnTo>
                  <a:pt x="165604" y="44637"/>
                </a:lnTo>
                <a:lnTo>
                  <a:pt x="159532" y="44637"/>
                </a:lnTo>
                <a:lnTo>
                  <a:pt x="159532" y="38565"/>
                </a:lnTo>
                <a:close/>
                <a:moveTo>
                  <a:pt x="172665" y="38565"/>
                </a:moveTo>
                <a:lnTo>
                  <a:pt x="172665" y="44637"/>
                </a:lnTo>
                <a:lnTo>
                  <a:pt x="166581" y="44637"/>
                </a:lnTo>
                <a:lnTo>
                  <a:pt x="166581" y="38565"/>
                </a:lnTo>
                <a:close/>
                <a:moveTo>
                  <a:pt x="179713" y="38565"/>
                </a:moveTo>
                <a:lnTo>
                  <a:pt x="179713" y="44637"/>
                </a:lnTo>
                <a:lnTo>
                  <a:pt x="173641" y="44637"/>
                </a:lnTo>
                <a:lnTo>
                  <a:pt x="173641" y="38565"/>
                </a:lnTo>
                <a:close/>
                <a:moveTo>
                  <a:pt x="186774" y="38565"/>
                </a:moveTo>
                <a:lnTo>
                  <a:pt x="186774" y="44637"/>
                </a:lnTo>
                <a:lnTo>
                  <a:pt x="180702" y="44637"/>
                </a:lnTo>
                <a:lnTo>
                  <a:pt x="180702" y="38565"/>
                </a:lnTo>
                <a:close/>
                <a:moveTo>
                  <a:pt x="193822" y="38565"/>
                </a:moveTo>
                <a:lnTo>
                  <a:pt x="193822" y="44637"/>
                </a:lnTo>
                <a:lnTo>
                  <a:pt x="187750" y="44637"/>
                </a:lnTo>
                <a:lnTo>
                  <a:pt x="187750" y="38565"/>
                </a:lnTo>
                <a:close/>
                <a:moveTo>
                  <a:pt x="200883" y="38565"/>
                </a:moveTo>
                <a:lnTo>
                  <a:pt x="200883" y="44637"/>
                </a:lnTo>
                <a:lnTo>
                  <a:pt x="194810" y="44637"/>
                </a:lnTo>
                <a:lnTo>
                  <a:pt x="194810" y="38565"/>
                </a:lnTo>
                <a:close/>
                <a:moveTo>
                  <a:pt x="207931" y="38565"/>
                </a:moveTo>
                <a:lnTo>
                  <a:pt x="207931" y="44637"/>
                </a:lnTo>
                <a:lnTo>
                  <a:pt x="201859" y="44637"/>
                </a:lnTo>
                <a:lnTo>
                  <a:pt x="201859" y="38565"/>
                </a:lnTo>
                <a:close/>
                <a:moveTo>
                  <a:pt x="214992" y="38565"/>
                </a:moveTo>
                <a:lnTo>
                  <a:pt x="214992" y="44637"/>
                </a:lnTo>
                <a:lnTo>
                  <a:pt x="208919" y="44637"/>
                </a:lnTo>
                <a:lnTo>
                  <a:pt x="208919" y="38565"/>
                </a:lnTo>
                <a:close/>
                <a:moveTo>
                  <a:pt x="222052" y="38565"/>
                </a:moveTo>
                <a:lnTo>
                  <a:pt x="222052" y="44637"/>
                </a:lnTo>
                <a:lnTo>
                  <a:pt x="215968" y="44637"/>
                </a:lnTo>
                <a:lnTo>
                  <a:pt x="215968" y="38565"/>
                </a:lnTo>
                <a:close/>
                <a:moveTo>
                  <a:pt x="229100" y="38565"/>
                </a:moveTo>
                <a:lnTo>
                  <a:pt x="229100" y="44637"/>
                </a:lnTo>
                <a:lnTo>
                  <a:pt x="223028" y="44637"/>
                </a:lnTo>
                <a:lnTo>
                  <a:pt x="223028" y="38565"/>
                </a:lnTo>
                <a:close/>
                <a:moveTo>
                  <a:pt x="236161" y="38565"/>
                </a:moveTo>
                <a:lnTo>
                  <a:pt x="236161" y="44637"/>
                </a:lnTo>
                <a:lnTo>
                  <a:pt x="230077" y="44637"/>
                </a:lnTo>
                <a:lnTo>
                  <a:pt x="230077" y="38565"/>
                </a:lnTo>
                <a:close/>
                <a:moveTo>
                  <a:pt x="243209" y="38565"/>
                </a:moveTo>
                <a:lnTo>
                  <a:pt x="243209" y="44637"/>
                </a:lnTo>
                <a:lnTo>
                  <a:pt x="237137" y="44637"/>
                </a:lnTo>
                <a:lnTo>
                  <a:pt x="237137" y="38565"/>
                </a:lnTo>
                <a:close/>
                <a:moveTo>
                  <a:pt x="250270" y="38565"/>
                </a:moveTo>
                <a:lnTo>
                  <a:pt x="250270" y="44637"/>
                </a:lnTo>
                <a:lnTo>
                  <a:pt x="244198" y="44637"/>
                </a:lnTo>
                <a:lnTo>
                  <a:pt x="244198" y="38565"/>
                </a:lnTo>
                <a:close/>
                <a:moveTo>
                  <a:pt x="257318" y="38565"/>
                </a:moveTo>
                <a:lnTo>
                  <a:pt x="257318" y="44637"/>
                </a:lnTo>
                <a:lnTo>
                  <a:pt x="251246" y="44637"/>
                </a:lnTo>
                <a:lnTo>
                  <a:pt x="251246" y="38565"/>
                </a:lnTo>
                <a:close/>
                <a:moveTo>
                  <a:pt x="264379" y="38565"/>
                </a:moveTo>
                <a:lnTo>
                  <a:pt x="264379" y="44637"/>
                </a:lnTo>
                <a:lnTo>
                  <a:pt x="258306" y="44637"/>
                </a:lnTo>
                <a:lnTo>
                  <a:pt x="258306" y="38565"/>
                </a:lnTo>
                <a:close/>
                <a:moveTo>
                  <a:pt x="271427" y="38565"/>
                </a:moveTo>
                <a:lnTo>
                  <a:pt x="271427" y="44637"/>
                </a:lnTo>
                <a:lnTo>
                  <a:pt x="265355" y="44637"/>
                </a:lnTo>
                <a:lnTo>
                  <a:pt x="265355" y="38565"/>
                </a:lnTo>
                <a:close/>
                <a:moveTo>
                  <a:pt x="278488" y="38565"/>
                </a:moveTo>
                <a:lnTo>
                  <a:pt x="278488" y="44637"/>
                </a:lnTo>
                <a:lnTo>
                  <a:pt x="272415" y="44637"/>
                </a:lnTo>
                <a:lnTo>
                  <a:pt x="272415" y="38565"/>
                </a:lnTo>
                <a:close/>
                <a:moveTo>
                  <a:pt x="66842" y="38565"/>
                </a:moveTo>
                <a:lnTo>
                  <a:pt x="66842" y="44649"/>
                </a:lnTo>
                <a:lnTo>
                  <a:pt x="60758" y="44649"/>
                </a:lnTo>
                <a:lnTo>
                  <a:pt x="60758" y="38565"/>
                </a:lnTo>
                <a:close/>
                <a:moveTo>
                  <a:pt x="73902" y="38565"/>
                </a:moveTo>
                <a:lnTo>
                  <a:pt x="73902" y="44649"/>
                </a:lnTo>
                <a:lnTo>
                  <a:pt x="67818" y="44649"/>
                </a:lnTo>
                <a:lnTo>
                  <a:pt x="67818" y="38565"/>
                </a:lnTo>
                <a:close/>
                <a:moveTo>
                  <a:pt x="80951" y="38565"/>
                </a:moveTo>
                <a:lnTo>
                  <a:pt x="80951" y="44649"/>
                </a:lnTo>
                <a:lnTo>
                  <a:pt x="74879" y="44649"/>
                </a:lnTo>
                <a:lnTo>
                  <a:pt x="74879" y="38565"/>
                </a:lnTo>
                <a:close/>
                <a:moveTo>
                  <a:pt x="96036" y="38565"/>
                </a:moveTo>
                <a:lnTo>
                  <a:pt x="102120" y="38577"/>
                </a:lnTo>
                <a:lnTo>
                  <a:pt x="102120" y="44649"/>
                </a:lnTo>
                <a:lnTo>
                  <a:pt x="96036" y="44649"/>
                </a:lnTo>
                <a:lnTo>
                  <a:pt x="96036" y="38565"/>
                </a:lnTo>
                <a:close/>
                <a:moveTo>
                  <a:pt x="103097" y="38565"/>
                </a:moveTo>
                <a:lnTo>
                  <a:pt x="109169" y="38577"/>
                </a:lnTo>
                <a:lnTo>
                  <a:pt x="109169" y="44649"/>
                </a:lnTo>
                <a:lnTo>
                  <a:pt x="103097" y="44649"/>
                </a:lnTo>
                <a:lnTo>
                  <a:pt x="103097" y="38565"/>
                </a:lnTo>
                <a:close/>
                <a:moveTo>
                  <a:pt x="110157" y="38565"/>
                </a:moveTo>
                <a:lnTo>
                  <a:pt x="116229" y="38577"/>
                </a:lnTo>
                <a:lnTo>
                  <a:pt x="116229" y="44649"/>
                </a:lnTo>
                <a:lnTo>
                  <a:pt x="110157" y="44649"/>
                </a:lnTo>
                <a:lnTo>
                  <a:pt x="110157" y="38565"/>
                </a:lnTo>
                <a:close/>
                <a:moveTo>
                  <a:pt x="131314" y="38565"/>
                </a:moveTo>
                <a:lnTo>
                  <a:pt x="137387" y="38577"/>
                </a:lnTo>
                <a:lnTo>
                  <a:pt x="137387" y="44649"/>
                </a:lnTo>
                <a:lnTo>
                  <a:pt x="131314" y="44649"/>
                </a:lnTo>
                <a:lnTo>
                  <a:pt x="131314" y="38565"/>
                </a:lnTo>
                <a:close/>
                <a:moveTo>
                  <a:pt x="17443" y="45625"/>
                </a:moveTo>
                <a:lnTo>
                  <a:pt x="17443" y="51697"/>
                </a:lnTo>
                <a:lnTo>
                  <a:pt x="11371" y="51697"/>
                </a:lnTo>
                <a:lnTo>
                  <a:pt x="11371" y="45625"/>
                </a:lnTo>
                <a:close/>
                <a:moveTo>
                  <a:pt x="24503" y="45625"/>
                </a:moveTo>
                <a:lnTo>
                  <a:pt x="24503" y="51697"/>
                </a:lnTo>
                <a:lnTo>
                  <a:pt x="18431" y="51697"/>
                </a:lnTo>
                <a:lnTo>
                  <a:pt x="18431" y="45625"/>
                </a:lnTo>
                <a:close/>
                <a:moveTo>
                  <a:pt x="31564" y="45625"/>
                </a:moveTo>
                <a:lnTo>
                  <a:pt x="31564" y="51697"/>
                </a:lnTo>
                <a:lnTo>
                  <a:pt x="25492" y="51697"/>
                </a:lnTo>
                <a:lnTo>
                  <a:pt x="25492" y="45625"/>
                </a:lnTo>
                <a:close/>
                <a:moveTo>
                  <a:pt x="38612" y="45625"/>
                </a:moveTo>
                <a:lnTo>
                  <a:pt x="38612" y="51697"/>
                </a:lnTo>
                <a:lnTo>
                  <a:pt x="32540" y="51697"/>
                </a:lnTo>
                <a:lnTo>
                  <a:pt x="32540" y="45625"/>
                </a:lnTo>
                <a:close/>
                <a:moveTo>
                  <a:pt x="45673" y="45625"/>
                </a:moveTo>
                <a:lnTo>
                  <a:pt x="45673" y="51697"/>
                </a:lnTo>
                <a:lnTo>
                  <a:pt x="39601" y="51697"/>
                </a:lnTo>
                <a:lnTo>
                  <a:pt x="39601" y="45625"/>
                </a:lnTo>
                <a:close/>
                <a:moveTo>
                  <a:pt x="52721" y="45625"/>
                </a:moveTo>
                <a:lnTo>
                  <a:pt x="52721" y="51697"/>
                </a:lnTo>
                <a:lnTo>
                  <a:pt x="46649" y="51697"/>
                </a:lnTo>
                <a:lnTo>
                  <a:pt x="46649" y="45625"/>
                </a:lnTo>
                <a:close/>
                <a:moveTo>
                  <a:pt x="59782" y="45625"/>
                </a:moveTo>
                <a:lnTo>
                  <a:pt x="59782" y="51697"/>
                </a:lnTo>
                <a:lnTo>
                  <a:pt x="53709" y="51697"/>
                </a:lnTo>
                <a:lnTo>
                  <a:pt x="53709" y="45625"/>
                </a:lnTo>
                <a:close/>
                <a:moveTo>
                  <a:pt x="66842" y="45625"/>
                </a:moveTo>
                <a:lnTo>
                  <a:pt x="66842" y="51697"/>
                </a:lnTo>
                <a:lnTo>
                  <a:pt x="60758" y="51697"/>
                </a:lnTo>
                <a:lnTo>
                  <a:pt x="60758" y="45625"/>
                </a:lnTo>
                <a:close/>
                <a:moveTo>
                  <a:pt x="73902" y="45625"/>
                </a:moveTo>
                <a:lnTo>
                  <a:pt x="73902" y="51697"/>
                </a:lnTo>
                <a:lnTo>
                  <a:pt x="67818" y="51697"/>
                </a:lnTo>
                <a:lnTo>
                  <a:pt x="67818" y="45625"/>
                </a:lnTo>
                <a:close/>
                <a:moveTo>
                  <a:pt x="80951" y="45625"/>
                </a:moveTo>
                <a:lnTo>
                  <a:pt x="80951" y="51697"/>
                </a:lnTo>
                <a:lnTo>
                  <a:pt x="74879" y="51697"/>
                </a:lnTo>
                <a:lnTo>
                  <a:pt x="74879" y="45625"/>
                </a:lnTo>
                <a:close/>
                <a:moveTo>
                  <a:pt x="88011" y="45625"/>
                </a:moveTo>
                <a:lnTo>
                  <a:pt x="88011" y="51697"/>
                </a:lnTo>
                <a:lnTo>
                  <a:pt x="81927" y="51697"/>
                </a:lnTo>
                <a:lnTo>
                  <a:pt x="81927" y="45625"/>
                </a:lnTo>
                <a:close/>
                <a:moveTo>
                  <a:pt x="95060" y="45625"/>
                </a:moveTo>
                <a:lnTo>
                  <a:pt x="95060" y="51697"/>
                </a:lnTo>
                <a:lnTo>
                  <a:pt x="88988" y="51697"/>
                </a:lnTo>
                <a:lnTo>
                  <a:pt x="88988" y="45625"/>
                </a:lnTo>
                <a:close/>
                <a:moveTo>
                  <a:pt x="102120" y="45625"/>
                </a:moveTo>
                <a:lnTo>
                  <a:pt x="102120" y="51697"/>
                </a:lnTo>
                <a:lnTo>
                  <a:pt x="96036" y="51697"/>
                </a:lnTo>
                <a:lnTo>
                  <a:pt x="96036" y="45625"/>
                </a:lnTo>
                <a:close/>
                <a:moveTo>
                  <a:pt x="109169" y="45625"/>
                </a:moveTo>
                <a:lnTo>
                  <a:pt x="109169" y="51697"/>
                </a:lnTo>
                <a:lnTo>
                  <a:pt x="103097" y="51697"/>
                </a:lnTo>
                <a:lnTo>
                  <a:pt x="103097" y="45625"/>
                </a:lnTo>
                <a:close/>
                <a:moveTo>
                  <a:pt x="116229" y="45625"/>
                </a:moveTo>
                <a:lnTo>
                  <a:pt x="116229" y="51697"/>
                </a:lnTo>
                <a:lnTo>
                  <a:pt x="110157" y="51697"/>
                </a:lnTo>
                <a:lnTo>
                  <a:pt x="110157" y="45625"/>
                </a:lnTo>
                <a:close/>
                <a:moveTo>
                  <a:pt x="123278" y="45625"/>
                </a:moveTo>
                <a:lnTo>
                  <a:pt x="123278" y="51697"/>
                </a:lnTo>
                <a:lnTo>
                  <a:pt x="117205" y="51697"/>
                </a:lnTo>
                <a:lnTo>
                  <a:pt x="117205" y="45625"/>
                </a:lnTo>
                <a:close/>
                <a:moveTo>
                  <a:pt x="130338" y="45625"/>
                </a:moveTo>
                <a:lnTo>
                  <a:pt x="130338" y="51697"/>
                </a:lnTo>
                <a:lnTo>
                  <a:pt x="124254" y="51697"/>
                </a:lnTo>
                <a:lnTo>
                  <a:pt x="124254" y="45625"/>
                </a:lnTo>
                <a:close/>
                <a:moveTo>
                  <a:pt x="137387" y="45625"/>
                </a:moveTo>
                <a:lnTo>
                  <a:pt x="137387" y="51697"/>
                </a:lnTo>
                <a:lnTo>
                  <a:pt x="131314" y="51697"/>
                </a:lnTo>
                <a:lnTo>
                  <a:pt x="131314" y="45625"/>
                </a:lnTo>
                <a:close/>
                <a:moveTo>
                  <a:pt x="144447" y="45625"/>
                </a:moveTo>
                <a:lnTo>
                  <a:pt x="144447" y="51697"/>
                </a:lnTo>
                <a:lnTo>
                  <a:pt x="138375" y="51697"/>
                </a:lnTo>
                <a:lnTo>
                  <a:pt x="138375" y="45625"/>
                </a:lnTo>
                <a:close/>
                <a:moveTo>
                  <a:pt x="151495" y="45625"/>
                </a:moveTo>
                <a:lnTo>
                  <a:pt x="151495" y="51697"/>
                </a:lnTo>
                <a:lnTo>
                  <a:pt x="145423" y="51697"/>
                </a:lnTo>
                <a:lnTo>
                  <a:pt x="145423" y="45625"/>
                </a:lnTo>
                <a:close/>
                <a:moveTo>
                  <a:pt x="158556" y="45625"/>
                </a:moveTo>
                <a:lnTo>
                  <a:pt x="158556" y="51697"/>
                </a:lnTo>
                <a:lnTo>
                  <a:pt x="152484" y="51697"/>
                </a:lnTo>
                <a:lnTo>
                  <a:pt x="152484" y="45625"/>
                </a:lnTo>
                <a:close/>
                <a:moveTo>
                  <a:pt x="165604" y="45625"/>
                </a:moveTo>
                <a:lnTo>
                  <a:pt x="165604" y="51697"/>
                </a:lnTo>
                <a:lnTo>
                  <a:pt x="159532" y="51697"/>
                </a:lnTo>
                <a:lnTo>
                  <a:pt x="159532" y="45625"/>
                </a:lnTo>
                <a:close/>
                <a:moveTo>
                  <a:pt x="172665" y="45625"/>
                </a:moveTo>
                <a:lnTo>
                  <a:pt x="172665" y="51697"/>
                </a:lnTo>
                <a:lnTo>
                  <a:pt x="166581" y="51697"/>
                </a:lnTo>
                <a:lnTo>
                  <a:pt x="166581" y="45625"/>
                </a:lnTo>
                <a:close/>
                <a:moveTo>
                  <a:pt x="179713" y="45625"/>
                </a:moveTo>
                <a:lnTo>
                  <a:pt x="179713" y="51697"/>
                </a:lnTo>
                <a:lnTo>
                  <a:pt x="173641" y="51697"/>
                </a:lnTo>
                <a:lnTo>
                  <a:pt x="173641" y="45625"/>
                </a:lnTo>
                <a:close/>
                <a:moveTo>
                  <a:pt x="186774" y="45625"/>
                </a:moveTo>
                <a:lnTo>
                  <a:pt x="186774" y="51697"/>
                </a:lnTo>
                <a:lnTo>
                  <a:pt x="180702" y="51697"/>
                </a:lnTo>
                <a:lnTo>
                  <a:pt x="180702" y="45625"/>
                </a:lnTo>
                <a:close/>
                <a:moveTo>
                  <a:pt x="193822" y="45625"/>
                </a:moveTo>
                <a:lnTo>
                  <a:pt x="193822" y="51697"/>
                </a:lnTo>
                <a:lnTo>
                  <a:pt x="187750" y="51697"/>
                </a:lnTo>
                <a:lnTo>
                  <a:pt x="187750" y="45625"/>
                </a:lnTo>
                <a:close/>
                <a:moveTo>
                  <a:pt x="200883" y="45625"/>
                </a:moveTo>
                <a:lnTo>
                  <a:pt x="200883" y="51697"/>
                </a:lnTo>
                <a:lnTo>
                  <a:pt x="194810" y="51697"/>
                </a:lnTo>
                <a:lnTo>
                  <a:pt x="194810" y="45625"/>
                </a:lnTo>
                <a:close/>
                <a:moveTo>
                  <a:pt x="207931" y="45625"/>
                </a:moveTo>
                <a:lnTo>
                  <a:pt x="207931" y="51697"/>
                </a:lnTo>
                <a:lnTo>
                  <a:pt x="201859" y="51697"/>
                </a:lnTo>
                <a:lnTo>
                  <a:pt x="201859" y="45625"/>
                </a:lnTo>
                <a:close/>
                <a:moveTo>
                  <a:pt x="214992" y="45625"/>
                </a:moveTo>
                <a:lnTo>
                  <a:pt x="214992" y="51697"/>
                </a:lnTo>
                <a:lnTo>
                  <a:pt x="208919" y="51697"/>
                </a:lnTo>
                <a:lnTo>
                  <a:pt x="208919" y="45625"/>
                </a:lnTo>
                <a:close/>
                <a:moveTo>
                  <a:pt x="222052" y="45625"/>
                </a:moveTo>
                <a:lnTo>
                  <a:pt x="222052" y="51697"/>
                </a:lnTo>
                <a:lnTo>
                  <a:pt x="215968" y="51697"/>
                </a:lnTo>
                <a:lnTo>
                  <a:pt x="215968" y="45625"/>
                </a:lnTo>
                <a:close/>
                <a:moveTo>
                  <a:pt x="229100" y="45625"/>
                </a:moveTo>
                <a:lnTo>
                  <a:pt x="229100" y="51697"/>
                </a:lnTo>
                <a:lnTo>
                  <a:pt x="223028" y="51697"/>
                </a:lnTo>
                <a:lnTo>
                  <a:pt x="223028" y="45625"/>
                </a:lnTo>
                <a:close/>
                <a:moveTo>
                  <a:pt x="236161" y="45625"/>
                </a:moveTo>
                <a:lnTo>
                  <a:pt x="236161" y="51697"/>
                </a:lnTo>
                <a:lnTo>
                  <a:pt x="230077" y="51697"/>
                </a:lnTo>
                <a:lnTo>
                  <a:pt x="230077" y="45625"/>
                </a:lnTo>
                <a:close/>
                <a:moveTo>
                  <a:pt x="243209" y="45625"/>
                </a:moveTo>
                <a:lnTo>
                  <a:pt x="243209" y="51697"/>
                </a:lnTo>
                <a:lnTo>
                  <a:pt x="237137" y="51697"/>
                </a:lnTo>
                <a:lnTo>
                  <a:pt x="237137" y="45625"/>
                </a:lnTo>
                <a:close/>
                <a:moveTo>
                  <a:pt x="250270" y="45625"/>
                </a:moveTo>
                <a:lnTo>
                  <a:pt x="250270" y="51697"/>
                </a:lnTo>
                <a:lnTo>
                  <a:pt x="244198" y="51697"/>
                </a:lnTo>
                <a:lnTo>
                  <a:pt x="244198" y="45625"/>
                </a:lnTo>
                <a:close/>
                <a:moveTo>
                  <a:pt x="257318" y="45625"/>
                </a:moveTo>
                <a:lnTo>
                  <a:pt x="257318" y="51697"/>
                </a:lnTo>
                <a:lnTo>
                  <a:pt x="251246" y="51697"/>
                </a:lnTo>
                <a:lnTo>
                  <a:pt x="251246" y="45625"/>
                </a:lnTo>
                <a:close/>
                <a:moveTo>
                  <a:pt x="264379" y="45625"/>
                </a:moveTo>
                <a:lnTo>
                  <a:pt x="264379" y="51697"/>
                </a:lnTo>
                <a:lnTo>
                  <a:pt x="258306" y="51697"/>
                </a:lnTo>
                <a:lnTo>
                  <a:pt x="258306" y="45625"/>
                </a:lnTo>
                <a:close/>
                <a:moveTo>
                  <a:pt x="271427" y="45625"/>
                </a:moveTo>
                <a:lnTo>
                  <a:pt x="271427" y="51697"/>
                </a:lnTo>
                <a:lnTo>
                  <a:pt x="265355" y="51697"/>
                </a:lnTo>
                <a:lnTo>
                  <a:pt x="265355" y="45625"/>
                </a:lnTo>
                <a:close/>
                <a:moveTo>
                  <a:pt x="278488" y="45625"/>
                </a:moveTo>
                <a:lnTo>
                  <a:pt x="278488" y="51697"/>
                </a:lnTo>
                <a:lnTo>
                  <a:pt x="272415" y="51697"/>
                </a:lnTo>
                <a:lnTo>
                  <a:pt x="272415" y="45625"/>
                </a:lnTo>
                <a:close/>
                <a:moveTo>
                  <a:pt x="17443" y="52674"/>
                </a:moveTo>
                <a:lnTo>
                  <a:pt x="17443" y="58746"/>
                </a:lnTo>
                <a:lnTo>
                  <a:pt x="11371" y="58746"/>
                </a:lnTo>
                <a:lnTo>
                  <a:pt x="11371" y="52674"/>
                </a:lnTo>
                <a:close/>
                <a:moveTo>
                  <a:pt x="24503" y="52674"/>
                </a:moveTo>
                <a:lnTo>
                  <a:pt x="24503" y="58746"/>
                </a:lnTo>
                <a:lnTo>
                  <a:pt x="18431" y="58746"/>
                </a:lnTo>
                <a:lnTo>
                  <a:pt x="18431" y="52674"/>
                </a:lnTo>
                <a:close/>
                <a:moveTo>
                  <a:pt x="31564" y="52674"/>
                </a:moveTo>
                <a:lnTo>
                  <a:pt x="31564" y="58746"/>
                </a:lnTo>
                <a:lnTo>
                  <a:pt x="25492" y="58746"/>
                </a:lnTo>
                <a:lnTo>
                  <a:pt x="25492" y="52674"/>
                </a:lnTo>
                <a:close/>
                <a:moveTo>
                  <a:pt x="38612" y="52674"/>
                </a:moveTo>
                <a:lnTo>
                  <a:pt x="38612" y="58746"/>
                </a:lnTo>
                <a:lnTo>
                  <a:pt x="32540" y="58746"/>
                </a:lnTo>
                <a:lnTo>
                  <a:pt x="32540" y="52674"/>
                </a:lnTo>
                <a:close/>
                <a:moveTo>
                  <a:pt x="45673" y="52674"/>
                </a:moveTo>
                <a:lnTo>
                  <a:pt x="45673" y="58746"/>
                </a:lnTo>
                <a:lnTo>
                  <a:pt x="39601" y="58746"/>
                </a:lnTo>
                <a:lnTo>
                  <a:pt x="39601" y="52674"/>
                </a:lnTo>
                <a:close/>
                <a:moveTo>
                  <a:pt x="52721" y="52674"/>
                </a:moveTo>
                <a:lnTo>
                  <a:pt x="52721" y="58746"/>
                </a:lnTo>
                <a:lnTo>
                  <a:pt x="46649" y="58746"/>
                </a:lnTo>
                <a:lnTo>
                  <a:pt x="46649" y="52674"/>
                </a:lnTo>
                <a:close/>
                <a:moveTo>
                  <a:pt x="59782" y="52674"/>
                </a:moveTo>
                <a:lnTo>
                  <a:pt x="59782" y="58746"/>
                </a:lnTo>
                <a:lnTo>
                  <a:pt x="53709" y="58746"/>
                </a:lnTo>
                <a:lnTo>
                  <a:pt x="53709" y="52674"/>
                </a:lnTo>
                <a:close/>
                <a:moveTo>
                  <a:pt x="88011" y="52674"/>
                </a:moveTo>
                <a:lnTo>
                  <a:pt x="88011" y="58746"/>
                </a:lnTo>
                <a:lnTo>
                  <a:pt x="81927" y="58746"/>
                </a:lnTo>
                <a:lnTo>
                  <a:pt x="81927" y="52674"/>
                </a:lnTo>
                <a:close/>
                <a:moveTo>
                  <a:pt x="95060" y="52674"/>
                </a:moveTo>
                <a:lnTo>
                  <a:pt x="95060" y="58746"/>
                </a:lnTo>
                <a:lnTo>
                  <a:pt x="88988" y="58746"/>
                </a:lnTo>
                <a:lnTo>
                  <a:pt x="88988" y="52674"/>
                </a:lnTo>
                <a:close/>
                <a:moveTo>
                  <a:pt x="123278" y="52674"/>
                </a:moveTo>
                <a:lnTo>
                  <a:pt x="123278" y="58746"/>
                </a:lnTo>
                <a:lnTo>
                  <a:pt x="117205" y="58746"/>
                </a:lnTo>
                <a:lnTo>
                  <a:pt x="117205" y="52674"/>
                </a:lnTo>
                <a:close/>
                <a:moveTo>
                  <a:pt x="130338" y="52674"/>
                </a:moveTo>
                <a:lnTo>
                  <a:pt x="130338" y="58746"/>
                </a:lnTo>
                <a:lnTo>
                  <a:pt x="124254" y="58746"/>
                </a:lnTo>
                <a:lnTo>
                  <a:pt x="124254" y="52674"/>
                </a:lnTo>
                <a:close/>
                <a:moveTo>
                  <a:pt x="144447" y="52674"/>
                </a:moveTo>
                <a:lnTo>
                  <a:pt x="144447" y="58746"/>
                </a:lnTo>
                <a:lnTo>
                  <a:pt x="138375" y="58746"/>
                </a:lnTo>
                <a:lnTo>
                  <a:pt x="138375" y="52674"/>
                </a:lnTo>
                <a:close/>
                <a:moveTo>
                  <a:pt x="151495" y="52674"/>
                </a:moveTo>
                <a:lnTo>
                  <a:pt x="151495" y="58746"/>
                </a:lnTo>
                <a:lnTo>
                  <a:pt x="145423" y="58746"/>
                </a:lnTo>
                <a:lnTo>
                  <a:pt x="145423" y="52674"/>
                </a:lnTo>
                <a:close/>
                <a:moveTo>
                  <a:pt x="158556" y="52674"/>
                </a:moveTo>
                <a:lnTo>
                  <a:pt x="158556" y="58746"/>
                </a:lnTo>
                <a:lnTo>
                  <a:pt x="152484" y="58746"/>
                </a:lnTo>
                <a:lnTo>
                  <a:pt x="152484" y="52674"/>
                </a:lnTo>
                <a:close/>
                <a:moveTo>
                  <a:pt x="165604" y="52674"/>
                </a:moveTo>
                <a:lnTo>
                  <a:pt x="165604" y="58746"/>
                </a:lnTo>
                <a:lnTo>
                  <a:pt x="159532" y="58746"/>
                </a:lnTo>
                <a:lnTo>
                  <a:pt x="159532" y="52674"/>
                </a:lnTo>
                <a:close/>
                <a:moveTo>
                  <a:pt x="172665" y="52674"/>
                </a:moveTo>
                <a:lnTo>
                  <a:pt x="172665" y="58746"/>
                </a:lnTo>
                <a:lnTo>
                  <a:pt x="166581" y="58746"/>
                </a:lnTo>
                <a:lnTo>
                  <a:pt x="166581" y="52674"/>
                </a:lnTo>
                <a:close/>
                <a:moveTo>
                  <a:pt x="179713" y="52674"/>
                </a:moveTo>
                <a:lnTo>
                  <a:pt x="179713" y="58746"/>
                </a:lnTo>
                <a:lnTo>
                  <a:pt x="173641" y="58746"/>
                </a:lnTo>
                <a:lnTo>
                  <a:pt x="173641" y="52674"/>
                </a:lnTo>
                <a:close/>
                <a:moveTo>
                  <a:pt x="186774" y="52674"/>
                </a:moveTo>
                <a:lnTo>
                  <a:pt x="186774" y="58746"/>
                </a:lnTo>
                <a:lnTo>
                  <a:pt x="180702" y="58746"/>
                </a:lnTo>
                <a:lnTo>
                  <a:pt x="180702" y="52674"/>
                </a:lnTo>
                <a:close/>
                <a:moveTo>
                  <a:pt x="193822" y="52674"/>
                </a:moveTo>
                <a:lnTo>
                  <a:pt x="193822" y="58746"/>
                </a:lnTo>
                <a:lnTo>
                  <a:pt x="187750" y="58746"/>
                </a:lnTo>
                <a:lnTo>
                  <a:pt x="187750" y="52674"/>
                </a:lnTo>
                <a:close/>
                <a:moveTo>
                  <a:pt x="200883" y="52674"/>
                </a:moveTo>
                <a:lnTo>
                  <a:pt x="200883" y="58746"/>
                </a:lnTo>
                <a:lnTo>
                  <a:pt x="194810" y="58746"/>
                </a:lnTo>
                <a:lnTo>
                  <a:pt x="194810" y="52674"/>
                </a:lnTo>
                <a:close/>
                <a:moveTo>
                  <a:pt x="207931" y="52674"/>
                </a:moveTo>
                <a:lnTo>
                  <a:pt x="207931" y="58746"/>
                </a:lnTo>
                <a:lnTo>
                  <a:pt x="201859" y="58746"/>
                </a:lnTo>
                <a:lnTo>
                  <a:pt x="201859" y="52674"/>
                </a:lnTo>
                <a:close/>
                <a:moveTo>
                  <a:pt x="214992" y="52674"/>
                </a:moveTo>
                <a:lnTo>
                  <a:pt x="214992" y="58746"/>
                </a:lnTo>
                <a:lnTo>
                  <a:pt x="208919" y="58746"/>
                </a:lnTo>
                <a:lnTo>
                  <a:pt x="208919" y="52674"/>
                </a:lnTo>
                <a:close/>
                <a:moveTo>
                  <a:pt x="222052" y="52674"/>
                </a:moveTo>
                <a:lnTo>
                  <a:pt x="222052" y="58746"/>
                </a:lnTo>
                <a:lnTo>
                  <a:pt x="215968" y="58746"/>
                </a:lnTo>
                <a:lnTo>
                  <a:pt x="215968" y="52674"/>
                </a:lnTo>
                <a:close/>
                <a:moveTo>
                  <a:pt x="229100" y="52674"/>
                </a:moveTo>
                <a:lnTo>
                  <a:pt x="229100" y="58746"/>
                </a:lnTo>
                <a:lnTo>
                  <a:pt x="223028" y="58746"/>
                </a:lnTo>
                <a:lnTo>
                  <a:pt x="223028" y="52674"/>
                </a:lnTo>
                <a:close/>
                <a:moveTo>
                  <a:pt x="236161" y="52674"/>
                </a:moveTo>
                <a:lnTo>
                  <a:pt x="236161" y="58746"/>
                </a:lnTo>
                <a:lnTo>
                  <a:pt x="230077" y="58746"/>
                </a:lnTo>
                <a:lnTo>
                  <a:pt x="230077" y="52674"/>
                </a:lnTo>
                <a:close/>
                <a:moveTo>
                  <a:pt x="243209" y="52674"/>
                </a:moveTo>
                <a:lnTo>
                  <a:pt x="243209" y="58746"/>
                </a:lnTo>
                <a:lnTo>
                  <a:pt x="237137" y="58746"/>
                </a:lnTo>
                <a:lnTo>
                  <a:pt x="237137" y="52674"/>
                </a:lnTo>
                <a:close/>
                <a:moveTo>
                  <a:pt x="250270" y="52674"/>
                </a:moveTo>
                <a:lnTo>
                  <a:pt x="250270" y="58746"/>
                </a:lnTo>
                <a:lnTo>
                  <a:pt x="244198" y="58746"/>
                </a:lnTo>
                <a:lnTo>
                  <a:pt x="244198" y="52674"/>
                </a:lnTo>
                <a:close/>
                <a:moveTo>
                  <a:pt x="257318" y="52674"/>
                </a:moveTo>
                <a:lnTo>
                  <a:pt x="257318" y="58746"/>
                </a:lnTo>
                <a:lnTo>
                  <a:pt x="251246" y="58746"/>
                </a:lnTo>
                <a:lnTo>
                  <a:pt x="251246" y="52674"/>
                </a:lnTo>
                <a:close/>
                <a:moveTo>
                  <a:pt x="264379" y="52674"/>
                </a:moveTo>
                <a:lnTo>
                  <a:pt x="264379" y="58746"/>
                </a:lnTo>
                <a:lnTo>
                  <a:pt x="258306" y="58746"/>
                </a:lnTo>
                <a:lnTo>
                  <a:pt x="258306" y="52674"/>
                </a:lnTo>
                <a:close/>
                <a:moveTo>
                  <a:pt x="271427" y="52674"/>
                </a:moveTo>
                <a:lnTo>
                  <a:pt x="271427" y="58746"/>
                </a:lnTo>
                <a:lnTo>
                  <a:pt x="265355" y="58746"/>
                </a:lnTo>
                <a:lnTo>
                  <a:pt x="265355" y="52674"/>
                </a:lnTo>
                <a:close/>
                <a:moveTo>
                  <a:pt x="278488" y="52674"/>
                </a:moveTo>
                <a:lnTo>
                  <a:pt x="278488" y="58746"/>
                </a:lnTo>
                <a:lnTo>
                  <a:pt x="272415" y="58746"/>
                </a:lnTo>
                <a:lnTo>
                  <a:pt x="272415" y="52674"/>
                </a:lnTo>
                <a:close/>
                <a:moveTo>
                  <a:pt x="60758" y="52674"/>
                </a:moveTo>
                <a:lnTo>
                  <a:pt x="66842" y="52686"/>
                </a:lnTo>
                <a:lnTo>
                  <a:pt x="66842" y="58758"/>
                </a:lnTo>
                <a:lnTo>
                  <a:pt x="60758" y="58758"/>
                </a:lnTo>
                <a:lnTo>
                  <a:pt x="60758" y="52674"/>
                </a:lnTo>
                <a:close/>
                <a:moveTo>
                  <a:pt x="67818" y="52674"/>
                </a:moveTo>
                <a:lnTo>
                  <a:pt x="73902" y="52686"/>
                </a:lnTo>
                <a:lnTo>
                  <a:pt x="73902" y="58758"/>
                </a:lnTo>
                <a:lnTo>
                  <a:pt x="67818" y="58758"/>
                </a:lnTo>
                <a:lnTo>
                  <a:pt x="67818" y="52674"/>
                </a:lnTo>
                <a:close/>
                <a:moveTo>
                  <a:pt x="74879" y="52674"/>
                </a:moveTo>
                <a:lnTo>
                  <a:pt x="80951" y="52686"/>
                </a:lnTo>
                <a:lnTo>
                  <a:pt x="80951" y="58758"/>
                </a:lnTo>
                <a:lnTo>
                  <a:pt x="74879" y="58758"/>
                </a:lnTo>
                <a:lnTo>
                  <a:pt x="74879" y="52674"/>
                </a:lnTo>
                <a:close/>
                <a:moveTo>
                  <a:pt x="96036" y="52674"/>
                </a:moveTo>
                <a:lnTo>
                  <a:pt x="102120" y="52686"/>
                </a:lnTo>
                <a:lnTo>
                  <a:pt x="102120" y="58758"/>
                </a:lnTo>
                <a:lnTo>
                  <a:pt x="96036" y="58758"/>
                </a:lnTo>
                <a:lnTo>
                  <a:pt x="96036" y="52674"/>
                </a:lnTo>
                <a:close/>
                <a:moveTo>
                  <a:pt x="103097" y="52674"/>
                </a:moveTo>
                <a:lnTo>
                  <a:pt x="109169" y="52686"/>
                </a:lnTo>
                <a:lnTo>
                  <a:pt x="109169" y="58758"/>
                </a:lnTo>
                <a:lnTo>
                  <a:pt x="103097" y="58758"/>
                </a:lnTo>
                <a:lnTo>
                  <a:pt x="103097" y="52674"/>
                </a:lnTo>
                <a:close/>
                <a:moveTo>
                  <a:pt x="110157" y="52674"/>
                </a:moveTo>
                <a:lnTo>
                  <a:pt x="116229" y="52686"/>
                </a:lnTo>
                <a:lnTo>
                  <a:pt x="116229" y="58758"/>
                </a:lnTo>
                <a:lnTo>
                  <a:pt x="110157" y="58758"/>
                </a:lnTo>
                <a:lnTo>
                  <a:pt x="110157" y="52674"/>
                </a:lnTo>
                <a:close/>
                <a:moveTo>
                  <a:pt x="131314" y="52674"/>
                </a:moveTo>
                <a:lnTo>
                  <a:pt x="137387" y="52686"/>
                </a:lnTo>
                <a:lnTo>
                  <a:pt x="137387" y="58758"/>
                </a:lnTo>
                <a:lnTo>
                  <a:pt x="131314" y="58758"/>
                </a:lnTo>
                <a:lnTo>
                  <a:pt x="131314" y="52674"/>
                </a:lnTo>
                <a:close/>
                <a:moveTo>
                  <a:pt x="17443" y="59734"/>
                </a:moveTo>
                <a:lnTo>
                  <a:pt x="17443" y="65806"/>
                </a:lnTo>
                <a:lnTo>
                  <a:pt x="11371" y="65806"/>
                </a:lnTo>
                <a:lnTo>
                  <a:pt x="11371" y="59734"/>
                </a:lnTo>
                <a:close/>
                <a:moveTo>
                  <a:pt x="24503" y="59734"/>
                </a:moveTo>
                <a:lnTo>
                  <a:pt x="24503" y="65806"/>
                </a:lnTo>
                <a:lnTo>
                  <a:pt x="18431" y="65806"/>
                </a:lnTo>
                <a:lnTo>
                  <a:pt x="18431" y="59734"/>
                </a:lnTo>
                <a:close/>
                <a:moveTo>
                  <a:pt x="31564" y="59734"/>
                </a:moveTo>
                <a:lnTo>
                  <a:pt x="31564" y="65806"/>
                </a:lnTo>
                <a:lnTo>
                  <a:pt x="25492" y="65806"/>
                </a:lnTo>
                <a:lnTo>
                  <a:pt x="25492" y="59734"/>
                </a:lnTo>
                <a:close/>
                <a:moveTo>
                  <a:pt x="38612" y="59734"/>
                </a:moveTo>
                <a:lnTo>
                  <a:pt x="38612" y="65806"/>
                </a:lnTo>
                <a:lnTo>
                  <a:pt x="32540" y="65806"/>
                </a:lnTo>
                <a:lnTo>
                  <a:pt x="32540" y="59734"/>
                </a:lnTo>
                <a:close/>
                <a:moveTo>
                  <a:pt x="45673" y="59734"/>
                </a:moveTo>
                <a:lnTo>
                  <a:pt x="45673" y="65806"/>
                </a:lnTo>
                <a:lnTo>
                  <a:pt x="39601" y="65806"/>
                </a:lnTo>
                <a:lnTo>
                  <a:pt x="39601" y="59734"/>
                </a:lnTo>
                <a:close/>
                <a:moveTo>
                  <a:pt x="52721" y="59734"/>
                </a:moveTo>
                <a:lnTo>
                  <a:pt x="52721" y="65806"/>
                </a:lnTo>
                <a:lnTo>
                  <a:pt x="46649" y="65806"/>
                </a:lnTo>
                <a:lnTo>
                  <a:pt x="46649" y="59734"/>
                </a:lnTo>
                <a:close/>
                <a:moveTo>
                  <a:pt x="59782" y="59734"/>
                </a:moveTo>
                <a:lnTo>
                  <a:pt x="59782" y="65806"/>
                </a:lnTo>
                <a:lnTo>
                  <a:pt x="53709" y="65806"/>
                </a:lnTo>
                <a:lnTo>
                  <a:pt x="53709" y="59734"/>
                </a:lnTo>
                <a:close/>
                <a:moveTo>
                  <a:pt x="66842" y="59734"/>
                </a:moveTo>
                <a:lnTo>
                  <a:pt x="66842" y="65806"/>
                </a:lnTo>
                <a:lnTo>
                  <a:pt x="60758" y="65806"/>
                </a:lnTo>
                <a:lnTo>
                  <a:pt x="60758" y="59734"/>
                </a:lnTo>
                <a:close/>
                <a:moveTo>
                  <a:pt x="73902" y="59734"/>
                </a:moveTo>
                <a:lnTo>
                  <a:pt x="73902" y="65806"/>
                </a:lnTo>
                <a:lnTo>
                  <a:pt x="67818" y="65806"/>
                </a:lnTo>
                <a:lnTo>
                  <a:pt x="67818" y="59734"/>
                </a:lnTo>
                <a:close/>
                <a:moveTo>
                  <a:pt x="80951" y="59734"/>
                </a:moveTo>
                <a:lnTo>
                  <a:pt x="80951" y="65806"/>
                </a:lnTo>
                <a:lnTo>
                  <a:pt x="74879" y="65806"/>
                </a:lnTo>
                <a:lnTo>
                  <a:pt x="74879" y="59734"/>
                </a:lnTo>
                <a:close/>
                <a:moveTo>
                  <a:pt x="88011" y="59734"/>
                </a:moveTo>
                <a:lnTo>
                  <a:pt x="88011" y="65806"/>
                </a:lnTo>
                <a:lnTo>
                  <a:pt x="81927" y="65806"/>
                </a:lnTo>
                <a:lnTo>
                  <a:pt x="81927" y="59734"/>
                </a:lnTo>
                <a:close/>
                <a:moveTo>
                  <a:pt x="95060" y="59734"/>
                </a:moveTo>
                <a:lnTo>
                  <a:pt x="95060" y="65806"/>
                </a:lnTo>
                <a:lnTo>
                  <a:pt x="88988" y="65806"/>
                </a:lnTo>
                <a:lnTo>
                  <a:pt x="88988" y="59734"/>
                </a:lnTo>
                <a:close/>
                <a:moveTo>
                  <a:pt x="123278" y="59734"/>
                </a:moveTo>
                <a:lnTo>
                  <a:pt x="123278" y="65806"/>
                </a:lnTo>
                <a:lnTo>
                  <a:pt x="117205" y="65806"/>
                </a:lnTo>
                <a:lnTo>
                  <a:pt x="117205" y="59734"/>
                </a:lnTo>
                <a:close/>
                <a:moveTo>
                  <a:pt x="130338" y="59734"/>
                </a:moveTo>
                <a:lnTo>
                  <a:pt x="130338" y="65806"/>
                </a:lnTo>
                <a:lnTo>
                  <a:pt x="124254" y="65806"/>
                </a:lnTo>
                <a:lnTo>
                  <a:pt x="124254" y="59734"/>
                </a:lnTo>
                <a:close/>
                <a:moveTo>
                  <a:pt x="144447" y="59734"/>
                </a:moveTo>
                <a:lnTo>
                  <a:pt x="144447" y="65806"/>
                </a:lnTo>
                <a:lnTo>
                  <a:pt x="138375" y="65806"/>
                </a:lnTo>
                <a:lnTo>
                  <a:pt x="138375" y="59734"/>
                </a:lnTo>
                <a:close/>
                <a:moveTo>
                  <a:pt x="151495" y="59734"/>
                </a:moveTo>
                <a:lnTo>
                  <a:pt x="151495" y="65806"/>
                </a:lnTo>
                <a:lnTo>
                  <a:pt x="145423" y="65806"/>
                </a:lnTo>
                <a:lnTo>
                  <a:pt x="145423" y="59734"/>
                </a:lnTo>
                <a:close/>
                <a:moveTo>
                  <a:pt x="158556" y="59734"/>
                </a:moveTo>
                <a:lnTo>
                  <a:pt x="158556" y="65806"/>
                </a:lnTo>
                <a:lnTo>
                  <a:pt x="152484" y="65806"/>
                </a:lnTo>
                <a:lnTo>
                  <a:pt x="152484" y="59734"/>
                </a:lnTo>
                <a:close/>
                <a:moveTo>
                  <a:pt x="165604" y="59734"/>
                </a:moveTo>
                <a:lnTo>
                  <a:pt x="165604" y="65806"/>
                </a:lnTo>
                <a:lnTo>
                  <a:pt x="159532" y="65806"/>
                </a:lnTo>
                <a:lnTo>
                  <a:pt x="159532" y="59734"/>
                </a:lnTo>
                <a:close/>
                <a:moveTo>
                  <a:pt x="172665" y="59734"/>
                </a:moveTo>
                <a:lnTo>
                  <a:pt x="172665" y="65806"/>
                </a:lnTo>
                <a:lnTo>
                  <a:pt x="166581" y="65806"/>
                </a:lnTo>
                <a:lnTo>
                  <a:pt x="166581" y="59734"/>
                </a:lnTo>
                <a:close/>
                <a:moveTo>
                  <a:pt x="179713" y="59734"/>
                </a:moveTo>
                <a:lnTo>
                  <a:pt x="179713" y="65806"/>
                </a:lnTo>
                <a:lnTo>
                  <a:pt x="173641" y="65806"/>
                </a:lnTo>
                <a:lnTo>
                  <a:pt x="173641" y="59734"/>
                </a:lnTo>
                <a:close/>
                <a:moveTo>
                  <a:pt x="186774" y="59734"/>
                </a:moveTo>
                <a:lnTo>
                  <a:pt x="186774" y="65806"/>
                </a:lnTo>
                <a:lnTo>
                  <a:pt x="180702" y="65806"/>
                </a:lnTo>
                <a:lnTo>
                  <a:pt x="180702" y="59734"/>
                </a:lnTo>
                <a:close/>
                <a:moveTo>
                  <a:pt x="193822" y="59734"/>
                </a:moveTo>
                <a:lnTo>
                  <a:pt x="193822" y="65806"/>
                </a:lnTo>
                <a:lnTo>
                  <a:pt x="187750" y="65806"/>
                </a:lnTo>
                <a:lnTo>
                  <a:pt x="187750" y="59734"/>
                </a:lnTo>
                <a:close/>
                <a:moveTo>
                  <a:pt x="200883" y="59734"/>
                </a:moveTo>
                <a:lnTo>
                  <a:pt x="200883" y="65806"/>
                </a:lnTo>
                <a:lnTo>
                  <a:pt x="194810" y="65806"/>
                </a:lnTo>
                <a:lnTo>
                  <a:pt x="194810" y="59734"/>
                </a:lnTo>
                <a:close/>
                <a:moveTo>
                  <a:pt x="207931" y="59734"/>
                </a:moveTo>
                <a:lnTo>
                  <a:pt x="207931" y="65806"/>
                </a:lnTo>
                <a:lnTo>
                  <a:pt x="201859" y="65806"/>
                </a:lnTo>
                <a:lnTo>
                  <a:pt x="201859" y="59734"/>
                </a:lnTo>
                <a:close/>
                <a:moveTo>
                  <a:pt x="214992" y="59734"/>
                </a:moveTo>
                <a:lnTo>
                  <a:pt x="214992" y="65806"/>
                </a:lnTo>
                <a:lnTo>
                  <a:pt x="208919" y="65806"/>
                </a:lnTo>
                <a:lnTo>
                  <a:pt x="208919" y="59734"/>
                </a:lnTo>
                <a:close/>
                <a:moveTo>
                  <a:pt x="222052" y="59734"/>
                </a:moveTo>
                <a:lnTo>
                  <a:pt x="222052" y="65806"/>
                </a:lnTo>
                <a:lnTo>
                  <a:pt x="215968" y="65806"/>
                </a:lnTo>
                <a:lnTo>
                  <a:pt x="215968" y="59734"/>
                </a:lnTo>
                <a:close/>
                <a:moveTo>
                  <a:pt x="229100" y="59734"/>
                </a:moveTo>
                <a:lnTo>
                  <a:pt x="229100" y="65806"/>
                </a:lnTo>
                <a:lnTo>
                  <a:pt x="223028" y="65806"/>
                </a:lnTo>
                <a:lnTo>
                  <a:pt x="223028" y="59734"/>
                </a:lnTo>
                <a:close/>
                <a:moveTo>
                  <a:pt x="236161" y="59734"/>
                </a:moveTo>
                <a:lnTo>
                  <a:pt x="236161" y="65806"/>
                </a:lnTo>
                <a:lnTo>
                  <a:pt x="230077" y="65806"/>
                </a:lnTo>
                <a:lnTo>
                  <a:pt x="230077" y="59734"/>
                </a:lnTo>
                <a:close/>
                <a:moveTo>
                  <a:pt x="243209" y="59734"/>
                </a:moveTo>
                <a:lnTo>
                  <a:pt x="243209" y="65806"/>
                </a:lnTo>
                <a:lnTo>
                  <a:pt x="237137" y="65806"/>
                </a:lnTo>
                <a:lnTo>
                  <a:pt x="237137" y="59734"/>
                </a:lnTo>
                <a:close/>
                <a:moveTo>
                  <a:pt x="250270" y="59734"/>
                </a:moveTo>
                <a:lnTo>
                  <a:pt x="250270" y="65806"/>
                </a:lnTo>
                <a:lnTo>
                  <a:pt x="244198" y="65806"/>
                </a:lnTo>
                <a:lnTo>
                  <a:pt x="244198" y="59734"/>
                </a:lnTo>
                <a:close/>
                <a:moveTo>
                  <a:pt x="257318" y="59734"/>
                </a:moveTo>
                <a:lnTo>
                  <a:pt x="257318" y="65806"/>
                </a:lnTo>
                <a:lnTo>
                  <a:pt x="251246" y="65806"/>
                </a:lnTo>
                <a:lnTo>
                  <a:pt x="251246" y="59734"/>
                </a:lnTo>
                <a:close/>
                <a:moveTo>
                  <a:pt x="264379" y="59734"/>
                </a:moveTo>
                <a:lnTo>
                  <a:pt x="264379" y="65806"/>
                </a:lnTo>
                <a:lnTo>
                  <a:pt x="258306" y="65806"/>
                </a:lnTo>
                <a:lnTo>
                  <a:pt x="258306" y="59734"/>
                </a:lnTo>
                <a:close/>
                <a:moveTo>
                  <a:pt x="271427" y="59734"/>
                </a:moveTo>
                <a:lnTo>
                  <a:pt x="271427" y="65806"/>
                </a:lnTo>
                <a:lnTo>
                  <a:pt x="265355" y="65806"/>
                </a:lnTo>
                <a:lnTo>
                  <a:pt x="265355" y="59734"/>
                </a:lnTo>
                <a:close/>
                <a:moveTo>
                  <a:pt x="278488" y="59734"/>
                </a:moveTo>
                <a:lnTo>
                  <a:pt x="278488" y="65806"/>
                </a:lnTo>
                <a:lnTo>
                  <a:pt x="272415" y="65806"/>
                </a:lnTo>
                <a:lnTo>
                  <a:pt x="272415" y="59734"/>
                </a:lnTo>
                <a:close/>
                <a:moveTo>
                  <a:pt x="102120" y="59734"/>
                </a:moveTo>
                <a:lnTo>
                  <a:pt x="102120" y="65818"/>
                </a:lnTo>
                <a:lnTo>
                  <a:pt x="96036" y="65818"/>
                </a:lnTo>
                <a:lnTo>
                  <a:pt x="96036" y="59734"/>
                </a:lnTo>
                <a:close/>
                <a:moveTo>
                  <a:pt x="109169" y="59734"/>
                </a:moveTo>
                <a:lnTo>
                  <a:pt x="109169" y="65818"/>
                </a:lnTo>
                <a:lnTo>
                  <a:pt x="103097" y="65818"/>
                </a:lnTo>
                <a:lnTo>
                  <a:pt x="103097" y="59734"/>
                </a:lnTo>
                <a:close/>
                <a:moveTo>
                  <a:pt x="116229" y="59734"/>
                </a:moveTo>
                <a:lnTo>
                  <a:pt x="116229" y="65818"/>
                </a:lnTo>
                <a:lnTo>
                  <a:pt x="110157" y="65818"/>
                </a:lnTo>
                <a:lnTo>
                  <a:pt x="110157" y="59734"/>
                </a:lnTo>
                <a:close/>
                <a:moveTo>
                  <a:pt x="137387" y="59734"/>
                </a:moveTo>
                <a:lnTo>
                  <a:pt x="137387" y="65818"/>
                </a:lnTo>
                <a:lnTo>
                  <a:pt x="131314" y="65818"/>
                </a:lnTo>
                <a:lnTo>
                  <a:pt x="131314" y="59734"/>
                </a:lnTo>
                <a:close/>
                <a:moveTo>
                  <a:pt x="17443" y="66783"/>
                </a:moveTo>
                <a:lnTo>
                  <a:pt x="17443" y="72867"/>
                </a:lnTo>
                <a:lnTo>
                  <a:pt x="11371" y="72867"/>
                </a:lnTo>
                <a:lnTo>
                  <a:pt x="11371" y="66783"/>
                </a:lnTo>
                <a:close/>
                <a:moveTo>
                  <a:pt x="24503" y="66783"/>
                </a:moveTo>
                <a:lnTo>
                  <a:pt x="24503" y="72867"/>
                </a:lnTo>
                <a:lnTo>
                  <a:pt x="18431" y="72867"/>
                </a:lnTo>
                <a:lnTo>
                  <a:pt x="18431" y="66783"/>
                </a:lnTo>
                <a:close/>
                <a:moveTo>
                  <a:pt x="31564" y="66783"/>
                </a:moveTo>
                <a:lnTo>
                  <a:pt x="31564" y="72867"/>
                </a:lnTo>
                <a:lnTo>
                  <a:pt x="25492" y="72867"/>
                </a:lnTo>
                <a:lnTo>
                  <a:pt x="25492" y="66783"/>
                </a:lnTo>
                <a:close/>
                <a:moveTo>
                  <a:pt x="38612" y="66783"/>
                </a:moveTo>
                <a:lnTo>
                  <a:pt x="38612" y="72867"/>
                </a:lnTo>
                <a:lnTo>
                  <a:pt x="32540" y="72867"/>
                </a:lnTo>
                <a:lnTo>
                  <a:pt x="32540" y="66783"/>
                </a:lnTo>
                <a:close/>
                <a:moveTo>
                  <a:pt x="45673" y="66783"/>
                </a:moveTo>
                <a:lnTo>
                  <a:pt x="45673" y="72867"/>
                </a:lnTo>
                <a:lnTo>
                  <a:pt x="39601" y="72867"/>
                </a:lnTo>
                <a:lnTo>
                  <a:pt x="39601" y="66783"/>
                </a:lnTo>
                <a:close/>
                <a:moveTo>
                  <a:pt x="52721" y="66783"/>
                </a:moveTo>
                <a:lnTo>
                  <a:pt x="52721" y="72867"/>
                </a:lnTo>
                <a:lnTo>
                  <a:pt x="46649" y="72867"/>
                </a:lnTo>
                <a:lnTo>
                  <a:pt x="46649" y="66783"/>
                </a:lnTo>
                <a:close/>
                <a:moveTo>
                  <a:pt x="59782" y="66783"/>
                </a:moveTo>
                <a:lnTo>
                  <a:pt x="59782" y="72867"/>
                </a:lnTo>
                <a:lnTo>
                  <a:pt x="53709" y="72867"/>
                </a:lnTo>
                <a:lnTo>
                  <a:pt x="53709" y="66783"/>
                </a:lnTo>
                <a:close/>
                <a:moveTo>
                  <a:pt x="60758" y="66783"/>
                </a:moveTo>
                <a:lnTo>
                  <a:pt x="66842" y="66795"/>
                </a:lnTo>
                <a:lnTo>
                  <a:pt x="66842" y="72867"/>
                </a:lnTo>
                <a:lnTo>
                  <a:pt x="60758" y="72867"/>
                </a:lnTo>
                <a:lnTo>
                  <a:pt x="60758" y="66783"/>
                </a:lnTo>
                <a:close/>
                <a:moveTo>
                  <a:pt x="67818" y="66783"/>
                </a:moveTo>
                <a:lnTo>
                  <a:pt x="73902" y="66795"/>
                </a:lnTo>
                <a:lnTo>
                  <a:pt x="73902" y="72867"/>
                </a:lnTo>
                <a:lnTo>
                  <a:pt x="67818" y="72867"/>
                </a:lnTo>
                <a:lnTo>
                  <a:pt x="67818" y="66783"/>
                </a:lnTo>
                <a:close/>
                <a:moveTo>
                  <a:pt x="74879" y="66783"/>
                </a:moveTo>
                <a:lnTo>
                  <a:pt x="80951" y="66795"/>
                </a:lnTo>
                <a:lnTo>
                  <a:pt x="80951" y="72867"/>
                </a:lnTo>
                <a:lnTo>
                  <a:pt x="74879" y="72867"/>
                </a:lnTo>
                <a:lnTo>
                  <a:pt x="74879" y="66783"/>
                </a:lnTo>
                <a:close/>
                <a:moveTo>
                  <a:pt x="88011" y="66783"/>
                </a:moveTo>
                <a:lnTo>
                  <a:pt x="88011" y="72867"/>
                </a:lnTo>
                <a:lnTo>
                  <a:pt x="81927" y="72867"/>
                </a:lnTo>
                <a:lnTo>
                  <a:pt x="81927" y="66783"/>
                </a:lnTo>
                <a:close/>
                <a:moveTo>
                  <a:pt x="95060" y="66783"/>
                </a:moveTo>
                <a:lnTo>
                  <a:pt x="95060" y="72867"/>
                </a:lnTo>
                <a:lnTo>
                  <a:pt x="88988" y="72867"/>
                </a:lnTo>
                <a:lnTo>
                  <a:pt x="88988" y="66783"/>
                </a:lnTo>
                <a:close/>
                <a:moveTo>
                  <a:pt x="96036" y="66783"/>
                </a:moveTo>
                <a:lnTo>
                  <a:pt x="102120" y="66795"/>
                </a:lnTo>
                <a:lnTo>
                  <a:pt x="102120" y="72867"/>
                </a:lnTo>
                <a:lnTo>
                  <a:pt x="96036" y="72867"/>
                </a:lnTo>
                <a:lnTo>
                  <a:pt x="96036" y="66783"/>
                </a:lnTo>
                <a:close/>
                <a:moveTo>
                  <a:pt x="103097" y="66783"/>
                </a:moveTo>
                <a:lnTo>
                  <a:pt x="109169" y="66795"/>
                </a:lnTo>
                <a:lnTo>
                  <a:pt x="109169" y="72867"/>
                </a:lnTo>
                <a:lnTo>
                  <a:pt x="103097" y="72867"/>
                </a:lnTo>
                <a:lnTo>
                  <a:pt x="103097" y="66783"/>
                </a:lnTo>
                <a:close/>
                <a:moveTo>
                  <a:pt x="110157" y="66783"/>
                </a:moveTo>
                <a:lnTo>
                  <a:pt x="116229" y="66795"/>
                </a:lnTo>
                <a:lnTo>
                  <a:pt x="116229" y="72867"/>
                </a:lnTo>
                <a:lnTo>
                  <a:pt x="110157" y="72867"/>
                </a:lnTo>
                <a:lnTo>
                  <a:pt x="110157" y="66783"/>
                </a:lnTo>
                <a:close/>
                <a:moveTo>
                  <a:pt x="123278" y="66783"/>
                </a:moveTo>
                <a:lnTo>
                  <a:pt x="123278" y="72867"/>
                </a:lnTo>
                <a:lnTo>
                  <a:pt x="117205" y="72867"/>
                </a:lnTo>
                <a:lnTo>
                  <a:pt x="117205" y="66783"/>
                </a:lnTo>
                <a:close/>
                <a:moveTo>
                  <a:pt x="130338" y="66783"/>
                </a:moveTo>
                <a:lnTo>
                  <a:pt x="130338" y="72867"/>
                </a:lnTo>
                <a:lnTo>
                  <a:pt x="124254" y="72867"/>
                </a:lnTo>
                <a:lnTo>
                  <a:pt x="124254" y="66783"/>
                </a:lnTo>
                <a:close/>
                <a:moveTo>
                  <a:pt x="131314" y="66783"/>
                </a:moveTo>
                <a:lnTo>
                  <a:pt x="137387" y="66795"/>
                </a:lnTo>
                <a:lnTo>
                  <a:pt x="137387" y="72867"/>
                </a:lnTo>
                <a:lnTo>
                  <a:pt x="131314" y="72867"/>
                </a:lnTo>
                <a:lnTo>
                  <a:pt x="131314" y="66783"/>
                </a:lnTo>
                <a:close/>
                <a:moveTo>
                  <a:pt x="144447" y="66783"/>
                </a:moveTo>
                <a:lnTo>
                  <a:pt x="144447" y="72867"/>
                </a:lnTo>
                <a:lnTo>
                  <a:pt x="138375" y="72867"/>
                </a:lnTo>
                <a:lnTo>
                  <a:pt x="138375" y="66783"/>
                </a:lnTo>
                <a:close/>
                <a:moveTo>
                  <a:pt x="151495" y="66783"/>
                </a:moveTo>
                <a:lnTo>
                  <a:pt x="151495" y="72867"/>
                </a:lnTo>
                <a:lnTo>
                  <a:pt x="145423" y="72867"/>
                </a:lnTo>
                <a:lnTo>
                  <a:pt x="145423" y="66783"/>
                </a:lnTo>
                <a:close/>
                <a:moveTo>
                  <a:pt x="158556" y="66783"/>
                </a:moveTo>
                <a:lnTo>
                  <a:pt x="158556" y="72867"/>
                </a:lnTo>
                <a:lnTo>
                  <a:pt x="152484" y="72867"/>
                </a:lnTo>
                <a:lnTo>
                  <a:pt x="152484" y="66783"/>
                </a:lnTo>
                <a:close/>
                <a:moveTo>
                  <a:pt x="165604" y="66783"/>
                </a:moveTo>
                <a:lnTo>
                  <a:pt x="165604" y="72867"/>
                </a:lnTo>
                <a:lnTo>
                  <a:pt x="159532" y="72867"/>
                </a:lnTo>
                <a:lnTo>
                  <a:pt x="159532" y="66783"/>
                </a:lnTo>
                <a:close/>
                <a:moveTo>
                  <a:pt x="172665" y="66783"/>
                </a:moveTo>
                <a:lnTo>
                  <a:pt x="172665" y="72867"/>
                </a:lnTo>
                <a:lnTo>
                  <a:pt x="166581" y="72867"/>
                </a:lnTo>
                <a:lnTo>
                  <a:pt x="166581" y="66783"/>
                </a:lnTo>
                <a:close/>
                <a:moveTo>
                  <a:pt x="179713" y="66783"/>
                </a:moveTo>
                <a:lnTo>
                  <a:pt x="179713" y="72867"/>
                </a:lnTo>
                <a:lnTo>
                  <a:pt x="173641" y="72867"/>
                </a:lnTo>
                <a:lnTo>
                  <a:pt x="173641" y="66783"/>
                </a:lnTo>
                <a:close/>
                <a:moveTo>
                  <a:pt x="186774" y="66783"/>
                </a:moveTo>
                <a:lnTo>
                  <a:pt x="186774" y="72867"/>
                </a:lnTo>
                <a:lnTo>
                  <a:pt x="180702" y="72867"/>
                </a:lnTo>
                <a:lnTo>
                  <a:pt x="180702" y="66783"/>
                </a:lnTo>
                <a:close/>
                <a:moveTo>
                  <a:pt x="193822" y="66783"/>
                </a:moveTo>
                <a:lnTo>
                  <a:pt x="193822" y="72867"/>
                </a:lnTo>
                <a:lnTo>
                  <a:pt x="187750" y="72867"/>
                </a:lnTo>
                <a:lnTo>
                  <a:pt x="187750" y="66783"/>
                </a:lnTo>
                <a:close/>
                <a:moveTo>
                  <a:pt x="200883" y="66783"/>
                </a:moveTo>
                <a:lnTo>
                  <a:pt x="200883" y="72867"/>
                </a:lnTo>
                <a:lnTo>
                  <a:pt x="194810" y="72867"/>
                </a:lnTo>
                <a:lnTo>
                  <a:pt x="194810" y="66783"/>
                </a:lnTo>
                <a:close/>
                <a:moveTo>
                  <a:pt x="207931" y="66783"/>
                </a:moveTo>
                <a:lnTo>
                  <a:pt x="207931" y="72867"/>
                </a:lnTo>
                <a:lnTo>
                  <a:pt x="201859" y="72867"/>
                </a:lnTo>
                <a:lnTo>
                  <a:pt x="201859" y="66783"/>
                </a:lnTo>
                <a:close/>
                <a:moveTo>
                  <a:pt x="214992" y="66783"/>
                </a:moveTo>
                <a:lnTo>
                  <a:pt x="214992" y="72867"/>
                </a:lnTo>
                <a:lnTo>
                  <a:pt x="208919" y="72867"/>
                </a:lnTo>
                <a:lnTo>
                  <a:pt x="208919" y="66783"/>
                </a:lnTo>
                <a:close/>
                <a:moveTo>
                  <a:pt x="222052" y="66783"/>
                </a:moveTo>
                <a:lnTo>
                  <a:pt x="222052" y="72867"/>
                </a:lnTo>
                <a:lnTo>
                  <a:pt x="215968" y="72867"/>
                </a:lnTo>
                <a:lnTo>
                  <a:pt x="215968" y="66783"/>
                </a:lnTo>
                <a:close/>
                <a:moveTo>
                  <a:pt x="229100" y="66783"/>
                </a:moveTo>
                <a:lnTo>
                  <a:pt x="229100" y="72867"/>
                </a:lnTo>
                <a:lnTo>
                  <a:pt x="223028" y="72867"/>
                </a:lnTo>
                <a:lnTo>
                  <a:pt x="223028" y="66783"/>
                </a:lnTo>
                <a:close/>
                <a:moveTo>
                  <a:pt x="236161" y="66783"/>
                </a:moveTo>
                <a:lnTo>
                  <a:pt x="236161" y="72867"/>
                </a:lnTo>
                <a:lnTo>
                  <a:pt x="230077" y="72867"/>
                </a:lnTo>
                <a:lnTo>
                  <a:pt x="230077" y="66783"/>
                </a:lnTo>
                <a:close/>
                <a:moveTo>
                  <a:pt x="243209" y="66783"/>
                </a:moveTo>
                <a:lnTo>
                  <a:pt x="243209" y="72867"/>
                </a:lnTo>
                <a:lnTo>
                  <a:pt x="237137" y="72867"/>
                </a:lnTo>
                <a:lnTo>
                  <a:pt x="237137" y="66783"/>
                </a:lnTo>
                <a:close/>
                <a:moveTo>
                  <a:pt x="250270" y="66783"/>
                </a:moveTo>
                <a:lnTo>
                  <a:pt x="250270" y="72867"/>
                </a:lnTo>
                <a:lnTo>
                  <a:pt x="244198" y="72867"/>
                </a:lnTo>
                <a:lnTo>
                  <a:pt x="244198" y="66783"/>
                </a:lnTo>
                <a:close/>
                <a:moveTo>
                  <a:pt x="257318" y="66783"/>
                </a:moveTo>
                <a:lnTo>
                  <a:pt x="257318" y="72867"/>
                </a:lnTo>
                <a:lnTo>
                  <a:pt x="251246" y="72867"/>
                </a:lnTo>
                <a:lnTo>
                  <a:pt x="251246" y="66783"/>
                </a:lnTo>
                <a:close/>
                <a:moveTo>
                  <a:pt x="264379" y="66783"/>
                </a:moveTo>
                <a:lnTo>
                  <a:pt x="264379" y="72867"/>
                </a:lnTo>
                <a:lnTo>
                  <a:pt x="258306" y="72867"/>
                </a:lnTo>
                <a:lnTo>
                  <a:pt x="258306" y="66783"/>
                </a:lnTo>
                <a:close/>
                <a:moveTo>
                  <a:pt x="271427" y="66783"/>
                </a:moveTo>
                <a:lnTo>
                  <a:pt x="271427" y="72867"/>
                </a:lnTo>
                <a:lnTo>
                  <a:pt x="265355" y="72867"/>
                </a:lnTo>
                <a:lnTo>
                  <a:pt x="265355" y="66783"/>
                </a:lnTo>
                <a:close/>
                <a:moveTo>
                  <a:pt x="278488" y="66783"/>
                </a:moveTo>
                <a:lnTo>
                  <a:pt x="278488" y="72867"/>
                </a:lnTo>
                <a:lnTo>
                  <a:pt x="272415" y="72867"/>
                </a:lnTo>
                <a:lnTo>
                  <a:pt x="272415" y="66783"/>
                </a:lnTo>
                <a:close/>
                <a:moveTo>
                  <a:pt x="17443" y="73843"/>
                </a:moveTo>
                <a:lnTo>
                  <a:pt x="17443" y="79915"/>
                </a:lnTo>
                <a:lnTo>
                  <a:pt x="11371" y="79915"/>
                </a:lnTo>
                <a:lnTo>
                  <a:pt x="11371" y="73843"/>
                </a:lnTo>
                <a:close/>
                <a:moveTo>
                  <a:pt x="24503" y="73843"/>
                </a:moveTo>
                <a:lnTo>
                  <a:pt x="24503" y="79915"/>
                </a:lnTo>
                <a:lnTo>
                  <a:pt x="18431" y="79915"/>
                </a:lnTo>
                <a:lnTo>
                  <a:pt x="18431" y="73843"/>
                </a:lnTo>
                <a:close/>
                <a:moveTo>
                  <a:pt x="31564" y="73843"/>
                </a:moveTo>
                <a:lnTo>
                  <a:pt x="31564" y="79915"/>
                </a:lnTo>
                <a:lnTo>
                  <a:pt x="25492" y="79915"/>
                </a:lnTo>
                <a:lnTo>
                  <a:pt x="25492" y="73843"/>
                </a:lnTo>
                <a:close/>
                <a:moveTo>
                  <a:pt x="38612" y="73843"/>
                </a:moveTo>
                <a:lnTo>
                  <a:pt x="38612" y="79915"/>
                </a:lnTo>
                <a:lnTo>
                  <a:pt x="32540" y="79915"/>
                </a:lnTo>
                <a:lnTo>
                  <a:pt x="32540" y="73843"/>
                </a:lnTo>
                <a:close/>
                <a:moveTo>
                  <a:pt x="45673" y="73843"/>
                </a:moveTo>
                <a:lnTo>
                  <a:pt x="45673" y="79915"/>
                </a:lnTo>
                <a:lnTo>
                  <a:pt x="39601" y="79915"/>
                </a:lnTo>
                <a:lnTo>
                  <a:pt x="39601" y="73843"/>
                </a:lnTo>
                <a:close/>
                <a:moveTo>
                  <a:pt x="52721" y="73843"/>
                </a:moveTo>
                <a:lnTo>
                  <a:pt x="52721" y="79915"/>
                </a:lnTo>
                <a:lnTo>
                  <a:pt x="46649" y="79915"/>
                </a:lnTo>
                <a:lnTo>
                  <a:pt x="46649" y="73843"/>
                </a:lnTo>
                <a:close/>
                <a:moveTo>
                  <a:pt x="59782" y="73843"/>
                </a:moveTo>
                <a:lnTo>
                  <a:pt x="59782" y="79915"/>
                </a:lnTo>
                <a:lnTo>
                  <a:pt x="53709" y="79915"/>
                </a:lnTo>
                <a:lnTo>
                  <a:pt x="53709" y="73843"/>
                </a:lnTo>
                <a:close/>
                <a:moveTo>
                  <a:pt x="66842" y="73843"/>
                </a:moveTo>
                <a:lnTo>
                  <a:pt x="66842" y="79915"/>
                </a:lnTo>
                <a:lnTo>
                  <a:pt x="60758" y="79915"/>
                </a:lnTo>
                <a:lnTo>
                  <a:pt x="60758" y="73843"/>
                </a:lnTo>
                <a:close/>
                <a:moveTo>
                  <a:pt x="73902" y="73843"/>
                </a:moveTo>
                <a:lnTo>
                  <a:pt x="73902" y="79915"/>
                </a:lnTo>
                <a:lnTo>
                  <a:pt x="67818" y="79915"/>
                </a:lnTo>
                <a:lnTo>
                  <a:pt x="67818" y="73843"/>
                </a:lnTo>
                <a:close/>
                <a:moveTo>
                  <a:pt x="80951" y="73843"/>
                </a:moveTo>
                <a:lnTo>
                  <a:pt x="80951" y="79915"/>
                </a:lnTo>
                <a:lnTo>
                  <a:pt x="74879" y="79915"/>
                </a:lnTo>
                <a:lnTo>
                  <a:pt x="74879" y="73843"/>
                </a:lnTo>
                <a:close/>
                <a:moveTo>
                  <a:pt x="88011" y="73843"/>
                </a:moveTo>
                <a:lnTo>
                  <a:pt x="88011" y="79915"/>
                </a:lnTo>
                <a:lnTo>
                  <a:pt x="81927" y="79915"/>
                </a:lnTo>
                <a:lnTo>
                  <a:pt x="81927" y="73843"/>
                </a:lnTo>
                <a:close/>
                <a:moveTo>
                  <a:pt x="95060" y="73843"/>
                </a:moveTo>
                <a:lnTo>
                  <a:pt x="95060" y="79915"/>
                </a:lnTo>
                <a:lnTo>
                  <a:pt x="88988" y="79915"/>
                </a:lnTo>
                <a:lnTo>
                  <a:pt x="88988" y="73843"/>
                </a:lnTo>
                <a:close/>
                <a:moveTo>
                  <a:pt x="123278" y="73843"/>
                </a:moveTo>
                <a:lnTo>
                  <a:pt x="123278" y="79915"/>
                </a:lnTo>
                <a:lnTo>
                  <a:pt x="117205" y="79915"/>
                </a:lnTo>
                <a:lnTo>
                  <a:pt x="117205" y="73843"/>
                </a:lnTo>
                <a:close/>
                <a:moveTo>
                  <a:pt x="130338" y="73843"/>
                </a:moveTo>
                <a:lnTo>
                  <a:pt x="130338" y="79915"/>
                </a:lnTo>
                <a:lnTo>
                  <a:pt x="124254" y="79915"/>
                </a:lnTo>
                <a:lnTo>
                  <a:pt x="124254" y="73843"/>
                </a:lnTo>
                <a:close/>
                <a:moveTo>
                  <a:pt x="144447" y="73843"/>
                </a:moveTo>
                <a:lnTo>
                  <a:pt x="144447" y="79915"/>
                </a:lnTo>
                <a:lnTo>
                  <a:pt x="138375" y="79915"/>
                </a:lnTo>
                <a:lnTo>
                  <a:pt x="138375" y="73843"/>
                </a:lnTo>
                <a:close/>
                <a:moveTo>
                  <a:pt x="151495" y="73843"/>
                </a:moveTo>
                <a:lnTo>
                  <a:pt x="151495" y="79915"/>
                </a:lnTo>
                <a:lnTo>
                  <a:pt x="145423" y="79915"/>
                </a:lnTo>
                <a:lnTo>
                  <a:pt x="145423" y="73843"/>
                </a:lnTo>
                <a:close/>
                <a:moveTo>
                  <a:pt x="158556" y="73843"/>
                </a:moveTo>
                <a:lnTo>
                  <a:pt x="158556" y="79915"/>
                </a:lnTo>
                <a:lnTo>
                  <a:pt x="152484" y="79915"/>
                </a:lnTo>
                <a:lnTo>
                  <a:pt x="152484" y="73843"/>
                </a:lnTo>
                <a:close/>
                <a:moveTo>
                  <a:pt x="165604" y="73843"/>
                </a:moveTo>
                <a:lnTo>
                  <a:pt x="165604" y="79915"/>
                </a:lnTo>
                <a:lnTo>
                  <a:pt x="159532" y="79915"/>
                </a:lnTo>
                <a:lnTo>
                  <a:pt x="159532" y="73843"/>
                </a:lnTo>
                <a:close/>
                <a:moveTo>
                  <a:pt x="172665" y="73843"/>
                </a:moveTo>
                <a:lnTo>
                  <a:pt x="172665" y="79915"/>
                </a:lnTo>
                <a:lnTo>
                  <a:pt x="166581" y="79915"/>
                </a:lnTo>
                <a:lnTo>
                  <a:pt x="166581" y="73843"/>
                </a:lnTo>
                <a:close/>
                <a:moveTo>
                  <a:pt x="179713" y="73843"/>
                </a:moveTo>
                <a:lnTo>
                  <a:pt x="179713" y="79915"/>
                </a:lnTo>
                <a:lnTo>
                  <a:pt x="173641" y="79915"/>
                </a:lnTo>
                <a:lnTo>
                  <a:pt x="173641" y="73843"/>
                </a:lnTo>
                <a:close/>
                <a:moveTo>
                  <a:pt x="186774" y="73843"/>
                </a:moveTo>
                <a:lnTo>
                  <a:pt x="186774" y="79915"/>
                </a:lnTo>
                <a:lnTo>
                  <a:pt x="180702" y="79915"/>
                </a:lnTo>
                <a:lnTo>
                  <a:pt x="180702" y="73843"/>
                </a:lnTo>
                <a:close/>
                <a:moveTo>
                  <a:pt x="193822" y="73843"/>
                </a:moveTo>
                <a:lnTo>
                  <a:pt x="193822" y="79915"/>
                </a:lnTo>
                <a:lnTo>
                  <a:pt x="187750" y="79915"/>
                </a:lnTo>
                <a:lnTo>
                  <a:pt x="187750" y="73843"/>
                </a:lnTo>
                <a:close/>
                <a:moveTo>
                  <a:pt x="200883" y="73843"/>
                </a:moveTo>
                <a:lnTo>
                  <a:pt x="200883" y="79915"/>
                </a:lnTo>
                <a:lnTo>
                  <a:pt x="194810" y="79915"/>
                </a:lnTo>
                <a:lnTo>
                  <a:pt x="194810" y="73843"/>
                </a:lnTo>
                <a:close/>
                <a:moveTo>
                  <a:pt x="207931" y="73843"/>
                </a:moveTo>
                <a:lnTo>
                  <a:pt x="207931" y="79915"/>
                </a:lnTo>
                <a:lnTo>
                  <a:pt x="201859" y="79915"/>
                </a:lnTo>
                <a:lnTo>
                  <a:pt x="201859" y="73843"/>
                </a:lnTo>
                <a:close/>
                <a:moveTo>
                  <a:pt x="214992" y="73843"/>
                </a:moveTo>
                <a:lnTo>
                  <a:pt x="214992" y="79915"/>
                </a:lnTo>
                <a:lnTo>
                  <a:pt x="208919" y="79915"/>
                </a:lnTo>
                <a:lnTo>
                  <a:pt x="208919" y="73843"/>
                </a:lnTo>
                <a:close/>
                <a:moveTo>
                  <a:pt x="222052" y="73843"/>
                </a:moveTo>
                <a:lnTo>
                  <a:pt x="222052" y="79915"/>
                </a:lnTo>
                <a:lnTo>
                  <a:pt x="215968" y="79915"/>
                </a:lnTo>
                <a:lnTo>
                  <a:pt x="215968" y="73843"/>
                </a:lnTo>
                <a:close/>
                <a:moveTo>
                  <a:pt x="229100" y="73843"/>
                </a:moveTo>
                <a:lnTo>
                  <a:pt x="229100" y="79915"/>
                </a:lnTo>
                <a:lnTo>
                  <a:pt x="223028" y="79915"/>
                </a:lnTo>
                <a:lnTo>
                  <a:pt x="223028" y="73843"/>
                </a:lnTo>
                <a:close/>
                <a:moveTo>
                  <a:pt x="236161" y="73843"/>
                </a:moveTo>
                <a:lnTo>
                  <a:pt x="236161" y="79915"/>
                </a:lnTo>
                <a:lnTo>
                  <a:pt x="230077" y="79915"/>
                </a:lnTo>
                <a:lnTo>
                  <a:pt x="230077" y="73843"/>
                </a:lnTo>
                <a:close/>
                <a:moveTo>
                  <a:pt x="243209" y="73843"/>
                </a:moveTo>
                <a:lnTo>
                  <a:pt x="243209" y="79915"/>
                </a:lnTo>
                <a:lnTo>
                  <a:pt x="237137" y="79915"/>
                </a:lnTo>
                <a:lnTo>
                  <a:pt x="237137" y="73843"/>
                </a:lnTo>
                <a:close/>
                <a:moveTo>
                  <a:pt x="250270" y="73843"/>
                </a:moveTo>
                <a:lnTo>
                  <a:pt x="250270" y="79915"/>
                </a:lnTo>
                <a:lnTo>
                  <a:pt x="244198" y="79915"/>
                </a:lnTo>
                <a:lnTo>
                  <a:pt x="244198" y="73843"/>
                </a:lnTo>
                <a:close/>
                <a:moveTo>
                  <a:pt x="257318" y="73843"/>
                </a:moveTo>
                <a:lnTo>
                  <a:pt x="257318" y="79915"/>
                </a:lnTo>
                <a:lnTo>
                  <a:pt x="251246" y="79915"/>
                </a:lnTo>
                <a:lnTo>
                  <a:pt x="251246" y="73843"/>
                </a:lnTo>
                <a:close/>
                <a:moveTo>
                  <a:pt x="264379" y="73843"/>
                </a:moveTo>
                <a:lnTo>
                  <a:pt x="264379" y="79915"/>
                </a:lnTo>
                <a:lnTo>
                  <a:pt x="258306" y="79915"/>
                </a:lnTo>
                <a:lnTo>
                  <a:pt x="258306" y="73843"/>
                </a:lnTo>
                <a:close/>
                <a:moveTo>
                  <a:pt x="271427" y="73843"/>
                </a:moveTo>
                <a:lnTo>
                  <a:pt x="271427" y="79915"/>
                </a:lnTo>
                <a:lnTo>
                  <a:pt x="265355" y="79915"/>
                </a:lnTo>
                <a:lnTo>
                  <a:pt x="265355" y="73843"/>
                </a:lnTo>
                <a:close/>
                <a:moveTo>
                  <a:pt x="278488" y="73843"/>
                </a:moveTo>
                <a:lnTo>
                  <a:pt x="278488" y="79915"/>
                </a:lnTo>
                <a:lnTo>
                  <a:pt x="272415" y="79915"/>
                </a:lnTo>
                <a:lnTo>
                  <a:pt x="272415" y="73843"/>
                </a:lnTo>
                <a:close/>
                <a:moveTo>
                  <a:pt x="96036" y="73843"/>
                </a:moveTo>
                <a:lnTo>
                  <a:pt x="102120" y="73855"/>
                </a:lnTo>
                <a:lnTo>
                  <a:pt x="102120" y="79927"/>
                </a:lnTo>
                <a:lnTo>
                  <a:pt x="96036" y="79927"/>
                </a:lnTo>
                <a:lnTo>
                  <a:pt x="96036" y="73843"/>
                </a:lnTo>
                <a:close/>
                <a:moveTo>
                  <a:pt x="103097" y="73843"/>
                </a:moveTo>
                <a:lnTo>
                  <a:pt x="109169" y="73855"/>
                </a:lnTo>
                <a:lnTo>
                  <a:pt x="109169" y="79927"/>
                </a:lnTo>
                <a:lnTo>
                  <a:pt x="103097" y="79927"/>
                </a:lnTo>
                <a:lnTo>
                  <a:pt x="103097" y="73843"/>
                </a:lnTo>
                <a:close/>
                <a:moveTo>
                  <a:pt x="110157" y="73843"/>
                </a:moveTo>
                <a:lnTo>
                  <a:pt x="116229" y="73855"/>
                </a:lnTo>
                <a:lnTo>
                  <a:pt x="116229" y="79927"/>
                </a:lnTo>
                <a:lnTo>
                  <a:pt x="110157" y="79927"/>
                </a:lnTo>
                <a:lnTo>
                  <a:pt x="110157" y="73843"/>
                </a:lnTo>
                <a:close/>
                <a:moveTo>
                  <a:pt x="131314" y="73843"/>
                </a:moveTo>
                <a:lnTo>
                  <a:pt x="137387" y="73855"/>
                </a:lnTo>
                <a:lnTo>
                  <a:pt x="137387" y="79927"/>
                </a:lnTo>
                <a:lnTo>
                  <a:pt x="131314" y="79927"/>
                </a:lnTo>
                <a:lnTo>
                  <a:pt x="131314" y="73843"/>
                </a:lnTo>
                <a:close/>
                <a:moveTo>
                  <a:pt x="17443" y="80903"/>
                </a:moveTo>
                <a:lnTo>
                  <a:pt x="17443" y="86976"/>
                </a:lnTo>
                <a:lnTo>
                  <a:pt x="11371" y="86976"/>
                </a:lnTo>
                <a:lnTo>
                  <a:pt x="11371" y="80903"/>
                </a:lnTo>
                <a:close/>
                <a:moveTo>
                  <a:pt x="24503" y="80903"/>
                </a:moveTo>
                <a:lnTo>
                  <a:pt x="24503" y="86976"/>
                </a:lnTo>
                <a:lnTo>
                  <a:pt x="18431" y="86976"/>
                </a:lnTo>
                <a:lnTo>
                  <a:pt x="18431" y="80903"/>
                </a:lnTo>
                <a:close/>
                <a:moveTo>
                  <a:pt x="31564" y="80903"/>
                </a:moveTo>
                <a:lnTo>
                  <a:pt x="31564" y="86976"/>
                </a:lnTo>
                <a:lnTo>
                  <a:pt x="25492" y="86976"/>
                </a:lnTo>
                <a:lnTo>
                  <a:pt x="25492" y="80903"/>
                </a:lnTo>
                <a:close/>
                <a:moveTo>
                  <a:pt x="38612" y="80903"/>
                </a:moveTo>
                <a:lnTo>
                  <a:pt x="38612" y="86976"/>
                </a:lnTo>
                <a:lnTo>
                  <a:pt x="32540" y="86976"/>
                </a:lnTo>
                <a:lnTo>
                  <a:pt x="32540" y="80903"/>
                </a:lnTo>
                <a:close/>
                <a:moveTo>
                  <a:pt x="45673" y="80903"/>
                </a:moveTo>
                <a:lnTo>
                  <a:pt x="45673" y="86976"/>
                </a:lnTo>
                <a:lnTo>
                  <a:pt x="39601" y="86976"/>
                </a:lnTo>
                <a:lnTo>
                  <a:pt x="39601" y="80903"/>
                </a:lnTo>
                <a:close/>
                <a:moveTo>
                  <a:pt x="52721" y="80903"/>
                </a:moveTo>
                <a:lnTo>
                  <a:pt x="52721" y="86976"/>
                </a:lnTo>
                <a:lnTo>
                  <a:pt x="46649" y="86976"/>
                </a:lnTo>
                <a:lnTo>
                  <a:pt x="46649" y="80903"/>
                </a:lnTo>
                <a:close/>
                <a:moveTo>
                  <a:pt x="59782" y="80903"/>
                </a:moveTo>
                <a:lnTo>
                  <a:pt x="59782" y="86976"/>
                </a:lnTo>
                <a:lnTo>
                  <a:pt x="53709" y="86976"/>
                </a:lnTo>
                <a:lnTo>
                  <a:pt x="53709" y="80903"/>
                </a:lnTo>
                <a:close/>
                <a:moveTo>
                  <a:pt x="66842" y="80903"/>
                </a:moveTo>
                <a:lnTo>
                  <a:pt x="66842" y="86976"/>
                </a:lnTo>
                <a:lnTo>
                  <a:pt x="60758" y="86976"/>
                </a:lnTo>
                <a:lnTo>
                  <a:pt x="60758" y="80903"/>
                </a:lnTo>
                <a:close/>
                <a:moveTo>
                  <a:pt x="73902" y="80903"/>
                </a:moveTo>
                <a:lnTo>
                  <a:pt x="73902" y="86976"/>
                </a:lnTo>
                <a:lnTo>
                  <a:pt x="67818" y="86976"/>
                </a:lnTo>
                <a:lnTo>
                  <a:pt x="67818" y="80903"/>
                </a:lnTo>
                <a:close/>
                <a:moveTo>
                  <a:pt x="80951" y="80903"/>
                </a:moveTo>
                <a:lnTo>
                  <a:pt x="80951" y="86976"/>
                </a:lnTo>
                <a:lnTo>
                  <a:pt x="74879" y="86976"/>
                </a:lnTo>
                <a:lnTo>
                  <a:pt x="74879" y="80903"/>
                </a:lnTo>
                <a:close/>
                <a:moveTo>
                  <a:pt x="88011" y="80903"/>
                </a:moveTo>
                <a:lnTo>
                  <a:pt x="88011" y="86976"/>
                </a:lnTo>
                <a:lnTo>
                  <a:pt x="81927" y="86976"/>
                </a:lnTo>
                <a:lnTo>
                  <a:pt x="81927" y="80903"/>
                </a:lnTo>
                <a:close/>
                <a:moveTo>
                  <a:pt x="95060" y="80903"/>
                </a:moveTo>
                <a:lnTo>
                  <a:pt x="95060" y="86976"/>
                </a:lnTo>
                <a:lnTo>
                  <a:pt x="88988" y="86976"/>
                </a:lnTo>
                <a:lnTo>
                  <a:pt x="88988" y="80903"/>
                </a:lnTo>
                <a:close/>
                <a:moveTo>
                  <a:pt x="102120" y="80903"/>
                </a:moveTo>
                <a:lnTo>
                  <a:pt x="102120" y="86976"/>
                </a:lnTo>
                <a:lnTo>
                  <a:pt x="96036" y="86976"/>
                </a:lnTo>
                <a:lnTo>
                  <a:pt x="96036" y="80903"/>
                </a:lnTo>
                <a:close/>
                <a:moveTo>
                  <a:pt x="109169" y="80903"/>
                </a:moveTo>
                <a:lnTo>
                  <a:pt x="109169" y="86976"/>
                </a:lnTo>
                <a:lnTo>
                  <a:pt x="103097" y="86976"/>
                </a:lnTo>
                <a:lnTo>
                  <a:pt x="103097" y="80903"/>
                </a:lnTo>
                <a:close/>
                <a:moveTo>
                  <a:pt x="116229" y="80903"/>
                </a:moveTo>
                <a:lnTo>
                  <a:pt x="116229" y="86976"/>
                </a:lnTo>
                <a:lnTo>
                  <a:pt x="110157" y="86976"/>
                </a:lnTo>
                <a:lnTo>
                  <a:pt x="110157" y="80903"/>
                </a:lnTo>
                <a:close/>
                <a:moveTo>
                  <a:pt x="123278" y="80903"/>
                </a:moveTo>
                <a:lnTo>
                  <a:pt x="123278" y="86976"/>
                </a:lnTo>
                <a:lnTo>
                  <a:pt x="117205" y="86976"/>
                </a:lnTo>
                <a:lnTo>
                  <a:pt x="117205" y="80903"/>
                </a:lnTo>
                <a:close/>
                <a:moveTo>
                  <a:pt x="130338" y="80903"/>
                </a:moveTo>
                <a:lnTo>
                  <a:pt x="130338" y="86976"/>
                </a:lnTo>
                <a:lnTo>
                  <a:pt x="124254" y="86976"/>
                </a:lnTo>
                <a:lnTo>
                  <a:pt x="124254" y="80903"/>
                </a:lnTo>
                <a:close/>
                <a:moveTo>
                  <a:pt x="137387" y="80903"/>
                </a:moveTo>
                <a:lnTo>
                  <a:pt x="137387" y="86976"/>
                </a:lnTo>
                <a:lnTo>
                  <a:pt x="131314" y="86976"/>
                </a:lnTo>
                <a:lnTo>
                  <a:pt x="131314" y="80903"/>
                </a:lnTo>
                <a:close/>
                <a:moveTo>
                  <a:pt x="144447" y="80903"/>
                </a:moveTo>
                <a:lnTo>
                  <a:pt x="144447" y="86976"/>
                </a:lnTo>
                <a:lnTo>
                  <a:pt x="138375" y="86976"/>
                </a:lnTo>
                <a:lnTo>
                  <a:pt x="138375" y="80903"/>
                </a:lnTo>
                <a:close/>
                <a:moveTo>
                  <a:pt x="151495" y="80903"/>
                </a:moveTo>
                <a:lnTo>
                  <a:pt x="151495" y="86976"/>
                </a:lnTo>
                <a:lnTo>
                  <a:pt x="145423" y="86976"/>
                </a:lnTo>
                <a:lnTo>
                  <a:pt x="145423" y="80903"/>
                </a:lnTo>
                <a:close/>
                <a:moveTo>
                  <a:pt x="158556" y="80903"/>
                </a:moveTo>
                <a:lnTo>
                  <a:pt x="158556" y="86976"/>
                </a:lnTo>
                <a:lnTo>
                  <a:pt x="152484" y="86976"/>
                </a:lnTo>
                <a:lnTo>
                  <a:pt x="152484" y="80903"/>
                </a:lnTo>
                <a:close/>
                <a:moveTo>
                  <a:pt x="165604" y="80903"/>
                </a:moveTo>
                <a:lnTo>
                  <a:pt x="165604" y="86976"/>
                </a:lnTo>
                <a:lnTo>
                  <a:pt x="159532" y="86976"/>
                </a:lnTo>
                <a:lnTo>
                  <a:pt x="159532" y="80903"/>
                </a:lnTo>
                <a:close/>
                <a:moveTo>
                  <a:pt x="172665" y="80903"/>
                </a:moveTo>
                <a:lnTo>
                  <a:pt x="172665" y="86976"/>
                </a:lnTo>
                <a:lnTo>
                  <a:pt x="166581" y="86976"/>
                </a:lnTo>
                <a:lnTo>
                  <a:pt x="166581" y="80903"/>
                </a:lnTo>
                <a:close/>
                <a:moveTo>
                  <a:pt x="179713" y="80903"/>
                </a:moveTo>
                <a:lnTo>
                  <a:pt x="179713" y="86976"/>
                </a:lnTo>
                <a:lnTo>
                  <a:pt x="173641" y="86976"/>
                </a:lnTo>
                <a:lnTo>
                  <a:pt x="173641" y="80903"/>
                </a:lnTo>
                <a:close/>
                <a:moveTo>
                  <a:pt x="186774" y="80903"/>
                </a:moveTo>
                <a:lnTo>
                  <a:pt x="186774" y="86976"/>
                </a:lnTo>
                <a:lnTo>
                  <a:pt x="180702" y="86976"/>
                </a:lnTo>
                <a:lnTo>
                  <a:pt x="180702" y="80903"/>
                </a:lnTo>
                <a:close/>
                <a:moveTo>
                  <a:pt x="193822" y="80903"/>
                </a:moveTo>
                <a:lnTo>
                  <a:pt x="193822" y="86976"/>
                </a:lnTo>
                <a:lnTo>
                  <a:pt x="187750" y="86976"/>
                </a:lnTo>
                <a:lnTo>
                  <a:pt x="187750" y="80903"/>
                </a:lnTo>
                <a:close/>
                <a:moveTo>
                  <a:pt x="200883" y="80903"/>
                </a:moveTo>
                <a:lnTo>
                  <a:pt x="200883" y="86976"/>
                </a:lnTo>
                <a:lnTo>
                  <a:pt x="194810" y="86976"/>
                </a:lnTo>
                <a:lnTo>
                  <a:pt x="194810" y="80903"/>
                </a:lnTo>
                <a:close/>
                <a:moveTo>
                  <a:pt x="207931" y="80903"/>
                </a:moveTo>
                <a:lnTo>
                  <a:pt x="207931" y="86976"/>
                </a:lnTo>
                <a:lnTo>
                  <a:pt x="201859" y="86976"/>
                </a:lnTo>
                <a:lnTo>
                  <a:pt x="201859" y="80903"/>
                </a:lnTo>
                <a:close/>
                <a:moveTo>
                  <a:pt x="214992" y="80903"/>
                </a:moveTo>
                <a:lnTo>
                  <a:pt x="214992" y="86976"/>
                </a:lnTo>
                <a:lnTo>
                  <a:pt x="208919" y="86976"/>
                </a:lnTo>
                <a:lnTo>
                  <a:pt x="208919" y="80903"/>
                </a:lnTo>
                <a:close/>
                <a:moveTo>
                  <a:pt x="222052" y="80903"/>
                </a:moveTo>
                <a:lnTo>
                  <a:pt x="222052" y="86976"/>
                </a:lnTo>
                <a:lnTo>
                  <a:pt x="215968" y="86976"/>
                </a:lnTo>
                <a:lnTo>
                  <a:pt x="215968" y="80903"/>
                </a:lnTo>
                <a:close/>
                <a:moveTo>
                  <a:pt x="229100" y="80903"/>
                </a:moveTo>
                <a:lnTo>
                  <a:pt x="229100" y="86976"/>
                </a:lnTo>
                <a:lnTo>
                  <a:pt x="223028" y="86976"/>
                </a:lnTo>
                <a:lnTo>
                  <a:pt x="223028" y="80903"/>
                </a:lnTo>
                <a:close/>
                <a:moveTo>
                  <a:pt x="236161" y="80903"/>
                </a:moveTo>
                <a:lnTo>
                  <a:pt x="236161" y="86976"/>
                </a:lnTo>
                <a:lnTo>
                  <a:pt x="230077" y="86976"/>
                </a:lnTo>
                <a:lnTo>
                  <a:pt x="230077" y="80903"/>
                </a:lnTo>
                <a:close/>
                <a:moveTo>
                  <a:pt x="243209" y="80903"/>
                </a:moveTo>
                <a:lnTo>
                  <a:pt x="243209" y="86976"/>
                </a:lnTo>
                <a:lnTo>
                  <a:pt x="237137" y="86976"/>
                </a:lnTo>
                <a:lnTo>
                  <a:pt x="237137" y="80903"/>
                </a:lnTo>
                <a:close/>
                <a:moveTo>
                  <a:pt x="250270" y="80903"/>
                </a:moveTo>
                <a:lnTo>
                  <a:pt x="250270" y="86976"/>
                </a:lnTo>
                <a:lnTo>
                  <a:pt x="244198" y="86976"/>
                </a:lnTo>
                <a:lnTo>
                  <a:pt x="244198" y="80903"/>
                </a:lnTo>
                <a:close/>
                <a:moveTo>
                  <a:pt x="257318" y="80903"/>
                </a:moveTo>
                <a:lnTo>
                  <a:pt x="257318" y="86976"/>
                </a:lnTo>
                <a:lnTo>
                  <a:pt x="251246" y="86976"/>
                </a:lnTo>
                <a:lnTo>
                  <a:pt x="251246" y="80903"/>
                </a:lnTo>
                <a:close/>
                <a:moveTo>
                  <a:pt x="264379" y="80903"/>
                </a:moveTo>
                <a:lnTo>
                  <a:pt x="264379" y="86976"/>
                </a:lnTo>
                <a:lnTo>
                  <a:pt x="258306" y="86976"/>
                </a:lnTo>
                <a:lnTo>
                  <a:pt x="258306" y="80903"/>
                </a:lnTo>
                <a:close/>
                <a:moveTo>
                  <a:pt x="271427" y="80903"/>
                </a:moveTo>
                <a:lnTo>
                  <a:pt x="271427" y="86976"/>
                </a:lnTo>
                <a:lnTo>
                  <a:pt x="265355" y="86976"/>
                </a:lnTo>
                <a:lnTo>
                  <a:pt x="265355" y="80903"/>
                </a:lnTo>
                <a:close/>
                <a:moveTo>
                  <a:pt x="278488" y="80903"/>
                </a:moveTo>
                <a:lnTo>
                  <a:pt x="278488" y="86976"/>
                </a:lnTo>
                <a:lnTo>
                  <a:pt x="272415" y="86976"/>
                </a:lnTo>
                <a:lnTo>
                  <a:pt x="272415" y="80903"/>
                </a:lnTo>
                <a:close/>
                <a:moveTo>
                  <a:pt x="17443" y="87952"/>
                </a:moveTo>
                <a:lnTo>
                  <a:pt x="17443" y="94024"/>
                </a:lnTo>
                <a:lnTo>
                  <a:pt x="11371" y="94024"/>
                </a:lnTo>
                <a:lnTo>
                  <a:pt x="11371" y="87952"/>
                </a:lnTo>
                <a:close/>
                <a:moveTo>
                  <a:pt x="24503" y="87952"/>
                </a:moveTo>
                <a:lnTo>
                  <a:pt x="24503" y="94024"/>
                </a:lnTo>
                <a:lnTo>
                  <a:pt x="18431" y="94024"/>
                </a:lnTo>
                <a:lnTo>
                  <a:pt x="18431" y="87952"/>
                </a:lnTo>
                <a:close/>
                <a:moveTo>
                  <a:pt x="31564" y="87952"/>
                </a:moveTo>
                <a:lnTo>
                  <a:pt x="31564" y="94024"/>
                </a:lnTo>
                <a:lnTo>
                  <a:pt x="25492" y="94024"/>
                </a:lnTo>
                <a:lnTo>
                  <a:pt x="25492" y="87952"/>
                </a:lnTo>
                <a:close/>
                <a:moveTo>
                  <a:pt x="38612" y="87952"/>
                </a:moveTo>
                <a:lnTo>
                  <a:pt x="38612" y="94024"/>
                </a:lnTo>
                <a:lnTo>
                  <a:pt x="32540" y="94024"/>
                </a:lnTo>
                <a:lnTo>
                  <a:pt x="32540" y="87952"/>
                </a:lnTo>
                <a:close/>
                <a:moveTo>
                  <a:pt x="45673" y="87952"/>
                </a:moveTo>
                <a:lnTo>
                  <a:pt x="45673" y="94024"/>
                </a:lnTo>
                <a:lnTo>
                  <a:pt x="39601" y="94024"/>
                </a:lnTo>
                <a:lnTo>
                  <a:pt x="39601" y="87952"/>
                </a:lnTo>
                <a:close/>
                <a:moveTo>
                  <a:pt x="52721" y="87952"/>
                </a:moveTo>
                <a:lnTo>
                  <a:pt x="52721" y="94024"/>
                </a:lnTo>
                <a:lnTo>
                  <a:pt x="46649" y="94024"/>
                </a:lnTo>
                <a:lnTo>
                  <a:pt x="46649" y="87952"/>
                </a:lnTo>
                <a:close/>
                <a:moveTo>
                  <a:pt x="59782" y="87952"/>
                </a:moveTo>
                <a:lnTo>
                  <a:pt x="59782" y="94024"/>
                </a:lnTo>
                <a:lnTo>
                  <a:pt x="53709" y="94024"/>
                </a:lnTo>
                <a:lnTo>
                  <a:pt x="53709" y="87952"/>
                </a:lnTo>
                <a:close/>
                <a:moveTo>
                  <a:pt x="88011" y="87952"/>
                </a:moveTo>
                <a:lnTo>
                  <a:pt x="88011" y="94024"/>
                </a:lnTo>
                <a:lnTo>
                  <a:pt x="81927" y="94024"/>
                </a:lnTo>
                <a:lnTo>
                  <a:pt x="81927" y="87952"/>
                </a:lnTo>
                <a:close/>
                <a:moveTo>
                  <a:pt x="95060" y="87952"/>
                </a:moveTo>
                <a:lnTo>
                  <a:pt x="95060" y="94024"/>
                </a:lnTo>
                <a:lnTo>
                  <a:pt x="88988" y="94024"/>
                </a:lnTo>
                <a:lnTo>
                  <a:pt x="88988" y="87952"/>
                </a:lnTo>
                <a:close/>
                <a:moveTo>
                  <a:pt x="123278" y="87952"/>
                </a:moveTo>
                <a:lnTo>
                  <a:pt x="123278" y="94024"/>
                </a:lnTo>
                <a:lnTo>
                  <a:pt x="117205" y="94024"/>
                </a:lnTo>
                <a:lnTo>
                  <a:pt x="117205" y="87952"/>
                </a:lnTo>
                <a:close/>
                <a:moveTo>
                  <a:pt x="130338" y="87952"/>
                </a:moveTo>
                <a:lnTo>
                  <a:pt x="130338" y="94024"/>
                </a:lnTo>
                <a:lnTo>
                  <a:pt x="124254" y="94024"/>
                </a:lnTo>
                <a:lnTo>
                  <a:pt x="124254" y="87952"/>
                </a:lnTo>
                <a:close/>
                <a:moveTo>
                  <a:pt x="144447" y="87952"/>
                </a:moveTo>
                <a:lnTo>
                  <a:pt x="144447" y="94024"/>
                </a:lnTo>
                <a:lnTo>
                  <a:pt x="138375" y="94024"/>
                </a:lnTo>
                <a:lnTo>
                  <a:pt x="138375" y="87952"/>
                </a:lnTo>
                <a:close/>
                <a:moveTo>
                  <a:pt x="151495" y="87952"/>
                </a:moveTo>
                <a:lnTo>
                  <a:pt x="151495" y="94024"/>
                </a:lnTo>
                <a:lnTo>
                  <a:pt x="145423" y="94024"/>
                </a:lnTo>
                <a:lnTo>
                  <a:pt x="145423" y="87952"/>
                </a:lnTo>
                <a:close/>
                <a:moveTo>
                  <a:pt x="158556" y="87952"/>
                </a:moveTo>
                <a:lnTo>
                  <a:pt x="158556" y="94024"/>
                </a:lnTo>
                <a:lnTo>
                  <a:pt x="152484" y="94024"/>
                </a:lnTo>
                <a:lnTo>
                  <a:pt x="152484" y="87952"/>
                </a:lnTo>
                <a:close/>
                <a:moveTo>
                  <a:pt x="165604" y="87952"/>
                </a:moveTo>
                <a:lnTo>
                  <a:pt x="165604" y="94024"/>
                </a:lnTo>
                <a:lnTo>
                  <a:pt x="159532" y="94024"/>
                </a:lnTo>
                <a:lnTo>
                  <a:pt x="159532" y="87952"/>
                </a:lnTo>
                <a:close/>
                <a:moveTo>
                  <a:pt x="172665" y="87952"/>
                </a:moveTo>
                <a:lnTo>
                  <a:pt x="172665" y="94024"/>
                </a:lnTo>
                <a:lnTo>
                  <a:pt x="166581" y="94024"/>
                </a:lnTo>
                <a:lnTo>
                  <a:pt x="166581" y="87952"/>
                </a:lnTo>
                <a:close/>
                <a:moveTo>
                  <a:pt x="179713" y="87952"/>
                </a:moveTo>
                <a:lnTo>
                  <a:pt x="179713" y="94024"/>
                </a:lnTo>
                <a:lnTo>
                  <a:pt x="173641" y="94024"/>
                </a:lnTo>
                <a:lnTo>
                  <a:pt x="173641" y="87952"/>
                </a:lnTo>
                <a:close/>
                <a:moveTo>
                  <a:pt x="186774" y="87952"/>
                </a:moveTo>
                <a:lnTo>
                  <a:pt x="186774" y="94024"/>
                </a:lnTo>
                <a:lnTo>
                  <a:pt x="180702" y="94024"/>
                </a:lnTo>
                <a:lnTo>
                  <a:pt x="180702" y="87952"/>
                </a:lnTo>
                <a:close/>
                <a:moveTo>
                  <a:pt x="193822" y="87952"/>
                </a:moveTo>
                <a:lnTo>
                  <a:pt x="193822" y="94024"/>
                </a:lnTo>
                <a:lnTo>
                  <a:pt x="187750" y="94024"/>
                </a:lnTo>
                <a:lnTo>
                  <a:pt x="187750" y="87952"/>
                </a:lnTo>
                <a:close/>
                <a:moveTo>
                  <a:pt x="200883" y="87952"/>
                </a:moveTo>
                <a:lnTo>
                  <a:pt x="200883" y="94024"/>
                </a:lnTo>
                <a:lnTo>
                  <a:pt x="194810" y="94024"/>
                </a:lnTo>
                <a:lnTo>
                  <a:pt x="194810" y="87952"/>
                </a:lnTo>
                <a:close/>
                <a:moveTo>
                  <a:pt x="207931" y="87952"/>
                </a:moveTo>
                <a:lnTo>
                  <a:pt x="207931" y="94024"/>
                </a:lnTo>
                <a:lnTo>
                  <a:pt x="201859" y="94024"/>
                </a:lnTo>
                <a:lnTo>
                  <a:pt x="201859" y="87952"/>
                </a:lnTo>
                <a:close/>
                <a:moveTo>
                  <a:pt x="214992" y="87952"/>
                </a:moveTo>
                <a:lnTo>
                  <a:pt x="214992" y="94024"/>
                </a:lnTo>
                <a:lnTo>
                  <a:pt x="208919" y="94024"/>
                </a:lnTo>
                <a:lnTo>
                  <a:pt x="208919" y="87952"/>
                </a:lnTo>
                <a:close/>
                <a:moveTo>
                  <a:pt x="222052" y="87952"/>
                </a:moveTo>
                <a:lnTo>
                  <a:pt x="222052" y="94024"/>
                </a:lnTo>
                <a:lnTo>
                  <a:pt x="215968" y="94024"/>
                </a:lnTo>
                <a:lnTo>
                  <a:pt x="215968" y="87952"/>
                </a:lnTo>
                <a:close/>
                <a:moveTo>
                  <a:pt x="229100" y="87952"/>
                </a:moveTo>
                <a:lnTo>
                  <a:pt x="229100" y="94024"/>
                </a:lnTo>
                <a:lnTo>
                  <a:pt x="223028" y="94024"/>
                </a:lnTo>
                <a:lnTo>
                  <a:pt x="223028" y="87952"/>
                </a:lnTo>
                <a:close/>
                <a:moveTo>
                  <a:pt x="236161" y="87952"/>
                </a:moveTo>
                <a:lnTo>
                  <a:pt x="236161" y="94024"/>
                </a:lnTo>
                <a:lnTo>
                  <a:pt x="230077" y="94024"/>
                </a:lnTo>
                <a:lnTo>
                  <a:pt x="230077" y="87952"/>
                </a:lnTo>
                <a:close/>
                <a:moveTo>
                  <a:pt x="243209" y="87952"/>
                </a:moveTo>
                <a:lnTo>
                  <a:pt x="243209" y="94024"/>
                </a:lnTo>
                <a:lnTo>
                  <a:pt x="237137" y="94024"/>
                </a:lnTo>
                <a:lnTo>
                  <a:pt x="237137" y="87952"/>
                </a:lnTo>
                <a:close/>
                <a:moveTo>
                  <a:pt x="250270" y="87952"/>
                </a:moveTo>
                <a:lnTo>
                  <a:pt x="250270" y="94024"/>
                </a:lnTo>
                <a:lnTo>
                  <a:pt x="244198" y="94024"/>
                </a:lnTo>
                <a:lnTo>
                  <a:pt x="244198" y="87952"/>
                </a:lnTo>
                <a:close/>
                <a:moveTo>
                  <a:pt x="257318" y="87952"/>
                </a:moveTo>
                <a:lnTo>
                  <a:pt x="257318" y="94024"/>
                </a:lnTo>
                <a:lnTo>
                  <a:pt x="251246" y="94024"/>
                </a:lnTo>
                <a:lnTo>
                  <a:pt x="251246" y="87952"/>
                </a:lnTo>
                <a:close/>
                <a:moveTo>
                  <a:pt x="264379" y="87952"/>
                </a:moveTo>
                <a:lnTo>
                  <a:pt x="264379" y="94024"/>
                </a:lnTo>
                <a:lnTo>
                  <a:pt x="258306" y="94024"/>
                </a:lnTo>
                <a:lnTo>
                  <a:pt x="258306" y="87952"/>
                </a:lnTo>
                <a:close/>
                <a:moveTo>
                  <a:pt x="271427" y="87952"/>
                </a:moveTo>
                <a:lnTo>
                  <a:pt x="271427" y="94024"/>
                </a:lnTo>
                <a:lnTo>
                  <a:pt x="265355" y="94024"/>
                </a:lnTo>
                <a:lnTo>
                  <a:pt x="265355" y="87952"/>
                </a:lnTo>
                <a:close/>
                <a:moveTo>
                  <a:pt x="278488" y="87952"/>
                </a:moveTo>
                <a:lnTo>
                  <a:pt x="278488" y="94024"/>
                </a:lnTo>
                <a:lnTo>
                  <a:pt x="272415" y="94024"/>
                </a:lnTo>
                <a:lnTo>
                  <a:pt x="272415" y="87952"/>
                </a:lnTo>
                <a:close/>
                <a:moveTo>
                  <a:pt x="66842" y="87952"/>
                </a:moveTo>
                <a:lnTo>
                  <a:pt x="66842" y="94036"/>
                </a:lnTo>
                <a:lnTo>
                  <a:pt x="60758" y="94036"/>
                </a:lnTo>
                <a:lnTo>
                  <a:pt x="60758" y="87952"/>
                </a:lnTo>
                <a:close/>
                <a:moveTo>
                  <a:pt x="73902" y="87952"/>
                </a:moveTo>
                <a:lnTo>
                  <a:pt x="73902" y="94036"/>
                </a:lnTo>
                <a:lnTo>
                  <a:pt x="67818" y="94036"/>
                </a:lnTo>
                <a:lnTo>
                  <a:pt x="67818" y="87952"/>
                </a:lnTo>
                <a:close/>
                <a:moveTo>
                  <a:pt x="80951" y="87952"/>
                </a:moveTo>
                <a:lnTo>
                  <a:pt x="80951" y="94036"/>
                </a:lnTo>
                <a:lnTo>
                  <a:pt x="74879" y="94036"/>
                </a:lnTo>
                <a:lnTo>
                  <a:pt x="74879" y="87952"/>
                </a:lnTo>
                <a:close/>
                <a:moveTo>
                  <a:pt x="102120" y="87952"/>
                </a:moveTo>
                <a:lnTo>
                  <a:pt x="102120" y="94036"/>
                </a:lnTo>
                <a:lnTo>
                  <a:pt x="96036" y="94036"/>
                </a:lnTo>
                <a:lnTo>
                  <a:pt x="96036" y="87952"/>
                </a:lnTo>
                <a:close/>
                <a:moveTo>
                  <a:pt x="103097" y="87952"/>
                </a:moveTo>
                <a:lnTo>
                  <a:pt x="109169" y="87964"/>
                </a:lnTo>
                <a:lnTo>
                  <a:pt x="109169" y="94036"/>
                </a:lnTo>
                <a:lnTo>
                  <a:pt x="103097" y="94036"/>
                </a:lnTo>
                <a:lnTo>
                  <a:pt x="103097" y="87952"/>
                </a:lnTo>
                <a:close/>
                <a:moveTo>
                  <a:pt x="110157" y="87952"/>
                </a:moveTo>
                <a:lnTo>
                  <a:pt x="116229" y="87964"/>
                </a:lnTo>
                <a:lnTo>
                  <a:pt x="116229" y="94036"/>
                </a:lnTo>
                <a:lnTo>
                  <a:pt x="110157" y="94036"/>
                </a:lnTo>
                <a:lnTo>
                  <a:pt x="110157" y="87952"/>
                </a:lnTo>
                <a:close/>
                <a:moveTo>
                  <a:pt x="137387" y="87952"/>
                </a:moveTo>
                <a:lnTo>
                  <a:pt x="137387" y="94036"/>
                </a:lnTo>
                <a:lnTo>
                  <a:pt x="131314" y="94036"/>
                </a:lnTo>
                <a:lnTo>
                  <a:pt x="131314" y="87952"/>
                </a:lnTo>
                <a:close/>
                <a:moveTo>
                  <a:pt x="17443" y="95012"/>
                </a:moveTo>
                <a:lnTo>
                  <a:pt x="17443" y="101085"/>
                </a:lnTo>
                <a:lnTo>
                  <a:pt x="11371" y="101085"/>
                </a:lnTo>
                <a:lnTo>
                  <a:pt x="11371" y="95012"/>
                </a:lnTo>
                <a:close/>
                <a:moveTo>
                  <a:pt x="24503" y="95012"/>
                </a:moveTo>
                <a:lnTo>
                  <a:pt x="24503" y="101085"/>
                </a:lnTo>
                <a:lnTo>
                  <a:pt x="18431" y="101085"/>
                </a:lnTo>
                <a:lnTo>
                  <a:pt x="18431" y="95012"/>
                </a:lnTo>
                <a:close/>
                <a:moveTo>
                  <a:pt x="31564" y="95012"/>
                </a:moveTo>
                <a:lnTo>
                  <a:pt x="31564" y="101085"/>
                </a:lnTo>
                <a:lnTo>
                  <a:pt x="25492" y="101085"/>
                </a:lnTo>
                <a:lnTo>
                  <a:pt x="25492" y="95012"/>
                </a:lnTo>
                <a:close/>
                <a:moveTo>
                  <a:pt x="38612" y="95012"/>
                </a:moveTo>
                <a:lnTo>
                  <a:pt x="38612" y="101085"/>
                </a:lnTo>
                <a:lnTo>
                  <a:pt x="32540" y="101085"/>
                </a:lnTo>
                <a:lnTo>
                  <a:pt x="32540" y="95012"/>
                </a:lnTo>
                <a:close/>
                <a:moveTo>
                  <a:pt x="45673" y="95012"/>
                </a:moveTo>
                <a:lnTo>
                  <a:pt x="45673" y="101085"/>
                </a:lnTo>
                <a:lnTo>
                  <a:pt x="39601" y="101085"/>
                </a:lnTo>
                <a:lnTo>
                  <a:pt x="39601" y="95012"/>
                </a:lnTo>
                <a:close/>
                <a:moveTo>
                  <a:pt x="52721" y="95012"/>
                </a:moveTo>
                <a:lnTo>
                  <a:pt x="52721" y="101085"/>
                </a:lnTo>
                <a:lnTo>
                  <a:pt x="46649" y="101085"/>
                </a:lnTo>
                <a:lnTo>
                  <a:pt x="46649" y="95012"/>
                </a:lnTo>
                <a:close/>
                <a:moveTo>
                  <a:pt x="59782" y="95012"/>
                </a:moveTo>
                <a:lnTo>
                  <a:pt x="59782" y="101085"/>
                </a:lnTo>
                <a:lnTo>
                  <a:pt x="53709" y="101085"/>
                </a:lnTo>
                <a:lnTo>
                  <a:pt x="53709" y="95012"/>
                </a:lnTo>
                <a:close/>
                <a:moveTo>
                  <a:pt x="66842" y="95012"/>
                </a:moveTo>
                <a:lnTo>
                  <a:pt x="66842" y="101085"/>
                </a:lnTo>
                <a:lnTo>
                  <a:pt x="60758" y="101085"/>
                </a:lnTo>
                <a:lnTo>
                  <a:pt x="60758" y="95012"/>
                </a:lnTo>
                <a:close/>
                <a:moveTo>
                  <a:pt x="73902" y="95012"/>
                </a:moveTo>
                <a:lnTo>
                  <a:pt x="73902" y="101085"/>
                </a:lnTo>
                <a:lnTo>
                  <a:pt x="67818" y="101085"/>
                </a:lnTo>
                <a:lnTo>
                  <a:pt x="67818" y="95012"/>
                </a:lnTo>
                <a:close/>
                <a:moveTo>
                  <a:pt x="80951" y="95012"/>
                </a:moveTo>
                <a:lnTo>
                  <a:pt x="80951" y="101085"/>
                </a:lnTo>
                <a:lnTo>
                  <a:pt x="74879" y="101085"/>
                </a:lnTo>
                <a:lnTo>
                  <a:pt x="74879" y="95012"/>
                </a:lnTo>
                <a:close/>
                <a:moveTo>
                  <a:pt x="88011" y="95012"/>
                </a:moveTo>
                <a:lnTo>
                  <a:pt x="88011" y="101085"/>
                </a:lnTo>
                <a:lnTo>
                  <a:pt x="81927" y="101085"/>
                </a:lnTo>
                <a:lnTo>
                  <a:pt x="81927" y="95012"/>
                </a:lnTo>
                <a:close/>
                <a:moveTo>
                  <a:pt x="95060" y="95012"/>
                </a:moveTo>
                <a:lnTo>
                  <a:pt x="95060" y="101085"/>
                </a:lnTo>
                <a:lnTo>
                  <a:pt x="88988" y="101085"/>
                </a:lnTo>
                <a:lnTo>
                  <a:pt x="88988" y="95012"/>
                </a:lnTo>
                <a:close/>
                <a:moveTo>
                  <a:pt x="102120" y="95012"/>
                </a:moveTo>
                <a:lnTo>
                  <a:pt x="102120" y="101085"/>
                </a:lnTo>
                <a:lnTo>
                  <a:pt x="96036" y="101085"/>
                </a:lnTo>
                <a:lnTo>
                  <a:pt x="96036" y="95012"/>
                </a:lnTo>
                <a:close/>
                <a:moveTo>
                  <a:pt x="109169" y="95012"/>
                </a:moveTo>
                <a:lnTo>
                  <a:pt x="109169" y="101085"/>
                </a:lnTo>
                <a:lnTo>
                  <a:pt x="103097" y="101085"/>
                </a:lnTo>
                <a:lnTo>
                  <a:pt x="103097" y="95012"/>
                </a:lnTo>
                <a:close/>
                <a:moveTo>
                  <a:pt x="116229" y="95012"/>
                </a:moveTo>
                <a:lnTo>
                  <a:pt x="116229" y="101085"/>
                </a:lnTo>
                <a:lnTo>
                  <a:pt x="110157" y="101085"/>
                </a:lnTo>
                <a:lnTo>
                  <a:pt x="110157" y="95012"/>
                </a:lnTo>
                <a:close/>
                <a:moveTo>
                  <a:pt x="123278" y="95012"/>
                </a:moveTo>
                <a:lnTo>
                  <a:pt x="123278" y="101085"/>
                </a:lnTo>
                <a:lnTo>
                  <a:pt x="117205" y="101085"/>
                </a:lnTo>
                <a:lnTo>
                  <a:pt x="117205" y="95012"/>
                </a:lnTo>
                <a:close/>
                <a:moveTo>
                  <a:pt x="130338" y="95012"/>
                </a:moveTo>
                <a:lnTo>
                  <a:pt x="130338" y="101085"/>
                </a:lnTo>
                <a:lnTo>
                  <a:pt x="124254" y="101085"/>
                </a:lnTo>
                <a:lnTo>
                  <a:pt x="124254" y="95012"/>
                </a:lnTo>
                <a:close/>
                <a:moveTo>
                  <a:pt x="137387" y="95012"/>
                </a:moveTo>
                <a:lnTo>
                  <a:pt x="137387" y="101085"/>
                </a:lnTo>
                <a:lnTo>
                  <a:pt x="131314" y="101085"/>
                </a:lnTo>
                <a:lnTo>
                  <a:pt x="131314" y="95012"/>
                </a:lnTo>
                <a:close/>
                <a:moveTo>
                  <a:pt x="144447" y="95012"/>
                </a:moveTo>
                <a:lnTo>
                  <a:pt x="144447" y="101085"/>
                </a:lnTo>
                <a:lnTo>
                  <a:pt x="138375" y="101085"/>
                </a:lnTo>
                <a:lnTo>
                  <a:pt x="138375" y="95012"/>
                </a:lnTo>
                <a:close/>
                <a:moveTo>
                  <a:pt x="151495" y="95012"/>
                </a:moveTo>
                <a:lnTo>
                  <a:pt x="151495" y="101085"/>
                </a:lnTo>
                <a:lnTo>
                  <a:pt x="145423" y="101085"/>
                </a:lnTo>
                <a:lnTo>
                  <a:pt x="145423" y="95012"/>
                </a:lnTo>
                <a:close/>
                <a:moveTo>
                  <a:pt x="158556" y="95012"/>
                </a:moveTo>
                <a:lnTo>
                  <a:pt x="158556" y="101085"/>
                </a:lnTo>
                <a:lnTo>
                  <a:pt x="152484" y="101085"/>
                </a:lnTo>
                <a:lnTo>
                  <a:pt x="152484" y="95012"/>
                </a:lnTo>
                <a:close/>
                <a:moveTo>
                  <a:pt x="165604" y="95012"/>
                </a:moveTo>
                <a:lnTo>
                  <a:pt x="165604" y="101085"/>
                </a:lnTo>
                <a:lnTo>
                  <a:pt x="159532" y="101085"/>
                </a:lnTo>
                <a:lnTo>
                  <a:pt x="159532" y="95012"/>
                </a:lnTo>
                <a:close/>
                <a:moveTo>
                  <a:pt x="172665" y="95012"/>
                </a:moveTo>
                <a:lnTo>
                  <a:pt x="172665" y="101085"/>
                </a:lnTo>
                <a:lnTo>
                  <a:pt x="166581" y="101085"/>
                </a:lnTo>
                <a:lnTo>
                  <a:pt x="166581" y="95012"/>
                </a:lnTo>
                <a:close/>
                <a:moveTo>
                  <a:pt x="179713" y="95012"/>
                </a:moveTo>
                <a:lnTo>
                  <a:pt x="179713" y="101085"/>
                </a:lnTo>
                <a:lnTo>
                  <a:pt x="173641" y="101085"/>
                </a:lnTo>
                <a:lnTo>
                  <a:pt x="173641" y="95012"/>
                </a:lnTo>
                <a:close/>
                <a:moveTo>
                  <a:pt x="186774" y="95012"/>
                </a:moveTo>
                <a:lnTo>
                  <a:pt x="186774" y="101085"/>
                </a:lnTo>
                <a:lnTo>
                  <a:pt x="180702" y="101085"/>
                </a:lnTo>
                <a:lnTo>
                  <a:pt x="180702" y="95012"/>
                </a:lnTo>
                <a:close/>
                <a:moveTo>
                  <a:pt x="193822" y="95012"/>
                </a:moveTo>
                <a:lnTo>
                  <a:pt x="193822" y="101085"/>
                </a:lnTo>
                <a:lnTo>
                  <a:pt x="187750" y="101085"/>
                </a:lnTo>
                <a:lnTo>
                  <a:pt x="187750" y="95012"/>
                </a:lnTo>
                <a:close/>
                <a:moveTo>
                  <a:pt x="200883" y="95012"/>
                </a:moveTo>
                <a:lnTo>
                  <a:pt x="200883" y="101085"/>
                </a:lnTo>
                <a:lnTo>
                  <a:pt x="194810" y="101085"/>
                </a:lnTo>
                <a:lnTo>
                  <a:pt x="194810" y="95012"/>
                </a:lnTo>
                <a:close/>
                <a:moveTo>
                  <a:pt x="207931" y="95012"/>
                </a:moveTo>
                <a:lnTo>
                  <a:pt x="207931" y="101085"/>
                </a:lnTo>
                <a:lnTo>
                  <a:pt x="201859" y="101085"/>
                </a:lnTo>
                <a:lnTo>
                  <a:pt x="201859" y="95012"/>
                </a:lnTo>
                <a:close/>
                <a:moveTo>
                  <a:pt x="214992" y="95012"/>
                </a:moveTo>
                <a:lnTo>
                  <a:pt x="214992" y="101085"/>
                </a:lnTo>
                <a:lnTo>
                  <a:pt x="208919" y="101085"/>
                </a:lnTo>
                <a:lnTo>
                  <a:pt x="208919" y="95012"/>
                </a:lnTo>
                <a:close/>
                <a:moveTo>
                  <a:pt x="222052" y="95012"/>
                </a:moveTo>
                <a:lnTo>
                  <a:pt x="222052" y="101085"/>
                </a:lnTo>
                <a:lnTo>
                  <a:pt x="215968" y="101085"/>
                </a:lnTo>
                <a:lnTo>
                  <a:pt x="215968" y="95012"/>
                </a:lnTo>
                <a:close/>
                <a:moveTo>
                  <a:pt x="229100" y="95012"/>
                </a:moveTo>
                <a:lnTo>
                  <a:pt x="229100" y="101085"/>
                </a:lnTo>
                <a:lnTo>
                  <a:pt x="223028" y="101085"/>
                </a:lnTo>
                <a:lnTo>
                  <a:pt x="223028" y="95012"/>
                </a:lnTo>
                <a:close/>
                <a:moveTo>
                  <a:pt x="236161" y="95012"/>
                </a:moveTo>
                <a:lnTo>
                  <a:pt x="236161" y="101085"/>
                </a:lnTo>
                <a:lnTo>
                  <a:pt x="230077" y="101085"/>
                </a:lnTo>
                <a:lnTo>
                  <a:pt x="230077" y="95012"/>
                </a:lnTo>
                <a:close/>
                <a:moveTo>
                  <a:pt x="243209" y="95012"/>
                </a:moveTo>
                <a:lnTo>
                  <a:pt x="243209" y="101085"/>
                </a:lnTo>
                <a:lnTo>
                  <a:pt x="237137" y="101085"/>
                </a:lnTo>
                <a:lnTo>
                  <a:pt x="237137" y="95012"/>
                </a:lnTo>
                <a:close/>
                <a:moveTo>
                  <a:pt x="250270" y="95012"/>
                </a:moveTo>
                <a:lnTo>
                  <a:pt x="250270" y="101085"/>
                </a:lnTo>
                <a:lnTo>
                  <a:pt x="244198" y="101085"/>
                </a:lnTo>
                <a:lnTo>
                  <a:pt x="244198" y="95012"/>
                </a:lnTo>
                <a:close/>
                <a:moveTo>
                  <a:pt x="257318" y="95012"/>
                </a:moveTo>
                <a:lnTo>
                  <a:pt x="257318" y="101085"/>
                </a:lnTo>
                <a:lnTo>
                  <a:pt x="251246" y="101085"/>
                </a:lnTo>
                <a:lnTo>
                  <a:pt x="251246" y="95012"/>
                </a:lnTo>
                <a:close/>
                <a:moveTo>
                  <a:pt x="264379" y="95012"/>
                </a:moveTo>
                <a:lnTo>
                  <a:pt x="264379" y="101085"/>
                </a:lnTo>
                <a:lnTo>
                  <a:pt x="258306" y="101085"/>
                </a:lnTo>
                <a:lnTo>
                  <a:pt x="258306" y="95012"/>
                </a:lnTo>
                <a:close/>
                <a:moveTo>
                  <a:pt x="271427" y="95012"/>
                </a:moveTo>
                <a:lnTo>
                  <a:pt x="271427" y="101085"/>
                </a:lnTo>
                <a:lnTo>
                  <a:pt x="265355" y="101085"/>
                </a:lnTo>
                <a:lnTo>
                  <a:pt x="265355" y="95012"/>
                </a:lnTo>
                <a:close/>
                <a:moveTo>
                  <a:pt x="278488" y="95012"/>
                </a:moveTo>
                <a:lnTo>
                  <a:pt x="278488" y="101085"/>
                </a:lnTo>
                <a:lnTo>
                  <a:pt x="272415" y="101085"/>
                </a:lnTo>
                <a:lnTo>
                  <a:pt x="272415" y="95012"/>
                </a:lnTo>
                <a:close/>
                <a:moveTo>
                  <a:pt x="17443" y="102061"/>
                </a:moveTo>
                <a:lnTo>
                  <a:pt x="17443" y="108145"/>
                </a:lnTo>
                <a:lnTo>
                  <a:pt x="11371" y="108145"/>
                </a:lnTo>
                <a:lnTo>
                  <a:pt x="11371" y="102061"/>
                </a:lnTo>
                <a:close/>
                <a:moveTo>
                  <a:pt x="24503" y="102061"/>
                </a:moveTo>
                <a:lnTo>
                  <a:pt x="24503" y="108145"/>
                </a:lnTo>
                <a:lnTo>
                  <a:pt x="18431" y="108145"/>
                </a:lnTo>
                <a:lnTo>
                  <a:pt x="18431" y="102061"/>
                </a:lnTo>
                <a:close/>
                <a:moveTo>
                  <a:pt x="31564" y="102061"/>
                </a:moveTo>
                <a:lnTo>
                  <a:pt x="31564" y="108145"/>
                </a:lnTo>
                <a:lnTo>
                  <a:pt x="25492" y="108145"/>
                </a:lnTo>
                <a:lnTo>
                  <a:pt x="25492" y="102061"/>
                </a:lnTo>
                <a:close/>
                <a:moveTo>
                  <a:pt x="38612" y="102061"/>
                </a:moveTo>
                <a:lnTo>
                  <a:pt x="38612" y="108145"/>
                </a:lnTo>
                <a:lnTo>
                  <a:pt x="32540" y="108145"/>
                </a:lnTo>
                <a:lnTo>
                  <a:pt x="32540" y="102061"/>
                </a:lnTo>
                <a:close/>
                <a:moveTo>
                  <a:pt x="45673" y="102061"/>
                </a:moveTo>
                <a:lnTo>
                  <a:pt x="45673" y="108145"/>
                </a:lnTo>
                <a:lnTo>
                  <a:pt x="39601" y="108145"/>
                </a:lnTo>
                <a:lnTo>
                  <a:pt x="39601" y="102061"/>
                </a:lnTo>
                <a:close/>
                <a:moveTo>
                  <a:pt x="52721" y="102061"/>
                </a:moveTo>
                <a:lnTo>
                  <a:pt x="52721" y="108145"/>
                </a:lnTo>
                <a:lnTo>
                  <a:pt x="46649" y="108145"/>
                </a:lnTo>
                <a:lnTo>
                  <a:pt x="46649" y="102061"/>
                </a:lnTo>
                <a:close/>
                <a:moveTo>
                  <a:pt x="59782" y="102061"/>
                </a:moveTo>
                <a:lnTo>
                  <a:pt x="59782" y="108145"/>
                </a:lnTo>
                <a:lnTo>
                  <a:pt x="53709" y="108145"/>
                </a:lnTo>
                <a:lnTo>
                  <a:pt x="53709" y="102061"/>
                </a:lnTo>
                <a:close/>
                <a:moveTo>
                  <a:pt x="66842" y="102061"/>
                </a:moveTo>
                <a:lnTo>
                  <a:pt x="66842" y="108145"/>
                </a:lnTo>
                <a:lnTo>
                  <a:pt x="60758" y="108145"/>
                </a:lnTo>
                <a:lnTo>
                  <a:pt x="60758" y="102061"/>
                </a:lnTo>
                <a:close/>
                <a:moveTo>
                  <a:pt x="73902" y="102061"/>
                </a:moveTo>
                <a:lnTo>
                  <a:pt x="73902" y="108145"/>
                </a:lnTo>
                <a:lnTo>
                  <a:pt x="67818" y="108145"/>
                </a:lnTo>
                <a:lnTo>
                  <a:pt x="67818" y="102061"/>
                </a:lnTo>
                <a:close/>
                <a:moveTo>
                  <a:pt x="80951" y="102061"/>
                </a:moveTo>
                <a:lnTo>
                  <a:pt x="80951" y="108145"/>
                </a:lnTo>
                <a:lnTo>
                  <a:pt x="74879" y="108145"/>
                </a:lnTo>
                <a:lnTo>
                  <a:pt x="74879" y="102061"/>
                </a:lnTo>
                <a:close/>
                <a:moveTo>
                  <a:pt x="88011" y="102061"/>
                </a:moveTo>
                <a:lnTo>
                  <a:pt x="88011" y="108145"/>
                </a:lnTo>
                <a:lnTo>
                  <a:pt x="81927" y="108145"/>
                </a:lnTo>
                <a:lnTo>
                  <a:pt x="81927" y="102061"/>
                </a:lnTo>
                <a:close/>
                <a:moveTo>
                  <a:pt x="95060" y="102061"/>
                </a:moveTo>
                <a:lnTo>
                  <a:pt x="95060" y="108145"/>
                </a:lnTo>
                <a:lnTo>
                  <a:pt x="88988" y="108145"/>
                </a:lnTo>
                <a:lnTo>
                  <a:pt x="88988" y="102061"/>
                </a:lnTo>
                <a:close/>
                <a:moveTo>
                  <a:pt x="102120" y="102061"/>
                </a:moveTo>
                <a:lnTo>
                  <a:pt x="102120" y="108145"/>
                </a:lnTo>
                <a:lnTo>
                  <a:pt x="96036" y="108145"/>
                </a:lnTo>
                <a:lnTo>
                  <a:pt x="96036" y="102061"/>
                </a:lnTo>
                <a:close/>
                <a:moveTo>
                  <a:pt x="103097" y="102061"/>
                </a:moveTo>
                <a:lnTo>
                  <a:pt x="109169" y="102073"/>
                </a:lnTo>
                <a:lnTo>
                  <a:pt x="109169" y="108145"/>
                </a:lnTo>
                <a:lnTo>
                  <a:pt x="103097" y="108145"/>
                </a:lnTo>
                <a:lnTo>
                  <a:pt x="103097" y="102061"/>
                </a:lnTo>
                <a:close/>
                <a:moveTo>
                  <a:pt x="110157" y="102061"/>
                </a:moveTo>
                <a:lnTo>
                  <a:pt x="116229" y="102073"/>
                </a:lnTo>
                <a:lnTo>
                  <a:pt x="116229" y="108145"/>
                </a:lnTo>
                <a:lnTo>
                  <a:pt x="110157" y="108145"/>
                </a:lnTo>
                <a:lnTo>
                  <a:pt x="110157" y="102061"/>
                </a:lnTo>
                <a:close/>
                <a:moveTo>
                  <a:pt x="123278" y="102061"/>
                </a:moveTo>
                <a:lnTo>
                  <a:pt x="123278" y="108145"/>
                </a:lnTo>
                <a:lnTo>
                  <a:pt x="117205" y="108145"/>
                </a:lnTo>
                <a:lnTo>
                  <a:pt x="117205" y="102061"/>
                </a:lnTo>
                <a:close/>
                <a:moveTo>
                  <a:pt x="130338" y="102061"/>
                </a:moveTo>
                <a:lnTo>
                  <a:pt x="130338" y="108145"/>
                </a:lnTo>
                <a:lnTo>
                  <a:pt x="124254" y="108145"/>
                </a:lnTo>
                <a:lnTo>
                  <a:pt x="124254" y="102061"/>
                </a:lnTo>
                <a:close/>
                <a:moveTo>
                  <a:pt x="137387" y="102061"/>
                </a:moveTo>
                <a:lnTo>
                  <a:pt x="137387" y="108145"/>
                </a:lnTo>
                <a:lnTo>
                  <a:pt x="131314" y="108145"/>
                </a:lnTo>
                <a:lnTo>
                  <a:pt x="131314" y="102061"/>
                </a:lnTo>
                <a:close/>
                <a:moveTo>
                  <a:pt x="144447" y="102061"/>
                </a:moveTo>
                <a:lnTo>
                  <a:pt x="144447" y="108145"/>
                </a:lnTo>
                <a:lnTo>
                  <a:pt x="138375" y="108145"/>
                </a:lnTo>
                <a:lnTo>
                  <a:pt x="138375" y="102061"/>
                </a:lnTo>
                <a:close/>
                <a:moveTo>
                  <a:pt x="151495" y="102061"/>
                </a:moveTo>
                <a:lnTo>
                  <a:pt x="151495" y="108145"/>
                </a:lnTo>
                <a:lnTo>
                  <a:pt x="145423" y="108145"/>
                </a:lnTo>
                <a:lnTo>
                  <a:pt x="145423" y="102061"/>
                </a:lnTo>
                <a:close/>
                <a:moveTo>
                  <a:pt x="158556" y="102061"/>
                </a:moveTo>
                <a:lnTo>
                  <a:pt x="158556" y="108145"/>
                </a:lnTo>
                <a:lnTo>
                  <a:pt x="152484" y="108145"/>
                </a:lnTo>
                <a:lnTo>
                  <a:pt x="152484" y="102061"/>
                </a:lnTo>
                <a:close/>
                <a:moveTo>
                  <a:pt x="165604" y="102061"/>
                </a:moveTo>
                <a:lnTo>
                  <a:pt x="165604" y="108145"/>
                </a:lnTo>
                <a:lnTo>
                  <a:pt x="159532" y="108145"/>
                </a:lnTo>
                <a:lnTo>
                  <a:pt x="159532" y="102061"/>
                </a:lnTo>
                <a:close/>
                <a:moveTo>
                  <a:pt x="172665" y="102061"/>
                </a:moveTo>
                <a:lnTo>
                  <a:pt x="172665" y="108145"/>
                </a:lnTo>
                <a:lnTo>
                  <a:pt x="166581" y="108145"/>
                </a:lnTo>
                <a:lnTo>
                  <a:pt x="166581" y="102061"/>
                </a:lnTo>
                <a:close/>
                <a:moveTo>
                  <a:pt x="179713" y="102061"/>
                </a:moveTo>
                <a:lnTo>
                  <a:pt x="179713" y="108145"/>
                </a:lnTo>
                <a:lnTo>
                  <a:pt x="173641" y="108145"/>
                </a:lnTo>
                <a:lnTo>
                  <a:pt x="173641" y="102061"/>
                </a:lnTo>
                <a:close/>
                <a:moveTo>
                  <a:pt x="186774" y="102061"/>
                </a:moveTo>
                <a:lnTo>
                  <a:pt x="186774" y="108145"/>
                </a:lnTo>
                <a:lnTo>
                  <a:pt x="180702" y="108145"/>
                </a:lnTo>
                <a:lnTo>
                  <a:pt x="180702" y="102061"/>
                </a:lnTo>
                <a:close/>
                <a:moveTo>
                  <a:pt x="193822" y="102061"/>
                </a:moveTo>
                <a:lnTo>
                  <a:pt x="193822" y="108145"/>
                </a:lnTo>
                <a:lnTo>
                  <a:pt x="187750" y="108145"/>
                </a:lnTo>
                <a:lnTo>
                  <a:pt x="187750" y="102061"/>
                </a:lnTo>
                <a:close/>
                <a:moveTo>
                  <a:pt x="200883" y="102061"/>
                </a:moveTo>
                <a:lnTo>
                  <a:pt x="200883" y="108145"/>
                </a:lnTo>
                <a:lnTo>
                  <a:pt x="194810" y="108145"/>
                </a:lnTo>
                <a:lnTo>
                  <a:pt x="194810" y="102061"/>
                </a:lnTo>
                <a:close/>
                <a:moveTo>
                  <a:pt x="207931" y="102061"/>
                </a:moveTo>
                <a:lnTo>
                  <a:pt x="207931" y="108145"/>
                </a:lnTo>
                <a:lnTo>
                  <a:pt x="201859" y="108145"/>
                </a:lnTo>
                <a:lnTo>
                  <a:pt x="201859" y="102061"/>
                </a:lnTo>
                <a:close/>
                <a:moveTo>
                  <a:pt x="214992" y="102061"/>
                </a:moveTo>
                <a:lnTo>
                  <a:pt x="214992" y="108145"/>
                </a:lnTo>
                <a:lnTo>
                  <a:pt x="208919" y="108145"/>
                </a:lnTo>
                <a:lnTo>
                  <a:pt x="208919" y="102061"/>
                </a:lnTo>
                <a:close/>
                <a:moveTo>
                  <a:pt x="222052" y="102061"/>
                </a:moveTo>
                <a:lnTo>
                  <a:pt x="222052" y="108145"/>
                </a:lnTo>
                <a:lnTo>
                  <a:pt x="215968" y="108145"/>
                </a:lnTo>
                <a:lnTo>
                  <a:pt x="215968" y="102061"/>
                </a:lnTo>
                <a:close/>
                <a:moveTo>
                  <a:pt x="229100" y="102061"/>
                </a:moveTo>
                <a:lnTo>
                  <a:pt x="229100" y="108145"/>
                </a:lnTo>
                <a:lnTo>
                  <a:pt x="223028" y="108145"/>
                </a:lnTo>
                <a:lnTo>
                  <a:pt x="223028" y="102061"/>
                </a:lnTo>
                <a:close/>
                <a:moveTo>
                  <a:pt x="236161" y="102061"/>
                </a:moveTo>
                <a:lnTo>
                  <a:pt x="236161" y="108145"/>
                </a:lnTo>
                <a:lnTo>
                  <a:pt x="230077" y="108145"/>
                </a:lnTo>
                <a:lnTo>
                  <a:pt x="230077" y="102061"/>
                </a:lnTo>
                <a:close/>
                <a:moveTo>
                  <a:pt x="243209" y="102061"/>
                </a:moveTo>
                <a:lnTo>
                  <a:pt x="243209" y="108145"/>
                </a:lnTo>
                <a:lnTo>
                  <a:pt x="237137" y="108145"/>
                </a:lnTo>
                <a:lnTo>
                  <a:pt x="237137" y="102061"/>
                </a:lnTo>
                <a:close/>
                <a:moveTo>
                  <a:pt x="250270" y="102061"/>
                </a:moveTo>
                <a:lnTo>
                  <a:pt x="250270" y="108145"/>
                </a:lnTo>
                <a:lnTo>
                  <a:pt x="244198" y="108145"/>
                </a:lnTo>
                <a:lnTo>
                  <a:pt x="244198" y="102061"/>
                </a:lnTo>
                <a:close/>
                <a:moveTo>
                  <a:pt x="257318" y="102061"/>
                </a:moveTo>
                <a:lnTo>
                  <a:pt x="257318" y="108145"/>
                </a:lnTo>
                <a:lnTo>
                  <a:pt x="251246" y="108145"/>
                </a:lnTo>
                <a:lnTo>
                  <a:pt x="251246" y="102061"/>
                </a:lnTo>
                <a:close/>
                <a:moveTo>
                  <a:pt x="264379" y="102061"/>
                </a:moveTo>
                <a:lnTo>
                  <a:pt x="264379" y="108145"/>
                </a:lnTo>
                <a:lnTo>
                  <a:pt x="258306" y="108145"/>
                </a:lnTo>
                <a:lnTo>
                  <a:pt x="258306" y="102061"/>
                </a:lnTo>
                <a:close/>
                <a:moveTo>
                  <a:pt x="271427" y="102061"/>
                </a:moveTo>
                <a:lnTo>
                  <a:pt x="271427" y="108145"/>
                </a:lnTo>
                <a:lnTo>
                  <a:pt x="265355" y="108145"/>
                </a:lnTo>
                <a:lnTo>
                  <a:pt x="265355" y="102061"/>
                </a:lnTo>
                <a:close/>
                <a:moveTo>
                  <a:pt x="278488" y="102061"/>
                </a:moveTo>
                <a:lnTo>
                  <a:pt x="278488" y="108145"/>
                </a:lnTo>
                <a:lnTo>
                  <a:pt x="272415" y="108145"/>
                </a:lnTo>
                <a:lnTo>
                  <a:pt x="272415" y="102061"/>
                </a:lnTo>
                <a:close/>
                <a:moveTo>
                  <a:pt x="17443" y="109121"/>
                </a:moveTo>
                <a:lnTo>
                  <a:pt x="17443" y="115193"/>
                </a:lnTo>
                <a:lnTo>
                  <a:pt x="11371" y="115193"/>
                </a:lnTo>
                <a:lnTo>
                  <a:pt x="11371" y="109121"/>
                </a:lnTo>
                <a:close/>
                <a:moveTo>
                  <a:pt x="24503" y="109121"/>
                </a:moveTo>
                <a:lnTo>
                  <a:pt x="24503" y="115193"/>
                </a:lnTo>
                <a:lnTo>
                  <a:pt x="18431" y="115193"/>
                </a:lnTo>
                <a:lnTo>
                  <a:pt x="18431" y="109121"/>
                </a:lnTo>
                <a:close/>
                <a:moveTo>
                  <a:pt x="31564" y="109121"/>
                </a:moveTo>
                <a:lnTo>
                  <a:pt x="31564" y="115193"/>
                </a:lnTo>
                <a:lnTo>
                  <a:pt x="25492" y="115193"/>
                </a:lnTo>
                <a:lnTo>
                  <a:pt x="25492" y="109121"/>
                </a:lnTo>
                <a:close/>
                <a:moveTo>
                  <a:pt x="38612" y="109121"/>
                </a:moveTo>
                <a:lnTo>
                  <a:pt x="38612" y="115193"/>
                </a:lnTo>
                <a:lnTo>
                  <a:pt x="32540" y="115193"/>
                </a:lnTo>
                <a:lnTo>
                  <a:pt x="32540" y="109121"/>
                </a:lnTo>
                <a:close/>
                <a:moveTo>
                  <a:pt x="45673" y="109121"/>
                </a:moveTo>
                <a:lnTo>
                  <a:pt x="45673" y="115193"/>
                </a:lnTo>
                <a:lnTo>
                  <a:pt x="39601" y="115193"/>
                </a:lnTo>
                <a:lnTo>
                  <a:pt x="39601" y="109121"/>
                </a:lnTo>
                <a:close/>
                <a:moveTo>
                  <a:pt x="52721" y="109121"/>
                </a:moveTo>
                <a:lnTo>
                  <a:pt x="52721" y="115193"/>
                </a:lnTo>
                <a:lnTo>
                  <a:pt x="46649" y="115193"/>
                </a:lnTo>
                <a:lnTo>
                  <a:pt x="46649" y="109121"/>
                </a:lnTo>
                <a:close/>
                <a:moveTo>
                  <a:pt x="59782" y="109121"/>
                </a:moveTo>
                <a:lnTo>
                  <a:pt x="59782" y="115193"/>
                </a:lnTo>
                <a:lnTo>
                  <a:pt x="53709" y="115193"/>
                </a:lnTo>
                <a:lnTo>
                  <a:pt x="53709" y="109121"/>
                </a:lnTo>
                <a:close/>
                <a:moveTo>
                  <a:pt x="66842" y="109121"/>
                </a:moveTo>
                <a:lnTo>
                  <a:pt x="66842" y="115193"/>
                </a:lnTo>
                <a:lnTo>
                  <a:pt x="60758" y="115193"/>
                </a:lnTo>
                <a:lnTo>
                  <a:pt x="60758" y="109121"/>
                </a:lnTo>
                <a:close/>
                <a:moveTo>
                  <a:pt x="73902" y="109121"/>
                </a:moveTo>
                <a:lnTo>
                  <a:pt x="73902" y="115193"/>
                </a:lnTo>
                <a:lnTo>
                  <a:pt x="67818" y="115193"/>
                </a:lnTo>
                <a:lnTo>
                  <a:pt x="67818" y="109121"/>
                </a:lnTo>
                <a:close/>
                <a:moveTo>
                  <a:pt x="80951" y="109121"/>
                </a:moveTo>
                <a:lnTo>
                  <a:pt x="80951" y="115193"/>
                </a:lnTo>
                <a:lnTo>
                  <a:pt x="74879" y="115193"/>
                </a:lnTo>
                <a:lnTo>
                  <a:pt x="74879" y="109121"/>
                </a:lnTo>
                <a:close/>
                <a:moveTo>
                  <a:pt x="88011" y="109121"/>
                </a:moveTo>
                <a:lnTo>
                  <a:pt x="88011" y="115193"/>
                </a:lnTo>
                <a:lnTo>
                  <a:pt x="81927" y="115193"/>
                </a:lnTo>
                <a:lnTo>
                  <a:pt x="81927" y="109121"/>
                </a:lnTo>
                <a:close/>
                <a:moveTo>
                  <a:pt x="95060" y="109121"/>
                </a:moveTo>
                <a:lnTo>
                  <a:pt x="95060" y="115193"/>
                </a:lnTo>
                <a:lnTo>
                  <a:pt x="88988" y="115193"/>
                </a:lnTo>
                <a:lnTo>
                  <a:pt x="88988" y="109121"/>
                </a:lnTo>
                <a:close/>
                <a:moveTo>
                  <a:pt x="102120" y="109121"/>
                </a:moveTo>
                <a:lnTo>
                  <a:pt x="102120" y="115193"/>
                </a:lnTo>
                <a:lnTo>
                  <a:pt x="96036" y="115193"/>
                </a:lnTo>
                <a:lnTo>
                  <a:pt x="96036" y="109121"/>
                </a:lnTo>
                <a:close/>
                <a:moveTo>
                  <a:pt x="109169" y="109121"/>
                </a:moveTo>
                <a:lnTo>
                  <a:pt x="109169" y="115193"/>
                </a:lnTo>
                <a:lnTo>
                  <a:pt x="103097" y="115193"/>
                </a:lnTo>
                <a:lnTo>
                  <a:pt x="103097" y="109121"/>
                </a:lnTo>
                <a:close/>
                <a:moveTo>
                  <a:pt x="116229" y="109121"/>
                </a:moveTo>
                <a:lnTo>
                  <a:pt x="116229" y="115193"/>
                </a:lnTo>
                <a:lnTo>
                  <a:pt x="110157" y="115193"/>
                </a:lnTo>
                <a:lnTo>
                  <a:pt x="110157" y="109121"/>
                </a:lnTo>
                <a:close/>
                <a:moveTo>
                  <a:pt x="123278" y="109121"/>
                </a:moveTo>
                <a:lnTo>
                  <a:pt x="123278" y="115193"/>
                </a:lnTo>
                <a:lnTo>
                  <a:pt x="117205" y="115193"/>
                </a:lnTo>
                <a:lnTo>
                  <a:pt x="117205" y="109121"/>
                </a:lnTo>
                <a:close/>
                <a:moveTo>
                  <a:pt x="130338" y="109121"/>
                </a:moveTo>
                <a:lnTo>
                  <a:pt x="130338" y="115193"/>
                </a:lnTo>
                <a:lnTo>
                  <a:pt x="124254" y="115193"/>
                </a:lnTo>
                <a:lnTo>
                  <a:pt x="124254" y="109121"/>
                </a:lnTo>
                <a:close/>
                <a:moveTo>
                  <a:pt x="137387" y="109121"/>
                </a:moveTo>
                <a:lnTo>
                  <a:pt x="137387" y="115193"/>
                </a:lnTo>
                <a:lnTo>
                  <a:pt x="131314" y="115193"/>
                </a:lnTo>
                <a:lnTo>
                  <a:pt x="131314" y="109121"/>
                </a:lnTo>
                <a:close/>
                <a:moveTo>
                  <a:pt x="144447" y="109121"/>
                </a:moveTo>
                <a:lnTo>
                  <a:pt x="144447" y="115193"/>
                </a:lnTo>
                <a:lnTo>
                  <a:pt x="138375" y="115193"/>
                </a:lnTo>
                <a:lnTo>
                  <a:pt x="138375" y="109121"/>
                </a:lnTo>
                <a:close/>
                <a:moveTo>
                  <a:pt x="151495" y="109121"/>
                </a:moveTo>
                <a:lnTo>
                  <a:pt x="151495" y="115193"/>
                </a:lnTo>
                <a:lnTo>
                  <a:pt x="145423" y="115193"/>
                </a:lnTo>
                <a:lnTo>
                  <a:pt x="145423" y="109121"/>
                </a:lnTo>
                <a:close/>
                <a:moveTo>
                  <a:pt x="158556" y="109121"/>
                </a:moveTo>
                <a:lnTo>
                  <a:pt x="158556" y="115193"/>
                </a:lnTo>
                <a:lnTo>
                  <a:pt x="152484" y="115193"/>
                </a:lnTo>
                <a:lnTo>
                  <a:pt x="152484" y="109121"/>
                </a:lnTo>
                <a:close/>
                <a:moveTo>
                  <a:pt x="165604" y="109121"/>
                </a:moveTo>
                <a:lnTo>
                  <a:pt x="165604" y="115193"/>
                </a:lnTo>
                <a:lnTo>
                  <a:pt x="159532" y="115193"/>
                </a:lnTo>
                <a:lnTo>
                  <a:pt x="159532" y="109121"/>
                </a:lnTo>
                <a:close/>
                <a:moveTo>
                  <a:pt x="172665" y="109121"/>
                </a:moveTo>
                <a:lnTo>
                  <a:pt x="172665" y="115193"/>
                </a:lnTo>
                <a:lnTo>
                  <a:pt x="166581" y="115193"/>
                </a:lnTo>
                <a:lnTo>
                  <a:pt x="166581" y="109121"/>
                </a:lnTo>
                <a:close/>
                <a:moveTo>
                  <a:pt x="179713" y="109121"/>
                </a:moveTo>
                <a:lnTo>
                  <a:pt x="179713" y="115193"/>
                </a:lnTo>
                <a:lnTo>
                  <a:pt x="173641" y="115193"/>
                </a:lnTo>
                <a:lnTo>
                  <a:pt x="173641" y="109121"/>
                </a:lnTo>
                <a:close/>
                <a:moveTo>
                  <a:pt x="186774" y="109121"/>
                </a:moveTo>
                <a:lnTo>
                  <a:pt x="186774" y="115193"/>
                </a:lnTo>
                <a:lnTo>
                  <a:pt x="180702" y="115193"/>
                </a:lnTo>
                <a:lnTo>
                  <a:pt x="180702" y="109121"/>
                </a:lnTo>
                <a:close/>
                <a:moveTo>
                  <a:pt x="193822" y="109121"/>
                </a:moveTo>
                <a:lnTo>
                  <a:pt x="193822" y="115193"/>
                </a:lnTo>
                <a:lnTo>
                  <a:pt x="187750" y="115193"/>
                </a:lnTo>
                <a:lnTo>
                  <a:pt x="187750" y="109121"/>
                </a:lnTo>
                <a:close/>
                <a:moveTo>
                  <a:pt x="200883" y="109121"/>
                </a:moveTo>
                <a:lnTo>
                  <a:pt x="200883" y="115193"/>
                </a:lnTo>
                <a:lnTo>
                  <a:pt x="194810" y="115193"/>
                </a:lnTo>
                <a:lnTo>
                  <a:pt x="194810" y="109121"/>
                </a:lnTo>
                <a:close/>
                <a:moveTo>
                  <a:pt x="207931" y="109121"/>
                </a:moveTo>
                <a:lnTo>
                  <a:pt x="207931" y="115193"/>
                </a:lnTo>
                <a:lnTo>
                  <a:pt x="201859" y="115193"/>
                </a:lnTo>
                <a:lnTo>
                  <a:pt x="201859" y="109121"/>
                </a:lnTo>
                <a:close/>
                <a:moveTo>
                  <a:pt x="214992" y="109121"/>
                </a:moveTo>
                <a:lnTo>
                  <a:pt x="214992" y="115193"/>
                </a:lnTo>
                <a:lnTo>
                  <a:pt x="208919" y="115193"/>
                </a:lnTo>
                <a:lnTo>
                  <a:pt x="208919" y="109121"/>
                </a:lnTo>
                <a:close/>
                <a:moveTo>
                  <a:pt x="222052" y="109121"/>
                </a:moveTo>
                <a:lnTo>
                  <a:pt x="222052" y="115193"/>
                </a:lnTo>
                <a:lnTo>
                  <a:pt x="215968" y="115193"/>
                </a:lnTo>
                <a:lnTo>
                  <a:pt x="215968" y="109121"/>
                </a:lnTo>
                <a:close/>
                <a:moveTo>
                  <a:pt x="229100" y="109121"/>
                </a:moveTo>
                <a:lnTo>
                  <a:pt x="229100" y="115193"/>
                </a:lnTo>
                <a:lnTo>
                  <a:pt x="223028" y="115193"/>
                </a:lnTo>
                <a:lnTo>
                  <a:pt x="223028" y="109121"/>
                </a:lnTo>
                <a:close/>
                <a:moveTo>
                  <a:pt x="236161" y="109121"/>
                </a:moveTo>
                <a:lnTo>
                  <a:pt x="236161" y="115193"/>
                </a:lnTo>
                <a:lnTo>
                  <a:pt x="230077" y="115193"/>
                </a:lnTo>
                <a:lnTo>
                  <a:pt x="230077" y="109121"/>
                </a:lnTo>
                <a:close/>
                <a:moveTo>
                  <a:pt x="243209" y="109121"/>
                </a:moveTo>
                <a:lnTo>
                  <a:pt x="243209" y="115193"/>
                </a:lnTo>
                <a:lnTo>
                  <a:pt x="237137" y="115193"/>
                </a:lnTo>
                <a:lnTo>
                  <a:pt x="237137" y="109121"/>
                </a:lnTo>
                <a:close/>
                <a:moveTo>
                  <a:pt x="250270" y="109121"/>
                </a:moveTo>
                <a:lnTo>
                  <a:pt x="250270" y="115193"/>
                </a:lnTo>
                <a:lnTo>
                  <a:pt x="244198" y="115193"/>
                </a:lnTo>
                <a:lnTo>
                  <a:pt x="244198" y="109121"/>
                </a:lnTo>
                <a:close/>
                <a:moveTo>
                  <a:pt x="257318" y="109121"/>
                </a:moveTo>
                <a:lnTo>
                  <a:pt x="257318" y="115193"/>
                </a:lnTo>
                <a:lnTo>
                  <a:pt x="251246" y="115193"/>
                </a:lnTo>
                <a:lnTo>
                  <a:pt x="251246" y="109121"/>
                </a:lnTo>
                <a:close/>
                <a:moveTo>
                  <a:pt x="264379" y="109121"/>
                </a:moveTo>
                <a:lnTo>
                  <a:pt x="264379" y="115193"/>
                </a:lnTo>
                <a:lnTo>
                  <a:pt x="258306" y="115193"/>
                </a:lnTo>
                <a:lnTo>
                  <a:pt x="258306" y="109121"/>
                </a:lnTo>
                <a:close/>
                <a:moveTo>
                  <a:pt x="271427" y="109121"/>
                </a:moveTo>
                <a:lnTo>
                  <a:pt x="271427" y="115193"/>
                </a:lnTo>
                <a:lnTo>
                  <a:pt x="265355" y="115193"/>
                </a:lnTo>
                <a:lnTo>
                  <a:pt x="265355" y="109121"/>
                </a:lnTo>
                <a:close/>
                <a:moveTo>
                  <a:pt x="278488" y="109121"/>
                </a:moveTo>
                <a:lnTo>
                  <a:pt x="278488" y="115193"/>
                </a:lnTo>
                <a:lnTo>
                  <a:pt x="272415" y="115193"/>
                </a:lnTo>
                <a:lnTo>
                  <a:pt x="272415" y="109121"/>
                </a:lnTo>
                <a:close/>
                <a:moveTo>
                  <a:pt x="17443" y="116170"/>
                </a:moveTo>
                <a:lnTo>
                  <a:pt x="17443" y="122254"/>
                </a:lnTo>
                <a:lnTo>
                  <a:pt x="11371" y="122254"/>
                </a:lnTo>
                <a:lnTo>
                  <a:pt x="11371" y="116182"/>
                </a:lnTo>
                <a:lnTo>
                  <a:pt x="17443" y="116170"/>
                </a:lnTo>
                <a:close/>
                <a:moveTo>
                  <a:pt x="24503" y="116170"/>
                </a:moveTo>
                <a:lnTo>
                  <a:pt x="24503" y="122254"/>
                </a:lnTo>
                <a:lnTo>
                  <a:pt x="18431" y="122254"/>
                </a:lnTo>
                <a:lnTo>
                  <a:pt x="18431" y="116182"/>
                </a:lnTo>
                <a:lnTo>
                  <a:pt x="24503" y="116170"/>
                </a:lnTo>
                <a:close/>
                <a:moveTo>
                  <a:pt x="31564" y="116170"/>
                </a:moveTo>
                <a:lnTo>
                  <a:pt x="31564" y="122254"/>
                </a:lnTo>
                <a:lnTo>
                  <a:pt x="25492" y="122254"/>
                </a:lnTo>
                <a:lnTo>
                  <a:pt x="25492" y="116182"/>
                </a:lnTo>
                <a:lnTo>
                  <a:pt x="31564" y="116170"/>
                </a:lnTo>
                <a:close/>
                <a:moveTo>
                  <a:pt x="38612" y="116170"/>
                </a:moveTo>
                <a:lnTo>
                  <a:pt x="38612" y="122254"/>
                </a:lnTo>
                <a:lnTo>
                  <a:pt x="32540" y="122254"/>
                </a:lnTo>
                <a:lnTo>
                  <a:pt x="32540" y="116182"/>
                </a:lnTo>
                <a:lnTo>
                  <a:pt x="38612" y="116170"/>
                </a:lnTo>
                <a:close/>
                <a:moveTo>
                  <a:pt x="45673" y="116170"/>
                </a:moveTo>
                <a:lnTo>
                  <a:pt x="45673" y="122254"/>
                </a:lnTo>
                <a:lnTo>
                  <a:pt x="39601" y="122254"/>
                </a:lnTo>
                <a:lnTo>
                  <a:pt x="39601" y="116182"/>
                </a:lnTo>
                <a:lnTo>
                  <a:pt x="45673" y="116170"/>
                </a:lnTo>
                <a:close/>
                <a:moveTo>
                  <a:pt x="52721" y="116170"/>
                </a:moveTo>
                <a:lnTo>
                  <a:pt x="52721" y="122254"/>
                </a:lnTo>
                <a:lnTo>
                  <a:pt x="46649" y="122254"/>
                </a:lnTo>
                <a:lnTo>
                  <a:pt x="46649" y="116182"/>
                </a:lnTo>
                <a:lnTo>
                  <a:pt x="52721" y="116170"/>
                </a:lnTo>
                <a:close/>
                <a:moveTo>
                  <a:pt x="59782" y="116170"/>
                </a:moveTo>
                <a:lnTo>
                  <a:pt x="59782" y="122254"/>
                </a:lnTo>
                <a:lnTo>
                  <a:pt x="53709" y="122254"/>
                </a:lnTo>
                <a:lnTo>
                  <a:pt x="53709" y="116182"/>
                </a:lnTo>
                <a:lnTo>
                  <a:pt x="59782" y="116170"/>
                </a:lnTo>
                <a:close/>
                <a:moveTo>
                  <a:pt x="66842" y="116182"/>
                </a:moveTo>
                <a:lnTo>
                  <a:pt x="66842" y="122254"/>
                </a:lnTo>
                <a:lnTo>
                  <a:pt x="60758" y="122254"/>
                </a:lnTo>
                <a:lnTo>
                  <a:pt x="60758" y="116182"/>
                </a:lnTo>
                <a:close/>
                <a:moveTo>
                  <a:pt x="73902" y="116182"/>
                </a:moveTo>
                <a:lnTo>
                  <a:pt x="73902" y="122254"/>
                </a:lnTo>
                <a:lnTo>
                  <a:pt x="67818" y="122254"/>
                </a:lnTo>
                <a:lnTo>
                  <a:pt x="67818" y="116182"/>
                </a:lnTo>
                <a:close/>
                <a:moveTo>
                  <a:pt x="80951" y="116182"/>
                </a:moveTo>
                <a:lnTo>
                  <a:pt x="80951" y="122254"/>
                </a:lnTo>
                <a:lnTo>
                  <a:pt x="74879" y="122254"/>
                </a:lnTo>
                <a:lnTo>
                  <a:pt x="74879" y="116182"/>
                </a:lnTo>
                <a:close/>
                <a:moveTo>
                  <a:pt x="88011" y="116170"/>
                </a:moveTo>
                <a:lnTo>
                  <a:pt x="88011" y="122254"/>
                </a:lnTo>
                <a:lnTo>
                  <a:pt x="81927" y="122254"/>
                </a:lnTo>
                <a:lnTo>
                  <a:pt x="81927" y="116182"/>
                </a:lnTo>
                <a:lnTo>
                  <a:pt x="88011" y="116170"/>
                </a:lnTo>
                <a:close/>
                <a:moveTo>
                  <a:pt x="95060" y="116170"/>
                </a:moveTo>
                <a:lnTo>
                  <a:pt x="95060" y="122254"/>
                </a:lnTo>
                <a:lnTo>
                  <a:pt x="88988" y="122254"/>
                </a:lnTo>
                <a:lnTo>
                  <a:pt x="88988" y="116182"/>
                </a:lnTo>
                <a:lnTo>
                  <a:pt x="95060" y="116170"/>
                </a:lnTo>
                <a:close/>
                <a:moveTo>
                  <a:pt x="102120" y="116182"/>
                </a:moveTo>
                <a:lnTo>
                  <a:pt x="102120" y="122254"/>
                </a:lnTo>
                <a:lnTo>
                  <a:pt x="96036" y="122254"/>
                </a:lnTo>
                <a:lnTo>
                  <a:pt x="96036" y="116182"/>
                </a:lnTo>
                <a:close/>
                <a:moveTo>
                  <a:pt x="109169" y="116182"/>
                </a:moveTo>
                <a:lnTo>
                  <a:pt x="109169" y="122254"/>
                </a:lnTo>
                <a:lnTo>
                  <a:pt x="103097" y="122254"/>
                </a:lnTo>
                <a:lnTo>
                  <a:pt x="103097" y="116182"/>
                </a:lnTo>
                <a:close/>
                <a:moveTo>
                  <a:pt x="116229" y="116182"/>
                </a:moveTo>
                <a:lnTo>
                  <a:pt x="116229" y="122254"/>
                </a:lnTo>
                <a:lnTo>
                  <a:pt x="110157" y="122254"/>
                </a:lnTo>
                <a:lnTo>
                  <a:pt x="110157" y="116182"/>
                </a:lnTo>
                <a:close/>
                <a:moveTo>
                  <a:pt x="123278" y="116170"/>
                </a:moveTo>
                <a:lnTo>
                  <a:pt x="123278" y="122254"/>
                </a:lnTo>
                <a:lnTo>
                  <a:pt x="117205" y="122254"/>
                </a:lnTo>
                <a:lnTo>
                  <a:pt x="117205" y="116182"/>
                </a:lnTo>
                <a:lnTo>
                  <a:pt x="123278" y="116170"/>
                </a:lnTo>
                <a:close/>
                <a:moveTo>
                  <a:pt x="130338" y="116170"/>
                </a:moveTo>
                <a:lnTo>
                  <a:pt x="130338" y="122254"/>
                </a:lnTo>
                <a:lnTo>
                  <a:pt x="124254" y="122254"/>
                </a:lnTo>
                <a:lnTo>
                  <a:pt x="124254" y="116182"/>
                </a:lnTo>
                <a:lnTo>
                  <a:pt x="130338" y="116170"/>
                </a:lnTo>
                <a:close/>
                <a:moveTo>
                  <a:pt x="137387" y="116182"/>
                </a:moveTo>
                <a:lnTo>
                  <a:pt x="137387" y="122254"/>
                </a:lnTo>
                <a:lnTo>
                  <a:pt x="131314" y="122254"/>
                </a:lnTo>
                <a:lnTo>
                  <a:pt x="131314" y="116182"/>
                </a:lnTo>
                <a:close/>
                <a:moveTo>
                  <a:pt x="144447" y="116170"/>
                </a:moveTo>
                <a:lnTo>
                  <a:pt x="144447" y="122254"/>
                </a:lnTo>
                <a:lnTo>
                  <a:pt x="138375" y="122254"/>
                </a:lnTo>
                <a:lnTo>
                  <a:pt x="138375" y="116182"/>
                </a:lnTo>
                <a:lnTo>
                  <a:pt x="144447" y="116170"/>
                </a:lnTo>
                <a:close/>
                <a:moveTo>
                  <a:pt x="151495" y="116170"/>
                </a:moveTo>
                <a:lnTo>
                  <a:pt x="151495" y="122254"/>
                </a:lnTo>
                <a:lnTo>
                  <a:pt x="145423" y="122254"/>
                </a:lnTo>
                <a:lnTo>
                  <a:pt x="145423" y="116182"/>
                </a:lnTo>
                <a:lnTo>
                  <a:pt x="151495" y="116170"/>
                </a:lnTo>
                <a:close/>
                <a:moveTo>
                  <a:pt x="158556" y="116170"/>
                </a:moveTo>
                <a:lnTo>
                  <a:pt x="158556" y="122254"/>
                </a:lnTo>
                <a:lnTo>
                  <a:pt x="152484" y="122254"/>
                </a:lnTo>
                <a:lnTo>
                  <a:pt x="152484" y="116182"/>
                </a:lnTo>
                <a:lnTo>
                  <a:pt x="158556" y="116170"/>
                </a:lnTo>
                <a:close/>
                <a:moveTo>
                  <a:pt x="165604" y="116170"/>
                </a:moveTo>
                <a:lnTo>
                  <a:pt x="165604" y="122254"/>
                </a:lnTo>
                <a:lnTo>
                  <a:pt x="159532" y="122254"/>
                </a:lnTo>
                <a:lnTo>
                  <a:pt x="159532" y="116182"/>
                </a:lnTo>
                <a:lnTo>
                  <a:pt x="165604" y="116170"/>
                </a:lnTo>
                <a:close/>
                <a:moveTo>
                  <a:pt x="172665" y="116170"/>
                </a:moveTo>
                <a:lnTo>
                  <a:pt x="172665" y="122254"/>
                </a:lnTo>
                <a:lnTo>
                  <a:pt x="166581" y="122254"/>
                </a:lnTo>
                <a:lnTo>
                  <a:pt x="166581" y="116182"/>
                </a:lnTo>
                <a:lnTo>
                  <a:pt x="172665" y="116170"/>
                </a:lnTo>
                <a:close/>
                <a:moveTo>
                  <a:pt x="179713" y="116170"/>
                </a:moveTo>
                <a:lnTo>
                  <a:pt x="179713" y="122254"/>
                </a:lnTo>
                <a:lnTo>
                  <a:pt x="173641" y="122254"/>
                </a:lnTo>
                <a:lnTo>
                  <a:pt x="173641" y="116182"/>
                </a:lnTo>
                <a:lnTo>
                  <a:pt x="179713" y="116170"/>
                </a:lnTo>
                <a:close/>
                <a:moveTo>
                  <a:pt x="186774" y="116170"/>
                </a:moveTo>
                <a:lnTo>
                  <a:pt x="186774" y="122254"/>
                </a:lnTo>
                <a:lnTo>
                  <a:pt x="180702" y="122254"/>
                </a:lnTo>
                <a:lnTo>
                  <a:pt x="180702" y="116182"/>
                </a:lnTo>
                <a:lnTo>
                  <a:pt x="186774" y="116170"/>
                </a:lnTo>
                <a:close/>
                <a:moveTo>
                  <a:pt x="193822" y="116170"/>
                </a:moveTo>
                <a:lnTo>
                  <a:pt x="193822" y="122254"/>
                </a:lnTo>
                <a:lnTo>
                  <a:pt x="187750" y="122254"/>
                </a:lnTo>
                <a:lnTo>
                  <a:pt x="187750" y="116182"/>
                </a:lnTo>
                <a:lnTo>
                  <a:pt x="193822" y="116170"/>
                </a:lnTo>
                <a:close/>
                <a:moveTo>
                  <a:pt x="200883" y="116170"/>
                </a:moveTo>
                <a:lnTo>
                  <a:pt x="200883" y="122254"/>
                </a:lnTo>
                <a:lnTo>
                  <a:pt x="194810" y="122254"/>
                </a:lnTo>
                <a:lnTo>
                  <a:pt x="194810" y="116182"/>
                </a:lnTo>
                <a:lnTo>
                  <a:pt x="200883" y="116170"/>
                </a:lnTo>
                <a:close/>
                <a:moveTo>
                  <a:pt x="207931" y="116170"/>
                </a:moveTo>
                <a:lnTo>
                  <a:pt x="207931" y="122254"/>
                </a:lnTo>
                <a:lnTo>
                  <a:pt x="201859" y="122254"/>
                </a:lnTo>
                <a:lnTo>
                  <a:pt x="201859" y="116182"/>
                </a:lnTo>
                <a:lnTo>
                  <a:pt x="207931" y="116170"/>
                </a:lnTo>
                <a:close/>
                <a:moveTo>
                  <a:pt x="214992" y="116170"/>
                </a:moveTo>
                <a:lnTo>
                  <a:pt x="214992" y="122254"/>
                </a:lnTo>
                <a:lnTo>
                  <a:pt x="208919" y="122254"/>
                </a:lnTo>
                <a:lnTo>
                  <a:pt x="208919" y="116182"/>
                </a:lnTo>
                <a:lnTo>
                  <a:pt x="214992" y="116170"/>
                </a:lnTo>
                <a:close/>
                <a:moveTo>
                  <a:pt x="222052" y="116170"/>
                </a:moveTo>
                <a:lnTo>
                  <a:pt x="222052" y="122254"/>
                </a:lnTo>
                <a:lnTo>
                  <a:pt x="215968" y="122254"/>
                </a:lnTo>
                <a:lnTo>
                  <a:pt x="215968" y="116182"/>
                </a:lnTo>
                <a:lnTo>
                  <a:pt x="222052" y="116170"/>
                </a:lnTo>
                <a:close/>
                <a:moveTo>
                  <a:pt x="229100" y="116170"/>
                </a:moveTo>
                <a:lnTo>
                  <a:pt x="229100" y="122254"/>
                </a:lnTo>
                <a:lnTo>
                  <a:pt x="223028" y="122254"/>
                </a:lnTo>
                <a:lnTo>
                  <a:pt x="223028" y="116182"/>
                </a:lnTo>
                <a:lnTo>
                  <a:pt x="229100" y="116170"/>
                </a:lnTo>
                <a:close/>
                <a:moveTo>
                  <a:pt x="236161" y="116170"/>
                </a:moveTo>
                <a:lnTo>
                  <a:pt x="236161" y="122254"/>
                </a:lnTo>
                <a:lnTo>
                  <a:pt x="230077" y="122254"/>
                </a:lnTo>
                <a:lnTo>
                  <a:pt x="230077" y="116182"/>
                </a:lnTo>
                <a:lnTo>
                  <a:pt x="236161" y="116170"/>
                </a:lnTo>
                <a:close/>
                <a:moveTo>
                  <a:pt x="243209" y="116170"/>
                </a:moveTo>
                <a:lnTo>
                  <a:pt x="243209" y="122254"/>
                </a:lnTo>
                <a:lnTo>
                  <a:pt x="237137" y="122254"/>
                </a:lnTo>
                <a:lnTo>
                  <a:pt x="237137" y="116182"/>
                </a:lnTo>
                <a:lnTo>
                  <a:pt x="243209" y="116170"/>
                </a:lnTo>
                <a:close/>
                <a:moveTo>
                  <a:pt x="250270" y="116170"/>
                </a:moveTo>
                <a:lnTo>
                  <a:pt x="250270" y="122254"/>
                </a:lnTo>
                <a:lnTo>
                  <a:pt x="244198" y="122254"/>
                </a:lnTo>
                <a:lnTo>
                  <a:pt x="244198" y="116182"/>
                </a:lnTo>
                <a:lnTo>
                  <a:pt x="250270" y="116170"/>
                </a:lnTo>
                <a:close/>
                <a:moveTo>
                  <a:pt x="257318" y="116170"/>
                </a:moveTo>
                <a:lnTo>
                  <a:pt x="257318" y="122254"/>
                </a:lnTo>
                <a:lnTo>
                  <a:pt x="251246" y="122254"/>
                </a:lnTo>
                <a:lnTo>
                  <a:pt x="251246" y="116182"/>
                </a:lnTo>
                <a:lnTo>
                  <a:pt x="257318" y="116170"/>
                </a:lnTo>
                <a:close/>
                <a:moveTo>
                  <a:pt x="264379" y="116170"/>
                </a:moveTo>
                <a:lnTo>
                  <a:pt x="264379" y="122254"/>
                </a:lnTo>
                <a:lnTo>
                  <a:pt x="258306" y="122254"/>
                </a:lnTo>
                <a:lnTo>
                  <a:pt x="258306" y="116182"/>
                </a:lnTo>
                <a:lnTo>
                  <a:pt x="264379" y="116170"/>
                </a:lnTo>
                <a:close/>
                <a:moveTo>
                  <a:pt x="271427" y="116170"/>
                </a:moveTo>
                <a:lnTo>
                  <a:pt x="271427" y="122254"/>
                </a:lnTo>
                <a:lnTo>
                  <a:pt x="265355" y="122254"/>
                </a:lnTo>
                <a:lnTo>
                  <a:pt x="265355" y="116182"/>
                </a:lnTo>
                <a:lnTo>
                  <a:pt x="271427" y="116170"/>
                </a:lnTo>
                <a:close/>
                <a:moveTo>
                  <a:pt x="278488" y="116170"/>
                </a:moveTo>
                <a:lnTo>
                  <a:pt x="278488" y="122254"/>
                </a:lnTo>
                <a:lnTo>
                  <a:pt x="272415" y="122254"/>
                </a:lnTo>
                <a:lnTo>
                  <a:pt x="272415" y="116182"/>
                </a:lnTo>
                <a:lnTo>
                  <a:pt x="278488" y="116170"/>
                </a:lnTo>
                <a:close/>
                <a:moveTo>
                  <a:pt x="17443" y="123230"/>
                </a:moveTo>
                <a:lnTo>
                  <a:pt x="17443" y="129302"/>
                </a:lnTo>
                <a:lnTo>
                  <a:pt x="11371" y="129302"/>
                </a:lnTo>
                <a:lnTo>
                  <a:pt x="11371" y="123230"/>
                </a:lnTo>
                <a:close/>
                <a:moveTo>
                  <a:pt x="24503" y="123230"/>
                </a:moveTo>
                <a:lnTo>
                  <a:pt x="24503" y="129302"/>
                </a:lnTo>
                <a:lnTo>
                  <a:pt x="18431" y="129302"/>
                </a:lnTo>
                <a:lnTo>
                  <a:pt x="18431" y="123230"/>
                </a:lnTo>
                <a:close/>
                <a:moveTo>
                  <a:pt x="31564" y="123230"/>
                </a:moveTo>
                <a:lnTo>
                  <a:pt x="31564" y="129302"/>
                </a:lnTo>
                <a:lnTo>
                  <a:pt x="25492" y="129302"/>
                </a:lnTo>
                <a:lnTo>
                  <a:pt x="25492" y="123230"/>
                </a:lnTo>
                <a:close/>
                <a:moveTo>
                  <a:pt x="38612" y="123230"/>
                </a:moveTo>
                <a:lnTo>
                  <a:pt x="38612" y="129302"/>
                </a:lnTo>
                <a:lnTo>
                  <a:pt x="32540" y="129302"/>
                </a:lnTo>
                <a:lnTo>
                  <a:pt x="32540" y="123230"/>
                </a:lnTo>
                <a:close/>
                <a:moveTo>
                  <a:pt x="45673" y="123230"/>
                </a:moveTo>
                <a:lnTo>
                  <a:pt x="45673" y="129302"/>
                </a:lnTo>
                <a:lnTo>
                  <a:pt x="39601" y="129302"/>
                </a:lnTo>
                <a:lnTo>
                  <a:pt x="39601" y="123230"/>
                </a:lnTo>
                <a:close/>
                <a:moveTo>
                  <a:pt x="52721" y="123230"/>
                </a:moveTo>
                <a:lnTo>
                  <a:pt x="52721" y="129302"/>
                </a:lnTo>
                <a:lnTo>
                  <a:pt x="46649" y="129302"/>
                </a:lnTo>
                <a:lnTo>
                  <a:pt x="46649" y="123230"/>
                </a:lnTo>
                <a:close/>
                <a:moveTo>
                  <a:pt x="59782" y="123230"/>
                </a:moveTo>
                <a:lnTo>
                  <a:pt x="59782" y="129302"/>
                </a:lnTo>
                <a:lnTo>
                  <a:pt x="53709" y="129302"/>
                </a:lnTo>
                <a:lnTo>
                  <a:pt x="53709" y="123230"/>
                </a:lnTo>
                <a:close/>
                <a:moveTo>
                  <a:pt x="66842" y="123230"/>
                </a:moveTo>
                <a:lnTo>
                  <a:pt x="66842" y="129302"/>
                </a:lnTo>
                <a:lnTo>
                  <a:pt x="60758" y="129302"/>
                </a:lnTo>
                <a:lnTo>
                  <a:pt x="60758" y="123230"/>
                </a:lnTo>
                <a:close/>
                <a:moveTo>
                  <a:pt x="73902" y="123230"/>
                </a:moveTo>
                <a:lnTo>
                  <a:pt x="73902" y="129302"/>
                </a:lnTo>
                <a:lnTo>
                  <a:pt x="67818" y="129302"/>
                </a:lnTo>
                <a:lnTo>
                  <a:pt x="67818" y="123230"/>
                </a:lnTo>
                <a:close/>
                <a:moveTo>
                  <a:pt x="80951" y="123230"/>
                </a:moveTo>
                <a:lnTo>
                  <a:pt x="80951" y="129302"/>
                </a:lnTo>
                <a:lnTo>
                  <a:pt x="74879" y="129302"/>
                </a:lnTo>
                <a:lnTo>
                  <a:pt x="74879" y="123230"/>
                </a:lnTo>
                <a:close/>
                <a:moveTo>
                  <a:pt x="88011" y="123230"/>
                </a:moveTo>
                <a:lnTo>
                  <a:pt x="88011" y="129302"/>
                </a:lnTo>
                <a:lnTo>
                  <a:pt x="81927" y="129302"/>
                </a:lnTo>
                <a:lnTo>
                  <a:pt x="81927" y="123230"/>
                </a:lnTo>
                <a:close/>
                <a:moveTo>
                  <a:pt x="95060" y="123230"/>
                </a:moveTo>
                <a:lnTo>
                  <a:pt x="95060" y="129302"/>
                </a:lnTo>
                <a:lnTo>
                  <a:pt x="88988" y="129302"/>
                </a:lnTo>
                <a:lnTo>
                  <a:pt x="88988" y="123230"/>
                </a:lnTo>
                <a:close/>
                <a:moveTo>
                  <a:pt x="102120" y="123230"/>
                </a:moveTo>
                <a:lnTo>
                  <a:pt x="102120" y="129302"/>
                </a:lnTo>
                <a:lnTo>
                  <a:pt x="96036" y="129302"/>
                </a:lnTo>
                <a:lnTo>
                  <a:pt x="96036" y="123230"/>
                </a:lnTo>
                <a:close/>
                <a:moveTo>
                  <a:pt x="109169" y="123230"/>
                </a:moveTo>
                <a:lnTo>
                  <a:pt x="109169" y="129302"/>
                </a:lnTo>
                <a:lnTo>
                  <a:pt x="103097" y="129302"/>
                </a:lnTo>
                <a:lnTo>
                  <a:pt x="103097" y="123230"/>
                </a:lnTo>
                <a:close/>
                <a:moveTo>
                  <a:pt x="116229" y="123230"/>
                </a:moveTo>
                <a:lnTo>
                  <a:pt x="116229" y="129302"/>
                </a:lnTo>
                <a:lnTo>
                  <a:pt x="110157" y="129302"/>
                </a:lnTo>
                <a:lnTo>
                  <a:pt x="110157" y="123230"/>
                </a:lnTo>
                <a:close/>
                <a:moveTo>
                  <a:pt x="123278" y="123230"/>
                </a:moveTo>
                <a:lnTo>
                  <a:pt x="123278" y="129302"/>
                </a:lnTo>
                <a:lnTo>
                  <a:pt x="117205" y="129302"/>
                </a:lnTo>
                <a:lnTo>
                  <a:pt x="117205" y="123230"/>
                </a:lnTo>
                <a:close/>
                <a:moveTo>
                  <a:pt x="130338" y="123230"/>
                </a:moveTo>
                <a:lnTo>
                  <a:pt x="130338" y="129302"/>
                </a:lnTo>
                <a:lnTo>
                  <a:pt x="124254" y="129302"/>
                </a:lnTo>
                <a:lnTo>
                  <a:pt x="124254" y="123230"/>
                </a:lnTo>
                <a:close/>
                <a:moveTo>
                  <a:pt x="137387" y="123230"/>
                </a:moveTo>
                <a:lnTo>
                  <a:pt x="137387" y="129302"/>
                </a:lnTo>
                <a:lnTo>
                  <a:pt x="131314" y="129302"/>
                </a:lnTo>
                <a:lnTo>
                  <a:pt x="131314" y="123230"/>
                </a:lnTo>
                <a:close/>
                <a:moveTo>
                  <a:pt x="144447" y="123230"/>
                </a:moveTo>
                <a:lnTo>
                  <a:pt x="144447" y="129302"/>
                </a:lnTo>
                <a:lnTo>
                  <a:pt x="138375" y="129302"/>
                </a:lnTo>
                <a:lnTo>
                  <a:pt x="138375" y="123230"/>
                </a:lnTo>
                <a:close/>
                <a:moveTo>
                  <a:pt x="151495" y="123230"/>
                </a:moveTo>
                <a:lnTo>
                  <a:pt x="151495" y="129302"/>
                </a:lnTo>
                <a:lnTo>
                  <a:pt x="145423" y="129302"/>
                </a:lnTo>
                <a:lnTo>
                  <a:pt x="145423" y="123230"/>
                </a:lnTo>
                <a:close/>
                <a:moveTo>
                  <a:pt x="158556" y="123230"/>
                </a:moveTo>
                <a:lnTo>
                  <a:pt x="158556" y="129302"/>
                </a:lnTo>
                <a:lnTo>
                  <a:pt x="152484" y="129302"/>
                </a:lnTo>
                <a:lnTo>
                  <a:pt x="152484" y="123230"/>
                </a:lnTo>
                <a:close/>
                <a:moveTo>
                  <a:pt x="165604" y="123230"/>
                </a:moveTo>
                <a:lnTo>
                  <a:pt x="165604" y="129302"/>
                </a:lnTo>
                <a:lnTo>
                  <a:pt x="159532" y="129302"/>
                </a:lnTo>
                <a:lnTo>
                  <a:pt x="159532" y="123230"/>
                </a:lnTo>
                <a:close/>
                <a:moveTo>
                  <a:pt x="172665" y="123230"/>
                </a:moveTo>
                <a:lnTo>
                  <a:pt x="172665" y="129302"/>
                </a:lnTo>
                <a:lnTo>
                  <a:pt x="166581" y="129302"/>
                </a:lnTo>
                <a:lnTo>
                  <a:pt x="166581" y="123230"/>
                </a:lnTo>
                <a:close/>
                <a:moveTo>
                  <a:pt x="179713" y="123230"/>
                </a:moveTo>
                <a:lnTo>
                  <a:pt x="179713" y="129302"/>
                </a:lnTo>
                <a:lnTo>
                  <a:pt x="173641" y="129302"/>
                </a:lnTo>
                <a:lnTo>
                  <a:pt x="173641" y="123230"/>
                </a:lnTo>
                <a:close/>
                <a:moveTo>
                  <a:pt x="186774" y="123230"/>
                </a:moveTo>
                <a:lnTo>
                  <a:pt x="186774" y="129302"/>
                </a:lnTo>
                <a:lnTo>
                  <a:pt x="180702" y="129302"/>
                </a:lnTo>
                <a:lnTo>
                  <a:pt x="180702" y="123230"/>
                </a:lnTo>
                <a:close/>
                <a:moveTo>
                  <a:pt x="193822" y="123230"/>
                </a:moveTo>
                <a:lnTo>
                  <a:pt x="193822" y="129302"/>
                </a:lnTo>
                <a:lnTo>
                  <a:pt x="187750" y="129302"/>
                </a:lnTo>
                <a:lnTo>
                  <a:pt x="187750" y="123230"/>
                </a:lnTo>
                <a:close/>
                <a:moveTo>
                  <a:pt x="200883" y="123230"/>
                </a:moveTo>
                <a:lnTo>
                  <a:pt x="200883" y="129302"/>
                </a:lnTo>
                <a:lnTo>
                  <a:pt x="194810" y="129302"/>
                </a:lnTo>
                <a:lnTo>
                  <a:pt x="194810" y="123230"/>
                </a:lnTo>
                <a:close/>
                <a:moveTo>
                  <a:pt x="207931" y="123230"/>
                </a:moveTo>
                <a:lnTo>
                  <a:pt x="207931" y="129302"/>
                </a:lnTo>
                <a:lnTo>
                  <a:pt x="201859" y="129302"/>
                </a:lnTo>
                <a:lnTo>
                  <a:pt x="201859" y="123230"/>
                </a:lnTo>
                <a:close/>
                <a:moveTo>
                  <a:pt x="214992" y="123230"/>
                </a:moveTo>
                <a:lnTo>
                  <a:pt x="214992" y="129302"/>
                </a:lnTo>
                <a:lnTo>
                  <a:pt x="208919" y="129302"/>
                </a:lnTo>
                <a:lnTo>
                  <a:pt x="208919" y="123230"/>
                </a:lnTo>
                <a:close/>
                <a:moveTo>
                  <a:pt x="222052" y="123230"/>
                </a:moveTo>
                <a:lnTo>
                  <a:pt x="222052" y="129302"/>
                </a:lnTo>
                <a:lnTo>
                  <a:pt x="215968" y="129302"/>
                </a:lnTo>
                <a:lnTo>
                  <a:pt x="215968" y="123230"/>
                </a:lnTo>
                <a:close/>
                <a:moveTo>
                  <a:pt x="229100" y="123230"/>
                </a:moveTo>
                <a:lnTo>
                  <a:pt x="229100" y="129302"/>
                </a:lnTo>
                <a:lnTo>
                  <a:pt x="223028" y="129302"/>
                </a:lnTo>
                <a:lnTo>
                  <a:pt x="223028" y="123230"/>
                </a:lnTo>
                <a:close/>
                <a:moveTo>
                  <a:pt x="236161" y="123230"/>
                </a:moveTo>
                <a:lnTo>
                  <a:pt x="236161" y="129302"/>
                </a:lnTo>
                <a:lnTo>
                  <a:pt x="230077" y="129302"/>
                </a:lnTo>
                <a:lnTo>
                  <a:pt x="230077" y="123230"/>
                </a:lnTo>
                <a:close/>
                <a:moveTo>
                  <a:pt x="243209" y="123230"/>
                </a:moveTo>
                <a:lnTo>
                  <a:pt x="243209" y="129302"/>
                </a:lnTo>
                <a:lnTo>
                  <a:pt x="237137" y="129302"/>
                </a:lnTo>
                <a:lnTo>
                  <a:pt x="237137" y="123230"/>
                </a:lnTo>
                <a:close/>
                <a:moveTo>
                  <a:pt x="250270" y="123230"/>
                </a:moveTo>
                <a:lnTo>
                  <a:pt x="250270" y="129302"/>
                </a:lnTo>
                <a:lnTo>
                  <a:pt x="244198" y="129302"/>
                </a:lnTo>
                <a:lnTo>
                  <a:pt x="244198" y="123230"/>
                </a:lnTo>
                <a:close/>
                <a:moveTo>
                  <a:pt x="257318" y="123230"/>
                </a:moveTo>
                <a:lnTo>
                  <a:pt x="257318" y="129302"/>
                </a:lnTo>
                <a:lnTo>
                  <a:pt x="251246" y="129302"/>
                </a:lnTo>
                <a:lnTo>
                  <a:pt x="251246" y="123230"/>
                </a:lnTo>
                <a:close/>
                <a:moveTo>
                  <a:pt x="264379" y="123230"/>
                </a:moveTo>
                <a:lnTo>
                  <a:pt x="264379" y="129302"/>
                </a:lnTo>
                <a:lnTo>
                  <a:pt x="258306" y="129302"/>
                </a:lnTo>
                <a:lnTo>
                  <a:pt x="258306" y="123230"/>
                </a:lnTo>
                <a:close/>
                <a:moveTo>
                  <a:pt x="271427" y="123230"/>
                </a:moveTo>
                <a:lnTo>
                  <a:pt x="271427" y="129302"/>
                </a:lnTo>
                <a:lnTo>
                  <a:pt x="265355" y="129302"/>
                </a:lnTo>
                <a:lnTo>
                  <a:pt x="265355" y="123230"/>
                </a:lnTo>
                <a:close/>
                <a:moveTo>
                  <a:pt x="278488" y="123230"/>
                </a:moveTo>
                <a:lnTo>
                  <a:pt x="278488" y="129302"/>
                </a:lnTo>
                <a:lnTo>
                  <a:pt x="272415" y="129302"/>
                </a:lnTo>
                <a:lnTo>
                  <a:pt x="272415" y="123230"/>
                </a:lnTo>
                <a:close/>
                <a:moveTo>
                  <a:pt x="17443" y="130279"/>
                </a:moveTo>
                <a:lnTo>
                  <a:pt x="17443" y="136363"/>
                </a:lnTo>
                <a:lnTo>
                  <a:pt x="11371" y="136363"/>
                </a:lnTo>
                <a:lnTo>
                  <a:pt x="11371" y="130279"/>
                </a:lnTo>
                <a:close/>
                <a:moveTo>
                  <a:pt x="24503" y="130279"/>
                </a:moveTo>
                <a:lnTo>
                  <a:pt x="24503" y="136363"/>
                </a:lnTo>
                <a:lnTo>
                  <a:pt x="18431" y="136363"/>
                </a:lnTo>
                <a:lnTo>
                  <a:pt x="18431" y="130279"/>
                </a:lnTo>
                <a:close/>
                <a:moveTo>
                  <a:pt x="31564" y="130279"/>
                </a:moveTo>
                <a:lnTo>
                  <a:pt x="31564" y="136363"/>
                </a:lnTo>
                <a:lnTo>
                  <a:pt x="25492" y="136363"/>
                </a:lnTo>
                <a:lnTo>
                  <a:pt x="25492" y="130279"/>
                </a:lnTo>
                <a:close/>
                <a:moveTo>
                  <a:pt x="38612" y="130279"/>
                </a:moveTo>
                <a:lnTo>
                  <a:pt x="38612" y="136363"/>
                </a:lnTo>
                <a:lnTo>
                  <a:pt x="32540" y="136363"/>
                </a:lnTo>
                <a:lnTo>
                  <a:pt x="32540" y="130279"/>
                </a:lnTo>
                <a:close/>
                <a:moveTo>
                  <a:pt x="45673" y="130279"/>
                </a:moveTo>
                <a:lnTo>
                  <a:pt x="45673" y="136363"/>
                </a:lnTo>
                <a:lnTo>
                  <a:pt x="39601" y="136363"/>
                </a:lnTo>
                <a:lnTo>
                  <a:pt x="39601" y="130279"/>
                </a:lnTo>
                <a:close/>
                <a:moveTo>
                  <a:pt x="52721" y="130279"/>
                </a:moveTo>
                <a:lnTo>
                  <a:pt x="52721" y="136363"/>
                </a:lnTo>
                <a:lnTo>
                  <a:pt x="46649" y="136363"/>
                </a:lnTo>
                <a:lnTo>
                  <a:pt x="46649" y="130279"/>
                </a:lnTo>
                <a:close/>
                <a:moveTo>
                  <a:pt x="59782" y="130279"/>
                </a:moveTo>
                <a:lnTo>
                  <a:pt x="59782" y="136363"/>
                </a:lnTo>
                <a:lnTo>
                  <a:pt x="53709" y="136363"/>
                </a:lnTo>
                <a:lnTo>
                  <a:pt x="53709" y="130279"/>
                </a:lnTo>
                <a:close/>
                <a:moveTo>
                  <a:pt x="66842" y="130279"/>
                </a:moveTo>
                <a:lnTo>
                  <a:pt x="66842" y="136363"/>
                </a:lnTo>
                <a:lnTo>
                  <a:pt x="60758" y="136363"/>
                </a:lnTo>
                <a:lnTo>
                  <a:pt x="60758" y="130279"/>
                </a:lnTo>
                <a:close/>
                <a:moveTo>
                  <a:pt x="67818" y="130279"/>
                </a:moveTo>
                <a:lnTo>
                  <a:pt x="73902" y="130290"/>
                </a:lnTo>
                <a:lnTo>
                  <a:pt x="73902" y="136363"/>
                </a:lnTo>
                <a:lnTo>
                  <a:pt x="67818" y="136363"/>
                </a:lnTo>
                <a:lnTo>
                  <a:pt x="67818" y="130279"/>
                </a:lnTo>
                <a:close/>
                <a:moveTo>
                  <a:pt x="74879" y="130279"/>
                </a:moveTo>
                <a:lnTo>
                  <a:pt x="80951" y="130290"/>
                </a:lnTo>
                <a:lnTo>
                  <a:pt x="80951" y="136363"/>
                </a:lnTo>
                <a:lnTo>
                  <a:pt x="74879" y="136363"/>
                </a:lnTo>
                <a:lnTo>
                  <a:pt x="74879" y="130279"/>
                </a:lnTo>
                <a:close/>
                <a:moveTo>
                  <a:pt x="88011" y="130279"/>
                </a:moveTo>
                <a:lnTo>
                  <a:pt x="88011" y="136363"/>
                </a:lnTo>
                <a:lnTo>
                  <a:pt x="81927" y="136363"/>
                </a:lnTo>
                <a:lnTo>
                  <a:pt x="81927" y="130279"/>
                </a:lnTo>
                <a:close/>
                <a:moveTo>
                  <a:pt x="95060" y="130279"/>
                </a:moveTo>
                <a:lnTo>
                  <a:pt x="95060" y="136363"/>
                </a:lnTo>
                <a:lnTo>
                  <a:pt x="88988" y="136363"/>
                </a:lnTo>
                <a:lnTo>
                  <a:pt x="88988" y="130279"/>
                </a:lnTo>
                <a:close/>
                <a:moveTo>
                  <a:pt x="102120" y="130279"/>
                </a:moveTo>
                <a:lnTo>
                  <a:pt x="102120" y="136363"/>
                </a:lnTo>
                <a:lnTo>
                  <a:pt x="96036" y="136363"/>
                </a:lnTo>
                <a:lnTo>
                  <a:pt x="96036" y="130279"/>
                </a:lnTo>
                <a:close/>
                <a:moveTo>
                  <a:pt x="103097" y="130279"/>
                </a:moveTo>
                <a:lnTo>
                  <a:pt x="109169" y="130290"/>
                </a:lnTo>
                <a:lnTo>
                  <a:pt x="109169" y="136363"/>
                </a:lnTo>
                <a:lnTo>
                  <a:pt x="103097" y="136363"/>
                </a:lnTo>
                <a:lnTo>
                  <a:pt x="103097" y="130279"/>
                </a:lnTo>
                <a:close/>
                <a:moveTo>
                  <a:pt x="110157" y="130279"/>
                </a:moveTo>
                <a:lnTo>
                  <a:pt x="116229" y="130290"/>
                </a:lnTo>
                <a:lnTo>
                  <a:pt x="116229" y="136363"/>
                </a:lnTo>
                <a:lnTo>
                  <a:pt x="110157" y="136363"/>
                </a:lnTo>
                <a:lnTo>
                  <a:pt x="110157" y="130279"/>
                </a:lnTo>
                <a:close/>
                <a:moveTo>
                  <a:pt x="123278" y="130279"/>
                </a:moveTo>
                <a:lnTo>
                  <a:pt x="123278" y="136363"/>
                </a:lnTo>
                <a:lnTo>
                  <a:pt x="117205" y="136363"/>
                </a:lnTo>
                <a:lnTo>
                  <a:pt x="117205" y="130279"/>
                </a:lnTo>
                <a:close/>
                <a:moveTo>
                  <a:pt x="130338" y="130279"/>
                </a:moveTo>
                <a:lnTo>
                  <a:pt x="130338" y="136363"/>
                </a:lnTo>
                <a:lnTo>
                  <a:pt x="124254" y="136363"/>
                </a:lnTo>
                <a:lnTo>
                  <a:pt x="124254" y="130279"/>
                </a:lnTo>
                <a:close/>
                <a:moveTo>
                  <a:pt x="137387" y="130279"/>
                </a:moveTo>
                <a:lnTo>
                  <a:pt x="137387" y="136363"/>
                </a:lnTo>
                <a:lnTo>
                  <a:pt x="131314" y="136363"/>
                </a:lnTo>
                <a:lnTo>
                  <a:pt x="131314" y="130279"/>
                </a:lnTo>
                <a:close/>
                <a:moveTo>
                  <a:pt x="144447" y="130279"/>
                </a:moveTo>
                <a:lnTo>
                  <a:pt x="144447" y="136363"/>
                </a:lnTo>
                <a:lnTo>
                  <a:pt x="138375" y="136363"/>
                </a:lnTo>
                <a:lnTo>
                  <a:pt x="138375" y="130279"/>
                </a:lnTo>
                <a:close/>
                <a:moveTo>
                  <a:pt x="151495" y="130279"/>
                </a:moveTo>
                <a:lnTo>
                  <a:pt x="151495" y="136363"/>
                </a:lnTo>
                <a:lnTo>
                  <a:pt x="145423" y="136363"/>
                </a:lnTo>
                <a:lnTo>
                  <a:pt x="145423" y="130279"/>
                </a:lnTo>
                <a:close/>
                <a:moveTo>
                  <a:pt x="158556" y="130279"/>
                </a:moveTo>
                <a:lnTo>
                  <a:pt x="158556" y="136363"/>
                </a:lnTo>
                <a:lnTo>
                  <a:pt x="152484" y="136363"/>
                </a:lnTo>
                <a:lnTo>
                  <a:pt x="152484" y="130279"/>
                </a:lnTo>
                <a:close/>
                <a:moveTo>
                  <a:pt x="165604" y="130279"/>
                </a:moveTo>
                <a:lnTo>
                  <a:pt x="165604" y="136363"/>
                </a:lnTo>
                <a:lnTo>
                  <a:pt x="159532" y="136363"/>
                </a:lnTo>
                <a:lnTo>
                  <a:pt x="159532" y="130279"/>
                </a:lnTo>
                <a:close/>
                <a:moveTo>
                  <a:pt x="172665" y="130279"/>
                </a:moveTo>
                <a:lnTo>
                  <a:pt x="172665" y="136363"/>
                </a:lnTo>
                <a:lnTo>
                  <a:pt x="166581" y="136363"/>
                </a:lnTo>
                <a:lnTo>
                  <a:pt x="166581" y="130279"/>
                </a:lnTo>
                <a:close/>
                <a:moveTo>
                  <a:pt x="179713" y="130279"/>
                </a:moveTo>
                <a:lnTo>
                  <a:pt x="179713" y="136363"/>
                </a:lnTo>
                <a:lnTo>
                  <a:pt x="173641" y="136363"/>
                </a:lnTo>
                <a:lnTo>
                  <a:pt x="173641" y="130279"/>
                </a:lnTo>
                <a:close/>
                <a:moveTo>
                  <a:pt x="186774" y="130279"/>
                </a:moveTo>
                <a:lnTo>
                  <a:pt x="186774" y="136363"/>
                </a:lnTo>
                <a:lnTo>
                  <a:pt x="180702" y="136363"/>
                </a:lnTo>
                <a:lnTo>
                  <a:pt x="180702" y="130279"/>
                </a:lnTo>
                <a:close/>
                <a:moveTo>
                  <a:pt x="193822" y="130279"/>
                </a:moveTo>
                <a:lnTo>
                  <a:pt x="193822" y="136363"/>
                </a:lnTo>
                <a:lnTo>
                  <a:pt x="187750" y="136363"/>
                </a:lnTo>
                <a:lnTo>
                  <a:pt x="187750" y="130279"/>
                </a:lnTo>
                <a:close/>
                <a:moveTo>
                  <a:pt x="200883" y="130279"/>
                </a:moveTo>
                <a:lnTo>
                  <a:pt x="200883" y="136363"/>
                </a:lnTo>
                <a:lnTo>
                  <a:pt x="194810" y="136363"/>
                </a:lnTo>
                <a:lnTo>
                  <a:pt x="194810" y="130279"/>
                </a:lnTo>
                <a:close/>
                <a:moveTo>
                  <a:pt x="207931" y="130279"/>
                </a:moveTo>
                <a:lnTo>
                  <a:pt x="207931" y="136363"/>
                </a:lnTo>
                <a:lnTo>
                  <a:pt x="201859" y="136363"/>
                </a:lnTo>
                <a:lnTo>
                  <a:pt x="201859" y="130279"/>
                </a:lnTo>
                <a:close/>
                <a:moveTo>
                  <a:pt x="214992" y="130279"/>
                </a:moveTo>
                <a:lnTo>
                  <a:pt x="214992" y="136363"/>
                </a:lnTo>
                <a:lnTo>
                  <a:pt x="208919" y="136363"/>
                </a:lnTo>
                <a:lnTo>
                  <a:pt x="208919" y="130279"/>
                </a:lnTo>
                <a:close/>
                <a:moveTo>
                  <a:pt x="222052" y="130279"/>
                </a:moveTo>
                <a:lnTo>
                  <a:pt x="222052" y="136363"/>
                </a:lnTo>
                <a:lnTo>
                  <a:pt x="215968" y="136363"/>
                </a:lnTo>
                <a:lnTo>
                  <a:pt x="215968" y="130279"/>
                </a:lnTo>
                <a:close/>
                <a:moveTo>
                  <a:pt x="229100" y="130279"/>
                </a:moveTo>
                <a:lnTo>
                  <a:pt x="229100" y="136363"/>
                </a:lnTo>
                <a:lnTo>
                  <a:pt x="223028" y="136363"/>
                </a:lnTo>
                <a:lnTo>
                  <a:pt x="223028" y="130279"/>
                </a:lnTo>
                <a:close/>
                <a:moveTo>
                  <a:pt x="236161" y="130279"/>
                </a:moveTo>
                <a:lnTo>
                  <a:pt x="236161" y="136363"/>
                </a:lnTo>
                <a:lnTo>
                  <a:pt x="230077" y="136363"/>
                </a:lnTo>
                <a:lnTo>
                  <a:pt x="230077" y="130279"/>
                </a:lnTo>
                <a:close/>
                <a:moveTo>
                  <a:pt x="243209" y="130279"/>
                </a:moveTo>
                <a:lnTo>
                  <a:pt x="243209" y="136363"/>
                </a:lnTo>
                <a:lnTo>
                  <a:pt x="237137" y="136363"/>
                </a:lnTo>
                <a:lnTo>
                  <a:pt x="237137" y="130279"/>
                </a:lnTo>
                <a:close/>
                <a:moveTo>
                  <a:pt x="250270" y="130279"/>
                </a:moveTo>
                <a:lnTo>
                  <a:pt x="250270" y="136363"/>
                </a:lnTo>
                <a:lnTo>
                  <a:pt x="244198" y="136363"/>
                </a:lnTo>
                <a:lnTo>
                  <a:pt x="244198" y="130279"/>
                </a:lnTo>
                <a:close/>
                <a:moveTo>
                  <a:pt x="257318" y="130279"/>
                </a:moveTo>
                <a:lnTo>
                  <a:pt x="257318" y="136363"/>
                </a:lnTo>
                <a:lnTo>
                  <a:pt x="251246" y="136363"/>
                </a:lnTo>
                <a:lnTo>
                  <a:pt x="251246" y="130279"/>
                </a:lnTo>
                <a:close/>
                <a:moveTo>
                  <a:pt x="264379" y="130279"/>
                </a:moveTo>
                <a:lnTo>
                  <a:pt x="264379" y="136363"/>
                </a:lnTo>
                <a:lnTo>
                  <a:pt x="258306" y="136363"/>
                </a:lnTo>
                <a:lnTo>
                  <a:pt x="258306" y="130279"/>
                </a:lnTo>
                <a:close/>
                <a:moveTo>
                  <a:pt x="271427" y="130279"/>
                </a:moveTo>
                <a:lnTo>
                  <a:pt x="271427" y="136363"/>
                </a:lnTo>
                <a:lnTo>
                  <a:pt x="265355" y="136363"/>
                </a:lnTo>
                <a:lnTo>
                  <a:pt x="265355" y="130279"/>
                </a:lnTo>
                <a:close/>
                <a:moveTo>
                  <a:pt x="278488" y="130279"/>
                </a:moveTo>
                <a:lnTo>
                  <a:pt x="278488" y="136363"/>
                </a:lnTo>
                <a:lnTo>
                  <a:pt x="272415" y="136363"/>
                </a:lnTo>
                <a:lnTo>
                  <a:pt x="272415" y="130279"/>
                </a:lnTo>
                <a:close/>
                <a:moveTo>
                  <a:pt x="17443" y="137339"/>
                </a:moveTo>
                <a:lnTo>
                  <a:pt x="17443" y="143411"/>
                </a:lnTo>
                <a:lnTo>
                  <a:pt x="11371" y="143411"/>
                </a:lnTo>
                <a:lnTo>
                  <a:pt x="11371" y="137339"/>
                </a:lnTo>
                <a:close/>
                <a:moveTo>
                  <a:pt x="24503" y="137339"/>
                </a:moveTo>
                <a:lnTo>
                  <a:pt x="24503" y="143411"/>
                </a:lnTo>
                <a:lnTo>
                  <a:pt x="18431" y="143411"/>
                </a:lnTo>
                <a:lnTo>
                  <a:pt x="18431" y="137339"/>
                </a:lnTo>
                <a:close/>
                <a:moveTo>
                  <a:pt x="31564" y="137339"/>
                </a:moveTo>
                <a:lnTo>
                  <a:pt x="31564" y="143411"/>
                </a:lnTo>
                <a:lnTo>
                  <a:pt x="25492" y="143411"/>
                </a:lnTo>
                <a:lnTo>
                  <a:pt x="25492" y="137339"/>
                </a:lnTo>
                <a:close/>
                <a:moveTo>
                  <a:pt x="38612" y="137339"/>
                </a:moveTo>
                <a:lnTo>
                  <a:pt x="38612" y="143411"/>
                </a:lnTo>
                <a:lnTo>
                  <a:pt x="32540" y="143411"/>
                </a:lnTo>
                <a:lnTo>
                  <a:pt x="32540" y="137339"/>
                </a:lnTo>
                <a:close/>
                <a:moveTo>
                  <a:pt x="45673" y="137339"/>
                </a:moveTo>
                <a:lnTo>
                  <a:pt x="45673" y="143411"/>
                </a:lnTo>
                <a:lnTo>
                  <a:pt x="39601" y="143411"/>
                </a:lnTo>
                <a:lnTo>
                  <a:pt x="39601" y="137339"/>
                </a:lnTo>
                <a:close/>
                <a:moveTo>
                  <a:pt x="52721" y="137339"/>
                </a:moveTo>
                <a:lnTo>
                  <a:pt x="52721" y="143411"/>
                </a:lnTo>
                <a:lnTo>
                  <a:pt x="46649" y="143411"/>
                </a:lnTo>
                <a:lnTo>
                  <a:pt x="46649" y="137339"/>
                </a:lnTo>
                <a:close/>
                <a:moveTo>
                  <a:pt x="59782" y="137339"/>
                </a:moveTo>
                <a:lnTo>
                  <a:pt x="59782" y="143411"/>
                </a:lnTo>
                <a:lnTo>
                  <a:pt x="53709" y="143411"/>
                </a:lnTo>
                <a:lnTo>
                  <a:pt x="53709" y="137339"/>
                </a:lnTo>
                <a:close/>
                <a:moveTo>
                  <a:pt x="66842" y="137339"/>
                </a:moveTo>
                <a:lnTo>
                  <a:pt x="66842" y="143411"/>
                </a:lnTo>
                <a:lnTo>
                  <a:pt x="60758" y="143411"/>
                </a:lnTo>
                <a:lnTo>
                  <a:pt x="60758" y="137339"/>
                </a:lnTo>
                <a:close/>
                <a:moveTo>
                  <a:pt x="73902" y="137339"/>
                </a:moveTo>
                <a:lnTo>
                  <a:pt x="73902" y="143411"/>
                </a:lnTo>
                <a:lnTo>
                  <a:pt x="67818" y="143411"/>
                </a:lnTo>
                <a:lnTo>
                  <a:pt x="67818" y="137339"/>
                </a:lnTo>
                <a:close/>
                <a:moveTo>
                  <a:pt x="80951" y="137339"/>
                </a:moveTo>
                <a:lnTo>
                  <a:pt x="80951" y="143411"/>
                </a:lnTo>
                <a:lnTo>
                  <a:pt x="74879" y="143411"/>
                </a:lnTo>
                <a:lnTo>
                  <a:pt x="74879" y="137339"/>
                </a:lnTo>
                <a:close/>
                <a:moveTo>
                  <a:pt x="88011" y="137339"/>
                </a:moveTo>
                <a:lnTo>
                  <a:pt x="88011" y="143411"/>
                </a:lnTo>
                <a:lnTo>
                  <a:pt x="81927" y="143411"/>
                </a:lnTo>
                <a:lnTo>
                  <a:pt x="81927" y="137339"/>
                </a:lnTo>
                <a:close/>
                <a:moveTo>
                  <a:pt x="95060" y="137339"/>
                </a:moveTo>
                <a:lnTo>
                  <a:pt x="95060" y="143411"/>
                </a:lnTo>
                <a:lnTo>
                  <a:pt x="88988" y="143411"/>
                </a:lnTo>
                <a:lnTo>
                  <a:pt x="88988" y="137339"/>
                </a:lnTo>
                <a:close/>
                <a:moveTo>
                  <a:pt x="102120" y="137339"/>
                </a:moveTo>
                <a:lnTo>
                  <a:pt x="102120" y="143411"/>
                </a:lnTo>
                <a:lnTo>
                  <a:pt x="96036" y="143411"/>
                </a:lnTo>
                <a:lnTo>
                  <a:pt x="96036" y="137339"/>
                </a:lnTo>
                <a:close/>
                <a:moveTo>
                  <a:pt x="103097" y="137339"/>
                </a:moveTo>
                <a:lnTo>
                  <a:pt x="109169" y="137351"/>
                </a:lnTo>
                <a:lnTo>
                  <a:pt x="109169" y="143411"/>
                </a:lnTo>
                <a:lnTo>
                  <a:pt x="103097" y="143411"/>
                </a:lnTo>
                <a:lnTo>
                  <a:pt x="103097" y="137339"/>
                </a:lnTo>
                <a:close/>
                <a:moveTo>
                  <a:pt x="110157" y="137339"/>
                </a:moveTo>
                <a:lnTo>
                  <a:pt x="116229" y="137351"/>
                </a:lnTo>
                <a:lnTo>
                  <a:pt x="116229" y="143411"/>
                </a:lnTo>
                <a:lnTo>
                  <a:pt x="110157" y="143411"/>
                </a:lnTo>
                <a:lnTo>
                  <a:pt x="110157" y="137339"/>
                </a:lnTo>
                <a:close/>
                <a:moveTo>
                  <a:pt x="123278" y="137339"/>
                </a:moveTo>
                <a:lnTo>
                  <a:pt x="123278" y="143411"/>
                </a:lnTo>
                <a:lnTo>
                  <a:pt x="117205" y="143411"/>
                </a:lnTo>
                <a:lnTo>
                  <a:pt x="117205" y="137339"/>
                </a:lnTo>
                <a:close/>
                <a:moveTo>
                  <a:pt x="130338" y="137339"/>
                </a:moveTo>
                <a:lnTo>
                  <a:pt x="130338" y="143411"/>
                </a:lnTo>
                <a:lnTo>
                  <a:pt x="124254" y="143411"/>
                </a:lnTo>
                <a:lnTo>
                  <a:pt x="124254" y="137339"/>
                </a:lnTo>
                <a:close/>
                <a:moveTo>
                  <a:pt x="137387" y="137339"/>
                </a:moveTo>
                <a:lnTo>
                  <a:pt x="137387" y="143411"/>
                </a:lnTo>
                <a:lnTo>
                  <a:pt x="131314" y="143411"/>
                </a:lnTo>
                <a:lnTo>
                  <a:pt x="131314" y="137339"/>
                </a:lnTo>
                <a:close/>
                <a:moveTo>
                  <a:pt x="144447" y="137339"/>
                </a:moveTo>
                <a:lnTo>
                  <a:pt x="144447" y="143411"/>
                </a:lnTo>
                <a:lnTo>
                  <a:pt x="138375" y="143411"/>
                </a:lnTo>
                <a:lnTo>
                  <a:pt x="138375" y="137339"/>
                </a:lnTo>
                <a:close/>
                <a:moveTo>
                  <a:pt x="151495" y="137339"/>
                </a:moveTo>
                <a:lnTo>
                  <a:pt x="151495" y="143411"/>
                </a:lnTo>
                <a:lnTo>
                  <a:pt x="145423" y="143411"/>
                </a:lnTo>
                <a:lnTo>
                  <a:pt x="145423" y="137339"/>
                </a:lnTo>
                <a:close/>
                <a:moveTo>
                  <a:pt x="158556" y="137339"/>
                </a:moveTo>
                <a:lnTo>
                  <a:pt x="158556" y="143411"/>
                </a:lnTo>
                <a:lnTo>
                  <a:pt x="152484" y="143411"/>
                </a:lnTo>
                <a:lnTo>
                  <a:pt x="152484" y="137339"/>
                </a:lnTo>
                <a:close/>
                <a:moveTo>
                  <a:pt x="165604" y="137339"/>
                </a:moveTo>
                <a:lnTo>
                  <a:pt x="165604" y="143411"/>
                </a:lnTo>
                <a:lnTo>
                  <a:pt x="159532" y="143411"/>
                </a:lnTo>
                <a:lnTo>
                  <a:pt x="159532" y="137339"/>
                </a:lnTo>
                <a:close/>
                <a:moveTo>
                  <a:pt x="172665" y="137339"/>
                </a:moveTo>
                <a:lnTo>
                  <a:pt x="172665" y="143411"/>
                </a:lnTo>
                <a:lnTo>
                  <a:pt x="166581" y="143411"/>
                </a:lnTo>
                <a:lnTo>
                  <a:pt x="166581" y="137339"/>
                </a:lnTo>
                <a:close/>
                <a:moveTo>
                  <a:pt x="179713" y="137339"/>
                </a:moveTo>
                <a:lnTo>
                  <a:pt x="179713" y="143411"/>
                </a:lnTo>
                <a:lnTo>
                  <a:pt x="173641" y="143411"/>
                </a:lnTo>
                <a:lnTo>
                  <a:pt x="173641" y="137339"/>
                </a:lnTo>
                <a:close/>
                <a:moveTo>
                  <a:pt x="186774" y="137339"/>
                </a:moveTo>
                <a:lnTo>
                  <a:pt x="186774" y="143411"/>
                </a:lnTo>
                <a:lnTo>
                  <a:pt x="180702" y="143411"/>
                </a:lnTo>
                <a:lnTo>
                  <a:pt x="180702" y="137339"/>
                </a:lnTo>
                <a:close/>
                <a:moveTo>
                  <a:pt x="193822" y="137339"/>
                </a:moveTo>
                <a:lnTo>
                  <a:pt x="193822" y="143411"/>
                </a:lnTo>
                <a:lnTo>
                  <a:pt x="187750" y="143411"/>
                </a:lnTo>
                <a:lnTo>
                  <a:pt x="187750" y="137339"/>
                </a:lnTo>
                <a:close/>
                <a:moveTo>
                  <a:pt x="200883" y="137339"/>
                </a:moveTo>
                <a:lnTo>
                  <a:pt x="200883" y="143411"/>
                </a:lnTo>
                <a:lnTo>
                  <a:pt x="194810" y="143411"/>
                </a:lnTo>
                <a:lnTo>
                  <a:pt x="194810" y="137339"/>
                </a:lnTo>
                <a:close/>
                <a:moveTo>
                  <a:pt x="207931" y="137339"/>
                </a:moveTo>
                <a:lnTo>
                  <a:pt x="207931" y="143411"/>
                </a:lnTo>
                <a:lnTo>
                  <a:pt x="201859" y="143411"/>
                </a:lnTo>
                <a:lnTo>
                  <a:pt x="201859" y="137339"/>
                </a:lnTo>
                <a:close/>
                <a:moveTo>
                  <a:pt x="214992" y="137339"/>
                </a:moveTo>
                <a:lnTo>
                  <a:pt x="214992" y="143411"/>
                </a:lnTo>
                <a:lnTo>
                  <a:pt x="208919" y="143411"/>
                </a:lnTo>
                <a:lnTo>
                  <a:pt x="208919" y="137339"/>
                </a:lnTo>
                <a:close/>
                <a:moveTo>
                  <a:pt x="222052" y="137339"/>
                </a:moveTo>
                <a:lnTo>
                  <a:pt x="222052" y="143411"/>
                </a:lnTo>
                <a:lnTo>
                  <a:pt x="215968" y="143411"/>
                </a:lnTo>
                <a:lnTo>
                  <a:pt x="215968" y="137339"/>
                </a:lnTo>
                <a:close/>
                <a:moveTo>
                  <a:pt x="229100" y="137339"/>
                </a:moveTo>
                <a:lnTo>
                  <a:pt x="229100" y="143411"/>
                </a:lnTo>
                <a:lnTo>
                  <a:pt x="223028" y="143411"/>
                </a:lnTo>
                <a:lnTo>
                  <a:pt x="223028" y="137339"/>
                </a:lnTo>
                <a:close/>
                <a:moveTo>
                  <a:pt x="236161" y="137339"/>
                </a:moveTo>
                <a:lnTo>
                  <a:pt x="236161" y="143411"/>
                </a:lnTo>
                <a:lnTo>
                  <a:pt x="230077" y="143411"/>
                </a:lnTo>
                <a:lnTo>
                  <a:pt x="230077" y="137339"/>
                </a:lnTo>
                <a:close/>
                <a:moveTo>
                  <a:pt x="243209" y="137339"/>
                </a:moveTo>
                <a:lnTo>
                  <a:pt x="243209" y="143411"/>
                </a:lnTo>
                <a:lnTo>
                  <a:pt x="237137" y="143411"/>
                </a:lnTo>
                <a:lnTo>
                  <a:pt x="237137" y="137339"/>
                </a:lnTo>
                <a:close/>
                <a:moveTo>
                  <a:pt x="250270" y="137339"/>
                </a:moveTo>
                <a:lnTo>
                  <a:pt x="250270" y="143411"/>
                </a:lnTo>
                <a:lnTo>
                  <a:pt x="244198" y="143411"/>
                </a:lnTo>
                <a:lnTo>
                  <a:pt x="244198" y="137339"/>
                </a:lnTo>
                <a:close/>
                <a:moveTo>
                  <a:pt x="257318" y="137339"/>
                </a:moveTo>
                <a:lnTo>
                  <a:pt x="257318" y="143411"/>
                </a:lnTo>
                <a:lnTo>
                  <a:pt x="251246" y="143411"/>
                </a:lnTo>
                <a:lnTo>
                  <a:pt x="251246" y="137339"/>
                </a:lnTo>
                <a:close/>
                <a:moveTo>
                  <a:pt x="264379" y="137339"/>
                </a:moveTo>
                <a:lnTo>
                  <a:pt x="264379" y="143411"/>
                </a:lnTo>
                <a:lnTo>
                  <a:pt x="258306" y="143411"/>
                </a:lnTo>
                <a:lnTo>
                  <a:pt x="258306" y="137339"/>
                </a:lnTo>
                <a:close/>
                <a:moveTo>
                  <a:pt x="271427" y="137339"/>
                </a:moveTo>
                <a:lnTo>
                  <a:pt x="271427" y="143411"/>
                </a:lnTo>
                <a:lnTo>
                  <a:pt x="265355" y="143411"/>
                </a:lnTo>
                <a:lnTo>
                  <a:pt x="265355" y="137339"/>
                </a:lnTo>
                <a:close/>
                <a:moveTo>
                  <a:pt x="278488" y="137339"/>
                </a:moveTo>
                <a:lnTo>
                  <a:pt x="278488" y="143411"/>
                </a:lnTo>
                <a:lnTo>
                  <a:pt x="272415" y="143411"/>
                </a:lnTo>
                <a:lnTo>
                  <a:pt x="272415" y="137339"/>
                </a:lnTo>
                <a:close/>
                <a:moveTo>
                  <a:pt x="17443" y="144399"/>
                </a:moveTo>
                <a:lnTo>
                  <a:pt x="17443" y="150472"/>
                </a:lnTo>
                <a:lnTo>
                  <a:pt x="11371" y="150472"/>
                </a:lnTo>
                <a:lnTo>
                  <a:pt x="11371" y="144399"/>
                </a:lnTo>
                <a:close/>
                <a:moveTo>
                  <a:pt x="24503" y="144399"/>
                </a:moveTo>
                <a:lnTo>
                  <a:pt x="24503" y="150472"/>
                </a:lnTo>
                <a:lnTo>
                  <a:pt x="18431" y="150472"/>
                </a:lnTo>
                <a:lnTo>
                  <a:pt x="18431" y="144399"/>
                </a:lnTo>
                <a:close/>
                <a:moveTo>
                  <a:pt x="31564" y="144399"/>
                </a:moveTo>
                <a:lnTo>
                  <a:pt x="31564" y="150472"/>
                </a:lnTo>
                <a:lnTo>
                  <a:pt x="25492" y="150472"/>
                </a:lnTo>
                <a:lnTo>
                  <a:pt x="25492" y="144399"/>
                </a:lnTo>
                <a:close/>
                <a:moveTo>
                  <a:pt x="38612" y="144399"/>
                </a:moveTo>
                <a:lnTo>
                  <a:pt x="38612" y="150472"/>
                </a:lnTo>
                <a:lnTo>
                  <a:pt x="32540" y="150472"/>
                </a:lnTo>
                <a:lnTo>
                  <a:pt x="32540" y="144399"/>
                </a:lnTo>
                <a:close/>
                <a:moveTo>
                  <a:pt x="45673" y="144399"/>
                </a:moveTo>
                <a:lnTo>
                  <a:pt x="45673" y="150472"/>
                </a:lnTo>
                <a:lnTo>
                  <a:pt x="39601" y="150472"/>
                </a:lnTo>
                <a:lnTo>
                  <a:pt x="39601" y="144399"/>
                </a:lnTo>
                <a:close/>
                <a:moveTo>
                  <a:pt x="52721" y="144399"/>
                </a:moveTo>
                <a:lnTo>
                  <a:pt x="52721" y="150472"/>
                </a:lnTo>
                <a:lnTo>
                  <a:pt x="46649" y="150472"/>
                </a:lnTo>
                <a:lnTo>
                  <a:pt x="46649" y="144399"/>
                </a:lnTo>
                <a:close/>
                <a:moveTo>
                  <a:pt x="59782" y="144399"/>
                </a:moveTo>
                <a:lnTo>
                  <a:pt x="59782" y="150472"/>
                </a:lnTo>
                <a:lnTo>
                  <a:pt x="53709" y="150472"/>
                </a:lnTo>
                <a:lnTo>
                  <a:pt x="53709" y="144399"/>
                </a:lnTo>
                <a:close/>
                <a:moveTo>
                  <a:pt x="66842" y="144387"/>
                </a:moveTo>
                <a:lnTo>
                  <a:pt x="66842" y="150472"/>
                </a:lnTo>
                <a:lnTo>
                  <a:pt x="60758" y="150472"/>
                </a:lnTo>
                <a:lnTo>
                  <a:pt x="60758" y="144399"/>
                </a:lnTo>
                <a:lnTo>
                  <a:pt x="66842" y="144387"/>
                </a:lnTo>
                <a:close/>
                <a:moveTo>
                  <a:pt x="73902" y="144399"/>
                </a:moveTo>
                <a:lnTo>
                  <a:pt x="73902" y="150472"/>
                </a:lnTo>
                <a:lnTo>
                  <a:pt x="67818" y="150472"/>
                </a:lnTo>
                <a:lnTo>
                  <a:pt x="67818" y="144399"/>
                </a:lnTo>
                <a:close/>
                <a:moveTo>
                  <a:pt x="80951" y="144399"/>
                </a:moveTo>
                <a:lnTo>
                  <a:pt x="80951" y="150472"/>
                </a:lnTo>
                <a:lnTo>
                  <a:pt x="74879" y="150472"/>
                </a:lnTo>
                <a:lnTo>
                  <a:pt x="74879" y="144399"/>
                </a:lnTo>
                <a:close/>
                <a:moveTo>
                  <a:pt x="88011" y="144399"/>
                </a:moveTo>
                <a:lnTo>
                  <a:pt x="88011" y="150472"/>
                </a:lnTo>
                <a:lnTo>
                  <a:pt x="81927" y="150472"/>
                </a:lnTo>
                <a:lnTo>
                  <a:pt x="81927" y="144399"/>
                </a:lnTo>
                <a:close/>
                <a:moveTo>
                  <a:pt x="95060" y="144399"/>
                </a:moveTo>
                <a:lnTo>
                  <a:pt x="95060" y="150472"/>
                </a:lnTo>
                <a:lnTo>
                  <a:pt x="88988" y="150472"/>
                </a:lnTo>
                <a:lnTo>
                  <a:pt x="88988" y="144399"/>
                </a:lnTo>
                <a:close/>
                <a:moveTo>
                  <a:pt x="102120" y="144387"/>
                </a:moveTo>
                <a:lnTo>
                  <a:pt x="102120" y="150472"/>
                </a:lnTo>
                <a:lnTo>
                  <a:pt x="96036" y="150472"/>
                </a:lnTo>
                <a:lnTo>
                  <a:pt x="96036" y="144399"/>
                </a:lnTo>
                <a:lnTo>
                  <a:pt x="102120" y="144387"/>
                </a:lnTo>
                <a:close/>
                <a:moveTo>
                  <a:pt x="109169" y="144399"/>
                </a:moveTo>
                <a:lnTo>
                  <a:pt x="109169" y="150472"/>
                </a:lnTo>
                <a:lnTo>
                  <a:pt x="103097" y="150472"/>
                </a:lnTo>
                <a:lnTo>
                  <a:pt x="103097" y="144399"/>
                </a:lnTo>
                <a:close/>
                <a:moveTo>
                  <a:pt x="116229" y="144399"/>
                </a:moveTo>
                <a:lnTo>
                  <a:pt x="116229" y="150472"/>
                </a:lnTo>
                <a:lnTo>
                  <a:pt x="110157" y="150472"/>
                </a:lnTo>
                <a:lnTo>
                  <a:pt x="110157" y="144399"/>
                </a:lnTo>
                <a:close/>
                <a:moveTo>
                  <a:pt x="123278" y="144399"/>
                </a:moveTo>
                <a:lnTo>
                  <a:pt x="123278" y="150472"/>
                </a:lnTo>
                <a:lnTo>
                  <a:pt x="117205" y="150472"/>
                </a:lnTo>
                <a:lnTo>
                  <a:pt x="117205" y="144399"/>
                </a:lnTo>
                <a:close/>
                <a:moveTo>
                  <a:pt x="130338" y="144399"/>
                </a:moveTo>
                <a:lnTo>
                  <a:pt x="130338" y="150472"/>
                </a:lnTo>
                <a:lnTo>
                  <a:pt x="124254" y="150472"/>
                </a:lnTo>
                <a:lnTo>
                  <a:pt x="124254" y="144399"/>
                </a:lnTo>
                <a:close/>
                <a:moveTo>
                  <a:pt x="137387" y="144387"/>
                </a:moveTo>
                <a:lnTo>
                  <a:pt x="137387" y="150472"/>
                </a:lnTo>
                <a:lnTo>
                  <a:pt x="131314" y="150472"/>
                </a:lnTo>
                <a:lnTo>
                  <a:pt x="131314" y="144399"/>
                </a:lnTo>
                <a:lnTo>
                  <a:pt x="137387" y="144387"/>
                </a:lnTo>
                <a:close/>
                <a:moveTo>
                  <a:pt x="144447" y="144399"/>
                </a:moveTo>
                <a:lnTo>
                  <a:pt x="144447" y="150472"/>
                </a:lnTo>
                <a:lnTo>
                  <a:pt x="138375" y="150472"/>
                </a:lnTo>
                <a:lnTo>
                  <a:pt x="138375" y="144399"/>
                </a:lnTo>
                <a:close/>
                <a:moveTo>
                  <a:pt x="151495" y="144399"/>
                </a:moveTo>
                <a:lnTo>
                  <a:pt x="151495" y="150472"/>
                </a:lnTo>
                <a:lnTo>
                  <a:pt x="145423" y="150472"/>
                </a:lnTo>
                <a:lnTo>
                  <a:pt x="145423" y="144399"/>
                </a:lnTo>
                <a:close/>
                <a:moveTo>
                  <a:pt x="158556" y="144399"/>
                </a:moveTo>
                <a:lnTo>
                  <a:pt x="158556" y="150472"/>
                </a:lnTo>
                <a:lnTo>
                  <a:pt x="152484" y="150472"/>
                </a:lnTo>
                <a:lnTo>
                  <a:pt x="152484" y="144399"/>
                </a:lnTo>
                <a:close/>
                <a:moveTo>
                  <a:pt x="165604" y="144399"/>
                </a:moveTo>
                <a:lnTo>
                  <a:pt x="165604" y="150472"/>
                </a:lnTo>
                <a:lnTo>
                  <a:pt x="159532" y="150472"/>
                </a:lnTo>
                <a:lnTo>
                  <a:pt x="159532" y="144399"/>
                </a:lnTo>
                <a:close/>
                <a:moveTo>
                  <a:pt x="172665" y="144399"/>
                </a:moveTo>
                <a:lnTo>
                  <a:pt x="172665" y="150472"/>
                </a:lnTo>
                <a:lnTo>
                  <a:pt x="166581" y="150472"/>
                </a:lnTo>
                <a:lnTo>
                  <a:pt x="166581" y="144399"/>
                </a:lnTo>
                <a:close/>
                <a:moveTo>
                  <a:pt x="179713" y="144399"/>
                </a:moveTo>
                <a:lnTo>
                  <a:pt x="179713" y="150472"/>
                </a:lnTo>
                <a:lnTo>
                  <a:pt x="173641" y="150472"/>
                </a:lnTo>
                <a:lnTo>
                  <a:pt x="173641" y="144399"/>
                </a:lnTo>
                <a:close/>
                <a:moveTo>
                  <a:pt x="186774" y="144399"/>
                </a:moveTo>
                <a:lnTo>
                  <a:pt x="186774" y="150472"/>
                </a:lnTo>
                <a:lnTo>
                  <a:pt x="180702" y="150472"/>
                </a:lnTo>
                <a:lnTo>
                  <a:pt x="180702" y="144399"/>
                </a:lnTo>
                <a:close/>
                <a:moveTo>
                  <a:pt x="193822" y="144399"/>
                </a:moveTo>
                <a:lnTo>
                  <a:pt x="193822" y="150472"/>
                </a:lnTo>
                <a:lnTo>
                  <a:pt x="187750" y="150472"/>
                </a:lnTo>
                <a:lnTo>
                  <a:pt x="187750" y="144399"/>
                </a:lnTo>
                <a:close/>
                <a:moveTo>
                  <a:pt x="200883" y="144399"/>
                </a:moveTo>
                <a:lnTo>
                  <a:pt x="200883" y="150472"/>
                </a:lnTo>
                <a:lnTo>
                  <a:pt x="194810" y="150472"/>
                </a:lnTo>
                <a:lnTo>
                  <a:pt x="194810" y="144399"/>
                </a:lnTo>
                <a:close/>
                <a:moveTo>
                  <a:pt x="207931" y="144399"/>
                </a:moveTo>
                <a:lnTo>
                  <a:pt x="207931" y="150472"/>
                </a:lnTo>
                <a:lnTo>
                  <a:pt x="201859" y="150472"/>
                </a:lnTo>
                <a:lnTo>
                  <a:pt x="201859" y="144399"/>
                </a:lnTo>
                <a:close/>
                <a:moveTo>
                  <a:pt x="214992" y="144399"/>
                </a:moveTo>
                <a:lnTo>
                  <a:pt x="214992" y="150472"/>
                </a:lnTo>
                <a:lnTo>
                  <a:pt x="208919" y="150472"/>
                </a:lnTo>
                <a:lnTo>
                  <a:pt x="208919" y="144399"/>
                </a:lnTo>
                <a:close/>
                <a:moveTo>
                  <a:pt x="222052" y="144399"/>
                </a:moveTo>
                <a:lnTo>
                  <a:pt x="222052" y="150472"/>
                </a:lnTo>
                <a:lnTo>
                  <a:pt x="215968" y="150472"/>
                </a:lnTo>
                <a:lnTo>
                  <a:pt x="215968" y="144399"/>
                </a:lnTo>
                <a:close/>
                <a:moveTo>
                  <a:pt x="229100" y="144399"/>
                </a:moveTo>
                <a:lnTo>
                  <a:pt x="229100" y="150472"/>
                </a:lnTo>
                <a:lnTo>
                  <a:pt x="223028" y="150472"/>
                </a:lnTo>
                <a:lnTo>
                  <a:pt x="223028" y="144399"/>
                </a:lnTo>
                <a:close/>
                <a:moveTo>
                  <a:pt x="236161" y="144399"/>
                </a:moveTo>
                <a:lnTo>
                  <a:pt x="236161" y="150472"/>
                </a:lnTo>
                <a:lnTo>
                  <a:pt x="230077" y="150472"/>
                </a:lnTo>
                <a:lnTo>
                  <a:pt x="230077" y="144399"/>
                </a:lnTo>
                <a:close/>
                <a:moveTo>
                  <a:pt x="243209" y="144399"/>
                </a:moveTo>
                <a:lnTo>
                  <a:pt x="243209" y="150472"/>
                </a:lnTo>
                <a:lnTo>
                  <a:pt x="237137" y="150472"/>
                </a:lnTo>
                <a:lnTo>
                  <a:pt x="237137" y="144399"/>
                </a:lnTo>
                <a:close/>
                <a:moveTo>
                  <a:pt x="250270" y="144399"/>
                </a:moveTo>
                <a:lnTo>
                  <a:pt x="250270" y="150472"/>
                </a:lnTo>
                <a:lnTo>
                  <a:pt x="244198" y="150472"/>
                </a:lnTo>
                <a:lnTo>
                  <a:pt x="244198" y="144399"/>
                </a:lnTo>
                <a:close/>
                <a:moveTo>
                  <a:pt x="257318" y="144399"/>
                </a:moveTo>
                <a:lnTo>
                  <a:pt x="257318" y="150472"/>
                </a:lnTo>
                <a:lnTo>
                  <a:pt x="251246" y="150472"/>
                </a:lnTo>
                <a:lnTo>
                  <a:pt x="251246" y="144399"/>
                </a:lnTo>
                <a:close/>
                <a:moveTo>
                  <a:pt x="264379" y="144399"/>
                </a:moveTo>
                <a:lnTo>
                  <a:pt x="264379" y="150472"/>
                </a:lnTo>
                <a:lnTo>
                  <a:pt x="258306" y="150472"/>
                </a:lnTo>
                <a:lnTo>
                  <a:pt x="258306" y="144399"/>
                </a:lnTo>
                <a:close/>
                <a:moveTo>
                  <a:pt x="271427" y="144399"/>
                </a:moveTo>
                <a:lnTo>
                  <a:pt x="271427" y="150472"/>
                </a:lnTo>
                <a:lnTo>
                  <a:pt x="265355" y="150472"/>
                </a:lnTo>
                <a:lnTo>
                  <a:pt x="265355" y="144399"/>
                </a:lnTo>
                <a:close/>
                <a:moveTo>
                  <a:pt x="278488" y="144399"/>
                </a:moveTo>
                <a:lnTo>
                  <a:pt x="278488" y="150472"/>
                </a:lnTo>
                <a:lnTo>
                  <a:pt x="272415" y="150472"/>
                </a:lnTo>
                <a:lnTo>
                  <a:pt x="272415" y="144399"/>
                </a:lnTo>
                <a:close/>
                <a:moveTo>
                  <a:pt x="17443" y="151448"/>
                </a:moveTo>
                <a:lnTo>
                  <a:pt x="17443" y="157520"/>
                </a:lnTo>
                <a:lnTo>
                  <a:pt x="11371" y="157520"/>
                </a:lnTo>
                <a:lnTo>
                  <a:pt x="11371" y="151448"/>
                </a:lnTo>
                <a:close/>
                <a:moveTo>
                  <a:pt x="24503" y="151448"/>
                </a:moveTo>
                <a:lnTo>
                  <a:pt x="24503" y="157520"/>
                </a:lnTo>
                <a:lnTo>
                  <a:pt x="18431" y="157520"/>
                </a:lnTo>
                <a:lnTo>
                  <a:pt x="18431" y="151448"/>
                </a:lnTo>
                <a:close/>
                <a:moveTo>
                  <a:pt x="31564" y="151448"/>
                </a:moveTo>
                <a:lnTo>
                  <a:pt x="31564" y="157520"/>
                </a:lnTo>
                <a:lnTo>
                  <a:pt x="25492" y="157520"/>
                </a:lnTo>
                <a:lnTo>
                  <a:pt x="25492" y="151448"/>
                </a:lnTo>
                <a:close/>
                <a:moveTo>
                  <a:pt x="38612" y="151448"/>
                </a:moveTo>
                <a:lnTo>
                  <a:pt x="38612" y="157520"/>
                </a:lnTo>
                <a:lnTo>
                  <a:pt x="32540" y="157520"/>
                </a:lnTo>
                <a:lnTo>
                  <a:pt x="32540" y="151448"/>
                </a:lnTo>
                <a:close/>
                <a:moveTo>
                  <a:pt x="45673" y="151448"/>
                </a:moveTo>
                <a:lnTo>
                  <a:pt x="45673" y="157520"/>
                </a:lnTo>
                <a:lnTo>
                  <a:pt x="39601" y="157520"/>
                </a:lnTo>
                <a:lnTo>
                  <a:pt x="39601" y="151448"/>
                </a:lnTo>
                <a:close/>
                <a:moveTo>
                  <a:pt x="52721" y="151448"/>
                </a:moveTo>
                <a:lnTo>
                  <a:pt x="52721" y="157520"/>
                </a:lnTo>
                <a:lnTo>
                  <a:pt x="46649" y="157520"/>
                </a:lnTo>
                <a:lnTo>
                  <a:pt x="46649" y="151448"/>
                </a:lnTo>
                <a:close/>
                <a:moveTo>
                  <a:pt x="59782" y="151448"/>
                </a:moveTo>
                <a:lnTo>
                  <a:pt x="59782" y="157520"/>
                </a:lnTo>
                <a:lnTo>
                  <a:pt x="53709" y="157520"/>
                </a:lnTo>
                <a:lnTo>
                  <a:pt x="53709" y="151448"/>
                </a:lnTo>
                <a:close/>
                <a:moveTo>
                  <a:pt x="66842" y="151448"/>
                </a:moveTo>
                <a:lnTo>
                  <a:pt x="66842" y="157520"/>
                </a:lnTo>
                <a:lnTo>
                  <a:pt x="60758" y="157520"/>
                </a:lnTo>
                <a:lnTo>
                  <a:pt x="60758" y="151448"/>
                </a:lnTo>
                <a:close/>
                <a:moveTo>
                  <a:pt x="88011" y="151448"/>
                </a:moveTo>
                <a:lnTo>
                  <a:pt x="88011" y="157520"/>
                </a:lnTo>
                <a:lnTo>
                  <a:pt x="81927" y="157520"/>
                </a:lnTo>
                <a:lnTo>
                  <a:pt x="81927" y="151448"/>
                </a:lnTo>
                <a:close/>
                <a:moveTo>
                  <a:pt x="95060" y="151448"/>
                </a:moveTo>
                <a:lnTo>
                  <a:pt x="95060" y="157520"/>
                </a:lnTo>
                <a:lnTo>
                  <a:pt x="88988" y="157520"/>
                </a:lnTo>
                <a:lnTo>
                  <a:pt x="88988" y="151448"/>
                </a:lnTo>
                <a:close/>
                <a:moveTo>
                  <a:pt x="102120" y="151448"/>
                </a:moveTo>
                <a:lnTo>
                  <a:pt x="102120" y="157520"/>
                </a:lnTo>
                <a:lnTo>
                  <a:pt x="96036" y="157520"/>
                </a:lnTo>
                <a:lnTo>
                  <a:pt x="96036" y="151448"/>
                </a:lnTo>
                <a:close/>
                <a:moveTo>
                  <a:pt x="123278" y="151448"/>
                </a:moveTo>
                <a:lnTo>
                  <a:pt x="123278" y="157520"/>
                </a:lnTo>
                <a:lnTo>
                  <a:pt x="117205" y="157520"/>
                </a:lnTo>
                <a:lnTo>
                  <a:pt x="117205" y="151448"/>
                </a:lnTo>
                <a:close/>
                <a:moveTo>
                  <a:pt x="130338" y="151448"/>
                </a:moveTo>
                <a:lnTo>
                  <a:pt x="130338" y="157520"/>
                </a:lnTo>
                <a:lnTo>
                  <a:pt x="124254" y="157520"/>
                </a:lnTo>
                <a:lnTo>
                  <a:pt x="124254" y="151448"/>
                </a:lnTo>
                <a:close/>
                <a:moveTo>
                  <a:pt x="137387" y="151448"/>
                </a:moveTo>
                <a:lnTo>
                  <a:pt x="137387" y="157520"/>
                </a:lnTo>
                <a:lnTo>
                  <a:pt x="131314" y="157520"/>
                </a:lnTo>
                <a:lnTo>
                  <a:pt x="131314" y="151448"/>
                </a:lnTo>
                <a:close/>
                <a:moveTo>
                  <a:pt x="144447" y="151448"/>
                </a:moveTo>
                <a:lnTo>
                  <a:pt x="144447" y="157520"/>
                </a:lnTo>
                <a:lnTo>
                  <a:pt x="138375" y="157520"/>
                </a:lnTo>
                <a:lnTo>
                  <a:pt x="138375" y="151448"/>
                </a:lnTo>
                <a:close/>
                <a:moveTo>
                  <a:pt x="151495" y="151448"/>
                </a:moveTo>
                <a:lnTo>
                  <a:pt x="151495" y="157520"/>
                </a:lnTo>
                <a:lnTo>
                  <a:pt x="145423" y="157520"/>
                </a:lnTo>
                <a:lnTo>
                  <a:pt x="145423" y="151448"/>
                </a:lnTo>
                <a:close/>
                <a:moveTo>
                  <a:pt x="158556" y="151448"/>
                </a:moveTo>
                <a:lnTo>
                  <a:pt x="158556" y="157520"/>
                </a:lnTo>
                <a:lnTo>
                  <a:pt x="152484" y="157520"/>
                </a:lnTo>
                <a:lnTo>
                  <a:pt x="152484" y="151448"/>
                </a:lnTo>
                <a:close/>
                <a:moveTo>
                  <a:pt x="165604" y="151448"/>
                </a:moveTo>
                <a:lnTo>
                  <a:pt x="165604" y="157520"/>
                </a:lnTo>
                <a:lnTo>
                  <a:pt x="159532" y="157520"/>
                </a:lnTo>
                <a:lnTo>
                  <a:pt x="159532" y="151448"/>
                </a:lnTo>
                <a:close/>
                <a:moveTo>
                  <a:pt x="172665" y="151448"/>
                </a:moveTo>
                <a:lnTo>
                  <a:pt x="172665" y="157520"/>
                </a:lnTo>
                <a:lnTo>
                  <a:pt x="166581" y="157520"/>
                </a:lnTo>
                <a:lnTo>
                  <a:pt x="166581" y="151448"/>
                </a:lnTo>
                <a:close/>
                <a:moveTo>
                  <a:pt x="179713" y="151448"/>
                </a:moveTo>
                <a:lnTo>
                  <a:pt x="179713" y="157520"/>
                </a:lnTo>
                <a:lnTo>
                  <a:pt x="173641" y="157520"/>
                </a:lnTo>
                <a:lnTo>
                  <a:pt x="173641" y="151448"/>
                </a:lnTo>
                <a:close/>
                <a:moveTo>
                  <a:pt x="186774" y="151448"/>
                </a:moveTo>
                <a:lnTo>
                  <a:pt x="186774" y="157520"/>
                </a:lnTo>
                <a:lnTo>
                  <a:pt x="180702" y="157520"/>
                </a:lnTo>
                <a:lnTo>
                  <a:pt x="180702" y="151448"/>
                </a:lnTo>
                <a:close/>
                <a:moveTo>
                  <a:pt x="193822" y="151448"/>
                </a:moveTo>
                <a:lnTo>
                  <a:pt x="193822" y="157520"/>
                </a:lnTo>
                <a:lnTo>
                  <a:pt x="187750" y="157520"/>
                </a:lnTo>
                <a:lnTo>
                  <a:pt x="187750" y="151448"/>
                </a:lnTo>
                <a:close/>
                <a:moveTo>
                  <a:pt x="200883" y="151448"/>
                </a:moveTo>
                <a:lnTo>
                  <a:pt x="200883" y="157520"/>
                </a:lnTo>
                <a:lnTo>
                  <a:pt x="194810" y="157520"/>
                </a:lnTo>
                <a:lnTo>
                  <a:pt x="194810" y="151448"/>
                </a:lnTo>
                <a:close/>
                <a:moveTo>
                  <a:pt x="207931" y="151448"/>
                </a:moveTo>
                <a:lnTo>
                  <a:pt x="207931" y="157520"/>
                </a:lnTo>
                <a:lnTo>
                  <a:pt x="201859" y="157520"/>
                </a:lnTo>
                <a:lnTo>
                  <a:pt x="201859" y="151448"/>
                </a:lnTo>
                <a:close/>
                <a:moveTo>
                  <a:pt x="214992" y="151448"/>
                </a:moveTo>
                <a:lnTo>
                  <a:pt x="214992" y="157520"/>
                </a:lnTo>
                <a:lnTo>
                  <a:pt x="208919" y="157520"/>
                </a:lnTo>
                <a:lnTo>
                  <a:pt x="208919" y="151448"/>
                </a:lnTo>
                <a:close/>
                <a:moveTo>
                  <a:pt x="222052" y="151448"/>
                </a:moveTo>
                <a:lnTo>
                  <a:pt x="222052" y="157520"/>
                </a:lnTo>
                <a:lnTo>
                  <a:pt x="215968" y="157520"/>
                </a:lnTo>
                <a:lnTo>
                  <a:pt x="215968" y="151448"/>
                </a:lnTo>
                <a:close/>
                <a:moveTo>
                  <a:pt x="229100" y="151448"/>
                </a:moveTo>
                <a:lnTo>
                  <a:pt x="229100" y="157520"/>
                </a:lnTo>
                <a:lnTo>
                  <a:pt x="223028" y="157520"/>
                </a:lnTo>
                <a:lnTo>
                  <a:pt x="223028" y="151448"/>
                </a:lnTo>
                <a:close/>
                <a:moveTo>
                  <a:pt x="236161" y="151448"/>
                </a:moveTo>
                <a:lnTo>
                  <a:pt x="236161" y="157520"/>
                </a:lnTo>
                <a:lnTo>
                  <a:pt x="230077" y="157520"/>
                </a:lnTo>
                <a:lnTo>
                  <a:pt x="230077" y="151448"/>
                </a:lnTo>
                <a:close/>
                <a:moveTo>
                  <a:pt x="243209" y="151448"/>
                </a:moveTo>
                <a:lnTo>
                  <a:pt x="243209" y="157520"/>
                </a:lnTo>
                <a:lnTo>
                  <a:pt x="237137" y="157520"/>
                </a:lnTo>
                <a:lnTo>
                  <a:pt x="237137" y="151448"/>
                </a:lnTo>
                <a:close/>
                <a:moveTo>
                  <a:pt x="250270" y="151448"/>
                </a:moveTo>
                <a:lnTo>
                  <a:pt x="250270" y="157520"/>
                </a:lnTo>
                <a:lnTo>
                  <a:pt x="244198" y="157520"/>
                </a:lnTo>
                <a:lnTo>
                  <a:pt x="244198" y="151448"/>
                </a:lnTo>
                <a:close/>
                <a:moveTo>
                  <a:pt x="257318" y="151448"/>
                </a:moveTo>
                <a:lnTo>
                  <a:pt x="257318" y="157520"/>
                </a:lnTo>
                <a:lnTo>
                  <a:pt x="251246" y="157520"/>
                </a:lnTo>
                <a:lnTo>
                  <a:pt x="251246" y="151448"/>
                </a:lnTo>
                <a:close/>
                <a:moveTo>
                  <a:pt x="264379" y="151448"/>
                </a:moveTo>
                <a:lnTo>
                  <a:pt x="264379" y="157520"/>
                </a:lnTo>
                <a:lnTo>
                  <a:pt x="258306" y="157520"/>
                </a:lnTo>
                <a:lnTo>
                  <a:pt x="258306" y="151448"/>
                </a:lnTo>
                <a:close/>
                <a:moveTo>
                  <a:pt x="271427" y="151448"/>
                </a:moveTo>
                <a:lnTo>
                  <a:pt x="271427" y="157520"/>
                </a:lnTo>
                <a:lnTo>
                  <a:pt x="265355" y="157520"/>
                </a:lnTo>
                <a:lnTo>
                  <a:pt x="265355" y="151448"/>
                </a:lnTo>
                <a:close/>
                <a:moveTo>
                  <a:pt x="278488" y="151448"/>
                </a:moveTo>
                <a:lnTo>
                  <a:pt x="278488" y="157520"/>
                </a:lnTo>
                <a:lnTo>
                  <a:pt x="272415" y="157520"/>
                </a:lnTo>
                <a:lnTo>
                  <a:pt x="272415" y="151448"/>
                </a:lnTo>
                <a:close/>
                <a:moveTo>
                  <a:pt x="73902" y="151448"/>
                </a:moveTo>
                <a:lnTo>
                  <a:pt x="73902" y="157532"/>
                </a:lnTo>
                <a:lnTo>
                  <a:pt x="67818" y="157532"/>
                </a:lnTo>
                <a:lnTo>
                  <a:pt x="67818" y="151448"/>
                </a:lnTo>
                <a:close/>
                <a:moveTo>
                  <a:pt x="80951" y="151448"/>
                </a:moveTo>
                <a:lnTo>
                  <a:pt x="80951" y="157532"/>
                </a:lnTo>
                <a:lnTo>
                  <a:pt x="74879" y="157532"/>
                </a:lnTo>
                <a:lnTo>
                  <a:pt x="74879" y="151448"/>
                </a:lnTo>
                <a:close/>
                <a:moveTo>
                  <a:pt x="103097" y="151448"/>
                </a:moveTo>
                <a:lnTo>
                  <a:pt x="109169" y="151460"/>
                </a:lnTo>
                <a:lnTo>
                  <a:pt x="109169" y="157532"/>
                </a:lnTo>
                <a:lnTo>
                  <a:pt x="103097" y="157532"/>
                </a:lnTo>
                <a:lnTo>
                  <a:pt x="103097" y="151448"/>
                </a:lnTo>
                <a:close/>
                <a:moveTo>
                  <a:pt x="110157" y="151448"/>
                </a:moveTo>
                <a:lnTo>
                  <a:pt x="116229" y="151460"/>
                </a:lnTo>
                <a:lnTo>
                  <a:pt x="116229" y="157532"/>
                </a:lnTo>
                <a:lnTo>
                  <a:pt x="110157" y="157532"/>
                </a:lnTo>
                <a:lnTo>
                  <a:pt x="110157" y="151448"/>
                </a:lnTo>
                <a:close/>
                <a:moveTo>
                  <a:pt x="17443" y="158508"/>
                </a:moveTo>
                <a:lnTo>
                  <a:pt x="17443" y="164580"/>
                </a:lnTo>
                <a:lnTo>
                  <a:pt x="11371" y="164580"/>
                </a:lnTo>
                <a:lnTo>
                  <a:pt x="11371" y="158508"/>
                </a:lnTo>
                <a:close/>
                <a:moveTo>
                  <a:pt x="24503" y="158508"/>
                </a:moveTo>
                <a:lnTo>
                  <a:pt x="24503" y="164580"/>
                </a:lnTo>
                <a:lnTo>
                  <a:pt x="18431" y="164580"/>
                </a:lnTo>
                <a:lnTo>
                  <a:pt x="18431" y="158508"/>
                </a:lnTo>
                <a:close/>
                <a:moveTo>
                  <a:pt x="31564" y="158508"/>
                </a:moveTo>
                <a:lnTo>
                  <a:pt x="31564" y="164580"/>
                </a:lnTo>
                <a:lnTo>
                  <a:pt x="25492" y="164580"/>
                </a:lnTo>
                <a:lnTo>
                  <a:pt x="25492" y="158508"/>
                </a:lnTo>
                <a:close/>
                <a:moveTo>
                  <a:pt x="38612" y="158508"/>
                </a:moveTo>
                <a:lnTo>
                  <a:pt x="38612" y="164580"/>
                </a:lnTo>
                <a:lnTo>
                  <a:pt x="32540" y="164580"/>
                </a:lnTo>
                <a:lnTo>
                  <a:pt x="32540" y="158508"/>
                </a:lnTo>
                <a:close/>
                <a:moveTo>
                  <a:pt x="45673" y="158508"/>
                </a:moveTo>
                <a:lnTo>
                  <a:pt x="45673" y="164580"/>
                </a:lnTo>
                <a:lnTo>
                  <a:pt x="39601" y="164580"/>
                </a:lnTo>
                <a:lnTo>
                  <a:pt x="39601" y="158508"/>
                </a:lnTo>
                <a:close/>
                <a:moveTo>
                  <a:pt x="52721" y="158508"/>
                </a:moveTo>
                <a:lnTo>
                  <a:pt x="52721" y="164580"/>
                </a:lnTo>
                <a:lnTo>
                  <a:pt x="46649" y="164580"/>
                </a:lnTo>
                <a:lnTo>
                  <a:pt x="46649" y="158508"/>
                </a:lnTo>
                <a:close/>
                <a:moveTo>
                  <a:pt x="59782" y="158508"/>
                </a:moveTo>
                <a:lnTo>
                  <a:pt x="59782" y="164580"/>
                </a:lnTo>
                <a:lnTo>
                  <a:pt x="53709" y="164580"/>
                </a:lnTo>
                <a:lnTo>
                  <a:pt x="53709" y="158508"/>
                </a:lnTo>
                <a:close/>
                <a:moveTo>
                  <a:pt x="66842" y="158508"/>
                </a:moveTo>
                <a:lnTo>
                  <a:pt x="66842" y="164580"/>
                </a:lnTo>
                <a:lnTo>
                  <a:pt x="60758" y="164580"/>
                </a:lnTo>
                <a:lnTo>
                  <a:pt x="60758" y="158508"/>
                </a:lnTo>
                <a:close/>
                <a:moveTo>
                  <a:pt x="73902" y="158508"/>
                </a:moveTo>
                <a:lnTo>
                  <a:pt x="73902" y="164580"/>
                </a:lnTo>
                <a:lnTo>
                  <a:pt x="67818" y="164580"/>
                </a:lnTo>
                <a:lnTo>
                  <a:pt x="67818" y="158508"/>
                </a:lnTo>
                <a:close/>
                <a:moveTo>
                  <a:pt x="80951" y="158508"/>
                </a:moveTo>
                <a:lnTo>
                  <a:pt x="80951" y="164580"/>
                </a:lnTo>
                <a:lnTo>
                  <a:pt x="74879" y="164580"/>
                </a:lnTo>
                <a:lnTo>
                  <a:pt x="74879" y="158508"/>
                </a:lnTo>
                <a:close/>
                <a:moveTo>
                  <a:pt x="88011" y="158508"/>
                </a:moveTo>
                <a:lnTo>
                  <a:pt x="88011" y="164580"/>
                </a:lnTo>
                <a:lnTo>
                  <a:pt x="81927" y="164580"/>
                </a:lnTo>
                <a:lnTo>
                  <a:pt x="81927" y="158508"/>
                </a:lnTo>
                <a:close/>
                <a:moveTo>
                  <a:pt x="95060" y="158508"/>
                </a:moveTo>
                <a:lnTo>
                  <a:pt x="95060" y="164580"/>
                </a:lnTo>
                <a:lnTo>
                  <a:pt x="88988" y="164580"/>
                </a:lnTo>
                <a:lnTo>
                  <a:pt x="88988" y="158508"/>
                </a:lnTo>
                <a:close/>
                <a:moveTo>
                  <a:pt x="102120" y="158508"/>
                </a:moveTo>
                <a:lnTo>
                  <a:pt x="102120" y="164580"/>
                </a:lnTo>
                <a:lnTo>
                  <a:pt x="96036" y="164580"/>
                </a:lnTo>
                <a:lnTo>
                  <a:pt x="96036" y="158508"/>
                </a:lnTo>
                <a:close/>
                <a:moveTo>
                  <a:pt x="109169" y="158508"/>
                </a:moveTo>
                <a:lnTo>
                  <a:pt x="109169" y="164580"/>
                </a:lnTo>
                <a:lnTo>
                  <a:pt x="103097" y="164580"/>
                </a:lnTo>
                <a:lnTo>
                  <a:pt x="103097" y="158508"/>
                </a:lnTo>
                <a:close/>
                <a:moveTo>
                  <a:pt x="116229" y="158508"/>
                </a:moveTo>
                <a:lnTo>
                  <a:pt x="116229" y="164580"/>
                </a:lnTo>
                <a:lnTo>
                  <a:pt x="110157" y="164580"/>
                </a:lnTo>
                <a:lnTo>
                  <a:pt x="110157" y="158508"/>
                </a:lnTo>
                <a:close/>
                <a:moveTo>
                  <a:pt x="123278" y="158508"/>
                </a:moveTo>
                <a:lnTo>
                  <a:pt x="123278" y="164580"/>
                </a:lnTo>
                <a:lnTo>
                  <a:pt x="117205" y="164580"/>
                </a:lnTo>
                <a:lnTo>
                  <a:pt x="117205" y="158508"/>
                </a:lnTo>
                <a:close/>
                <a:moveTo>
                  <a:pt x="130338" y="158508"/>
                </a:moveTo>
                <a:lnTo>
                  <a:pt x="130338" y="164580"/>
                </a:lnTo>
                <a:lnTo>
                  <a:pt x="124254" y="164580"/>
                </a:lnTo>
                <a:lnTo>
                  <a:pt x="124254" y="158508"/>
                </a:lnTo>
                <a:close/>
                <a:moveTo>
                  <a:pt x="137387" y="158508"/>
                </a:moveTo>
                <a:lnTo>
                  <a:pt x="137387" y="164580"/>
                </a:lnTo>
                <a:lnTo>
                  <a:pt x="131314" y="164580"/>
                </a:lnTo>
                <a:lnTo>
                  <a:pt x="131314" y="158508"/>
                </a:lnTo>
                <a:close/>
                <a:moveTo>
                  <a:pt x="144447" y="158508"/>
                </a:moveTo>
                <a:lnTo>
                  <a:pt x="144447" y="164580"/>
                </a:lnTo>
                <a:lnTo>
                  <a:pt x="138375" y="164580"/>
                </a:lnTo>
                <a:lnTo>
                  <a:pt x="138375" y="158508"/>
                </a:lnTo>
                <a:close/>
                <a:moveTo>
                  <a:pt x="151495" y="158508"/>
                </a:moveTo>
                <a:lnTo>
                  <a:pt x="151495" y="164580"/>
                </a:lnTo>
                <a:lnTo>
                  <a:pt x="145423" y="164580"/>
                </a:lnTo>
                <a:lnTo>
                  <a:pt x="145423" y="158508"/>
                </a:lnTo>
                <a:close/>
                <a:moveTo>
                  <a:pt x="158556" y="158508"/>
                </a:moveTo>
                <a:lnTo>
                  <a:pt x="158556" y="164580"/>
                </a:lnTo>
                <a:lnTo>
                  <a:pt x="152484" y="164580"/>
                </a:lnTo>
                <a:lnTo>
                  <a:pt x="152484" y="158508"/>
                </a:lnTo>
                <a:close/>
                <a:moveTo>
                  <a:pt x="165604" y="158508"/>
                </a:moveTo>
                <a:lnTo>
                  <a:pt x="165604" y="164580"/>
                </a:lnTo>
                <a:lnTo>
                  <a:pt x="159532" y="164580"/>
                </a:lnTo>
                <a:lnTo>
                  <a:pt x="159532" y="158508"/>
                </a:lnTo>
                <a:close/>
                <a:moveTo>
                  <a:pt x="172665" y="158508"/>
                </a:moveTo>
                <a:lnTo>
                  <a:pt x="172665" y="164580"/>
                </a:lnTo>
                <a:lnTo>
                  <a:pt x="166581" y="164580"/>
                </a:lnTo>
                <a:lnTo>
                  <a:pt x="166581" y="158508"/>
                </a:lnTo>
                <a:close/>
                <a:moveTo>
                  <a:pt x="179713" y="158508"/>
                </a:moveTo>
                <a:lnTo>
                  <a:pt x="179713" y="164580"/>
                </a:lnTo>
                <a:lnTo>
                  <a:pt x="173641" y="164580"/>
                </a:lnTo>
                <a:lnTo>
                  <a:pt x="173641" y="158508"/>
                </a:lnTo>
                <a:close/>
                <a:moveTo>
                  <a:pt x="186774" y="158508"/>
                </a:moveTo>
                <a:lnTo>
                  <a:pt x="186774" y="164580"/>
                </a:lnTo>
                <a:lnTo>
                  <a:pt x="180702" y="164580"/>
                </a:lnTo>
                <a:lnTo>
                  <a:pt x="180702" y="158508"/>
                </a:lnTo>
                <a:close/>
                <a:moveTo>
                  <a:pt x="193822" y="158508"/>
                </a:moveTo>
                <a:lnTo>
                  <a:pt x="193822" y="164580"/>
                </a:lnTo>
                <a:lnTo>
                  <a:pt x="187750" y="164580"/>
                </a:lnTo>
                <a:lnTo>
                  <a:pt x="187750" y="158508"/>
                </a:lnTo>
                <a:close/>
                <a:moveTo>
                  <a:pt x="200883" y="158508"/>
                </a:moveTo>
                <a:lnTo>
                  <a:pt x="200883" y="164580"/>
                </a:lnTo>
                <a:lnTo>
                  <a:pt x="194810" y="164580"/>
                </a:lnTo>
                <a:lnTo>
                  <a:pt x="194810" y="158508"/>
                </a:lnTo>
                <a:close/>
                <a:moveTo>
                  <a:pt x="207931" y="158508"/>
                </a:moveTo>
                <a:lnTo>
                  <a:pt x="207931" y="164580"/>
                </a:lnTo>
                <a:lnTo>
                  <a:pt x="201859" y="164580"/>
                </a:lnTo>
                <a:lnTo>
                  <a:pt x="201859" y="158508"/>
                </a:lnTo>
                <a:close/>
                <a:moveTo>
                  <a:pt x="214992" y="158508"/>
                </a:moveTo>
                <a:lnTo>
                  <a:pt x="214992" y="164580"/>
                </a:lnTo>
                <a:lnTo>
                  <a:pt x="208919" y="164580"/>
                </a:lnTo>
                <a:lnTo>
                  <a:pt x="208919" y="158508"/>
                </a:lnTo>
                <a:close/>
                <a:moveTo>
                  <a:pt x="222052" y="158508"/>
                </a:moveTo>
                <a:lnTo>
                  <a:pt x="222052" y="164580"/>
                </a:lnTo>
                <a:lnTo>
                  <a:pt x="215968" y="164580"/>
                </a:lnTo>
                <a:lnTo>
                  <a:pt x="215968" y="158508"/>
                </a:lnTo>
                <a:close/>
                <a:moveTo>
                  <a:pt x="229100" y="158508"/>
                </a:moveTo>
                <a:lnTo>
                  <a:pt x="229100" y="164580"/>
                </a:lnTo>
                <a:lnTo>
                  <a:pt x="223028" y="164580"/>
                </a:lnTo>
                <a:lnTo>
                  <a:pt x="223028" y="158508"/>
                </a:lnTo>
                <a:close/>
                <a:moveTo>
                  <a:pt x="236161" y="158508"/>
                </a:moveTo>
                <a:lnTo>
                  <a:pt x="236161" y="164580"/>
                </a:lnTo>
                <a:lnTo>
                  <a:pt x="230077" y="164580"/>
                </a:lnTo>
                <a:lnTo>
                  <a:pt x="230077" y="158508"/>
                </a:lnTo>
                <a:close/>
                <a:moveTo>
                  <a:pt x="243209" y="158508"/>
                </a:moveTo>
                <a:lnTo>
                  <a:pt x="243209" y="164580"/>
                </a:lnTo>
                <a:lnTo>
                  <a:pt x="237137" y="164580"/>
                </a:lnTo>
                <a:lnTo>
                  <a:pt x="237137" y="158508"/>
                </a:lnTo>
                <a:close/>
                <a:moveTo>
                  <a:pt x="250270" y="158508"/>
                </a:moveTo>
                <a:lnTo>
                  <a:pt x="250270" y="164580"/>
                </a:lnTo>
                <a:lnTo>
                  <a:pt x="244198" y="164580"/>
                </a:lnTo>
                <a:lnTo>
                  <a:pt x="244198" y="158508"/>
                </a:lnTo>
                <a:close/>
                <a:moveTo>
                  <a:pt x="257318" y="158508"/>
                </a:moveTo>
                <a:lnTo>
                  <a:pt x="257318" y="164580"/>
                </a:lnTo>
                <a:lnTo>
                  <a:pt x="251246" y="164580"/>
                </a:lnTo>
                <a:lnTo>
                  <a:pt x="251246" y="158508"/>
                </a:lnTo>
                <a:close/>
                <a:moveTo>
                  <a:pt x="264379" y="158508"/>
                </a:moveTo>
                <a:lnTo>
                  <a:pt x="264379" y="164580"/>
                </a:lnTo>
                <a:lnTo>
                  <a:pt x="258306" y="164580"/>
                </a:lnTo>
                <a:lnTo>
                  <a:pt x="258306" y="158508"/>
                </a:lnTo>
                <a:close/>
                <a:moveTo>
                  <a:pt x="271427" y="158508"/>
                </a:moveTo>
                <a:lnTo>
                  <a:pt x="271427" y="164580"/>
                </a:lnTo>
                <a:lnTo>
                  <a:pt x="265355" y="164580"/>
                </a:lnTo>
                <a:lnTo>
                  <a:pt x="265355" y="158508"/>
                </a:lnTo>
                <a:close/>
                <a:moveTo>
                  <a:pt x="278488" y="158508"/>
                </a:moveTo>
                <a:lnTo>
                  <a:pt x="278488" y="164580"/>
                </a:lnTo>
                <a:lnTo>
                  <a:pt x="272415" y="164580"/>
                </a:lnTo>
                <a:lnTo>
                  <a:pt x="272415" y="158508"/>
                </a:lnTo>
                <a:close/>
                <a:moveTo>
                  <a:pt x="10395" y="1"/>
                </a:moveTo>
                <a:lnTo>
                  <a:pt x="10395" y="2310"/>
                </a:lnTo>
                <a:lnTo>
                  <a:pt x="0" y="2310"/>
                </a:lnTo>
                <a:lnTo>
                  <a:pt x="0" y="3287"/>
                </a:lnTo>
                <a:lnTo>
                  <a:pt x="10395" y="3287"/>
                </a:lnTo>
                <a:lnTo>
                  <a:pt x="10395" y="9371"/>
                </a:lnTo>
                <a:lnTo>
                  <a:pt x="0" y="9371"/>
                </a:lnTo>
                <a:lnTo>
                  <a:pt x="0" y="10347"/>
                </a:lnTo>
                <a:lnTo>
                  <a:pt x="10395" y="10347"/>
                </a:lnTo>
                <a:lnTo>
                  <a:pt x="10395" y="16419"/>
                </a:lnTo>
                <a:lnTo>
                  <a:pt x="0" y="16419"/>
                </a:lnTo>
                <a:lnTo>
                  <a:pt x="0" y="17408"/>
                </a:lnTo>
                <a:lnTo>
                  <a:pt x="10395" y="17408"/>
                </a:lnTo>
                <a:lnTo>
                  <a:pt x="10395" y="23480"/>
                </a:lnTo>
                <a:lnTo>
                  <a:pt x="0" y="23480"/>
                </a:lnTo>
                <a:lnTo>
                  <a:pt x="0" y="24456"/>
                </a:lnTo>
                <a:lnTo>
                  <a:pt x="10395" y="24456"/>
                </a:lnTo>
                <a:lnTo>
                  <a:pt x="10395" y="30528"/>
                </a:lnTo>
                <a:lnTo>
                  <a:pt x="0" y="30528"/>
                </a:lnTo>
                <a:lnTo>
                  <a:pt x="0" y="31516"/>
                </a:lnTo>
                <a:lnTo>
                  <a:pt x="10395" y="31516"/>
                </a:lnTo>
                <a:lnTo>
                  <a:pt x="10395" y="37589"/>
                </a:lnTo>
                <a:lnTo>
                  <a:pt x="0" y="37589"/>
                </a:lnTo>
                <a:lnTo>
                  <a:pt x="0" y="38565"/>
                </a:lnTo>
                <a:lnTo>
                  <a:pt x="10395" y="38565"/>
                </a:lnTo>
                <a:lnTo>
                  <a:pt x="10395" y="44637"/>
                </a:lnTo>
                <a:lnTo>
                  <a:pt x="0" y="44637"/>
                </a:lnTo>
                <a:lnTo>
                  <a:pt x="0" y="45625"/>
                </a:lnTo>
                <a:lnTo>
                  <a:pt x="10395" y="45625"/>
                </a:lnTo>
                <a:lnTo>
                  <a:pt x="10395" y="51697"/>
                </a:lnTo>
                <a:lnTo>
                  <a:pt x="0" y="51697"/>
                </a:lnTo>
                <a:lnTo>
                  <a:pt x="0" y="52674"/>
                </a:lnTo>
                <a:lnTo>
                  <a:pt x="10395" y="52674"/>
                </a:lnTo>
                <a:lnTo>
                  <a:pt x="10395" y="58746"/>
                </a:lnTo>
                <a:lnTo>
                  <a:pt x="0" y="58746"/>
                </a:lnTo>
                <a:lnTo>
                  <a:pt x="0" y="59734"/>
                </a:lnTo>
                <a:lnTo>
                  <a:pt x="10395" y="59734"/>
                </a:lnTo>
                <a:lnTo>
                  <a:pt x="10395" y="65806"/>
                </a:lnTo>
                <a:lnTo>
                  <a:pt x="0" y="65806"/>
                </a:lnTo>
                <a:lnTo>
                  <a:pt x="0" y="66783"/>
                </a:lnTo>
                <a:lnTo>
                  <a:pt x="10395" y="66783"/>
                </a:lnTo>
                <a:lnTo>
                  <a:pt x="10395" y="72867"/>
                </a:lnTo>
                <a:lnTo>
                  <a:pt x="0" y="72867"/>
                </a:lnTo>
                <a:lnTo>
                  <a:pt x="0" y="73843"/>
                </a:lnTo>
                <a:lnTo>
                  <a:pt x="10395" y="73843"/>
                </a:lnTo>
                <a:lnTo>
                  <a:pt x="10395" y="79927"/>
                </a:lnTo>
                <a:lnTo>
                  <a:pt x="0" y="79927"/>
                </a:lnTo>
                <a:lnTo>
                  <a:pt x="0" y="80903"/>
                </a:lnTo>
                <a:lnTo>
                  <a:pt x="10395" y="80903"/>
                </a:lnTo>
                <a:lnTo>
                  <a:pt x="10395" y="86976"/>
                </a:lnTo>
                <a:lnTo>
                  <a:pt x="0" y="86976"/>
                </a:lnTo>
                <a:lnTo>
                  <a:pt x="0" y="87964"/>
                </a:lnTo>
                <a:lnTo>
                  <a:pt x="10395" y="87964"/>
                </a:lnTo>
                <a:lnTo>
                  <a:pt x="10395" y="94036"/>
                </a:lnTo>
                <a:lnTo>
                  <a:pt x="0" y="94036"/>
                </a:lnTo>
                <a:lnTo>
                  <a:pt x="0" y="95012"/>
                </a:lnTo>
                <a:lnTo>
                  <a:pt x="10395" y="95012"/>
                </a:lnTo>
                <a:lnTo>
                  <a:pt x="10395" y="101085"/>
                </a:lnTo>
                <a:lnTo>
                  <a:pt x="0" y="101085"/>
                </a:lnTo>
                <a:lnTo>
                  <a:pt x="0" y="102073"/>
                </a:lnTo>
                <a:lnTo>
                  <a:pt x="10395" y="102073"/>
                </a:lnTo>
                <a:lnTo>
                  <a:pt x="10395" y="108145"/>
                </a:lnTo>
                <a:lnTo>
                  <a:pt x="0" y="108145"/>
                </a:lnTo>
                <a:lnTo>
                  <a:pt x="0" y="109121"/>
                </a:lnTo>
                <a:lnTo>
                  <a:pt x="10395" y="109121"/>
                </a:lnTo>
                <a:lnTo>
                  <a:pt x="10395" y="115193"/>
                </a:lnTo>
                <a:lnTo>
                  <a:pt x="0" y="115193"/>
                </a:lnTo>
                <a:lnTo>
                  <a:pt x="0" y="116182"/>
                </a:lnTo>
                <a:lnTo>
                  <a:pt x="10395" y="116182"/>
                </a:lnTo>
                <a:lnTo>
                  <a:pt x="10395" y="122254"/>
                </a:lnTo>
                <a:lnTo>
                  <a:pt x="0" y="122254"/>
                </a:lnTo>
                <a:lnTo>
                  <a:pt x="0" y="123230"/>
                </a:lnTo>
                <a:lnTo>
                  <a:pt x="10395" y="123230"/>
                </a:lnTo>
                <a:lnTo>
                  <a:pt x="10395" y="129302"/>
                </a:lnTo>
                <a:lnTo>
                  <a:pt x="0" y="129302"/>
                </a:lnTo>
                <a:lnTo>
                  <a:pt x="0" y="130279"/>
                </a:lnTo>
                <a:lnTo>
                  <a:pt x="10395" y="130279"/>
                </a:lnTo>
                <a:lnTo>
                  <a:pt x="10395" y="136363"/>
                </a:lnTo>
                <a:lnTo>
                  <a:pt x="0" y="136363"/>
                </a:lnTo>
                <a:lnTo>
                  <a:pt x="0" y="137339"/>
                </a:lnTo>
                <a:lnTo>
                  <a:pt x="10395" y="137339"/>
                </a:lnTo>
                <a:lnTo>
                  <a:pt x="10395" y="143411"/>
                </a:lnTo>
                <a:lnTo>
                  <a:pt x="0" y="143411"/>
                </a:lnTo>
                <a:lnTo>
                  <a:pt x="0" y="144387"/>
                </a:lnTo>
                <a:lnTo>
                  <a:pt x="10395" y="144387"/>
                </a:lnTo>
                <a:lnTo>
                  <a:pt x="10395" y="150472"/>
                </a:lnTo>
                <a:lnTo>
                  <a:pt x="0" y="150472"/>
                </a:lnTo>
                <a:lnTo>
                  <a:pt x="0" y="151448"/>
                </a:lnTo>
                <a:lnTo>
                  <a:pt x="10395" y="151448"/>
                </a:lnTo>
                <a:lnTo>
                  <a:pt x="10395" y="157520"/>
                </a:lnTo>
                <a:lnTo>
                  <a:pt x="0" y="157520"/>
                </a:lnTo>
                <a:lnTo>
                  <a:pt x="0" y="158508"/>
                </a:lnTo>
                <a:lnTo>
                  <a:pt x="10395" y="158508"/>
                </a:lnTo>
                <a:lnTo>
                  <a:pt x="10395" y="164580"/>
                </a:lnTo>
                <a:lnTo>
                  <a:pt x="0" y="164580"/>
                </a:lnTo>
                <a:lnTo>
                  <a:pt x="0" y="165557"/>
                </a:lnTo>
                <a:lnTo>
                  <a:pt x="10395" y="165557"/>
                </a:lnTo>
                <a:lnTo>
                  <a:pt x="10395" y="169248"/>
                </a:lnTo>
                <a:lnTo>
                  <a:pt x="11371" y="169248"/>
                </a:lnTo>
                <a:lnTo>
                  <a:pt x="11371" y="165557"/>
                </a:lnTo>
                <a:lnTo>
                  <a:pt x="17455" y="165557"/>
                </a:lnTo>
                <a:lnTo>
                  <a:pt x="17455" y="169248"/>
                </a:lnTo>
                <a:lnTo>
                  <a:pt x="18431" y="169248"/>
                </a:lnTo>
                <a:lnTo>
                  <a:pt x="18431" y="165557"/>
                </a:lnTo>
                <a:lnTo>
                  <a:pt x="24503" y="165557"/>
                </a:lnTo>
                <a:lnTo>
                  <a:pt x="24503" y="169248"/>
                </a:lnTo>
                <a:lnTo>
                  <a:pt x="25492" y="169248"/>
                </a:lnTo>
                <a:lnTo>
                  <a:pt x="25492" y="165557"/>
                </a:lnTo>
                <a:lnTo>
                  <a:pt x="31564" y="165557"/>
                </a:lnTo>
                <a:lnTo>
                  <a:pt x="31564" y="169248"/>
                </a:lnTo>
                <a:lnTo>
                  <a:pt x="32540" y="169248"/>
                </a:lnTo>
                <a:lnTo>
                  <a:pt x="32540" y="165557"/>
                </a:lnTo>
                <a:lnTo>
                  <a:pt x="38612" y="165557"/>
                </a:lnTo>
                <a:lnTo>
                  <a:pt x="38612" y="169248"/>
                </a:lnTo>
                <a:lnTo>
                  <a:pt x="39601" y="169248"/>
                </a:lnTo>
                <a:lnTo>
                  <a:pt x="39601" y="165557"/>
                </a:lnTo>
                <a:lnTo>
                  <a:pt x="45673" y="165557"/>
                </a:lnTo>
                <a:lnTo>
                  <a:pt x="45673" y="169248"/>
                </a:lnTo>
                <a:lnTo>
                  <a:pt x="46649" y="169248"/>
                </a:lnTo>
                <a:lnTo>
                  <a:pt x="46649" y="165557"/>
                </a:lnTo>
                <a:lnTo>
                  <a:pt x="52721" y="165557"/>
                </a:lnTo>
                <a:lnTo>
                  <a:pt x="52721" y="169248"/>
                </a:lnTo>
                <a:lnTo>
                  <a:pt x="53709" y="169248"/>
                </a:lnTo>
                <a:lnTo>
                  <a:pt x="53709" y="165557"/>
                </a:lnTo>
                <a:lnTo>
                  <a:pt x="59782" y="165557"/>
                </a:lnTo>
                <a:lnTo>
                  <a:pt x="59782" y="169248"/>
                </a:lnTo>
                <a:lnTo>
                  <a:pt x="60758" y="169248"/>
                </a:lnTo>
                <a:lnTo>
                  <a:pt x="60758" y="165557"/>
                </a:lnTo>
                <a:lnTo>
                  <a:pt x="66842" y="165557"/>
                </a:lnTo>
                <a:lnTo>
                  <a:pt x="66842" y="169248"/>
                </a:lnTo>
                <a:lnTo>
                  <a:pt x="67818" y="169248"/>
                </a:lnTo>
                <a:lnTo>
                  <a:pt x="67818" y="165557"/>
                </a:lnTo>
                <a:lnTo>
                  <a:pt x="73902" y="165557"/>
                </a:lnTo>
                <a:lnTo>
                  <a:pt x="73902" y="169248"/>
                </a:lnTo>
                <a:lnTo>
                  <a:pt x="74879" y="169248"/>
                </a:lnTo>
                <a:lnTo>
                  <a:pt x="74879" y="165557"/>
                </a:lnTo>
                <a:lnTo>
                  <a:pt x="80951" y="165557"/>
                </a:lnTo>
                <a:lnTo>
                  <a:pt x="80951" y="169248"/>
                </a:lnTo>
                <a:lnTo>
                  <a:pt x="81939" y="169248"/>
                </a:lnTo>
                <a:lnTo>
                  <a:pt x="81939" y="165557"/>
                </a:lnTo>
                <a:lnTo>
                  <a:pt x="88011" y="165557"/>
                </a:lnTo>
                <a:lnTo>
                  <a:pt x="88011" y="169248"/>
                </a:lnTo>
                <a:lnTo>
                  <a:pt x="88988" y="169248"/>
                </a:lnTo>
                <a:lnTo>
                  <a:pt x="88988" y="165557"/>
                </a:lnTo>
                <a:lnTo>
                  <a:pt x="95060" y="165557"/>
                </a:lnTo>
                <a:lnTo>
                  <a:pt x="95060" y="169248"/>
                </a:lnTo>
                <a:lnTo>
                  <a:pt x="96048" y="169248"/>
                </a:lnTo>
                <a:lnTo>
                  <a:pt x="96048" y="165557"/>
                </a:lnTo>
                <a:lnTo>
                  <a:pt x="102120" y="165557"/>
                </a:lnTo>
                <a:lnTo>
                  <a:pt x="102120" y="169248"/>
                </a:lnTo>
                <a:lnTo>
                  <a:pt x="103097" y="169248"/>
                </a:lnTo>
                <a:lnTo>
                  <a:pt x="103097" y="165557"/>
                </a:lnTo>
                <a:lnTo>
                  <a:pt x="109169" y="165557"/>
                </a:lnTo>
                <a:lnTo>
                  <a:pt x="109169" y="169248"/>
                </a:lnTo>
                <a:lnTo>
                  <a:pt x="110157" y="169248"/>
                </a:lnTo>
                <a:lnTo>
                  <a:pt x="110157" y="165557"/>
                </a:lnTo>
                <a:lnTo>
                  <a:pt x="116229" y="165557"/>
                </a:lnTo>
                <a:lnTo>
                  <a:pt x="116229" y="169248"/>
                </a:lnTo>
                <a:lnTo>
                  <a:pt x="117205" y="169248"/>
                </a:lnTo>
                <a:lnTo>
                  <a:pt x="117205" y="165557"/>
                </a:lnTo>
                <a:lnTo>
                  <a:pt x="123278" y="165557"/>
                </a:lnTo>
                <a:lnTo>
                  <a:pt x="123278" y="169248"/>
                </a:lnTo>
                <a:lnTo>
                  <a:pt x="124254" y="169248"/>
                </a:lnTo>
                <a:lnTo>
                  <a:pt x="124254" y="165557"/>
                </a:lnTo>
                <a:lnTo>
                  <a:pt x="130338" y="165557"/>
                </a:lnTo>
                <a:lnTo>
                  <a:pt x="130338" y="169248"/>
                </a:lnTo>
                <a:lnTo>
                  <a:pt x="131314" y="169248"/>
                </a:lnTo>
                <a:lnTo>
                  <a:pt x="131314" y="165557"/>
                </a:lnTo>
                <a:lnTo>
                  <a:pt x="137387" y="165557"/>
                </a:lnTo>
                <a:lnTo>
                  <a:pt x="137387" y="169248"/>
                </a:lnTo>
                <a:lnTo>
                  <a:pt x="138363" y="169248"/>
                </a:lnTo>
                <a:lnTo>
                  <a:pt x="138363" y="165557"/>
                </a:lnTo>
                <a:lnTo>
                  <a:pt x="144447" y="165557"/>
                </a:lnTo>
                <a:lnTo>
                  <a:pt x="144447" y="169248"/>
                </a:lnTo>
                <a:lnTo>
                  <a:pt x="145423" y="169248"/>
                </a:lnTo>
                <a:lnTo>
                  <a:pt x="145423" y="165557"/>
                </a:lnTo>
                <a:lnTo>
                  <a:pt x="151495" y="165557"/>
                </a:lnTo>
                <a:lnTo>
                  <a:pt x="151495" y="169248"/>
                </a:lnTo>
                <a:lnTo>
                  <a:pt x="152484" y="169248"/>
                </a:lnTo>
                <a:lnTo>
                  <a:pt x="152484" y="165557"/>
                </a:lnTo>
                <a:lnTo>
                  <a:pt x="158556" y="165557"/>
                </a:lnTo>
                <a:lnTo>
                  <a:pt x="158556" y="169248"/>
                </a:lnTo>
                <a:lnTo>
                  <a:pt x="159532" y="169248"/>
                </a:lnTo>
                <a:lnTo>
                  <a:pt x="159532" y="165557"/>
                </a:lnTo>
                <a:lnTo>
                  <a:pt x="165604" y="165557"/>
                </a:lnTo>
                <a:lnTo>
                  <a:pt x="165604" y="169248"/>
                </a:lnTo>
                <a:lnTo>
                  <a:pt x="166593" y="169248"/>
                </a:lnTo>
                <a:lnTo>
                  <a:pt x="166593" y="165557"/>
                </a:lnTo>
                <a:lnTo>
                  <a:pt x="172665" y="165557"/>
                </a:lnTo>
                <a:lnTo>
                  <a:pt x="172665" y="169248"/>
                </a:lnTo>
                <a:lnTo>
                  <a:pt x="173641" y="169248"/>
                </a:lnTo>
                <a:lnTo>
                  <a:pt x="173641" y="165557"/>
                </a:lnTo>
                <a:lnTo>
                  <a:pt x="179713" y="165557"/>
                </a:lnTo>
                <a:lnTo>
                  <a:pt x="179713" y="169248"/>
                </a:lnTo>
                <a:lnTo>
                  <a:pt x="180702" y="169248"/>
                </a:lnTo>
                <a:lnTo>
                  <a:pt x="180702" y="165557"/>
                </a:lnTo>
                <a:lnTo>
                  <a:pt x="186774" y="165557"/>
                </a:lnTo>
                <a:lnTo>
                  <a:pt x="186774" y="169248"/>
                </a:lnTo>
                <a:lnTo>
                  <a:pt x="187750" y="169248"/>
                </a:lnTo>
                <a:lnTo>
                  <a:pt x="187750" y="165557"/>
                </a:lnTo>
                <a:lnTo>
                  <a:pt x="193822" y="165557"/>
                </a:lnTo>
                <a:lnTo>
                  <a:pt x="193822" y="169248"/>
                </a:lnTo>
                <a:lnTo>
                  <a:pt x="194810" y="169248"/>
                </a:lnTo>
                <a:lnTo>
                  <a:pt x="194810" y="165557"/>
                </a:lnTo>
                <a:lnTo>
                  <a:pt x="200883" y="165557"/>
                </a:lnTo>
                <a:lnTo>
                  <a:pt x="200883" y="169248"/>
                </a:lnTo>
                <a:lnTo>
                  <a:pt x="201859" y="169248"/>
                </a:lnTo>
                <a:lnTo>
                  <a:pt x="201859" y="165557"/>
                </a:lnTo>
                <a:lnTo>
                  <a:pt x="207931" y="165557"/>
                </a:lnTo>
                <a:lnTo>
                  <a:pt x="207931" y="169248"/>
                </a:lnTo>
                <a:lnTo>
                  <a:pt x="208919" y="169248"/>
                </a:lnTo>
                <a:lnTo>
                  <a:pt x="208919" y="165557"/>
                </a:lnTo>
                <a:lnTo>
                  <a:pt x="214992" y="165557"/>
                </a:lnTo>
                <a:lnTo>
                  <a:pt x="214992" y="169248"/>
                </a:lnTo>
                <a:lnTo>
                  <a:pt x="215968" y="169248"/>
                </a:lnTo>
                <a:lnTo>
                  <a:pt x="215968" y="165557"/>
                </a:lnTo>
                <a:lnTo>
                  <a:pt x="222040" y="165557"/>
                </a:lnTo>
                <a:lnTo>
                  <a:pt x="222040" y="169248"/>
                </a:lnTo>
                <a:lnTo>
                  <a:pt x="223028" y="169248"/>
                </a:lnTo>
                <a:lnTo>
                  <a:pt x="223028" y="165557"/>
                </a:lnTo>
                <a:lnTo>
                  <a:pt x="229100" y="165557"/>
                </a:lnTo>
                <a:lnTo>
                  <a:pt x="229100" y="169248"/>
                </a:lnTo>
                <a:lnTo>
                  <a:pt x="230077" y="169248"/>
                </a:lnTo>
                <a:lnTo>
                  <a:pt x="230077" y="165557"/>
                </a:lnTo>
                <a:lnTo>
                  <a:pt x="236161" y="165557"/>
                </a:lnTo>
                <a:lnTo>
                  <a:pt x="236161" y="169248"/>
                </a:lnTo>
                <a:lnTo>
                  <a:pt x="237137" y="169248"/>
                </a:lnTo>
                <a:lnTo>
                  <a:pt x="237137" y="165557"/>
                </a:lnTo>
                <a:lnTo>
                  <a:pt x="243209" y="165557"/>
                </a:lnTo>
                <a:lnTo>
                  <a:pt x="243209" y="169248"/>
                </a:lnTo>
                <a:lnTo>
                  <a:pt x="244198" y="169248"/>
                </a:lnTo>
                <a:lnTo>
                  <a:pt x="244198" y="165557"/>
                </a:lnTo>
                <a:lnTo>
                  <a:pt x="250270" y="165557"/>
                </a:lnTo>
                <a:lnTo>
                  <a:pt x="250270" y="169248"/>
                </a:lnTo>
                <a:lnTo>
                  <a:pt x="251246" y="169248"/>
                </a:lnTo>
                <a:lnTo>
                  <a:pt x="251246" y="165557"/>
                </a:lnTo>
                <a:lnTo>
                  <a:pt x="257318" y="165557"/>
                </a:lnTo>
                <a:lnTo>
                  <a:pt x="257318" y="169248"/>
                </a:lnTo>
                <a:lnTo>
                  <a:pt x="258306" y="169248"/>
                </a:lnTo>
                <a:lnTo>
                  <a:pt x="258306" y="165557"/>
                </a:lnTo>
                <a:lnTo>
                  <a:pt x="264379" y="165557"/>
                </a:lnTo>
                <a:lnTo>
                  <a:pt x="264379" y="169248"/>
                </a:lnTo>
                <a:lnTo>
                  <a:pt x="265355" y="169248"/>
                </a:lnTo>
                <a:lnTo>
                  <a:pt x="265355" y="165557"/>
                </a:lnTo>
                <a:lnTo>
                  <a:pt x="271427" y="165557"/>
                </a:lnTo>
                <a:lnTo>
                  <a:pt x="271427" y="169248"/>
                </a:lnTo>
                <a:lnTo>
                  <a:pt x="272415" y="169248"/>
                </a:lnTo>
                <a:lnTo>
                  <a:pt x="272415" y="165557"/>
                </a:lnTo>
                <a:lnTo>
                  <a:pt x="278488" y="165557"/>
                </a:lnTo>
                <a:lnTo>
                  <a:pt x="278488" y="169248"/>
                </a:lnTo>
                <a:lnTo>
                  <a:pt x="279464" y="169248"/>
                </a:lnTo>
                <a:lnTo>
                  <a:pt x="279464" y="165557"/>
                </a:lnTo>
                <a:lnTo>
                  <a:pt x="287858" y="165557"/>
                </a:lnTo>
                <a:lnTo>
                  <a:pt x="287858" y="164580"/>
                </a:lnTo>
                <a:lnTo>
                  <a:pt x="279476" y="164580"/>
                </a:lnTo>
                <a:lnTo>
                  <a:pt x="279476" y="158508"/>
                </a:lnTo>
                <a:lnTo>
                  <a:pt x="287870" y="158508"/>
                </a:lnTo>
                <a:lnTo>
                  <a:pt x="287870" y="157520"/>
                </a:lnTo>
                <a:lnTo>
                  <a:pt x="279476" y="157520"/>
                </a:lnTo>
                <a:lnTo>
                  <a:pt x="279476" y="151448"/>
                </a:lnTo>
                <a:lnTo>
                  <a:pt x="287870" y="151448"/>
                </a:lnTo>
                <a:lnTo>
                  <a:pt x="287870" y="150472"/>
                </a:lnTo>
                <a:lnTo>
                  <a:pt x="279476" y="150472"/>
                </a:lnTo>
                <a:lnTo>
                  <a:pt x="279476" y="144399"/>
                </a:lnTo>
                <a:lnTo>
                  <a:pt x="287870" y="144399"/>
                </a:lnTo>
                <a:lnTo>
                  <a:pt x="287870" y="143411"/>
                </a:lnTo>
                <a:lnTo>
                  <a:pt x="279476" y="143411"/>
                </a:lnTo>
                <a:lnTo>
                  <a:pt x="279476" y="137339"/>
                </a:lnTo>
                <a:lnTo>
                  <a:pt x="287870" y="137339"/>
                </a:lnTo>
                <a:lnTo>
                  <a:pt x="287870" y="136363"/>
                </a:lnTo>
                <a:lnTo>
                  <a:pt x="279476" y="136363"/>
                </a:lnTo>
                <a:lnTo>
                  <a:pt x="279476" y="130279"/>
                </a:lnTo>
                <a:lnTo>
                  <a:pt x="287870" y="130279"/>
                </a:lnTo>
                <a:lnTo>
                  <a:pt x="287870" y="129302"/>
                </a:lnTo>
                <a:lnTo>
                  <a:pt x="279476" y="129302"/>
                </a:lnTo>
                <a:lnTo>
                  <a:pt x="279476" y="123230"/>
                </a:lnTo>
                <a:lnTo>
                  <a:pt x="287870" y="123230"/>
                </a:lnTo>
                <a:lnTo>
                  <a:pt x="287870" y="122254"/>
                </a:lnTo>
                <a:lnTo>
                  <a:pt x="279476" y="122254"/>
                </a:lnTo>
                <a:lnTo>
                  <a:pt x="279476" y="116182"/>
                </a:lnTo>
                <a:lnTo>
                  <a:pt x="287870" y="116182"/>
                </a:lnTo>
                <a:lnTo>
                  <a:pt x="287870" y="115193"/>
                </a:lnTo>
                <a:lnTo>
                  <a:pt x="279476" y="115193"/>
                </a:lnTo>
                <a:lnTo>
                  <a:pt x="279476" y="109121"/>
                </a:lnTo>
                <a:lnTo>
                  <a:pt x="287870" y="109121"/>
                </a:lnTo>
                <a:lnTo>
                  <a:pt x="287870" y="108145"/>
                </a:lnTo>
                <a:lnTo>
                  <a:pt x="279476" y="108145"/>
                </a:lnTo>
                <a:lnTo>
                  <a:pt x="279476" y="102061"/>
                </a:lnTo>
                <a:lnTo>
                  <a:pt x="287870" y="102061"/>
                </a:lnTo>
                <a:lnTo>
                  <a:pt x="287870" y="101085"/>
                </a:lnTo>
                <a:lnTo>
                  <a:pt x="279476" y="101085"/>
                </a:lnTo>
                <a:lnTo>
                  <a:pt x="279476" y="95012"/>
                </a:lnTo>
                <a:lnTo>
                  <a:pt x="287870" y="95012"/>
                </a:lnTo>
                <a:lnTo>
                  <a:pt x="287870" y="94024"/>
                </a:lnTo>
                <a:lnTo>
                  <a:pt x="279476" y="94024"/>
                </a:lnTo>
                <a:lnTo>
                  <a:pt x="279476" y="87952"/>
                </a:lnTo>
                <a:lnTo>
                  <a:pt x="287870" y="87952"/>
                </a:lnTo>
                <a:lnTo>
                  <a:pt x="287870" y="86976"/>
                </a:lnTo>
                <a:lnTo>
                  <a:pt x="279476" y="86976"/>
                </a:lnTo>
                <a:lnTo>
                  <a:pt x="279476" y="80903"/>
                </a:lnTo>
                <a:lnTo>
                  <a:pt x="287870" y="80903"/>
                </a:lnTo>
                <a:lnTo>
                  <a:pt x="287870" y="79927"/>
                </a:lnTo>
                <a:lnTo>
                  <a:pt x="279476" y="79927"/>
                </a:lnTo>
                <a:lnTo>
                  <a:pt x="279476" y="73843"/>
                </a:lnTo>
                <a:lnTo>
                  <a:pt x="287870" y="73843"/>
                </a:lnTo>
                <a:lnTo>
                  <a:pt x="287870" y="72867"/>
                </a:lnTo>
                <a:lnTo>
                  <a:pt x="279476" y="72867"/>
                </a:lnTo>
                <a:lnTo>
                  <a:pt x="279476" y="66783"/>
                </a:lnTo>
                <a:lnTo>
                  <a:pt x="287870" y="66783"/>
                </a:lnTo>
                <a:lnTo>
                  <a:pt x="287870" y="65806"/>
                </a:lnTo>
                <a:lnTo>
                  <a:pt x="279476" y="65806"/>
                </a:lnTo>
                <a:lnTo>
                  <a:pt x="279476" y="59734"/>
                </a:lnTo>
                <a:lnTo>
                  <a:pt x="287870" y="59734"/>
                </a:lnTo>
                <a:lnTo>
                  <a:pt x="287870" y="58746"/>
                </a:lnTo>
                <a:lnTo>
                  <a:pt x="279476" y="58746"/>
                </a:lnTo>
                <a:lnTo>
                  <a:pt x="279476" y="52674"/>
                </a:lnTo>
                <a:lnTo>
                  <a:pt x="287870" y="52674"/>
                </a:lnTo>
                <a:lnTo>
                  <a:pt x="287870" y="51697"/>
                </a:lnTo>
                <a:lnTo>
                  <a:pt x="279476" y="51697"/>
                </a:lnTo>
                <a:lnTo>
                  <a:pt x="279476" y="45625"/>
                </a:lnTo>
                <a:lnTo>
                  <a:pt x="287870" y="45625"/>
                </a:lnTo>
                <a:lnTo>
                  <a:pt x="287870" y="44637"/>
                </a:lnTo>
                <a:lnTo>
                  <a:pt x="279476" y="44637"/>
                </a:lnTo>
                <a:lnTo>
                  <a:pt x="279476" y="38565"/>
                </a:lnTo>
                <a:lnTo>
                  <a:pt x="287870" y="38565"/>
                </a:lnTo>
                <a:lnTo>
                  <a:pt x="287870" y="37589"/>
                </a:lnTo>
                <a:lnTo>
                  <a:pt x="279476" y="37589"/>
                </a:lnTo>
                <a:lnTo>
                  <a:pt x="279476" y="31516"/>
                </a:lnTo>
                <a:lnTo>
                  <a:pt x="287870" y="31516"/>
                </a:lnTo>
                <a:lnTo>
                  <a:pt x="287870" y="30528"/>
                </a:lnTo>
                <a:lnTo>
                  <a:pt x="279476" y="30528"/>
                </a:lnTo>
                <a:lnTo>
                  <a:pt x="279476" y="24456"/>
                </a:lnTo>
                <a:lnTo>
                  <a:pt x="287870" y="24456"/>
                </a:lnTo>
                <a:lnTo>
                  <a:pt x="287870" y="23480"/>
                </a:lnTo>
                <a:lnTo>
                  <a:pt x="279476" y="23480"/>
                </a:lnTo>
                <a:lnTo>
                  <a:pt x="279476" y="17408"/>
                </a:lnTo>
                <a:lnTo>
                  <a:pt x="287870" y="17408"/>
                </a:lnTo>
                <a:lnTo>
                  <a:pt x="287870" y="16419"/>
                </a:lnTo>
                <a:lnTo>
                  <a:pt x="279476" y="16419"/>
                </a:lnTo>
                <a:lnTo>
                  <a:pt x="279476" y="10347"/>
                </a:lnTo>
                <a:lnTo>
                  <a:pt x="287870" y="10347"/>
                </a:lnTo>
                <a:lnTo>
                  <a:pt x="287870" y="9371"/>
                </a:lnTo>
                <a:lnTo>
                  <a:pt x="279476" y="9371"/>
                </a:lnTo>
                <a:lnTo>
                  <a:pt x="279476" y="3287"/>
                </a:lnTo>
                <a:lnTo>
                  <a:pt x="287870" y="3287"/>
                </a:lnTo>
                <a:lnTo>
                  <a:pt x="287870" y="2310"/>
                </a:lnTo>
                <a:lnTo>
                  <a:pt x="279476" y="2310"/>
                </a:lnTo>
                <a:lnTo>
                  <a:pt x="279476" y="1"/>
                </a:lnTo>
                <a:lnTo>
                  <a:pt x="278488" y="1"/>
                </a:lnTo>
                <a:lnTo>
                  <a:pt x="278488" y="2310"/>
                </a:lnTo>
                <a:lnTo>
                  <a:pt x="272415" y="2310"/>
                </a:lnTo>
                <a:lnTo>
                  <a:pt x="272415" y="1"/>
                </a:lnTo>
                <a:lnTo>
                  <a:pt x="271439" y="1"/>
                </a:lnTo>
                <a:lnTo>
                  <a:pt x="271439" y="2310"/>
                </a:lnTo>
                <a:lnTo>
                  <a:pt x="265367" y="2310"/>
                </a:lnTo>
                <a:lnTo>
                  <a:pt x="265367" y="1"/>
                </a:lnTo>
                <a:lnTo>
                  <a:pt x="264379" y="1"/>
                </a:lnTo>
                <a:lnTo>
                  <a:pt x="264379" y="2310"/>
                </a:lnTo>
                <a:lnTo>
                  <a:pt x="258306" y="2310"/>
                </a:lnTo>
                <a:lnTo>
                  <a:pt x="258306" y="1"/>
                </a:lnTo>
                <a:lnTo>
                  <a:pt x="257330" y="1"/>
                </a:lnTo>
                <a:lnTo>
                  <a:pt x="257330" y="2310"/>
                </a:lnTo>
                <a:lnTo>
                  <a:pt x="251258" y="2310"/>
                </a:lnTo>
                <a:lnTo>
                  <a:pt x="251258" y="1"/>
                </a:lnTo>
                <a:lnTo>
                  <a:pt x="250270" y="1"/>
                </a:lnTo>
                <a:lnTo>
                  <a:pt x="250270" y="2310"/>
                </a:lnTo>
                <a:lnTo>
                  <a:pt x="244198" y="2310"/>
                </a:lnTo>
                <a:lnTo>
                  <a:pt x="244198" y="1"/>
                </a:lnTo>
                <a:lnTo>
                  <a:pt x="243221" y="1"/>
                </a:lnTo>
                <a:lnTo>
                  <a:pt x="243221" y="2310"/>
                </a:lnTo>
                <a:lnTo>
                  <a:pt x="237137" y="2310"/>
                </a:lnTo>
                <a:lnTo>
                  <a:pt x="237137" y="1"/>
                </a:lnTo>
                <a:lnTo>
                  <a:pt x="236161" y="1"/>
                </a:lnTo>
                <a:lnTo>
                  <a:pt x="236161" y="2310"/>
                </a:lnTo>
                <a:lnTo>
                  <a:pt x="230089" y="2310"/>
                </a:lnTo>
                <a:lnTo>
                  <a:pt x="230089" y="1"/>
                </a:lnTo>
                <a:lnTo>
                  <a:pt x="229100" y="1"/>
                </a:lnTo>
                <a:lnTo>
                  <a:pt x="229100" y="2310"/>
                </a:lnTo>
                <a:lnTo>
                  <a:pt x="223028" y="2310"/>
                </a:lnTo>
                <a:lnTo>
                  <a:pt x="223028" y="1"/>
                </a:lnTo>
                <a:lnTo>
                  <a:pt x="222052" y="1"/>
                </a:lnTo>
                <a:lnTo>
                  <a:pt x="222052" y="2310"/>
                </a:lnTo>
                <a:lnTo>
                  <a:pt x="215980" y="2310"/>
                </a:lnTo>
                <a:lnTo>
                  <a:pt x="215980" y="1"/>
                </a:lnTo>
                <a:lnTo>
                  <a:pt x="214992" y="1"/>
                </a:lnTo>
                <a:lnTo>
                  <a:pt x="214992" y="2310"/>
                </a:lnTo>
                <a:lnTo>
                  <a:pt x="208919" y="2310"/>
                </a:lnTo>
                <a:lnTo>
                  <a:pt x="208919" y="1"/>
                </a:lnTo>
                <a:lnTo>
                  <a:pt x="207943" y="1"/>
                </a:lnTo>
                <a:lnTo>
                  <a:pt x="207943" y="2310"/>
                </a:lnTo>
                <a:lnTo>
                  <a:pt x="201871" y="2310"/>
                </a:lnTo>
                <a:lnTo>
                  <a:pt x="201871" y="1"/>
                </a:lnTo>
                <a:lnTo>
                  <a:pt x="200883" y="1"/>
                </a:lnTo>
                <a:lnTo>
                  <a:pt x="200883" y="2310"/>
                </a:lnTo>
                <a:lnTo>
                  <a:pt x="194810" y="2310"/>
                </a:lnTo>
                <a:lnTo>
                  <a:pt x="194810" y="1"/>
                </a:lnTo>
                <a:lnTo>
                  <a:pt x="193834" y="1"/>
                </a:lnTo>
                <a:lnTo>
                  <a:pt x="193834" y="2310"/>
                </a:lnTo>
                <a:lnTo>
                  <a:pt x="187762" y="2310"/>
                </a:lnTo>
                <a:lnTo>
                  <a:pt x="187762" y="1"/>
                </a:lnTo>
                <a:lnTo>
                  <a:pt x="186774" y="1"/>
                </a:lnTo>
                <a:lnTo>
                  <a:pt x="186774" y="2310"/>
                </a:lnTo>
                <a:lnTo>
                  <a:pt x="180702" y="2310"/>
                </a:lnTo>
                <a:lnTo>
                  <a:pt x="180702" y="1"/>
                </a:lnTo>
                <a:lnTo>
                  <a:pt x="179713" y="1"/>
                </a:lnTo>
                <a:lnTo>
                  <a:pt x="179713" y="2310"/>
                </a:lnTo>
                <a:lnTo>
                  <a:pt x="173641" y="2310"/>
                </a:lnTo>
                <a:lnTo>
                  <a:pt x="173641" y="1"/>
                </a:lnTo>
                <a:lnTo>
                  <a:pt x="172665" y="1"/>
                </a:lnTo>
                <a:lnTo>
                  <a:pt x="172665" y="2310"/>
                </a:lnTo>
                <a:lnTo>
                  <a:pt x="166581" y="2310"/>
                </a:lnTo>
                <a:lnTo>
                  <a:pt x="166581" y="1"/>
                </a:lnTo>
                <a:lnTo>
                  <a:pt x="165604" y="1"/>
                </a:lnTo>
                <a:lnTo>
                  <a:pt x="165604" y="2310"/>
                </a:lnTo>
                <a:lnTo>
                  <a:pt x="159532" y="2310"/>
                </a:lnTo>
                <a:lnTo>
                  <a:pt x="159532" y="1"/>
                </a:lnTo>
                <a:lnTo>
                  <a:pt x="158544" y="1"/>
                </a:lnTo>
                <a:lnTo>
                  <a:pt x="158544" y="2310"/>
                </a:lnTo>
                <a:lnTo>
                  <a:pt x="152472" y="2310"/>
                </a:lnTo>
                <a:lnTo>
                  <a:pt x="152472" y="1"/>
                </a:lnTo>
                <a:lnTo>
                  <a:pt x="151495" y="1"/>
                </a:lnTo>
                <a:lnTo>
                  <a:pt x="151495" y="2310"/>
                </a:lnTo>
                <a:lnTo>
                  <a:pt x="145423" y="2310"/>
                </a:lnTo>
                <a:lnTo>
                  <a:pt x="145423" y="1"/>
                </a:lnTo>
                <a:lnTo>
                  <a:pt x="144447" y="1"/>
                </a:lnTo>
                <a:lnTo>
                  <a:pt x="144447" y="2310"/>
                </a:lnTo>
                <a:lnTo>
                  <a:pt x="138375" y="2310"/>
                </a:lnTo>
                <a:lnTo>
                  <a:pt x="138375" y="1"/>
                </a:lnTo>
                <a:lnTo>
                  <a:pt x="137387" y="1"/>
                </a:lnTo>
                <a:lnTo>
                  <a:pt x="137387" y="2310"/>
                </a:lnTo>
                <a:lnTo>
                  <a:pt x="131314" y="2310"/>
                </a:lnTo>
                <a:lnTo>
                  <a:pt x="131314" y="1"/>
                </a:lnTo>
                <a:lnTo>
                  <a:pt x="130338" y="1"/>
                </a:lnTo>
                <a:lnTo>
                  <a:pt x="130338" y="2310"/>
                </a:lnTo>
                <a:lnTo>
                  <a:pt x="124254" y="2310"/>
                </a:lnTo>
                <a:lnTo>
                  <a:pt x="124254" y="1"/>
                </a:lnTo>
                <a:lnTo>
                  <a:pt x="123278" y="1"/>
                </a:lnTo>
                <a:lnTo>
                  <a:pt x="123278" y="2310"/>
                </a:lnTo>
                <a:lnTo>
                  <a:pt x="117205" y="2310"/>
                </a:lnTo>
                <a:lnTo>
                  <a:pt x="117205" y="1"/>
                </a:lnTo>
                <a:lnTo>
                  <a:pt x="116217" y="1"/>
                </a:lnTo>
                <a:lnTo>
                  <a:pt x="116217" y="2310"/>
                </a:lnTo>
                <a:lnTo>
                  <a:pt x="110157" y="2310"/>
                </a:lnTo>
                <a:lnTo>
                  <a:pt x="110157" y="1"/>
                </a:lnTo>
                <a:lnTo>
                  <a:pt x="109169" y="1"/>
                </a:lnTo>
                <a:lnTo>
                  <a:pt x="109169" y="2310"/>
                </a:lnTo>
                <a:lnTo>
                  <a:pt x="103097" y="2310"/>
                </a:lnTo>
                <a:lnTo>
                  <a:pt x="103097" y="1"/>
                </a:lnTo>
                <a:lnTo>
                  <a:pt x="102120" y="1"/>
                </a:lnTo>
                <a:lnTo>
                  <a:pt x="102120" y="2310"/>
                </a:lnTo>
                <a:lnTo>
                  <a:pt x="96036" y="2310"/>
                </a:lnTo>
                <a:lnTo>
                  <a:pt x="96036" y="1"/>
                </a:lnTo>
                <a:lnTo>
                  <a:pt x="95060" y="1"/>
                </a:lnTo>
                <a:lnTo>
                  <a:pt x="95060" y="2310"/>
                </a:lnTo>
                <a:lnTo>
                  <a:pt x="88988" y="2310"/>
                </a:lnTo>
                <a:lnTo>
                  <a:pt x="88988" y="1"/>
                </a:lnTo>
                <a:lnTo>
                  <a:pt x="87999" y="1"/>
                </a:lnTo>
                <a:lnTo>
                  <a:pt x="87999" y="2310"/>
                </a:lnTo>
                <a:lnTo>
                  <a:pt x="81927" y="2310"/>
                </a:lnTo>
                <a:lnTo>
                  <a:pt x="81927" y="1"/>
                </a:lnTo>
                <a:lnTo>
                  <a:pt x="80951" y="1"/>
                </a:lnTo>
                <a:lnTo>
                  <a:pt x="80951" y="2310"/>
                </a:lnTo>
                <a:lnTo>
                  <a:pt x="74879" y="2310"/>
                </a:lnTo>
                <a:lnTo>
                  <a:pt x="74879" y="1"/>
                </a:lnTo>
                <a:lnTo>
                  <a:pt x="73902" y="1"/>
                </a:lnTo>
                <a:lnTo>
                  <a:pt x="73902" y="2310"/>
                </a:lnTo>
                <a:lnTo>
                  <a:pt x="67818" y="2310"/>
                </a:lnTo>
                <a:lnTo>
                  <a:pt x="67818" y="1"/>
                </a:lnTo>
                <a:lnTo>
                  <a:pt x="66842" y="1"/>
                </a:lnTo>
                <a:lnTo>
                  <a:pt x="66842" y="2310"/>
                </a:lnTo>
                <a:lnTo>
                  <a:pt x="60758" y="2310"/>
                </a:lnTo>
                <a:lnTo>
                  <a:pt x="60758" y="1"/>
                </a:lnTo>
                <a:lnTo>
                  <a:pt x="59782" y="1"/>
                </a:lnTo>
                <a:lnTo>
                  <a:pt x="59782" y="2310"/>
                </a:lnTo>
                <a:lnTo>
                  <a:pt x="53709" y="2310"/>
                </a:lnTo>
                <a:lnTo>
                  <a:pt x="53709" y="1"/>
                </a:lnTo>
                <a:lnTo>
                  <a:pt x="52721" y="1"/>
                </a:lnTo>
                <a:lnTo>
                  <a:pt x="52721" y="2310"/>
                </a:lnTo>
                <a:lnTo>
                  <a:pt x="46649" y="2310"/>
                </a:lnTo>
                <a:lnTo>
                  <a:pt x="46649" y="1"/>
                </a:lnTo>
                <a:lnTo>
                  <a:pt x="45673" y="1"/>
                </a:lnTo>
                <a:lnTo>
                  <a:pt x="45673" y="2310"/>
                </a:lnTo>
                <a:lnTo>
                  <a:pt x="39601" y="2310"/>
                </a:lnTo>
                <a:lnTo>
                  <a:pt x="39601" y="1"/>
                </a:lnTo>
                <a:lnTo>
                  <a:pt x="38612" y="1"/>
                </a:lnTo>
                <a:lnTo>
                  <a:pt x="38612" y="2310"/>
                </a:lnTo>
                <a:lnTo>
                  <a:pt x="32540" y="2310"/>
                </a:lnTo>
                <a:lnTo>
                  <a:pt x="32540" y="1"/>
                </a:lnTo>
                <a:lnTo>
                  <a:pt x="31564" y="1"/>
                </a:lnTo>
                <a:lnTo>
                  <a:pt x="31564" y="2310"/>
                </a:lnTo>
                <a:lnTo>
                  <a:pt x="25492" y="2310"/>
                </a:lnTo>
                <a:lnTo>
                  <a:pt x="25492" y="1"/>
                </a:lnTo>
                <a:lnTo>
                  <a:pt x="24503" y="1"/>
                </a:lnTo>
                <a:lnTo>
                  <a:pt x="24503" y="2310"/>
                </a:lnTo>
                <a:lnTo>
                  <a:pt x="18431" y="2310"/>
                </a:lnTo>
                <a:lnTo>
                  <a:pt x="18431" y="1"/>
                </a:lnTo>
                <a:lnTo>
                  <a:pt x="17455" y="1"/>
                </a:lnTo>
                <a:lnTo>
                  <a:pt x="17455" y="2310"/>
                </a:lnTo>
                <a:lnTo>
                  <a:pt x="11371" y="2310"/>
                </a:lnTo>
                <a:lnTo>
                  <a:pt x="1137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9"/>
          <p:cNvSpPr txBox="1">
            <a:spLocks noGrp="1"/>
          </p:cNvSpPr>
          <p:nvPr>
            <p:ph type="title"/>
          </p:nvPr>
        </p:nvSpPr>
        <p:spPr>
          <a:xfrm>
            <a:off x="4335651" y="1522625"/>
            <a:ext cx="3712200" cy="7635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4300"/>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891" name="Google Shape;891;p9"/>
          <p:cNvSpPr txBox="1">
            <a:spLocks noGrp="1"/>
          </p:cNvSpPr>
          <p:nvPr>
            <p:ph type="body" idx="1"/>
          </p:nvPr>
        </p:nvSpPr>
        <p:spPr>
          <a:xfrm>
            <a:off x="4335651" y="2286125"/>
            <a:ext cx="3712200" cy="15102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6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a:p>
        </p:txBody>
      </p:sp>
      <p:grpSp>
        <p:nvGrpSpPr>
          <p:cNvPr id="892" name="Google Shape;892;p9"/>
          <p:cNvGrpSpPr/>
          <p:nvPr/>
        </p:nvGrpSpPr>
        <p:grpSpPr>
          <a:xfrm>
            <a:off x="7415475" y="19774"/>
            <a:ext cx="1667868" cy="1605854"/>
            <a:chOff x="7415475" y="19774"/>
            <a:chExt cx="1667868" cy="1605854"/>
          </a:xfrm>
        </p:grpSpPr>
        <p:grpSp>
          <p:nvGrpSpPr>
            <p:cNvPr id="893" name="Google Shape;893;p9"/>
            <p:cNvGrpSpPr/>
            <p:nvPr/>
          </p:nvGrpSpPr>
          <p:grpSpPr>
            <a:xfrm>
              <a:off x="8727034" y="1413481"/>
              <a:ext cx="356308" cy="212146"/>
              <a:chOff x="5852753" y="-1422679"/>
              <a:chExt cx="195881" cy="116634"/>
            </a:xfrm>
          </p:grpSpPr>
          <p:sp>
            <p:nvSpPr>
              <p:cNvPr id="894" name="Google Shape;894;p9"/>
              <p:cNvSpPr/>
              <p:nvPr/>
            </p:nvSpPr>
            <p:spPr>
              <a:xfrm>
                <a:off x="5852753" y="-1420330"/>
                <a:ext cx="195881" cy="111615"/>
              </a:xfrm>
              <a:custGeom>
                <a:avLst/>
                <a:gdLst/>
                <a:ahLst/>
                <a:cxnLst/>
                <a:rect l="l" t="t" r="r" b="b"/>
                <a:pathLst>
                  <a:path w="6088" h="3469" extrusionOk="0">
                    <a:moveTo>
                      <a:pt x="3696" y="1"/>
                    </a:moveTo>
                    <a:cubicBezTo>
                      <a:pt x="3413" y="1"/>
                      <a:pt x="3163" y="158"/>
                      <a:pt x="2991" y="365"/>
                    </a:cubicBezTo>
                    <a:lnTo>
                      <a:pt x="2991" y="365"/>
                    </a:lnTo>
                    <a:cubicBezTo>
                      <a:pt x="2876" y="273"/>
                      <a:pt x="2725" y="190"/>
                      <a:pt x="2533" y="128"/>
                    </a:cubicBezTo>
                    <a:cubicBezTo>
                      <a:pt x="2372" y="75"/>
                      <a:pt x="2237" y="52"/>
                      <a:pt x="2122" y="52"/>
                    </a:cubicBezTo>
                    <a:cubicBezTo>
                      <a:pt x="1407" y="52"/>
                      <a:pt x="1530" y="951"/>
                      <a:pt x="1530" y="951"/>
                    </a:cubicBezTo>
                    <a:cubicBezTo>
                      <a:pt x="1457" y="907"/>
                      <a:pt x="1378" y="886"/>
                      <a:pt x="1298" y="886"/>
                    </a:cubicBezTo>
                    <a:cubicBezTo>
                      <a:pt x="694" y="886"/>
                      <a:pt x="1" y="2034"/>
                      <a:pt x="790" y="2617"/>
                    </a:cubicBezTo>
                    <a:cubicBezTo>
                      <a:pt x="1039" y="2800"/>
                      <a:pt x="1275" y="2883"/>
                      <a:pt x="1477" y="2895"/>
                    </a:cubicBezTo>
                    <a:lnTo>
                      <a:pt x="1477" y="2895"/>
                    </a:lnTo>
                    <a:cubicBezTo>
                      <a:pt x="1545" y="3200"/>
                      <a:pt x="1763" y="3463"/>
                      <a:pt x="2224" y="3468"/>
                    </a:cubicBezTo>
                    <a:cubicBezTo>
                      <a:pt x="2242" y="3468"/>
                      <a:pt x="2259" y="3468"/>
                      <a:pt x="2276" y="3468"/>
                    </a:cubicBezTo>
                    <a:cubicBezTo>
                      <a:pt x="2909" y="3468"/>
                      <a:pt x="3333" y="3322"/>
                      <a:pt x="3571" y="3105"/>
                    </a:cubicBezTo>
                    <a:lnTo>
                      <a:pt x="3571" y="3105"/>
                    </a:lnTo>
                    <a:cubicBezTo>
                      <a:pt x="3621" y="3172"/>
                      <a:pt x="3683" y="3237"/>
                      <a:pt x="3760" y="3298"/>
                    </a:cubicBezTo>
                    <a:cubicBezTo>
                      <a:pt x="3866" y="3382"/>
                      <a:pt x="3994" y="3419"/>
                      <a:pt x="4133" y="3419"/>
                    </a:cubicBezTo>
                    <a:cubicBezTo>
                      <a:pt x="4932" y="3419"/>
                      <a:pt x="6088" y="2177"/>
                      <a:pt x="5404" y="1457"/>
                    </a:cubicBezTo>
                    <a:cubicBezTo>
                      <a:pt x="5215" y="1258"/>
                      <a:pt x="5015" y="1183"/>
                      <a:pt x="4827" y="1183"/>
                    </a:cubicBezTo>
                    <a:cubicBezTo>
                      <a:pt x="4806" y="1183"/>
                      <a:pt x="4786" y="1184"/>
                      <a:pt x="4765" y="1185"/>
                    </a:cubicBezTo>
                    <a:lnTo>
                      <a:pt x="4765" y="1185"/>
                    </a:lnTo>
                    <a:cubicBezTo>
                      <a:pt x="4773" y="830"/>
                      <a:pt x="4595" y="421"/>
                      <a:pt x="4155" y="143"/>
                    </a:cubicBezTo>
                    <a:cubicBezTo>
                      <a:pt x="3998" y="43"/>
                      <a:pt x="3843" y="1"/>
                      <a:pt x="36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9"/>
              <p:cNvSpPr/>
              <p:nvPr/>
            </p:nvSpPr>
            <p:spPr>
              <a:xfrm>
                <a:off x="5861505" y="-1422679"/>
                <a:ext cx="176673" cy="116634"/>
              </a:xfrm>
              <a:custGeom>
                <a:avLst/>
                <a:gdLst/>
                <a:ahLst/>
                <a:cxnLst/>
                <a:rect l="l" t="t" r="r" b="b"/>
                <a:pathLst>
                  <a:path w="5491" h="3625" extrusionOk="0">
                    <a:moveTo>
                      <a:pt x="2733" y="558"/>
                    </a:moveTo>
                    <a:cubicBezTo>
                      <a:pt x="2952" y="768"/>
                      <a:pt x="2995" y="1015"/>
                      <a:pt x="2936" y="1178"/>
                    </a:cubicBezTo>
                    <a:cubicBezTo>
                      <a:pt x="2906" y="1264"/>
                      <a:pt x="2852" y="1311"/>
                      <a:pt x="2788" y="1311"/>
                    </a:cubicBezTo>
                    <a:cubicBezTo>
                      <a:pt x="2749" y="1311"/>
                      <a:pt x="2705" y="1293"/>
                      <a:pt x="2662" y="1255"/>
                    </a:cubicBezTo>
                    <a:cubicBezTo>
                      <a:pt x="2508" y="1129"/>
                      <a:pt x="2542" y="827"/>
                      <a:pt x="2733" y="558"/>
                    </a:cubicBezTo>
                    <a:close/>
                    <a:moveTo>
                      <a:pt x="4404" y="1354"/>
                    </a:moveTo>
                    <a:lnTo>
                      <a:pt x="4404" y="1354"/>
                    </a:lnTo>
                    <a:cubicBezTo>
                      <a:pt x="4367" y="1650"/>
                      <a:pt x="4185" y="1872"/>
                      <a:pt x="3945" y="1906"/>
                    </a:cubicBezTo>
                    <a:cubicBezTo>
                      <a:pt x="3929" y="1906"/>
                      <a:pt x="3917" y="1909"/>
                      <a:pt x="3902" y="1909"/>
                    </a:cubicBezTo>
                    <a:cubicBezTo>
                      <a:pt x="3837" y="1909"/>
                      <a:pt x="3837" y="1888"/>
                      <a:pt x="3837" y="1869"/>
                    </a:cubicBezTo>
                    <a:cubicBezTo>
                      <a:pt x="3831" y="1746"/>
                      <a:pt x="4068" y="1431"/>
                      <a:pt x="4404" y="1354"/>
                    </a:cubicBezTo>
                    <a:close/>
                    <a:moveTo>
                      <a:pt x="1527" y="2125"/>
                    </a:moveTo>
                    <a:cubicBezTo>
                      <a:pt x="1570" y="2125"/>
                      <a:pt x="1610" y="2162"/>
                      <a:pt x="1635" y="2196"/>
                    </a:cubicBezTo>
                    <a:cubicBezTo>
                      <a:pt x="1755" y="2347"/>
                      <a:pt x="1783" y="2511"/>
                      <a:pt x="1718" y="2646"/>
                    </a:cubicBezTo>
                    <a:cubicBezTo>
                      <a:pt x="1647" y="2795"/>
                      <a:pt x="1477" y="2884"/>
                      <a:pt x="1274" y="2890"/>
                    </a:cubicBezTo>
                    <a:cubicBezTo>
                      <a:pt x="1231" y="2619"/>
                      <a:pt x="1308" y="2332"/>
                      <a:pt x="1416" y="2199"/>
                    </a:cubicBezTo>
                    <a:cubicBezTo>
                      <a:pt x="1440" y="2159"/>
                      <a:pt x="1481" y="2131"/>
                      <a:pt x="1527" y="2125"/>
                    </a:cubicBezTo>
                    <a:close/>
                    <a:moveTo>
                      <a:pt x="3350" y="2350"/>
                    </a:moveTo>
                    <a:cubicBezTo>
                      <a:pt x="3362" y="2350"/>
                      <a:pt x="3396" y="2384"/>
                      <a:pt x="3424" y="2468"/>
                    </a:cubicBezTo>
                    <a:cubicBezTo>
                      <a:pt x="3491" y="2668"/>
                      <a:pt x="3448" y="2890"/>
                      <a:pt x="3313" y="3051"/>
                    </a:cubicBezTo>
                    <a:cubicBezTo>
                      <a:pt x="3183" y="2825"/>
                      <a:pt x="3195" y="2582"/>
                      <a:pt x="3266" y="2440"/>
                    </a:cubicBezTo>
                    <a:cubicBezTo>
                      <a:pt x="3297" y="2375"/>
                      <a:pt x="3334" y="2350"/>
                      <a:pt x="3350" y="2350"/>
                    </a:cubicBezTo>
                    <a:close/>
                    <a:moveTo>
                      <a:pt x="3426" y="160"/>
                    </a:moveTo>
                    <a:cubicBezTo>
                      <a:pt x="3566" y="160"/>
                      <a:pt x="3707" y="201"/>
                      <a:pt x="3840" y="287"/>
                    </a:cubicBezTo>
                    <a:cubicBezTo>
                      <a:pt x="4185" y="503"/>
                      <a:pt x="4395" y="836"/>
                      <a:pt x="4411" y="1191"/>
                    </a:cubicBezTo>
                    <a:cubicBezTo>
                      <a:pt x="3994" y="1265"/>
                      <a:pt x="3667" y="1650"/>
                      <a:pt x="3677" y="1878"/>
                    </a:cubicBezTo>
                    <a:cubicBezTo>
                      <a:pt x="3679" y="1969"/>
                      <a:pt x="3738" y="2069"/>
                      <a:pt x="3899" y="2069"/>
                    </a:cubicBezTo>
                    <a:cubicBezTo>
                      <a:pt x="3920" y="2069"/>
                      <a:pt x="3942" y="2067"/>
                      <a:pt x="3966" y="2064"/>
                    </a:cubicBezTo>
                    <a:cubicBezTo>
                      <a:pt x="4293" y="2020"/>
                      <a:pt x="4534" y="1727"/>
                      <a:pt x="4571" y="1339"/>
                    </a:cubicBezTo>
                    <a:cubicBezTo>
                      <a:pt x="4753" y="1342"/>
                      <a:pt x="4920" y="1428"/>
                      <a:pt x="5074" y="1589"/>
                    </a:cubicBezTo>
                    <a:cubicBezTo>
                      <a:pt x="5336" y="1863"/>
                      <a:pt x="5274" y="2190"/>
                      <a:pt x="5176" y="2418"/>
                    </a:cubicBezTo>
                    <a:cubicBezTo>
                      <a:pt x="4953" y="2939"/>
                      <a:pt x="4327" y="3414"/>
                      <a:pt x="3862" y="3414"/>
                    </a:cubicBezTo>
                    <a:cubicBezTo>
                      <a:pt x="3857" y="3415"/>
                      <a:pt x="3853" y="3415"/>
                      <a:pt x="3848" y="3415"/>
                    </a:cubicBezTo>
                    <a:cubicBezTo>
                      <a:pt x="3736" y="3415"/>
                      <a:pt x="3627" y="3378"/>
                      <a:pt x="3541" y="3310"/>
                    </a:cubicBezTo>
                    <a:cubicBezTo>
                      <a:pt x="3491" y="3273"/>
                      <a:pt x="3448" y="3232"/>
                      <a:pt x="3408" y="3186"/>
                    </a:cubicBezTo>
                    <a:cubicBezTo>
                      <a:pt x="3603" y="2983"/>
                      <a:pt x="3667" y="2687"/>
                      <a:pt x="3578" y="2421"/>
                    </a:cubicBezTo>
                    <a:cubicBezTo>
                      <a:pt x="3513" y="2218"/>
                      <a:pt x="3408" y="2190"/>
                      <a:pt x="3350" y="2190"/>
                    </a:cubicBezTo>
                    <a:cubicBezTo>
                      <a:pt x="3260" y="2190"/>
                      <a:pt x="3177" y="2255"/>
                      <a:pt x="3121" y="2366"/>
                    </a:cubicBezTo>
                    <a:cubicBezTo>
                      <a:pt x="3023" y="2563"/>
                      <a:pt x="3010" y="2878"/>
                      <a:pt x="3192" y="3165"/>
                    </a:cubicBezTo>
                    <a:cubicBezTo>
                      <a:pt x="3001" y="3306"/>
                      <a:pt x="2649" y="3461"/>
                      <a:pt x="1999" y="3461"/>
                    </a:cubicBezTo>
                    <a:lnTo>
                      <a:pt x="1956" y="3461"/>
                    </a:lnTo>
                    <a:cubicBezTo>
                      <a:pt x="1558" y="3458"/>
                      <a:pt x="1385" y="3254"/>
                      <a:pt x="1314" y="3051"/>
                    </a:cubicBezTo>
                    <a:cubicBezTo>
                      <a:pt x="1564" y="3035"/>
                      <a:pt x="1767" y="2915"/>
                      <a:pt x="1863" y="2720"/>
                    </a:cubicBezTo>
                    <a:cubicBezTo>
                      <a:pt x="1959" y="2523"/>
                      <a:pt x="1922" y="2298"/>
                      <a:pt x="1761" y="2097"/>
                    </a:cubicBezTo>
                    <a:cubicBezTo>
                      <a:pt x="1675" y="1986"/>
                      <a:pt x="1585" y="1965"/>
                      <a:pt x="1527" y="1965"/>
                    </a:cubicBezTo>
                    <a:cubicBezTo>
                      <a:pt x="1444" y="1965"/>
                      <a:pt x="1360" y="2011"/>
                      <a:pt x="1289" y="2097"/>
                    </a:cubicBezTo>
                    <a:cubicBezTo>
                      <a:pt x="1147" y="2276"/>
                      <a:pt x="1076" y="2594"/>
                      <a:pt x="1107" y="2878"/>
                    </a:cubicBezTo>
                    <a:cubicBezTo>
                      <a:pt x="913" y="2835"/>
                      <a:pt x="728" y="2751"/>
                      <a:pt x="568" y="2628"/>
                    </a:cubicBezTo>
                    <a:cubicBezTo>
                      <a:pt x="154" y="2320"/>
                      <a:pt x="241" y="1891"/>
                      <a:pt x="296" y="1718"/>
                    </a:cubicBezTo>
                    <a:cubicBezTo>
                      <a:pt x="420" y="1345"/>
                      <a:pt x="746" y="1043"/>
                      <a:pt x="1027" y="1043"/>
                    </a:cubicBezTo>
                    <a:cubicBezTo>
                      <a:pt x="1095" y="1043"/>
                      <a:pt x="1163" y="1061"/>
                      <a:pt x="1218" y="1095"/>
                    </a:cubicBezTo>
                    <a:cubicBezTo>
                      <a:pt x="1232" y="1103"/>
                      <a:pt x="1246" y="1106"/>
                      <a:pt x="1260" y="1106"/>
                    </a:cubicBezTo>
                    <a:cubicBezTo>
                      <a:pt x="1307" y="1106"/>
                      <a:pt x="1349" y="1067"/>
                      <a:pt x="1342" y="1015"/>
                    </a:cubicBezTo>
                    <a:cubicBezTo>
                      <a:pt x="1342" y="1012"/>
                      <a:pt x="1283" y="586"/>
                      <a:pt x="1487" y="355"/>
                    </a:cubicBezTo>
                    <a:cubicBezTo>
                      <a:pt x="1572" y="255"/>
                      <a:pt x="1695" y="205"/>
                      <a:pt x="1853" y="205"/>
                    </a:cubicBezTo>
                    <a:cubicBezTo>
                      <a:pt x="1964" y="205"/>
                      <a:pt x="2092" y="230"/>
                      <a:pt x="2236" y="278"/>
                    </a:cubicBezTo>
                    <a:cubicBezTo>
                      <a:pt x="2369" y="318"/>
                      <a:pt x="2495" y="380"/>
                      <a:pt x="2609" y="457"/>
                    </a:cubicBezTo>
                    <a:cubicBezTo>
                      <a:pt x="2387" y="765"/>
                      <a:pt x="2313" y="1172"/>
                      <a:pt x="2560" y="1382"/>
                    </a:cubicBezTo>
                    <a:cubicBezTo>
                      <a:pt x="2622" y="1437"/>
                      <a:pt x="2705" y="1474"/>
                      <a:pt x="2791" y="1478"/>
                    </a:cubicBezTo>
                    <a:cubicBezTo>
                      <a:pt x="2921" y="1478"/>
                      <a:pt x="3038" y="1382"/>
                      <a:pt x="3091" y="1234"/>
                    </a:cubicBezTo>
                    <a:cubicBezTo>
                      <a:pt x="3168" y="1018"/>
                      <a:pt x="3112" y="694"/>
                      <a:pt x="2835" y="432"/>
                    </a:cubicBezTo>
                    <a:cubicBezTo>
                      <a:pt x="3006" y="255"/>
                      <a:pt x="3214" y="160"/>
                      <a:pt x="3426" y="160"/>
                    </a:cubicBezTo>
                    <a:close/>
                    <a:moveTo>
                      <a:pt x="3431" y="0"/>
                    </a:moveTo>
                    <a:cubicBezTo>
                      <a:pt x="3171" y="0"/>
                      <a:pt x="2915" y="116"/>
                      <a:pt x="2711" y="333"/>
                    </a:cubicBezTo>
                    <a:cubicBezTo>
                      <a:pt x="2582" y="241"/>
                      <a:pt x="2440" y="173"/>
                      <a:pt x="2289" y="124"/>
                    </a:cubicBezTo>
                    <a:cubicBezTo>
                      <a:pt x="2129" y="71"/>
                      <a:pt x="1984" y="45"/>
                      <a:pt x="1856" y="45"/>
                    </a:cubicBezTo>
                    <a:cubicBezTo>
                      <a:pt x="1647" y="45"/>
                      <a:pt x="1482" y="113"/>
                      <a:pt x="1363" y="247"/>
                    </a:cubicBezTo>
                    <a:cubicBezTo>
                      <a:pt x="1194" y="444"/>
                      <a:pt x="1169" y="731"/>
                      <a:pt x="1172" y="901"/>
                    </a:cubicBezTo>
                    <a:cubicBezTo>
                      <a:pt x="1126" y="888"/>
                      <a:pt x="1076" y="882"/>
                      <a:pt x="1027" y="882"/>
                    </a:cubicBezTo>
                    <a:cubicBezTo>
                      <a:pt x="676" y="882"/>
                      <a:pt x="287" y="1228"/>
                      <a:pt x="142" y="1669"/>
                    </a:cubicBezTo>
                    <a:cubicBezTo>
                      <a:pt x="0" y="2104"/>
                      <a:pt x="120" y="2498"/>
                      <a:pt x="472" y="2757"/>
                    </a:cubicBezTo>
                    <a:cubicBezTo>
                      <a:pt x="694" y="2921"/>
                      <a:pt x="922" y="3020"/>
                      <a:pt x="1141" y="3047"/>
                    </a:cubicBezTo>
                    <a:cubicBezTo>
                      <a:pt x="1246" y="3408"/>
                      <a:pt x="1539" y="3621"/>
                      <a:pt x="1952" y="3624"/>
                    </a:cubicBezTo>
                    <a:lnTo>
                      <a:pt x="1999" y="3624"/>
                    </a:lnTo>
                    <a:cubicBezTo>
                      <a:pt x="2563" y="3624"/>
                      <a:pt x="3007" y="3513"/>
                      <a:pt x="3288" y="3297"/>
                    </a:cubicBezTo>
                    <a:cubicBezTo>
                      <a:pt x="3334" y="3347"/>
                      <a:pt x="3384" y="3396"/>
                      <a:pt x="3439" y="3439"/>
                    </a:cubicBezTo>
                    <a:cubicBezTo>
                      <a:pt x="3556" y="3529"/>
                      <a:pt x="3699" y="3578"/>
                      <a:pt x="3848" y="3578"/>
                    </a:cubicBezTo>
                    <a:cubicBezTo>
                      <a:pt x="3853" y="3578"/>
                      <a:pt x="3857" y="3578"/>
                      <a:pt x="3862" y="3578"/>
                    </a:cubicBezTo>
                    <a:cubicBezTo>
                      <a:pt x="4392" y="3578"/>
                      <a:pt x="5077" y="3066"/>
                      <a:pt x="5327" y="2483"/>
                    </a:cubicBezTo>
                    <a:cubicBezTo>
                      <a:pt x="5490" y="2097"/>
                      <a:pt x="5444" y="1743"/>
                      <a:pt x="5191" y="1478"/>
                    </a:cubicBezTo>
                    <a:cubicBezTo>
                      <a:pt x="5009" y="1283"/>
                      <a:pt x="4802" y="1185"/>
                      <a:pt x="4574" y="1178"/>
                    </a:cubicBezTo>
                    <a:cubicBezTo>
                      <a:pt x="4552" y="774"/>
                      <a:pt x="4315" y="395"/>
                      <a:pt x="3929" y="151"/>
                    </a:cubicBezTo>
                    <a:cubicBezTo>
                      <a:pt x="3770" y="49"/>
                      <a:pt x="3600" y="0"/>
                      <a:pt x="34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6" name="Google Shape;896;p9"/>
            <p:cNvSpPr/>
            <p:nvPr/>
          </p:nvSpPr>
          <p:spPr>
            <a:xfrm>
              <a:off x="7415475" y="120062"/>
              <a:ext cx="96224" cy="96476"/>
            </a:xfrm>
            <a:custGeom>
              <a:avLst/>
              <a:gdLst/>
              <a:ahLst/>
              <a:cxnLst/>
              <a:rect l="l" t="t" r="r" b="b"/>
              <a:pathLst>
                <a:path w="1121" h="1124" extrusionOk="0">
                  <a:moveTo>
                    <a:pt x="563" y="164"/>
                  </a:moveTo>
                  <a:lnTo>
                    <a:pt x="563" y="164"/>
                  </a:lnTo>
                  <a:cubicBezTo>
                    <a:pt x="782" y="168"/>
                    <a:pt x="960" y="347"/>
                    <a:pt x="957" y="565"/>
                  </a:cubicBezTo>
                  <a:cubicBezTo>
                    <a:pt x="957" y="784"/>
                    <a:pt x="778" y="960"/>
                    <a:pt x="562" y="960"/>
                  </a:cubicBezTo>
                  <a:cubicBezTo>
                    <a:pt x="340" y="960"/>
                    <a:pt x="164" y="781"/>
                    <a:pt x="164" y="562"/>
                  </a:cubicBezTo>
                  <a:cubicBezTo>
                    <a:pt x="164" y="341"/>
                    <a:pt x="342" y="166"/>
                    <a:pt x="563" y="164"/>
                  </a:cubicBezTo>
                  <a:close/>
                  <a:moveTo>
                    <a:pt x="562" y="1"/>
                  </a:moveTo>
                  <a:cubicBezTo>
                    <a:pt x="251" y="1"/>
                    <a:pt x="1" y="251"/>
                    <a:pt x="1" y="562"/>
                  </a:cubicBezTo>
                  <a:cubicBezTo>
                    <a:pt x="1" y="871"/>
                    <a:pt x="251" y="1121"/>
                    <a:pt x="559" y="1124"/>
                  </a:cubicBezTo>
                  <a:lnTo>
                    <a:pt x="562" y="1124"/>
                  </a:lnTo>
                  <a:cubicBezTo>
                    <a:pt x="871" y="1121"/>
                    <a:pt x="1121" y="871"/>
                    <a:pt x="1121" y="562"/>
                  </a:cubicBezTo>
                  <a:cubicBezTo>
                    <a:pt x="1121" y="251"/>
                    <a:pt x="871" y="1"/>
                    <a:pt x="5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9"/>
            <p:cNvSpPr/>
            <p:nvPr/>
          </p:nvSpPr>
          <p:spPr>
            <a:xfrm>
              <a:off x="8454729" y="218609"/>
              <a:ext cx="102917" cy="102663"/>
            </a:xfrm>
            <a:custGeom>
              <a:avLst/>
              <a:gdLst/>
              <a:ahLst/>
              <a:cxnLst/>
              <a:rect l="l" t="t" r="r" b="b"/>
              <a:pathLst>
                <a:path w="1618" h="1614" extrusionOk="0">
                  <a:moveTo>
                    <a:pt x="868" y="1"/>
                  </a:moveTo>
                  <a:cubicBezTo>
                    <a:pt x="821" y="1"/>
                    <a:pt x="784" y="38"/>
                    <a:pt x="784" y="87"/>
                  </a:cubicBezTo>
                  <a:lnTo>
                    <a:pt x="781" y="575"/>
                  </a:lnTo>
                  <a:lnTo>
                    <a:pt x="488" y="266"/>
                  </a:lnTo>
                  <a:cubicBezTo>
                    <a:pt x="470" y="251"/>
                    <a:pt x="451" y="245"/>
                    <a:pt x="432" y="245"/>
                  </a:cubicBezTo>
                  <a:cubicBezTo>
                    <a:pt x="369" y="245"/>
                    <a:pt x="316" y="318"/>
                    <a:pt x="362" y="380"/>
                  </a:cubicBezTo>
                  <a:lnTo>
                    <a:pt x="664" y="701"/>
                  </a:lnTo>
                  <a:lnTo>
                    <a:pt x="115" y="707"/>
                  </a:lnTo>
                  <a:cubicBezTo>
                    <a:pt x="1" y="707"/>
                    <a:pt x="1" y="877"/>
                    <a:pt x="115" y="877"/>
                  </a:cubicBezTo>
                  <a:lnTo>
                    <a:pt x="618" y="874"/>
                  </a:lnTo>
                  <a:lnTo>
                    <a:pt x="229" y="1142"/>
                  </a:lnTo>
                  <a:cubicBezTo>
                    <a:pt x="189" y="1170"/>
                    <a:pt x="180" y="1222"/>
                    <a:pt x="208" y="1262"/>
                  </a:cubicBezTo>
                  <a:cubicBezTo>
                    <a:pt x="225" y="1285"/>
                    <a:pt x="252" y="1298"/>
                    <a:pt x="279" y="1298"/>
                  </a:cubicBezTo>
                  <a:cubicBezTo>
                    <a:pt x="296" y="1298"/>
                    <a:pt x="313" y="1293"/>
                    <a:pt x="328" y="1284"/>
                  </a:cubicBezTo>
                  <a:lnTo>
                    <a:pt x="775" y="969"/>
                  </a:lnTo>
                  <a:lnTo>
                    <a:pt x="775" y="1528"/>
                  </a:lnTo>
                  <a:cubicBezTo>
                    <a:pt x="772" y="1574"/>
                    <a:pt x="812" y="1614"/>
                    <a:pt x="858" y="1614"/>
                  </a:cubicBezTo>
                  <a:cubicBezTo>
                    <a:pt x="905" y="1614"/>
                    <a:pt x="945" y="1574"/>
                    <a:pt x="945" y="1528"/>
                  </a:cubicBezTo>
                  <a:lnTo>
                    <a:pt x="948" y="1000"/>
                  </a:lnTo>
                  <a:lnTo>
                    <a:pt x="1259" y="1333"/>
                  </a:lnTo>
                  <a:cubicBezTo>
                    <a:pt x="1278" y="1353"/>
                    <a:pt x="1300" y="1361"/>
                    <a:pt x="1321" y="1361"/>
                  </a:cubicBezTo>
                  <a:cubicBezTo>
                    <a:pt x="1387" y="1361"/>
                    <a:pt x="1444" y="1277"/>
                    <a:pt x="1386" y="1213"/>
                  </a:cubicBezTo>
                  <a:lnTo>
                    <a:pt x="1059" y="868"/>
                  </a:lnTo>
                  <a:lnTo>
                    <a:pt x="1503" y="865"/>
                  </a:lnTo>
                  <a:cubicBezTo>
                    <a:pt x="1617" y="861"/>
                    <a:pt x="1617" y="692"/>
                    <a:pt x="1503" y="692"/>
                  </a:cubicBezTo>
                  <a:lnTo>
                    <a:pt x="1173" y="695"/>
                  </a:lnTo>
                  <a:lnTo>
                    <a:pt x="1518" y="454"/>
                  </a:lnTo>
                  <a:cubicBezTo>
                    <a:pt x="1597" y="401"/>
                    <a:pt x="1544" y="296"/>
                    <a:pt x="1472" y="296"/>
                  </a:cubicBezTo>
                  <a:cubicBezTo>
                    <a:pt x="1456" y="296"/>
                    <a:pt x="1439" y="301"/>
                    <a:pt x="1423" y="312"/>
                  </a:cubicBezTo>
                  <a:lnTo>
                    <a:pt x="951" y="639"/>
                  </a:lnTo>
                  <a:lnTo>
                    <a:pt x="954" y="87"/>
                  </a:lnTo>
                  <a:cubicBezTo>
                    <a:pt x="954" y="41"/>
                    <a:pt x="917" y="1"/>
                    <a:pt x="868"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9"/>
            <p:cNvSpPr/>
            <p:nvPr/>
          </p:nvSpPr>
          <p:spPr>
            <a:xfrm>
              <a:off x="8812877" y="179637"/>
              <a:ext cx="184623" cy="198973"/>
            </a:xfrm>
            <a:custGeom>
              <a:avLst/>
              <a:gdLst/>
              <a:ahLst/>
              <a:cxnLst/>
              <a:rect l="l" t="t" r="r" b="b"/>
              <a:pathLst>
                <a:path w="2496" h="2690" extrusionOk="0">
                  <a:moveTo>
                    <a:pt x="1564" y="244"/>
                  </a:moveTo>
                  <a:cubicBezTo>
                    <a:pt x="1574" y="374"/>
                    <a:pt x="1580" y="596"/>
                    <a:pt x="1583" y="898"/>
                  </a:cubicBezTo>
                  <a:cubicBezTo>
                    <a:pt x="1450" y="849"/>
                    <a:pt x="1308" y="796"/>
                    <a:pt x="1151" y="741"/>
                  </a:cubicBezTo>
                  <a:cubicBezTo>
                    <a:pt x="1355" y="478"/>
                    <a:pt x="1487" y="327"/>
                    <a:pt x="1564" y="244"/>
                  </a:cubicBezTo>
                  <a:close/>
                  <a:moveTo>
                    <a:pt x="241" y="617"/>
                  </a:moveTo>
                  <a:cubicBezTo>
                    <a:pt x="371" y="657"/>
                    <a:pt x="605" y="734"/>
                    <a:pt x="870" y="824"/>
                  </a:cubicBezTo>
                  <a:cubicBezTo>
                    <a:pt x="775" y="947"/>
                    <a:pt x="679" y="1077"/>
                    <a:pt x="590" y="1203"/>
                  </a:cubicBezTo>
                  <a:cubicBezTo>
                    <a:pt x="352" y="864"/>
                    <a:pt x="269" y="697"/>
                    <a:pt x="241" y="617"/>
                  </a:cubicBezTo>
                  <a:close/>
                  <a:moveTo>
                    <a:pt x="1756" y="1149"/>
                  </a:moveTo>
                  <a:cubicBezTo>
                    <a:pt x="2099" y="1287"/>
                    <a:pt x="2237" y="1367"/>
                    <a:pt x="2289" y="1404"/>
                  </a:cubicBezTo>
                  <a:cubicBezTo>
                    <a:pt x="2117" y="1493"/>
                    <a:pt x="1935" y="1567"/>
                    <a:pt x="1749" y="1629"/>
                  </a:cubicBezTo>
                  <a:cubicBezTo>
                    <a:pt x="1756" y="1472"/>
                    <a:pt x="1756" y="1309"/>
                    <a:pt x="1756" y="1149"/>
                  </a:cubicBezTo>
                  <a:close/>
                  <a:moveTo>
                    <a:pt x="1043" y="883"/>
                  </a:moveTo>
                  <a:cubicBezTo>
                    <a:pt x="1244" y="953"/>
                    <a:pt x="1426" y="1021"/>
                    <a:pt x="1583" y="1080"/>
                  </a:cubicBezTo>
                  <a:cubicBezTo>
                    <a:pt x="1583" y="1283"/>
                    <a:pt x="1583" y="1493"/>
                    <a:pt x="1577" y="1691"/>
                  </a:cubicBezTo>
                  <a:cubicBezTo>
                    <a:pt x="1410" y="1749"/>
                    <a:pt x="1234" y="1802"/>
                    <a:pt x="1068" y="1851"/>
                  </a:cubicBezTo>
                  <a:cubicBezTo>
                    <a:pt x="929" y="1669"/>
                    <a:pt x="803" y="1502"/>
                    <a:pt x="695" y="1351"/>
                  </a:cubicBezTo>
                  <a:lnTo>
                    <a:pt x="692" y="1351"/>
                  </a:lnTo>
                  <a:cubicBezTo>
                    <a:pt x="806" y="1194"/>
                    <a:pt x="923" y="1037"/>
                    <a:pt x="1043" y="883"/>
                  </a:cubicBezTo>
                  <a:close/>
                  <a:moveTo>
                    <a:pt x="590" y="1496"/>
                  </a:moveTo>
                  <a:cubicBezTo>
                    <a:pt x="679" y="1623"/>
                    <a:pt x="778" y="1755"/>
                    <a:pt x="892" y="1900"/>
                  </a:cubicBezTo>
                  <a:cubicBezTo>
                    <a:pt x="590" y="1984"/>
                    <a:pt x="358" y="2030"/>
                    <a:pt x="238" y="2030"/>
                  </a:cubicBezTo>
                  <a:cubicBezTo>
                    <a:pt x="346" y="1848"/>
                    <a:pt x="463" y="1669"/>
                    <a:pt x="590" y="1496"/>
                  </a:cubicBezTo>
                  <a:close/>
                  <a:moveTo>
                    <a:pt x="1574" y="1873"/>
                  </a:moveTo>
                  <a:lnTo>
                    <a:pt x="1574" y="1873"/>
                  </a:lnTo>
                  <a:cubicBezTo>
                    <a:pt x="1561" y="2175"/>
                    <a:pt x="1546" y="2341"/>
                    <a:pt x="1534" y="2434"/>
                  </a:cubicBezTo>
                  <a:cubicBezTo>
                    <a:pt x="1456" y="2338"/>
                    <a:pt x="1327" y="2181"/>
                    <a:pt x="1182" y="1996"/>
                  </a:cubicBezTo>
                  <a:cubicBezTo>
                    <a:pt x="1312" y="1959"/>
                    <a:pt x="1441" y="1916"/>
                    <a:pt x="1574" y="1873"/>
                  </a:cubicBezTo>
                  <a:close/>
                  <a:moveTo>
                    <a:pt x="1629" y="0"/>
                  </a:moveTo>
                  <a:cubicBezTo>
                    <a:pt x="1583" y="0"/>
                    <a:pt x="1512" y="0"/>
                    <a:pt x="982" y="682"/>
                  </a:cubicBezTo>
                  <a:cubicBezTo>
                    <a:pt x="553" y="537"/>
                    <a:pt x="192" y="420"/>
                    <a:pt x="189" y="420"/>
                  </a:cubicBezTo>
                  <a:cubicBezTo>
                    <a:pt x="181" y="417"/>
                    <a:pt x="172" y="416"/>
                    <a:pt x="164" y="416"/>
                  </a:cubicBezTo>
                  <a:cubicBezTo>
                    <a:pt x="145" y="416"/>
                    <a:pt x="126" y="422"/>
                    <a:pt x="112" y="432"/>
                  </a:cubicBezTo>
                  <a:cubicBezTo>
                    <a:pt x="1" y="516"/>
                    <a:pt x="25" y="701"/>
                    <a:pt x="485" y="1351"/>
                  </a:cubicBezTo>
                  <a:cubicBezTo>
                    <a:pt x="325" y="1573"/>
                    <a:pt x="87" y="1919"/>
                    <a:pt x="50" y="2033"/>
                  </a:cubicBezTo>
                  <a:cubicBezTo>
                    <a:pt x="35" y="2070"/>
                    <a:pt x="41" y="2110"/>
                    <a:pt x="62" y="2141"/>
                  </a:cubicBezTo>
                  <a:cubicBezTo>
                    <a:pt x="102" y="2196"/>
                    <a:pt x="173" y="2203"/>
                    <a:pt x="232" y="2203"/>
                  </a:cubicBezTo>
                  <a:cubicBezTo>
                    <a:pt x="411" y="2203"/>
                    <a:pt x="741" y="2122"/>
                    <a:pt x="1003" y="2048"/>
                  </a:cubicBezTo>
                  <a:cubicBezTo>
                    <a:pt x="1271" y="2388"/>
                    <a:pt x="1487" y="2647"/>
                    <a:pt x="1490" y="2650"/>
                  </a:cubicBezTo>
                  <a:cubicBezTo>
                    <a:pt x="1512" y="2671"/>
                    <a:pt x="1540" y="2687"/>
                    <a:pt x="1571" y="2690"/>
                  </a:cubicBezTo>
                  <a:cubicBezTo>
                    <a:pt x="1660" y="2690"/>
                    <a:pt x="1719" y="2690"/>
                    <a:pt x="1746" y="1814"/>
                  </a:cubicBezTo>
                  <a:cubicBezTo>
                    <a:pt x="2039" y="1709"/>
                    <a:pt x="2382" y="1577"/>
                    <a:pt x="2459" y="1490"/>
                  </a:cubicBezTo>
                  <a:cubicBezTo>
                    <a:pt x="2487" y="1462"/>
                    <a:pt x="2496" y="1422"/>
                    <a:pt x="2487" y="1385"/>
                  </a:cubicBezTo>
                  <a:cubicBezTo>
                    <a:pt x="2471" y="1311"/>
                    <a:pt x="2397" y="1216"/>
                    <a:pt x="1756" y="963"/>
                  </a:cubicBezTo>
                  <a:cubicBezTo>
                    <a:pt x="1753" y="645"/>
                    <a:pt x="1743" y="148"/>
                    <a:pt x="1722" y="71"/>
                  </a:cubicBezTo>
                  <a:cubicBezTo>
                    <a:pt x="1706" y="31"/>
                    <a:pt x="1672" y="4"/>
                    <a:pt x="16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9"/>
            <p:cNvSpPr/>
            <p:nvPr/>
          </p:nvSpPr>
          <p:spPr>
            <a:xfrm>
              <a:off x="7700974" y="316816"/>
              <a:ext cx="122063" cy="122890"/>
            </a:xfrm>
            <a:custGeom>
              <a:avLst/>
              <a:gdLst/>
              <a:ahLst/>
              <a:cxnLst/>
              <a:rect l="l" t="t" r="r" b="b"/>
              <a:pathLst>
                <a:path w="1919" h="1932" extrusionOk="0">
                  <a:moveTo>
                    <a:pt x="1024" y="248"/>
                  </a:moveTo>
                  <a:cubicBezTo>
                    <a:pt x="1049" y="331"/>
                    <a:pt x="1076" y="442"/>
                    <a:pt x="1095" y="513"/>
                  </a:cubicBezTo>
                  <a:cubicBezTo>
                    <a:pt x="1141" y="704"/>
                    <a:pt x="1150" y="747"/>
                    <a:pt x="1175" y="781"/>
                  </a:cubicBezTo>
                  <a:cubicBezTo>
                    <a:pt x="1200" y="815"/>
                    <a:pt x="1234" y="828"/>
                    <a:pt x="1425" y="895"/>
                  </a:cubicBezTo>
                  <a:cubicBezTo>
                    <a:pt x="1490" y="920"/>
                    <a:pt x="1592" y="957"/>
                    <a:pt x="1669" y="988"/>
                  </a:cubicBezTo>
                  <a:cubicBezTo>
                    <a:pt x="1561" y="1037"/>
                    <a:pt x="1388" y="1102"/>
                    <a:pt x="1234" y="1154"/>
                  </a:cubicBezTo>
                  <a:cubicBezTo>
                    <a:pt x="1212" y="1164"/>
                    <a:pt x="1194" y="1179"/>
                    <a:pt x="1184" y="1201"/>
                  </a:cubicBezTo>
                  <a:cubicBezTo>
                    <a:pt x="1110" y="1377"/>
                    <a:pt x="1015" y="1577"/>
                    <a:pt x="953" y="1688"/>
                  </a:cubicBezTo>
                  <a:cubicBezTo>
                    <a:pt x="910" y="1568"/>
                    <a:pt x="851" y="1358"/>
                    <a:pt x="805" y="1173"/>
                  </a:cubicBezTo>
                  <a:cubicBezTo>
                    <a:pt x="796" y="1139"/>
                    <a:pt x="771" y="1114"/>
                    <a:pt x="737" y="1108"/>
                  </a:cubicBezTo>
                  <a:cubicBezTo>
                    <a:pt x="558" y="1071"/>
                    <a:pt x="355" y="1028"/>
                    <a:pt x="241" y="994"/>
                  </a:cubicBezTo>
                  <a:cubicBezTo>
                    <a:pt x="416" y="905"/>
                    <a:pt x="595" y="821"/>
                    <a:pt x="780" y="747"/>
                  </a:cubicBezTo>
                  <a:cubicBezTo>
                    <a:pt x="802" y="738"/>
                    <a:pt x="820" y="723"/>
                    <a:pt x="830" y="698"/>
                  </a:cubicBezTo>
                  <a:cubicBezTo>
                    <a:pt x="885" y="547"/>
                    <a:pt x="953" y="396"/>
                    <a:pt x="1024" y="248"/>
                  </a:cubicBezTo>
                  <a:close/>
                  <a:moveTo>
                    <a:pt x="1046" y="1"/>
                  </a:moveTo>
                  <a:cubicBezTo>
                    <a:pt x="993" y="1"/>
                    <a:pt x="916" y="1"/>
                    <a:pt x="685" y="605"/>
                  </a:cubicBezTo>
                  <a:cubicBezTo>
                    <a:pt x="40" y="865"/>
                    <a:pt x="19" y="948"/>
                    <a:pt x="6" y="982"/>
                  </a:cubicBezTo>
                  <a:cubicBezTo>
                    <a:pt x="0" y="1013"/>
                    <a:pt x="6" y="1043"/>
                    <a:pt x="22" y="1068"/>
                  </a:cubicBezTo>
                  <a:cubicBezTo>
                    <a:pt x="40" y="1093"/>
                    <a:pt x="89" y="1158"/>
                    <a:pt x="651" y="1265"/>
                  </a:cubicBezTo>
                  <a:cubicBezTo>
                    <a:pt x="817" y="1932"/>
                    <a:pt x="879" y="1932"/>
                    <a:pt x="941" y="1932"/>
                  </a:cubicBezTo>
                  <a:lnTo>
                    <a:pt x="947" y="1932"/>
                  </a:lnTo>
                  <a:cubicBezTo>
                    <a:pt x="999" y="1929"/>
                    <a:pt x="1058" y="1926"/>
                    <a:pt x="1329" y="1306"/>
                  </a:cubicBezTo>
                  <a:cubicBezTo>
                    <a:pt x="1499" y="1244"/>
                    <a:pt x="1817" y="1127"/>
                    <a:pt x="1885" y="1065"/>
                  </a:cubicBezTo>
                  <a:cubicBezTo>
                    <a:pt x="1909" y="1040"/>
                    <a:pt x="1918" y="1006"/>
                    <a:pt x="1915" y="972"/>
                  </a:cubicBezTo>
                  <a:cubicBezTo>
                    <a:pt x="1900" y="895"/>
                    <a:pt x="1814" y="855"/>
                    <a:pt x="1484" y="735"/>
                  </a:cubicBezTo>
                  <a:cubicBezTo>
                    <a:pt x="1422" y="713"/>
                    <a:pt x="1348" y="686"/>
                    <a:pt x="1314" y="670"/>
                  </a:cubicBezTo>
                  <a:cubicBezTo>
                    <a:pt x="1302" y="633"/>
                    <a:pt x="1280" y="547"/>
                    <a:pt x="1262" y="473"/>
                  </a:cubicBezTo>
                  <a:cubicBezTo>
                    <a:pt x="1203" y="241"/>
                    <a:pt x="1169" y="100"/>
                    <a:pt x="1126" y="44"/>
                  </a:cubicBezTo>
                  <a:cubicBezTo>
                    <a:pt x="1107" y="19"/>
                    <a:pt x="1076" y="4"/>
                    <a:pt x="10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9"/>
            <p:cNvSpPr/>
            <p:nvPr/>
          </p:nvSpPr>
          <p:spPr>
            <a:xfrm>
              <a:off x="8853729" y="627684"/>
              <a:ext cx="102917" cy="102663"/>
            </a:xfrm>
            <a:custGeom>
              <a:avLst/>
              <a:gdLst/>
              <a:ahLst/>
              <a:cxnLst/>
              <a:rect l="l" t="t" r="r" b="b"/>
              <a:pathLst>
                <a:path w="1618" h="1614" extrusionOk="0">
                  <a:moveTo>
                    <a:pt x="868" y="1"/>
                  </a:moveTo>
                  <a:cubicBezTo>
                    <a:pt x="821" y="1"/>
                    <a:pt x="784" y="38"/>
                    <a:pt x="784" y="87"/>
                  </a:cubicBezTo>
                  <a:lnTo>
                    <a:pt x="781" y="575"/>
                  </a:lnTo>
                  <a:lnTo>
                    <a:pt x="488" y="266"/>
                  </a:lnTo>
                  <a:cubicBezTo>
                    <a:pt x="470" y="251"/>
                    <a:pt x="451" y="245"/>
                    <a:pt x="432" y="245"/>
                  </a:cubicBezTo>
                  <a:cubicBezTo>
                    <a:pt x="369" y="245"/>
                    <a:pt x="316" y="318"/>
                    <a:pt x="362" y="380"/>
                  </a:cubicBezTo>
                  <a:lnTo>
                    <a:pt x="664" y="701"/>
                  </a:lnTo>
                  <a:lnTo>
                    <a:pt x="115" y="707"/>
                  </a:lnTo>
                  <a:cubicBezTo>
                    <a:pt x="1" y="707"/>
                    <a:pt x="1" y="877"/>
                    <a:pt x="115" y="877"/>
                  </a:cubicBezTo>
                  <a:lnTo>
                    <a:pt x="618" y="874"/>
                  </a:lnTo>
                  <a:lnTo>
                    <a:pt x="229" y="1142"/>
                  </a:lnTo>
                  <a:cubicBezTo>
                    <a:pt x="189" y="1170"/>
                    <a:pt x="180" y="1222"/>
                    <a:pt x="208" y="1262"/>
                  </a:cubicBezTo>
                  <a:cubicBezTo>
                    <a:pt x="225" y="1285"/>
                    <a:pt x="252" y="1298"/>
                    <a:pt x="279" y="1298"/>
                  </a:cubicBezTo>
                  <a:cubicBezTo>
                    <a:pt x="296" y="1298"/>
                    <a:pt x="313" y="1293"/>
                    <a:pt x="328" y="1284"/>
                  </a:cubicBezTo>
                  <a:lnTo>
                    <a:pt x="775" y="969"/>
                  </a:lnTo>
                  <a:lnTo>
                    <a:pt x="775" y="1528"/>
                  </a:lnTo>
                  <a:cubicBezTo>
                    <a:pt x="772" y="1574"/>
                    <a:pt x="812" y="1614"/>
                    <a:pt x="858" y="1614"/>
                  </a:cubicBezTo>
                  <a:cubicBezTo>
                    <a:pt x="905" y="1614"/>
                    <a:pt x="945" y="1574"/>
                    <a:pt x="945" y="1528"/>
                  </a:cubicBezTo>
                  <a:lnTo>
                    <a:pt x="948" y="1000"/>
                  </a:lnTo>
                  <a:lnTo>
                    <a:pt x="1259" y="1333"/>
                  </a:lnTo>
                  <a:cubicBezTo>
                    <a:pt x="1278" y="1353"/>
                    <a:pt x="1300" y="1361"/>
                    <a:pt x="1321" y="1361"/>
                  </a:cubicBezTo>
                  <a:cubicBezTo>
                    <a:pt x="1387" y="1361"/>
                    <a:pt x="1444" y="1277"/>
                    <a:pt x="1386" y="1213"/>
                  </a:cubicBezTo>
                  <a:lnTo>
                    <a:pt x="1059" y="868"/>
                  </a:lnTo>
                  <a:lnTo>
                    <a:pt x="1503" y="865"/>
                  </a:lnTo>
                  <a:cubicBezTo>
                    <a:pt x="1617" y="861"/>
                    <a:pt x="1617" y="692"/>
                    <a:pt x="1503" y="692"/>
                  </a:cubicBezTo>
                  <a:lnTo>
                    <a:pt x="1173" y="695"/>
                  </a:lnTo>
                  <a:lnTo>
                    <a:pt x="1518" y="454"/>
                  </a:lnTo>
                  <a:cubicBezTo>
                    <a:pt x="1597" y="401"/>
                    <a:pt x="1544" y="296"/>
                    <a:pt x="1472" y="296"/>
                  </a:cubicBezTo>
                  <a:cubicBezTo>
                    <a:pt x="1456" y="296"/>
                    <a:pt x="1439" y="301"/>
                    <a:pt x="1423" y="312"/>
                  </a:cubicBezTo>
                  <a:lnTo>
                    <a:pt x="951" y="639"/>
                  </a:lnTo>
                  <a:lnTo>
                    <a:pt x="954" y="87"/>
                  </a:lnTo>
                  <a:cubicBezTo>
                    <a:pt x="954" y="41"/>
                    <a:pt x="917" y="1"/>
                    <a:pt x="8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9"/>
            <p:cNvSpPr/>
            <p:nvPr/>
          </p:nvSpPr>
          <p:spPr>
            <a:xfrm>
              <a:off x="8957048" y="1145935"/>
              <a:ext cx="82881" cy="75566"/>
            </a:xfrm>
            <a:custGeom>
              <a:avLst/>
              <a:gdLst/>
              <a:ahLst/>
              <a:cxnLst/>
              <a:rect l="l" t="t" r="r" b="b"/>
              <a:pathLst>
                <a:path w="1303" h="1188" extrusionOk="0">
                  <a:moveTo>
                    <a:pt x="710" y="173"/>
                  </a:moveTo>
                  <a:cubicBezTo>
                    <a:pt x="941" y="173"/>
                    <a:pt x="1129" y="364"/>
                    <a:pt x="1129" y="595"/>
                  </a:cubicBezTo>
                  <a:cubicBezTo>
                    <a:pt x="1126" y="827"/>
                    <a:pt x="938" y="1012"/>
                    <a:pt x="707" y="1015"/>
                  </a:cubicBezTo>
                  <a:cubicBezTo>
                    <a:pt x="476" y="1015"/>
                    <a:pt x="287" y="823"/>
                    <a:pt x="287" y="592"/>
                  </a:cubicBezTo>
                  <a:cubicBezTo>
                    <a:pt x="287" y="358"/>
                    <a:pt x="479" y="173"/>
                    <a:pt x="710" y="173"/>
                  </a:cubicBezTo>
                  <a:close/>
                  <a:moveTo>
                    <a:pt x="712" y="1"/>
                  </a:moveTo>
                  <a:cubicBezTo>
                    <a:pt x="485" y="1"/>
                    <a:pt x="263" y="130"/>
                    <a:pt x="164" y="364"/>
                  </a:cubicBezTo>
                  <a:cubicBezTo>
                    <a:pt x="1" y="752"/>
                    <a:pt x="284" y="1184"/>
                    <a:pt x="707" y="1187"/>
                  </a:cubicBezTo>
                  <a:lnTo>
                    <a:pt x="710" y="1187"/>
                  </a:lnTo>
                  <a:cubicBezTo>
                    <a:pt x="1034" y="1187"/>
                    <a:pt x="1299" y="922"/>
                    <a:pt x="1302" y="595"/>
                  </a:cubicBezTo>
                  <a:cubicBezTo>
                    <a:pt x="1302" y="438"/>
                    <a:pt x="1240" y="287"/>
                    <a:pt x="1129" y="176"/>
                  </a:cubicBezTo>
                  <a:cubicBezTo>
                    <a:pt x="1012" y="57"/>
                    <a:pt x="861" y="1"/>
                    <a:pt x="7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2" name="Google Shape;902;p9"/>
            <p:cNvGrpSpPr/>
            <p:nvPr/>
          </p:nvGrpSpPr>
          <p:grpSpPr>
            <a:xfrm>
              <a:off x="7853382" y="19774"/>
              <a:ext cx="394623" cy="297061"/>
              <a:chOff x="85157" y="4436674"/>
              <a:chExt cx="394623" cy="297061"/>
            </a:xfrm>
          </p:grpSpPr>
          <p:sp>
            <p:nvSpPr>
              <p:cNvPr id="903" name="Google Shape;903;p9"/>
              <p:cNvSpPr/>
              <p:nvPr/>
            </p:nvSpPr>
            <p:spPr>
              <a:xfrm flipH="1">
                <a:off x="381812" y="4602895"/>
                <a:ext cx="97968" cy="74569"/>
              </a:xfrm>
              <a:custGeom>
                <a:avLst/>
                <a:gdLst/>
                <a:ahLst/>
                <a:cxnLst/>
                <a:rect l="l" t="t" r="r" b="b"/>
                <a:pathLst>
                  <a:path w="1210" h="921" extrusionOk="0">
                    <a:moveTo>
                      <a:pt x="861" y="1"/>
                    </a:moveTo>
                    <a:cubicBezTo>
                      <a:pt x="840" y="1"/>
                      <a:pt x="818" y="10"/>
                      <a:pt x="800" y="32"/>
                    </a:cubicBezTo>
                    <a:cubicBezTo>
                      <a:pt x="1" y="788"/>
                      <a:pt x="26" y="822"/>
                      <a:pt x="78" y="890"/>
                    </a:cubicBezTo>
                    <a:cubicBezTo>
                      <a:pt x="97" y="911"/>
                      <a:pt x="152" y="921"/>
                      <a:pt x="229" y="921"/>
                    </a:cubicBezTo>
                    <a:cubicBezTo>
                      <a:pt x="525" y="921"/>
                      <a:pt x="1139" y="788"/>
                      <a:pt x="1145" y="782"/>
                    </a:cubicBezTo>
                    <a:cubicBezTo>
                      <a:pt x="1188" y="769"/>
                      <a:pt x="1210" y="723"/>
                      <a:pt x="1195" y="683"/>
                    </a:cubicBezTo>
                    <a:cubicBezTo>
                      <a:pt x="1182" y="648"/>
                      <a:pt x="1151" y="627"/>
                      <a:pt x="1117" y="627"/>
                    </a:cubicBezTo>
                    <a:cubicBezTo>
                      <a:pt x="1109" y="627"/>
                      <a:pt x="1101" y="628"/>
                      <a:pt x="1093" y="631"/>
                    </a:cubicBezTo>
                    <a:cubicBezTo>
                      <a:pt x="1028" y="649"/>
                      <a:pt x="544" y="729"/>
                      <a:pt x="300" y="757"/>
                    </a:cubicBezTo>
                    <a:cubicBezTo>
                      <a:pt x="427" y="615"/>
                      <a:pt x="676" y="368"/>
                      <a:pt x="911" y="146"/>
                    </a:cubicBezTo>
                    <a:cubicBezTo>
                      <a:pt x="981" y="90"/>
                      <a:pt x="925" y="1"/>
                      <a:pt x="861"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904" name="Google Shape;904;p9"/>
              <p:cNvSpPr/>
              <p:nvPr/>
            </p:nvSpPr>
            <p:spPr>
              <a:xfrm flipH="1">
                <a:off x="85157" y="4436674"/>
                <a:ext cx="358432" cy="297061"/>
              </a:xfrm>
              <a:custGeom>
                <a:avLst/>
                <a:gdLst/>
                <a:ahLst/>
                <a:cxnLst/>
                <a:rect l="l" t="t" r="r" b="b"/>
                <a:pathLst>
                  <a:path w="4427" h="3669" extrusionOk="0">
                    <a:moveTo>
                      <a:pt x="1234" y="0"/>
                    </a:moveTo>
                    <a:cubicBezTo>
                      <a:pt x="1179" y="0"/>
                      <a:pt x="1127" y="25"/>
                      <a:pt x="1081" y="84"/>
                    </a:cubicBezTo>
                    <a:cubicBezTo>
                      <a:pt x="769" y="478"/>
                      <a:pt x="1463" y="1792"/>
                      <a:pt x="1463" y="1792"/>
                    </a:cubicBezTo>
                    <a:cubicBezTo>
                      <a:pt x="1463" y="1792"/>
                      <a:pt x="991" y="1509"/>
                      <a:pt x="617" y="1509"/>
                    </a:cubicBezTo>
                    <a:cubicBezTo>
                      <a:pt x="424" y="1509"/>
                      <a:pt x="257" y="1585"/>
                      <a:pt x="195" y="1814"/>
                    </a:cubicBezTo>
                    <a:cubicBezTo>
                      <a:pt x="0" y="2525"/>
                      <a:pt x="944" y="3669"/>
                      <a:pt x="2021" y="3669"/>
                    </a:cubicBezTo>
                    <a:cubicBezTo>
                      <a:pt x="2356" y="3669"/>
                      <a:pt x="2703" y="3559"/>
                      <a:pt x="3033" y="3291"/>
                    </a:cubicBezTo>
                    <a:cubicBezTo>
                      <a:pt x="4427" y="2162"/>
                      <a:pt x="3613" y="852"/>
                      <a:pt x="3613" y="852"/>
                    </a:cubicBezTo>
                    <a:lnTo>
                      <a:pt x="3613" y="852"/>
                    </a:lnTo>
                    <a:lnTo>
                      <a:pt x="2913" y="1490"/>
                    </a:lnTo>
                    <a:cubicBezTo>
                      <a:pt x="2913" y="1490"/>
                      <a:pt x="2795" y="608"/>
                      <a:pt x="2358" y="383"/>
                    </a:cubicBezTo>
                    <a:cubicBezTo>
                      <a:pt x="2294" y="350"/>
                      <a:pt x="2242" y="336"/>
                      <a:pt x="2198" y="336"/>
                    </a:cubicBezTo>
                    <a:cubicBezTo>
                      <a:pt x="1936" y="336"/>
                      <a:pt x="1981" y="827"/>
                      <a:pt x="1981" y="827"/>
                    </a:cubicBezTo>
                    <a:cubicBezTo>
                      <a:pt x="1981" y="827"/>
                      <a:pt x="1553" y="0"/>
                      <a:pt x="12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9"/>
              <p:cNvSpPr/>
              <p:nvPr/>
            </p:nvSpPr>
            <p:spPr>
              <a:xfrm flipH="1">
                <a:off x="362057" y="4580549"/>
                <a:ext cx="53437" cy="51008"/>
              </a:xfrm>
              <a:custGeom>
                <a:avLst/>
                <a:gdLst/>
                <a:ahLst/>
                <a:cxnLst/>
                <a:rect l="l" t="t" r="r" b="b"/>
                <a:pathLst>
                  <a:path w="660" h="630" extrusionOk="0">
                    <a:moveTo>
                      <a:pt x="428" y="0"/>
                    </a:moveTo>
                    <a:cubicBezTo>
                      <a:pt x="374" y="0"/>
                      <a:pt x="319" y="53"/>
                      <a:pt x="351" y="117"/>
                    </a:cubicBezTo>
                    <a:cubicBezTo>
                      <a:pt x="407" y="237"/>
                      <a:pt x="444" y="392"/>
                      <a:pt x="428" y="456"/>
                    </a:cubicBezTo>
                    <a:cubicBezTo>
                      <a:pt x="373" y="419"/>
                      <a:pt x="262" y="287"/>
                      <a:pt x="175" y="154"/>
                    </a:cubicBezTo>
                    <a:cubicBezTo>
                      <a:pt x="158" y="126"/>
                      <a:pt x="133" y="114"/>
                      <a:pt x="109" y="114"/>
                    </a:cubicBezTo>
                    <a:cubicBezTo>
                      <a:pt x="54" y="114"/>
                      <a:pt x="1" y="176"/>
                      <a:pt x="40" y="240"/>
                    </a:cubicBezTo>
                    <a:cubicBezTo>
                      <a:pt x="132" y="382"/>
                      <a:pt x="305" y="623"/>
                      <a:pt x="441" y="629"/>
                    </a:cubicBezTo>
                    <a:lnTo>
                      <a:pt x="447" y="629"/>
                    </a:lnTo>
                    <a:cubicBezTo>
                      <a:pt x="487" y="629"/>
                      <a:pt x="524" y="611"/>
                      <a:pt x="549" y="580"/>
                    </a:cubicBezTo>
                    <a:cubicBezTo>
                      <a:pt x="660" y="438"/>
                      <a:pt x="539" y="139"/>
                      <a:pt x="499" y="52"/>
                    </a:cubicBezTo>
                    <a:cubicBezTo>
                      <a:pt x="485" y="16"/>
                      <a:pt x="457" y="0"/>
                      <a:pt x="428"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906" name="Google Shape;906;p9"/>
              <p:cNvSpPr/>
              <p:nvPr/>
            </p:nvSpPr>
            <p:spPr>
              <a:xfrm flipH="1">
                <a:off x="219396" y="4507518"/>
                <a:ext cx="103554" cy="101287"/>
              </a:xfrm>
              <a:custGeom>
                <a:avLst/>
                <a:gdLst/>
                <a:ahLst/>
                <a:cxnLst/>
                <a:rect l="l" t="t" r="r" b="b"/>
                <a:pathLst>
                  <a:path w="1279" h="1251" extrusionOk="0">
                    <a:moveTo>
                      <a:pt x="847" y="0"/>
                    </a:moveTo>
                    <a:cubicBezTo>
                      <a:pt x="816" y="0"/>
                      <a:pt x="784" y="9"/>
                      <a:pt x="756" y="26"/>
                    </a:cubicBezTo>
                    <a:cubicBezTo>
                      <a:pt x="667" y="88"/>
                      <a:pt x="642" y="242"/>
                      <a:pt x="642" y="387"/>
                    </a:cubicBezTo>
                    <a:cubicBezTo>
                      <a:pt x="473" y="222"/>
                      <a:pt x="340" y="137"/>
                      <a:pt x="245" y="137"/>
                    </a:cubicBezTo>
                    <a:cubicBezTo>
                      <a:pt x="214" y="137"/>
                      <a:pt x="187" y="146"/>
                      <a:pt x="164" y="165"/>
                    </a:cubicBezTo>
                    <a:cubicBezTo>
                      <a:pt x="124" y="192"/>
                      <a:pt x="1" y="288"/>
                      <a:pt x="386" y="1201"/>
                    </a:cubicBezTo>
                    <a:cubicBezTo>
                      <a:pt x="399" y="1232"/>
                      <a:pt x="430" y="1250"/>
                      <a:pt x="460" y="1250"/>
                    </a:cubicBezTo>
                    <a:cubicBezTo>
                      <a:pt x="473" y="1250"/>
                      <a:pt x="485" y="1247"/>
                      <a:pt x="494" y="1241"/>
                    </a:cubicBezTo>
                    <a:cubicBezTo>
                      <a:pt x="534" y="1226"/>
                      <a:pt x="553" y="1176"/>
                      <a:pt x="537" y="1136"/>
                    </a:cubicBezTo>
                    <a:cubicBezTo>
                      <a:pt x="402" y="812"/>
                      <a:pt x="272" y="424"/>
                      <a:pt x="272" y="300"/>
                    </a:cubicBezTo>
                    <a:lnTo>
                      <a:pt x="272" y="300"/>
                    </a:lnTo>
                    <a:cubicBezTo>
                      <a:pt x="349" y="331"/>
                      <a:pt x="525" y="485"/>
                      <a:pt x="676" y="655"/>
                    </a:cubicBezTo>
                    <a:cubicBezTo>
                      <a:pt x="693" y="674"/>
                      <a:pt x="715" y="682"/>
                      <a:pt x="736" y="682"/>
                    </a:cubicBezTo>
                    <a:cubicBezTo>
                      <a:pt x="779" y="682"/>
                      <a:pt x="821" y="646"/>
                      <a:pt x="815" y="593"/>
                    </a:cubicBezTo>
                    <a:cubicBezTo>
                      <a:pt x="793" y="399"/>
                      <a:pt x="812" y="189"/>
                      <a:pt x="843" y="162"/>
                    </a:cubicBezTo>
                    <a:cubicBezTo>
                      <a:pt x="849" y="162"/>
                      <a:pt x="855" y="165"/>
                      <a:pt x="861" y="168"/>
                    </a:cubicBezTo>
                    <a:cubicBezTo>
                      <a:pt x="1006" y="248"/>
                      <a:pt x="1093" y="606"/>
                      <a:pt x="1111" y="815"/>
                    </a:cubicBezTo>
                    <a:cubicBezTo>
                      <a:pt x="1114" y="867"/>
                      <a:pt x="1152" y="891"/>
                      <a:pt x="1190" y="891"/>
                    </a:cubicBezTo>
                    <a:cubicBezTo>
                      <a:pt x="1234" y="891"/>
                      <a:pt x="1278" y="859"/>
                      <a:pt x="1272" y="800"/>
                    </a:cubicBezTo>
                    <a:cubicBezTo>
                      <a:pt x="1265" y="735"/>
                      <a:pt x="1207" y="171"/>
                      <a:pt x="938" y="26"/>
                    </a:cubicBezTo>
                    <a:cubicBezTo>
                      <a:pt x="911" y="9"/>
                      <a:pt x="879" y="0"/>
                      <a:pt x="847"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907" name="Google Shape;907;p9"/>
              <p:cNvSpPr/>
              <p:nvPr/>
            </p:nvSpPr>
            <p:spPr>
              <a:xfrm flipH="1">
                <a:off x="182072" y="4624513"/>
                <a:ext cx="177556" cy="91895"/>
              </a:xfrm>
              <a:custGeom>
                <a:avLst/>
                <a:gdLst/>
                <a:ahLst/>
                <a:cxnLst/>
                <a:rect l="l" t="t" r="r" b="b"/>
                <a:pathLst>
                  <a:path w="2193" h="1135" extrusionOk="0">
                    <a:moveTo>
                      <a:pt x="2091" y="0"/>
                    </a:moveTo>
                    <a:cubicBezTo>
                      <a:pt x="2061" y="0"/>
                      <a:pt x="2030" y="17"/>
                      <a:pt x="2018" y="55"/>
                    </a:cubicBezTo>
                    <a:cubicBezTo>
                      <a:pt x="2014" y="61"/>
                      <a:pt x="1795" y="672"/>
                      <a:pt x="1265" y="891"/>
                    </a:cubicBezTo>
                    <a:cubicBezTo>
                      <a:pt x="1137" y="944"/>
                      <a:pt x="1000" y="970"/>
                      <a:pt x="856" y="970"/>
                    </a:cubicBezTo>
                    <a:cubicBezTo>
                      <a:pt x="640" y="970"/>
                      <a:pt x="406" y="911"/>
                      <a:pt x="158" y="792"/>
                    </a:cubicBezTo>
                    <a:cubicBezTo>
                      <a:pt x="143" y="784"/>
                      <a:pt x="129" y="780"/>
                      <a:pt x="116" y="780"/>
                    </a:cubicBezTo>
                    <a:cubicBezTo>
                      <a:pt x="41" y="780"/>
                      <a:pt x="1" y="898"/>
                      <a:pt x="90" y="937"/>
                    </a:cubicBezTo>
                    <a:cubicBezTo>
                      <a:pt x="361" y="1067"/>
                      <a:pt x="620" y="1135"/>
                      <a:pt x="861" y="1135"/>
                    </a:cubicBezTo>
                    <a:cubicBezTo>
                      <a:pt x="1021" y="1135"/>
                      <a:pt x="1182" y="1104"/>
                      <a:pt x="1330" y="1042"/>
                    </a:cubicBezTo>
                    <a:cubicBezTo>
                      <a:pt x="1928" y="792"/>
                      <a:pt x="2163" y="135"/>
                      <a:pt x="2172" y="108"/>
                    </a:cubicBezTo>
                    <a:cubicBezTo>
                      <a:pt x="2193" y="44"/>
                      <a:pt x="2141" y="0"/>
                      <a:pt x="2091"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grpSp>
        <p:nvGrpSpPr>
          <p:cNvPr id="908" name="Google Shape;908;p9"/>
          <p:cNvGrpSpPr/>
          <p:nvPr/>
        </p:nvGrpSpPr>
        <p:grpSpPr>
          <a:xfrm>
            <a:off x="64228" y="100651"/>
            <a:ext cx="1775721" cy="1443485"/>
            <a:chOff x="64228" y="100651"/>
            <a:chExt cx="1775721" cy="1443485"/>
          </a:xfrm>
        </p:grpSpPr>
        <p:grpSp>
          <p:nvGrpSpPr>
            <p:cNvPr id="909" name="Google Shape;909;p9"/>
            <p:cNvGrpSpPr/>
            <p:nvPr/>
          </p:nvGrpSpPr>
          <p:grpSpPr>
            <a:xfrm>
              <a:off x="207153" y="986833"/>
              <a:ext cx="367879" cy="258973"/>
              <a:chOff x="8341725" y="115829"/>
              <a:chExt cx="267198" cy="188098"/>
            </a:xfrm>
          </p:grpSpPr>
          <p:sp>
            <p:nvSpPr>
              <p:cNvPr id="910" name="Google Shape;910;p9"/>
              <p:cNvSpPr/>
              <p:nvPr/>
            </p:nvSpPr>
            <p:spPr>
              <a:xfrm>
                <a:off x="8405670" y="188118"/>
                <a:ext cx="107912" cy="91561"/>
              </a:xfrm>
              <a:custGeom>
                <a:avLst/>
                <a:gdLst/>
                <a:ahLst/>
                <a:cxnLst/>
                <a:rect l="l" t="t" r="r" b="b"/>
                <a:pathLst>
                  <a:path w="2884" h="2447" extrusionOk="0">
                    <a:moveTo>
                      <a:pt x="1471" y="0"/>
                    </a:moveTo>
                    <a:cubicBezTo>
                      <a:pt x="674" y="0"/>
                      <a:pt x="207" y="963"/>
                      <a:pt x="0" y="1543"/>
                    </a:cubicBezTo>
                    <a:lnTo>
                      <a:pt x="509" y="1710"/>
                    </a:lnTo>
                    <a:cubicBezTo>
                      <a:pt x="509" y="1710"/>
                      <a:pt x="918" y="578"/>
                      <a:pt x="1479" y="578"/>
                    </a:cubicBezTo>
                    <a:cubicBezTo>
                      <a:pt x="1552" y="578"/>
                      <a:pt x="1626" y="597"/>
                      <a:pt x="1703" y="639"/>
                    </a:cubicBezTo>
                    <a:cubicBezTo>
                      <a:pt x="2375" y="1009"/>
                      <a:pt x="2030" y="2212"/>
                      <a:pt x="2030" y="2212"/>
                    </a:cubicBezTo>
                    <a:lnTo>
                      <a:pt x="2647" y="2447"/>
                    </a:lnTo>
                    <a:cubicBezTo>
                      <a:pt x="2770" y="1759"/>
                      <a:pt x="2884" y="312"/>
                      <a:pt x="1724" y="32"/>
                    </a:cubicBezTo>
                    <a:cubicBezTo>
                      <a:pt x="1636" y="10"/>
                      <a:pt x="1552" y="0"/>
                      <a:pt x="1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9"/>
              <p:cNvSpPr/>
              <p:nvPr/>
            </p:nvSpPr>
            <p:spPr>
              <a:xfrm>
                <a:off x="8341725" y="115829"/>
                <a:ext cx="267198" cy="188098"/>
              </a:xfrm>
              <a:custGeom>
                <a:avLst/>
                <a:gdLst/>
                <a:ahLst/>
                <a:cxnLst/>
                <a:rect l="l" t="t" r="r" b="b"/>
                <a:pathLst>
                  <a:path w="7141" h="5027" extrusionOk="0">
                    <a:moveTo>
                      <a:pt x="3198" y="0"/>
                    </a:moveTo>
                    <a:cubicBezTo>
                      <a:pt x="998" y="0"/>
                      <a:pt x="1" y="2926"/>
                      <a:pt x="1" y="2926"/>
                    </a:cubicBezTo>
                    <a:lnTo>
                      <a:pt x="475" y="3080"/>
                    </a:lnTo>
                    <a:cubicBezTo>
                      <a:pt x="742" y="2290"/>
                      <a:pt x="1495" y="619"/>
                      <a:pt x="3054" y="619"/>
                    </a:cubicBezTo>
                    <a:cubicBezTo>
                      <a:pt x="3284" y="619"/>
                      <a:pt x="3531" y="655"/>
                      <a:pt x="3797" y="736"/>
                    </a:cubicBezTo>
                    <a:cubicBezTo>
                      <a:pt x="6456" y="1541"/>
                      <a:pt x="5916" y="4018"/>
                      <a:pt x="5648" y="4866"/>
                    </a:cubicBezTo>
                    <a:lnTo>
                      <a:pt x="6067" y="5026"/>
                    </a:lnTo>
                    <a:cubicBezTo>
                      <a:pt x="6067" y="5026"/>
                      <a:pt x="7141" y="1301"/>
                      <a:pt x="4223" y="199"/>
                    </a:cubicBezTo>
                    <a:cubicBezTo>
                      <a:pt x="3856" y="61"/>
                      <a:pt x="3515" y="0"/>
                      <a:pt x="31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9"/>
              <p:cNvSpPr/>
              <p:nvPr/>
            </p:nvSpPr>
            <p:spPr>
              <a:xfrm>
                <a:off x="8359386" y="138953"/>
                <a:ext cx="223906" cy="158950"/>
              </a:xfrm>
              <a:custGeom>
                <a:avLst/>
                <a:gdLst/>
                <a:ahLst/>
                <a:cxnLst/>
                <a:rect l="l" t="t" r="r" b="b"/>
                <a:pathLst>
                  <a:path w="5984" h="4248" extrusionOk="0">
                    <a:moveTo>
                      <a:pt x="2582" y="1"/>
                    </a:moveTo>
                    <a:cubicBezTo>
                      <a:pt x="1023" y="1"/>
                      <a:pt x="269" y="1672"/>
                      <a:pt x="0" y="2459"/>
                    </a:cubicBezTo>
                    <a:lnTo>
                      <a:pt x="627" y="2660"/>
                    </a:lnTo>
                    <a:cubicBezTo>
                      <a:pt x="890" y="1900"/>
                      <a:pt x="1508" y="619"/>
                      <a:pt x="2695" y="619"/>
                    </a:cubicBezTo>
                    <a:cubicBezTo>
                      <a:pt x="2983" y="619"/>
                      <a:pt x="3304" y="694"/>
                      <a:pt x="3661" y="871"/>
                    </a:cubicBezTo>
                    <a:cubicBezTo>
                      <a:pt x="4861" y="1463"/>
                      <a:pt x="4710" y="3199"/>
                      <a:pt x="4562" y="4017"/>
                    </a:cubicBezTo>
                    <a:lnTo>
                      <a:pt x="5173" y="4248"/>
                    </a:lnTo>
                    <a:cubicBezTo>
                      <a:pt x="5444" y="3400"/>
                      <a:pt x="5984" y="923"/>
                      <a:pt x="3325" y="118"/>
                    </a:cubicBezTo>
                    <a:cubicBezTo>
                      <a:pt x="3059" y="37"/>
                      <a:pt x="2812" y="1"/>
                      <a:pt x="258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9"/>
              <p:cNvSpPr/>
              <p:nvPr/>
            </p:nvSpPr>
            <p:spPr>
              <a:xfrm>
                <a:off x="8382696" y="162076"/>
                <a:ext cx="158613" cy="127182"/>
              </a:xfrm>
              <a:custGeom>
                <a:avLst/>
                <a:gdLst/>
                <a:ahLst/>
                <a:cxnLst/>
                <a:rect l="l" t="t" r="r" b="b"/>
                <a:pathLst>
                  <a:path w="4239" h="3399" extrusionOk="0">
                    <a:moveTo>
                      <a:pt x="2072" y="1"/>
                    </a:moveTo>
                    <a:cubicBezTo>
                      <a:pt x="884" y="1"/>
                      <a:pt x="264" y="1282"/>
                      <a:pt x="0" y="2042"/>
                    </a:cubicBezTo>
                    <a:lnTo>
                      <a:pt x="614" y="2239"/>
                    </a:lnTo>
                    <a:cubicBezTo>
                      <a:pt x="824" y="1659"/>
                      <a:pt x="1288" y="696"/>
                      <a:pt x="2085" y="696"/>
                    </a:cubicBezTo>
                    <a:cubicBezTo>
                      <a:pt x="2166" y="696"/>
                      <a:pt x="2250" y="706"/>
                      <a:pt x="2338" y="728"/>
                    </a:cubicBezTo>
                    <a:cubicBezTo>
                      <a:pt x="3498" y="1008"/>
                      <a:pt x="3384" y="2455"/>
                      <a:pt x="3261" y="3140"/>
                    </a:cubicBezTo>
                    <a:lnTo>
                      <a:pt x="3939" y="3399"/>
                    </a:lnTo>
                    <a:cubicBezTo>
                      <a:pt x="4084" y="2581"/>
                      <a:pt x="4238" y="845"/>
                      <a:pt x="3038" y="253"/>
                    </a:cubicBezTo>
                    <a:cubicBezTo>
                      <a:pt x="2681" y="76"/>
                      <a:pt x="2360" y="1"/>
                      <a:pt x="20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9"/>
              <p:cNvSpPr/>
              <p:nvPr/>
            </p:nvSpPr>
            <p:spPr>
              <a:xfrm>
                <a:off x="8355644" y="135024"/>
                <a:ext cx="241044" cy="163814"/>
              </a:xfrm>
              <a:custGeom>
                <a:avLst/>
                <a:gdLst/>
                <a:ahLst/>
                <a:cxnLst/>
                <a:rect l="l" t="t" r="r" b="b"/>
                <a:pathLst>
                  <a:path w="6442" h="4378" extrusionOk="0">
                    <a:moveTo>
                      <a:pt x="2825" y="0"/>
                    </a:moveTo>
                    <a:cubicBezTo>
                      <a:pt x="2536" y="0"/>
                      <a:pt x="2256" y="58"/>
                      <a:pt x="1985" y="174"/>
                    </a:cubicBezTo>
                    <a:cubicBezTo>
                      <a:pt x="671" y="738"/>
                      <a:pt x="48" y="2465"/>
                      <a:pt x="23" y="2536"/>
                    </a:cubicBezTo>
                    <a:cubicBezTo>
                      <a:pt x="0" y="2602"/>
                      <a:pt x="51" y="2647"/>
                      <a:pt x="102" y="2647"/>
                    </a:cubicBezTo>
                    <a:cubicBezTo>
                      <a:pt x="133" y="2647"/>
                      <a:pt x="164" y="2630"/>
                      <a:pt x="178" y="2592"/>
                    </a:cubicBezTo>
                    <a:cubicBezTo>
                      <a:pt x="184" y="2573"/>
                      <a:pt x="801" y="862"/>
                      <a:pt x="2050" y="322"/>
                    </a:cubicBezTo>
                    <a:cubicBezTo>
                      <a:pt x="2299" y="216"/>
                      <a:pt x="2558" y="163"/>
                      <a:pt x="2824" y="163"/>
                    </a:cubicBezTo>
                    <a:cubicBezTo>
                      <a:pt x="3140" y="163"/>
                      <a:pt x="3467" y="238"/>
                      <a:pt x="3802" y="387"/>
                    </a:cubicBezTo>
                    <a:cubicBezTo>
                      <a:pt x="4822" y="843"/>
                      <a:pt x="5368" y="1630"/>
                      <a:pt x="5424" y="2728"/>
                    </a:cubicBezTo>
                    <a:cubicBezTo>
                      <a:pt x="5445" y="3249"/>
                      <a:pt x="5368" y="3773"/>
                      <a:pt x="5199" y="4267"/>
                    </a:cubicBezTo>
                    <a:cubicBezTo>
                      <a:pt x="5183" y="4310"/>
                      <a:pt x="5205" y="4356"/>
                      <a:pt x="5245" y="4371"/>
                    </a:cubicBezTo>
                    <a:cubicBezTo>
                      <a:pt x="5254" y="4375"/>
                      <a:pt x="5263" y="4378"/>
                      <a:pt x="5276" y="4378"/>
                    </a:cubicBezTo>
                    <a:cubicBezTo>
                      <a:pt x="5307" y="4375"/>
                      <a:pt x="5334" y="4356"/>
                      <a:pt x="5347" y="4325"/>
                    </a:cubicBezTo>
                    <a:cubicBezTo>
                      <a:pt x="5359" y="4294"/>
                      <a:pt x="6442" y="1389"/>
                      <a:pt x="3863" y="239"/>
                    </a:cubicBezTo>
                    <a:cubicBezTo>
                      <a:pt x="3508" y="79"/>
                      <a:pt x="3161" y="0"/>
                      <a:pt x="2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9"/>
              <p:cNvSpPr/>
              <p:nvPr/>
            </p:nvSpPr>
            <p:spPr>
              <a:xfrm>
                <a:off x="8378917" y="160430"/>
                <a:ext cx="167107" cy="131822"/>
              </a:xfrm>
              <a:custGeom>
                <a:avLst/>
                <a:gdLst/>
                <a:ahLst/>
                <a:cxnLst/>
                <a:rect l="l" t="t" r="r" b="b"/>
                <a:pathLst>
                  <a:path w="4466" h="3523" extrusionOk="0">
                    <a:moveTo>
                      <a:pt x="2270" y="0"/>
                    </a:moveTo>
                    <a:cubicBezTo>
                      <a:pt x="2003" y="0"/>
                      <a:pt x="1745" y="61"/>
                      <a:pt x="1499" y="183"/>
                    </a:cubicBezTo>
                    <a:cubicBezTo>
                      <a:pt x="493" y="679"/>
                      <a:pt x="43" y="2005"/>
                      <a:pt x="21" y="2064"/>
                    </a:cubicBezTo>
                    <a:cubicBezTo>
                      <a:pt x="0" y="2127"/>
                      <a:pt x="51" y="2169"/>
                      <a:pt x="100" y="2169"/>
                    </a:cubicBezTo>
                    <a:cubicBezTo>
                      <a:pt x="131" y="2169"/>
                      <a:pt x="162" y="2153"/>
                      <a:pt x="175" y="2113"/>
                    </a:cubicBezTo>
                    <a:cubicBezTo>
                      <a:pt x="182" y="2101"/>
                      <a:pt x="626" y="793"/>
                      <a:pt x="1573" y="328"/>
                    </a:cubicBezTo>
                    <a:cubicBezTo>
                      <a:pt x="1793" y="217"/>
                      <a:pt x="2027" y="162"/>
                      <a:pt x="2269" y="162"/>
                    </a:cubicBezTo>
                    <a:cubicBezTo>
                      <a:pt x="2467" y="162"/>
                      <a:pt x="2671" y="199"/>
                      <a:pt x="2880" y="272"/>
                    </a:cubicBezTo>
                    <a:cubicBezTo>
                      <a:pt x="4466" y="818"/>
                      <a:pt x="3966" y="3403"/>
                      <a:pt x="3960" y="3427"/>
                    </a:cubicBezTo>
                    <a:cubicBezTo>
                      <a:pt x="3951" y="3470"/>
                      <a:pt x="3978" y="3514"/>
                      <a:pt x="4022" y="3523"/>
                    </a:cubicBezTo>
                    <a:lnTo>
                      <a:pt x="4040" y="3523"/>
                    </a:lnTo>
                    <a:cubicBezTo>
                      <a:pt x="4077" y="3523"/>
                      <a:pt x="4108" y="3495"/>
                      <a:pt x="4114" y="3461"/>
                    </a:cubicBezTo>
                    <a:cubicBezTo>
                      <a:pt x="4200" y="2986"/>
                      <a:pt x="4222" y="2505"/>
                      <a:pt x="4179" y="2027"/>
                    </a:cubicBezTo>
                    <a:cubicBezTo>
                      <a:pt x="4077" y="1025"/>
                      <a:pt x="3648" y="365"/>
                      <a:pt x="2933" y="118"/>
                    </a:cubicBezTo>
                    <a:cubicBezTo>
                      <a:pt x="2706" y="40"/>
                      <a:pt x="2485" y="0"/>
                      <a:pt x="22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9"/>
              <p:cNvSpPr/>
              <p:nvPr/>
            </p:nvSpPr>
            <p:spPr>
              <a:xfrm>
                <a:off x="8401853" y="185237"/>
                <a:ext cx="121906" cy="97435"/>
              </a:xfrm>
              <a:custGeom>
                <a:avLst/>
                <a:gdLst/>
                <a:ahLst/>
                <a:cxnLst/>
                <a:rect l="l" t="t" r="r" b="b"/>
                <a:pathLst>
                  <a:path w="3258" h="2604" extrusionOk="0">
                    <a:moveTo>
                      <a:pt x="1629" y="1"/>
                    </a:moveTo>
                    <a:cubicBezTo>
                      <a:pt x="1471" y="1"/>
                      <a:pt x="1312" y="37"/>
                      <a:pt x="1166" y="109"/>
                    </a:cubicBezTo>
                    <a:cubicBezTo>
                      <a:pt x="429" y="457"/>
                      <a:pt x="41" y="1549"/>
                      <a:pt x="22" y="1595"/>
                    </a:cubicBezTo>
                    <a:cubicBezTo>
                      <a:pt x="1" y="1659"/>
                      <a:pt x="52" y="1703"/>
                      <a:pt x="103" y="1703"/>
                    </a:cubicBezTo>
                    <a:cubicBezTo>
                      <a:pt x="133" y="1703"/>
                      <a:pt x="163" y="1686"/>
                      <a:pt x="176" y="1648"/>
                    </a:cubicBezTo>
                    <a:cubicBezTo>
                      <a:pt x="182" y="1638"/>
                      <a:pt x="562" y="574"/>
                      <a:pt x="1237" y="254"/>
                    </a:cubicBezTo>
                    <a:cubicBezTo>
                      <a:pt x="1360" y="194"/>
                      <a:pt x="1495" y="163"/>
                      <a:pt x="1630" y="163"/>
                    </a:cubicBezTo>
                    <a:cubicBezTo>
                      <a:pt x="1738" y="163"/>
                      <a:pt x="1847" y="183"/>
                      <a:pt x="1950" y="223"/>
                    </a:cubicBezTo>
                    <a:cubicBezTo>
                      <a:pt x="3069" y="624"/>
                      <a:pt x="2674" y="2487"/>
                      <a:pt x="2668" y="2505"/>
                    </a:cubicBezTo>
                    <a:cubicBezTo>
                      <a:pt x="2659" y="2548"/>
                      <a:pt x="2687" y="2592"/>
                      <a:pt x="2730" y="2601"/>
                    </a:cubicBezTo>
                    <a:cubicBezTo>
                      <a:pt x="2736" y="2604"/>
                      <a:pt x="2742" y="2604"/>
                      <a:pt x="2749" y="2604"/>
                    </a:cubicBezTo>
                    <a:cubicBezTo>
                      <a:pt x="2786" y="2601"/>
                      <a:pt x="2816" y="2576"/>
                      <a:pt x="2826" y="2539"/>
                    </a:cubicBezTo>
                    <a:cubicBezTo>
                      <a:pt x="2844" y="2456"/>
                      <a:pt x="3257" y="519"/>
                      <a:pt x="2002" y="69"/>
                    </a:cubicBezTo>
                    <a:cubicBezTo>
                      <a:pt x="1882" y="23"/>
                      <a:pt x="1755" y="1"/>
                      <a:pt x="16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7" name="Google Shape;917;p9"/>
            <p:cNvSpPr/>
            <p:nvPr/>
          </p:nvSpPr>
          <p:spPr>
            <a:xfrm>
              <a:off x="738125" y="421348"/>
              <a:ext cx="76150" cy="76625"/>
            </a:xfrm>
            <a:custGeom>
              <a:avLst/>
              <a:gdLst/>
              <a:ahLst/>
              <a:cxnLst/>
              <a:rect l="l" t="t" r="r" b="b"/>
              <a:pathLst>
                <a:path w="1518" h="1528" extrusionOk="0">
                  <a:moveTo>
                    <a:pt x="812" y="1"/>
                  </a:moveTo>
                  <a:cubicBezTo>
                    <a:pt x="765" y="1"/>
                    <a:pt x="731" y="38"/>
                    <a:pt x="731" y="81"/>
                  </a:cubicBezTo>
                  <a:lnTo>
                    <a:pt x="728" y="543"/>
                  </a:lnTo>
                  <a:lnTo>
                    <a:pt x="451" y="250"/>
                  </a:lnTo>
                  <a:cubicBezTo>
                    <a:pt x="433" y="232"/>
                    <a:pt x="413" y="224"/>
                    <a:pt x="394" y="224"/>
                  </a:cubicBezTo>
                  <a:cubicBezTo>
                    <a:pt x="332" y="224"/>
                    <a:pt x="277" y="303"/>
                    <a:pt x="333" y="365"/>
                  </a:cubicBezTo>
                  <a:lnTo>
                    <a:pt x="617" y="664"/>
                  </a:lnTo>
                  <a:lnTo>
                    <a:pt x="99" y="670"/>
                  </a:lnTo>
                  <a:cubicBezTo>
                    <a:pt x="0" y="676"/>
                    <a:pt x="0" y="824"/>
                    <a:pt x="99" y="830"/>
                  </a:cubicBezTo>
                  <a:lnTo>
                    <a:pt x="574" y="827"/>
                  </a:lnTo>
                  <a:lnTo>
                    <a:pt x="574" y="827"/>
                  </a:lnTo>
                  <a:lnTo>
                    <a:pt x="207" y="1083"/>
                  </a:lnTo>
                  <a:cubicBezTo>
                    <a:pt x="142" y="1126"/>
                    <a:pt x="173" y="1228"/>
                    <a:pt x="253" y="1228"/>
                  </a:cubicBezTo>
                  <a:cubicBezTo>
                    <a:pt x="269" y="1228"/>
                    <a:pt x="284" y="1225"/>
                    <a:pt x="300" y="1216"/>
                  </a:cubicBezTo>
                  <a:lnTo>
                    <a:pt x="722" y="920"/>
                  </a:lnTo>
                  <a:lnTo>
                    <a:pt x="719" y="1444"/>
                  </a:lnTo>
                  <a:cubicBezTo>
                    <a:pt x="719" y="1490"/>
                    <a:pt x="756" y="1527"/>
                    <a:pt x="802" y="1527"/>
                  </a:cubicBezTo>
                  <a:cubicBezTo>
                    <a:pt x="845" y="1527"/>
                    <a:pt x="882" y="1490"/>
                    <a:pt x="882" y="1447"/>
                  </a:cubicBezTo>
                  <a:lnTo>
                    <a:pt x="886" y="951"/>
                  </a:lnTo>
                  <a:lnTo>
                    <a:pt x="1182" y="1262"/>
                  </a:lnTo>
                  <a:cubicBezTo>
                    <a:pt x="1194" y="1277"/>
                    <a:pt x="1216" y="1287"/>
                    <a:pt x="1240" y="1287"/>
                  </a:cubicBezTo>
                  <a:cubicBezTo>
                    <a:pt x="1311" y="1287"/>
                    <a:pt x="1345" y="1203"/>
                    <a:pt x="1299" y="1151"/>
                  </a:cubicBezTo>
                  <a:lnTo>
                    <a:pt x="990" y="824"/>
                  </a:lnTo>
                  <a:lnTo>
                    <a:pt x="1410" y="818"/>
                  </a:lnTo>
                  <a:cubicBezTo>
                    <a:pt x="1518" y="818"/>
                    <a:pt x="1518" y="658"/>
                    <a:pt x="1410" y="658"/>
                  </a:cubicBezTo>
                  <a:lnTo>
                    <a:pt x="1095" y="661"/>
                  </a:lnTo>
                  <a:lnTo>
                    <a:pt x="1095" y="661"/>
                  </a:lnTo>
                  <a:lnTo>
                    <a:pt x="1425" y="429"/>
                  </a:lnTo>
                  <a:cubicBezTo>
                    <a:pt x="1492" y="378"/>
                    <a:pt x="1443" y="284"/>
                    <a:pt x="1376" y="284"/>
                  </a:cubicBezTo>
                  <a:cubicBezTo>
                    <a:pt x="1362" y="284"/>
                    <a:pt x="1347" y="288"/>
                    <a:pt x="1333" y="297"/>
                  </a:cubicBezTo>
                  <a:lnTo>
                    <a:pt x="889" y="605"/>
                  </a:lnTo>
                  <a:lnTo>
                    <a:pt x="889" y="605"/>
                  </a:lnTo>
                  <a:lnTo>
                    <a:pt x="892" y="84"/>
                  </a:lnTo>
                  <a:cubicBezTo>
                    <a:pt x="892" y="38"/>
                    <a:pt x="855" y="4"/>
                    <a:pt x="8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9"/>
            <p:cNvSpPr/>
            <p:nvPr/>
          </p:nvSpPr>
          <p:spPr>
            <a:xfrm>
              <a:off x="1678526" y="274305"/>
              <a:ext cx="161423" cy="148928"/>
            </a:xfrm>
            <a:custGeom>
              <a:avLst/>
              <a:gdLst/>
              <a:ahLst/>
              <a:cxnLst/>
              <a:rect l="l" t="t" r="r" b="b"/>
              <a:pathLst>
                <a:path w="2558" h="2360" extrusionOk="0">
                  <a:moveTo>
                    <a:pt x="1855" y="179"/>
                  </a:moveTo>
                  <a:lnTo>
                    <a:pt x="1855" y="179"/>
                  </a:lnTo>
                  <a:cubicBezTo>
                    <a:pt x="1827" y="306"/>
                    <a:pt x="1771" y="531"/>
                    <a:pt x="1707" y="790"/>
                  </a:cubicBezTo>
                  <a:cubicBezTo>
                    <a:pt x="1583" y="710"/>
                    <a:pt x="1457" y="630"/>
                    <a:pt x="1330" y="553"/>
                  </a:cubicBezTo>
                  <a:cubicBezTo>
                    <a:pt x="1629" y="306"/>
                    <a:pt x="1781" y="213"/>
                    <a:pt x="1855" y="179"/>
                  </a:cubicBezTo>
                  <a:close/>
                  <a:moveTo>
                    <a:pt x="522" y="287"/>
                  </a:moveTo>
                  <a:cubicBezTo>
                    <a:pt x="704" y="374"/>
                    <a:pt x="880" y="469"/>
                    <a:pt x="1053" y="577"/>
                  </a:cubicBezTo>
                  <a:cubicBezTo>
                    <a:pt x="942" y="670"/>
                    <a:pt x="824" y="778"/>
                    <a:pt x="698" y="892"/>
                  </a:cubicBezTo>
                  <a:cubicBezTo>
                    <a:pt x="575" y="559"/>
                    <a:pt x="531" y="371"/>
                    <a:pt x="522" y="287"/>
                  </a:cubicBezTo>
                  <a:close/>
                  <a:moveTo>
                    <a:pt x="1811" y="1046"/>
                  </a:moveTo>
                  <a:cubicBezTo>
                    <a:pt x="2070" y="1219"/>
                    <a:pt x="2225" y="1330"/>
                    <a:pt x="2308" y="1398"/>
                  </a:cubicBezTo>
                  <a:cubicBezTo>
                    <a:pt x="2188" y="1413"/>
                    <a:pt x="1981" y="1438"/>
                    <a:pt x="1694" y="1462"/>
                  </a:cubicBezTo>
                  <a:cubicBezTo>
                    <a:pt x="1731" y="1336"/>
                    <a:pt x="1771" y="1197"/>
                    <a:pt x="1808" y="1046"/>
                  </a:cubicBezTo>
                  <a:close/>
                  <a:moveTo>
                    <a:pt x="1201" y="664"/>
                  </a:moveTo>
                  <a:cubicBezTo>
                    <a:pt x="1355" y="756"/>
                    <a:pt x="1515" y="855"/>
                    <a:pt x="1666" y="954"/>
                  </a:cubicBezTo>
                  <a:cubicBezTo>
                    <a:pt x="1617" y="1148"/>
                    <a:pt x="1571" y="1324"/>
                    <a:pt x="1525" y="1478"/>
                  </a:cubicBezTo>
                  <a:cubicBezTo>
                    <a:pt x="1336" y="1493"/>
                    <a:pt x="1136" y="1509"/>
                    <a:pt x="951" y="1521"/>
                  </a:cubicBezTo>
                  <a:cubicBezTo>
                    <a:pt x="883" y="1367"/>
                    <a:pt x="815" y="1210"/>
                    <a:pt x="757" y="1055"/>
                  </a:cubicBezTo>
                  <a:cubicBezTo>
                    <a:pt x="917" y="910"/>
                    <a:pt x="1065" y="778"/>
                    <a:pt x="1201" y="664"/>
                  </a:cubicBezTo>
                  <a:close/>
                  <a:moveTo>
                    <a:pt x="630" y="1173"/>
                  </a:moveTo>
                  <a:cubicBezTo>
                    <a:pt x="676" y="1293"/>
                    <a:pt x="726" y="1413"/>
                    <a:pt x="775" y="1530"/>
                  </a:cubicBezTo>
                  <a:cubicBezTo>
                    <a:pt x="613" y="1539"/>
                    <a:pt x="473" y="1543"/>
                    <a:pt x="370" y="1543"/>
                  </a:cubicBezTo>
                  <a:cubicBezTo>
                    <a:pt x="319" y="1543"/>
                    <a:pt x="276" y="1542"/>
                    <a:pt x="245" y="1540"/>
                  </a:cubicBezTo>
                  <a:cubicBezTo>
                    <a:pt x="337" y="1450"/>
                    <a:pt x="476" y="1317"/>
                    <a:pt x="630" y="1173"/>
                  </a:cubicBezTo>
                  <a:close/>
                  <a:moveTo>
                    <a:pt x="1472" y="1644"/>
                  </a:moveTo>
                  <a:lnTo>
                    <a:pt x="1472" y="1644"/>
                  </a:lnTo>
                  <a:cubicBezTo>
                    <a:pt x="1370" y="1981"/>
                    <a:pt x="1306" y="2116"/>
                    <a:pt x="1275" y="2172"/>
                  </a:cubicBezTo>
                  <a:cubicBezTo>
                    <a:pt x="1176" y="2015"/>
                    <a:pt x="1090" y="1848"/>
                    <a:pt x="1019" y="1678"/>
                  </a:cubicBezTo>
                  <a:cubicBezTo>
                    <a:pt x="1167" y="1672"/>
                    <a:pt x="1321" y="1657"/>
                    <a:pt x="1472" y="1644"/>
                  </a:cubicBezTo>
                  <a:close/>
                  <a:moveTo>
                    <a:pt x="1916" y="0"/>
                  </a:moveTo>
                  <a:cubicBezTo>
                    <a:pt x="1833" y="0"/>
                    <a:pt x="1673" y="53"/>
                    <a:pt x="1182" y="466"/>
                  </a:cubicBezTo>
                  <a:cubicBezTo>
                    <a:pt x="960" y="334"/>
                    <a:pt x="618" y="136"/>
                    <a:pt x="507" y="108"/>
                  </a:cubicBezTo>
                  <a:cubicBezTo>
                    <a:pt x="494" y="108"/>
                    <a:pt x="485" y="105"/>
                    <a:pt x="476" y="105"/>
                  </a:cubicBezTo>
                  <a:cubicBezTo>
                    <a:pt x="439" y="105"/>
                    <a:pt x="408" y="124"/>
                    <a:pt x="386" y="155"/>
                  </a:cubicBezTo>
                  <a:cubicBezTo>
                    <a:pt x="359" y="192"/>
                    <a:pt x="297" y="281"/>
                    <a:pt x="568" y="1009"/>
                  </a:cubicBezTo>
                  <a:cubicBezTo>
                    <a:pt x="328" y="1231"/>
                    <a:pt x="118" y="1435"/>
                    <a:pt x="38" y="1515"/>
                  </a:cubicBezTo>
                  <a:cubicBezTo>
                    <a:pt x="10" y="1543"/>
                    <a:pt x="1" y="1583"/>
                    <a:pt x="13" y="1620"/>
                  </a:cubicBezTo>
                  <a:cubicBezTo>
                    <a:pt x="38" y="1681"/>
                    <a:pt x="93" y="1706"/>
                    <a:pt x="374" y="1706"/>
                  </a:cubicBezTo>
                  <a:cubicBezTo>
                    <a:pt x="497" y="1706"/>
                    <a:pt x="655" y="1700"/>
                    <a:pt x="846" y="1691"/>
                  </a:cubicBezTo>
                  <a:cubicBezTo>
                    <a:pt x="966" y="1959"/>
                    <a:pt x="1117" y="2271"/>
                    <a:pt x="1207" y="2338"/>
                  </a:cubicBezTo>
                  <a:cubicBezTo>
                    <a:pt x="1225" y="2351"/>
                    <a:pt x="1247" y="2360"/>
                    <a:pt x="1272" y="2360"/>
                  </a:cubicBezTo>
                  <a:lnTo>
                    <a:pt x="1275" y="2360"/>
                  </a:lnTo>
                  <a:cubicBezTo>
                    <a:pt x="1358" y="2360"/>
                    <a:pt x="1444" y="2304"/>
                    <a:pt x="1648" y="1629"/>
                  </a:cubicBezTo>
                  <a:cubicBezTo>
                    <a:pt x="1947" y="1604"/>
                    <a:pt x="2413" y="1555"/>
                    <a:pt x="2487" y="1530"/>
                  </a:cubicBezTo>
                  <a:cubicBezTo>
                    <a:pt x="2518" y="1515"/>
                    <a:pt x="2539" y="1487"/>
                    <a:pt x="2545" y="1456"/>
                  </a:cubicBezTo>
                  <a:cubicBezTo>
                    <a:pt x="2549" y="1398"/>
                    <a:pt x="2558" y="1339"/>
                    <a:pt x="1851" y="883"/>
                  </a:cubicBezTo>
                  <a:cubicBezTo>
                    <a:pt x="1959" y="466"/>
                    <a:pt x="2037" y="118"/>
                    <a:pt x="2037" y="115"/>
                  </a:cubicBezTo>
                  <a:cubicBezTo>
                    <a:pt x="2040" y="90"/>
                    <a:pt x="2033" y="62"/>
                    <a:pt x="2018" y="44"/>
                  </a:cubicBezTo>
                  <a:cubicBezTo>
                    <a:pt x="1990" y="16"/>
                    <a:pt x="1953" y="0"/>
                    <a:pt x="19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9"/>
            <p:cNvSpPr/>
            <p:nvPr/>
          </p:nvSpPr>
          <p:spPr>
            <a:xfrm>
              <a:off x="679734" y="119474"/>
              <a:ext cx="70741" cy="70930"/>
            </a:xfrm>
            <a:custGeom>
              <a:avLst/>
              <a:gdLst/>
              <a:ahLst/>
              <a:cxnLst/>
              <a:rect l="l" t="t" r="r" b="b"/>
              <a:pathLst>
                <a:path w="1121" h="1124" extrusionOk="0">
                  <a:moveTo>
                    <a:pt x="562" y="164"/>
                  </a:moveTo>
                  <a:cubicBezTo>
                    <a:pt x="781" y="168"/>
                    <a:pt x="960" y="346"/>
                    <a:pt x="957" y="565"/>
                  </a:cubicBezTo>
                  <a:cubicBezTo>
                    <a:pt x="957" y="784"/>
                    <a:pt x="778" y="960"/>
                    <a:pt x="562" y="960"/>
                  </a:cubicBezTo>
                  <a:cubicBezTo>
                    <a:pt x="340" y="960"/>
                    <a:pt x="164" y="781"/>
                    <a:pt x="164" y="562"/>
                  </a:cubicBezTo>
                  <a:cubicBezTo>
                    <a:pt x="164" y="344"/>
                    <a:pt x="341" y="166"/>
                    <a:pt x="562" y="164"/>
                  </a:cubicBezTo>
                  <a:close/>
                  <a:moveTo>
                    <a:pt x="559" y="1"/>
                  </a:moveTo>
                  <a:cubicBezTo>
                    <a:pt x="250" y="1"/>
                    <a:pt x="0" y="251"/>
                    <a:pt x="0" y="562"/>
                  </a:cubicBezTo>
                  <a:cubicBezTo>
                    <a:pt x="0" y="871"/>
                    <a:pt x="250" y="1120"/>
                    <a:pt x="559" y="1123"/>
                  </a:cubicBezTo>
                  <a:lnTo>
                    <a:pt x="562" y="1123"/>
                  </a:lnTo>
                  <a:cubicBezTo>
                    <a:pt x="870" y="1120"/>
                    <a:pt x="1120" y="871"/>
                    <a:pt x="1120" y="562"/>
                  </a:cubicBezTo>
                  <a:cubicBezTo>
                    <a:pt x="1120" y="251"/>
                    <a:pt x="870" y="1"/>
                    <a:pt x="5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9"/>
            <p:cNvSpPr/>
            <p:nvPr/>
          </p:nvSpPr>
          <p:spPr>
            <a:xfrm>
              <a:off x="64228" y="1429033"/>
              <a:ext cx="114472" cy="115104"/>
            </a:xfrm>
            <a:custGeom>
              <a:avLst/>
              <a:gdLst/>
              <a:ahLst/>
              <a:cxnLst/>
              <a:rect l="l" t="t" r="r" b="b"/>
              <a:pathLst>
                <a:path w="1814" h="1824" extrusionOk="0">
                  <a:moveTo>
                    <a:pt x="969" y="232"/>
                  </a:moveTo>
                  <a:cubicBezTo>
                    <a:pt x="993" y="309"/>
                    <a:pt x="1018" y="414"/>
                    <a:pt x="1034" y="482"/>
                  </a:cubicBezTo>
                  <a:cubicBezTo>
                    <a:pt x="1080" y="664"/>
                    <a:pt x="1089" y="704"/>
                    <a:pt x="1111" y="735"/>
                  </a:cubicBezTo>
                  <a:cubicBezTo>
                    <a:pt x="1135" y="766"/>
                    <a:pt x="1169" y="778"/>
                    <a:pt x="1348" y="843"/>
                  </a:cubicBezTo>
                  <a:cubicBezTo>
                    <a:pt x="1410" y="868"/>
                    <a:pt x="1509" y="901"/>
                    <a:pt x="1579" y="929"/>
                  </a:cubicBezTo>
                  <a:cubicBezTo>
                    <a:pt x="1478" y="975"/>
                    <a:pt x="1314" y="1037"/>
                    <a:pt x="1169" y="1090"/>
                  </a:cubicBezTo>
                  <a:cubicBezTo>
                    <a:pt x="1148" y="1096"/>
                    <a:pt x="1132" y="1111"/>
                    <a:pt x="1123" y="1133"/>
                  </a:cubicBezTo>
                  <a:cubicBezTo>
                    <a:pt x="1049" y="1299"/>
                    <a:pt x="960" y="1487"/>
                    <a:pt x="901" y="1592"/>
                  </a:cubicBezTo>
                  <a:cubicBezTo>
                    <a:pt x="861" y="1478"/>
                    <a:pt x="805" y="1278"/>
                    <a:pt x="762" y="1105"/>
                  </a:cubicBezTo>
                  <a:cubicBezTo>
                    <a:pt x="753" y="1071"/>
                    <a:pt x="728" y="1049"/>
                    <a:pt x="697" y="1043"/>
                  </a:cubicBezTo>
                  <a:cubicBezTo>
                    <a:pt x="528" y="1012"/>
                    <a:pt x="333" y="969"/>
                    <a:pt x="229" y="938"/>
                  </a:cubicBezTo>
                  <a:cubicBezTo>
                    <a:pt x="395" y="849"/>
                    <a:pt x="565" y="772"/>
                    <a:pt x="741" y="704"/>
                  </a:cubicBezTo>
                  <a:cubicBezTo>
                    <a:pt x="759" y="695"/>
                    <a:pt x="778" y="676"/>
                    <a:pt x="784" y="658"/>
                  </a:cubicBezTo>
                  <a:cubicBezTo>
                    <a:pt x="839" y="513"/>
                    <a:pt x="901" y="371"/>
                    <a:pt x="969" y="232"/>
                  </a:cubicBezTo>
                  <a:close/>
                  <a:moveTo>
                    <a:pt x="990" y="1"/>
                  </a:moveTo>
                  <a:cubicBezTo>
                    <a:pt x="941" y="1"/>
                    <a:pt x="867" y="1"/>
                    <a:pt x="648" y="571"/>
                  </a:cubicBezTo>
                  <a:cubicBezTo>
                    <a:pt x="40" y="815"/>
                    <a:pt x="19" y="895"/>
                    <a:pt x="10" y="929"/>
                  </a:cubicBezTo>
                  <a:cubicBezTo>
                    <a:pt x="0" y="957"/>
                    <a:pt x="6" y="985"/>
                    <a:pt x="22" y="1009"/>
                  </a:cubicBezTo>
                  <a:cubicBezTo>
                    <a:pt x="37" y="1031"/>
                    <a:pt x="84" y="1093"/>
                    <a:pt x="617" y="1198"/>
                  </a:cubicBezTo>
                  <a:cubicBezTo>
                    <a:pt x="774" y="1824"/>
                    <a:pt x="830" y="1824"/>
                    <a:pt x="892" y="1824"/>
                  </a:cubicBezTo>
                  <a:lnTo>
                    <a:pt x="898" y="1824"/>
                  </a:lnTo>
                  <a:cubicBezTo>
                    <a:pt x="944" y="1821"/>
                    <a:pt x="1000" y="1817"/>
                    <a:pt x="1259" y="1231"/>
                  </a:cubicBezTo>
                  <a:cubicBezTo>
                    <a:pt x="1416" y="1176"/>
                    <a:pt x="1718" y="1065"/>
                    <a:pt x="1783" y="1006"/>
                  </a:cubicBezTo>
                  <a:cubicBezTo>
                    <a:pt x="1805" y="985"/>
                    <a:pt x="1814" y="951"/>
                    <a:pt x="1811" y="920"/>
                  </a:cubicBezTo>
                  <a:cubicBezTo>
                    <a:pt x="1795" y="846"/>
                    <a:pt x="1715" y="806"/>
                    <a:pt x="1404" y="695"/>
                  </a:cubicBezTo>
                  <a:cubicBezTo>
                    <a:pt x="1345" y="673"/>
                    <a:pt x="1274" y="649"/>
                    <a:pt x="1243" y="633"/>
                  </a:cubicBezTo>
                  <a:cubicBezTo>
                    <a:pt x="1234" y="599"/>
                    <a:pt x="1212" y="516"/>
                    <a:pt x="1194" y="448"/>
                  </a:cubicBezTo>
                  <a:cubicBezTo>
                    <a:pt x="1141" y="229"/>
                    <a:pt x="1104" y="93"/>
                    <a:pt x="1067" y="41"/>
                  </a:cubicBezTo>
                  <a:cubicBezTo>
                    <a:pt x="1046" y="16"/>
                    <a:pt x="1018" y="4"/>
                    <a:pt x="99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9"/>
            <p:cNvSpPr/>
            <p:nvPr/>
          </p:nvSpPr>
          <p:spPr>
            <a:xfrm>
              <a:off x="132954" y="704685"/>
              <a:ext cx="117305" cy="117305"/>
            </a:xfrm>
            <a:custGeom>
              <a:avLst/>
              <a:gdLst/>
              <a:ahLst/>
              <a:cxnLst/>
              <a:rect l="l" t="t" r="r" b="b"/>
              <a:pathLst>
                <a:path w="1611" h="1611" extrusionOk="0">
                  <a:moveTo>
                    <a:pt x="871" y="1"/>
                  </a:moveTo>
                  <a:cubicBezTo>
                    <a:pt x="821" y="1"/>
                    <a:pt x="784" y="38"/>
                    <a:pt x="784" y="84"/>
                  </a:cubicBezTo>
                  <a:lnTo>
                    <a:pt x="781" y="574"/>
                  </a:lnTo>
                  <a:lnTo>
                    <a:pt x="488" y="263"/>
                  </a:lnTo>
                  <a:cubicBezTo>
                    <a:pt x="469" y="243"/>
                    <a:pt x="447" y="234"/>
                    <a:pt x="426" y="234"/>
                  </a:cubicBezTo>
                  <a:cubicBezTo>
                    <a:pt x="360" y="234"/>
                    <a:pt x="303" y="317"/>
                    <a:pt x="362" y="380"/>
                  </a:cubicBezTo>
                  <a:lnTo>
                    <a:pt x="664" y="701"/>
                  </a:lnTo>
                  <a:lnTo>
                    <a:pt x="115" y="704"/>
                  </a:lnTo>
                  <a:cubicBezTo>
                    <a:pt x="1" y="704"/>
                    <a:pt x="1" y="877"/>
                    <a:pt x="115" y="877"/>
                  </a:cubicBezTo>
                  <a:lnTo>
                    <a:pt x="618" y="870"/>
                  </a:lnTo>
                  <a:lnTo>
                    <a:pt x="618" y="870"/>
                  </a:lnTo>
                  <a:lnTo>
                    <a:pt x="232" y="1142"/>
                  </a:lnTo>
                  <a:cubicBezTo>
                    <a:pt x="167" y="1191"/>
                    <a:pt x="201" y="1293"/>
                    <a:pt x="282" y="1296"/>
                  </a:cubicBezTo>
                  <a:cubicBezTo>
                    <a:pt x="297" y="1296"/>
                    <a:pt x="315" y="1290"/>
                    <a:pt x="331" y="1281"/>
                  </a:cubicBezTo>
                  <a:lnTo>
                    <a:pt x="781" y="966"/>
                  </a:lnTo>
                  <a:lnTo>
                    <a:pt x="775" y="1524"/>
                  </a:lnTo>
                  <a:cubicBezTo>
                    <a:pt x="775" y="1571"/>
                    <a:pt x="815" y="1611"/>
                    <a:pt x="861" y="1611"/>
                  </a:cubicBezTo>
                  <a:cubicBezTo>
                    <a:pt x="908" y="1611"/>
                    <a:pt x="948" y="1571"/>
                    <a:pt x="948" y="1524"/>
                  </a:cubicBezTo>
                  <a:lnTo>
                    <a:pt x="951" y="997"/>
                  </a:lnTo>
                  <a:lnTo>
                    <a:pt x="1262" y="1330"/>
                  </a:lnTo>
                  <a:cubicBezTo>
                    <a:pt x="1281" y="1345"/>
                    <a:pt x="1302" y="1355"/>
                    <a:pt x="1327" y="1355"/>
                  </a:cubicBezTo>
                  <a:cubicBezTo>
                    <a:pt x="1349" y="1355"/>
                    <a:pt x="1367" y="1349"/>
                    <a:pt x="1386" y="1333"/>
                  </a:cubicBezTo>
                  <a:cubicBezTo>
                    <a:pt x="1420" y="1299"/>
                    <a:pt x="1420" y="1247"/>
                    <a:pt x="1389" y="1210"/>
                  </a:cubicBezTo>
                  <a:lnTo>
                    <a:pt x="1059" y="864"/>
                  </a:lnTo>
                  <a:lnTo>
                    <a:pt x="1506" y="861"/>
                  </a:lnTo>
                  <a:cubicBezTo>
                    <a:pt x="1611" y="852"/>
                    <a:pt x="1611" y="695"/>
                    <a:pt x="1506" y="689"/>
                  </a:cubicBezTo>
                  <a:lnTo>
                    <a:pt x="1503" y="692"/>
                  </a:lnTo>
                  <a:lnTo>
                    <a:pt x="1170" y="695"/>
                  </a:lnTo>
                  <a:lnTo>
                    <a:pt x="1518" y="451"/>
                  </a:lnTo>
                  <a:cubicBezTo>
                    <a:pt x="1592" y="398"/>
                    <a:pt x="1540" y="297"/>
                    <a:pt x="1468" y="297"/>
                  </a:cubicBezTo>
                  <a:cubicBezTo>
                    <a:pt x="1453" y="297"/>
                    <a:pt x="1436" y="301"/>
                    <a:pt x="1420" y="312"/>
                  </a:cubicBezTo>
                  <a:lnTo>
                    <a:pt x="951" y="639"/>
                  </a:lnTo>
                  <a:lnTo>
                    <a:pt x="954" y="87"/>
                  </a:lnTo>
                  <a:cubicBezTo>
                    <a:pt x="954" y="38"/>
                    <a:pt x="917" y="1"/>
                    <a:pt x="8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9"/>
            <p:cNvSpPr/>
            <p:nvPr/>
          </p:nvSpPr>
          <p:spPr>
            <a:xfrm rot="-5594267">
              <a:off x="128159" y="103595"/>
              <a:ext cx="102915" cy="102661"/>
            </a:xfrm>
            <a:custGeom>
              <a:avLst/>
              <a:gdLst/>
              <a:ahLst/>
              <a:cxnLst/>
              <a:rect l="l" t="t" r="r" b="b"/>
              <a:pathLst>
                <a:path w="1618" h="1614" extrusionOk="0">
                  <a:moveTo>
                    <a:pt x="868" y="1"/>
                  </a:moveTo>
                  <a:cubicBezTo>
                    <a:pt x="821" y="1"/>
                    <a:pt x="784" y="38"/>
                    <a:pt x="784" y="87"/>
                  </a:cubicBezTo>
                  <a:lnTo>
                    <a:pt x="781" y="575"/>
                  </a:lnTo>
                  <a:lnTo>
                    <a:pt x="488" y="266"/>
                  </a:lnTo>
                  <a:cubicBezTo>
                    <a:pt x="470" y="251"/>
                    <a:pt x="451" y="245"/>
                    <a:pt x="432" y="245"/>
                  </a:cubicBezTo>
                  <a:cubicBezTo>
                    <a:pt x="369" y="245"/>
                    <a:pt x="316" y="318"/>
                    <a:pt x="362" y="380"/>
                  </a:cubicBezTo>
                  <a:lnTo>
                    <a:pt x="664" y="701"/>
                  </a:lnTo>
                  <a:lnTo>
                    <a:pt x="115" y="707"/>
                  </a:lnTo>
                  <a:cubicBezTo>
                    <a:pt x="1" y="707"/>
                    <a:pt x="1" y="877"/>
                    <a:pt x="115" y="877"/>
                  </a:cubicBezTo>
                  <a:lnTo>
                    <a:pt x="618" y="874"/>
                  </a:lnTo>
                  <a:lnTo>
                    <a:pt x="229" y="1142"/>
                  </a:lnTo>
                  <a:cubicBezTo>
                    <a:pt x="189" y="1170"/>
                    <a:pt x="180" y="1222"/>
                    <a:pt x="208" y="1262"/>
                  </a:cubicBezTo>
                  <a:cubicBezTo>
                    <a:pt x="225" y="1285"/>
                    <a:pt x="252" y="1298"/>
                    <a:pt x="279" y="1298"/>
                  </a:cubicBezTo>
                  <a:cubicBezTo>
                    <a:pt x="296" y="1298"/>
                    <a:pt x="313" y="1293"/>
                    <a:pt x="328" y="1284"/>
                  </a:cubicBezTo>
                  <a:lnTo>
                    <a:pt x="775" y="969"/>
                  </a:lnTo>
                  <a:lnTo>
                    <a:pt x="775" y="1528"/>
                  </a:lnTo>
                  <a:cubicBezTo>
                    <a:pt x="772" y="1574"/>
                    <a:pt x="812" y="1614"/>
                    <a:pt x="858" y="1614"/>
                  </a:cubicBezTo>
                  <a:cubicBezTo>
                    <a:pt x="905" y="1614"/>
                    <a:pt x="945" y="1574"/>
                    <a:pt x="945" y="1528"/>
                  </a:cubicBezTo>
                  <a:lnTo>
                    <a:pt x="948" y="1000"/>
                  </a:lnTo>
                  <a:lnTo>
                    <a:pt x="1259" y="1333"/>
                  </a:lnTo>
                  <a:cubicBezTo>
                    <a:pt x="1278" y="1353"/>
                    <a:pt x="1300" y="1361"/>
                    <a:pt x="1321" y="1361"/>
                  </a:cubicBezTo>
                  <a:cubicBezTo>
                    <a:pt x="1387" y="1361"/>
                    <a:pt x="1444" y="1277"/>
                    <a:pt x="1386" y="1213"/>
                  </a:cubicBezTo>
                  <a:lnTo>
                    <a:pt x="1059" y="868"/>
                  </a:lnTo>
                  <a:lnTo>
                    <a:pt x="1503" y="865"/>
                  </a:lnTo>
                  <a:cubicBezTo>
                    <a:pt x="1617" y="861"/>
                    <a:pt x="1617" y="692"/>
                    <a:pt x="1503" y="692"/>
                  </a:cubicBezTo>
                  <a:lnTo>
                    <a:pt x="1173" y="695"/>
                  </a:lnTo>
                  <a:lnTo>
                    <a:pt x="1518" y="454"/>
                  </a:lnTo>
                  <a:cubicBezTo>
                    <a:pt x="1597" y="401"/>
                    <a:pt x="1544" y="296"/>
                    <a:pt x="1472" y="296"/>
                  </a:cubicBezTo>
                  <a:cubicBezTo>
                    <a:pt x="1456" y="296"/>
                    <a:pt x="1439" y="301"/>
                    <a:pt x="1423" y="312"/>
                  </a:cubicBezTo>
                  <a:lnTo>
                    <a:pt x="951" y="639"/>
                  </a:lnTo>
                  <a:lnTo>
                    <a:pt x="954" y="87"/>
                  </a:lnTo>
                  <a:cubicBezTo>
                    <a:pt x="954" y="41"/>
                    <a:pt x="917" y="1"/>
                    <a:pt x="8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9"/>
            <p:cNvSpPr/>
            <p:nvPr/>
          </p:nvSpPr>
          <p:spPr>
            <a:xfrm rot="-5594267">
              <a:off x="1518450" y="117160"/>
              <a:ext cx="82879" cy="75565"/>
            </a:xfrm>
            <a:custGeom>
              <a:avLst/>
              <a:gdLst/>
              <a:ahLst/>
              <a:cxnLst/>
              <a:rect l="l" t="t" r="r" b="b"/>
              <a:pathLst>
                <a:path w="1303" h="1188" extrusionOk="0">
                  <a:moveTo>
                    <a:pt x="710" y="173"/>
                  </a:moveTo>
                  <a:cubicBezTo>
                    <a:pt x="941" y="173"/>
                    <a:pt x="1129" y="364"/>
                    <a:pt x="1129" y="595"/>
                  </a:cubicBezTo>
                  <a:cubicBezTo>
                    <a:pt x="1126" y="827"/>
                    <a:pt x="938" y="1012"/>
                    <a:pt x="707" y="1015"/>
                  </a:cubicBezTo>
                  <a:cubicBezTo>
                    <a:pt x="476" y="1015"/>
                    <a:pt x="287" y="823"/>
                    <a:pt x="287" y="592"/>
                  </a:cubicBezTo>
                  <a:cubicBezTo>
                    <a:pt x="287" y="358"/>
                    <a:pt x="479" y="173"/>
                    <a:pt x="710" y="173"/>
                  </a:cubicBezTo>
                  <a:close/>
                  <a:moveTo>
                    <a:pt x="712" y="1"/>
                  </a:moveTo>
                  <a:cubicBezTo>
                    <a:pt x="485" y="1"/>
                    <a:pt x="263" y="130"/>
                    <a:pt x="164" y="364"/>
                  </a:cubicBezTo>
                  <a:cubicBezTo>
                    <a:pt x="1" y="752"/>
                    <a:pt x="284" y="1184"/>
                    <a:pt x="707" y="1187"/>
                  </a:cubicBezTo>
                  <a:lnTo>
                    <a:pt x="710" y="1187"/>
                  </a:lnTo>
                  <a:cubicBezTo>
                    <a:pt x="1034" y="1187"/>
                    <a:pt x="1299" y="922"/>
                    <a:pt x="1302" y="595"/>
                  </a:cubicBezTo>
                  <a:cubicBezTo>
                    <a:pt x="1302" y="438"/>
                    <a:pt x="1240" y="287"/>
                    <a:pt x="1129" y="176"/>
                  </a:cubicBezTo>
                  <a:cubicBezTo>
                    <a:pt x="1012" y="57"/>
                    <a:pt x="861" y="1"/>
                    <a:pt x="7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4" name="Google Shape;924;p9"/>
            <p:cNvGrpSpPr/>
            <p:nvPr/>
          </p:nvGrpSpPr>
          <p:grpSpPr>
            <a:xfrm>
              <a:off x="978054" y="146142"/>
              <a:ext cx="446685" cy="265947"/>
              <a:chOff x="978054" y="146142"/>
              <a:chExt cx="446685" cy="265947"/>
            </a:xfrm>
          </p:grpSpPr>
          <p:sp>
            <p:nvSpPr>
              <p:cNvPr id="925" name="Google Shape;925;p9"/>
              <p:cNvSpPr/>
              <p:nvPr/>
            </p:nvSpPr>
            <p:spPr>
              <a:xfrm>
                <a:off x="978054" y="151960"/>
                <a:ext cx="446685" cy="254309"/>
              </a:xfrm>
              <a:custGeom>
                <a:avLst/>
                <a:gdLst/>
                <a:ahLst/>
                <a:cxnLst/>
                <a:rect l="l" t="t" r="r" b="b"/>
                <a:pathLst>
                  <a:path w="6448" h="3671" extrusionOk="0">
                    <a:moveTo>
                      <a:pt x="3915" y="0"/>
                    </a:moveTo>
                    <a:cubicBezTo>
                      <a:pt x="3615" y="0"/>
                      <a:pt x="3350" y="167"/>
                      <a:pt x="3169" y="387"/>
                    </a:cubicBezTo>
                    <a:lnTo>
                      <a:pt x="3169" y="387"/>
                    </a:lnTo>
                    <a:cubicBezTo>
                      <a:pt x="3046" y="288"/>
                      <a:pt x="2886" y="200"/>
                      <a:pt x="2681" y="132"/>
                    </a:cubicBezTo>
                    <a:cubicBezTo>
                      <a:pt x="2511" y="76"/>
                      <a:pt x="2368" y="52"/>
                      <a:pt x="2248" y="52"/>
                    </a:cubicBezTo>
                    <a:cubicBezTo>
                      <a:pt x="1490" y="52"/>
                      <a:pt x="1623" y="1005"/>
                      <a:pt x="1623" y="1005"/>
                    </a:cubicBezTo>
                    <a:cubicBezTo>
                      <a:pt x="1545" y="958"/>
                      <a:pt x="1462" y="937"/>
                      <a:pt x="1377" y="937"/>
                    </a:cubicBezTo>
                    <a:cubicBezTo>
                      <a:pt x="735" y="937"/>
                      <a:pt x="1" y="2154"/>
                      <a:pt x="840" y="2769"/>
                    </a:cubicBezTo>
                    <a:cubicBezTo>
                      <a:pt x="1102" y="2963"/>
                      <a:pt x="1351" y="3051"/>
                      <a:pt x="1564" y="3064"/>
                    </a:cubicBezTo>
                    <a:lnTo>
                      <a:pt x="1564" y="3064"/>
                    </a:lnTo>
                    <a:cubicBezTo>
                      <a:pt x="1637" y="3387"/>
                      <a:pt x="1868" y="3665"/>
                      <a:pt x="2357" y="3670"/>
                    </a:cubicBezTo>
                    <a:cubicBezTo>
                      <a:pt x="2374" y="3670"/>
                      <a:pt x="2392" y="3670"/>
                      <a:pt x="2408" y="3670"/>
                    </a:cubicBezTo>
                    <a:cubicBezTo>
                      <a:pt x="3079" y="3670"/>
                      <a:pt x="3528" y="3515"/>
                      <a:pt x="3781" y="3285"/>
                    </a:cubicBezTo>
                    <a:lnTo>
                      <a:pt x="3781" y="3285"/>
                    </a:lnTo>
                    <a:cubicBezTo>
                      <a:pt x="3834" y="3357"/>
                      <a:pt x="3900" y="3426"/>
                      <a:pt x="3983" y="3491"/>
                    </a:cubicBezTo>
                    <a:cubicBezTo>
                      <a:pt x="4094" y="3579"/>
                      <a:pt x="4230" y="3618"/>
                      <a:pt x="4376" y="3618"/>
                    </a:cubicBezTo>
                    <a:cubicBezTo>
                      <a:pt x="5223" y="3618"/>
                      <a:pt x="6448" y="2304"/>
                      <a:pt x="5722" y="1542"/>
                    </a:cubicBezTo>
                    <a:cubicBezTo>
                      <a:pt x="5522" y="1331"/>
                      <a:pt x="5310" y="1251"/>
                      <a:pt x="5112" y="1251"/>
                    </a:cubicBezTo>
                    <a:cubicBezTo>
                      <a:pt x="5090" y="1251"/>
                      <a:pt x="5068" y="1252"/>
                      <a:pt x="5046" y="1254"/>
                    </a:cubicBezTo>
                    <a:lnTo>
                      <a:pt x="5046" y="1254"/>
                    </a:lnTo>
                    <a:cubicBezTo>
                      <a:pt x="5054" y="878"/>
                      <a:pt x="4866" y="444"/>
                      <a:pt x="4402" y="151"/>
                    </a:cubicBezTo>
                    <a:cubicBezTo>
                      <a:pt x="4235" y="45"/>
                      <a:pt x="4070" y="0"/>
                      <a:pt x="39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9"/>
              <p:cNvSpPr/>
              <p:nvPr/>
            </p:nvSpPr>
            <p:spPr>
              <a:xfrm>
                <a:off x="999986" y="146142"/>
                <a:ext cx="402834" cy="265947"/>
              </a:xfrm>
              <a:custGeom>
                <a:avLst/>
                <a:gdLst/>
                <a:ahLst/>
                <a:cxnLst/>
                <a:rect l="l" t="t" r="r" b="b"/>
                <a:pathLst>
                  <a:path w="5815" h="3839" extrusionOk="0">
                    <a:moveTo>
                      <a:pt x="2894" y="594"/>
                    </a:moveTo>
                    <a:cubicBezTo>
                      <a:pt x="3125" y="816"/>
                      <a:pt x="3174" y="1078"/>
                      <a:pt x="3110" y="1251"/>
                    </a:cubicBezTo>
                    <a:cubicBezTo>
                      <a:pt x="3077" y="1342"/>
                      <a:pt x="3020" y="1391"/>
                      <a:pt x="2952" y="1391"/>
                    </a:cubicBezTo>
                    <a:cubicBezTo>
                      <a:pt x="2910" y="1391"/>
                      <a:pt x="2864" y="1373"/>
                      <a:pt x="2817" y="1334"/>
                    </a:cubicBezTo>
                    <a:cubicBezTo>
                      <a:pt x="2656" y="1195"/>
                      <a:pt x="2693" y="877"/>
                      <a:pt x="2894" y="594"/>
                    </a:cubicBezTo>
                    <a:close/>
                    <a:moveTo>
                      <a:pt x="4667" y="1439"/>
                    </a:moveTo>
                    <a:lnTo>
                      <a:pt x="4667" y="1439"/>
                    </a:lnTo>
                    <a:cubicBezTo>
                      <a:pt x="4627" y="1750"/>
                      <a:pt x="4436" y="1981"/>
                      <a:pt x="4177" y="2018"/>
                    </a:cubicBezTo>
                    <a:cubicBezTo>
                      <a:pt x="4161" y="2018"/>
                      <a:pt x="4149" y="2022"/>
                      <a:pt x="4134" y="2022"/>
                    </a:cubicBezTo>
                    <a:cubicBezTo>
                      <a:pt x="4063" y="2022"/>
                      <a:pt x="4063" y="2000"/>
                      <a:pt x="4063" y="1981"/>
                    </a:cubicBezTo>
                    <a:cubicBezTo>
                      <a:pt x="4060" y="1852"/>
                      <a:pt x="4309" y="1519"/>
                      <a:pt x="4667" y="1439"/>
                    </a:cubicBezTo>
                    <a:close/>
                    <a:moveTo>
                      <a:pt x="1620" y="2253"/>
                    </a:moveTo>
                    <a:cubicBezTo>
                      <a:pt x="1663" y="2253"/>
                      <a:pt x="1706" y="2293"/>
                      <a:pt x="1731" y="2327"/>
                    </a:cubicBezTo>
                    <a:cubicBezTo>
                      <a:pt x="1857" y="2484"/>
                      <a:pt x="1888" y="2660"/>
                      <a:pt x="1820" y="2805"/>
                    </a:cubicBezTo>
                    <a:cubicBezTo>
                      <a:pt x="1743" y="2959"/>
                      <a:pt x="1564" y="3055"/>
                      <a:pt x="1348" y="3061"/>
                    </a:cubicBezTo>
                    <a:cubicBezTo>
                      <a:pt x="1305" y="2774"/>
                      <a:pt x="1385" y="2472"/>
                      <a:pt x="1500" y="2330"/>
                    </a:cubicBezTo>
                    <a:cubicBezTo>
                      <a:pt x="1543" y="2278"/>
                      <a:pt x="1583" y="2253"/>
                      <a:pt x="1620" y="2253"/>
                    </a:cubicBezTo>
                    <a:close/>
                    <a:moveTo>
                      <a:pt x="3548" y="2490"/>
                    </a:moveTo>
                    <a:cubicBezTo>
                      <a:pt x="3563" y="2490"/>
                      <a:pt x="3597" y="2524"/>
                      <a:pt x="3625" y="2614"/>
                    </a:cubicBezTo>
                    <a:cubicBezTo>
                      <a:pt x="3699" y="2827"/>
                      <a:pt x="3652" y="3061"/>
                      <a:pt x="3507" y="3231"/>
                    </a:cubicBezTo>
                    <a:cubicBezTo>
                      <a:pt x="3372" y="2993"/>
                      <a:pt x="3384" y="2737"/>
                      <a:pt x="3461" y="2586"/>
                    </a:cubicBezTo>
                    <a:cubicBezTo>
                      <a:pt x="3495" y="2518"/>
                      <a:pt x="3532" y="2490"/>
                      <a:pt x="3548" y="2490"/>
                    </a:cubicBezTo>
                    <a:close/>
                    <a:moveTo>
                      <a:pt x="3628" y="170"/>
                    </a:moveTo>
                    <a:cubicBezTo>
                      <a:pt x="3775" y="170"/>
                      <a:pt x="3925" y="213"/>
                      <a:pt x="4066" y="304"/>
                    </a:cubicBezTo>
                    <a:cubicBezTo>
                      <a:pt x="4430" y="532"/>
                      <a:pt x="4652" y="887"/>
                      <a:pt x="4673" y="1260"/>
                    </a:cubicBezTo>
                    <a:cubicBezTo>
                      <a:pt x="4229" y="1340"/>
                      <a:pt x="3881" y="1747"/>
                      <a:pt x="3893" y="1988"/>
                    </a:cubicBezTo>
                    <a:cubicBezTo>
                      <a:pt x="3899" y="2086"/>
                      <a:pt x="3960" y="2190"/>
                      <a:pt x="4132" y="2190"/>
                    </a:cubicBezTo>
                    <a:cubicBezTo>
                      <a:pt x="4153" y="2190"/>
                      <a:pt x="4177" y="2188"/>
                      <a:pt x="4201" y="2185"/>
                    </a:cubicBezTo>
                    <a:cubicBezTo>
                      <a:pt x="4550" y="2139"/>
                      <a:pt x="4803" y="1827"/>
                      <a:pt x="4840" y="1417"/>
                    </a:cubicBezTo>
                    <a:cubicBezTo>
                      <a:pt x="5034" y="1423"/>
                      <a:pt x="5213" y="1510"/>
                      <a:pt x="5373" y="1682"/>
                    </a:cubicBezTo>
                    <a:cubicBezTo>
                      <a:pt x="5651" y="1972"/>
                      <a:pt x="5586" y="2321"/>
                      <a:pt x="5485" y="2561"/>
                    </a:cubicBezTo>
                    <a:cubicBezTo>
                      <a:pt x="5247" y="3113"/>
                      <a:pt x="4581" y="3616"/>
                      <a:pt x="4090" y="3616"/>
                    </a:cubicBezTo>
                    <a:cubicBezTo>
                      <a:pt x="4086" y="3616"/>
                      <a:pt x="4082" y="3616"/>
                      <a:pt x="4077" y="3616"/>
                    </a:cubicBezTo>
                    <a:cubicBezTo>
                      <a:pt x="3958" y="3616"/>
                      <a:pt x="3843" y="3576"/>
                      <a:pt x="3748" y="3505"/>
                    </a:cubicBezTo>
                    <a:cubicBezTo>
                      <a:pt x="3699" y="3465"/>
                      <a:pt x="3652" y="3422"/>
                      <a:pt x="3609" y="3372"/>
                    </a:cubicBezTo>
                    <a:cubicBezTo>
                      <a:pt x="3816" y="3157"/>
                      <a:pt x="3884" y="2845"/>
                      <a:pt x="3788" y="2564"/>
                    </a:cubicBezTo>
                    <a:cubicBezTo>
                      <a:pt x="3723" y="2352"/>
                      <a:pt x="3609" y="2321"/>
                      <a:pt x="3548" y="2321"/>
                    </a:cubicBezTo>
                    <a:cubicBezTo>
                      <a:pt x="3455" y="2321"/>
                      <a:pt x="3366" y="2389"/>
                      <a:pt x="3307" y="2506"/>
                    </a:cubicBezTo>
                    <a:cubicBezTo>
                      <a:pt x="3202" y="2716"/>
                      <a:pt x="3187" y="3049"/>
                      <a:pt x="3381" y="3351"/>
                    </a:cubicBezTo>
                    <a:cubicBezTo>
                      <a:pt x="3181" y="3505"/>
                      <a:pt x="2807" y="3669"/>
                      <a:pt x="2120" y="3669"/>
                    </a:cubicBezTo>
                    <a:lnTo>
                      <a:pt x="2070" y="3669"/>
                    </a:lnTo>
                    <a:cubicBezTo>
                      <a:pt x="1651" y="3662"/>
                      <a:pt x="1469" y="3447"/>
                      <a:pt x="1392" y="3231"/>
                    </a:cubicBezTo>
                    <a:cubicBezTo>
                      <a:pt x="1657" y="3215"/>
                      <a:pt x="1873" y="3086"/>
                      <a:pt x="1972" y="2879"/>
                    </a:cubicBezTo>
                    <a:cubicBezTo>
                      <a:pt x="2073" y="2672"/>
                      <a:pt x="2033" y="2432"/>
                      <a:pt x="1864" y="2222"/>
                    </a:cubicBezTo>
                    <a:cubicBezTo>
                      <a:pt x="1771" y="2105"/>
                      <a:pt x="1679" y="2080"/>
                      <a:pt x="1617" y="2080"/>
                    </a:cubicBezTo>
                    <a:cubicBezTo>
                      <a:pt x="1527" y="2080"/>
                      <a:pt x="1441" y="2130"/>
                      <a:pt x="1367" y="2222"/>
                    </a:cubicBezTo>
                    <a:cubicBezTo>
                      <a:pt x="1216" y="2410"/>
                      <a:pt x="1139" y="2749"/>
                      <a:pt x="1173" y="3049"/>
                    </a:cubicBezTo>
                    <a:cubicBezTo>
                      <a:pt x="966" y="3002"/>
                      <a:pt x="769" y="2913"/>
                      <a:pt x="602" y="2783"/>
                    </a:cubicBezTo>
                    <a:cubicBezTo>
                      <a:pt x="161" y="2456"/>
                      <a:pt x="254" y="2003"/>
                      <a:pt x="312" y="1821"/>
                    </a:cubicBezTo>
                    <a:cubicBezTo>
                      <a:pt x="442" y="1426"/>
                      <a:pt x="790" y="1106"/>
                      <a:pt x="1086" y="1106"/>
                    </a:cubicBezTo>
                    <a:cubicBezTo>
                      <a:pt x="1157" y="1106"/>
                      <a:pt x="1228" y="1124"/>
                      <a:pt x="1290" y="1161"/>
                    </a:cubicBezTo>
                    <a:cubicBezTo>
                      <a:pt x="1304" y="1169"/>
                      <a:pt x="1319" y="1173"/>
                      <a:pt x="1333" y="1173"/>
                    </a:cubicBezTo>
                    <a:cubicBezTo>
                      <a:pt x="1382" y="1173"/>
                      <a:pt x="1427" y="1130"/>
                      <a:pt x="1419" y="1075"/>
                    </a:cubicBezTo>
                    <a:cubicBezTo>
                      <a:pt x="1419" y="1072"/>
                      <a:pt x="1358" y="621"/>
                      <a:pt x="1574" y="375"/>
                    </a:cubicBezTo>
                    <a:cubicBezTo>
                      <a:pt x="1664" y="270"/>
                      <a:pt x="1793" y="218"/>
                      <a:pt x="1959" y="218"/>
                    </a:cubicBezTo>
                    <a:cubicBezTo>
                      <a:pt x="2076" y="218"/>
                      <a:pt x="2212" y="243"/>
                      <a:pt x="2366" y="294"/>
                    </a:cubicBezTo>
                    <a:cubicBezTo>
                      <a:pt x="2508" y="338"/>
                      <a:pt x="2641" y="402"/>
                      <a:pt x="2761" y="486"/>
                    </a:cubicBezTo>
                    <a:cubicBezTo>
                      <a:pt x="2527" y="809"/>
                      <a:pt x="2446" y="1244"/>
                      <a:pt x="2709" y="1463"/>
                    </a:cubicBezTo>
                    <a:cubicBezTo>
                      <a:pt x="2777" y="1525"/>
                      <a:pt x="2863" y="1562"/>
                      <a:pt x="2955" y="1565"/>
                    </a:cubicBezTo>
                    <a:cubicBezTo>
                      <a:pt x="3094" y="1565"/>
                      <a:pt x="3218" y="1466"/>
                      <a:pt x="3273" y="1306"/>
                    </a:cubicBezTo>
                    <a:cubicBezTo>
                      <a:pt x="3353" y="1075"/>
                      <a:pt x="3298" y="735"/>
                      <a:pt x="3002" y="458"/>
                    </a:cubicBezTo>
                    <a:cubicBezTo>
                      <a:pt x="3182" y="270"/>
                      <a:pt x="3403" y="170"/>
                      <a:pt x="3628" y="170"/>
                    </a:cubicBezTo>
                    <a:close/>
                    <a:moveTo>
                      <a:pt x="3632" y="0"/>
                    </a:moveTo>
                    <a:cubicBezTo>
                      <a:pt x="3356" y="0"/>
                      <a:pt x="3085" y="122"/>
                      <a:pt x="2872" y="350"/>
                    </a:cubicBezTo>
                    <a:cubicBezTo>
                      <a:pt x="2733" y="257"/>
                      <a:pt x="2582" y="183"/>
                      <a:pt x="2422" y="131"/>
                    </a:cubicBezTo>
                    <a:cubicBezTo>
                      <a:pt x="2252" y="76"/>
                      <a:pt x="2099" y="48"/>
                      <a:pt x="1963" y="48"/>
                    </a:cubicBezTo>
                    <a:cubicBezTo>
                      <a:pt x="1743" y="48"/>
                      <a:pt x="1568" y="120"/>
                      <a:pt x="1444" y="264"/>
                    </a:cubicBezTo>
                    <a:cubicBezTo>
                      <a:pt x="1262" y="470"/>
                      <a:pt x="1237" y="776"/>
                      <a:pt x="1241" y="954"/>
                    </a:cubicBezTo>
                    <a:cubicBezTo>
                      <a:pt x="1191" y="939"/>
                      <a:pt x="1139" y="933"/>
                      <a:pt x="1089" y="933"/>
                    </a:cubicBezTo>
                    <a:cubicBezTo>
                      <a:pt x="716" y="933"/>
                      <a:pt x="306" y="1300"/>
                      <a:pt x="152" y="1766"/>
                    </a:cubicBezTo>
                    <a:cubicBezTo>
                      <a:pt x="1" y="2225"/>
                      <a:pt x="127" y="2645"/>
                      <a:pt x="500" y="2919"/>
                    </a:cubicBezTo>
                    <a:cubicBezTo>
                      <a:pt x="735" y="3092"/>
                      <a:pt x="978" y="3197"/>
                      <a:pt x="1210" y="3224"/>
                    </a:cubicBezTo>
                    <a:cubicBezTo>
                      <a:pt x="1321" y="3613"/>
                      <a:pt x="1632" y="3835"/>
                      <a:pt x="2070" y="3838"/>
                    </a:cubicBezTo>
                    <a:lnTo>
                      <a:pt x="2120" y="3838"/>
                    </a:lnTo>
                    <a:cubicBezTo>
                      <a:pt x="2715" y="3838"/>
                      <a:pt x="3184" y="3718"/>
                      <a:pt x="3483" y="3490"/>
                    </a:cubicBezTo>
                    <a:cubicBezTo>
                      <a:pt x="3532" y="3542"/>
                      <a:pt x="3585" y="3595"/>
                      <a:pt x="3643" y="3641"/>
                    </a:cubicBezTo>
                    <a:cubicBezTo>
                      <a:pt x="3766" y="3737"/>
                      <a:pt x="3921" y="3786"/>
                      <a:pt x="4076" y="3786"/>
                    </a:cubicBezTo>
                    <a:cubicBezTo>
                      <a:pt x="4081" y="3786"/>
                      <a:pt x="4086" y="3786"/>
                      <a:pt x="4090" y="3786"/>
                    </a:cubicBezTo>
                    <a:cubicBezTo>
                      <a:pt x="4652" y="3786"/>
                      <a:pt x="5377" y="3246"/>
                      <a:pt x="5642" y="2629"/>
                    </a:cubicBezTo>
                    <a:cubicBezTo>
                      <a:pt x="5815" y="2222"/>
                      <a:pt x="5765" y="1843"/>
                      <a:pt x="5500" y="1565"/>
                    </a:cubicBezTo>
                    <a:cubicBezTo>
                      <a:pt x="5303" y="1358"/>
                      <a:pt x="5084" y="1254"/>
                      <a:pt x="4843" y="1247"/>
                    </a:cubicBezTo>
                    <a:cubicBezTo>
                      <a:pt x="4821" y="819"/>
                      <a:pt x="4572" y="418"/>
                      <a:pt x="4161" y="159"/>
                    </a:cubicBezTo>
                    <a:cubicBezTo>
                      <a:pt x="3992" y="52"/>
                      <a:pt x="3811" y="0"/>
                      <a:pt x="36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7" name="Google Shape;927;p9"/>
            <p:cNvGrpSpPr/>
            <p:nvPr/>
          </p:nvGrpSpPr>
          <p:grpSpPr>
            <a:xfrm>
              <a:off x="241328" y="274302"/>
              <a:ext cx="299552" cy="265537"/>
              <a:chOff x="8792070" y="4843090"/>
              <a:chExt cx="142474" cy="126290"/>
            </a:xfrm>
          </p:grpSpPr>
          <p:sp>
            <p:nvSpPr>
              <p:cNvPr id="928" name="Google Shape;928;p9"/>
              <p:cNvSpPr/>
              <p:nvPr/>
            </p:nvSpPr>
            <p:spPr>
              <a:xfrm>
                <a:off x="8835905" y="4843090"/>
                <a:ext cx="69128" cy="58982"/>
              </a:xfrm>
              <a:custGeom>
                <a:avLst/>
                <a:gdLst/>
                <a:ahLst/>
                <a:cxnLst/>
                <a:rect l="l" t="t" r="r" b="b"/>
                <a:pathLst>
                  <a:path w="1935" h="1651" extrusionOk="0">
                    <a:moveTo>
                      <a:pt x="926" y="796"/>
                    </a:moveTo>
                    <a:cubicBezTo>
                      <a:pt x="947" y="848"/>
                      <a:pt x="960" y="904"/>
                      <a:pt x="966" y="959"/>
                    </a:cubicBezTo>
                    <a:cubicBezTo>
                      <a:pt x="958" y="961"/>
                      <a:pt x="950" y="962"/>
                      <a:pt x="941" y="962"/>
                    </a:cubicBezTo>
                    <a:cubicBezTo>
                      <a:pt x="933" y="962"/>
                      <a:pt x="924" y="961"/>
                      <a:pt x="917" y="959"/>
                    </a:cubicBezTo>
                    <a:cubicBezTo>
                      <a:pt x="904" y="938"/>
                      <a:pt x="904" y="882"/>
                      <a:pt x="926" y="796"/>
                    </a:cubicBezTo>
                    <a:close/>
                    <a:moveTo>
                      <a:pt x="1472" y="164"/>
                    </a:moveTo>
                    <a:cubicBezTo>
                      <a:pt x="1537" y="164"/>
                      <a:pt x="1595" y="194"/>
                      <a:pt x="1635" y="241"/>
                    </a:cubicBezTo>
                    <a:cubicBezTo>
                      <a:pt x="1725" y="327"/>
                      <a:pt x="1771" y="447"/>
                      <a:pt x="1765" y="571"/>
                    </a:cubicBezTo>
                    <a:cubicBezTo>
                      <a:pt x="1746" y="950"/>
                      <a:pt x="1296" y="1348"/>
                      <a:pt x="1296" y="1348"/>
                    </a:cubicBezTo>
                    <a:cubicBezTo>
                      <a:pt x="1197" y="1431"/>
                      <a:pt x="1074" y="1481"/>
                      <a:pt x="947" y="1487"/>
                    </a:cubicBezTo>
                    <a:cubicBezTo>
                      <a:pt x="565" y="1487"/>
                      <a:pt x="275" y="999"/>
                      <a:pt x="210" y="645"/>
                    </a:cubicBezTo>
                    <a:cubicBezTo>
                      <a:pt x="183" y="491"/>
                      <a:pt x="189" y="312"/>
                      <a:pt x="297" y="272"/>
                    </a:cubicBezTo>
                    <a:cubicBezTo>
                      <a:pt x="328" y="262"/>
                      <a:pt x="358" y="256"/>
                      <a:pt x="389" y="256"/>
                    </a:cubicBezTo>
                    <a:cubicBezTo>
                      <a:pt x="559" y="256"/>
                      <a:pt x="722" y="423"/>
                      <a:pt x="827" y="592"/>
                    </a:cubicBezTo>
                    <a:cubicBezTo>
                      <a:pt x="778" y="710"/>
                      <a:pt x="704" y="922"/>
                      <a:pt x="781" y="1046"/>
                    </a:cubicBezTo>
                    <a:cubicBezTo>
                      <a:pt x="815" y="1098"/>
                      <a:pt x="867" y="1125"/>
                      <a:pt x="932" y="1125"/>
                    </a:cubicBezTo>
                    <a:cubicBezTo>
                      <a:pt x="956" y="1125"/>
                      <a:pt x="982" y="1121"/>
                      <a:pt x="1009" y="1114"/>
                    </a:cubicBezTo>
                    <a:cubicBezTo>
                      <a:pt x="1052" y="1101"/>
                      <a:pt x="1086" y="1070"/>
                      <a:pt x="1105" y="1027"/>
                    </a:cubicBezTo>
                    <a:cubicBezTo>
                      <a:pt x="1148" y="916"/>
                      <a:pt x="1086" y="734"/>
                      <a:pt x="1009" y="586"/>
                    </a:cubicBezTo>
                    <a:cubicBezTo>
                      <a:pt x="1123" y="370"/>
                      <a:pt x="1311" y="164"/>
                      <a:pt x="1472" y="164"/>
                    </a:cubicBezTo>
                    <a:close/>
                    <a:moveTo>
                      <a:pt x="1472" y="0"/>
                    </a:moveTo>
                    <a:cubicBezTo>
                      <a:pt x="1247" y="0"/>
                      <a:pt x="1043" y="210"/>
                      <a:pt x="914" y="429"/>
                    </a:cubicBezTo>
                    <a:cubicBezTo>
                      <a:pt x="809" y="287"/>
                      <a:pt x="624" y="93"/>
                      <a:pt x="389" y="93"/>
                    </a:cubicBezTo>
                    <a:cubicBezTo>
                      <a:pt x="337" y="93"/>
                      <a:pt x="287" y="102"/>
                      <a:pt x="241" y="120"/>
                    </a:cubicBezTo>
                    <a:cubicBezTo>
                      <a:pt x="72" y="185"/>
                      <a:pt x="1" y="392"/>
                      <a:pt x="50" y="676"/>
                    </a:cubicBezTo>
                    <a:cubicBezTo>
                      <a:pt x="124" y="1067"/>
                      <a:pt x="457" y="1650"/>
                      <a:pt x="947" y="1650"/>
                    </a:cubicBezTo>
                    <a:cubicBezTo>
                      <a:pt x="1099" y="1650"/>
                      <a:pt x="1250" y="1589"/>
                      <a:pt x="1398" y="1471"/>
                    </a:cubicBezTo>
                    <a:cubicBezTo>
                      <a:pt x="1419" y="1453"/>
                      <a:pt x="1907" y="1027"/>
                      <a:pt x="1925" y="577"/>
                    </a:cubicBezTo>
                    <a:cubicBezTo>
                      <a:pt x="1934" y="410"/>
                      <a:pt x="1873" y="247"/>
                      <a:pt x="1752" y="130"/>
                    </a:cubicBezTo>
                    <a:cubicBezTo>
                      <a:pt x="1682" y="49"/>
                      <a:pt x="1580" y="3"/>
                      <a:pt x="1472"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9"/>
              <p:cNvSpPr/>
              <p:nvPr/>
            </p:nvSpPr>
            <p:spPr>
              <a:xfrm>
                <a:off x="8856626" y="4909183"/>
                <a:ext cx="68020" cy="60197"/>
              </a:xfrm>
              <a:custGeom>
                <a:avLst/>
                <a:gdLst/>
                <a:ahLst/>
                <a:cxnLst/>
                <a:rect l="l" t="t" r="r" b="b"/>
                <a:pathLst>
                  <a:path w="1904" h="1685" extrusionOk="0">
                    <a:moveTo>
                      <a:pt x="809" y="676"/>
                    </a:moveTo>
                    <a:cubicBezTo>
                      <a:pt x="821" y="688"/>
                      <a:pt x="836" y="750"/>
                      <a:pt x="830" y="849"/>
                    </a:cubicBezTo>
                    <a:cubicBezTo>
                      <a:pt x="781" y="769"/>
                      <a:pt x="771" y="710"/>
                      <a:pt x="778" y="692"/>
                    </a:cubicBezTo>
                    <a:cubicBezTo>
                      <a:pt x="787" y="685"/>
                      <a:pt x="799" y="679"/>
                      <a:pt x="809" y="676"/>
                    </a:cubicBezTo>
                    <a:close/>
                    <a:moveTo>
                      <a:pt x="784" y="161"/>
                    </a:moveTo>
                    <a:lnTo>
                      <a:pt x="784" y="164"/>
                    </a:lnTo>
                    <a:cubicBezTo>
                      <a:pt x="870" y="164"/>
                      <a:pt x="957" y="183"/>
                      <a:pt x="1037" y="217"/>
                    </a:cubicBezTo>
                    <a:cubicBezTo>
                      <a:pt x="1043" y="220"/>
                      <a:pt x="1583" y="476"/>
                      <a:pt x="1703" y="837"/>
                    </a:cubicBezTo>
                    <a:cubicBezTo>
                      <a:pt x="1743" y="954"/>
                      <a:pt x="1731" y="1080"/>
                      <a:pt x="1669" y="1188"/>
                    </a:cubicBezTo>
                    <a:cubicBezTo>
                      <a:pt x="1623" y="1274"/>
                      <a:pt x="1558" y="1318"/>
                      <a:pt x="1472" y="1318"/>
                    </a:cubicBezTo>
                    <a:cubicBezTo>
                      <a:pt x="1311" y="1318"/>
                      <a:pt x="1111" y="1176"/>
                      <a:pt x="972" y="1028"/>
                    </a:cubicBezTo>
                    <a:cubicBezTo>
                      <a:pt x="1006" y="864"/>
                      <a:pt x="1015" y="673"/>
                      <a:pt x="941" y="577"/>
                    </a:cubicBezTo>
                    <a:cubicBezTo>
                      <a:pt x="913" y="540"/>
                      <a:pt x="870" y="519"/>
                      <a:pt x="824" y="519"/>
                    </a:cubicBezTo>
                    <a:cubicBezTo>
                      <a:pt x="697" y="522"/>
                      <a:pt x="648" y="587"/>
                      <a:pt x="633" y="624"/>
                    </a:cubicBezTo>
                    <a:cubicBezTo>
                      <a:pt x="568" y="766"/>
                      <a:pt x="704" y="966"/>
                      <a:pt x="790" y="1071"/>
                    </a:cubicBezTo>
                    <a:cubicBezTo>
                      <a:pt x="728" y="1288"/>
                      <a:pt x="596" y="1525"/>
                      <a:pt x="391" y="1525"/>
                    </a:cubicBezTo>
                    <a:cubicBezTo>
                      <a:pt x="383" y="1525"/>
                      <a:pt x="375" y="1525"/>
                      <a:pt x="367" y="1524"/>
                    </a:cubicBezTo>
                    <a:cubicBezTo>
                      <a:pt x="247" y="1512"/>
                      <a:pt x="167" y="1305"/>
                      <a:pt x="179" y="1028"/>
                    </a:cubicBezTo>
                    <a:cubicBezTo>
                      <a:pt x="198" y="608"/>
                      <a:pt x="414" y="161"/>
                      <a:pt x="784" y="161"/>
                    </a:cubicBezTo>
                    <a:close/>
                    <a:moveTo>
                      <a:pt x="784" y="1"/>
                    </a:moveTo>
                    <a:cubicBezTo>
                      <a:pt x="309" y="1"/>
                      <a:pt x="37" y="516"/>
                      <a:pt x="16" y="1022"/>
                    </a:cubicBezTo>
                    <a:cubicBezTo>
                      <a:pt x="0" y="1407"/>
                      <a:pt x="130" y="1666"/>
                      <a:pt x="352" y="1685"/>
                    </a:cubicBezTo>
                    <a:lnTo>
                      <a:pt x="389" y="1685"/>
                    </a:lnTo>
                    <a:cubicBezTo>
                      <a:pt x="651" y="1685"/>
                      <a:pt x="824" y="1456"/>
                      <a:pt x="916" y="1207"/>
                    </a:cubicBezTo>
                    <a:cubicBezTo>
                      <a:pt x="1071" y="1352"/>
                      <a:pt x="1274" y="1481"/>
                      <a:pt x="1469" y="1481"/>
                    </a:cubicBezTo>
                    <a:cubicBezTo>
                      <a:pt x="1570" y="1481"/>
                      <a:pt x="1712" y="1444"/>
                      <a:pt x="1805" y="1265"/>
                    </a:cubicBezTo>
                    <a:cubicBezTo>
                      <a:pt x="1888" y="1120"/>
                      <a:pt x="1903" y="944"/>
                      <a:pt x="1851" y="787"/>
                    </a:cubicBezTo>
                    <a:cubicBezTo>
                      <a:pt x="1709" y="362"/>
                      <a:pt x="1126" y="84"/>
                      <a:pt x="1098" y="69"/>
                    </a:cubicBezTo>
                    <a:cubicBezTo>
                      <a:pt x="997" y="25"/>
                      <a:pt x="892" y="4"/>
                      <a:pt x="784"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9"/>
              <p:cNvSpPr/>
              <p:nvPr/>
            </p:nvSpPr>
            <p:spPr>
              <a:xfrm>
                <a:off x="8792070" y="4893678"/>
                <a:ext cx="69092" cy="50086"/>
              </a:xfrm>
              <a:custGeom>
                <a:avLst/>
                <a:gdLst/>
                <a:ahLst/>
                <a:cxnLst/>
                <a:rect l="l" t="t" r="r" b="b"/>
                <a:pathLst>
                  <a:path w="1934" h="1402" extrusionOk="0">
                    <a:moveTo>
                      <a:pt x="1147" y="1"/>
                    </a:moveTo>
                    <a:cubicBezTo>
                      <a:pt x="1058" y="1"/>
                      <a:pt x="963" y="19"/>
                      <a:pt x="867" y="65"/>
                    </a:cubicBezTo>
                    <a:cubicBezTo>
                      <a:pt x="386" y="290"/>
                      <a:pt x="0" y="740"/>
                      <a:pt x="241" y="1042"/>
                    </a:cubicBezTo>
                    <a:cubicBezTo>
                      <a:pt x="397" y="1239"/>
                      <a:pt x="698" y="1401"/>
                      <a:pt x="1009" y="1401"/>
                    </a:cubicBezTo>
                    <a:cubicBezTo>
                      <a:pt x="1176" y="1401"/>
                      <a:pt x="1347" y="1354"/>
                      <a:pt x="1499" y="1240"/>
                    </a:cubicBezTo>
                    <a:cubicBezTo>
                      <a:pt x="1934" y="910"/>
                      <a:pt x="1934" y="416"/>
                      <a:pt x="1789" y="296"/>
                    </a:cubicBezTo>
                    <a:cubicBezTo>
                      <a:pt x="1789" y="296"/>
                      <a:pt x="1508" y="1"/>
                      <a:pt x="11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9"/>
              <p:cNvSpPr/>
              <p:nvPr/>
            </p:nvSpPr>
            <p:spPr>
              <a:xfrm>
                <a:off x="8838763" y="4894428"/>
                <a:ext cx="12397" cy="38369"/>
              </a:xfrm>
              <a:custGeom>
                <a:avLst/>
                <a:gdLst/>
                <a:ahLst/>
                <a:cxnLst/>
                <a:rect l="l" t="t" r="r" b="b"/>
                <a:pathLst>
                  <a:path w="347" h="1074" extrusionOk="0">
                    <a:moveTo>
                      <a:pt x="1" y="0"/>
                    </a:moveTo>
                    <a:cubicBezTo>
                      <a:pt x="1" y="1"/>
                      <a:pt x="214" y="957"/>
                      <a:pt x="346" y="1074"/>
                    </a:cubicBez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9"/>
              <p:cNvSpPr/>
              <p:nvPr/>
            </p:nvSpPr>
            <p:spPr>
              <a:xfrm>
                <a:off x="8835262" y="4891285"/>
                <a:ext cx="19863" cy="44370"/>
              </a:xfrm>
              <a:custGeom>
                <a:avLst/>
                <a:gdLst/>
                <a:ahLst/>
                <a:cxnLst/>
                <a:rect l="l" t="t" r="r" b="b"/>
                <a:pathLst>
                  <a:path w="556" h="1242" extrusionOk="0">
                    <a:moveTo>
                      <a:pt x="98" y="0"/>
                    </a:moveTo>
                    <a:cubicBezTo>
                      <a:pt x="50" y="0"/>
                      <a:pt x="1" y="40"/>
                      <a:pt x="19" y="104"/>
                    </a:cubicBezTo>
                    <a:cubicBezTo>
                      <a:pt x="71" y="335"/>
                      <a:pt x="250" y="1097"/>
                      <a:pt x="392" y="1223"/>
                    </a:cubicBezTo>
                    <a:cubicBezTo>
                      <a:pt x="407" y="1236"/>
                      <a:pt x="426" y="1242"/>
                      <a:pt x="447" y="1242"/>
                    </a:cubicBezTo>
                    <a:cubicBezTo>
                      <a:pt x="521" y="1242"/>
                      <a:pt x="555" y="1149"/>
                      <a:pt x="500" y="1100"/>
                    </a:cubicBezTo>
                    <a:cubicBezTo>
                      <a:pt x="429" y="1038"/>
                      <a:pt x="278" y="517"/>
                      <a:pt x="176" y="70"/>
                    </a:cubicBezTo>
                    <a:cubicBezTo>
                      <a:pt x="168" y="22"/>
                      <a:pt x="133" y="0"/>
                      <a:pt x="9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9"/>
              <p:cNvSpPr/>
              <p:nvPr/>
            </p:nvSpPr>
            <p:spPr>
              <a:xfrm>
                <a:off x="8821794" y="4897286"/>
                <a:ext cx="16255" cy="44978"/>
              </a:xfrm>
              <a:custGeom>
                <a:avLst/>
                <a:gdLst/>
                <a:ahLst/>
                <a:cxnLst/>
                <a:rect l="l" t="t" r="r" b="b"/>
                <a:pathLst>
                  <a:path w="455" h="1259" extrusionOk="0">
                    <a:moveTo>
                      <a:pt x="1" y="1"/>
                    </a:moveTo>
                    <a:cubicBezTo>
                      <a:pt x="1" y="1"/>
                      <a:pt x="285" y="1111"/>
                      <a:pt x="454" y="1259"/>
                    </a:cubicBez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9"/>
              <p:cNvSpPr/>
              <p:nvPr/>
            </p:nvSpPr>
            <p:spPr>
              <a:xfrm>
                <a:off x="8818150" y="4894143"/>
                <a:ext cx="23864" cy="51122"/>
              </a:xfrm>
              <a:custGeom>
                <a:avLst/>
                <a:gdLst/>
                <a:ahLst/>
                <a:cxnLst/>
                <a:rect l="l" t="t" r="r" b="b"/>
                <a:pathLst>
                  <a:path w="668" h="1431" extrusionOk="0">
                    <a:moveTo>
                      <a:pt x="103" y="1"/>
                    </a:moveTo>
                    <a:cubicBezTo>
                      <a:pt x="52" y="1"/>
                      <a:pt x="1" y="43"/>
                      <a:pt x="23" y="110"/>
                    </a:cubicBezTo>
                    <a:cubicBezTo>
                      <a:pt x="72" y="298"/>
                      <a:pt x="325" y="1251"/>
                      <a:pt x="504" y="1409"/>
                    </a:cubicBezTo>
                    <a:cubicBezTo>
                      <a:pt x="519" y="1421"/>
                      <a:pt x="538" y="1427"/>
                      <a:pt x="556" y="1427"/>
                    </a:cubicBezTo>
                    <a:lnTo>
                      <a:pt x="556" y="1430"/>
                    </a:lnTo>
                    <a:cubicBezTo>
                      <a:pt x="630" y="1430"/>
                      <a:pt x="667" y="1338"/>
                      <a:pt x="612" y="1288"/>
                    </a:cubicBezTo>
                    <a:cubicBezTo>
                      <a:pt x="507" y="1196"/>
                      <a:pt x="297" y="520"/>
                      <a:pt x="180" y="70"/>
                    </a:cubicBezTo>
                    <a:cubicBezTo>
                      <a:pt x="172" y="22"/>
                      <a:pt x="138" y="1"/>
                      <a:pt x="1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9"/>
              <p:cNvSpPr/>
              <p:nvPr/>
            </p:nvSpPr>
            <p:spPr>
              <a:xfrm>
                <a:off x="8888458" y="4866562"/>
                <a:ext cx="33189" cy="34296"/>
              </a:xfrm>
              <a:custGeom>
                <a:avLst/>
                <a:gdLst/>
                <a:ahLst/>
                <a:cxnLst/>
                <a:rect l="l" t="t" r="r" b="b"/>
                <a:pathLst>
                  <a:path w="929" h="960" extrusionOk="0">
                    <a:moveTo>
                      <a:pt x="841" y="1"/>
                    </a:moveTo>
                    <a:cubicBezTo>
                      <a:pt x="805" y="1"/>
                      <a:pt x="770" y="22"/>
                      <a:pt x="763" y="68"/>
                    </a:cubicBezTo>
                    <a:cubicBezTo>
                      <a:pt x="682" y="679"/>
                      <a:pt x="118" y="796"/>
                      <a:pt x="96" y="799"/>
                    </a:cubicBezTo>
                    <a:cubicBezTo>
                      <a:pt x="1" y="817"/>
                      <a:pt x="13" y="959"/>
                      <a:pt x="112" y="959"/>
                    </a:cubicBezTo>
                    <a:lnTo>
                      <a:pt x="127" y="959"/>
                    </a:lnTo>
                    <a:cubicBezTo>
                      <a:pt x="133" y="956"/>
                      <a:pt x="824" y="820"/>
                      <a:pt x="923" y="90"/>
                    </a:cubicBezTo>
                    <a:cubicBezTo>
                      <a:pt x="928" y="32"/>
                      <a:pt x="884" y="1"/>
                      <a:pt x="8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9"/>
              <p:cNvSpPr/>
              <p:nvPr/>
            </p:nvSpPr>
            <p:spPr>
              <a:xfrm>
                <a:off x="8810218" y="4907861"/>
                <a:ext cx="12825" cy="35511"/>
              </a:xfrm>
              <a:custGeom>
                <a:avLst/>
                <a:gdLst/>
                <a:ahLst/>
                <a:cxnLst/>
                <a:rect l="l" t="t" r="r" b="b"/>
                <a:pathLst>
                  <a:path w="359" h="994" extrusionOk="0">
                    <a:moveTo>
                      <a:pt x="1" y="1"/>
                    </a:moveTo>
                    <a:lnTo>
                      <a:pt x="1" y="1"/>
                    </a:lnTo>
                    <a:cubicBezTo>
                      <a:pt x="1" y="1"/>
                      <a:pt x="143" y="827"/>
                      <a:pt x="359" y="994"/>
                    </a:cubicBez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9"/>
              <p:cNvSpPr/>
              <p:nvPr/>
            </p:nvSpPr>
            <p:spPr>
              <a:xfrm>
                <a:off x="8806824" y="4904860"/>
                <a:ext cx="20185" cy="41512"/>
              </a:xfrm>
              <a:custGeom>
                <a:avLst/>
                <a:gdLst/>
                <a:ahLst/>
                <a:cxnLst/>
                <a:rect l="l" t="t" r="r" b="b"/>
                <a:pathLst>
                  <a:path w="565" h="1162" extrusionOk="0">
                    <a:moveTo>
                      <a:pt x="96" y="0"/>
                    </a:moveTo>
                    <a:cubicBezTo>
                      <a:pt x="48" y="0"/>
                      <a:pt x="0" y="37"/>
                      <a:pt x="16" y="100"/>
                    </a:cubicBezTo>
                    <a:cubicBezTo>
                      <a:pt x="31" y="186"/>
                      <a:pt x="173" y="961"/>
                      <a:pt x="404" y="1143"/>
                    </a:cubicBezTo>
                    <a:cubicBezTo>
                      <a:pt x="420" y="1155"/>
                      <a:pt x="435" y="1161"/>
                      <a:pt x="454" y="1161"/>
                    </a:cubicBezTo>
                    <a:cubicBezTo>
                      <a:pt x="531" y="1161"/>
                      <a:pt x="565" y="1062"/>
                      <a:pt x="503" y="1016"/>
                    </a:cubicBezTo>
                    <a:cubicBezTo>
                      <a:pt x="364" y="908"/>
                      <a:pt x="229" y="381"/>
                      <a:pt x="176" y="72"/>
                    </a:cubicBezTo>
                    <a:cubicBezTo>
                      <a:pt x="169" y="23"/>
                      <a:pt x="133" y="0"/>
                      <a:pt x="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9"/>
              <p:cNvSpPr/>
              <p:nvPr/>
            </p:nvSpPr>
            <p:spPr>
              <a:xfrm>
                <a:off x="8888387" y="4899466"/>
                <a:ext cx="46157" cy="17898"/>
              </a:xfrm>
              <a:custGeom>
                <a:avLst/>
                <a:gdLst/>
                <a:ahLst/>
                <a:cxnLst/>
                <a:rect l="l" t="t" r="r" b="b"/>
                <a:pathLst>
                  <a:path w="1292" h="501" extrusionOk="0">
                    <a:moveTo>
                      <a:pt x="514" y="1"/>
                    </a:moveTo>
                    <a:cubicBezTo>
                      <a:pt x="390" y="1"/>
                      <a:pt x="249" y="22"/>
                      <a:pt x="92" y="75"/>
                    </a:cubicBezTo>
                    <a:cubicBezTo>
                      <a:pt x="0" y="106"/>
                      <a:pt x="34" y="234"/>
                      <a:pt x="116" y="234"/>
                    </a:cubicBezTo>
                    <a:cubicBezTo>
                      <a:pt x="125" y="234"/>
                      <a:pt x="135" y="233"/>
                      <a:pt x="145" y="230"/>
                    </a:cubicBezTo>
                    <a:cubicBezTo>
                      <a:pt x="286" y="182"/>
                      <a:pt x="410" y="163"/>
                      <a:pt x="518" y="163"/>
                    </a:cubicBezTo>
                    <a:cubicBezTo>
                      <a:pt x="937" y="163"/>
                      <a:pt x="1122" y="446"/>
                      <a:pt x="1132" y="461"/>
                    </a:cubicBezTo>
                    <a:cubicBezTo>
                      <a:pt x="1147" y="486"/>
                      <a:pt x="1172" y="501"/>
                      <a:pt x="1199" y="501"/>
                    </a:cubicBezTo>
                    <a:cubicBezTo>
                      <a:pt x="1215" y="501"/>
                      <a:pt x="1230" y="495"/>
                      <a:pt x="1243" y="489"/>
                    </a:cubicBezTo>
                    <a:cubicBezTo>
                      <a:pt x="1280" y="464"/>
                      <a:pt x="1292" y="415"/>
                      <a:pt x="1270" y="378"/>
                    </a:cubicBezTo>
                    <a:cubicBezTo>
                      <a:pt x="1268" y="373"/>
                      <a:pt x="1031" y="1"/>
                      <a:pt x="5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39" name="Google Shape;939;p9"/>
          <p:cNvGrpSpPr/>
          <p:nvPr/>
        </p:nvGrpSpPr>
        <p:grpSpPr>
          <a:xfrm>
            <a:off x="85064" y="3357080"/>
            <a:ext cx="1869349" cy="1821430"/>
            <a:chOff x="85064" y="3357080"/>
            <a:chExt cx="1869349" cy="1821430"/>
          </a:xfrm>
        </p:grpSpPr>
        <p:sp>
          <p:nvSpPr>
            <p:cNvPr id="940" name="Google Shape;940;p9"/>
            <p:cNvSpPr/>
            <p:nvPr/>
          </p:nvSpPr>
          <p:spPr>
            <a:xfrm>
              <a:off x="591016" y="4398235"/>
              <a:ext cx="117305" cy="117305"/>
            </a:xfrm>
            <a:custGeom>
              <a:avLst/>
              <a:gdLst/>
              <a:ahLst/>
              <a:cxnLst/>
              <a:rect l="l" t="t" r="r" b="b"/>
              <a:pathLst>
                <a:path w="1611" h="1611" extrusionOk="0">
                  <a:moveTo>
                    <a:pt x="871" y="1"/>
                  </a:moveTo>
                  <a:cubicBezTo>
                    <a:pt x="821" y="1"/>
                    <a:pt x="784" y="38"/>
                    <a:pt x="784" y="84"/>
                  </a:cubicBezTo>
                  <a:lnTo>
                    <a:pt x="781" y="574"/>
                  </a:lnTo>
                  <a:lnTo>
                    <a:pt x="488" y="263"/>
                  </a:lnTo>
                  <a:cubicBezTo>
                    <a:pt x="469" y="243"/>
                    <a:pt x="447" y="234"/>
                    <a:pt x="426" y="234"/>
                  </a:cubicBezTo>
                  <a:cubicBezTo>
                    <a:pt x="360" y="234"/>
                    <a:pt x="303" y="317"/>
                    <a:pt x="362" y="380"/>
                  </a:cubicBezTo>
                  <a:lnTo>
                    <a:pt x="664" y="701"/>
                  </a:lnTo>
                  <a:lnTo>
                    <a:pt x="115" y="704"/>
                  </a:lnTo>
                  <a:cubicBezTo>
                    <a:pt x="1" y="704"/>
                    <a:pt x="1" y="877"/>
                    <a:pt x="115" y="877"/>
                  </a:cubicBezTo>
                  <a:lnTo>
                    <a:pt x="618" y="870"/>
                  </a:lnTo>
                  <a:lnTo>
                    <a:pt x="618" y="870"/>
                  </a:lnTo>
                  <a:lnTo>
                    <a:pt x="232" y="1142"/>
                  </a:lnTo>
                  <a:cubicBezTo>
                    <a:pt x="167" y="1191"/>
                    <a:pt x="201" y="1293"/>
                    <a:pt x="282" y="1296"/>
                  </a:cubicBezTo>
                  <a:cubicBezTo>
                    <a:pt x="297" y="1296"/>
                    <a:pt x="315" y="1290"/>
                    <a:pt x="331" y="1281"/>
                  </a:cubicBezTo>
                  <a:lnTo>
                    <a:pt x="781" y="966"/>
                  </a:lnTo>
                  <a:lnTo>
                    <a:pt x="775" y="1524"/>
                  </a:lnTo>
                  <a:cubicBezTo>
                    <a:pt x="775" y="1571"/>
                    <a:pt x="815" y="1611"/>
                    <a:pt x="861" y="1611"/>
                  </a:cubicBezTo>
                  <a:cubicBezTo>
                    <a:pt x="908" y="1611"/>
                    <a:pt x="948" y="1571"/>
                    <a:pt x="948" y="1524"/>
                  </a:cubicBezTo>
                  <a:lnTo>
                    <a:pt x="951" y="997"/>
                  </a:lnTo>
                  <a:lnTo>
                    <a:pt x="1262" y="1330"/>
                  </a:lnTo>
                  <a:cubicBezTo>
                    <a:pt x="1281" y="1345"/>
                    <a:pt x="1302" y="1355"/>
                    <a:pt x="1327" y="1355"/>
                  </a:cubicBezTo>
                  <a:cubicBezTo>
                    <a:pt x="1349" y="1355"/>
                    <a:pt x="1367" y="1349"/>
                    <a:pt x="1386" y="1333"/>
                  </a:cubicBezTo>
                  <a:cubicBezTo>
                    <a:pt x="1420" y="1299"/>
                    <a:pt x="1420" y="1247"/>
                    <a:pt x="1389" y="1210"/>
                  </a:cubicBezTo>
                  <a:lnTo>
                    <a:pt x="1059" y="864"/>
                  </a:lnTo>
                  <a:lnTo>
                    <a:pt x="1506" y="861"/>
                  </a:lnTo>
                  <a:cubicBezTo>
                    <a:pt x="1611" y="852"/>
                    <a:pt x="1611" y="695"/>
                    <a:pt x="1506" y="689"/>
                  </a:cubicBezTo>
                  <a:lnTo>
                    <a:pt x="1503" y="692"/>
                  </a:lnTo>
                  <a:lnTo>
                    <a:pt x="1170" y="695"/>
                  </a:lnTo>
                  <a:lnTo>
                    <a:pt x="1518" y="451"/>
                  </a:lnTo>
                  <a:cubicBezTo>
                    <a:pt x="1592" y="398"/>
                    <a:pt x="1540" y="297"/>
                    <a:pt x="1468" y="297"/>
                  </a:cubicBezTo>
                  <a:cubicBezTo>
                    <a:pt x="1453" y="297"/>
                    <a:pt x="1436" y="301"/>
                    <a:pt x="1420" y="312"/>
                  </a:cubicBezTo>
                  <a:lnTo>
                    <a:pt x="951" y="639"/>
                  </a:lnTo>
                  <a:lnTo>
                    <a:pt x="954" y="87"/>
                  </a:lnTo>
                  <a:cubicBezTo>
                    <a:pt x="954" y="38"/>
                    <a:pt x="917" y="1"/>
                    <a:pt x="8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9"/>
            <p:cNvSpPr/>
            <p:nvPr/>
          </p:nvSpPr>
          <p:spPr>
            <a:xfrm>
              <a:off x="85064" y="4802233"/>
              <a:ext cx="86504" cy="86286"/>
            </a:xfrm>
            <a:custGeom>
              <a:avLst/>
              <a:gdLst/>
              <a:ahLst/>
              <a:cxnLst/>
              <a:rect l="l" t="t" r="r" b="b"/>
              <a:pathLst>
                <a:path w="1188" h="1185" extrusionOk="0">
                  <a:moveTo>
                    <a:pt x="596" y="170"/>
                  </a:moveTo>
                  <a:cubicBezTo>
                    <a:pt x="827" y="173"/>
                    <a:pt x="1015" y="361"/>
                    <a:pt x="1012" y="596"/>
                  </a:cubicBezTo>
                  <a:cubicBezTo>
                    <a:pt x="1009" y="827"/>
                    <a:pt x="824" y="1012"/>
                    <a:pt x="592" y="1015"/>
                  </a:cubicBezTo>
                  <a:cubicBezTo>
                    <a:pt x="364" y="1006"/>
                    <a:pt x="185" y="818"/>
                    <a:pt x="185" y="592"/>
                  </a:cubicBezTo>
                  <a:cubicBezTo>
                    <a:pt x="185" y="364"/>
                    <a:pt x="367" y="179"/>
                    <a:pt x="596" y="173"/>
                  </a:cubicBezTo>
                  <a:lnTo>
                    <a:pt x="596" y="170"/>
                  </a:lnTo>
                  <a:close/>
                  <a:moveTo>
                    <a:pt x="596" y="0"/>
                  </a:moveTo>
                  <a:cubicBezTo>
                    <a:pt x="269" y="0"/>
                    <a:pt x="0" y="262"/>
                    <a:pt x="0" y="592"/>
                  </a:cubicBezTo>
                  <a:cubicBezTo>
                    <a:pt x="0" y="919"/>
                    <a:pt x="266" y="1185"/>
                    <a:pt x="592" y="1185"/>
                  </a:cubicBezTo>
                  <a:lnTo>
                    <a:pt x="596" y="1185"/>
                  </a:lnTo>
                  <a:cubicBezTo>
                    <a:pt x="923" y="1185"/>
                    <a:pt x="1188" y="919"/>
                    <a:pt x="1188" y="592"/>
                  </a:cubicBezTo>
                  <a:cubicBezTo>
                    <a:pt x="1188" y="262"/>
                    <a:pt x="923" y="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9"/>
            <p:cNvSpPr/>
            <p:nvPr/>
          </p:nvSpPr>
          <p:spPr>
            <a:xfrm rot="-1523482">
              <a:off x="388316" y="4690908"/>
              <a:ext cx="787482" cy="334944"/>
            </a:xfrm>
            <a:custGeom>
              <a:avLst/>
              <a:gdLst/>
              <a:ahLst/>
              <a:cxnLst/>
              <a:rect l="l" t="t" r="r" b="b"/>
              <a:pathLst>
                <a:path w="10815" h="4600" extrusionOk="0">
                  <a:moveTo>
                    <a:pt x="1879" y="0"/>
                  </a:moveTo>
                  <a:cubicBezTo>
                    <a:pt x="1876" y="0"/>
                    <a:pt x="1873" y="0"/>
                    <a:pt x="1870" y="0"/>
                  </a:cubicBezTo>
                  <a:cubicBezTo>
                    <a:pt x="1747" y="0"/>
                    <a:pt x="1626" y="22"/>
                    <a:pt x="1509" y="59"/>
                  </a:cubicBezTo>
                  <a:cubicBezTo>
                    <a:pt x="1417" y="90"/>
                    <a:pt x="1438" y="226"/>
                    <a:pt x="1534" y="226"/>
                  </a:cubicBezTo>
                  <a:lnTo>
                    <a:pt x="1537" y="226"/>
                  </a:lnTo>
                  <a:cubicBezTo>
                    <a:pt x="1543" y="226"/>
                    <a:pt x="1552" y="226"/>
                    <a:pt x="1559" y="223"/>
                  </a:cubicBezTo>
                  <a:cubicBezTo>
                    <a:pt x="1660" y="189"/>
                    <a:pt x="1765" y="173"/>
                    <a:pt x="1870" y="170"/>
                  </a:cubicBezTo>
                  <a:cubicBezTo>
                    <a:pt x="1873" y="170"/>
                    <a:pt x="1876" y="170"/>
                    <a:pt x="1879" y="170"/>
                  </a:cubicBezTo>
                  <a:cubicBezTo>
                    <a:pt x="1991" y="170"/>
                    <a:pt x="1991" y="0"/>
                    <a:pt x="1879" y="0"/>
                  </a:cubicBezTo>
                  <a:close/>
                  <a:moveTo>
                    <a:pt x="2205" y="48"/>
                  </a:moveTo>
                  <a:cubicBezTo>
                    <a:pt x="2115" y="48"/>
                    <a:pt x="2084" y="186"/>
                    <a:pt x="2185" y="216"/>
                  </a:cubicBezTo>
                  <a:cubicBezTo>
                    <a:pt x="2286" y="247"/>
                    <a:pt x="2382" y="293"/>
                    <a:pt x="2475" y="349"/>
                  </a:cubicBezTo>
                  <a:cubicBezTo>
                    <a:pt x="2487" y="358"/>
                    <a:pt x="2502" y="361"/>
                    <a:pt x="2518" y="361"/>
                  </a:cubicBezTo>
                  <a:cubicBezTo>
                    <a:pt x="2607" y="361"/>
                    <a:pt x="2638" y="247"/>
                    <a:pt x="2564" y="204"/>
                  </a:cubicBezTo>
                  <a:cubicBezTo>
                    <a:pt x="2459" y="139"/>
                    <a:pt x="2348" y="87"/>
                    <a:pt x="2234" y="53"/>
                  </a:cubicBezTo>
                  <a:cubicBezTo>
                    <a:pt x="2224" y="50"/>
                    <a:pt x="2214" y="48"/>
                    <a:pt x="2205" y="48"/>
                  </a:cubicBezTo>
                  <a:close/>
                  <a:moveTo>
                    <a:pt x="1225" y="194"/>
                  </a:moveTo>
                  <a:cubicBezTo>
                    <a:pt x="1210" y="194"/>
                    <a:pt x="1195" y="198"/>
                    <a:pt x="1179" y="207"/>
                  </a:cubicBezTo>
                  <a:cubicBezTo>
                    <a:pt x="1077" y="269"/>
                    <a:pt x="982" y="340"/>
                    <a:pt x="889" y="417"/>
                  </a:cubicBezTo>
                  <a:cubicBezTo>
                    <a:pt x="852" y="445"/>
                    <a:pt x="849" y="500"/>
                    <a:pt x="880" y="537"/>
                  </a:cubicBezTo>
                  <a:cubicBezTo>
                    <a:pt x="895" y="556"/>
                    <a:pt x="920" y="568"/>
                    <a:pt x="945" y="568"/>
                  </a:cubicBezTo>
                  <a:lnTo>
                    <a:pt x="948" y="568"/>
                  </a:lnTo>
                  <a:cubicBezTo>
                    <a:pt x="966" y="568"/>
                    <a:pt x="985" y="559"/>
                    <a:pt x="1000" y="549"/>
                  </a:cubicBezTo>
                  <a:cubicBezTo>
                    <a:pt x="1084" y="475"/>
                    <a:pt x="1173" y="414"/>
                    <a:pt x="1266" y="355"/>
                  </a:cubicBezTo>
                  <a:cubicBezTo>
                    <a:pt x="1348" y="306"/>
                    <a:pt x="1301" y="194"/>
                    <a:pt x="1225" y="194"/>
                  </a:cubicBezTo>
                  <a:close/>
                  <a:moveTo>
                    <a:pt x="2793" y="393"/>
                  </a:moveTo>
                  <a:cubicBezTo>
                    <a:pt x="2724" y="393"/>
                    <a:pt x="2668" y="486"/>
                    <a:pt x="2734" y="546"/>
                  </a:cubicBezTo>
                  <a:cubicBezTo>
                    <a:pt x="2786" y="593"/>
                    <a:pt x="2839" y="642"/>
                    <a:pt x="2891" y="701"/>
                  </a:cubicBezTo>
                  <a:lnTo>
                    <a:pt x="2968" y="784"/>
                  </a:lnTo>
                  <a:cubicBezTo>
                    <a:pt x="2984" y="799"/>
                    <a:pt x="3008" y="812"/>
                    <a:pt x="3033" y="812"/>
                  </a:cubicBezTo>
                  <a:cubicBezTo>
                    <a:pt x="3107" y="812"/>
                    <a:pt x="3144" y="722"/>
                    <a:pt x="3095" y="670"/>
                  </a:cubicBezTo>
                  <a:cubicBezTo>
                    <a:pt x="3070" y="639"/>
                    <a:pt x="3045" y="611"/>
                    <a:pt x="3017" y="583"/>
                  </a:cubicBezTo>
                  <a:cubicBezTo>
                    <a:pt x="2962" y="522"/>
                    <a:pt x="2906" y="469"/>
                    <a:pt x="2851" y="417"/>
                  </a:cubicBezTo>
                  <a:cubicBezTo>
                    <a:pt x="2832" y="400"/>
                    <a:pt x="2812" y="393"/>
                    <a:pt x="2793" y="393"/>
                  </a:cubicBezTo>
                  <a:close/>
                  <a:moveTo>
                    <a:pt x="691" y="637"/>
                  </a:moveTo>
                  <a:cubicBezTo>
                    <a:pt x="672" y="637"/>
                    <a:pt x="651" y="644"/>
                    <a:pt x="633" y="661"/>
                  </a:cubicBezTo>
                  <a:cubicBezTo>
                    <a:pt x="556" y="741"/>
                    <a:pt x="482" y="830"/>
                    <a:pt x="408" y="926"/>
                  </a:cubicBezTo>
                  <a:cubicBezTo>
                    <a:pt x="377" y="963"/>
                    <a:pt x="383" y="1018"/>
                    <a:pt x="424" y="1046"/>
                  </a:cubicBezTo>
                  <a:cubicBezTo>
                    <a:pt x="439" y="1058"/>
                    <a:pt x="454" y="1065"/>
                    <a:pt x="476" y="1065"/>
                  </a:cubicBezTo>
                  <a:cubicBezTo>
                    <a:pt x="504" y="1065"/>
                    <a:pt x="528" y="1052"/>
                    <a:pt x="544" y="1031"/>
                  </a:cubicBezTo>
                  <a:cubicBezTo>
                    <a:pt x="615" y="938"/>
                    <a:pt x="686" y="852"/>
                    <a:pt x="760" y="775"/>
                  </a:cubicBezTo>
                  <a:cubicBezTo>
                    <a:pt x="809" y="711"/>
                    <a:pt x="754" y="637"/>
                    <a:pt x="691" y="637"/>
                  </a:cubicBezTo>
                  <a:close/>
                  <a:moveTo>
                    <a:pt x="5503" y="1071"/>
                  </a:moveTo>
                  <a:cubicBezTo>
                    <a:pt x="5386" y="1071"/>
                    <a:pt x="5269" y="1080"/>
                    <a:pt x="5152" y="1105"/>
                  </a:cubicBezTo>
                  <a:cubicBezTo>
                    <a:pt x="5047" y="1120"/>
                    <a:pt x="5059" y="1274"/>
                    <a:pt x="5167" y="1274"/>
                  </a:cubicBezTo>
                  <a:cubicBezTo>
                    <a:pt x="5173" y="1274"/>
                    <a:pt x="5180" y="1271"/>
                    <a:pt x="5183" y="1271"/>
                  </a:cubicBezTo>
                  <a:cubicBezTo>
                    <a:pt x="5279" y="1255"/>
                    <a:pt x="5376" y="1243"/>
                    <a:pt x="5473" y="1243"/>
                  </a:cubicBezTo>
                  <a:cubicBezTo>
                    <a:pt x="5484" y="1243"/>
                    <a:pt x="5495" y="1243"/>
                    <a:pt x="5506" y="1243"/>
                  </a:cubicBezTo>
                  <a:cubicBezTo>
                    <a:pt x="5553" y="1243"/>
                    <a:pt x="5593" y="1203"/>
                    <a:pt x="5593" y="1157"/>
                  </a:cubicBezTo>
                  <a:cubicBezTo>
                    <a:pt x="5590" y="1108"/>
                    <a:pt x="5553" y="1071"/>
                    <a:pt x="5503" y="1071"/>
                  </a:cubicBezTo>
                  <a:close/>
                  <a:moveTo>
                    <a:pt x="3254" y="895"/>
                  </a:moveTo>
                  <a:cubicBezTo>
                    <a:pt x="3189" y="895"/>
                    <a:pt x="3131" y="972"/>
                    <a:pt x="3187" y="1037"/>
                  </a:cubicBezTo>
                  <a:cubicBezTo>
                    <a:pt x="3261" y="1129"/>
                    <a:pt x="3329" y="1222"/>
                    <a:pt x="3391" y="1308"/>
                  </a:cubicBezTo>
                  <a:cubicBezTo>
                    <a:pt x="3406" y="1330"/>
                    <a:pt x="3434" y="1345"/>
                    <a:pt x="3462" y="1345"/>
                  </a:cubicBezTo>
                  <a:cubicBezTo>
                    <a:pt x="3480" y="1345"/>
                    <a:pt x="3495" y="1339"/>
                    <a:pt x="3511" y="1327"/>
                  </a:cubicBezTo>
                  <a:cubicBezTo>
                    <a:pt x="3548" y="1299"/>
                    <a:pt x="3557" y="1247"/>
                    <a:pt x="3533" y="1210"/>
                  </a:cubicBezTo>
                  <a:cubicBezTo>
                    <a:pt x="3468" y="1117"/>
                    <a:pt x="3400" y="1024"/>
                    <a:pt x="3323" y="932"/>
                  </a:cubicBezTo>
                  <a:cubicBezTo>
                    <a:pt x="3303" y="906"/>
                    <a:pt x="3278" y="895"/>
                    <a:pt x="3254" y="895"/>
                  </a:cubicBezTo>
                  <a:close/>
                  <a:moveTo>
                    <a:pt x="5845" y="1100"/>
                  </a:moveTo>
                  <a:cubicBezTo>
                    <a:pt x="5747" y="1100"/>
                    <a:pt x="5725" y="1254"/>
                    <a:pt x="5833" y="1271"/>
                  </a:cubicBezTo>
                  <a:cubicBezTo>
                    <a:pt x="5877" y="1277"/>
                    <a:pt x="5917" y="1287"/>
                    <a:pt x="5960" y="1296"/>
                  </a:cubicBezTo>
                  <a:cubicBezTo>
                    <a:pt x="6028" y="1311"/>
                    <a:pt x="6092" y="1330"/>
                    <a:pt x="6154" y="1348"/>
                  </a:cubicBezTo>
                  <a:cubicBezTo>
                    <a:pt x="6163" y="1351"/>
                    <a:pt x="6173" y="1351"/>
                    <a:pt x="6182" y="1351"/>
                  </a:cubicBezTo>
                  <a:lnTo>
                    <a:pt x="6179" y="1351"/>
                  </a:lnTo>
                  <a:cubicBezTo>
                    <a:pt x="6180" y="1351"/>
                    <a:pt x="6181" y="1351"/>
                    <a:pt x="6182" y="1351"/>
                  </a:cubicBezTo>
                  <a:cubicBezTo>
                    <a:pt x="6278" y="1351"/>
                    <a:pt x="6298" y="1215"/>
                    <a:pt x="6207" y="1185"/>
                  </a:cubicBezTo>
                  <a:cubicBezTo>
                    <a:pt x="6139" y="1163"/>
                    <a:pt x="6071" y="1145"/>
                    <a:pt x="6000" y="1129"/>
                  </a:cubicBezTo>
                  <a:cubicBezTo>
                    <a:pt x="5951" y="1117"/>
                    <a:pt x="5907" y="1108"/>
                    <a:pt x="5861" y="1102"/>
                  </a:cubicBezTo>
                  <a:cubicBezTo>
                    <a:pt x="5855" y="1101"/>
                    <a:pt x="5850" y="1100"/>
                    <a:pt x="5845" y="1100"/>
                  </a:cubicBezTo>
                  <a:close/>
                  <a:moveTo>
                    <a:pt x="4842" y="1199"/>
                  </a:moveTo>
                  <a:cubicBezTo>
                    <a:pt x="4831" y="1199"/>
                    <a:pt x="4819" y="1201"/>
                    <a:pt x="4806" y="1206"/>
                  </a:cubicBezTo>
                  <a:cubicBezTo>
                    <a:pt x="4695" y="1250"/>
                    <a:pt x="4590" y="1308"/>
                    <a:pt x="4492" y="1373"/>
                  </a:cubicBezTo>
                  <a:cubicBezTo>
                    <a:pt x="4421" y="1419"/>
                    <a:pt x="4452" y="1530"/>
                    <a:pt x="4538" y="1530"/>
                  </a:cubicBezTo>
                  <a:cubicBezTo>
                    <a:pt x="4553" y="1530"/>
                    <a:pt x="4572" y="1527"/>
                    <a:pt x="4584" y="1518"/>
                  </a:cubicBezTo>
                  <a:cubicBezTo>
                    <a:pt x="4677" y="1456"/>
                    <a:pt x="4772" y="1404"/>
                    <a:pt x="4871" y="1364"/>
                  </a:cubicBezTo>
                  <a:cubicBezTo>
                    <a:pt x="4963" y="1326"/>
                    <a:pt x="4924" y="1199"/>
                    <a:pt x="4842" y="1199"/>
                  </a:cubicBezTo>
                  <a:close/>
                  <a:moveTo>
                    <a:pt x="273" y="1172"/>
                  </a:moveTo>
                  <a:cubicBezTo>
                    <a:pt x="248" y="1172"/>
                    <a:pt x="223" y="1184"/>
                    <a:pt x="205" y="1213"/>
                  </a:cubicBezTo>
                  <a:cubicBezTo>
                    <a:pt x="87" y="1388"/>
                    <a:pt x="26" y="1509"/>
                    <a:pt x="23" y="1515"/>
                  </a:cubicBezTo>
                  <a:cubicBezTo>
                    <a:pt x="1" y="1558"/>
                    <a:pt x="20" y="1610"/>
                    <a:pt x="63" y="1632"/>
                  </a:cubicBezTo>
                  <a:cubicBezTo>
                    <a:pt x="72" y="1638"/>
                    <a:pt x="87" y="1641"/>
                    <a:pt x="100" y="1641"/>
                  </a:cubicBezTo>
                  <a:lnTo>
                    <a:pt x="103" y="1641"/>
                  </a:lnTo>
                  <a:cubicBezTo>
                    <a:pt x="134" y="1638"/>
                    <a:pt x="161" y="1620"/>
                    <a:pt x="177" y="1592"/>
                  </a:cubicBezTo>
                  <a:cubicBezTo>
                    <a:pt x="229" y="1493"/>
                    <a:pt x="285" y="1398"/>
                    <a:pt x="346" y="1305"/>
                  </a:cubicBezTo>
                  <a:cubicBezTo>
                    <a:pt x="390" y="1238"/>
                    <a:pt x="333" y="1172"/>
                    <a:pt x="273" y="1172"/>
                  </a:cubicBezTo>
                  <a:close/>
                  <a:moveTo>
                    <a:pt x="6490" y="1316"/>
                  </a:moveTo>
                  <a:cubicBezTo>
                    <a:pt x="6411" y="1316"/>
                    <a:pt x="6363" y="1434"/>
                    <a:pt x="6453" y="1478"/>
                  </a:cubicBezTo>
                  <a:cubicBezTo>
                    <a:pt x="6546" y="1530"/>
                    <a:pt x="6635" y="1595"/>
                    <a:pt x="6715" y="1666"/>
                  </a:cubicBezTo>
                  <a:cubicBezTo>
                    <a:pt x="6731" y="1678"/>
                    <a:pt x="6753" y="1688"/>
                    <a:pt x="6774" y="1688"/>
                  </a:cubicBezTo>
                  <a:cubicBezTo>
                    <a:pt x="6851" y="1688"/>
                    <a:pt x="6888" y="1589"/>
                    <a:pt x="6830" y="1536"/>
                  </a:cubicBezTo>
                  <a:cubicBezTo>
                    <a:pt x="6740" y="1456"/>
                    <a:pt x="6641" y="1388"/>
                    <a:pt x="6537" y="1330"/>
                  </a:cubicBezTo>
                  <a:cubicBezTo>
                    <a:pt x="6520" y="1320"/>
                    <a:pt x="6504" y="1316"/>
                    <a:pt x="6490" y="1316"/>
                  </a:cubicBezTo>
                  <a:close/>
                  <a:moveTo>
                    <a:pt x="3651" y="1462"/>
                  </a:moveTo>
                  <a:cubicBezTo>
                    <a:pt x="3593" y="1462"/>
                    <a:pt x="3536" y="1523"/>
                    <a:pt x="3573" y="1589"/>
                  </a:cubicBezTo>
                  <a:cubicBezTo>
                    <a:pt x="3628" y="1684"/>
                    <a:pt x="3681" y="1783"/>
                    <a:pt x="3727" y="1885"/>
                  </a:cubicBezTo>
                  <a:cubicBezTo>
                    <a:pt x="3739" y="1916"/>
                    <a:pt x="3770" y="1937"/>
                    <a:pt x="3804" y="1937"/>
                  </a:cubicBezTo>
                  <a:cubicBezTo>
                    <a:pt x="3866" y="1934"/>
                    <a:pt x="3906" y="1873"/>
                    <a:pt x="3881" y="1817"/>
                  </a:cubicBezTo>
                  <a:cubicBezTo>
                    <a:pt x="3835" y="1709"/>
                    <a:pt x="3779" y="1604"/>
                    <a:pt x="3721" y="1503"/>
                  </a:cubicBezTo>
                  <a:cubicBezTo>
                    <a:pt x="3703" y="1474"/>
                    <a:pt x="3677" y="1462"/>
                    <a:pt x="3651" y="1462"/>
                  </a:cubicBezTo>
                  <a:close/>
                  <a:moveTo>
                    <a:pt x="4273" y="1572"/>
                  </a:moveTo>
                  <a:cubicBezTo>
                    <a:pt x="4253" y="1572"/>
                    <a:pt x="4232" y="1580"/>
                    <a:pt x="4214" y="1598"/>
                  </a:cubicBezTo>
                  <a:cubicBezTo>
                    <a:pt x="4128" y="1681"/>
                    <a:pt x="4048" y="1771"/>
                    <a:pt x="3977" y="1866"/>
                  </a:cubicBezTo>
                  <a:cubicBezTo>
                    <a:pt x="3949" y="1903"/>
                    <a:pt x="3958" y="1956"/>
                    <a:pt x="3995" y="1987"/>
                  </a:cubicBezTo>
                  <a:cubicBezTo>
                    <a:pt x="4011" y="1996"/>
                    <a:pt x="4029" y="2002"/>
                    <a:pt x="4048" y="2002"/>
                  </a:cubicBezTo>
                  <a:cubicBezTo>
                    <a:pt x="4072" y="2002"/>
                    <a:pt x="4100" y="1990"/>
                    <a:pt x="4115" y="1968"/>
                  </a:cubicBezTo>
                  <a:cubicBezTo>
                    <a:pt x="4180" y="1879"/>
                    <a:pt x="4251" y="1799"/>
                    <a:pt x="4331" y="1721"/>
                  </a:cubicBezTo>
                  <a:cubicBezTo>
                    <a:pt x="4396" y="1660"/>
                    <a:pt x="4339" y="1572"/>
                    <a:pt x="4273" y="1572"/>
                  </a:cubicBezTo>
                  <a:close/>
                  <a:moveTo>
                    <a:pt x="7005" y="1768"/>
                  </a:moveTo>
                  <a:cubicBezTo>
                    <a:pt x="6943" y="1768"/>
                    <a:pt x="6886" y="1837"/>
                    <a:pt x="6934" y="1903"/>
                  </a:cubicBezTo>
                  <a:cubicBezTo>
                    <a:pt x="6999" y="1993"/>
                    <a:pt x="7052" y="2085"/>
                    <a:pt x="7095" y="2187"/>
                  </a:cubicBezTo>
                  <a:cubicBezTo>
                    <a:pt x="7110" y="2215"/>
                    <a:pt x="7138" y="2237"/>
                    <a:pt x="7172" y="2237"/>
                  </a:cubicBezTo>
                  <a:lnTo>
                    <a:pt x="7175" y="2237"/>
                  </a:lnTo>
                  <a:cubicBezTo>
                    <a:pt x="7237" y="2237"/>
                    <a:pt x="7277" y="2172"/>
                    <a:pt x="7252" y="2116"/>
                  </a:cubicBezTo>
                  <a:cubicBezTo>
                    <a:pt x="7203" y="2005"/>
                    <a:pt x="7144" y="1900"/>
                    <a:pt x="7073" y="1805"/>
                  </a:cubicBezTo>
                  <a:cubicBezTo>
                    <a:pt x="7054" y="1779"/>
                    <a:pt x="7029" y="1768"/>
                    <a:pt x="7005" y="1768"/>
                  </a:cubicBezTo>
                  <a:close/>
                  <a:moveTo>
                    <a:pt x="8677" y="2061"/>
                  </a:moveTo>
                  <a:cubicBezTo>
                    <a:pt x="8557" y="2064"/>
                    <a:pt x="8437" y="2082"/>
                    <a:pt x="8322" y="2113"/>
                  </a:cubicBezTo>
                  <a:cubicBezTo>
                    <a:pt x="8224" y="2141"/>
                    <a:pt x="8242" y="2283"/>
                    <a:pt x="8344" y="2283"/>
                  </a:cubicBezTo>
                  <a:cubicBezTo>
                    <a:pt x="8350" y="2283"/>
                    <a:pt x="8356" y="2283"/>
                    <a:pt x="8366" y="2280"/>
                  </a:cubicBezTo>
                  <a:cubicBezTo>
                    <a:pt x="8467" y="2252"/>
                    <a:pt x="8575" y="2237"/>
                    <a:pt x="8683" y="2233"/>
                  </a:cubicBezTo>
                  <a:cubicBezTo>
                    <a:pt x="8730" y="2230"/>
                    <a:pt x="8767" y="2190"/>
                    <a:pt x="8767" y="2144"/>
                  </a:cubicBezTo>
                  <a:cubicBezTo>
                    <a:pt x="8763" y="2098"/>
                    <a:pt x="8723" y="2061"/>
                    <a:pt x="8677" y="2061"/>
                  </a:cubicBezTo>
                  <a:close/>
                  <a:moveTo>
                    <a:pt x="9017" y="2095"/>
                  </a:moveTo>
                  <a:cubicBezTo>
                    <a:pt x="8925" y="2095"/>
                    <a:pt x="8898" y="2242"/>
                    <a:pt x="9001" y="2264"/>
                  </a:cubicBezTo>
                  <a:cubicBezTo>
                    <a:pt x="9106" y="2289"/>
                    <a:pt x="9208" y="2326"/>
                    <a:pt x="9303" y="2375"/>
                  </a:cubicBezTo>
                  <a:cubicBezTo>
                    <a:pt x="9312" y="2382"/>
                    <a:pt x="9328" y="2385"/>
                    <a:pt x="9340" y="2385"/>
                  </a:cubicBezTo>
                  <a:lnTo>
                    <a:pt x="9343" y="2385"/>
                  </a:lnTo>
                  <a:cubicBezTo>
                    <a:pt x="9430" y="2385"/>
                    <a:pt x="9461" y="2264"/>
                    <a:pt x="9380" y="2224"/>
                  </a:cubicBezTo>
                  <a:cubicBezTo>
                    <a:pt x="9272" y="2169"/>
                    <a:pt x="9158" y="2126"/>
                    <a:pt x="9041" y="2098"/>
                  </a:cubicBezTo>
                  <a:cubicBezTo>
                    <a:pt x="9033" y="2096"/>
                    <a:pt x="9025" y="2095"/>
                    <a:pt x="9017" y="2095"/>
                  </a:cubicBezTo>
                  <a:close/>
                  <a:moveTo>
                    <a:pt x="8026" y="2230"/>
                  </a:moveTo>
                  <a:cubicBezTo>
                    <a:pt x="8013" y="2230"/>
                    <a:pt x="8000" y="2233"/>
                    <a:pt x="7986" y="2240"/>
                  </a:cubicBezTo>
                  <a:cubicBezTo>
                    <a:pt x="7878" y="2292"/>
                    <a:pt x="7776" y="2351"/>
                    <a:pt x="7678" y="2419"/>
                  </a:cubicBezTo>
                  <a:cubicBezTo>
                    <a:pt x="7610" y="2468"/>
                    <a:pt x="7644" y="2576"/>
                    <a:pt x="7727" y="2576"/>
                  </a:cubicBezTo>
                  <a:cubicBezTo>
                    <a:pt x="7746" y="2576"/>
                    <a:pt x="7761" y="2570"/>
                    <a:pt x="7776" y="2560"/>
                  </a:cubicBezTo>
                  <a:cubicBezTo>
                    <a:pt x="7866" y="2499"/>
                    <a:pt x="7962" y="2443"/>
                    <a:pt x="8060" y="2394"/>
                  </a:cubicBezTo>
                  <a:cubicBezTo>
                    <a:pt x="8151" y="2351"/>
                    <a:pt x="8106" y="2230"/>
                    <a:pt x="8026" y="2230"/>
                  </a:cubicBezTo>
                  <a:close/>
                  <a:moveTo>
                    <a:pt x="3919" y="2086"/>
                  </a:moveTo>
                  <a:cubicBezTo>
                    <a:pt x="3911" y="2086"/>
                    <a:pt x="3904" y="2087"/>
                    <a:pt x="3896" y="2089"/>
                  </a:cubicBezTo>
                  <a:cubicBezTo>
                    <a:pt x="3859" y="2113"/>
                    <a:pt x="3822" y="2138"/>
                    <a:pt x="3789" y="2166"/>
                  </a:cubicBezTo>
                  <a:cubicBezTo>
                    <a:pt x="3730" y="2271"/>
                    <a:pt x="3684" y="2382"/>
                    <a:pt x="3647" y="2496"/>
                  </a:cubicBezTo>
                  <a:cubicBezTo>
                    <a:pt x="3631" y="2539"/>
                    <a:pt x="3656" y="2588"/>
                    <a:pt x="3702" y="2604"/>
                  </a:cubicBezTo>
                  <a:cubicBezTo>
                    <a:pt x="3711" y="2604"/>
                    <a:pt x="3721" y="2607"/>
                    <a:pt x="3730" y="2607"/>
                  </a:cubicBezTo>
                  <a:cubicBezTo>
                    <a:pt x="3767" y="2607"/>
                    <a:pt x="3798" y="2582"/>
                    <a:pt x="3810" y="2545"/>
                  </a:cubicBezTo>
                  <a:cubicBezTo>
                    <a:pt x="3829" y="2489"/>
                    <a:pt x="3850" y="2431"/>
                    <a:pt x="3875" y="2378"/>
                  </a:cubicBezTo>
                  <a:cubicBezTo>
                    <a:pt x="3881" y="2422"/>
                    <a:pt x="3884" y="2465"/>
                    <a:pt x="3884" y="2511"/>
                  </a:cubicBezTo>
                  <a:cubicBezTo>
                    <a:pt x="3884" y="2556"/>
                    <a:pt x="3921" y="2595"/>
                    <a:pt x="3965" y="2595"/>
                  </a:cubicBezTo>
                  <a:cubicBezTo>
                    <a:pt x="3967" y="2595"/>
                    <a:pt x="3969" y="2594"/>
                    <a:pt x="3970" y="2594"/>
                  </a:cubicBezTo>
                  <a:cubicBezTo>
                    <a:pt x="4020" y="2594"/>
                    <a:pt x="4057" y="2554"/>
                    <a:pt x="4057" y="2508"/>
                  </a:cubicBezTo>
                  <a:cubicBezTo>
                    <a:pt x="4051" y="2388"/>
                    <a:pt x="4035" y="2267"/>
                    <a:pt x="4001" y="2150"/>
                  </a:cubicBezTo>
                  <a:cubicBezTo>
                    <a:pt x="3991" y="2111"/>
                    <a:pt x="3957" y="2086"/>
                    <a:pt x="3919" y="2086"/>
                  </a:cubicBezTo>
                  <a:close/>
                  <a:moveTo>
                    <a:pt x="9628" y="2400"/>
                  </a:moveTo>
                  <a:cubicBezTo>
                    <a:pt x="9557" y="2400"/>
                    <a:pt x="9503" y="2500"/>
                    <a:pt x="9578" y="2557"/>
                  </a:cubicBezTo>
                  <a:cubicBezTo>
                    <a:pt x="9667" y="2625"/>
                    <a:pt x="9754" y="2696"/>
                    <a:pt x="9834" y="2770"/>
                  </a:cubicBezTo>
                  <a:cubicBezTo>
                    <a:pt x="9849" y="2786"/>
                    <a:pt x="9868" y="2792"/>
                    <a:pt x="9889" y="2792"/>
                  </a:cubicBezTo>
                  <a:lnTo>
                    <a:pt x="9892" y="2792"/>
                  </a:lnTo>
                  <a:cubicBezTo>
                    <a:pt x="9969" y="2792"/>
                    <a:pt x="10006" y="2696"/>
                    <a:pt x="9948" y="2644"/>
                  </a:cubicBezTo>
                  <a:cubicBezTo>
                    <a:pt x="9865" y="2567"/>
                    <a:pt x="9775" y="2493"/>
                    <a:pt x="9679" y="2419"/>
                  </a:cubicBezTo>
                  <a:cubicBezTo>
                    <a:pt x="9662" y="2406"/>
                    <a:pt x="9645" y="2400"/>
                    <a:pt x="9628" y="2400"/>
                  </a:cubicBezTo>
                  <a:close/>
                  <a:moveTo>
                    <a:pt x="7284" y="2391"/>
                  </a:moveTo>
                  <a:cubicBezTo>
                    <a:pt x="7276" y="2391"/>
                    <a:pt x="7269" y="2392"/>
                    <a:pt x="7261" y="2394"/>
                  </a:cubicBezTo>
                  <a:cubicBezTo>
                    <a:pt x="7215" y="2403"/>
                    <a:pt x="7187" y="2449"/>
                    <a:pt x="7200" y="2496"/>
                  </a:cubicBezTo>
                  <a:cubicBezTo>
                    <a:pt x="7221" y="2594"/>
                    <a:pt x="7237" y="2696"/>
                    <a:pt x="7243" y="2801"/>
                  </a:cubicBezTo>
                  <a:cubicBezTo>
                    <a:pt x="7215" y="2832"/>
                    <a:pt x="7184" y="2863"/>
                    <a:pt x="7160" y="2897"/>
                  </a:cubicBezTo>
                  <a:cubicBezTo>
                    <a:pt x="7129" y="2934"/>
                    <a:pt x="7132" y="2986"/>
                    <a:pt x="7169" y="3017"/>
                  </a:cubicBezTo>
                  <a:cubicBezTo>
                    <a:pt x="7184" y="3029"/>
                    <a:pt x="7203" y="3035"/>
                    <a:pt x="7224" y="3038"/>
                  </a:cubicBezTo>
                  <a:cubicBezTo>
                    <a:pt x="7249" y="3038"/>
                    <a:pt x="7274" y="3026"/>
                    <a:pt x="7292" y="3005"/>
                  </a:cubicBezTo>
                  <a:cubicBezTo>
                    <a:pt x="7360" y="2921"/>
                    <a:pt x="7437" y="2841"/>
                    <a:pt x="7517" y="2767"/>
                  </a:cubicBezTo>
                  <a:cubicBezTo>
                    <a:pt x="7587" y="2707"/>
                    <a:pt x="7530" y="2614"/>
                    <a:pt x="7462" y="2614"/>
                  </a:cubicBezTo>
                  <a:cubicBezTo>
                    <a:pt x="7443" y="2614"/>
                    <a:pt x="7422" y="2622"/>
                    <a:pt x="7403" y="2641"/>
                  </a:cubicBezTo>
                  <a:lnTo>
                    <a:pt x="7400" y="2644"/>
                  </a:lnTo>
                  <a:cubicBezTo>
                    <a:pt x="7391" y="2579"/>
                    <a:pt x="7379" y="2517"/>
                    <a:pt x="7366" y="2456"/>
                  </a:cubicBezTo>
                  <a:cubicBezTo>
                    <a:pt x="7356" y="2417"/>
                    <a:pt x="7322" y="2391"/>
                    <a:pt x="7284" y="2391"/>
                  </a:cubicBezTo>
                  <a:close/>
                  <a:moveTo>
                    <a:pt x="3904" y="2757"/>
                  </a:moveTo>
                  <a:cubicBezTo>
                    <a:pt x="3876" y="2757"/>
                    <a:pt x="3849" y="2771"/>
                    <a:pt x="3832" y="2804"/>
                  </a:cubicBezTo>
                  <a:cubicBezTo>
                    <a:pt x="3804" y="2860"/>
                    <a:pt x="3770" y="2875"/>
                    <a:pt x="3770" y="2875"/>
                  </a:cubicBezTo>
                  <a:cubicBezTo>
                    <a:pt x="3770" y="2875"/>
                    <a:pt x="3769" y="2878"/>
                    <a:pt x="3769" y="2878"/>
                  </a:cubicBezTo>
                  <a:cubicBezTo>
                    <a:pt x="3767" y="2878"/>
                    <a:pt x="3766" y="2872"/>
                    <a:pt x="3764" y="2847"/>
                  </a:cubicBezTo>
                  <a:cubicBezTo>
                    <a:pt x="3757" y="2796"/>
                    <a:pt x="3718" y="2772"/>
                    <a:pt x="3679" y="2772"/>
                  </a:cubicBezTo>
                  <a:cubicBezTo>
                    <a:pt x="3632" y="2772"/>
                    <a:pt x="3584" y="2806"/>
                    <a:pt x="3591" y="2869"/>
                  </a:cubicBezTo>
                  <a:cubicBezTo>
                    <a:pt x="3594" y="2906"/>
                    <a:pt x="3610" y="2943"/>
                    <a:pt x="3631" y="2977"/>
                  </a:cubicBezTo>
                  <a:cubicBezTo>
                    <a:pt x="3662" y="3020"/>
                    <a:pt x="3711" y="3048"/>
                    <a:pt x="3767" y="3048"/>
                  </a:cubicBezTo>
                  <a:cubicBezTo>
                    <a:pt x="3850" y="3048"/>
                    <a:pt x="3927" y="2986"/>
                    <a:pt x="3983" y="2884"/>
                  </a:cubicBezTo>
                  <a:cubicBezTo>
                    <a:pt x="4018" y="2816"/>
                    <a:pt x="3961" y="2757"/>
                    <a:pt x="3904" y="2757"/>
                  </a:cubicBezTo>
                  <a:close/>
                  <a:moveTo>
                    <a:pt x="10131" y="2862"/>
                  </a:moveTo>
                  <a:cubicBezTo>
                    <a:pt x="10068" y="2862"/>
                    <a:pt x="10010" y="2940"/>
                    <a:pt x="10065" y="3005"/>
                  </a:cubicBezTo>
                  <a:cubicBezTo>
                    <a:pt x="10139" y="3088"/>
                    <a:pt x="10207" y="3177"/>
                    <a:pt x="10269" y="3270"/>
                  </a:cubicBezTo>
                  <a:cubicBezTo>
                    <a:pt x="10284" y="3291"/>
                    <a:pt x="10312" y="3307"/>
                    <a:pt x="10340" y="3307"/>
                  </a:cubicBezTo>
                  <a:lnTo>
                    <a:pt x="10340" y="3310"/>
                  </a:lnTo>
                  <a:cubicBezTo>
                    <a:pt x="10355" y="3307"/>
                    <a:pt x="10373" y="3301"/>
                    <a:pt x="10389" y="3291"/>
                  </a:cubicBezTo>
                  <a:cubicBezTo>
                    <a:pt x="10426" y="3264"/>
                    <a:pt x="10438" y="3211"/>
                    <a:pt x="10410" y="3174"/>
                  </a:cubicBezTo>
                  <a:cubicBezTo>
                    <a:pt x="10346" y="3075"/>
                    <a:pt x="10272" y="2983"/>
                    <a:pt x="10195" y="2894"/>
                  </a:cubicBezTo>
                  <a:cubicBezTo>
                    <a:pt x="10176" y="2871"/>
                    <a:pt x="10153" y="2862"/>
                    <a:pt x="10131" y="2862"/>
                  </a:cubicBezTo>
                  <a:close/>
                  <a:moveTo>
                    <a:pt x="7315" y="3069"/>
                  </a:moveTo>
                  <a:cubicBezTo>
                    <a:pt x="7273" y="3069"/>
                    <a:pt x="7233" y="3101"/>
                    <a:pt x="7231" y="3143"/>
                  </a:cubicBezTo>
                  <a:cubicBezTo>
                    <a:pt x="7215" y="3248"/>
                    <a:pt x="7187" y="3347"/>
                    <a:pt x="7141" y="3443"/>
                  </a:cubicBezTo>
                  <a:cubicBezTo>
                    <a:pt x="7120" y="3483"/>
                    <a:pt x="7135" y="3535"/>
                    <a:pt x="7175" y="3557"/>
                  </a:cubicBezTo>
                  <a:cubicBezTo>
                    <a:pt x="7187" y="3563"/>
                    <a:pt x="7203" y="3566"/>
                    <a:pt x="7218" y="3569"/>
                  </a:cubicBezTo>
                  <a:cubicBezTo>
                    <a:pt x="7249" y="3569"/>
                    <a:pt x="7277" y="3550"/>
                    <a:pt x="7292" y="3523"/>
                  </a:cubicBezTo>
                  <a:cubicBezTo>
                    <a:pt x="7348" y="3412"/>
                    <a:pt x="7385" y="3291"/>
                    <a:pt x="7400" y="3168"/>
                  </a:cubicBezTo>
                  <a:cubicBezTo>
                    <a:pt x="7406" y="3122"/>
                    <a:pt x="7372" y="3079"/>
                    <a:pt x="7326" y="3069"/>
                  </a:cubicBezTo>
                  <a:cubicBezTo>
                    <a:pt x="7323" y="3069"/>
                    <a:pt x="7319" y="3069"/>
                    <a:pt x="7315" y="3069"/>
                  </a:cubicBezTo>
                  <a:close/>
                  <a:moveTo>
                    <a:pt x="7027" y="3148"/>
                  </a:moveTo>
                  <a:cubicBezTo>
                    <a:pt x="7000" y="3148"/>
                    <a:pt x="6973" y="3161"/>
                    <a:pt x="6956" y="3193"/>
                  </a:cubicBezTo>
                  <a:cubicBezTo>
                    <a:pt x="6901" y="3285"/>
                    <a:pt x="6867" y="3387"/>
                    <a:pt x="6860" y="3495"/>
                  </a:cubicBezTo>
                  <a:cubicBezTo>
                    <a:pt x="6860" y="3529"/>
                    <a:pt x="6867" y="3563"/>
                    <a:pt x="6882" y="3594"/>
                  </a:cubicBezTo>
                  <a:cubicBezTo>
                    <a:pt x="6894" y="3625"/>
                    <a:pt x="6925" y="3643"/>
                    <a:pt x="6959" y="3646"/>
                  </a:cubicBezTo>
                  <a:cubicBezTo>
                    <a:pt x="6971" y="3646"/>
                    <a:pt x="6984" y="3643"/>
                    <a:pt x="6993" y="3637"/>
                  </a:cubicBezTo>
                  <a:cubicBezTo>
                    <a:pt x="7036" y="3618"/>
                    <a:pt x="7055" y="3566"/>
                    <a:pt x="7036" y="3523"/>
                  </a:cubicBezTo>
                  <a:cubicBezTo>
                    <a:pt x="7033" y="3513"/>
                    <a:pt x="7030" y="3504"/>
                    <a:pt x="7033" y="3495"/>
                  </a:cubicBezTo>
                  <a:cubicBezTo>
                    <a:pt x="7033" y="3464"/>
                    <a:pt x="7042" y="3396"/>
                    <a:pt x="7107" y="3276"/>
                  </a:cubicBezTo>
                  <a:cubicBezTo>
                    <a:pt x="7143" y="3207"/>
                    <a:pt x="7085" y="3148"/>
                    <a:pt x="7027" y="3148"/>
                  </a:cubicBezTo>
                  <a:close/>
                  <a:moveTo>
                    <a:pt x="10512" y="3433"/>
                  </a:moveTo>
                  <a:cubicBezTo>
                    <a:pt x="10456" y="3433"/>
                    <a:pt x="10399" y="3489"/>
                    <a:pt x="10432" y="3557"/>
                  </a:cubicBezTo>
                  <a:cubicBezTo>
                    <a:pt x="10481" y="3655"/>
                    <a:pt x="10522" y="3757"/>
                    <a:pt x="10555" y="3862"/>
                  </a:cubicBezTo>
                  <a:cubicBezTo>
                    <a:pt x="10568" y="3899"/>
                    <a:pt x="10599" y="3921"/>
                    <a:pt x="10636" y="3924"/>
                  </a:cubicBezTo>
                  <a:cubicBezTo>
                    <a:pt x="10645" y="3921"/>
                    <a:pt x="10654" y="3921"/>
                    <a:pt x="10663" y="3918"/>
                  </a:cubicBezTo>
                  <a:cubicBezTo>
                    <a:pt x="10710" y="3905"/>
                    <a:pt x="10734" y="3856"/>
                    <a:pt x="10719" y="3810"/>
                  </a:cubicBezTo>
                  <a:cubicBezTo>
                    <a:pt x="10682" y="3699"/>
                    <a:pt x="10639" y="3587"/>
                    <a:pt x="10586" y="3483"/>
                  </a:cubicBezTo>
                  <a:cubicBezTo>
                    <a:pt x="10570" y="3447"/>
                    <a:pt x="10541" y="3433"/>
                    <a:pt x="10512" y="3433"/>
                  </a:cubicBezTo>
                  <a:close/>
                  <a:moveTo>
                    <a:pt x="10716" y="4086"/>
                  </a:moveTo>
                  <a:cubicBezTo>
                    <a:pt x="10711" y="4086"/>
                    <a:pt x="10706" y="4086"/>
                    <a:pt x="10700" y="4087"/>
                  </a:cubicBezTo>
                  <a:cubicBezTo>
                    <a:pt x="10654" y="4093"/>
                    <a:pt x="10620" y="4136"/>
                    <a:pt x="10626" y="4183"/>
                  </a:cubicBezTo>
                  <a:cubicBezTo>
                    <a:pt x="10636" y="4254"/>
                    <a:pt x="10642" y="4325"/>
                    <a:pt x="10642" y="4399"/>
                  </a:cubicBezTo>
                  <a:cubicBezTo>
                    <a:pt x="10642" y="4433"/>
                    <a:pt x="10642" y="4467"/>
                    <a:pt x="10639" y="4504"/>
                  </a:cubicBezTo>
                  <a:cubicBezTo>
                    <a:pt x="10633" y="4550"/>
                    <a:pt x="10666" y="4593"/>
                    <a:pt x="10713" y="4599"/>
                  </a:cubicBezTo>
                  <a:lnTo>
                    <a:pt x="10722" y="4599"/>
                  </a:lnTo>
                  <a:cubicBezTo>
                    <a:pt x="10765" y="4596"/>
                    <a:pt x="10802" y="4565"/>
                    <a:pt x="10808" y="4522"/>
                  </a:cubicBezTo>
                  <a:cubicBezTo>
                    <a:pt x="10811" y="4482"/>
                    <a:pt x="10815" y="4439"/>
                    <a:pt x="10815" y="4399"/>
                  </a:cubicBezTo>
                  <a:cubicBezTo>
                    <a:pt x="10815" y="4318"/>
                    <a:pt x="10808" y="4238"/>
                    <a:pt x="10796" y="4158"/>
                  </a:cubicBezTo>
                  <a:cubicBezTo>
                    <a:pt x="10793" y="4117"/>
                    <a:pt x="10756" y="4086"/>
                    <a:pt x="10716" y="408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9"/>
            <p:cNvSpPr/>
            <p:nvPr/>
          </p:nvSpPr>
          <p:spPr>
            <a:xfrm>
              <a:off x="347851" y="3549083"/>
              <a:ext cx="86504" cy="86286"/>
            </a:xfrm>
            <a:custGeom>
              <a:avLst/>
              <a:gdLst/>
              <a:ahLst/>
              <a:cxnLst/>
              <a:rect l="l" t="t" r="r" b="b"/>
              <a:pathLst>
                <a:path w="1188" h="1185" extrusionOk="0">
                  <a:moveTo>
                    <a:pt x="596" y="170"/>
                  </a:moveTo>
                  <a:cubicBezTo>
                    <a:pt x="827" y="173"/>
                    <a:pt x="1015" y="361"/>
                    <a:pt x="1012" y="596"/>
                  </a:cubicBezTo>
                  <a:cubicBezTo>
                    <a:pt x="1009" y="827"/>
                    <a:pt x="824" y="1012"/>
                    <a:pt x="592" y="1015"/>
                  </a:cubicBezTo>
                  <a:cubicBezTo>
                    <a:pt x="364" y="1006"/>
                    <a:pt x="185" y="818"/>
                    <a:pt x="185" y="592"/>
                  </a:cubicBezTo>
                  <a:cubicBezTo>
                    <a:pt x="185" y="364"/>
                    <a:pt x="367" y="179"/>
                    <a:pt x="596" y="173"/>
                  </a:cubicBezTo>
                  <a:lnTo>
                    <a:pt x="596" y="170"/>
                  </a:lnTo>
                  <a:close/>
                  <a:moveTo>
                    <a:pt x="596" y="0"/>
                  </a:moveTo>
                  <a:cubicBezTo>
                    <a:pt x="269" y="0"/>
                    <a:pt x="0" y="262"/>
                    <a:pt x="0" y="592"/>
                  </a:cubicBezTo>
                  <a:cubicBezTo>
                    <a:pt x="0" y="919"/>
                    <a:pt x="266" y="1185"/>
                    <a:pt x="592" y="1185"/>
                  </a:cubicBezTo>
                  <a:lnTo>
                    <a:pt x="596" y="1185"/>
                  </a:lnTo>
                  <a:cubicBezTo>
                    <a:pt x="923" y="1185"/>
                    <a:pt x="1188" y="919"/>
                    <a:pt x="1188" y="592"/>
                  </a:cubicBezTo>
                  <a:cubicBezTo>
                    <a:pt x="1188" y="262"/>
                    <a:pt x="923" y="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9"/>
            <p:cNvSpPr/>
            <p:nvPr/>
          </p:nvSpPr>
          <p:spPr>
            <a:xfrm>
              <a:off x="98895" y="3357080"/>
              <a:ext cx="161423" cy="148928"/>
            </a:xfrm>
            <a:custGeom>
              <a:avLst/>
              <a:gdLst/>
              <a:ahLst/>
              <a:cxnLst/>
              <a:rect l="l" t="t" r="r" b="b"/>
              <a:pathLst>
                <a:path w="2558" h="2360" extrusionOk="0">
                  <a:moveTo>
                    <a:pt x="1855" y="179"/>
                  </a:moveTo>
                  <a:lnTo>
                    <a:pt x="1855" y="179"/>
                  </a:lnTo>
                  <a:cubicBezTo>
                    <a:pt x="1827" y="306"/>
                    <a:pt x="1771" y="531"/>
                    <a:pt x="1707" y="790"/>
                  </a:cubicBezTo>
                  <a:cubicBezTo>
                    <a:pt x="1583" y="710"/>
                    <a:pt x="1457" y="630"/>
                    <a:pt x="1330" y="553"/>
                  </a:cubicBezTo>
                  <a:cubicBezTo>
                    <a:pt x="1629" y="306"/>
                    <a:pt x="1781" y="213"/>
                    <a:pt x="1855" y="179"/>
                  </a:cubicBezTo>
                  <a:close/>
                  <a:moveTo>
                    <a:pt x="522" y="287"/>
                  </a:moveTo>
                  <a:cubicBezTo>
                    <a:pt x="704" y="374"/>
                    <a:pt x="880" y="469"/>
                    <a:pt x="1053" y="577"/>
                  </a:cubicBezTo>
                  <a:cubicBezTo>
                    <a:pt x="942" y="670"/>
                    <a:pt x="824" y="778"/>
                    <a:pt x="698" y="892"/>
                  </a:cubicBezTo>
                  <a:cubicBezTo>
                    <a:pt x="575" y="559"/>
                    <a:pt x="531" y="371"/>
                    <a:pt x="522" y="287"/>
                  </a:cubicBezTo>
                  <a:close/>
                  <a:moveTo>
                    <a:pt x="1811" y="1046"/>
                  </a:moveTo>
                  <a:cubicBezTo>
                    <a:pt x="2070" y="1219"/>
                    <a:pt x="2225" y="1330"/>
                    <a:pt x="2308" y="1398"/>
                  </a:cubicBezTo>
                  <a:cubicBezTo>
                    <a:pt x="2188" y="1413"/>
                    <a:pt x="1981" y="1438"/>
                    <a:pt x="1694" y="1462"/>
                  </a:cubicBezTo>
                  <a:cubicBezTo>
                    <a:pt x="1731" y="1336"/>
                    <a:pt x="1771" y="1197"/>
                    <a:pt x="1808" y="1046"/>
                  </a:cubicBezTo>
                  <a:close/>
                  <a:moveTo>
                    <a:pt x="1201" y="664"/>
                  </a:moveTo>
                  <a:cubicBezTo>
                    <a:pt x="1355" y="756"/>
                    <a:pt x="1515" y="855"/>
                    <a:pt x="1666" y="954"/>
                  </a:cubicBezTo>
                  <a:cubicBezTo>
                    <a:pt x="1617" y="1148"/>
                    <a:pt x="1571" y="1324"/>
                    <a:pt x="1525" y="1478"/>
                  </a:cubicBezTo>
                  <a:cubicBezTo>
                    <a:pt x="1336" y="1493"/>
                    <a:pt x="1136" y="1509"/>
                    <a:pt x="951" y="1521"/>
                  </a:cubicBezTo>
                  <a:cubicBezTo>
                    <a:pt x="883" y="1367"/>
                    <a:pt x="815" y="1210"/>
                    <a:pt x="757" y="1055"/>
                  </a:cubicBezTo>
                  <a:cubicBezTo>
                    <a:pt x="917" y="910"/>
                    <a:pt x="1065" y="778"/>
                    <a:pt x="1201" y="664"/>
                  </a:cubicBezTo>
                  <a:close/>
                  <a:moveTo>
                    <a:pt x="630" y="1173"/>
                  </a:moveTo>
                  <a:cubicBezTo>
                    <a:pt x="676" y="1293"/>
                    <a:pt x="726" y="1413"/>
                    <a:pt x="775" y="1530"/>
                  </a:cubicBezTo>
                  <a:cubicBezTo>
                    <a:pt x="613" y="1539"/>
                    <a:pt x="473" y="1543"/>
                    <a:pt x="370" y="1543"/>
                  </a:cubicBezTo>
                  <a:cubicBezTo>
                    <a:pt x="319" y="1543"/>
                    <a:pt x="276" y="1542"/>
                    <a:pt x="245" y="1540"/>
                  </a:cubicBezTo>
                  <a:cubicBezTo>
                    <a:pt x="337" y="1450"/>
                    <a:pt x="476" y="1317"/>
                    <a:pt x="630" y="1173"/>
                  </a:cubicBezTo>
                  <a:close/>
                  <a:moveTo>
                    <a:pt x="1472" y="1644"/>
                  </a:moveTo>
                  <a:lnTo>
                    <a:pt x="1472" y="1644"/>
                  </a:lnTo>
                  <a:cubicBezTo>
                    <a:pt x="1370" y="1981"/>
                    <a:pt x="1306" y="2116"/>
                    <a:pt x="1275" y="2172"/>
                  </a:cubicBezTo>
                  <a:cubicBezTo>
                    <a:pt x="1176" y="2015"/>
                    <a:pt x="1090" y="1848"/>
                    <a:pt x="1019" y="1678"/>
                  </a:cubicBezTo>
                  <a:cubicBezTo>
                    <a:pt x="1167" y="1672"/>
                    <a:pt x="1321" y="1657"/>
                    <a:pt x="1472" y="1644"/>
                  </a:cubicBezTo>
                  <a:close/>
                  <a:moveTo>
                    <a:pt x="1916" y="0"/>
                  </a:moveTo>
                  <a:cubicBezTo>
                    <a:pt x="1833" y="0"/>
                    <a:pt x="1673" y="53"/>
                    <a:pt x="1182" y="466"/>
                  </a:cubicBezTo>
                  <a:cubicBezTo>
                    <a:pt x="960" y="334"/>
                    <a:pt x="618" y="136"/>
                    <a:pt x="507" y="108"/>
                  </a:cubicBezTo>
                  <a:cubicBezTo>
                    <a:pt x="494" y="108"/>
                    <a:pt x="485" y="105"/>
                    <a:pt x="476" y="105"/>
                  </a:cubicBezTo>
                  <a:cubicBezTo>
                    <a:pt x="439" y="105"/>
                    <a:pt x="408" y="124"/>
                    <a:pt x="386" y="155"/>
                  </a:cubicBezTo>
                  <a:cubicBezTo>
                    <a:pt x="359" y="192"/>
                    <a:pt x="297" y="281"/>
                    <a:pt x="568" y="1009"/>
                  </a:cubicBezTo>
                  <a:cubicBezTo>
                    <a:pt x="328" y="1231"/>
                    <a:pt x="118" y="1435"/>
                    <a:pt x="38" y="1515"/>
                  </a:cubicBezTo>
                  <a:cubicBezTo>
                    <a:pt x="10" y="1543"/>
                    <a:pt x="1" y="1583"/>
                    <a:pt x="13" y="1620"/>
                  </a:cubicBezTo>
                  <a:cubicBezTo>
                    <a:pt x="38" y="1681"/>
                    <a:pt x="93" y="1706"/>
                    <a:pt x="374" y="1706"/>
                  </a:cubicBezTo>
                  <a:cubicBezTo>
                    <a:pt x="497" y="1706"/>
                    <a:pt x="655" y="1700"/>
                    <a:pt x="846" y="1691"/>
                  </a:cubicBezTo>
                  <a:cubicBezTo>
                    <a:pt x="966" y="1959"/>
                    <a:pt x="1117" y="2271"/>
                    <a:pt x="1207" y="2338"/>
                  </a:cubicBezTo>
                  <a:cubicBezTo>
                    <a:pt x="1225" y="2351"/>
                    <a:pt x="1247" y="2360"/>
                    <a:pt x="1272" y="2360"/>
                  </a:cubicBezTo>
                  <a:lnTo>
                    <a:pt x="1275" y="2360"/>
                  </a:lnTo>
                  <a:cubicBezTo>
                    <a:pt x="1358" y="2360"/>
                    <a:pt x="1444" y="2304"/>
                    <a:pt x="1648" y="1629"/>
                  </a:cubicBezTo>
                  <a:cubicBezTo>
                    <a:pt x="1947" y="1604"/>
                    <a:pt x="2413" y="1555"/>
                    <a:pt x="2487" y="1530"/>
                  </a:cubicBezTo>
                  <a:cubicBezTo>
                    <a:pt x="2518" y="1515"/>
                    <a:pt x="2539" y="1487"/>
                    <a:pt x="2545" y="1456"/>
                  </a:cubicBezTo>
                  <a:cubicBezTo>
                    <a:pt x="2549" y="1398"/>
                    <a:pt x="2558" y="1339"/>
                    <a:pt x="1851" y="883"/>
                  </a:cubicBezTo>
                  <a:cubicBezTo>
                    <a:pt x="1959" y="466"/>
                    <a:pt x="2037" y="118"/>
                    <a:pt x="2037" y="115"/>
                  </a:cubicBezTo>
                  <a:cubicBezTo>
                    <a:pt x="2040" y="90"/>
                    <a:pt x="2033" y="62"/>
                    <a:pt x="2018" y="44"/>
                  </a:cubicBezTo>
                  <a:cubicBezTo>
                    <a:pt x="1990" y="16"/>
                    <a:pt x="1953" y="0"/>
                    <a:pt x="19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9"/>
            <p:cNvSpPr/>
            <p:nvPr/>
          </p:nvSpPr>
          <p:spPr>
            <a:xfrm>
              <a:off x="1839941" y="4971621"/>
              <a:ext cx="114472" cy="115104"/>
            </a:xfrm>
            <a:custGeom>
              <a:avLst/>
              <a:gdLst/>
              <a:ahLst/>
              <a:cxnLst/>
              <a:rect l="l" t="t" r="r" b="b"/>
              <a:pathLst>
                <a:path w="1814" h="1824" extrusionOk="0">
                  <a:moveTo>
                    <a:pt x="969" y="232"/>
                  </a:moveTo>
                  <a:cubicBezTo>
                    <a:pt x="993" y="309"/>
                    <a:pt x="1018" y="414"/>
                    <a:pt x="1034" y="482"/>
                  </a:cubicBezTo>
                  <a:cubicBezTo>
                    <a:pt x="1080" y="664"/>
                    <a:pt x="1089" y="704"/>
                    <a:pt x="1111" y="735"/>
                  </a:cubicBezTo>
                  <a:cubicBezTo>
                    <a:pt x="1135" y="766"/>
                    <a:pt x="1169" y="778"/>
                    <a:pt x="1348" y="843"/>
                  </a:cubicBezTo>
                  <a:cubicBezTo>
                    <a:pt x="1410" y="868"/>
                    <a:pt x="1509" y="901"/>
                    <a:pt x="1579" y="929"/>
                  </a:cubicBezTo>
                  <a:cubicBezTo>
                    <a:pt x="1478" y="975"/>
                    <a:pt x="1314" y="1037"/>
                    <a:pt x="1169" y="1090"/>
                  </a:cubicBezTo>
                  <a:cubicBezTo>
                    <a:pt x="1148" y="1096"/>
                    <a:pt x="1132" y="1111"/>
                    <a:pt x="1123" y="1133"/>
                  </a:cubicBezTo>
                  <a:cubicBezTo>
                    <a:pt x="1049" y="1299"/>
                    <a:pt x="960" y="1487"/>
                    <a:pt x="901" y="1592"/>
                  </a:cubicBezTo>
                  <a:cubicBezTo>
                    <a:pt x="861" y="1478"/>
                    <a:pt x="805" y="1278"/>
                    <a:pt x="762" y="1105"/>
                  </a:cubicBezTo>
                  <a:cubicBezTo>
                    <a:pt x="753" y="1071"/>
                    <a:pt x="728" y="1049"/>
                    <a:pt x="697" y="1043"/>
                  </a:cubicBezTo>
                  <a:cubicBezTo>
                    <a:pt x="528" y="1012"/>
                    <a:pt x="333" y="969"/>
                    <a:pt x="229" y="938"/>
                  </a:cubicBezTo>
                  <a:cubicBezTo>
                    <a:pt x="395" y="849"/>
                    <a:pt x="565" y="772"/>
                    <a:pt x="741" y="704"/>
                  </a:cubicBezTo>
                  <a:cubicBezTo>
                    <a:pt x="759" y="695"/>
                    <a:pt x="778" y="676"/>
                    <a:pt x="784" y="658"/>
                  </a:cubicBezTo>
                  <a:cubicBezTo>
                    <a:pt x="839" y="513"/>
                    <a:pt x="901" y="371"/>
                    <a:pt x="969" y="232"/>
                  </a:cubicBezTo>
                  <a:close/>
                  <a:moveTo>
                    <a:pt x="990" y="1"/>
                  </a:moveTo>
                  <a:cubicBezTo>
                    <a:pt x="941" y="1"/>
                    <a:pt x="867" y="1"/>
                    <a:pt x="648" y="571"/>
                  </a:cubicBezTo>
                  <a:cubicBezTo>
                    <a:pt x="40" y="815"/>
                    <a:pt x="19" y="895"/>
                    <a:pt x="10" y="929"/>
                  </a:cubicBezTo>
                  <a:cubicBezTo>
                    <a:pt x="0" y="957"/>
                    <a:pt x="6" y="985"/>
                    <a:pt x="22" y="1009"/>
                  </a:cubicBezTo>
                  <a:cubicBezTo>
                    <a:pt x="37" y="1031"/>
                    <a:pt x="84" y="1093"/>
                    <a:pt x="617" y="1198"/>
                  </a:cubicBezTo>
                  <a:cubicBezTo>
                    <a:pt x="774" y="1824"/>
                    <a:pt x="830" y="1824"/>
                    <a:pt x="892" y="1824"/>
                  </a:cubicBezTo>
                  <a:lnTo>
                    <a:pt x="898" y="1824"/>
                  </a:lnTo>
                  <a:cubicBezTo>
                    <a:pt x="944" y="1821"/>
                    <a:pt x="1000" y="1817"/>
                    <a:pt x="1259" y="1231"/>
                  </a:cubicBezTo>
                  <a:cubicBezTo>
                    <a:pt x="1416" y="1176"/>
                    <a:pt x="1718" y="1065"/>
                    <a:pt x="1783" y="1006"/>
                  </a:cubicBezTo>
                  <a:cubicBezTo>
                    <a:pt x="1805" y="985"/>
                    <a:pt x="1814" y="951"/>
                    <a:pt x="1811" y="920"/>
                  </a:cubicBezTo>
                  <a:cubicBezTo>
                    <a:pt x="1795" y="846"/>
                    <a:pt x="1715" y="806"/>
                    <a:pt x="1404" y="695"/>
                  </a:cubicBezTo>
                  <a:cubicBezTo>
                    <a:pt x="1345" y="673"/>
                    <a:pt x="1274" y="649"/>
                    <a:pt x="1243" y="633"/>
                  </a:cubicBezTo>
                  <a:cubicBezTo>
                    <a:pt x="1234" y="599"/>
                    <a:pt x="1212" y="516"/>
                    <a:pt x="1194" y="448"/>
                  </a:cubicBezTo>
                  <a:cubicBezTo>
                    <a:pt x="1141" y="229"/>
                    <a:pt x="1104" y="93"/>
                    <a:pt x="1067" y="41"/>
                  </a:cubicBezTo>
                  <a:cubicBezTo>
                    <a:pt x="1046" y="16"/>
                    <a:pt x="1018" y="4"/>
                    <a:pt x="99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46" name="Google Shape;946;p9"/>
            <p:cNvGrpSpPr/>
            <p:nvPr/>
          </p:nvGrpSpPr>
          <p:grpSpPr>
            <a:xfrm>
              <a:off x="1339577" y="4712702"/>
              <a:ext cx="407881" cy="242857"/>
              <a:chOff x="78527" y="4008152"/>
              <a:chExt cx="407881" cy="242857"/>
            </a:xfrm>
          </p:grpSpPr>
          <p:sp>
            <p:nvSpPr>
              <p:cNvPr id="947" name="Google Shape;947;p9"/>
              <p:cNvSpPr/>
              <p:nvPr/>
            </p:nvSpPr>
            <p:spPr>
              <a:xfrm>
                <a:off x="78527" y="4013042"/>
                <a:ext cx="407881" cy="232406"/>
              </a:xfrm>
              <a:custGeom>
                <a:avLst/>
                <a:gdLst/>
                <a:ahLst/>
                <a:cxnLst/>
                <a:rect l="l" t="t" r="r" b="b"/>
                <a:pathLst>
                  <a:path w="6088" h="3469" extrusionOk="0">
                    <a:moveTo>
                      <a:pt x="3696" y="1"/>
                    </a:moveTo>
                    <a:cubicBezTo>
                      <a:pt x="3413" y="1"/>
                      <a:pt x="3163" y="158"/>
                      <a:pt x="2991" y="365"/>
                    </a:cubicBezTo>
                    <a:lnTo>
                      <a:pt x="2991" y="365"/>
                    </a:lnTo>
                    <a:cubicBezTo>
                      <a:pt x="2876" y="273"/>
                      <a:pt x="2725" y="190"/>
                      <a:pt x="2533" y="128"/>
                    </a:cubicBezTo>
                    <a:cubicBezTo>
                      <a:pt x="2372" y="75"/>
                      <a:pt x="2237" y="52"/>
                      <a:pt x="2122" y="52"/>
                    </a:cubicBezTo>
                    <a:cubicBezTo>
                      <a:pt x="1407" y="52"/>
                      <a:pt x="1530" y="951"/>
                      <a:pt x="1530" y="951"/>
                    </a:cubicBezTo>
                    <a:cubicBezTo>
                      <a:pt x="1457" y="907"/>
                      <a:pt x="1378" y="886"/>
                      <a:pt x="1298" y="886"/>
                    </a:cubicBezTo>
                    <a:cubicBezTo>
                      <a:pt x="694" y="886"/>
                      <a:pt x="1" y="2034"/>
                      <a:pt x="790" y="2617"/>
                    </a:cubicBezTo>
                    <a:cubicBezTo>
                      <a:pt x="1039" y="2800"/>
                      <a:pt x="1275" y="2883"/>
                      <a:pt x="1477" y="2895"/>
                    </a:cubicBezTo>
                    <a:lnTo>
                      <a:pt x="1477" y="2895"/>
                    </a:lnTo>
                    <a:cubicBezTo>
                      <a:pt x="1545" y="3200"/>
                      <a:pt x="1763" y="3463"/>
                      <a:pt x="2224" y="3468"/>
                    </a:cubicBezTo>
                    <a:cubicBezTo>
                      <a:pt x="2242" y="3468"/>
                      <a:pt x="2259" y="3468"/>
                      <a:pt x="2276" y="3468"/>
                    </a:cubicBezTo>
                    <a:cubicBezTo>
                      <a:pt x="2909" y="3468"/>
                      <a:pt x="3333" y="3322"/>
                      <a:pt x="3571" y="3105"/>
                    </a:cubicBezTo>
                    <a:lnTo>
                      <a:pt x="3571" y="3105"/>
                    </a:lnTo>
                    <a:cubicBezTo>
                      <a:pt x="3621" y="3172"/>
                      <a:pt x="3683" y="3237"/>
                      <a:pt x="3760" y="3298"/>
                    </a:cubicBezTo>
                    <a:cubicBezTo>
                      <a:pt x="3866" y="3382"/>
                      <a:pt x="3994" y="3419"/>
                      <a:pt x="4133" y="3419"/>
                    </a:cubicBezTo>
                    <a:cubicBezTo>
                      <a:pt x="4932" y="3419"/>
                      <a:pt x="6088" y="2177"/>
                      <a:pt x="5404" y="1457"/>
                    </a:cubicBezTo>
                    <a:cubicBezTo>
                      <a:pt x="5215" y="1258"/>
                      <a:pt x="5015" y="1183"/>
                      <a:pt x="4827" y="1183"/>
                    </a:cubicBezTo>
                    <a:cubicBezTo>
                      <a:pt x="4806" y="1183"/>
                      <a:pt x="4786" y="1184"/>
                      <a:pt x="4765" y="1185"/>
                    </a:cubicBezTo>
                    <a:lnTo>
                      <a:pt x="4765" y="1185"/>
                    </a:lnTo>
                    <a:cubicBezTo>
                      <a:pt x="4773" y="830"/>
                      <a:pt x="4595" y="421"/>
                      <a:pt x="4155" y="143"/>
                    </a:cubicBezTo>
                    <a:cubicBezTo>
                      <a:pt x="3998" y="43"/>
                      <a:pt x="3843" y="1"/>
                      <a:pt x="36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9"/>
              <p:cNvSpPr/>
              <p:nvPr/>
            </p:nvSpPr>
            <p:spPr>
              <a:xfrm>
                <a:off x="96750" y="4008152"/>
                <a:ext cx="367883" cy="242857"/>
              </a:xfrm>
              <a:custGeom>
                <a:avLst/>
                <a:gdLst/>
                <a:ahLst/>
                <a:cxnLst/>
                <a:rect l="l" t="t" r="r" b="b"/>
                <a:pathLst>
                  <a:path w="5491" h="3625" extrusionOk="0">
                    <a:moveTo>
                      <a:pt x="2733" y="558"/>
                    </a:moveTo>
                    <a:cubicBezTo>
                      <a:pt x="2952" y="768"/>
                      <a:pt x="2995" y="1015"/>
                      <a:pt x="2936" y="1178"/>
                    </a:cubicBezTo>
                    <a:cubicBezTo>
                      <a:pt x="2906" y="1264"/>
                      <a:pt x="2852" y="1311"/>
                      <a:pt x="2788" y="1311"/>
                    </a:cubicBezTo>
                    <a:cubicBezTo>
                      <a:pt x="2749" y="1311"/>
                      <a:pt x="2705" y="1293"/>
                      <a:pt x="2662" y="1255"/>
                    </a:cubicBezTo>
                    <a:cubicBezTo>
                      <a:pt x="2508" y="1129"/>
                      <a:pt x="2542" y="827"/>
                      <a:pt x="2733" y="558"/>
                    </a:cubicBezTo>
                    <a:close/>
                    <a:moveTo>
                      <a:pt x="4404" y="1354"/>
                    </a:moveTo>
                    <a:lnTo>
                      <a:pt x="4404" y="1354"/>
                    </a:lnTo>
                    <a:cubicBezTo>
                      <a:pt x="4367" y="1650"/>
                      <a:pt x="4185" y="1872"/>
                      <a:pt x="3945" y="1906"/>
                    </a:cubicBezTo>
                    <a:cubicBezTo>
                      <a:pt x="3929" y="1906"/>
                      <a:pt x="3917" y="1909"/>
                      <a:pt x="3902" y="1909"/>
                    </a:cubicBezTo>
                    <a:cubicBezTo>
                      <a:pt x="3837" y="1909"/>
                      <a:pt x="3837" y="1888"/>
                      <a:pt x="3837" y="1869"/>
                    </a:cubicBezTo>
                    <a:cubicBezTo>
                      <a:pt x="3831" y="1746"/>
                      <a:pt x="4068" y="1431"/>
                      <a:pt x="4404" y="1354"/>
                    </a:cubicBezTo>
                    <a:close/>
                    <a:moveTo>
                      <a:pt x="1527" y="2125"/>
                    </a:moveTo>
                    <a:cubicBezTo>
                      <a:pt x="1570" y="2125"/>
                      <a:pt x="1610" y="2162"/>
                      <a:pt x="1635" y="2196"/>
                    </a:cubicBezTo>
                    <a:cubicBezTo>
                      <a:pt x="1755" y="2347"/>
                      <a:pt x="1783" y="2511"/>
                      <a:pt x="1718" y="2646"/>
                    </a:cubicBezTo>
                    <a:cubicBezTo>
                      <a:pt x="1647" y="2795"/>
                      <a:pt x="1477" y="2884"/>
                      <a:pt x="1274" y="2890"/>
                    </a:cubicBezTo>
                    <a:cubicBezTo>
                      <a:pt x="1231" y="2619"/>
                      <a:pt x="1308" y="2332"/>
                      <a:pt x="1416" y="2199"/>
                    </a:cubicBezTo>
                    <a:cubicBezTo>
                      <a:pt x="1440" y="2159"/>
                      <a:pt x="1481" y="2131"/>
                      <a:pt x="1527" y="2125"/>
                    </a:cubicBezTo>
                    <a:close/>
                    <a:moveTo>
                      <a:pt x="3350" y="2350"/>
                    </a:moveTo>
                    <a:cubicBezTo>
                      <a:pt x="3362" y="2350"/>
                      <a:pt x="3396" y="2384"/>
                      <a:pt x="3424" y="2468"/>
                    </a:cubicBezTo>
                    <a:cubicBezTo>
                      <a:pt x="3491" y="2668"/>
                      <a:pt x="3448" y="2890"/>
                      <a:pt x="3313" y="3051"/>
                    </a:cubicBezTo>
                    <a:cubicBezTo>
                      <a:pt x="3183" y="2825"/>
                      <a:pt x="3195" y="2582"/>
                      <a:pt x="3266" y="2440"/>
                    </a:cubicBezTo>
                    <a:cubicBezTo>
                      <a:pt x="3297" y="2375"/>
                      <a:pt x="3334" y="2350"/>
                      <a:pt x="3350" y="2350"/>
                    </a:cubicBezTo>
                    <a:close/>
                    <a:moveTo>
                      <a:pt x="3426" y="160"/>
                    </a:moveTo>
                    <a:cubicBezTo>
                      <a:pt x="3566" y="160"/>
                      <a:pt x="3707" y="201"/>
                      <a:pt x="3840" y="287"/>
                    </a:cubicBezTo>
                    <a:cubicBezTo>
                      <a:pt x="4185" y="503"/>
                      <a:pt x="4395" y="836"/>
                      <a:pt x="4411" y="1191"/>
                    </a:cubicBezTo>
                    <a:cubicBezTo>
                      <a:pt x="3994" y="1265"/>
                      <a:pt x="3667" y="1650"/>
                      <a:pt x="3677" y="1878"/>
                    </a:cubicBezTo>
                    <a:cubicBezTo>
                      <a:pt x="3679" y="1969"/>
                      <a:pt x="3738" y="2069"/>
                      <a:pt x="3899" y="2069"/>
                    </a:cubicBezTo>
                    <a:cubicBezTo>
                      <a:pt x="3920" y="2069"/>
                      <a:pt x="3942" y="2067"/>
                      <a:pt x="3966" y="2064"/>
                    </a:cubicBezTo>
                    <a:cubicBezTo>
                      <a:pt x="4293" y="2020"/>
                      <a:pt x="4534" y="1727"/>
                      <a:pt x="4571" y="1339"/>
                    </a:cubicBezTo>
                    <a:cubicBezTo>
                      <a:pt x="4753" y="1342"/>
                      <a:pt x="4920" y="1428"/>
                      <a:pt x="5074" y="1589"/>
                    </a:cubicBezTo>
                    <a:cubicBezTo>
                      <a:pt x="5336" y="1863"/>
                      <a:pt x="5274" y="2190"/>
                      <a:pt x="5176" y="2418"/>
                    </a:cubicBezTo>
                    <a:cubicBezTo>
                      <a:pt x="4953" y="2939"/>
                      <a:pt x="4327" y="3414"/>
                      <a:pt x="3862" y="3414"/>
                    </a:cubicBezTo>
                    <a:cubicBezTo>
                      <a:pt x="3857" y="3415"/>
                      <a:pt x="3853" y="3415"/>
                      <a:pt x="3848" y="3415"/>
                    </a:cubicBezTo>
                    <a:cubicBezTo>
                      <a:pt x="3736" y="3415"/>
                      <a:pt x="3627" y="3378"/>
                      <a:pt x="3541" y="3310"/>
                    </a:cubicBezTo>
                    <a:cubicBezTo>
                      <a:pt x="3491" y="3273"/>
                      <a:pt x="3448" y="3232"/>
                      <a:pt x="3408" y="3186"/>
                    </a:cubicBezTo>
                    <a:cubicBezTo>
                      <a:pt x="3603" y="2983"/>
                      <a:pt x="3667" y="2687"/>
                      <a:pt x="3578" y="2421"/>
                    </a:cubicBezTo>
                    <a:cubicBezTo>
                      <a:pt x="3513" y="2218"/>
                      <a:pt x="3408" y="2190"/>
                      <a:pt x="3350" y="2190"/>
                    </a:cubicBezTo>
                    <a:cubicBezTo>
                      <a:pt x="3260" y="2190"/>
                      <a:pt x="3177" y="2255"/>
                      <a:pt x="3121" y="2366"/>
                    </a:cubicBezTo>
                    <a:cubicBezTo>
                      <a:pt x="3023" y="2563"/>
                      <a:pt x="3010" y="2878"/>
                      <a:pt x="3192" y="3165"/>
                    </a:cubicBezTo>
                    <a:cubicBezTo>
                      <a:pt x="3001" y="3306"/>
                      <a:pt x="2649" y="3461"/>
                      <a:pt x="1999" y="3461"/>
                    </a:cubicBezTo>
                    <a:lnTo>
                      <a:pt x="1956" y="3461"/>
                    </a:lnTo>
                    <a:cubicBezTo>
                      <a:pt x="1558" y="3458"/>
                      <a:pt x="1385" y="3254"/>
                      <a:pt x="1314" y="3051"/>
                    </a:cubicBezTo>
                    <a:cubicBezTo>
                      <a:pt x="1564" y="3035"/>
                      <a:pt x="1767" y="2915"/>
                      <a:pt x="1863" y="2720"/>
                    </a:cubicBezTo>
                    <a:cubicBezTo>
                      <a:pt x="1959" y="2523"/>
                      <a:pt x="1922" y="2298"/>
                      <a:pt x="1761" y="2097"/>
                    </a:cubicBezTo>
                    <a:cubicBezTo>
                      <a:pt x="1675" y="1986"/>
                      <a:pt x="1585" y="1965"/>
                      <a:pt x="1527" y="1965"/>
                    </a:cubicBezTo>
                    <a:cubicBezTo>
                      <a:pt x="1444" y="1965"/>
                      <a:pt x="1360" y="2011"/>
                      <a:pt x="1289" y="2097"/>
                    </a:cubicBezTo>
                    <a:cubicBezTo>
                      <a:pt x="1147" y="2276"/>
                      <a:pt x="1076" y="2594"/>
                      <a:pt x="1107" y="2878"/>
                    </a:cubicBezTo>
                    <a:cubicBezTo>
                      <a:pt x="913" y="2835"/>
                      <a:pt x="728" y="2751"/>
                      <a:pt x="568" y="2628"/>
                    </a:cubicBezTo>
                    <a:cubicBezTo>
                      <a:pt x="154" y="2320"/>
                      <a:pt x="241" y="1891"/>
                      <a:pt x="296" y="1718"/>
                    </a:cubicBezTo>
                    <a:cubicBezTo>
                      <a:pt x="420" y="1345"/>
                      <a:pt x="746" y="1043"/>
                      <a:pt x="1027" y="1043"/>
                    </a:cubicBezTo>
                    <a:cubicBezTo>
                      <a:pt x="1095" y="1043"/>
                      <a:pt x="1163" y="1061"/>
                      <a:pt x="1218" y="1095"/>
                    </a:cubicBezTo>
                    <a:cubicBezTo>
                      <a:pt x="1232" y="1103"/>
                      <a:pt x="1246" y="1106"/>
                      <a:pt x="1260" y="1106"/>
                    </a:cubicBezTo>
                    <a:cubicBezTo>
                      <a:pt x="1307" y="1106"/>
                      <a:pt x="1349" y="1067"/>
                      <a:pt x="1342" y="1015"/>
                    </a:cubicBezTo>
                    <a:cubicBezTo>
                      <a:pt x="1342" y="1012"/>
                      <a:pt x="1283" y="586"/>
                      <a:pt x="1487" y="355"/>
                    </a:cubicBezTo>
                    <a:cubicBezTo>
                      <a:pt x="1572" y="255"/>
                      <a:pt x="1695" y="205"/>
                      <a:pt x="1853" y="205"/>
                    </a:cubicBezTo>
                    <a:cubicBezTo>
                      <a:pt x="1964" y="205"/>
                      <a:pt x="2092" y="230"/>
                      <a:pt x="2236" y="278"/>
                    </a:cubicBezTo>
                    <a:cubicBezTo>
                      <a:pt x="2369" y="318"/>
                      <a:pt x="2495" y="380"/>
                      <a:pt x="2609" y="457"/>
                    </a:cubicBezTo>
                    <a:cubicBezTo>
                      <a:pt x="2387" y="765"/>
                      <a:pt x="2313" y="1172"/>
                      <a:pt x="2560" y="1382"/>
                    </a:cubicBezTo>
                    <a:cubicBezTo>
                      <a:pt x="2622" y="1437"/>
                      <a:pt x="2705" y="1474"/>
                      <a:pt x="2791" y="1478"/>
                    </a:cubicBezTo>
                    <a:cubicBezTo>
                      <a:pt x="2921" y="1478"/>
                      <a:pt x="3038" y="1382"/>
                      <a:pt x="3091" y="1234"/>
                    </a:cubicBezTo>
                    <a:cubicBezTo>
                      <a:pt x="3168" y="1018"/>
                      <a:pt x="3112" y="694"/>
                      <a:pt x="2835" y="432"/>
                    </a:cubicBezTo>
                    <a:cubicBezTo>
                      <a:pt x="3006" y="255"/>
                      <a:pt x="3214" y="160"/>
                      <a:pt x="3426" y="160"/>
                    </a:cubicBezTo>
                    <a:close/>
                    <a:moveTo>
                      <a:pt x="3431" y="0"/>
                    </a:moveTo>
                    <a:cubicBezTo>
                      <a:pt x="3171" y="0"/>
                      <a:pt x="2915" y="116"/>
                      <a:pt x="2711" y="333"/>
                    </a:cubicBezTo>
                    <a:cubicBezTo>
                      <a:pt x="2582" y="241"/>
                      <a:pt x="2440" y="173"/>
                      <a:pt x="2289" y="124"/>
                    </a:cubicBezTo>
                    <a:cubicBezTo>
                      <a:pt x="2129" y="71"/>
                      <a:pt x="1984" y="45"/>
                      <a:pt x="1856" y="45"/>
                    </a:cubicBezTo>
                    <a:cubicBezTo>
                      <a:pt x="1647" y="45"/>
                      <a:pt x="1482" y="113"/>
                      <a:pt x="1363" y="247"/>
                    </a:cubicBezTo>
                    <a:cubicBezTo>
                      <a:pt x="1194" y="444"/>
                      <a:pt x="1169" y="731"/>
                      <a:pt x="1172" y="901"/>
                    </a:cubicBezTo>
                    <a:cubicBezTo>
                      <a:pt x="1126" y="888"/>
                      <a:pt x="1076" y="882"/>
                      <a:pt x="1027" y="882"/>
                    </a:cubicBezTo>
                    <a:cubicBezTo>
                      <a:pt x="676" y="882"/>
                      <a:pt x="287" y="1228"/>
                      <a:pt x="142" y="1669"/>
                    </a:cubicBezTo>
                    <a:cubicBezTo>
                      <a:pt x="0" y="2104"/>
                      <a:pt x="120" y="2498"/>
                      <a:pt x="472" y="2757"/>
                    </a:cubicBezTo>
                    <a:cubicBezTo>
                      <a:pt x="694" y="2921"/>
                      <a:pt x="922" y="3020"/>
                      <a:pt x="1141" y="3047"/>
                    </a:cubicBezTo>
                    <a:cubicBezTo>
                      <a:pt x="1246" y="3408"/>
                      <a:pt x="1539" y="3621"/>
                      <a:pt x="1952" y="3624"/>
                    </a:cubicBezTo>
                    <a:lnTo>
                      <a:pt x="1999" y="3624"/>
                    </a:lnTo>
                    <a:cubicBezTo>
                      <a:pt x="2563" y="3624"/>
                      <a:pt x="3007" y="3513"/>
                      <a:pt x="3288" y="3297"/>
                    </a:cubicBezTo>
                    <a:cubicBezTo>
                      <a:pt x="3334" y="3347"/>
                      <a:pt x="3384" y="3396"/>
                      <a:pt x="3439" y="3439"/>
                    </a:cubicBezTo>
                    <a:cubicBezTo>
                      <a:pt x="3556" y="3529"/>
                      <a:pt x="3699" y="3578"/>
                      <a:pt x="3848" y="3578"/>
                    </a:cubicBezTo>
                    <a:cubicBezTo>
                      <a:pt x="3853" y="3578"/>
                      <a:pt x="3857" y="3578"/>
                      <a:pt x="3862" y="3578"/>
                    </a:cubicBezTo>
                    <a:cubicBezTo>
                      <a:pt x="4392" y="3578"/>
                      <a:pt x="5077" y="3066"/>
                      <a:pt x="5327" y="2483"/>
                    </a:cubicBezTo>
                    <a:cubicBezTo>
                      <a:pt x="5490" y="2097"/>
                      <a:pt x="5444" y="1743"/>
                      <a:pt x="5191" y="1478"/>
                    </a:cubicBezTo>
                    <a:cubicBezTo>
                      <a:pt x="5009" y="1283"/>
                      <a:pt x="4802" y="1185"/>
                      <a:pt x="4574" y="1178"/>
                    </a:cubicBezTo>
                    <a:cubicBezTo>
                      <a:pt x="4552" y="774"/>
                      <a:pt x="4315" y="395"/>
                      <a:pt x="3929" y="151"/>
                    </a:cubicBezTo>
                    <a:cubicBezTo>
                      <a:pt x="3770" y="49"/>
                      <a:pt x="3600" y="0"/>
                      <a:pt x="34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949" name="Google Shape;949;p9"/>
            <p:cNvGrpSpPr/>
            <p:nvPr/>
          </p:nvGrpSpPr>
          <p:grpSpPr>
            <a:xfrm>
              <a:off x="106515" y="3757800"/>
              <a:ext cx="345427" cy="299475"/>
              <a:chOff x="1011528" y="129375"/>
              <a:chExt cx="345427" cy="299475"/>
            </a:xfrm>
          </p:grpSpPr>
          <p:sp>
            <p:nvSpPr>
              <p:cNvPr id="950" name="Google Shape;950;p9"/>
              <p:cNvSpPr/>
              <p:nvPr/>
            </p:nvSpPr>
            <p:spPr>
              <a:xfrm>
                <a:off x="1244129" y="155966"/>
                <a:ext cx="106534" cy="77311"/>
              </a:xfrm>
              <a:custGeom>
                <a:avLst/>
                <a:gdLst/>
                <a:ahLst/>
                <a:cxnLst/>
                <a:rect l="l" t="t" r="r" b="b"/>
                <a:pathLst>
                  <a:path w="1254" h="910" extrusionOk="0">
                    <a:moveTo>
                      <a:pt x="1097" y="0"/>
                    </a:moveTo>
                    <a:cubicBezTo>
                      <a:pt x="975" y="0"/>
                      <a:pt x="707" y="47"/>
                      <a:pt x="93" y="188"/>
                    </a:cubicBezTo>
                    <a:cubicBezTo>
                      <a:pt x="0" y="214"/>
                      <a:pt x="25" y="347"/>
                      <a:pt x="113" y="347"/>
                    </a:cubicBezTo>
                    <a:cubicBezTo>
                      <a:pt x="119" y="347"/>
                      <a:pt x="124" y="346"/>
                      <a:pt x="130" y="345"/>
                    </a:cubicBezTo>
                    <a:cubicBezTo>
                      <a:pt x="445" y="274"/>
                      <a:pt x="790" y="203"/>
                      <a:pt x="979" y="176"/>
                    </a:cubicBezTo>
                    <a:lnTo>
                      <a:pt x="979" y="176"/>
                    </a:lnTo>
                    <a:cubicBezTo>
                      <a:pt x="818" y="364"/>
                      <a:pt x="485" y="722"/>
                      <a:pt x="433" y="765"/>
                    </a:cubicBezTo>
                    <a:cubicBezTo>
                      <a:pt x="399" y="793"/>
                      <a:pt x="390" y="842"/>
                      <a:pt x="417" y="879"/>
                    </a:cubicBezTo>
                    <a:cubicBezTo>
                      <a:pt x="433" y="897"/>
                      <a:pt x="457" y="910"/>
                      <a:pt x="482" y="910"/>
                    </a:cubicBezTo>
                    <a:cubicBezTo>
                      <a:pt x="501" y="910"/>
                      <a:pt x="516" y="904"/>
                      <a:pt x="531" y="894"/>
                    </a:cubicBezTo>
                    <a:cubicBezTo>
                      <a:pt x="538" y="888"/>
                      <a:pt x="1253" y="194"/>
                      <a:pt x="1210" y="62"/>
                    </a:cubicBezTo>
                    <a:cubicBezTo>
                      <a:pt x="1198" y="27"/>
                      <a:pt x="1189" y="0"/>
                      <a:pt x="10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9"/>
              <p:cNvSpPr/>
              <p:nvPr/>
            </p:nvSpPr>
            <p:spPr>
              <a:xfrm>
                <a:off x="1011528" y="129375"/>
                <a:ext cx="345427" cy="299475"/>
              </a:xfrm>
              <a:custGeom>
                <a:avLst/>
                <a:gdLst/>
                <a:ahLst/>
                <a:cxnLst/>
                <a:rect l="l" t="t" r="r" b="b"/>
                <a:pathLst>
                  <a:path w="4066" h="3525" extrusionOk="0">
                    <a:moveTo>
                      <a:pt x="790" y="0"/>
                    </a:moveTo>
                    <a:cubicBezTo>
                      <a:pt x="781" y="0"/>
                      <a:pt x="773" y="1"/>
                      <a:pt x="765" y="1"/>
                    </a:cubicBezTo>
                    <a:cubicBezTo>
                      <a:pt x="265" y="41"/>
                      <a:pt x="885" y="1161"/>
                      <a:pt x="885" y="1161"/>
                    </a:cubicBezTo>
                    <a:cubicBezTo>
                      <a:pt x="885" y="1161"/>
                      <a:pt x="676" y="991"/>
                      <a:pt x="509" y="991"/>
                    </a:cubicBezTo>
                    <a:cubicBezTo>
                      <a:pt x="412" y="991"/>
                      <a:pt x="329" y="1048"/>
                      <a:pt x="308" y="1229"/>
                    </a:cubicBezTo>
                    <a:cubicBezTo>
                      <a:pt x="253" y="1719"/>
                      <a:pt x="922" y="2308"/>
                      <a:pt x="922" y="2308"/>
                    </a:cubicBezTo>
                    <a:lnTo>
                      <a:pt x="0" y="2534"/>
                    </a:lnTo>
                    <a:cubicBezTo>
                      <a:pt x="0" y="2534"/>
                      <a:pt x="453" y="3524"/>
                      <a:pt x="1613" y="3524"/>
                    </a:cubicBezTo>
                    <a:cubicBezTo>
                      <a:pt x="1834" y="3524"/>
                      <a:pt x="2080" y="3489"/>
                      <a:pt x="2353" y="3403"/>
                    </a:cubicBezTo>
                    <a:cubicBezTo>
                      <a:pt x="4065" y="2867"/>
                      <a:pt x="3612" y="526"/>
                      <a:pt x="2696" y="220"/>
                    </a:cubicBezTo>
                    <a:cubicBezTo>
                      <a:pt x="2643" y="203"/>
                      <a:pt x="2594" y="195"/>
                      <a:pt x="2549" y="195"/>
                    </a:cubicBezTo>
                    <a:cubicBezTo>
                      <a:pt x="2026" y="195"/>
                      <a:pt x="1974" y="1263"/>
                      <a:pt x="1974" y="1263"/>
                    </a:cubicBezTo>
                    <a:cubicBezTo>
                      <a:pt x="1974" y="1263"/>
                      <a:pt x="1290" y="0"/>
                      <a:pt x="7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9"/>
              <p:cNvSpPr/>
              <p:nvPr/>
            </p:nvSpPr>
            <p:spPr>
              <a:xfrm>
                <a:off x="1207769" y="166841"/>
                <a:ext cx="52757" cy="56242"/>
              </a:xfrm>
              <a:custGeom>
                <a:avLst/>
                <a:gdLst/>
                <a:ahLst/>
                <a:cxnLst/>
                <a:rect l="l" t="t" r="r" b="b"/>
                <a:pathLst>
                  <a:path w="621" h="662" extrusionOk="0">
                    <a:moveTo>
                      <a:pt x="375" y="0"/>
                    </a:moveTo>
                    <a:cubicBezTo>
                      <a:pt x="323" y="0"/>
                      <a:pt x="269" y="51"/>
                      <a:pt x="299" y="116"/>
                    </a:cubicBezTo>
                    <a:cubicBezTo>
                      <a:pt x="364" y="264"/>
                      <a:pt x="413" y="430"/>
                      <a:pt x="413" y="495"/>
                    </a:cubicBezTo>
                    <a:cubicBezTo>
                      <a:pt x="352" y="473"/>
                      <a:pt x="244" y="353"/>
                      <a:pt x="176" y="245"/>
                    </a:cubicBezTo>
                    <a:cubicBezTo>
                      <a:pt x="157" y="219"/>
                      <a:pt x="133" y="208"/>
                      <a:pt x="109" y="208"/>
                    </a:cubicBezTo>
                    <a:cubicBezTo>
                      <a:pt x="53" y="208"/>
                      <a:pt x="1" y="267"/>
                      <a:pt x="37" y="331"/>
                    </a:cubicBezTo>
                    <a:cubicBezTo>
                      <a:pt x="90" y="409"/>
                      <a:pt x="262" y="661"/>
                      <a:pt x="435" y="661"/>
                    </a:cubicBezTo>
                    <a:lnTo>
                      <a:pt x="450" y="661"/>
                    </a:lnTo>
                    <a:cubicBezTo>
                      <a:pt x="494" y="658"/>
                      <a:pt x="531" y="634"/>
                      <a:pt x="552" y="600"/>
                    </a:cubicBezTo>
                    <a:cubicBezTo>
                      <a:pt x="620" y="483"/>
                      <a:pt x="515" y="205"/>
                      <a:pt x="447" y="51"/>
                    </a:cubicBezTo>
                    <a:cubicBezTo>
                      <a:pt x="432" y="15"/>
                      <a:pt x="404" y="0"/>
                      <a:pt x="37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9"/>
              <p:cNvSpPr/>
              <p:nvPr/>
            </p:nvSpPr>
            <p:spPr>
              <a:xfrm>
                <a:off x="1068616" y="214076"/>
                <a:ext cx="115454" cy="110445"/>
              </a:xfrm>
              <a:custGeom>
                <a:avLst/>
                <a:gdLst/>
                <a:ahLst/>
                <a:cxnLst/>
                <a:rect l="l" t="t" r="r" b="b"/>
                <a:pathLst>
                  <a:path w="1359" h="1300" extrusionOk="0">
                    <a:moveTo>
                      <a:pt x="604" y="0"/>
                    </a:moveTo>
                    <a:cubicBezTo>
                      <a:pt x="588" y="0"/>
                      <a:pt x="576" y="4"/>
                      <a:pt x="568" y="7"/>
                    </a:cubicBezTo>
                    <a:cubicBezTo>
                      <a:pt x="457" y="47"/>
                      <a:pt x="432" y="223"/>
                      <a:pt x="491" y="531"/>
                    </a:cubicBezTo>
                    <a:cubicBezTo>
                      <a:pt x="396" y="468"/>
                      <a:pt x="285" y="414"/>
                      <a:pt x="195" y="414"/>
                    </a:cubicBezTo>
                    <a:cubicBezTo>
                      <a:pt x="170" y="414"/>
                      <a:pt x="148" y="418"/>
                      <a:pt x="127" y="426"/>
                    </a:cubicBezTo>
                    <a:cubicBezTo>
                      <a:pt x="68" y="451"/>
                      <a:pt x="28" y="513"/>
                      <a:pt x="28" y="577"/>
                    </a:cubicBezTo>
                    <a:cubicBezTo>
                      <a:pt x="0" y="880"/>
                      <a:pt x="438" y="1244"/>
                      <a:pt x="488" y="1284"/>
                    </a:cubicBezTo>
                    <a:cubicBezTo>
                      <a:pt x="503" y="1293"/>
                      <a:pt x="522" y="1299"/>
                      <a:pt x="540" y="1299"/>
                    </a:cubicBezTo>
                    <a:cubicBezTo>
                      <a:pt x="617" y="1299"/>
                      <a:pt x="651" y="1203"/>
                      <a:pt x="590" y="1157"/>
                    </a:cubicBezTo>
                    <a:cubicBezTo>
                      <a:pt x="429" y="1025"/>
                      <a:pt x="176" y="756"/>
                      <a:pt x="192" y="593"/>
                    </a:cubicBezTo>
                    <a:lnTo>
                      <a:pt x="192" y="574"/>
                    </a:lnTo>
                    <a:cubicBezTo>
                      <a:pt x="194" y="574"/>
                      <a:pt x="196" y="574"/>
                      <a:pt x="199" y="574"/>
                    </a:cubicBezTo>
                    <a:cubicBezTo>
                      <a:pt x="256" y="574"/>
                      <a:pt x="426" y="672"/>
                      <a:pt x="568" y="790"/>
                    </a:cubicBezTo>
                    <a:cubicBezTo>
                      <a:pt x="583" y="803"/>
                      <a:pt x="601" y="809"/>
                      <a:pt x="618" y="809"/>
                    </a:cubicBezTo>
                    <a:cubicBezTo>
                      <a:pt x="666" y="809"/>
                      <a:pt x="711" y="764"/>
                      <a:pt x="697" y="707"/>
                    </a:cubicBezTo>
                    <a:cubicBezTo>
                      <a:pt x="636" y="473"/>
                      <a:pt x="605" y="229"/>
                      <a:pt x="617" y="170"/>
                    </a:cubicBezTo>
                    <a:lnTo>
                      <a:pt x="617" y="170"/>
                    </a:lnTo>
                    <a:cubicBezTo>
                      <a:pt x="716" y="226"/>
                      <a:pt x="975" y="559"/>
                      <a:pt x="1176" y="858"/>
                    </a:cubicBezTo>
                    <a:cubicBezTo>
                      <a:pt x="1192" y="887"/>
                      <a:pt x="1216" y="899"/>
                      <a:pt x="1241" y="899"/>
                    </a:cubicBezTo>
                    <a:cubicBezTo>
                      <a:pt x="1299" y="899"/>
                      <a:pt x="1358" y="832"/>
                      <a:pt x="1308" y="769"/>
                    </a:cubicBezTo>
                    <a:cubicBezTo>
                      <a:pt x="857" y="85"/>
                      <a:pt x="679" y="0"/>
                      <a:pt x="6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9"/>
              <p:cNvSpPr/>
              <p:nvPr/>
            </p:nvSpPr>
            <p:spPr>
              <a:xfrm>
                <a:off x="1134540" y="274310"/>
                <a:ext cx="164558" cy="119875"/>
              </a:xfrm>
              <a:custGeom>
                <a:avLst/>
                <a:gdLst/>
                <a:ahLst/>
                <a:cxnLst/>
                <a:rect l="l" t="t" r="r" b="b"/>
                <a:pathLst>
                  <a:path w="1937" h="1411" extrusionOk="0">
                    <a:moveTo>
                      <a:pt x="1849" y="0"/>
                    </a:moveTo>
                    <a:cubicBezTo>
                      <a:pt x="1813" y="0"/>
                      <a:pt x="1777" y="22"/>
                      <a:pt x="1769" y="69"/>
                    </a:cubicBezTo>
                    <a:cubicBezTo>
                      <a:pt x="1707" y="522"/>
                      <a:pt x="1528" y="852"/>
                      <a:pt x="1242" y="1043"/>
                    </a:cubicBezTo>
                    <a:cubicBezTo>
                      <a:pt x="1002" y="1205"/>
                      <a:pt x="722" y="1246"/>
                      <a:pt x="503" y="1246"/>
                    </a:cubicBezTo>
                    <a:cubicBezTo>
                      <a:pt x="288" y="1246"/>
                      <a:pt x="131" y="1207"/>
                      <a:pt x="128" y="1207"/>
                    </a:cubicBezTo>
                    <a:cubicBezTo>
                      <a:pt x="123" y="1206"/>
                      <a:pt x="118" y="1206"/>
                      <a:pt x="113" y="1206"/>
                    </a:cubicBezTo>
                    <a:cubicBezTo>
                      <a:pt x="26" y="1206"/>
                      <a:pt x="0" y="1332"/>
                      <a:pt x="88" y="1364"/>
                    </a:cubicBezTo>
                    <a:cubicBezTo>
                      <a:pt x="227" y="1395"/>
                      <a:pt x="366" y="1411"/>
                      <a:pt x="504" y="1411"/>
                    </a:cubicBezTo>
                    <a:cubicBezTo>
                      <a:pt x="748" y="1411"/>
                      <a:pt x="1060" y="1364"/>
                      <a:pt x="1331" y="1179"/>
                    </a:cubicBezTo>
                    <a:cubicBezTo>
                      <a:pt x="1661" y="960"/>
                      <a:pt x="1861" y="590"/>
                      <a:pt x="1929" y="90"/>
                    </a:cubicBezTo>
                    <a:cubicBezTo>
                      <a:pt x="1936" y="33"/>
                      <a:pt x="1892" y="0"/>
                      <a:pt x="18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5" name="Google Shape;955;p9"/>
            <p:cNvGrpSpPr/>
            <p:nvPr/>
          </p:nvGrpSpPr>
          <p:grpSpPr>
            <a:xfrm>
              <a:off x="85064" y="4309069"/>
              <a:ext cx="388320" cy="384805"/>
              <a:chOff x="10649934" y="1571625"/>
              <a:chExt cx="449705" cy="445634"/>
            </a:xfrm>
          </p:grpSpPr>
          <p:sp>
            <p:nvSpPr>
              <p:cNvPr id="956" name="Google Shape;956;p9"/>
              <p:cNvSpPr/>
              <p:nvPr/>
            </p:nvSpPr>
            <p:spPr>
              <a:xfrm>
                <a:off x="10649934" y="1571625"/>
                <a:ext cx="449705" cy="445634"/>
              </a:xfrm>
              <a:custGeom>
                <a:avLst/>
                <a:gdLst/>
                <a:ahLst/>
                <a:cxnLst/>
                <a:rect l="l" t="t" r="r" b="b"/>
                <a:pathLst>
                  <a:path w="7070" h="7006" extrusionOk="0">
                    <a:moveTo>
                      <a:pt x="3541" y="217"/>
                    </a:moveTo>
                    <a:cubicBezTo>
                      <a:pt x="3631" y="377"/>
                      <a:pt x="3809" y="793"/>
                      <a:pt x="3948" y="1161"/>
                    </a:cubicBezTo>
                    <a:cubicBezTo>
                      <a:pt x="3958" y="1182"/>
                      <a:pt x="3976" y="1201"/>
                      <a:pt x="4001" y="1210"/>
                    </a:cubicBezTo>
                    <a:cubicBezTo>
                      <a:pt x="4009" y="1214"/>
                      <a:pt x="4019" y="1215"/>
                      <a:pt x="4028" y="1215"/>
                    </a:cubicBezTo>
                    <a:cubicBezTo>
                      <a:pt x="4043" y="1215"/>
                      <a:pt x="4059" y="1211"/>
                      <a:pt x="4072" y="1204"/>
                    </a:cubicBezTo>
                    <a:cubicBezTo>
                      <a:pt x="4414" y="1016"/>
                      <a:pt x="4941" y="750"/>
                      <a:pt x="5077" y="726"/>
                    </a:cubicBezTo>
                    <a:lnTo>
                      <a:pt x="5077" y="726"/>
                    </a:lnTo>
                    <a:cubicBezTo>
                      <a:pt x="5093" y="846"/>
                      <a:pt x="5019" y="1262"/>
                      <a:pt x="4932" y="1611"/>
                    </a:cubicBezTo>
                    <a:cubicBezTo>
                      <a:pt x="4918" y="1665"/>
                      <a:pt x="4959" y="1717"/>
                      <a:pt x="5014" y="1717"/>
                    </a:cubicBezTo>
                    <a:cubicBezTo>
                      <a:pt x="5019" y="1717"/>
                      <a:pt x="5023" y="1716"/>
                      <a:pt x="5028" y="1716"/>
                    </a:cubicBezTo>
                    <a:cubicBezTo>
                      <a:pt x="5034" y="1716"/>
                      <a:pt x="5737" y="1611"/>
                      <a:pt x="6095" y="1611"/>
                    </a:cubicBezTo>
                    <a:cubicBezTo>
                      <a:pt x="6135" y="1611"/>
                      <a:pt x="6175" y="1614"/>
                      <a:pt x="6215" y="1617"/>
                    </a:cubicBezTo>
                    <a:cubicBezTo>
                      <a:pt x="6169" y="1762"/>
                      <a:pt x="5975" y="2166"/>
                      <a:pt x="5790" y="2521"/>
                    </a:cubicBezTo>
                    <a:cubicBezTo>
                      <a:pt x="5765" y="2570"/>
                      <a:pt x="5790" y="2629"/>
                      <a:pt x="5842" y="2641"/>
                    </a:cubicBezTo>
                    <a:cubicBezTo>
                      <a:pt x="6252" y="2755"/>
                      <a:pt x="6727" y="2919"/>
                      <a:pt x="6820" y="2990"/>
                    </a:cubicBezTo>
                    <a:cubicBezTo>
                      <a:pt x="6755" y="3107"/>
                      <a:pt x="6329" y="3455"/>
                      <a:pt x="5950" y="3727"/>
                    </a:cubicBezTo>
                    <a:cubicBezTo>
                      <a:pt x="5904" y="3764"/>
                      <a:pt x="5904" y="3835"/>
                      <a:pt x="5953" y="3869"/>
                    </a:cubicBezTo>
                    <a:cubicBezTo>
                      <a:pt x="6385" y="4158"/>
                      <a:pt x="6755" y="4495"/>
                      <a:pt x="6752" y="4584"/>
                    </a:cubicBezTo>
                    <a:cubicBezTo>
                      <a:pt x="6706" y="4677"/>
                      <a:pt x="6172" y="4834"/>
                      <a:pt x="5583" y="4933"/>
                    </a:cubicBezTo>
                    <a:cubicBezTo>
                      <a:pt x="5524" y="4942"/>
                      <a:pt x="5493" y="5007"/>
                      <a:pt x="5521" y="5059"/>
                    </a:cubicBezTo>
                    <a:cubicBezTo>
                      <a:pt x="5719" y="5411"/>
                      <a:pt x="5913" y="5846"/>
                      <a:pt x="5907" y="5957"/>
                    </a:cubicBezTo>
                    <a:cubicBezTo>
                      <a:pt x="5871" y="5966"/>
                      <a:pt x="5836" y="5970"/>
                      <a:pt x="5801" y="5970"/>
                    </a:cubicBezTo>
                    <a:cubicBezTo>
                      <a:pt x="5790" y="5970"/>
                      <a:pt x="5779" y="5970"/>
                      <a:pt x="5768" y="5969"/>
                    </a:cubicBezTo>
                    <a:cubicBezTo>
                      <a:pt x="5444" y="5969"/>
                      <a:pt x="4846" y="5842"/>
                      <a:pt x="4840" y="5842"/>
                    </a:cubicBezTo>
                    <a:cubicBezTo>
                      <a:pt x="4833" y="5841"/>
                      <a:pt x="4827" y="5841"/>
                      <a:pt x="4821" y="5841"/>
                    </a:cubicBezTo>
                    <a:cubicBezTo>
                      <a:pt x="4785" y="5841"/>
                      <a:pt x="4752" y="5864"/>
                      <a:pt x="4741" y="5898"/>
                    </a:cubicBezTo>
                    <a:cubicBezTo>
                      <a:pt x="4624" y="6265"/>
                      <a:pt x="4470" y="6684"/>
                      <a:pt x="4399" y="6817"/>
                    </a:cubicBezTo>
                    <a:cubicBezTo>
                      <a:pt x="4272" y="6721"/>
                      <a:pt x="3951" y="6327"/>
                      <a:pt x="3692" y="5972"/>
                    </a:cubicBezTo>
                    <a:cubicBezTo>
                      <a:pt x="3680" y="5950"/>
                      <a:pt x="3655" y="5938"/>
                      <a:pt x="3631" y="5938"/>
                    </a:cubicBezTo>
                    <a:lnTo>
                      <a:pt x="3624" y="5938"/>
                    </a:lnTo>
                    <a:cubicBezTo>
                      <a:pt x="3622" y="5938"/>
                      <a:pt x="3619" y="5937"/>
                      <a:pt x="3616" y="5937"/>
                    </a:cubicBezTo>
                    <a:cubicBezTo>
                      <a:pt x="3597" y="5937"/>
                      <a:pt x="3576" y="5946"/>
                      <a:pt x="3563" y="5960"/>
                    </a:cubicBezTo>
                    <a:cubicBezTo>
                      <a:pt x="3245" y="6277"/>
                      <a:pt x="2863" y="6632"/>
                      <a:pt x="2727" y="6728"/>
                    </a:cubicBezTo>
                    <a:cubicBezTo>
                      <a:pt x="2684" y="6580"/>
                      <a:pt x="2607" y="6206"/>
                      <a:pt x="2548" y="5870"/>
                    </a:cubicBezTo>
                    <a:cubicBezTo>
                      <a:pt x="2541" y="5827"/>
                      <a:pt x="2505" y="5799"/>
                      <a:pt x="2465" y="5799"/>
                    </a:cubicBezTo>
                    <a:cubicBezTo>
                      <a:pt x="2454" y="5799"/>
                      <a:pt x="2442" y="5801"/>
                      <a:pt x="2431" y="5805"/>
                    </a:cubicBezTo>
                    <a:cubicBezTo>
                      <a:pt x="2061" y="5950"/>
                      <a:pt x="1447" y="6176"/>
                      <a:pt x="1222" y="6216"/>
                    </a:cubicBezTo>
                    <a:cubicBezTo>
                      <a:pt x="1253" y="6037"/>
                      <a:pt x="1376" y="5562"/>
                      <a:pt x="1502" y="5136"/>
                    </a:cubicBezTo>
                    <a:cubicBezTo>
                      <a:pt x="1509" y="5111"/>
                      <a:pt x="1506" y="5090"/>
                      <a:pt x="1493" y="5068"/>
                    </a:cubicBezTo>
                    <a:cubicBezTo>
                      <a:pt x="1481" y="5050"/>
                      <a:pt x="1462" y="5034"/>
                      <a:pt x="1441" y="5028"/>
                    </a:cubicBezTo>
                    <a:cubicBezTo>
                      <a:pt x="987" y="4917"/>
                      <a:pt x="466" y="4763"/>
                      <a:pt x="324" y="4686"/>
                    </a:cubicBezTo>
                    <a:cubicBezTo>
                      <a:pt x="420" y="4566"/>
                      <a:pt x="802" y="4251"/>
                      <a:pt x="1142" y="4001"/>
                    </a:cubicBezTo>
                    <a:cubicBezTo>
                      <a:pt x="1163" y="3983"/>
                      <a:pt x="1179" y="3955"/>
                      <a:pt x="1175" y="3927"/>
                    </a:cubicBezTo>
                    <a:cubicBezTo>
                      <a:pt x="1175" y="3899"/>
                      <a:pt x="1160" y="3872"/>
                      <a:pt x="1132" y="3859"/>
                    </a:cubicBezTo>
                    <a:cubicBezTo>
                      <a:pt x="636" y="3572"/>
                      <a:pt x="204" y="3233"/>
                      <a:pt x="207" y="3134"/>
                    </a:cubicBezTo>
                    <a:cubicBezTo>
                      <a:pt x="222" y="3042"/>
                      <a:pt x="701" y="2857"/>
                      <a:pt x="1206" y="2740"/>
                    </a:cubicBezTo>
                    <a:cubicBezTo>
                      <a:pt x="1262" y="2727"/>
                      <a:pt x="1290" y="2666"/>
                      <a:pt x="1262" y="2616"/>
                    </a:cubicBezTo>
                    <a:cubicBezTo>
                      <a:pt x="1043" y="2203"/>
                      <a:pt x="812" y="1734"/>
                      <a:pt x="756" y="1558"/>
                    </a:cubicBezTo>
                    <a:lnTo>
                      <a:pt x="756" y="1558"/>
                    </a:lnTo>
                    <a:cubicBezTo>
                      <a:pt x="981" y="1577"/>
                      <a:pt x="1580" y="1716"/>
                      <a:pt x="1805" y="1774"/>
                    </a:cubicBezTo>
                    <a:cubicBezTo>
                      <a:pt x="1811" y="1776"/>
                      <a:pt x="1818" y="1777"/>
                      <a:pt x="1824" y="1777"/>
                    </a:cubicBezTo>
                    <a:cubicBezTo>
                      <a:pt x="1843" y="1777"/>
                      <a:pt x="1862" y="1770"/>
                      <a:pt x="1876" y="1759"/>
                    </a:cubicBezTo>
                    <a:cubicBezTo>
                      <a:pt x="1897" y="1743"/>
                      <a:pt x="1910" y="1719"/>
                      <a:pt x="1910" y="1694"/>
                    </a:cubicBezTo>
                    <a:cubicBezTo>
                      <a:pt x="1925" y="1241"/>
                      <a:pt x="1956" y="738"/>
                      <a:pt x="1990" y="562"/>
                    </a:cubicBezTo>
                    <a:cubicBezTo>
                      <a:pt x="2162" y="649"/>
                      <a:pt x="2644" y="954"/>
                      <a:pt x="3072" y="1238"/>
                    </a:cubicBezTo>
                    <a:cubicBezTo>
                      <a:pt x="3086" y="1247"/>
                      <a:pt x="3103" y="1253"/>
                      <a:pt x="3121" y="1253"/>
                    </a:cubicBezTo>
                    <a:cubicBezTo>
                      <a:pt x="3130" y="1253"/>
                      <a:pt x="3140" y="1251"/>
                      <a:pt x="3149" y="1247"/>
                    </a:cubicBezTo>
                    <a:cubicBezTo>
                      <a:pt x="3174" y="1238"/>
                      <a:pt x="3196" y="1219"/>
                      <a:pt x="3202" y="1191"/>
                    </a:cubicBezTo>
                    <a:cubicBezTo>
                      <a:pt x="3313" y="812"/>
                      <a:pt x="3461" y="380"/>
                      <a:pt x="3541" y="217"/>
                    </a:cubicBezTo>
                    <a:close/>
                    <a:moveTo>
                      <a:pt x="3541" y="1"/>
                    </a:moveTo>
                    <a:cubicBezTo>
                      <a:pt x="3476" y="1"/>
                      <a:pt x="3381" y="1"/>
                      <a:pt x="3072" y="1034"/>
                    </a:cubicBezTo>
                    <a:cubicBezTo>
                      <a:pt x="2403" y="593"/>
                      <a:pt x="2027" y="368"/>
                      <a:pt x="1943" y="368"/>
                    </a:cubicBezTo>
                    <a:cubicBezTo>
                      <a:pt x="1937" y="368"/>
                      <a:pt x="1928" y="371"/>
                      <a:pt x="1919" y="371"/>
                    </a:cubicBezTo>
                    <a:cubicBezTo>
                      <a:pt x="1854" y="389"/>
                      <a:pt x="1783" y="405"/>
                      <a:pt x="1743" y="1583"/>
                    </a:cubicBezTo>
                    <a:cubicBezTo>
                      <a:pt x="1499" y="1524"/>
                      <a:pt x="904" y="1386"/>
                      <a:pt x="713" y="1386"/>
                    </a:cubicBezTo>
                    <a:cubicBezTo>
                      <a:pt x="709" y="1385"/>
                      <a:pt x="704" y="1385"/>
                      <a:pt x="700" y="1385"/>
                    </a:cubicBezTo>
                    <a:cubicBezTo>
                      <a:pt x="670" y="1385"/>
                      <a:pt x="638" y="1394"/>
                      <a:pt x="614" y="1410"/>
                    </a:cubicBezTo>
                    <a:cubicBezTo>
                      <a:pt x="556" y="1457"/>
                      <a:pt x="482" y="1509"/>
                      <a:pt x="1058" y="2601"/>
                    </a:cubicBezTo>
                    <a:cubicBezTo>
                      <a:pt x="697" y="2690"/>
                      <a:pt x="77" y="2875"/>
                      <a:pt x="40" y="3110"/>
                    </a:cubicBezTo>
                    <a:cubicBezTo>
                      <a:pt x="0" y="3344"/>
                      <a:pt x="583" y="3733"/>
                      <a:pt x="935" y="3943"/>
                    </a:cubicBezTo>
                    <a:cubicBezTo>
                      <a:pt x="108" y="4562"/>
                      <a:pt x="127" y="4674"/>
                      <a:pt x="136" y="4723"/>
                    </a:cubicBezTo>
                    <a:cubicBezTo>
                      <a:pt x="145" y="4775"/>
                      <a:pt x="164" y="4889"/>
                      <a:pt x="1311" y="5176"/>
                    </a:cubicBezTo>
                    <a:cubicBezTo>
                      <a:pt x="1209" y="5534"/>
                      <a:pt x="1024" y="6194"/>
                      <a:pt x="1043" y="6308"/>
                    </a:cubicBezTo>
                    <a:cubicBezTo>
                      <a:pt x="1046" y="6327"/>
                      <a:pt x="1068" y="6395"/>
                      <a:pt x="1172" y="6395"/>
                    </a:cubicBezTo>
                    <a:cubicBezTo>
                      <a:pt x="1373" y="6395"/>
                      <a:pt x="2116" y="6114"/>
                      <a:pt x="2397" y="6006"/>
                    </a:cubicBezTo>
                    <a:cubicBezTo>
                      <a:pt x="2459" y="6342"/>
                      <a:pt x="2551" y="6811"/>
                      <a:pt x="2607" y="6885"/>
                    </a:cubicBezTo>
                    <a:cubicBezTo>
                      <a:pt x="2628" y="6910"/>
                      <a:pt x="2656" y="6922"/>
                      <a:pt x="2687" y="6925"/>
                    </a:cubicBezTo>
                    <a:cubicBezTo>
                      <a:pt x="2785" y="6925"/>
                      <a:pt x="3097" y="6666"/>
                      <a:pt x="3612" y="6154"/>
                    </a:cubicBezTo>
                    <a:cubicBezTo>
                      <a:pt x="4028" y="6718"/>
                      <a:pt x="4297" y="7005"/>
                      <a:pt x="4417" y="7005"/>
                    </a:cubicBezTo>
                    <a:cubicBezTo>
                      <a:pt x="4445" y="7005"/>
                      <a:pt x="4473" y="6996"/>
                      <a:pt x="4494" y="6974"/>
                    </a:cubicBezTo>
                    <a:cubicBezTo>
                      <a:pt x="4590" y="6882"/>
                      <a:pt x="4790" y="6296"/>
                      <a:pt x="4880" y="6028"/>
                    </a:cubicBezTo>
                    <a:cubicBezTo>
                      <a:pt x="5056" y="6061"/>
                      <a:pt x="5493" y="6142"/>
                      <a:pt x="5768" y="6142"/>
                    </a:cubicBezTo>
                    <a:cubicBezTo>
                      <a:pt x="5885" y="6142"/>
                      <a:pt x="6015" y="6129"/>
                      <a:pt x="6058" y="6043"/>
                    </a:cubicBezTo>
                    <a:cubicBezTo>
                      <a:pt x="6135" y="5889"/>
                      <a:pt x="5907" y="5414"/>
                      <a:pt x="5728" y="5081"/>
                    </a:cubicBezTo>
                    <a:cubicBezTo>
                      <a:pt x="6194" y="5000"/>
                      <a:pt x="6857" y="4849"/>
                      <a:pt x="6915" y="4633"/>
                    </a:cubicBezTo>
                    <a:cubicBezTo>
                      <a:pt x="6974" y="4421"/>
                      <a:pt x="6499" y="4041"/>
                      <a:pt x="6147" y="3798"/>
                    </a:cubicBezTo>
                    <a:cubicBezTo>
                      <a:pt x="7070" y="3125"/>
                      <a:pt x="7011" y="2993"/>
                      <a:pt x="6986" y="2934"/>
                    </a:cubicBezTo>
                    <a:cubicBezTo>
                      <a:pt x="6931" y="2801"/>
                      <a:pt x="6434" y="2635"/>
                      <a:pt x="5990" y="2508"/>
                    </a:cubicBezTo>
                    <a:cubicBezTo>
                      <a:pt x="6141" y="2215"/>
                      <a:pt x="6394" y="1703"/>
                      <a:pt x="6394" y="1577"/>
                    </a:cubicBezTo>
                    <a:cubicBezTo>
                      <a:pt x="6394" y="1444"/>
                      <a:pt x="6206" y="1444"/>
                      <a:pt x="6092" y="1444"/>
                    </a:cubicBezTo>
                    <a:cubicBezTo>
                      <a:pt x="5814" y="1444"/>
                      <a:pt x="5352" y="1503"/>
                      <a:pt x="5130" y="1531"/>
                    </a:cubicBezTo>
                    <a:cubicBezTo>
                      <a:pt x="5336" y="655"/>
                      <a:pt x="5222" y="596"/>
                      <a:pt x="5170" y="571"/>
                    </a:cubicBezTo>
                    <a:cubicBezTo>
                      <a:pt x="5151" y="562"/>
                      <a:pt x="5130" y="559"/>
                      <a:pt x="5108" y="559"/>
                    </a:cubicBezTo>
                    <a:cubicBezTo>
                      <a:pt x="4932" y="559"/>
                      <a:pt x="4328" y="874"/>
                      <a:pt x="4075" y="1009"/>
                    </a:cubicBezTo>
                    <a:cubicBezTo>
                      <a:pt x="3705" y="59"/>
                      <a:pt x="3612" y="22"/>
                      <a:pt x="3578" y="7"/>
                    </a:cubicBezTo>
                    <a:cubicBezTo>
                      <a:pt x="3566" y="4"/>
                      <a:pt x="3553" y="1"/>
                      <a:pt x="35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9"/>
              <p:cNvSpPr/>
              <p:nvPr/>
            </p:nvSpPr>
            <p:spPr>
              <a:xfrm>
                <a:off x="10732687" y="1664810"/>
                <a:ext cx="279682" cy="279619"/>
              </a:xfrm>
              <a:custGeom>
                <a:avLst/>
                <a:gdLst/>
                <a:ahLst/>
                <a:cxnLst/>
                <a:rect l="l" t="t" r="r" b="b"/>
                <a:pathLst>
                  <a:path w="4397" h="4396" extrusionOk="0">
                    <a:moveTo>
                      <a:pt x="2197" y="1"/>
                    </a:moveTo>
                    <a:cubicBezTo>
                      <a:pt x="985" y="1"/>
                      <a:pt x="1" y="985"/>
                      <a:pt x="1" y="2197"/>
                    </a:cubicBezTo>
                    <a:cubicBezTo>
                      <a:pt x="1" y="3412"/>
                      <a:pt x="985" y="4396"/>
                      <a:pt x="2197" y="4396"/>
                    </a:cubicBezTo>
                    <a:cubicBezTo>
                      <a:pt x="3412" y="4396"/>
                      <a:pt x="4396" y="3412"/>
                      <a:pt x="4396" y="2197"/>
                    </a:cubicBezTo>
                    <a:cubicBezTo>
                      <a:pt x="4396" y="985"/>
                      <a:pt x="3412" y="1"/>
                      <a:pt x="21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9"/>
              <p:cNvSpPr/>
              <p:nvPr/>
            </p:nvSpPr>
            <p:spPr>
              <a:xfrm>
                <a:off x="10883180" y="1708190"/>
                <a:ext cx="23217" cy="14184"/>
              </a:xfrm>
              <a:custGeom>
                <a:avLst/>
                <a:gdLst/>
                <a:ahLst/>
                <a:cxnLst/>
                <a:rect l="l" t="t" r="r" b="b"/>
                <a:pathLst>
                  <a:path w="365" h="223" extrusionOk="0">
                    <a:moveTo>
                      <a:pt x="1" y="0"/>
                    </a:moveTo>
                    <a:lnTo>
                      <a:pt x="365" y="223"/>
                    </a:lnTo>
                    <a:cubicBezTo>
                      <a:pt x="318" y="65"/>
                      <a:pt x="1" y="1"/>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9"/>
              <p:cNvSpPr/>
              <p:nvPr/>
            </p:nvSpPr>
            <p:spPr>
              <a:xfrm>
                <a:off x="10875102" y="1702720"/>
                <a:ext cx="37401" cy="25125"/>
              </a:xfrm>
              <a:custGeom>
                <a:avLst/>
                <a:gdLst/>
                <a:ahLst/>
                <a:cxnLst/>
                <a:rect l="l" t="t" r="r" b="b"/>
                <a:pathLst>
                  <a:path w="588" h="395" extrusionOk="0">
                    <a:moveTo>
                      <a:pt x="119" y="0"/>
                    </a:moveTo>
                    <a:cubicBezTo>
                      <a:pt x="24" y="0"/>
                      <a:pt x="0" y="153"/>
                      <a:pt x="109" y="170"/>
                    </a:cubicBezTo>
                    <a:cubicBezTo>
                      <a:pt x="223" y="194"/>
                      <a:pt x="390" y="262"/>
                      <a:pt x="408" y="333"/>
                    </a:cubicBezTo>
                    <a:cubicBezTo>
                      <a:pt x="421" y="370"/>
                      <a:pt x="455" y="395"/>
                      <a:pt x="492" y="395"/>
                    </a:cubicBezTo>
                    <a:cubicBezTo>
                      <a:pt x="501" y="395"/>
                      <a:pt x="507" y="392"/>
                      <a:pt x="516" y="389"/>
                    </a:cubicBezTo>
                    <a:cubicBezTo>
                      <a:pt x="562" y="376"/>
                      <a:pt x="587" y="330"/>
                      <a:pt x="575" y="284"/>
                    </a:cubicBezTo>
                    <a:cubicBezTo>
                      <a:pt x="516" y="86"/>
                      <a:pt x="205" y="16"/>
                      <a:pt x="143" y="3"/>
                    </a:cubicBezTo>
                    <a:cubicBezTo>
                      <a:pt x="135" y="1"/>
                      <a:pt x="127" y="0"/>
                      <a:pt x="1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9"/>
              <p:cNvSpPr/>
              <p:nvPr/>
            </p:nvSpPr>
            <p:spPr>
              <a:xfrm>
                <a:off x="10899655" y="1751125"/>
                <a:ext cx="23217" cy="14248"/>
              </a:xfrm>
              <a:custGeom>
                <a:avLst/>
                <a:gdLst/>
                <a:ahLst/>
                <a:cxnLst/>
                <a:rect l="l" t="t" r="r" b="b"/>
                <a:pathLst>
                  <a:path w="365" h="224" extrusionOk="0">
                    <a:moveTo>
                      <a:pt x="1" y="1"/>
                    </a:moveTo>
                    <a:lnTo>
                      <a:pt x="365" y="223"/>
                    </a:lnTo>
                    <a:cubicBezTo>
                      <a:pt x="318" y="69"/>
                      <a:pt x="1" y="1"/>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9"/>
              <p:cNvSpPr/>
              <p:nvPr/>
            </p:nvSpPr>
            <p:spPr>
              <a:xfrm>
                <a:off x="10891704" y="1745718"/>
                <a:ext cx="37274" cy="25125"/>
              </a:xfrm>
              <a:custGeom>
                <a:avLst/>
                <a:gdLst/>
                <a:ahLst/>
                <a:cxnLst/>
                <a:rect l="l" t="t" r="r" b="b"/>
                <a:pathLst>
                  <a:path w="586" h="395" extrusionOk="0">
                    <a:moveTo>
                      <a:pt x="119" y="0"/>
                    </a:moveTo>
                    <a:cubicBezTo>
                      <a:pt x="23" y="0"/>
                      <a:pt x="1" y="152"/>
                      <a:pt x="107" y="172"/>
                    </a:cubicBezTo>
                    <a:cubicBezTo>
                      <a:pt x="221" y="194"/>
                      <a:pt x="388" y="262"/>
                      <a:pt x="409" y="333"/>
                    </a:cubicBezTo>
                    <a:cubicBezTo>
                      <a:pt x="419" y="370"/>
                      <a:pt x="453" y="394"/>
                      <a:pt x="490" y="394"/>
                    </a:cubicBezTo>
                    <a:cubicBezTo>
                      <a:pt x="499" y="394"/>
                      <a:pt x="508" y="391"/>
                      <a:pt x="514" y="391"/>
                    </a:cubicBezTo>
                    <a:cubicBezTo>
                      <a:pt x="561" y="376"/>
                      <a:pt x="585" y="330"/>
                      <a:pt x="573" y="283"/>
                    </a:cubicBezTo>
                    <a:cubicBezTo>
                      <a:pt x="514" y="89"/>
                      <a:pt x="203" y="15"/>
                      <a:pt x="141" y="3"/>
                    </a:cubicBezTo>
                    <a:cubicBezTo>
                      <a:pt x="134" y="1"/>
                      <a:pt x="126" y="0"/>
                      <a:pt x="1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9"/>
              <p:cNvSpPr/>
              <p:nvPr/>
            </p:nvSpPr>
            <p:spPr>
              <a:xfrm>
                <a:off x="10945769" y="1750743"/>
                <a:ext cx="20482" cy="17937"/>
              </a:xfrm>
              <a:custGeom>
                <a:avLst/>
                <a:gdLst/>
                <a:ahLst/>
                <a:cxnLst/>
                <a:rect l="l" t="t" r="r" b="b"/>
                <a:pathLst>
                  <a:path w="322" h="282" extrusionOk="0">
                    <a:moveTo>
                      <a:pt x="0" y="1"/>
                    </a:moveTo>
                    <a:lnTo>
                      <a:pt x="321" y="281"/>
                    </a:lnTo>
                    <a:cubicBezTo>
                      <a:pt x="303" y="121"/>
                      <a:pt x="1" y="1"/>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9"/>
              <p:cNvSpPr/>
              <p:nvPr/>
            </p:nvSpPr>
            <p:spPr>
              <a:xfrm>
                <a:off x="10937755" y="1745209"/>
                <a:ext cx="34157" cy="28941"/>
              </a:xfrm>
              <a:custGeom>
                <a:avLst/>
                <a:gdLst/>
                <a:ahLst/>
                <a:cxnLst/>
                <a:rect l="l" t="t" r="r" b="b"/>
                <a:pathLst>
                  <a:path w="537" h="455" extrusionOk="0">
                    <a:moveTo>
                      <a:pt x="122" y="0"/>
                    </a:moveTo>
                    <a:cubicBezTo>
                      <a:pt x="40" y="0"/>
                      <a:pt x="0" y="130"/>
                      <a:pt x="96" y="168"/>
                    </a:cubicBezTo>
                    <a:cubicBezTo>
                      <a:pt x="200" y="208"/>
                      <a:pt x="355" y="307"/>
                      <a:pt x="361" y="378"/>
                    </a:cubicBezTo>
                    <a:cubicBezTo>
                      <a:pt x="367" y="421"/>
                      <a:pt x="404" y="455"/>
                      <a:pt x="447" y="455"/>
                    </a:cubicBezTo>
                    <a:lnTo>
                      <a:pt x="456" y="455"/>
                    </a:lnTo>
                    <a:cubicBezTo>
                      <a:pt x="503" y="449"/>
                      <a:pt x="537" y="405"/>
                      <a:pt x="534" y="359"/>
                    </a:cubicBezTo>
                    <a:cubicBezTo>
                      <a:pt x="509" y="156"/>
                      <a:pt x="216" y="32"/>
                      <a:pt x="157" y="8"/>
                    </a:cubicBezTo>
                    <a:cubicBezTo>
                      <a:pt x="145" y="3"/>
                      <a:pt x="133" y="0"/>
                      <a:pt x="1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9"/>
              <p:cNvSpPr/>
              <p:nvPr/>
            </p:nvSpPr>
            <p:spPr>
              <a:xfrm>
                <a:off x="10846861" y="1739994"/>
                <a:ext cx="23217" cy="14184"/>
              </a:xfrm>
              <a:custGeom>
                <a:avLst/>
                <a:gdLst/>
                <a:ahLst/>
                <a:cxnLst/>
                <a:rect l="l" t="t" r="r" b="b"/>
                <a:pathLst>
                  <a:path w="365" h="223" extrusionOk="0">
                    <a:moveTo>
                      <a:pt x="1" y="0"/>
                    </a:moveTo>
                    <a:lnTo>
                      <a:pt x="365" y="222"/>
                    </a:lnTo>
                    <a:cubicBezTo>
                      <a:pt x="319" y="65"/>
                      <a:pt x="1" y="0"/>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9"/>
              <p:cNvSpPr/>
              <p:nvPr/>
            </p:nvSpPr>
            <p:spPr>
              <a:xfrm>
                <a:off x="10839101" y="1734523"/>
                <a:ext cx="37083" cy="25125"/>
              </a:xfrm>
              <a:custGeom>
                <a:avLst/>
                <a:gdLst/>
                <a:ahLst/>
                <a:cxnLst/>
                <a:rect l="l" t="t" r="r" b="b"/>
                <a:pathLst>
                  <a:path w="583" h="395" extrusionOk="0">
                    <a:moveTo>
                      <a:pt x="119" y="1"/>
                    </a:moveTo>
                    <a:cubicBezTo>
                      <a:pt x="24" y="1"/>
                      <a:pt x="0" y="149"/>
                      <a:pt x="104" y="169"/>
                    </a:cubicBezTo>
                    <a:cubicBezTo>
                      <a:pt x="212" y="194"/>
                      <a:pt x="385" y="259"/>
                      <a:pt x="407" y="333"/>
                    </a:cubicBezTo>
                    <a:cubicBezTo>
                      <a:pt x="416" y="367"/>
                      <a:pt x="450" y="395"/>
                      <a:pt x="487" y="395"/>
                    </a:cubicBezTo>
                    <a:cubicBezTo>
                      <a:pt x="496" y="391"/>
                      <a:pt x="505" y="391"/>
                      <a:pt x="512" y="388"/>
                    </a:cubicBezTo>
                    <a:cubicBezTo>
                      <a:pt x="558" y="376"/>
                      <a:pt x="583" y="330"/>
                      <a:pt x="570" y="284"/>
                    </a:cubicBezTo>
                    <a:cubicBezTo>
                      <a:pt x="512" y="86"/>
                      <a:pt x="200" y="15"/>
                      <a:pt x="138" y="3"/>
                    </a:cubicBezTo>
                    <a:cubicBezTo>
                      <a:pt x="132" y="2"/>
                      <a:pt x="125" y="1"/>
                      <a:pt x="11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9"/>
              <p:cNvSpPr/>
              <p:nvPr/>
            </p:nvSpPr>
            <p:spPr>
              <a:xfrm>
                <a:off x="10822945" y="1705646"/>
                <a:ext cx="25952" cy="8523"/>
              </a:xfrm>
              <a:custGeom>
                <a:avLst/>
                <a:gdLst/>
                <a:ahLst/>
                <a:cxnLst/>
                <a:rect l="l" t="t" r="r" b="b"/>
                <a:pathLst>
                  <a:path w="408" h="134" extrusionOk="0">
                    <a:moveTo>
                      <a:pt x="13" y="0"/>
                    </a:moveTo>
                    <a:cubicBezTo>
                      <a:pt x="5" y="0"/>
                      <a:pt x="1" y="0"/>
                      <a:pt x="1" y="0"/>
                    </a:cubicBezTo>
                    <a:lnTo>
                      <a:pt x="408" y="133"/>
                    </a:lnTo>
                    <a:cubicBezTo>
                      <a:pt x="337" y="8"/>
                      <a:pt x="73" y="0"/>
                      <a:pt x="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9"/>
              <p:cNvSpPr/>
              <p:nvPr/>
            </p:nvSpPr>
            <p:spPr>
              <a:xfrm>
                <a:off x="10817475" y="1700176"/>
                <a:ext cx="37528" cy="19464"/>
              </a:xfrm>
              <a:custGeom>
                <a:avLst/>
                <a:gdLst/>
                <a:ahLst/>
                <a:cxnLst/>
                <a:rect l="l" t="t" r="r" b="b"/>
                <a:pathLst>
                  <a:path w="590" h="306" extrusionOk="0">
                    <a:moveTo>
                      <a:pt x="84" y="0"/>
                    </a:moveTo>
                    <a:cubicBezTo>
                      <a:pt x="37" y="3"/>
                      <a:pt x="0" y="40"/>
                      <a:pt x="0" y="89"/>
                    </a:cubicBezTo>
                    <a:cubicBezTo>
                      <a:pt x="3" y="136"/>
                      <a:pt x="40" y="173"/>
                      <a:pt x="90" y="173"/>
                    </a:cubicBezTo>
                    <a:cubicBezTo>
                      <a:pt x="99" y="172"/>
                      <a:pt x="108" y="172"/>
                      <a:pt x="118" y="172"/>
                    </a:cubicBezTo>
                    <a:cubicBezTo>
                      <a:pt x="227" y="172"/>
                      <a:pt x="383" y="203"/>
                      <a:pt x="417" y="262"/>
                    </a:cubicBezTo>
                    <a:cubicBezTo>
                      <a:pt x="432" y="290"/>
                      <a:pt x="460" y="305"/>
                      <a:pt x="491" y="305"/>
                    </a:cubicBezTo>
                    <a:cubicBezTo>
                      <a:pt x="506" y="305"/>
                      <a:pt x="522" y="299"/>
                      <a:pt x="534" y="293"/>
                    </a:cubicBezTo>
                    <a:cubicBezTo>
                      <a:pt x="574" y="268"/>
                      <a:pt x="589" y="219"/>
                      <a:pt x="568" y="179"/>
                    </a:cubicBezTo>
                    <a:cubicBezTo>
                      <a:pt x="466" y="0"/>
                      <a:pt x="148" y="0"/>
                      <a:pt x="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68" name="Google Shape;968;p9"/>
          <p:cNvGrpSpPr/>
          <p:nvPr/>
        </p:nvGrpSpPr>
        <p:grpSpPr>
          <a:xfrm>
            <a:off x="6815220" y="3277577"/>
            <a:ext cx="2330600" cy="1737851"/>
            <a:chOff x="6815220" y="3277577"/>
            <a:chExt cx="2330600" cy="1737851"/>
          </a:xfrm>
        </p:grpSpPr>
        <p:grpSp>
          <p:nvGrpSpPr>
            <p:cNvPr id="969" name="Google Shape;969;p9"/>
            <p:cNvGrpSpPr/>
            <p:nvPr/>
          </p:nvGrpSpPr>
          <p:grpSpPr>
            <a:xfrm>
              <a:off x="6815220" y="3277577"/>
              <a:ext cx="2330600" cy="1737851"/>
              <a:chOff x="6815220" y="3277577"/>
              <a:chExt cx="2330600" cy="1737851"/>
            </a:xfrm>
          </p:grpSpPr>
          <p:grpSp>
            <p:nvGrpSpPr>
              <p:cNvPr id="970" name="Google Shape;970;p9"/>
              <p:cNvGrpSpPr/>
              <p:nvPr/>
            </p:nvGrpSpPr>
            <p:grpSpPr>
              <a:xfrm>
                <a:off x="7103026" y="4782073"/>
                <a:ext cx="387726" cy="230993"/>
                <a:chOff x="8278137" y="4572358"/>
                <a:chExt cx="217494" cy="129575"/>
              </a:xfrm>
            </p:grpSpPr>
            <p:sp>
              <p:nvSpPr>
                <p:cNvPr id="971" name="Google Shape;971;p9"/>
                <p:cNvSpPr/>
                <p:nvPr/>
              </p:nvSpPr>
              <p:spPr>
                <a:xfrm>
                  <a:off x="8278137" y="4574966"/>
                  <a:ext cx="217494" cy="124001"/>
                </a:xfrm>
                <a:custGeom>
                  <a:avLst/>
                  <a:gdLst/>
                  <a:ahLst/>
                  <a:cxnLst/>
                  <a:rect l="l" t="t" r="r" b="b"/>
                  <a:pathLst>
                    <a:path w="6088" h="3471" extrusionOk="0">
                      <a:moveTo>
                        <a:pt x="3695" y="0"/>
                      </a:moveTo>
                      <a:cubicBezTo>
                        <a:pt x="3412" y="0"/>
                        <a:pt x="3161" y="158"/>
                        <a:pt x="2990" y="365"/>
                      </a:cubicBezTo>
                      <a:lnTo>
                        <a:pt x="2990" y="365"/>
                      </a:lnTo>
                      <a:cubicBezTo>
                        <a:pt x="2875" y="273"/>
                        <a:pt x="2724" y="190"/>
                        <a:pt x="2532" y="127"/>
                      </a:cubicBezTo>
                      <a:cubicBezTo>
                        <a:pt x="2372" y="74"/>
                        <a:pt x="2237" y="51"/>
                        <a:pt x="2123" y="51"/>
                      </a:cubicBezTo>
                      <a:cubicBezTo>
                        <a:pt x="1406" y="51"/>
                        <a:pt x="1530" y="953"/>
                        <a:pt x="1530" y="953"/>
                      </a:cubicBezTo>
                      <a:cubicBezTo>
                        <a:pt x="1456" y="909"/>
                        <a:pt x="1378" y="888"/>
                        <a:pt x="1297" y="888"/>
                      </a:cubicBezTo>
                      <a:cubicBezTo>
                        <a:pt x="693" y="888"/>
                        <a:pt x="0" y="2033"/>
                        <a:pt x="790" y="2616"/>
                      </a:cubicBezTo>
                      <a:cubicBezTo>
                        <a:pt x="1038" y="2800"/>
                        <a:pt x="1274" y="2883"/>
                        <a:pt x="1475" y="2895"/>
                      </a:cubicBezTo>
                      <a:lnTo>
                        <a:pt x="1475" y="2895"/>
                      </a:lnTo>
                      <a:cubicBezTo>
                        <a:pt x="1544" y="3200"/>
                        <a:pt x="1761" y="3464"/>
                        <a:pt x="2224" y="3470"/>
                      </a:cubicBezTo>
                      <a:cubicBezTo>
                        <a:pt x="2238" y="3470"/>
                        <a:pt x="2252" y="3470"/>
                        <a:pt x="2265" y="3470"/>
                      </a:cubicBezTo>
                      <a:cubicBezTo>
                        <a:pt x="2904" y="3470"/>
                        <a:pt x="3331" y="3324"/>
                        <a:pt x="3570" y="3106"/>
                      </a:cubicBezTo>
                      <a:lnTo>
                        <a:pt x="3570" y="3106"/>
                      </a:lnTo>
                      <a:cubicBezTo>
                        <a:pt x="3620" y="3173"/>
                        <a:pt x="3682" y="3239"/>
                        <a:pt x="3760" y="3300"/>
                      </a:cubicBezTo>
                      <a:cubicBezTo>
                        <a:pt x="3865" y="3383"/>
                        <a:pt x="3993" y="3420"/>
                        <a:pt x="4131" y="3420"/>
                      </a:cubicBezTo>
                      <a:cubicBezTo>
                        <a:pt x="4930" y="3420"/>
                        <a:pt x="6088" y="2180"/>
                        <a:pt x="5404" y="1459"/>
                      </a:cubicBezTo>
                      <a:cubicBezTo>
                        <a:pt x="5214" y="1260"/>
                        <a:pt x="5013" y="1184"/>
                        <a:pt x="4825" y="1184"/>
                      </a:cubicBezTo>
                      <a:cubicBezTo>
                        <a:pt x="4804" y="1184"/>
                        <a:pt x="4784" y="1185"/>
                        <a:pt x="4763" y="1187"/>
                      </a:cubicBezTo>
                      <a:lnTo>
                        <a:pt x="4763" y="1187"/>
                      </a:lnTo>
                      <a:cubicBezTo>
                        <a:pt x="4771" y="831"/>
                        <a:pt x="4594" y="421"/>
                        <a:pt x="4155" y="142"/>
                      </a:cubicBezTo>
                      <a:cubicBezTo>
                        <a:pt x="3997" y="42"/>
                        <a:pt x="3842" y="0"/>
                        <a:pt x="3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9"/>
                <p:cNvSpPr/>
                <p:nvPr/>
              </p:nvSpPr>
              <p:spPr>
                <a:xfrm>
                  <a:off x="8287819" y="4572358"/>
                  <a:ext cx="196166" cy="129575"/>
                </a:xfrm>
                <a:custGeom>
                  <a:avLst/>
                  <a:gdLst/>
                  <a:ahLst/>
                  <a:cxnLst/>
                  <a:rect l="l" t="t" r="r" b="b"/>
                  <a:pathLst>
                    <a:path w="5491" h="3627" extrusionOk="0">
                      <a:moveTo>
                        <a:pt x="2733" y="557"/>
                      </a:moveTo>
                      <a:cubicBezTo>
                        <a:pt x="2952" y="767"/>
                        <a:pt x="2995" y="1017"/>
                        <a:pt x="2937" y="1180"/>
                      </a:cubicBezTo>
                      <a:cubicBezTo>
                        <a:pt x="2906" y="1266"/>
                        <a:pt x="2852" y="1313"/>
                        <a:pt x="2788" y="1313"/>
                      </a:cubicBezTo>
                      <a:cubicBezTo>
                        <a:pt x="2749" y="1313"/>
                        <a:pt x="2706" y="1295"/>
                        <a:pt x="2662" y="1257"/>
                      </a:cubicBezTo>
                      <a:cubicBezTo>
                        <a:pt x="2508" y="1128"/>
                        <a:pt x="2542" y="826"/>
                        <a:pt x="2733" y="557"/>
                      </a:cubicBezTo>
                      <a:close/>
                      <a:moveTo>
                        <a:pt x="4405" y="1356"/>
                      </a:moveTo>
                      <a:lnTo>
                        <a:pt x="4405" y="1356"/>
                      </a:lnTo>
                      <a:cubicBezTo>
                        <a:pt x="4368" y="1652"/>
                        <a:pt x="4186" y="1871"/>
                        <a:pt x="3945" y="1905"/>
                      </a:cubicBezTo>
                      <a:cubicBezTo>
                        <a:pt x="3930" y="1905"/>
                        <a:pt x="3918" y="1908"/>
                        <a:pt x="3902" y="1908"/>
                      </a:cubicBezTo>
                      <a:cubicBezTo>
                        <a:pt x="3837" y="1908"/>
                        <a:pt x="3837" y="1887"/>
                        <a:pt x="3837" y="1871"/>
                      </a:cubicBezTo>
                      <a:cubicBezTo>
                        <a:pt x="3831" y="1748"/>
                        <a:pt x="4069" y="1433"/>
                        <a:pt x="4405" y="1356"/>
                      </a:cubicBezTo>
                      <a:close/>
                      <a:moveTo>
                        <a:pt x="1527" y="2124"/>
                      </a:moveTo>
                      <a:cubicBezTo>
                        <a:pt x="1571" y="2124"/>
                        <a:pt x="1611" y="2164"/>
                        <a:pt x="1635" y="2195"/>
                      </a:cubicBezTo>
                      <a:cubicBezTo>
                        <a:pt x="1752" y="2346"/>
                        <a:pt x="1783" y="2510"/>
                        <a:pt x="1719" y="2648"/>
                      </a:cubicBezTo>
                      <a:cubicBezTo>
                        <a:pt x="1648" y="2793"/>
                        <a:pt x="1478" y="2886"/>
                        <a:pt x="1271" y="2889"/>
                      </a:cubicBezTo>
                      <a:cubicBezTo>
                        <a:pt x="1231" y="2621"/>
                        <a:pt x="1308" y="2334"/>
                        <a:pt x="1416" y="2198"/>
                      </a:cubicBezTo>
                      <a:cubicBezTo>
                        <a:pt x="1441" y="2158"/>
                        <a:pt x="1481" y="2133"/>
                        <a:pt x="1527" y="2124"/>
                      </a:cubicBezTo>
                      <a:close/>
                      <a:moveTo>
                        <a:pt x="3347" y="2352"/>
                      </a:moveTo>
                      <a:cubicBezTo>
                        <a:pt x="3362" y="2352"/>
                        <a:pt x="3396" y="2383"/>
                        <a:pt x="3421" y="2470"/>
                      </a:cubicBezTo>
                      <a:cubicBezTo>
                        <a:pt x="3492" y="2670"/>
                        <a:pt x="3449" y="2889"/>
                        <a:pt x="3310" y="3053"/>
                      </a:cubicBezTo>
                      <a:cubicBezTo>
                        <a:pt x="3184" y="2824"/>
                        <a:pt x="3193" y="2584"/>
                        <a:pt x="3267" y="2439"/>
                      </a:cubicBezTo>
                      <a:cubicBezTo>
                        <a:pt x="3298" y="2377"/>
                        <a:pt x="3335" y="2352"/>
                        <a:pt x="3347" y="2352"/>
                      </a:cubicBezTo>
                      <a:close/>
                      <a:moveTo>
                        <a:pt x="3427" y="161"/>
                      </a:moveTo>
                      <a:cubicBezTo>
                        <a:pt x="3566" y="161"/>
                        <a:pt x="3707" y="202"/>
                        <a:pt x="3841" y="286"/>
                      </a:cubicBezTo>
                      <a:cubicBezTo>
                        <a:pt x="4186" y="505"/>
                        <a:pt x="4396" y="838"/>
                        <a:pt x="4411" y="1190"/>
                      </a:cubicBezTo>
                      <a:cubicBezTo>
                        <a:pt x="3992" y="1267"/>
                        <a:pt x="3665" y="1652"/>
                        <a:pt x="3677" y="1877"/>
                      </a:cubicBezTo>
                      <a:cubicBezTo>
                        <a:pt x="3680" y="1971"/>
                        <a:pt x="3737" y="2070"/>
                        <a:pt x="3903" y="2070"/>
                      </a:cubicBezTo>
                      <a:cubicBezTo>
                        <a:pt x="3923" y="2070"/>
                        <a:pt x="3944" y="2068"/>
                        <a:pt x="3967" y="2066"/>
                      </a:cubicBezTo>
                      <a:cubicBezTo>
                        <a:pt x="4294" y="2019"/>
                        <a:pt x="4535" y="1726"/>
                        <a:pt x="4572" y="1341"/>
                      </a:cubicBezTo>
                      <a:cubicBezTo>
                        <a:pt x="4750" y="1344"/>
                        <a:pt x="4920" y="1427"/>
                        <a:pt x="5074" y="1587"/>
                      </a:cubicBezTo>
                      <a:cubicBezTo>
                        <a:pt x="5336" y="1865"/>
                        <a:pt x="5275" y="2192"/>
                        <a:pt x="5176" y="2417"/>
                      </a:cubicBezTo>
                      <a:cubicBezTo>
                        <a:pt x="4954" y="2938"/>
                        <a:pt x="4325" y="3413"/>
                        <a:pt x="3862" y="3413"/>
                      </a:cubicBezTo>
                      <a:cubicBezTo>
                        <a:pt x="3857" y="3414"/>
                        <a:pt x="3852" y="3414"/>
                        <a:pt x="3848" y="3414"/>
                      </a:cubicBezTo>
                      <a:cubicBezTo>
                        <a:pt x="3735" y="3414"/>
                        <a:pt x="3627" y="3380"/>
                        <a:pt x="3538" y="3312"/>
                      </a:cubicBezTo>
                      <a:cubicBezTo>
                        <a:pt x="3492" y="3275"/>
                        <a:pt x="3449" y="3231"/>
                        <a:pt x="3409" y="3185"/>
                      </a:cubicBezTo>
                      <a:cubicBezTo>
                        <a:pt x="3600" y="2982"/>
                        <a:pt x="3668" y="2689"/>
                        <a:pt x="3575" y="2420"/>
                      </a:cubicBezTo>
                      <a:cubicBezTo>
                        <a:pt x="3514" y="2220"/>
                        <a:pt x="3406" y="2189"/>
                        <a:pt x="3347" y="2189"/>
                      </a:cubicBezTo>
                      <a:cubicBezTo>
                        <a:pt x="3261" y="2189"/>
                        <a:pt x="3177" y="2254"/>
                        <a:pt x="3122" y="2368"/>
                      </a:cubicBezTo>
                      <a:cubicBezTo>
                        <a:pt x="3023" y="2562"/>
                        <a:pt x="3011" y="2877"/>
                        <a:pt x="3190" y="3164"/>
                      </a:cubicBezTo>
                      <a:cubicBezTo>
                        <a:pt x="3002" y="3309"/>
                        <a:pt x="2650" y="3463"/>
                        <a:pt x="1999" y="3463"/>
                      </a:cubicBezTo>
                      <a:lnTo>
                        <a:pt x="1956" y="3463"/>
                      </a:lnTo>
                      <a:cubicBezTo>
                        <a:pt x="1558" y="3460"/>
                        <a:pt x="1385" y="3253"/>
                        <a:pt x="1315" y="3049"/>
                      </a:cubicBezTo>
                      <a:cubicBezTo>
                        <a:pt x="1561" y="3034"/>
                        <a:pt x="1768" y="2914"/>
                        <a:pt x="1860" y="2719"/>
                      </a:cubicBezTo>
                      <a:cubicBezTo>
                        <a:pt x="1956" y="2525"/>
                        <a:pt x="1919" y="2297"/>
                        <a:pt x="1762" y="2096"/>
                      </a:cubicBezTo>
                      <a:cubicBezTo>
                        <a:pt x="1672" y="1988"/>
                        <a:pt x="1586" y="1964"/>
                        <a:pt x="1527" y="1964"/>
                      </a:cubicBezTo>
                      <a:cubicBezTo>
                        <a:pt x="1441" y="1964"/>
                        <a:pt x="1358" y="2010"/>
                        <a:pt x="1290" y="2099"/>
                      </a:cubicBezTo>
                      <a:cubicBezTo>
                        <a:pt x="1145" y="2275"/>
                        <a:pt x="1074" y="2596"/>
                        <a:pt x="1108" y="2877"/>
                      </a:cubicBezTo>
                      <a:cubicBezTo>
                        <a:pt x="910" y="2837"/>
                        <a:pt x="725" y="2750"/>
                        <a:pt x="568" y="2627"/>
                      </a:cubicBezTo>
                      <a:cubicBezTo>
                        <a:pt x="152" y="2322"/>
                        <a:pt x="238" y="1890"/>
                        <a:pt x="294" y="1720"/>
                      </a:cubicBezTo>
                      <a:cubicBezTo>
                        <a:pt x="417" y="1347"/>
                        <a:pt x="747" y="1045"/>
                        <a:pt x="1028" y="1045"/>
                      </a:cubicBezTo>
                      <a:cubicBezTo>
                        <a:pt x="1096" y="1045"/>
                        <a:pt x="1160" y="1060"/>
                        <a:pt x="1219" y="1097"/>
                      </a:cubicBezTo>
                      <a:cubicBezTo>
                        <a:pt x="1232" y="1105"/>
                        <a:pt x="1246" y="1108"/>
                        <a:pt x="1259" y="1108"/>
                      </a:cubicBezTo>
                      <a:cubicBezTo>
                        <a:pt x="1304" y="1108"/>
                        <a:pt x="1346" y="1069"/>
                        <a:pt x="1339" y="1017"/>
                      </a:cubicBezTo>
                      <a:cubicBezTo>
                        <a:pt x="1339" y="1011"/>
                        <a:pt x="1284" y="585"/>
                        <a:pt x="1484" y="354"/>
                      </a:cubicBezTo>
                      <a:cubicBezTo>
                        <a:pt x="1571" y="254"/>
                        <a:pt x="1693" y="206"/>
                        <a:pt x="1851" y="206"/>
                      </a:cubicBezTo>
                      <a:cubicBezTo>
                        <a:pt x="1962" y="206"/>
                        <a:pt x="2090" y="230"/>
                        <a:pt x="2237" y="277"/>
                      </a:cubicBezTo>
                      <a:cubicBezTo>
                        <a:pt x="2366" y="320"/>
                        <a:pt x="2493" y="378"/>
                        <a:pt x="2607" y="456"/>
                      </a:cubicBezTo>
                      <a:cubicBezTo>
                        <a:pt x="2388" y="764"/>
                        <a:pt x="2311" y="1174"/>
                        <a:pt x="2557" y="1381"/>
                      </a:cubicBezTo>
                      <a:cubicBezTo>
                        <a:pt x="2622" y="1439"/>
                        <a:pt x="2702" y="1473"/>
                        <a:pt x="2792" y="1476"/>
                      </a:cubicBezTo>
                      <a:cubicBezTo>
                        <a:pt x="2921" y="1476"/>
                        <a:pt x="3036" y="1384"/>
                        <a:pt x="3091" y="1233"/>
                      </a:cubicBezTo>
                      <a:cubicBezTo>
                        <a:pt x="3165" y="1017"/>
                        <a:pt x="3113" y="693"/>
                        <a:pt x="2835" y="434"/>
                      </a:cubicBezTo>
                      <a:cubicBezTo>
                        <a:pt x="3006" y="255"/>
                        <a:pt x="3215" y="161"/>
                        <a:pt x="3427" y="161"/>
                      </a:cubicBezTo>
                      <a:close/>
                      <a:moveTo>
                        <a:pt x="3431" y="1"/>
                      </a:moveTo>
                      <a:cubicBezTo>
                        <a:pt x="3171" y="1"/>
                        <a:pt x="2915" y="115"/>
                        <a:pt x="2712" y="332"/>
                      </a:cubicBezTo>
                      <a:cubicBezTo>
                        <a:pt x="2582" y="243"/>
                        <a:pt x="2440" y="172"/>
                        <a:pt x="2289" y="126"/>
                      </a:cubicBezTo>
                      <a:cubicBezTo>
                        <a:pt x="2128" y="72"/>
                        <a:pt x="1983" y="46"/>
                        <a:pt x="1854" y="46"/>
                      </a:cubicBezTo>
                      <a:cubicBezTo>
                        <a:pt x="1647" y="46"/>
                        <a:pt x="1483" y="114"/>
                        <a:pt x="1367" y="249"/>
                      </a:cubicBezTo>
                      <a:cubicBezTo>
                        <a:pt x="1194" y="443"/>
                        <a:pt x="1170" y="733"/>
                        <a:pt x="1173" y="900"/>
                      </a:cubicBezTo>
                      <a:cubicBezTo>
                        <a:pt x="1126" y="887"/>
                        <a:pt x="1077" y="881"/>
                        <a:pt x="1031" y="881"/>
                      </a:cubicBezTo>
                      <a:cubicBezTo>
                        <a:pt x="679" y="881"/>
                        <a:pt x="287" y="1227"/>
                        <a:pt x="142" y="1668"/>
                      </a:cubicBezTo>
                      <a:cubicBezTo>
                        <a:pt x="1" y="2103"/>
                        <a:pt x="121" y="2497"/>
                        <a:pt x="473" y="2756"/>
                      </a:cubicBezTo>
                      <a:cubicBezTo>
                        <a:pt x="695" y="2920"/>
                        <a:pt x="926" y="3022"/>
                        <a:pt x="1145" y="3046"/>
                      </a:cubicBezTo>
                      <a:cubicBezTo>
                        <a:pt x="1247" y="3410"/>
                        <a:pt x="1540" y="3620"/>
                        <a:pt x="1953" y="3626"/>
                      </a:cubicBezTo>
                      <a:lnTo>
                        <a:pt x="1999" y="3626"/>
                      </a:lnTo>
                      <a:cubicBezTo>
                        <a:pt x="2564" y="3626"/>
                        <a:pt x="3005" y="3509"/>
                        <a:pt x="3288" y="3296"/>
                      </a:cubicBezTo>
                      <a:cubicBezTo>
                        <a:pt x="3335" y="3349"/>
                        <a:pt x="3387" y="3395"/>
                        <a:pt x="3440" y="3438"/>
                      </a:cubicBezTo>
                      <a:cubicBezTo>
                        <a:pt x="3556" y="3528"/>
                        <a:pt x="3702" y="3577"/>
                        <a:pt x="3849" y="3577"/>
                      </a:cubicBezTo>
                      <a:cubicBezTo>
                        <a:pt x="3853" y="3577"/>
                        <a:pt x="3858" y="3577"/>
                        <a:pt x="3862" y="3577"/>
                      </a:cubicBezTo>
                      <a:cubicBezTo>
                        <a:pt x="4393" y="3577"/>
                        <a:pt x="5077" y="3065"/>
                        <a:pt x="5327" y="2482"/>
                      </a:cubicBezTo>
                      <a:cubicBezTo>
                        <a:pt x="5491" y="2099"/>
                        <a:pt x="5444" y="1742"/>
                        <a:pt x="5195" y="1480"/>
                      </a:cubicBezTo>
                      <a:cubicBezTo>
                        <a:pt x="5009" y="1285"/>
                        <a:pt x="4803" y="1183"/>
                        <a:pt x="4578" y="1177"/>
                      </a:cubicBezTo>
                      <a:cubicBezTo>
                        <a:pt x="4556" y="776"/>
                        <a:pt x="4319" y="397"/>
                        <a:pt x="3930" y="150"/>
                      </a:cubicBezTo>
                      <a:cubicBezTo>
                        <a:pt x="3771" y="49"/>
                        <a:pt x="3600" y="1"/>
                        <a:pt x="3431"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3" name="Google Shape;973;p9"/>
              <p:cNvSpPr/>
              <p:nvPr/>
            </p:nvSpPr>
            <p:spPr>
              <a:xfrm>
                <a:off x="8619309" y="4732142"/>
                <a:ext cx="253995" cy="244340"/>
              </a:xfrm>
              <a:custGeom>
                <a:avLst/>
                <a:gdLst/>
                <a:ahLst/>
                <a:cxnLst/>
                <a:rect l="l" t="t" r="r" b="b"/>
                <a:pathLst>
                  <a:path w="2580" h="2482" extrusionOk="0">
                    <a:moveTo>
                      <a:pt x="800" y="227"/>
                    </a:moveTo>
                    <a:lnTo>
                      <a:pt x="800" y="227"/>
                    </a:lnTo>
                    <a:cubicBezTo>
                      <a:pt x="895" y="304"/>
                      <a:pt x="1056" y="439"/>
                      <a:pt x="1265" y="628"/>
                    </a:cubicBezTo>
                    <a:cubicBezTo>
                      <a:pt x="1151" y="689"/>
                      <a:pt x="1022" y="757"/>
                      <a:pt x="886" y="831"/>
                    </a:cubicBezTo>
                    <a:cubicBezTo>
                      <a:pt x="831" y="523"/>
                      <a:pt x="809" y="335"/>
                      <a:pt x="800" y="227"/>
                    </a:cubicBezTo>
                    <a:close/>
                    <a:moveTo>
                      <a:pt x="2070" y="452"/>
                    </a:moveTo>
                    <a:cubicBezTo>
                      <a:pt x="2024" y="631"/>
                      <a:pt x="1962" y="806"/>
                      <a:pt x="1888" y="973"/>
                    </a:cubicBezTo>
                    <a:cubicBezTo>
                      <a:pt x="1777" y="871"/>
                      <a:pt x="1663" y="766"/>
                      <a:pt x="1552" y="665"/>
                    </a:cubicBezTo>
                    <a:cubicBezTo>
                      <a:pt x="1861" y="513"/>
                      <a:pt x="2003" y="467"/>
                      <a:pt x="2070" y="452"/>
                    </a:cubicBezTo>
                    <a:close/>
                    <a:moveTo>
                      <a:pt x="766" y="1081"/>
                    </a:moveTo>
                    <a:cubicBezTo>
                      <a:pt x="794" y="1226"/>
                      <a:pt x="824" y="1374"/>
                      <a:pt x="855" y="1519"/>
                    </a:cubicBezTo>
                    <a:cubicBezTo>
                      <a:pt x="472" y="1467"/>
                      <a:pt x="302" y="1421"/>
                      <a:pt x="226" y="1391"/>
                    </a:cubicBezTo>
                    <a:lnTo>
                      <a:pt x="226" y="1391"/>
                    </a:lnTo>
                    <a:cubicBezTo>
                      <a:pt x="338" y="1326"/>
                      <a:pt x="537" y="1209"/>
                      <a:pt x="766" y="1081"/>
                    </a:cubicBezTo>
                    <a:close/>
                    <a:moveTo>
                      <a:pt x="1398" y="745"/>
                    </a:moveTo>
                    <a:cubicBezTo>
                      <a:pt x="1537" y="871"/>
                      <a:pt x="1685" y="1004"/>
                      <a:pt x="1821" y="1133"/>
                    </a:cubicBezTo>
                    <a:cubicBezTo>
                      <a:pt x="1756" y="1288"/>
                      <a:pt x="1685" y="1445"/>
                      <a:pt x="1611" y="1590"/>
                    </a:cubicBezTo>
                    <a:cubicBezTo>
                      <a:pt x="1395" y="1574"/>
                      <a:pt x="1198" y="1556"/>
                      <a:pt x="1025" y="1537"/>
                    </a:cubicBezTo>
                    <a:cubicBezTo>
                      <a:pt x="985" y="1362"/>
                      <a:pt x="948" y="1177"/>
                      <a:pt x="917" y="998"/>
                    </a:cubicBezTo>
                    <a:cubicBezTo>
                      <a:pt x="1093" y="902"/>
                      <a:pt x="1253" y="816"/>
                      <a:pt x="1398" y="745"/>
                    </a:cubicBezTo>
                    <a:close/>
                    <a:moveTo>
                      <a:pt x="1947" y="1251"/>
                    </a:moveTo>
                    <a:cubicBezTo>
                      <a:pt x="2151" y="1451"/>
                      <a:pt x="2262" y="1565"/>
                      <a:pt x="2317" y="1633"/>
                    </a:cubicBezTo>
                    <a:cubicBezTo>
                      <a:pt x="2200" y="1627"/>
                      <a:pt x="2009" y="1618"/>
                      <a:pt x="1787" y="1602"/>
                    </a:cubicBezTo>
                    <a:cubicBezTo>
                      <a:pt x="1839" y="1488"/>
                      <a:pt x="1895" y="1371"/>
                      <a:pt x="1947" y="1251"/>
                    </a:cubicBezTo>
                    <a:close/>
                    <a:moveTo>
                      <a:pt x="1062" y="1704"/>
                    </a:moveTo>
                    <a:lnTo>
                      <a:pt x="1062" y="1704"/>
                    </a:lnTo>
                    <a:cubicBezTo>
                      <a:pt x="1204" y="1719"/>
                      <a:pt x="1364" y="1735"/>
                      <a:pt x="1534" y="1747"/>
                    </a:cubicBezTo>
                    <a:cubicBezTo>
                      <a:pt x="1373" y="2065"/>
                      <a:pt x="1268" y="2225"/>
                      <a:pt x="1213" y="2287"/>
                    </a:cubicBezTo>
                    <a:cubicBezTo>
                      <a:pt x="1182" y="2197"/>
                      <a:pt x="1130" y="2012"/>
                      <a:pt x="1062" y="1704"/>
                    </a:cubicBezTo>
                    <a:close/>
                    <a:moveTo>
                      <a:pt x="735" y="0"/>
                    </a:moveTo>
                    <a:cubicBezTo>
                      <a:pt x="708" y="0"/>
                      <a:pt x="683" y="10"/>
                      <a:pt x="664" y="29"/>
                    </a:cubicBezTo>
                    <a:cubicBezTo>
                      <a:pt x="636" y="66"/>
                      <a:pt x="593" y="116"/>
                      <a:pt x="735" y="914"/>
                    </a:cubicBezTo>
                    <a:cubicBezTo>
                      <a:pt x="362" y="1121"/>
                      <a:pt x="53" y="1303"/>
                      <a:pt x="50" y="1303"/>
                    </a:cubicBezTo>
                    <a:cubicBezTo>
                      <a:pt x="29" y="1318"/>
                      <a:pt x="13" y="1340"/>
                      <a:pt x="13" y="1365"/>
                    </a:cubicBezTo>
                    <a:cubicBezTo>
                      <a:pt x="1" y="1497"/>
                      <a:pt x="143" y="1596"/>
                      <a:pt x="889" y="1685"/>
                    </a:cubicBezTo>
                    <a:cubicBezTo>
                      <a:pt x="948" y="1938"/>
                      <a:pt x="1037" y="2321"/>
                      <a:pt x="1096" y="2423"/>
                    </a:cubicBezTo>
                    <a:cubicBezTo>
                      <a:pt x="1114" y="2460"/>
                      <a:pt x="1151" y="2481"/>
                      <a:pt x="1191" y="2481"/>
                    </a:cubicBezTo>
                    <a:cubicBezTo>
                      <a:pt x="1247" y="2481"/>
                      <a:pt x="1352" y="2481"/>
                      <a:pt x="1710" y="1763"/>
                    </a:cubicBezTo>
                    <a:cubicBezTo>
                      <a:pt x="2117" y="1787"/>
                      <a:pt x="2434" y="1800"/>
                      <a:pt x="2441" y="1800"/>
                    </a:cubicBezTo>
                    <a:cubicBezTo>
                      <a:pt x="2443" y="1800"/>
                      <a:pt x="2446" y="1800"/>
                      <a:pt x="2448" y="1800"/>
                    </a:cubicBezTo>
                    <a:cubicBezTo>
                      <a:pt x="2485" y="1800"/>
                      <a:pt x="2519" y="1779"/>
                      <a:pt x="2533" y="1741"/>
                    </a:cubicBezTo>
                    <a:cubicBezTo>
                      <a:pt x="2558" y="1682"/>
                      <a:pt x="2579" y="1633"/>
                      <a:pt x="2012" y="1093"/>
                    </a:cubicBezTo>
                    <a:cubicBezTo>
                      <a:pt x="2126" y="822"/>
                      <a:pt x="2249" y="495"/>
                      <a:pt x="2237" y="387"/>
                    </a:cubicBezTo>
                    <a:cubicBezTo>
                      <a:pt x="2234" y="341"/>
                      <a:pt x="2197" y="285"/>
                      <a:pt x="2107" y="285"/>
                    </a:cubicBezTo>
                    <a:cubicBezTo>
                      <a:pt x="2040" y="285"/>
                      <a:pt x="1895" y="313"/>
                      <a:pt x="1423" y="550"/>
                    </a:cubicBezTo>
                    <a:cubicBezTo>
                      <a:pt x="1198" y="350"/>
                      <a:pt x="843" y="42"/>
                      <a:pt x="775" y="8"/>
                    </a:cubicBezTo>
                    <a:cubicBezTo>
                      <a:pt x="762" y="3"/>
                      <a:pt x="749" y="0"/>
                      <a:pt x="7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9"/>
              <p:cNvSpPr/>
              <p:nvPr/>
            </p:nvSpPr>
            <p:spPr>
              <a:xfrm>
                <a:off x="8480874" y="4560712"/>
                <a:ext cx="71582" cy="71518"/>
              </a:xfrm>
              <a:custGeom>
                <a:avLst/>
                <a:gdLst/>
                <a:ahLst/>
                <a:cxnLst/>
                <a:rect l="l" t="t" r="r" b="b"/>
                <a:pathLst>
                  <a:path w="1124" h="1123" extrusionOk="0">
                    <a:moveTo>
                      <a:pt x="562" y="164"/>
                    </a:moveTo>
                    <a:cubicBezTo>
                      <a:pt x="781" y="167"/>
                      <a:pt x="957" y="346"/>
                      <a:pt x="957" y="565"/>
                    </a:cubicBezTo>
                    <a:cubicBezTo>
                      <a:pt x="957" y="784"/>
                      <a:pt x="778" y="959"/>
                      <a:pt x="559" y="959"/>
                    </a:cubicBezTo>
                    <a:cubicBezTo>
                      <a:pt x="340" y="959"/>
                      <a:pt x="164" y="780"/>
                      <a:pt x="164" y="561"/>
                    </a:cubicBezTo>
                    <a:cubicBezTo>
                      <a:pt x="164" y="339"/>
                      <a:pt x="343" y="164"/>
                      <a:pt x="562" y="164"/>
                    </a:cubicBezTo>
                    <a:close/>
                    <a:moveTo>
                      <a:pt x="562" y="0"/>
                    </a:moveTo>
                    <a:cubicBezTo>
                      <a:pt x="254" y="0"/>
                      <a:pt x="1" y="250"/>
                      <a:pt x="1" y="561"/>
                    </a:cubicBezTo>
                    <a:cubicBezTo>
                      <a:pt x="1" y="870"/>
                      <a:pt x="250" y="1120"/>
                      <a:pt x="562" y="1123"/>
                    </a:cubicBezTo>
                    <a:cubicBezTo>
                      <a:pt x="873" y="1120"/>
                      <a:pt x="1123" y="870"/>
                      <a:pt x="1123" y="561"/>
                    </a:cubicBezTo>
                    <a:cubicBezTo>
                      <a:pt x="1123" y="250"/>
                      <a:pt x="870" y="0"/>
                      <a:pt x="5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9"/>
              <p:cNvSpPr/>
              <p:nvPr/>
            </p:nvSpPr>
            <p:spPr>
              <a:xfrm>
                <a:off x="7415483" y="4732155"/>
                <a:ext cx="71391" cy="71582"/>
              </a:xfrm>
              <a:custGeom>
                <a:avLst/>
                <a:gdLst/>
                <a:ahLst/>
                <a:cxnLst/>
                <a:rect l="l" t="t" r="r" b="b"/>
                <a:pathLst>
                  <a:path w="1121" h="1124" extrusionOk="0">
                    <a:moveTo>
                      <a:pt x="562" y="164"/>
                    </a:moveTo>
                    <a:cubicBezTo>
                      <a:pt x="781" y="167"/>
                      <a:pt x="957" y="346"/>
                      <a:pt x="957" y="565"/>
                    </a:cubicBezTo>
                    <a:cubicBezTo>
                      <a:pt x="957" y="784"/>
                      <a:pt x="778" y="960"/>
                      <a:pt x="559" y="960"/>
                    </a:cubicBezTo>
                    <a:cubicBezTo>
                      <a:pt x="340" y="960"/>
                      <a:pt x="164" y="781"/>
                      <a:pt x="164" y="562"/>
                    </a:cubicBezTo>
                    <a:cubicBezTo>
                      <a:pt x="164" y="343"/>
                      <a:pt x="343" y="164"/>
                      <a:pt x="562" y="164"/>
                    </a:cubicBezTo>
                    <a:close/>
                    <a:moveTo>
                      <a:pt x="559" y="1"/>
                    </a:moveTo>
                    <a:cubicBezTo>
                      <a:pt x="251" y="1"/>
                      <a:pt x="1" y="251"/>
                      <a:pt x="1" y="562"/>
                    </a:cubicBezTo>
                    <a:cubicBezTo>
                      <a:pt x="1" y="871"/>
                      <a:pt x="251" y="1120"/>
                      <a:pt x="559" y="1124"/>
                    </a:cubicBezTo>
                    <a:lnTo>
                      <a:pt x="562" y="1124"/>
                    </a:lnTo>
                    <a:cubicBezTo>
                      <a:pt x="870" y="1120"/>
                      <a:pt x="1120" y="871"/>
                      <a:pt x="1120" y="562"/>
                    </a:cubicBezTo>
                    <a:cubicBezTo>
                      <a:pt x="1120" y="251"/>
                      <a:pt x="870" y="1"/>
                      <a:pt x="5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9"/>
              <p:cNvSpPr/>
              <p:nvPr/>
            </p:nvSpPr>
            <p:spPr>
              <a:xfrm>
                <a:off x="8755482" y="4489385"/>
                <a:ext cx="71327" cy="71327"/>
              </a:xfrm>
              <a:custGeom>
                <a:avLst/>
                <a:gdLst/>
                <a:ahLst/>
                <a:cxnLst/>
                <a:rect l="l" t="t" r="r" b="b"/>
                <a:pathLst>
                  <a:path w="1120" h="1120" extrusionOk="0">
                    <a:moveTo>
                      <a:pt x="563" y="164"/>
                    </a:moveTo>
                    <a:cubicBezTo>
                      <a:pt x="781" y="165"/>
                      <a:pt x="959" y="343"/>
                      <a:pt x="956" y="562"/>
                    </a:cubicBezTo>
                    <a:cubicBezTo>
                      <a:pt x="956" y="781"/>
                      <a:pt x="778" y="960"/>
                      <a:pt x="559" y="960"/>
                    </a:cubicBezTo>
                    <a:cubicBezTo>
                      <a:pt x="340" y="960"/>
                      <a:pt x="164" y="781"/>
                      <a:pt x="164" y="559"/>
                    </a:cubicBezTo>
                    <a:cubicBezTo>
                      <a:pt x="164" y="340"/>
                      <a:pt x="342" y="165"/>
                      <a:pt x="563" y="164"/>
                    </a:cubicBezTo>
                    <a:close/>
                    <a:moveTo>
                      <a:pt x="562" y="0"/>
                    </a:moveTo>
                    <a:cubicBezTo>
                      <a:pt x="250" y="0"/>
                      <a:pt x="0" y="250"/>
                      <a:pt x="0" y="559"/>
                    </a:cubicBezTo>
                    <a:cubicBezTo>
                      <a:pt x="0" y="870"/>
                      <a:pt x="250" y="1120"/>
                      <a:pt x="559" y="1120"/>
                    </a:cubicBezTo>
                    <a:lnTo>
                      <a:pt x="562" y="1120"/>
                    </a:lnTo>
                    <a:cubicBezTo>
                      <a:pt x="870" y="1120"/>
                      <a:pt x="1120" y="870"/>
                      <a:pt x="1120" y="559"/>
                    </a:cubicBezTo>
                    <a:cubicBezTo>
                      <a:pt x="1120" y="250"/>
                      <a:pt x="870" y="0"/>
                      <a:pt x="5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9"/>
              <p:cNvSpPr/>
              <p:nvPr/>
            </p:nvSpPr>
            <p:spPr>
              <a:xfrm>
                <a:off x="8619310" y="3724289"/>
                <a:ext cx="71582" cy="71391"/>
              </a:xfrm>
              <a:custGeom>
                <a:avLst/>
                <a:gdLst/>
                <a:ahLst/>
                <a:cxnLst/>
                <a:rect l="l" t="t" r="r" b="b"/>
                <a:pathLst>
                  <a:path w="1124" h="1121" extrusionOk="0">
                    <a:moveTo>
                      <a:pt x="565" y="164"/>
                    </a:moveTo>
                    <a:cubicBezTo>
                      <a:pt x="670" y="164"/>
                      <a:pt x="769" y="208"/>
                      <a:pt x="843" y="282"/>
                    </a:cubicBezTo>
                    <a:cubicBezTo>
                      <a:pt x="1092" y="535"/>
                      <a:pt x="913" y="960"/>
                      <a:pt x="562" y="960"/>
                    </a:cubicBezTo>
                    <a:cubicBezTo>
                      <a:pt x="340" y="960"/>
                      <a:pt x="164" y="781"/>
                      <a:pt x="164" y="559"/>
                    </a:cubicBezTo>
                    <a:cubicBezTo>
                      <a:pt x="167" y="340"/>
                      <a:pt x="346" y="164"/>
                      <a:pt x="565" y="164"/>
                    </a:cubicBezTo>
                    <a:close/>
                    <a:moveTo>
                      <a:pt x="562" y="1"/>
                    </a:moveTo>
                    <a:cubicBezTo>
                      <a:pt x="250" y="1"/>
                      <a:pt x="1" y="251"/>
                      <a:pt x="1" y="559"/>
                    </a:cubicBezTo>
                    <a:cubicBezTo>
                      <a:pt x="1" y="871"/>
                      <a:pt x="250" y="1121"/>
                      <a:pt x="559" y="1121"/>
                    </a:cubicBezTo>
                    <a:lnTo>
                      <a:pt x="562" y="1121"/>
                    </a:lnTo>
                    <a:cubicBezTo>
                      <a:pt x="870" y="1121"/>
                      <a:pt x="1123" y="871"/>
                      <a:pt x="1120" y="559"/>
                    </a:cubicBezTo>
                    <a:cubicBezTo>
                      <a:pt x="1120" y="251"/>
                      <a:pt x="870" y="1"/>
                      <a:pt x="5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9"/>
              <p:cNvSpPr/>
              <p:nvPr/>
            </p:nvSpPr>
            <p:spPr>
              <a:xfrm>
                <a:off x="8940718" y="4584831"/>
                <a:ext cx="115525" cy="116098"/>
              </a:xfrm>
              <a:custGeom>
                <a:avLst/>
                <a:gdLst/>
                <a:ahLst/>
                <a:cxnLst/>
                <a:rect l="l" t="t" r="r" b="b"/>
                <a:pathLst>
                  <a:path w="1814" h="1823" extrusionOk="0">
                    <a:moveTo>
                      <a:pt x="969" y="234"/>
                    </a:moveTo>
                    <a:cubicBezTo>
                      <a:pt x="991" y="315"/>
                      <a:pt x="1018" y="416"/>
                      <a:pt x="1034" y="484"/>
                    </a:cubicBezTo>
                    <a:cubicBezTo>
                      <a:pt x="1077" y="666"/>
                      <a:pt x="1089" y="706"/>
                      <a:pt x="1111" y="737"/>
                    </a:cubicBezTo>
                    <a:cubicBezTo>
                      <a:pt x="1132" y="768"/>
                      <a:pt x="1166" y="783"/>
                      <a:pt x="1345" y="845"/>
                    </a:cubicBezTo>
                    <a:cubicBezTo>
                      <a:pt x="1410" y="870"/>
                      <a:pt x="1506" y="904"/>
                      <a:pt x="1577" y="935"/>
                    </a:cubicBezTo>
                    <a:cubicBezTo>
                      <a:pt x="1478" y="978"/>
                      <a:pt x="1311" y="1039"/>
                      <a:pt x="1169" y="1092"/>
                    </a:cubicBezTo>
                    <a:cubicBezTo>
                      <a:pt x="1148" y="1098"/>
                      <a:pt x="1129" y="1113"/>
                      <a:pt x="1120" y="1135"/>
                    </a:cubicBezTo>
                    <a:cubicBezTo>
                      <a:pt x="1049" y="1302"/>
                      <a:pt x="960" y="1490"/>
                      <a:pt x="901" y="1595"/>
                    </a:cubicBezTo>
                    <a:cubicBezTo>
                      <a:pt x="861" y="1481"/>
                      <a:pt x="802" y="1280"/>
                      <a:pt x="759" y="1107"/>
                    </a:cubicBezTo>
                    <a:cubicBezTo>
                      <a:pt x="753" y="1076"/>
                      <a:pt x="728" y="1052"/>
                      <a:pt x="698" y="1046"/>
                    </a:cubicBezTo>
                    <a:cubicBezTo>
                      <a:pt x="528" y="1015"/>
                      <a:pt x="334" y="972"/>
                      <a:pt x="226" y="941"/>
                    </a:cubicBezTo>
                    <a:cubicBezTo>
                      <a:pt x="392" y="854"/>
                      <a:pt x="565" y="774"/>
                      <a:pt x="738" y="706"/>
                    </a:cubicBezTo>
                    <a:cubicBezTo>
                      <a:pt x="759" y="697"/>
                      <a:pt x="775" y="682"/>
                      <a:pt x="784" y="660"/>
                    </a:cubicBezTo>
                    <a:cubicBezTo>
                      <a:pt x="839" y="515"/>
                      <a:pt x="901" y="373"/>
                      <a:pt x="969" y="234"/>
                    </a:cubicBezTo>
                    <a:close/>
                    <a:moveTo>
                      <a:pt x="987" y="0"/>
                    </a:moveTo>
                    <a:cubicBezTo>
                      <a:pt x="938" y="0"/>
                      <a:pt x="864" y="0"/>
                      <a:pt x="645" y="571"/>
                    </a:cubicBezTo>
                    <a:cubicBezTo>
                      <a:pt x="37" y="814"/>
                      <a:pt x="16" y="895"/>
                      <a:pt x="7" y="928"/>
                    </a:cubicBezTo>
                    <a:cubicBezTo>
                      <a:pt x="0" y="956"/>
                      <a:pt x="7" y="984"/>
                      <a:pt x="22" y="1009"/>
                    </a:cubicBezTo>
                    <a:cubicBezTo>
                      <a:pt x="37" y="1030"/>
                      <a:pt x="84" y="1092"/>
                      <a:pt x="614" y="1197"/>
                    </a:cubicBezTo>
                    <a:cubicBezTo>
                      <a:pt x="775" y="1823"/>
                      <a:pt x="830" y="1823"/>
                      <a:pt x="889" y="1823"/>
                    </a:cubicBezTo>
                    <a:lnTo>
                      <a:pt x="895" y="1823"/>
                    </a:lnTo>
                    <a:cubicBezTo>
                      <a:pt x="944" y="1820"/>
                      <a:pt x="1000" y="1817"/>
                      <a:pt x="1256" y="1231"/>
                    </a:cubicBezTo>
                    <a:cubicBezTo>
                      <a:pt x="1413" y="1175"/>
                      <a:pt x="1715" y="1064"/>
                      <a:pt x="1780" y="1006"/>
                    </a:cubicBezTo>
                    <a:cubicBezTo>
                      <a:pt x="1802" y="984"/>
                      <a:pt x="1814" y="950"/>
                      <a:pt x="1811" y="919"/>
                    </a:cubicBezTo>
                    <a:cubicBezTo>
                      <a:pt x="1796" y="845"/>
                      <a:pt x="1715" y="805"/>
                      <a:pt x="1404" y="694"/>
                    </a:cubicBezTo>
                    <a:cubicBezTo>
                      <a:pt x="1345" y="672"/>
                      <a:pt x="1274" y="648"/>
                      <a:pt x="1240" y="632"/>
                    </a:cubicBezTo>
                    <a:cubicBezTo>
                      <a:pt x="1231" y="598"/>
                      <a:pt x="1209" y="515"/>
                      <a:pt x="1194" y="447"/>
                    </a:cubicBezTo>
                    <a:cubicBezTo>
                      <a:pt x="1139" y="228"/>
                      <a:pt x="1105" y="93"/>
                      <a:pt x="1065" y="40"/>
                    </a:cubicBezTo>
                    <a:cubicBezTo>
                      <a:pt x="1046" y="15"/>
                      <a:pt x="1018" y="3"/>
                      <a:pt x="98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79" name="Google Shape;979;p9"/>
              <p:cNvGrpSpPr/>
              <p:nvPr/>
            </p:nvGrpSpPr>
            <p:grpSpPr>
              <a:xfrm>
                <a:off x="8403303" y="4188152"/>
                <a:ext cx="299552" cy="265537"/>
                <a:chOff x="8792070" y="4843090"/>
                <a:chExt cx="142474" cy="126290"/>
              </a:xfrm>
            </p:grpSpPr>
            <p:sp>
              <p:nvSpPr>
                <p:cNvPr id="980" name="Google Shape;980;p9"/>
                <p:cNvSpPr/>
                <p:nvPr/>
              </p:nvSpPr>
              <p:spPr>
                <a:xfrm>
                  <a:off x="8835905" y="4843090"/>
                  <a:ext cx="69128" cy="58982"/>
                </a:xfrm>
                <a:custGeom>
                  <a:avLst/>
                  <a:gdLst/>
                  <a:ahLst/>
                  <a:cxnLst/>
                  <a:rect l="l" t="t" r="r" b="b"/>
                  <a:pathLst>
                    <a:path w="1935" h="1651" extrusionOk="0">
                      <a:moveTo>
                        <a:pt x="926" y="796"/>
                      </a:moveTo>
                      <a:cubicBezTo>
                        <a:pt x="947" y="848"/>
                        <a:pt x="960" y="904"/>
                        <a:pt x="966" y="959"/>
                      </a:cubicBezTo>
                      <a:cubicBezTo>
                        <a:pt x="958" y="961"/>
                        <a:pt x="950" y="962"/>
                        <a:pt x="941" y="962"/>
                      </a:cubicBezTo>
                      <a:cubicBezTo>
                        <a:pt x="933" y="962"/>
                        <a:pt x="924" y="961"/>
                        <a:pt x="917" y="959"/>
                      </a:cubicBezTo>
                      <a:cubicBezTo>
                        <a:pt x="904" y="938"/>
                        <a:pt x="904" y="882"/>
                        <a:pt x="926" y="796"/>
                      </a:cubicBezTo>
                      <a:close/>
                      <a:moveTo>
                        <a:pt x="1472" y="164"/>
                      </a:moveTo>
                      <a:cubicBezTo>
                        <a:pt x="1537" y="164"/>
                        <a:pt x="1595" y="194"/>
                        <a:pt x="1635" y="241"/>
                      </a:cubicBezTo>
                      <a:cubicBezTo>
                        <a:pt x="1725" y="327"/>
                        <a:pt x="1771" y="447"/>
                        <a:pt x="1765" y="571"/>
                      </a:cubicBezTo>
                      <a:cubicBezTo>
                        <a:pt x="1746" y="950"/>
                        <a:pt x="1296" y="1348"/>
                        <a:pt x="1296" y="1348"/>
                      </a:cubicBezTo>
                      <a:cubicBezTo>
                        <a:pt x="1197" y="1431"/>
                        <a:pt x="1074" y="1481"/>
                        <a:pt x="947" y="1487"/>
                      </a:cubicBezTo>
                      <a:cubicBezTo>
                        <a:pt x="565" y="1487"/>
                        <a:pt x="275" y="999"/>
                        <a:pt x="210" y="645"/>
                      </a:cubicBezTo>
                      <a:cubicBezTo>
                        <a:pt x="183" y="491"/>
                        <a:pt x="189" y="312"/>
                        <a:pt x="297" y="272"/>
                      </a:cubicBezTo>
                      <a:cubicBezTo>
                        <a:pt x="328" y="262"/>
                        <a:pt x="358" y="256"/>
                        <a:pt x="389" y="256"/>
                      </a:cubicBezTo>
                      <a:cubicBezTo>
                        <a:pt x="559" y="256"/>
                        <a:pt x="722" y="423"/>
                        <a:pt x="827" y="592"/>
                      </a:cubicBezTo>
                      <a:cubicBezTo>
                        <a:pt x="778" y="710"/>
                        <a:pt x="704" y="922"/>
                        <a:pt x="781" y="1046"/>
                      </a:cubicBezTo>
                      <a:cubicBezTo>
                        <a:pt x="815" y="1098"/>
                        <a:pt x="867" y="1125"/>
                        <a:pt x="932" y="1125"/>
                      </a:cubicBezTo>
                      <a:cubicBezTo>
                        <a:pt x="956" y="1125"/>
                        <a:pt x="982" y="1121"/>
                        <a:pt x="1009" y="1114"/>
                      </a:cubicBezTo>
                      <a:cubicBezTo>
                        <a:pt x="1052" y="1101"/>
                        <a:pt x="1086" y="1070"/>
                        <a:pt x="1105" y="1027"/>
                      </a:cubicBezTo>
                      <a:cubicBezTo>
                        <a:pt x="1148" y="916"/>
                        <a:pt x="1086" y="734"/>
                        <a:pt x="1009" y="586"/>
                      </a:cubicBezTo>
                      <a:cubicBezTo>
                        <a:pt x="1123" y="370"/>
                        <a:pt x="1311" y="164"/>
                        <a:pt x="1472" y="164"/>
                      </a:cubicBezTo>
                      <a:close/>
                      <a:moveTo>
                        <a:pt x="1472" y="0"/>
                      </a:moveTo>
                      <a:cubicBezTo>
                        <a:pt x="1247" y="0"/>
                        <a:pt x="1043" y="210"/>
                        <a:pt x="914" y="429"/>
                      </a:cubicBezTo>
                      <a:cubicBezTo>
                        <a:pt x="809" y="287"/>
                        <a:pt x="624" y="93"/>
                        <a:pt x="389" y="93"/>
                      </a:cubicBezTo>
                      <a:cubicBezTo>
                        <a:pt x="337" y="93"/>
                        <a:pt x="287" y="102"/>
                        <a:pt x="241" y="120"/>
                      </a:cubicBezTo>
                      <a:cubicBezTo>
                        <a:pt x="72" y="185"/>
                        <a:pt x="1" y="392"/>
                        <a:pt x="50" y="676"/>
                      </a:cubicBezTo>
                      <a:cubicBezTo>
                        <a:pt x="124" y="1067"/>
                        <a:pt x="457" y="1650"/>
                        <a:pt x="947" y="1650"/>
                      </a:cubicBezTo>
                      <a:cubicBezTo>
                        <a:pt x="1099" y="1650"/>
                        <a:pt x="1250" y="1589"/>
                        <a:pt x="1398" y="1471"/>
                      </a:cubicBezTo>
                      <a:cubicBezTo>
                        <a:pt x="1419" y="1453"/>
                        <a:pt x="1907" y="1027"/>
                        <a:pt x="1925" y="577"/>
                      </a:cubicBezTo>
                      <a:cubicBezTo>
                        <a:pt x="1934" y="410"/>
                        <a:pt x="1873" y="247"/>
                        <a:pt x="1752" y="130"/>
                      </a:cubicBezTo>
                      <a:cubicBezTo>
                        <a:pt x="1682" y="49"/>
                        <a:pt x="1580" y="3"/>
                        <a:pt x="1472"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9"/>
                <p:cNvSpPr/>
                <p:nvPr/>
              </p:nvSpPr>
              <p:spPr>
                <a:xfrm>
                  <a:off x="8856626" y="4909183"/>
                  <a:ext cx="68020" cy="60197"/>
                </a:xfrm>
                <a:custGeom>
                  <a:avLst/>
                  <a:gdLst/>
                  <a:ahLst/>
                  <a:cxnLst/>
                  <a:rect l="l" t="t" r="r" b="b"/>
                  <a:pathLst>
                    <a:path w="1904" h="1685" extrusionOk="0">
                      <a:moveTo>
                        <a:pt x="809" y="676"/>
                      </a:moveTo>
                      <a:cubicBezTo>
                        <a:pt x="821" y="688"/>
                        <a:pt x="836" y="750"/>
                        <a:pt x="830" y="849"/>
                      </a:cubicBezTo>
                      <a:cubicBezTo>
                        <a:pt x="781" y="769"/>
                        <a:pt x="771" y="710"/>
                        <a:pt x="778" y="692"/>
                      </a:cubicBezTo>
                      <a:cubicBezTo>
                        <a:pt x="787" y="685"/>
                        <a:pt x="799" y="679"/>
                        <a:pt x="809" y="676"/>
                      </a:cubicBezTo>
                      <a:close/>
                      <a:moveTo>
                        <a:pt x="784" y="161"/>
                      </a:moveTo>
                      <a:lnTo>
                        <a:pt x="784" y="164"/>
                      </a:lnTo>
                      <a:cubicBezTo>
                        <a:pt x="870" y="164"/>
                        <a:pt x="957" y="183"/>
                        <a:pt x="1037" y="217"/>
                      </a:cubicBezTo>
                      <a:cubicBezTo>
                        <a:pt x="1043" y="220"/>
                        <a:pt x="1583" y="476"/>
                        <a:pt x="1703" y="837"/>
                      </a:cubicBezTo>
                      <a:cubicBezTo>
                        <a:pt x="1743" y="954"/>
                        <a:pt x="1731" y="1080"/>
                        <a:pt x="1669" y="1188"/>
                      </a:cubicBezTo>
                      <a:cubicBezTo>
                        <a:pt x="1623" y="1274"/>
                        <a:pt x="1558" y="1318"/>
                        <a:pt x="1472" y="1318"/>
                      </a:cubicBezTo>
                      <a:cubicBezTo>
                        <a:pt x="1311" y="1318"/>
                        <a:pt x="1111" y="1176"/>
                        <a:pt x="972" y="1028"/>
                      </a:cubicBezTo>
                      <a:cubicBezTo>
                        <a:pt x="1006" y="864"/>
                        <a:pt x="1015" y="673"/>
                        <a:pt x="941" y="577"/>
                      </a:cubicBezTo>
                      <a:cubicBezTo>
                        <a:pt x="913" y="540"/>
                        <a:pt x="870" y="519"/>
                        <a:pt x="824" y="519"/>
                      </a:cubicBezTo>
                      <a:cubicBezTo>
                        <a:pt x="697" y="522"/>
                        <a:pt x="648" y="587"/>
                        <a:pt x="633" y="624"/>
                      </a:cubicBezTo>
                      <a:cubicBezTo>
                        <a:pt x="568" y="766"/>
                        <a:pt x="704" y="966"/>
                        <a:pt x="790" y="1071"/>
                      </a:cubicBezTo>
                      <a:cubicBezTo>
                        <a:pt x="728" y="1288"/>
                        <a:pt x="596" y="1525"/>
                        <a:pt x="391" y="1525"/>
                      </a:cubicBezTo>
                      <a:cubicBezTo>
                        <a:pt x="383" y="1525"/>
                        <a:pt x="375" y="1525"/>
                        <a:pt x="367" y="1524"/>
                      </a:cubicBezTo>
                      <a:cubicBezTo>
                        <a:pt x="247" y="1512"/>
                        <a:pt x="167" y="1305"/>
                        <a:pt x="179" y="1028"/>
                      </a:cubicBezTo>
                      <a:cubicBezTo>
                        <a:pt x="198" y="608"/>
                        <a:pt x="414" y="161"/>
                        <a:pt x="784" y="161"/>
                      </a:cubicBezTo>
                      <a:close/>
                      <a:moveTo>
                        <a:pt x="784" y="1"/>
                      </a:moveTo>
                      <a:cubicBezTo>
                        <a:pt x="309" y="1"/>
                        <a:pt x="37" y="516"/>
                        <a:pt x="16" y="1022"/>
                      </a:cubicBezTo>
                      <a:cubicBezTo>
                        <a:pt x="0" y="1407"/>
                        <a:pt x="130" y="1666"/>
                        <a:pt x="352" y="1685"/>
                      </a:cubicBezTo>
                      <a:lnTo>
                        <a:pt x="389" y="1685"/>
                      </a:lnTo>
                      <a:cubicBezTo>
                        <a:pt x="651" y="1685"/>
                        <a:pt x="824" y="1456"/>
                        <a:pt x="916" y="1207"/>
                      </a:cubicBezTo>
                      <a:cubicBezTo>
                        <a:pt x="1071" y="1352"/>
                        <a:pt x="1274" y="1481"/>
                        <a:pt x="1469" y="1481"/>
                      </a:cubicBezTo>
                      <a:cubicBezTo>
                        <a:pt x="1570" y="1481"/>
                        <a:pt x="1712" y="1444"/>
                        <a:pt x="1805" y="1265"/>
                      </a:cubicBezTo>
                      <a:cubicBezTo>
                        <a:pt x="1888" y="1120"/>
                        <a:pt x="1903" y="944"/>
                        <a:pt x="1851" y="787"/>
                      </a:cubicBezTo>
                      <a:cubicBezTo>
                        <a:pt x="1709" y="362"/>
                        <a:pt x="1126" y="84"/>
                        <a:pt x="1098" y="69"/>
                      </a:cubicBezTo>
                      <a:cubicBezTo>
                        <a:pt x="997" y="25"/>
                        <a:pt x="892" y="4"/>
                        <a:pt x="784"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9"/>
                <p:cNvSpPr/>
                <p:nvPr/>
              </p:nvSpPr>
              <p:spPr>
                <a:xfrm>
                  <a:off x="8792070" y="4893678"/>
                  <a:ext cx="69092" cy="50086"/>
                </a:xfrm>
                <a:custGeom>
                  <a:avLst/>
                  <a:gdLst/>
                  <a:ahLst/>
                  <a:cxnLst/>
                  <a:rect l="l" t="t" r="r" b="b"/>
                  <a:pathLst>
                    <a:path w="1934" h="1402" extrusionOk="0">
                      <a:moveTo>
                        <a:pt x="1147" y="1"/>
                      </a:moveTo>
                      <a:cubicBezTo>
                        <a:pt x="1058" y="1"/>
                        <a:pt x="963" y="19"/>
                        <a:pt x="867" y="65"/>
                      </a:cubicBezTo>
                      <a:cubicBezTo>
                        <a:pt x="386" y="290"/>
                        <a:pt x="0" y="740"/>
                        <a:pt x="241" y="1042"/>
                      </a:cubicBezTo>
                      <a:cubicBezTo>
                        <a:pt x="397" y="1239"/>
                        <a:pt x="698" y="1401"/>
                        <a:pt x="1009" y="1401"/>
                      </a:cubicBezTo>
                      <a:cubicBezTo>
                        <a:pt x="1176" y="1401"/>
                        <a:pt x="1347" y="1354"/>
                        <a:pt x="1499" y="1240"/>
                      </a:cubicBezTo>
                      <a:cubicBezTo>
                        <a:pt x="1934" y="910"/>
                        <a:pt x="1934" y="416"/>
                        <a:pt x="1789" y="296"/>
                      </a:cubicBezTo>
                      <a:cubicBezTo>
                        <a:pt x="1789" y="296"/>
                        <a:pt x="1508" y="1"/>
                        <a:pt x="11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9"/>
                <p:cNvSpPr/>
                <p:nvPr/>
              </p:nvSpPr>
              <p:spPr>
                <a:xfrm>
                  <a:off x="8838763" y="4894428"/>
                  <a:ext cx="12397" cy="38369"/>
                </a:xfrm>
                <a:custGeom>
                  <a:avLst/>
                  <a:gdLst/>
                  <a:ahLst/>
                  <a:cxnLst/>
                  <a:rect l="l" t="t" r="r" b="b"/>
                  <a:pathLst>
                    <a:path w="347" h="1074" extrusionOk="0">
                      <a:moveTo>
                        <a:pt x="1" y="0"/>
                      </a:moveTo>
                      <a:cubicBezTo>
                        <a:pt x="1" y="1"/>
                        <a:pt x="214" y="957"/>
                        <a:pt x="346" y="1074"/>
                      </a:cubicBez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9"/>
                <p:cNvSpPr/>
                <p:nvPr/>
              </p:nvSpPr>
              <p:spPr>
                <a:xfrm>
                  <a:off x="8835262" y="4891285"/>
                  <a:ext cx="19863" cy="44370"/>
                </a:xfrm>
                <a:custGeom>
                  <a:avLst/>
                  <a:gdLst/>
                  <a:ahLst/>
                  <a:cxnLst/>
                  <a:rect l="l" t="t" r="r" b="b"/>
                  <a:pathLst>
                    <a:path w="556" h="1242" extrusionOk="0">
                      <a:moveTo>
                        <a:pt x="98" y="0"/>
                      </a:moveTo>
                      <a:cubicBezTo>
                        <a:pt x="50" y="0"/>
                        <a:pt x="1" y="40"/>
                        <a:pt x="19" y="104"/>
                      </a:cubicBezTo>
                      <a:cubicBezTo>
                        <a:pt x="71" y="335"/>
                        <a:pt x="250" y="1097"/>
                        <a:pt x="392" y="1223"/>
                      </a:cubicBezTo>
                      <a:cubicBezTo>
                        <a:pt x="407" y="1236"/>
                        <a:pt x="426" y="1242"/>
                        <a:pt x="447" y="1242"/>
                      </a:cubicBezTo>
                      <a:cubicBezTo>
                        <a:pt x="521" y="1242"/>
                        <a:pt x="555" y="1149"/>
                        <a:pt x="500" y="1100"/>
                      </a:cubicBezTo>
                      <a:cubicBezTo>
                        <a:pt x="429" y="1038"/>
                        <a:pt x="278" y="517"/>
                        <a:pt x="176" y="70"/>
                      </a:cubicBezTo>
                      <a:cubicBezTo>
                        <a:pt x="168" y="22"/>
                        <a:pt x="133" y="0"/>
                        <a:pt x="9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9"/>
                <p:cNvSpPr/>
                <p:nvPr/>
              </p:nvSpPr>
              <p:spPr>
                <a:xfrm>
                  <a:off x="8821794" y="4897286"/>
                  <a:ext cx="16255" cy="44978"/>
                </a:xfrm>
                <a:custGeom>
                  <a:avLst/>
                  <a:gdLst/>
                  <a:ahLst/>
                  <a:cxnLst/>
                  <a:rect l="l" t="t" r="r" b="b"/>
                  <a:pathLst>
                    <a:path w="455" h="1259" extrusionOk="0">
                      <a:moveTo>
                        <a:pt x="1" y="1"/>
                      </a:moveTo>
                      <a:cubicBezTo>
                        <a:pt x="1" y="1"/>
                        <a:pt x="285" y="1111"/>
                        <a:pt x="454" y="1259"/>
                      </a:cubicBez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9"/>
                <p:cNvSpPr/>
                <p:nvPr/>
              </p:nvSpPr>
              <p:spPr>
                <a:xfrm>
                  <a:off x="8818150" y="4894143"/>
                  <a:ext cx="23864" cy="51122"/>
                </a:xfrm>
                <a:custGeom>
                  <a:avLst/>
                  <a:gdLst/>
                  <a:ahLst/>
                  <a:cxnLst/>
                  <a:rect l="l" t="t" r="r" b="b"/>
                  <a:pathLst>
                    <a:path w="668" h="1431" extrusionOk="0">
                      <a:moveTo>
                        <a:pt x="103" y="1"/>
                      </a:moveTo>
                      <a:cubicBezTo>
                        <a:pt x="52" y="1"/>
                        <a:pt x="1" y="43"/>
                        <a:pt x="23" y="110"/>
                      </a:cubicBezTo>
                      <a:cubicBezTo>
                        <a:pt x="72" y="298"/>
                        <a:pt x="325" y="1251"/>
                        <a:pt x="504" y="1409"/>
                      </a:cubicBezTo>
                      <a:cubicBezTo>
                        <a:pt x="519" y="1421"/>
                        <a:pt x="538" y="1427"/>
                        <a:pt x="556" y="1427"/>
                      </a:cubicBezTo>
                      <a:lnTo>
                        <a:pt x="556" y="1430"/>
                      </a:lnTo>
                      <a:cubicBezTo>
                        <a:pt x="630" y="1430"/>
                        <a:pt x="667" y="1338"/>
                        <a:pt x="612" y="1288"/>
                      </a:cubicBezTo>
                      <a:cubicBezTo>
                        <a:pt x="507" y="1196"/>
                        <a:pt x="297" y="520"/>
                        <a:pt x="180" y="70"/>
                      </a:cubicBezTo>
                      <a:cubicBezTo>
                        <a:pt x="172" y="22"/>
                        <a:pt x="138" y="1"/>
                        <a:pt x="1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9"/>
                <p:cNvSpPr/>
                <p:nvPr/>
              </p:nvSpPr>
              <p:spPr>
                <a:xfrm>
                  <a:off x="8888458" y="4866562"/>
                  <a:ext cx="33189" cy="34296"/>
                </a:xfrm>
                <a:custGeom>
                  <a:avLst/>
                  <a:gdLst/>
                  <a:ahLst/>
                  <a:cxnLst/>
                  <a:rect l="l" t="t" r="r" b="b"/>
                  <a:pathLst>
                    <a:path w="929" h="960" extrusionOk="0">
                      <a:moveTo>
                        <a:pt x="841" y="1"/>
                      </a:moveTo>
                      <a:cubicBezTo>
                        <a:pt x="805" y="1"/>
                        <a:pt x="770" y="22"/>
                        <a:pt x="763" y="68"/>
                      </a:cubicBezTo>
                      <a:cubicBezTo>
                        <a:pt x="682" y="679"/>
                        <a:pt x="118" y="796"/>
                        <a:pt x="96" y="799"/>
                      </a:cubicBezTo>
                      <a:cubicBezTo>
                        <a:pt x="1" y="817"/>
                        <a:pt x="13" y="959"/>
                        <a:pt x="112" y="959"/>
                      </a:cubicBezTo>
                      <a:lnTo>
                        <a:pt x="127" y="959"/>
                      </a:lnTo>
                      <a:cubicBezTo>
                        <a:pt x="133" y="956"/>
                        <a:pt x="824" y="820"/>
                        <a:pt x="923" y="90"/>
                      </a:cubicBezTo>
                      <a:cubicBezTo>
                        <a:pt x="928" y="32"/>
                        <a:pt x="884" y="1"/>
                        <a:pt x="8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9"/>
                <p:cNvSpPr/>
                <p:nvPr/>
              </p:nvSpPr>
              <p:spPr>
                <a:xfrm>
                  <a:off x="8810218" y="4907861"/>
                  <a:ext cx="12825" cy="35511"/>
                </a:xfrm>
                <a:custGeom>
                  <a:avLst/>
                  <a:gdLst/>
                  <a:ahLst/>
                  <a:cxnLst/>
                  <a:rect l="l" t="t" r="r" b="b"/>
                  <a:pathLst>
                    <a:path w="359" h="994" extrusionOk="0">
                      <a:moveTo>
                        <a:pt x="1" y="1"/>
                      </a:moveTo>
                      <a:lnTo>
                        <a:pt x="1" y="1"/>
                      </a:lnTo>
                      <a:cubicBezTo>
                        <a:pt x="1" y="1"/>
                        <a:pt x="143" y="827"/>
                        <a:pt x="359" y="994"/>
                      </a:cubicBez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9"/>
                <p:cNvSpPr/>
                <p:nvPr/>
              </p:nvSpPr>
              <p:spPr>
                <a:xfrm>
                  <a:off x="8806824" y="4904860"/>
                  <a:ext cx="20185" cy="41512"/>
                </a:xfrm>
                <a:custGeom>
                  <a:avLst/>
                  <a:gdLst/>
                  <a:ahLst/>
                  <a:cxnLst/>
                  <a:rect l="l" t="t" r="r" b="b"/>
                  <a:pathLst>
                    <a:path w="565" h="1162" extrusionOk="0">
                      <a:moveTo>
                        <a:pt x="96" y="0"/>
                      </a:moveTo>
                      <a:cubicBezTo>
                        <a:pt x="48" y="0"/>
                        <a:pt x="0" y="37"/>
                        <a:pt x="16" y="100"/>
                      </a:cubicBezTo>
                      <a:cubicBezTo>
                        <a:pt x="31" y="186"/>
                        <a:pt x="173" y="961"/>
                        <a:pt x="404" y="1143"/>
                      </a:cubicBezTo>
                      <a:cubicBezTo>
                        <a:pt x="420" y="1155"/>
                        <a:pt x="435" y="1161"/>
                        <a:pt x="454" y="1161"/>
                      </a:cubicBezTo>
                      <a:cubicBezTo>
                        <a:pt x="531" y="1161"/>
                        <a:pt x="565" y="1062"/>
                        <a:pt x="503" y="1016"/>
                      </a:cubicBezTo>
                      <a:cubicBezTo>
                        <a:pt x="364" y="908"/>
                        <a:pt x="229" y="381"/>
                        <a:pt x="176" y="72"/>
                      </a:cubicBezTo>
                      <a:cubicBezTo>
                        <a:pt x="169" y="23"/>
                        <a:pt x="133" y="0"/>
                        <a:pt x="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9"/>
                <p:cNvSpPr/>
                <p:nvPr/>
              </p:nvSpPr>
              <p:spPr>
                <a:xfrm>
                  <a:off x="8888387" y="4899466"/>
                  <a:ext cx="46157" cy="17898"/>
                </a:xfrm>
                <a:custGeom>
                  <a:avLst/>
                  <a:gdLst/>
                  <a:ahLst/>
                  <a:cxnLst/>
                  <a:rect l="l" t="t" r="r" b="b"/>
                  <a:pathLst>
                    <a:path w="1292" h="501" extrusionOk="0">
                      <a:moveTo>
                        <a:pt x="514" y="1"/>
                      </a:moveTo>
                      <a:cubicBezTo>
                        <a:pt x="390" y="1"/>
                        <a:pt x="249" y="22"/>
                        <a:pt x="92" y="75"/>
                      </a:cubicBezTo>
                      <a:cubicBezTo>
                        <a:pt x="0" y="106"/>
                        <a:pt x="34" y="234"/>
                        <a:pt x="116" y="234"/>
                      </a:cubicBezTo>
                      <a:cubicBezTo>
                        <a:pt x="125" y="234"/>
                        <a:pt x="135" y="233"/>
                        <a:pt x="145" y="230"/>
                      </a:cubicBezTo>
                      <a:cubicBezTo>
                        <a:pt x="286" y="182"/>
                        <a:pt x="410" y="163"/>
                        <a:pt x="518" y="163"/>
                      </a:cubicBezTo>
                      <a:cubicBezTo>
                        <a:pt x="937" y="163"/>
                        <a:pt x="1122" y="446"/>
                        <a:pt x="1132" y="461"/>
                      </a:cubicBezTo>
                      <a:cubicBezTo>
                        <a:pt x="1147" y="486"/>
                        <a:pt x="1172" y="501"/>
                        <a:pt x="1199" y="501"/>
                      </a:cubicBezTo>
                      <a:cubicBezTo>
                        <a:pt x="1215" y="501"/>
                        <a:pt x="1230" y="495"/>
                        <a:pt x="1243" y="489"/>
                      </a:cubicBezTo>
                      <a:cubicBezTo>
                        <a:pt x="1280" y="464"/>
                        <a:pt x="1292" y="415"/>
                        <a:pt x="1270" y="378"/>
                      </a:cubicBezTo>
                      <a:cubicBezTo>
                        <a:pt x="1268" y="373"/>
                        <a:pt x="1031" y="1"/>
                        <a:pt x="5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1" name="Google Shape;991;p9"/>
              <p:cNvSpPr/>
              <p:nvPr/>
            </p:nvSpPr>
            <p:spPr>
              <a:xfrm rot="4671195">
                <a:off x="8431922" y="3731298"/>
                <a:ext cx="892202" cy="355826"/>
              </a:xfrm>
              <a:custGeom>
                <a:avLst/>
                <a:gdLst/>
                <a:ahLst/>
                <a:cxnLst/>
                <a:rect l="l" t="t" r="r" b="b"/>
                <a:pathLst>
                  <a:path w="14010" h="5587" extrusionOk="0">
                    <a:moveTo>
                      <a:pt x="7628" y="0"/>
                    </a:moveTo>
                    <a:cubicBezTo>
                      <a:pt x="7582" y="0"/>
                      <a:pt x="7548" y="38"/>
                      <a:pt x="7548" y="84"/>
                    </a:cubicBezTo>
                    <a:cubicBezTo>
                      <a:pt x="7551" y="127"/>
                      <a:pt x="7588" y="158"/>
                      <a:pt x="7631" y="161"/>
                    </a:cubicBezTo>
                    <a:lnTo>
                      <a:pt x="7693" y="161"/>
                    </a:lnTo>
                    <a:cubicBezTo>
                      <a:pt x="7776" y="161"/>
                      <a:pt x="7862" y="164"/>
                      <a:pt x="7946" y="170"/>
                    </a:cubicBezTo>
                    <a:lnTo>
                      <a:pt x="7952" y="170"/>
                    </a:lnTo>
                    <a:lnTo>
                      <a:pt x="7952" y="173"/>
                    </a:lnTo>
                    <a:cubicBezTo>
                      <a:pt x="8054" y="170"/>
                      <a:pt x="8060" y="22"/>
                      <a:pt x="7958" y="10"/>
                    </a:cubicBezTo>
                    <a:cubicBezTo>
                      <a:pt x="7872" y="4"/>
                      <a:pt x="7782" y="0"/>
                      <a:pt x="7693" y="0"/>
                    </a:cubicBezTo>
                    <a:close/>
                    <a:moveTo>
                      <a:pt x="7306" y="21"/>
                    </a:moveTo>
                    <a:cubicBezTo>
                      <a:pt x="7302" y="21"/>
                      <a:pt x="7299" y="22"/>
                      <a:pt x="7295" y="22"/>
                    </a:cubicBezTo>
                    <a:cubicBezTo>
                      <a:pt x="7187" y="34"/>
                      <a:pt x="7079" y="53"/>
                      <a:pt x="6971" y="75"/>
                    </a:cubicBezTo>
                    <a:cubicBezTo>
                      <a:pt x="6879" y="96"/>
                      <a:pt x="6891" y="235"/>
                      <a:pt x="6990" y="235"/>
                    </a:cubicBezTo>
                    <a:lnTo>
                      <a:pt x="7005" y="235"/>
                    </a:lnTo>
                    <a:cubicBezTo>
                      <a:pt x="7107" y="213"/>
                      <a:pt x="7212" y="195"/>
                      <a:pt x="7320" y="182"/>
                    </a:cubicBezTo>
                    <a:cubicBezTo>
                      <a:pt x="7363" y="173"/>
                      <a:pt x="7394" y="133"/>
                      <a:pt x="7387" y="90"/>
                    </a:cubicBezTo>
                    <a:cubicBezTo>
                      <a:pt x="7379" y="50"/>
                      <a:pt x="7345" y="21"/>
                      <a:pt x="7306" y="21"/>
                    </a:cubicBezTo>
                    <a:close/>
                    <a:moveTo>
                      <a:pt x="8269" y="54"/>
                    </a:moveTo>
                    <a:cubicBezTo>
                      <a:pt x="8180" y="54"/>
                      <a:pt x="8159" y="196"/>
                      <a:pt x="8257" y="216"/>
                    </a:cubicBezTo>
                    <a:cubicBezTo>
                      <a:pt x="8359" y="235"/>
                      <a:pt x="8461" y="263"/>
                      <a:pt x="8560" y="294"/>
                    </a:cubicBezTo>
                    <a:cubicBezTo>
                      <a:pt x="8569" y="297"/>
                      <a:pt x="8578" y="297"/>
                      <a:pt x="8587" y="297"/>
                    </a:cubicBezTo>
                    <a:lnTo>
                      <a:pt x="8587" y="300"/>
                    </a:lnTo>
                    <a:cubicBezTo>
                      <a:pt x="8680" y="300"/>
                      <a:pt x="8698" y="170"/>
                      <a:pt x="8612" y="139"/>
                    </a:cubicBezTo>
                    <a:cubicBezTo>
                      <a:pt x="8504" y="105"/>
                      <a:pt x="8399" y="78"/>
                      <a:pt x="8288" y="56"/>
                    </a:cubicBezTo>
                    <a:cubicBezTo>
                      <a:pt x="8282" y="55"/>
                      <a:pt x="8275" y="54"/>
                      <a:pt x="8269" y="54"/>
                    </a:cubicBezTo>
                    <a:close/>
                    <a:moveTo>
                      <a:pt x="3122" y="157"/>
                    </a:moveTo>
                    <a:cubicBezTo>
                      <a:pt x="3039" y="157"/>
                      <a:pt x="2955" y="160"/>
                      <a:pt x="2872" y="167"/>
                    </a:cubicBezTo>
                    <a:cubicBezTo>
                      <a:pt x="2770" y="176"/>
                      <a:pt x="2776" y="327"/>
                      <a:pt x="2881" y="327"/>
                    </a:cubicBezTo>
                    <a:lnTo>
                      <a:pt x="2888" y="327"/>
                    </a:lnTo>
                    <a:cubicBezTo>
                      <a:pt x="2955" y="321"/>
                      <a:pt x="3022" y="318"/>
                      <a:pt x="3088" y="318"/>
                    </a:cubicBezTo>
                    <a:cubicBezTo>
                      <a:pt x="3125" y="318"/>
                      <a:pt x="3162" y="319"/>
                      <a:pt x="3199" y="321"/>
                    </a:cubicBezTo>
                    <a:cubicBezTo>
                      <a:pt x="3301" y="318"/>
                      <a:pt x="3307" y="167"/>
                      <a:pt x="3205" y="158"/>
                    </a:cubicBezTo>
                    <a:cubicBezTo>
                      <a:pt x="3177" y="157"/>
                      <a:pt x="3150" y="157"/>
                      <a:pt x="3122" y="157"/>
                    </a:cubicBezTo>
                    <a:close/>
                    <a:moveTo>
                      <a:pt x="6671" y="159"/>
                    </a:moveTo>
                    <a:cubicBezTo>
                      <a:pt x="6664" y="159"/>
                      <a:pt x="6658" y="159"/>
                      <a:pt x="6650" y="161"/>
                    </a:cubicBezTo>
                    <a:cubicBezTo>
                      <a:pt x="6545" y="192"/>
                      <a:pt x="6441" y="229"/>
                      <a:pt x="6339" y="269"/>
                    </a:cubicBezTo>
                    <a:cubicBezTo>
                      <a:pt x="6265" y="306"/>
                      <a:pt x="6286" y="420"/>
                      <a:pt x="6370" y="423"/>
                    </a:cubicBezTo>
                    <a:lnTo>
                      <a:pt x="6373" y="423"/>
                    </a:lnTo>
                    <a:cubicBezTo>
                      <a:pt x="6382" y="423"/>
                      <a:pt x="6391" y="423"/>
                      <a:pt x="6401" y="420"/>
                    </a:cubicBezTo>
                    <a:cubicBezTo>
                      <a:pt x="6499" y="380"/>
                      <a:pt x="6598" y="346"/>
                      <a:pt x="6700" y="315"/>
                    </a:cubicBezTo>
                    <a:cubicBezTo>
                      <a:pt x="6785" y="278"/>
                      <a:pt x="6755" y="159"/>
                      <a:pt x="6671" y="159"/>
                    </a:cubicBezTo>
                    <a:close/>
                    <a:moveTo>
                      <a:pt x="3515" y="195"/>
                    </a:moveTo>
                    <a:cubicBezTo>
                      <a:pt x="3426" y="195"/>
                      <a:pt x="3405" y="341"/>
                      <a:pt x="3507" y="355"/>
                    </a:cubicBezTo>
                    <a:cubicBezTo>
                      <a:pt x="3609" y="377"/>
                      <a:pt x="3711" y="405"/>
                      <a:pt x="3807" y="438"/>
                    </a:cubicBezTo>
                    <a:cubicBezTo>
                      <a:pt x="3816" y="442"/>
                      <a:pt x="3825" y="445"/>
                      <a:pt x="3834" y="445"/>
                    </a:cubicBezTo>
                    <a:cubicBezTo>
                      <a:pt x="3927" y="442"/>
                      <a:pt x="3949" y="318"/>
                      <a:pt x="3862" y="287"/>
                    </a:cubicBezTo>
                    <a:cubicBezTo>
                      <a:pt x="3757" y="247"/>
                      <a:pt x="3649" y="219"/>
                      <a:pt x="3538" y="198"/>
                    </a:cubicBezTo>
                    <a:cubicBezTo>
                      <a:pt x="3530" y="196"/>
                      <a:pt x="3522" y="195"/>
                      <a:pt x="3515" y="195"/>
                    </a:cubicBezTo>
                    <a:close/>
                    <a:moveTo>
                      <a:pt x="2566" y="217"/>
                    </a:moveTo>
                    <a:cubicBezTo>
                      <a:pt x="2560" y="217"/>
                      <a:pt x="2553" y="218"/>
                      <a:pt x="2545" y="219"/>
                    </a:cubicBezTo>
                    <a:cubicBezTo>
                      <a:pt x="2434" y="241"/>
                      <a:pt x="2329" y="272"/>
                      <a:pt x="2224" y="306"/>
                    </a:cubicBezTo>
                    <a:cubicBezTo>
                      <a:pt x="2138" y="334"/>
                      <a:pt x="2157" y="463"/>
                      <a:pt x="2249" y="463"/>
                    </a:cubicBezTo>
                    <a:lnTo>
                      <a:pt x="2249" y="460"/>
                    </a:lnTo>
                    <a:cubicBezTo>
                      <a:pt x="2252" y="461"/>
                      <a:pt x="2255" y="461"/>
                      <a:pt x="2258" y="461"/>
                    </a:cubicBezTo>
                    <a:cubicBezTo>
                      <a:pt x="2263" y="461"/>
                      <a:pt x="2268" y="460"/>
                      <a:pt x="2274" y="460"/>
                    </a:cubicBezTo>
                    <a:cubicBezTo>
                      <a:pt x="2372" y="426"/>
                      <a:pt x="2474" y="398"/>
                      <a:pt x="2579" y="377"/>
                    </a:cubicBezTo>
                    <a:cubicBezTo>
                      <a:pt x="2676" y="357"/>
                      <a:pt x="2654" y="217"/>
                      <a:pt x="2566" y="217"/>
                    </a:cubicBezTo>
                    <a:close/>
                    <a:moveTo>
                      <a:pt x="8883" y="251"/>
                    </a:moveTo>
                    <a:cubicBezTo>
                      <a:pt x="8807" y="251"/>
                      <a:pt x="8770" y="367"/>
                      <a:pt x="8853" y="408"/>
                    </a:cubicBezTo>
                    <a:cubicBezTo>
                      <a:pt x="8948" y="451"/>
                      <a:pt x="9041" y="500"/>
                      <a:pt x="9130" y="553"/>
                    </a:cubicBezTo>
                    <a:cubicBezTo>
                      <a:pt x="9142" y="562"/>
                      <a:pt x="9158" y="565"/>
                      <a:pt x="9173" y="565"/>
                    </a:cubicBezTo>
                    <a:cubicBezTo>
                      <a:pt x="9253" y="565"/>
                      <a:pt x="9284" y="457"/>
                      <a:pt x="9213" y="414"/>
                    </a:cubicBezTo>
                    <a:cubicBezTo>
                      <a:pt x="9121" y="355"/>
                      <a:pt x="9022" y="306"/>
                      <a:pt x="8920" y="260"/>
                    </a:cubicBezTo>
                    <a:cubicBezTo>
                      <a:pt x="8907" y="253"/>
                      <a:pt x="8895" y="251"/>
                      <a:pt x="8883" y="251"/>
                    </a:cubicBezTo>
                    <a:close/>
                    <a:moveTo>
                      <a:pt x="6084" y="391"/>
                    </a:moveTo>
                    <a:cubicBezTo>
                      <a:pt x="6070" y="391"/>
                      <a:pt x="6055" y="395"/>
                      <a:pt x="6040" y="405"/>
                    </a:cubicBezTo>
                    <a:cubicBezTo>
                      <a:pt x="5944" y="454"/>
                      <a:pt x="5845" y="506"/>
                      <a:pt x="5753" y="565"/>
                    </a:cubicBezTo>
                    <a:cubicBezTo>
                      <a:pt x="5716" y="590"/>
                      <a:pt x="5703" y="639"/>
                      <a:pt x="5728" y="676"/>
                    </a:cubicBezTo>
                    <a:cubicBezTo>
                      <a:pt x="5740" y="701"/>
                      <a:pt x="5768" y="716"/>
                      <a:pt x="5796" y="716"/>
                    </a:cubicBezTo>
                    <a:cubicBezTo>
                      <a:pt x="5811" y="713"/>
                      <a:pt x="5827" y="710"/>
                      <a:pt x="5839" y="701"/>
                    </a:cubicBezTo>
                    <a:cubicBezTo>
                      <a:pt x="5929" y="648"/>
                      <a:pt x="6021" y="596"/>
                      <a:pt x="6114" y="546"/>
                    </a:cubicBezTo>
                    <a:cubicBezTo>
                      <a:pt x="6202" y="507"/>
                      <a:pt x="6159" y="391"/>
                      <a:pt x="6084" y="391"/>
                    </a:cubicBezTo>
                    <a:close/>
                    <a:moveTo>
                      <a:pt x="1943" y="415"/>
                    </a:moveTo>
                    <a:cubicBezTo>
                      <a:pt x="1934" y="415"/>
                      <a:pt x="1923" y="416"/>
                      <a:pt x="1913" y="420"/>
                    </a:cubicBezTo>
                    <a:cubicBezTo>
                      <a:pt x="1817" y="463"/>
                      <a:pt x="1715" y="509"/>
                      <a:pt x="1617" y="562"/>
                    </a:cubicBezTo>
                    <a:cubicBezTo>
                      <a:pt x="1538" y="598"/>
                      <a:pt x="1564" y="716"/>
                      <a:pt x="1650" y="716"/>
                    </a:cubicBezTo>
                    <a:cubicBezTo>
                      <a:pt x="1652" y="716"/>
                      <a:pt x="1653" y="716"/>
                      <a:pt x="1654" y="716"/>
                    </a:cubicBezTo>
                    <a:lnTo>
                      <a:pt x="1654" y="713"/>
                    </a:lnTo>
                    <a:cubicBezTo>
                      <a:pt x="1666" y="713"/>
                      <a:pt x="1678" y="710"/>
                      <a:pt x="1691" y="704"/>
                    </a:cubicBezTo>
                    <a:cubicBezTo>
                      <a:pt x="1783" y="654"/>
                      <a:pt x="1882" y="608"/>
                      <a:pt x="1978" y="568"/>
                    </a:cubicBezTo>
                    <a:cubicBezTo>
                      <a:pt x="2060" y="529"/>
                      <a:pt x="2022" y="415"/>
                      <a:pt x="1943" y="415"/>
                    </a:cubicBezTo>
                    <a:close/>
                    <a:moveTo>
                      <a:pt x="4135" y="415"/>
                    </a:moveTo>
                    <a:cubicBezTo>
                      <a:pt x="4063" y="415"/>
                      <a:pt x="4021" y="517"/>
                      <a:pt x="4093" y="565"/>
                    </a:cubicBezTo>
                    <a:lnTo>
                      <a:pt x="4112" y="577"/>
                    </a:lnTo>
                    <a:cubicBezTo>
                      <a:pt x="4198" y="624"/>
                      <a:pt x="4279" y="673"/>
                      <a:pt x="4359" y="731"/>
                    </a:cubicBezTo>
                    <a:cubicBezTo>
                      <a:pt x="4371" y="741"/>
                      <a:pt x="4390" y="747"/>
                      <a:pt x="4405" y="747"/>
                    </a:cubicBezTo>
                    <a:cubicBezTo>
                      <a:pt x="4482" y="747"/>
                      <a:pt x="4516" y="645"/>
                      <a:pt x="4451" y="599"/>
                    </a:cubicBezTo>
                    <a:cubicBezTo>
                      <a:pt x="4368" y="540"/>
                      <a:pt x="4282" y="485"/>
                      <a:pt x="4192" y="435"/>
                    </a:cubicBezTo>
                    <a:lnTo>
                      <a:pt x="4171" y="423"/>
                    </a:lnTo>
                    <a:cubicBezTo>
                      <a:pt x="4158" y="418"/>
                      <a:pt x="4146" y="415"/>
                      <a:pt x="4135" y="415"/>
                    </a:cubicBezTo>
                    <a:close/>
                    <a:moveTo>
                      <a:pt x="9442" y="585"/>
                    </a:moveTo>
                    <a:cubicBezTo>
                      <a:pt x="9376" y="585"/>
                      <a:pt x="9327" y="676"/>
                      <a:pt x="9389" y="728"/>
                    </a:cubicBezTo>
                    <a:cubicBezTo>
                      <a:pt x="9472" y="793"/>
                      <a:pt x="9553" y="864"/>
                      <a:pt x="9627" y="938"/>
                    </a:cubicBezTo>
                    <a:cubicBezTo>
                      <a:pt x="9642" y="950"/>
                      <a:pt x="9664" y="960"/>
                      <a:pt x="9682" y="960"/>
                    </a:cubicBezTo>
                    <a:cubicBezTo>
                      <a:pt x="9704" y="960"/>
                      <a:pt x="9725" y="950"/>
                      <a:pt x="9741" y="938"/>
                    </a:cubicBezTo>
                    <a:cubicBezTo>
                      <a:pt x="9772" y="904"/>
                      <a:pt x="9772" y="852"/>
                      <a:pt x="9741" y="821"/>
                    </a:cubicBezTo>
                    <a:cubicBezTo>
                      <a:pt x="9661" y="744"/>
                      <a:pt x="9577" y="670"/>
                      <a:pt x="9491" y="602"/>
                    </a:cubicBezTo>
                    <a:cubicBezTo>
                      <a:pt x="9475" y="590"/>
                      <a:pt x="9458" y="585"/>
                      <a:pt x="9442" y="585"/>
                    </a:cubicBezTo>
                    <a:close/>
                    <a:moveTo>
                      <a:pt x="1376" y="707"/>
                    </a:moveTo>
                    <a:cubicBezTo>
                      <a:pt x="1361" y="707"/>
                      <a:pt x="1346" y="712"/>
                      <a:pt x="1330" y="722"/>
                    </a:cubicBezTo>
                    <a:cubicBezTo>
                      <a:pt x="1234" y="778"/>
                      <a:pt x="1142" y="839"/>
                      <a:pt x="1055" y="898"/>
                    </a:cubicBezTo>
                    <a:cubicBezTo>
                      <a:pt x="988" y="944"/>
                      <a:pt x="1022" y="1046"/>
                      <a:pt x="1099" y="1046"/>
                    </a:cubicBezTo>
                    <a:lnTo>
                      <a:pt x="1102" y="1046"/>
                    </a:lnTo>
                    <a:cubicBezTo>
                      <a:pt x="1117" y="1046"/>
                      <a:pt x="1129" y="1040"/>
                      <a:pt x="1145" y="1034"/>
                    </a:cubicBezTo>
                    <a:cubicBezTo>
                      <a:pt x="1231" y="975"/>
                      <a:pt x="1321" y="917"/>
                      <a:pt x="1413" y="861"/>
                    </a:cubicBezTo>
                    <a:cubicBezTo>
                      <a:pt x="1495" y="815"/>
                      <a:pt x="1447" y="707"/>
                      <a:pt x="1376" y="707"/>
                    </a:cubicBezTo>
                    <a:close/>
                    <a:moveTo>
                      <a:pt x="5530" y="736"/>
                    </a:moveTo>
                    <a:cubicBezTo>
                      <a:pt x="5513" y="736"/>
                      <a:pt x="5496" y="741"/>
                      <a:pt x="5481" y="753"/>
                    </a:cubicBezTo>
                    <a:cubicBezTo>
                      <a:pt x="5392" y="818"/>
                      <a:pt x="5306" y="889"/>
                      <a:pt x="5225" y="963"/>
                    </a:cubicBezTo>
                    <a:cubicBezTo>
                      <a:pt x="5170" y="1012"/>
                      <a:pt x="5204" y="1105"/>
                      <a:pt x="5278" y="1105"/>
                    </a:cubicBezTo>
                    <a:lnTo>
                      <a:pt x="5278" y="1102"/>
                    </a:lnTo>
                    <a:cubicBezTo>
                      <a:pt x="5299" y="1102"/>
                      <a:pt x="5318" y="1095"/>
                      <a:pt x="5333" y="1083"/>
                    </a:cubicBezTo>
                    <a:cubicBezTo>
                      <a:pt x="5410" y="1012"/>
                      <a:pt x="5494" y="944"/>
                      <a:pt x="5577" y="883"/>
                    </a:cubicBezTo>
                    <a:cubicBezTo>
                      <a:pt x="5614" y="855"/>
                      <a:pt x="5620" y="802"/>
                      <a:pt x="5592" y="768"/>
                    </a:cubicBezTo>
                    <a:cubicBezTo>
                      <a:pt x="5578" y="747"/>
                      <a:pt x="5554" y="736"/>
                      <a:pt x="5530" y="736"/>
                    </a:cubicBezTo>
                    <a:close/>
                    <a:moveTo>
                      <a:pt x="11730" y="966"/>
                    </a:moveTo>
                    <a:cubicBezTo>
                      <a:pt x="11638" y="966"/>
                      <a:pt x="11545" y="972"/>
                      <a:pt x="11453" y="984"/>
                    </a:cubicBezTo>
                    <a:cubicBezTo>
                      <a:pt x="11354" y="997"/>
                      <a:pt x="11360" y="1142"/>
                      <a:pt x="11462" y="1145"/>
                    </a:cubicBezTo>
                    <a:lnTo>
                      <a:pt x="11471" y="1145"/>
                    </a:lnTo>
                    <a:cubicBezTo>
                      <a:pt x="11557" y="1132"/>
                      <a:pt x="11644" y="1129"/>
                      <a:pt x="11730" y="1129"/>
                    </a:cubicBezTo>
                    <a:lnTo>
                      <a:pt x="11783" y="1129"/>
                    </a:lnTo>
                    <a:cubicBezTo>
                      <a:pt x="11826" y="1129"/>
                      <a:pt x="11863" y="1092"/>
                      <a:pt x="11866" y="1049"/>
                    </a:cubicBezTo>
                    <a:cubicBezTo>
                      <a:pt x="11866" y="1006"/>
                      <a:pt x="11829" y="969"/>
                      <a:pt x="11786" y="966"/>
                    </a:cubicBezTo>
                    <a:close/>
                    <a:moveTo>
                      <a:pt x="4653" y="784"/>
                    </a:moveTo>
                    <a:cubicBezTo>
                      <a:pt x="4588" y="784"/>
                      <a:pt x="4533" y="872"/>
                      <a:pt x="4599" y="929"/>
                    </a:cubicBezTo>
                    <a:cubicBezTo>
                      <a:pt x="4676" y="1000"/>
                      <a:pt x="4747" y="1077"/>
                      <a:pt x="4812" y="1157"/>
                    </a:cubicBezTo>
                    <a:cubicBezTo>
                      <a:pt x="4828" y="1176"/>
                      <a:pt x="4852" y="1188"/>
                      <a:pt x="4877" y="1188"/>
                    </a:cubicBezTo>
                    <a:cubicBezTo>
                      <a:pt x="4945" y="1188"/>
                      <a:pt x="4982" y="1108"/>
                      <a:pt x="4939" y="1055"/>
                    </a:cubicBezTo>
                    <a:cubicBezTo>
                      <a:pt x="4868" y="969"/>
                      <a:pt x="4794" y="886"/>
                      <a:pt x="4710" y="812"/>
                    </a:cubicBezTo>
                    <a:cubicBezTo>
                      <a:pt x="4692" y="792"/>
                      <a:pt x="4672" y="784"/>
                      <a:pt x="4653" y="784"/>
                    </a:cubicBezTo>
                    <a:close/>
                    <a:moveTo>
                      <a:pt x="12104" y="996"/>
                    </a:moveTo>
                    <a:cubicBezTo>
                      <a:pt x="12009" y="996"/>
                      <a:pt x="11991" y="1142"/>
                      <a:pt x="12094" y="1157"/>
                    </a:cubicBezTo>
                    <a:cubicBezTo>
                      <a:pt x="12196" y="1173"/>
                      <a:pt x="12298" y="1194"/>
                      <a:pt x="12399" y="1222"/>
                    </a:cubicBezTo>
                    <a:cubicBezTo>
                      <a:pt x="12406" y="1225"/>
                      <a:pt x="12415" y="1225"/>
                      <a:pt x="12421" y="1225"/>
                    </a:cubicBezTo>
                    <a:cubicBezTo>
                      <a:pt x="12514" y="1225"/>
                      <a:pt x="12532" y="1092"/>
                      <a:pt x="12443" y="1068"/>
                    </a:cubicBezTo>
                    <a:cubicBezTo>
                      <a:pt x="12335" y="1037"/>
                      <a:pt x="12227" y="1015"/>
                      <a:pt x="12119" y="997"/>
                    </a:cubicBezTo>
                    <a:cubicBezTo>
                      <a:pt x="12114" y="996"/>
                      <a:pt x="12109" y="996"/>
                      <a:pt x="12104" y="996"/>
                    </a:cubicBezTo>
                    <a:close/>
                    <a:moveTo>
                      <a:pt x="11144" y="1043"/>
                    </a:moveTo>
                    <a:cubicBezTo>
                      <a:pt x="11137" y="1043"/>
                      <a:pt x="11130" y="1044"/>
                      <a:pt x="11123" y="1046"/>
                    </a:cubicBezTo>
                    <a:cubicBezTo>
                      <a:pt x="11015" y="1074"/>
                      <a:pt x="10910" y="1111"/>
                      <a:pt x="10805" y="1151"/>
                    </a:cubicBezTo>
                    <a:cubicBezTo>
                      <a:pt x="10728" y="1188"/>
                      <a:pt x="10752" y="1302"/>
                      <a:pt x="10839" y="1305"/>
                    </a:cubicBezTo>
                    <a:cubicBezTo>
                      <a:pt x="10842" y="1306"/>
                      <a:pt x="10844" y="1306"/>
                      <a:pt x="10847" y="1306"/>
                    </a:cubicBezTo>
                    <a:cubicBezTo>
                      <a:pt x="10853" y="1306"/>
                      <a:pt x="10860" y="1304"/>
                      <a:pt x="10867" y="1302"/>
                    </a:cubicBezTo>
                    <a:cubicBezTo>
                      <a:pt x="10965" y="1262"/>
                      <a:pt x="11064" y="1228"/>
                      <a:pt x="11163" y="1203"/>
                    </a:cubicBezTo>
                    <a:cubicBezTo>
                      <a:pt x="11257" y="1175"/>
                      <a:pt x="11230" y="1043"/>
                      <a:pt x="11144" y="1043"/>
                    </a:cubicBezTo>
                    <a:close/>
                    <a:moveTo>
                      <a:pt x="839" y="1069"/>
                    </a:moveTo>
                    <a:cubicBezTo>
                      <a:pt x="822" y="1069"/>
                      <a:pt x="804" y="1075"/>
                      <a:pt x="787" y="1089"/>
                    </a:cubicBezTo>
                    <a:cubicBezTo>
                      <a:pt x="695" y="1160"/>
                      <a:pt x="608" y="1228"/>
                      <a:pt x="531" y="1296"/>
                    </a:cubicBezTo>
                    <a:cubicBezTo>
                      <a:pt x="473" y="1342"/>
                      <a:pt x="506" y="1438"/>
                      <a:pt x="584" y="1438"/>
                    </a:cubicBezTo>
                    <a:cubicBezTo>
                      <a:pt x="602" y="1438"/>
                      <a:pt x="621" y="1429"/>
                      <a:pt x="633" y="1419"/>
                    </a:cubicBezTo>
                    <a:cubicBezTo>
                      <a:pt x="710" y="1354"/>
                      <a:pt x="793" y="1287"/>
                      <a:pt x="883" y="1219"/>
                    </a:cubicBezTo>
                    <a:cubicBezTo>
                      <a:pt x="959" y="1167"/>
                      <a:pt x="907" y="1069"/>
                      <a:pt x="839" y="1069"/>
                    </a:cubicBezTo>
                    <a:close/>
                    <a:moveTo>
                      <a:pt x="12729" y="1168"/>
                    </a:moveTo>
                    <a:cubicBezTo>
                      <a:pt x="12649" y="1168"/>
                      <a:pt x="12612" y="1285"/>
                      <a:pt x="12696" y="1324"/>
                    </a:cubicBezTo>
                    <a:cubicBezTo>
                      <a:pt x="12791" y="1361"/>
                      <a:pt x="12890" y="1404"/>
                      <a:pt x="12985" y="1453"/>
                    </a:cubicBezTo>
                    <a:cubicBezTo>
                      <a:pt x="12995" y="1459"/>
                      <a:pt x="13010" y="1462"/>
                      <a:pt x="13022" y="1462"/>
                    </a:cubicBezTo>
                    <a:cubicBezTo>
                      <a:pt x="13024" y="1462"/>
                      <a:pt x="13025" y="1463"/>
                      <a:pt x="13026" y="1463"/>
                    </a:cubicBezTo>
                    <a:cubicBezTo>
                      <a:pt x="13110" y="1463"/>
                      <a:pt x="13136" y="1345"/>
                      <a:pt x="13056" y="1308"/>
                    </a:cubicBezTo>
                    <a:cubicBezTo>
                      <a:pt x="12958" y="1259"/>
                      <a:pt x="12856" y="1213"/>
                      <a:pt x="12757" y="1173"/>
                    </a:cubicBezTo>
                    <a:cubicBezTo>
                      <a:pt x="12748" y="1169"/>
                      <a:pt x="12738" y="1168"/>
                      <a:pt x="12729" y="1168"/>
                    </a:cubicBezTo>
                    <a:close/>
                    <a:moveTo>
                      <a:pt x="9902" y="1038"/>
                    </a:moveTo>
                    <a:cubicBezTo>
                      <a:pt x="9842" y="1038"/>
                      <a:pt x="9786" y="1108"/>
                      <a:pt x="9836" y="1169"/>
                    </a:cubicBezTo>
                    <a:cubicBezTo>
                      <a:pt x="9901" y="1253"/>
                      <a:pt x="9960" y="1336"/>
                      <a:pt x="10015" y="1425"/>
                    </a:cubicBezTo>
                    <a:cubicBezTo>
                      <a:pt x="10028" y="1450"/>
                      <a:pt x="10055" y="1466"/>
                      <a:pt x="10083" y="1466"/>
                    </a:cubicBezTo>
                    <a:cubicBezTo>
                      <a:pt x="10099" y="1466"/>
                      <a:pt x="10111" y="1462"/>
                      <a:pt x="10126" y="1453"/>
                    </a:cubicBezTo>
                    <a:cubicBezTo>
                      <a:pt x="10163" y="1432"/>
                      <a:pt x="10176" y="1382"/>
                      <a:pt x="10154" y="1342"/>
                    </a:cubicBezTo>
                    <a:cubicBezTo>
                      <a:pt x="10095" y="1247"/>
                      <a:pt x="10031" y="1157"/>
                      <a:pt x="9963" y="1068"/>
                    </a:cubicBezTo>
                    <a:cubicBezTo>
                      <a:pt x="9945" y="1047"/>
                      <a:pt x="9923" y="1038"/>
                      <a:pt x="9902" y="1038"/>
                    </a:cubicBezTo>
                    <a:close/>
                    <a:moveTo>
                      <a:pt x="5050" y="1167"/>
                    </a:moveTo>
                    <a:cubicBezTo>
                      <a:pt x="5027" y="1167"/>
                      <a:pt x="5004" y="1176"/>
                      <a:pt x="4988" y="1194"/>
                    </a:cubicBezTo>
                    <a:cubicBezTo>
                      <a:pt x="4914" y="1277"/>
                      <a:pt x="4843" y="1364"/>
                      <a:pt x="4781" y="1453"/>
                    </a:cubicBezTo>
                    <a:cubicBezTo>
                      <a:pt x="4739" y="1518"/>
                      <a:pt x="4793" y="1582"/>
                      <a:pt x="4850" y="1582"/>
                    </a:cubicBezTo>
                    <a:cubicBezTo>
                      <a:pt x="4873" y="1582"/>
                      <a:pt x="4896" y="1572"/>
                      <a:pt x="4914" y="1549"/>
                    </a:cubicBezTo>
                    <a:cubicBezTo>
                      <a:pt x="4939" y="1509"/>
                      <a:pt x="4969" y="1472"/>
                      <a:pt x="5000" y="1432"/>
                    </a:cubicBezTo>
                    <a:cubicBezTo>
                      <a:pt x="5047" y="1515"/>
                      <a:pt x="5090" y="1601"/>
                      <a:pt x="5127" y="1691"/>
                    </a:cubicBezTo>
                    <a:cubicBezTo>
                      <a:pt x="5136" y="1722"/>
                      <a:pt x="5167" y="1743"/>
                      <a:pt x="5201" y="1743"/>
                    </a:cubicBezTo>
                    <a:cubicBezTo>
                      <a:pt x="5259" y="1743"/>
                      <a:pt x="5296" y="1685"/>
                      <a:pt x="5278" y="1632"/>
                    </a:cubicBezTo>
                    <a:cubicBezTo>
                      <a:pt x="5235" y="1527"/>
                      <a:pt x="5185" y="1425"/>
                      <a:pt x="5130" y="1330"/>
                    </a:cubicBezTo>
                    <a:cubicBezTo>
                      <a:pt x="5124" y="1321"/>
                      <a:pt x="5117" y="1314"/>
                      <a:pt x="5108" y="1305"/>
                    </a:cubicBezTo>
                    <a:lnTo>
                      <a:pt x="5111" y="1305"/>
                    </a:lnTo>
                    <a:cubicBezTo>
                      <a:pt x="5142" y="1271"/>
                      <a:pt x="5139" y="1219"/>
                      <a:pt x="5105" y="1188"/>
                    </a:cubicBezTo>
                    <a:cubicBezTo>
                      <a:pt x="5089" y="1174"/>
                      <a:pt x="5070" y="1167"/>
                      <a:pt x="5050" y="1167"/>
                    </a:cubicBezTo>
                    <a:close/>
                    <a:moveTo>
                      <a:pt x="13293" y="1466"/>
                    </a:moveTo>
                    <a:cubicBezTo>
                      <a:pt x="13224" y="1466"/>
                      <a:pt x="13171" y="1562"/>
                      <a:pt x="13245" y="1614"/>
                    </a:cubicBezTo>
                    <a:cubicBezTo>
                      <a:pt x="13325" y="1678"/>
                      <a:pt x="13399" y="1749"/>
                      <a:pt x="13464" y="1826"/>
                    </a:cubicBezTo>
                    <a:cubicBezTo>
                      <a:pt x="13479" y="1848"/>
                      <a:pt x="13501" y="1857"/>
                      <a:pt x="13525" y="1857"/>
                    </a:cubicBezTo>
                    <a:cubicBezTo>
                      <a:pt x="13593" y="1857"/>
                      <a:pt x="13630" y="1780"/>
                      <a:pt x="13587" y="1725"/>
                    </a:cubicBezTo>
                    <a:cubicBezTo>
                      <a:pt x="13516" y="1638"/>
                      <a:pt x="13436" y="1558"/>
                      <a:pt x="13346" y="1487"/>
                    </a:cubicBezTo>
                    <a:cubicBezTo>
                      <a:pt x="13329" y="1472"/>
                      <a:pt x="13310" y="1466"/>
                      <a:pt x="13293" y="1466"/>
                    </a:cubicBezTo>
                    <a:close/>
                    <a:moveTo>
                      <a:pt x="341" y="1488"/>
                    </a:moveTo>
                    <a:cubicBezTo>
                      <a:pt x="322" y="1488"/>
                      <a:pt x="302" y="1495"/>
                      <a:pt x="284" y="1512"/>
                    </a:cubicBezTo>
                    <a:cubicBezTo>
                      <a:pt x="136" y="1648"/>
                      <a:pt x="53" y="1737"/>
                      <a:pt x="50" y="1743"/>
                    </a:cubicBezTo>
                    <a:cubicBezTo>
                      <a:pt x="1" y="1792"/>
                      <a:pt x="38" y="1879"/>
                      <a:pt x="109" y="1879"/>
                    </a:cubicBezTo>
                    <a:cubicBezTo>
                      <a:pt x="130" y="1879"/>
                      <a:pt x="152" y="1870"/>
                      <a:pt x="167" y="1851"/>
                    </a:cubicBezTo>
                    <a:cubicBezTo>
                      <a:pt x="170" y="1851"/>
                      <a:pt x="250" y="1762"/>
                      <a:pt x="395" y="1629"/>
                    </a:cubicBezTo>
                    <a:cubicBezTo>
                      <a:pt x="458" y="1572"/>
                      <a:pt x="405" y="1488"/>
                      <a:pt x="341" y="1488"/>
                    </a:cubicBezTo>
                    <a:close/>
                    <a:moveTo>
                      <a:pt x="10551" y="1286"/>
                    </a:moveTo>
                    <a:cubicBezTo>
                      <a:pt x="10538" y="1286"/>
                      <a:pt x="10523" y="1290"/>
                      <a:pt x="10509" y="1299"/>
                    </a:cubicBezTo>
                    <a:cubicBezTo>
                      <a:pt x="10410" y="1354"/>
                      <a:pt x="10318" y="1419"/>
                      <a:pt x="10231" y="1487"/>
                    </a:cubicBezTo>
                    <a:cubicBezTo>
                      <a:pt x="10197" y="1512"/>
                      <a:pt x="10191" y="1558"/>
                      <a:pt x="10213" y="1595"/>
                    </a:cubicBezTo>
                    <a:cubicBezTo>
                      <a:pt x="10210" y="1595"/>
                      <a:pt x="10203" y="1595"/>
                      <a:pt x="10200" y="1598"/>
                    </a:cubicBezTo>
                    <a:cubicBezTo>
                      <a:pt x="10160" y="1617"/>
                      <a:pt x="10142" y="1663"/>
                      <a:pt x="10157" y="1703"/>
                    </a:cubicBezTo>
                    <a:cubicBezTo>
                      <a:pt x="10197" y="1799"/>
                      <a:pt x="10228" y="1897"/>
                      <a:pt x="10250" y="1996"/>
                    </a:cubicBezTo>
                    <a:cubicBezTo>
                      <a:pt x="10259" y="2033"/>
                      <a:pt x="10290" y="2061"/>
                      <a:pt x="10327" y="2061"/>
                    </a:cubicBezTo>
                    <a:cubicBezTo>
                      <a:pt x="10333" y="2061"/>
                      <a:pt x="10339" y="2061"/>
                      <a:pt x="10345" y="2058"/>
                    </a:cubicBezTo>
                    <a:cubicBezTo>
                      <a:pt x="10388" y="2048"/>
                      <a:pt x="10416" y="2008"/>
                      <a:pt x="10407" y="1962"/>
                    </a:cubicBezTo>
                    <a:cubicBezTo>
                      <a:pt x="10385" y="1851"/>
                      <a:pt x="10351" y="1743"/>
                      <a:pt x="10305" y="1641"/>
                    </a:cubicBezTo>
                    <a:cubicBezTo>
                      <a:pt x="10305" y="1635"/>
                      <a:pt x="10302" y="1632"/>
                      <a:pt x="10299" y="1629"/>
                    </a:cubicBezTo>
                    <a:cubicBezTo>
                      <a:pt x="10311" y="1626"/>
                      <a:pt x="10321" y="1620"/>
                      <a:pt x="10330" y="1614"/>
                    </a:cubicBezTo>
                    <a:cubicBezTo>
                      <a:pt x="10413" y="1549"/>
                      <a:pt x="10500" y="1490"/>
                      <a:pt x="10589" y="1438"/>
                    </a:cubicBezTo>
                    <a:cubicBezTo>
                      <a:pt x="10667" y="1394"/>
                      <a:pt x="10622" y="1286"/>
                      <a:pt x="10551" y="1286"/>
                    </a:cubicBezTo>
                    <a:close/>
                    <a:moveTo>
                      <a:pt x="10039" y="1684"/>
                    </a:moveTo>
                    <a:cubicBezTo>
                      <a:pt x="10020" y="1684"/>
                      <a:pt x="9999" y="1691"/>
                      <a:pt x="9981" y="1709"/>
                    </a:cubicBezTo>
                    <a:cubicBezTo>
                      <a:pt x="9901" y="1786"/>
                      <a:pt x="9827" y="1873"/>
                      <a:pt x="9762" y="1962"/>
                    </a:cubicBezTo>
                    <a:cubicBezTo>
                      <a:pt x="9722" y="2015"/>
                      <a:pt x="9759" y="2092"/>
                      <a:pt x="9827" y="2092"/>
                    </a:cubicBezTo>
                    <a:cubicBezTo>
                      <a:pt x="9852" y="2092"/>
                      <a:pt x="9877" y="2079"/>
                      <a:pt x="9892" y="2061"/>
                    </a:cubicBezTo>
                    <a:cubicBezTo>
                      <a:pt x="9954" y="1978"/>
                      <a:pt x="10021" y="1897"/>
                      <a:pt x="10095" y="1823"/>
                    </a:cubicBezTo>
                    <a:cubicBezTo>
                      <a:pt x="10155" y="1764"/>
                      <a:pt x="10101" y="1684"/>
                      <a:pt x="10039" y="1684"/>
                    </a:cubicBezTo>
                    <a:close/>
                    <a:moveTo>
                      <a:pt x="4679" y="1694"/>
                    </a:moveTo>
                    <a:cubicBezTo>
                      <a:pt x="4651" y="1694"/>
                      <a:pt x="4623" y="1709"/>
                      <a:pt x="4609" y="1743"/>
                    </a:cubicBezTo>
                    <a:cubicBezTo>
                      <a:pt x="4556" y="1845"/>
                      <a:pt x="4516" y="1953"/>
                      <a:pt x="4488" y="2064"/>
                    </a:cubicBezTo>
                    <a:cubicBezTo>
                      <a:pt x="4479" y="2107"/>
                      <a:pt x="4507" y="2150"/>
                      <a:pt x="4550" y="2163"/>
                    </a:cubicBezTo>
                    <a:lnTo>
                      <a:pt x="4572" y="2163"/>
                    </a:lnTo>
                    <a:cubicBezTo>
                      <a:pt x="4605" y="2163"/>
                      <a:pt x="4639" y="2138"/>
                      <a:pt x="4649" y="2101"/>
                    </a:cubicBezTo>
                    <a:cubicBezTo>
                      <a:pt x="4670" y="2002"/>
                      <a:pt x="4707" y="1907"/>
                      <a:pt x="4754" y="1817"/>
                    </a:cubicBezTo>
                    <a:cubicBezTo>
                      <a:pt x="4790" y="1750"/>
                      <a:pt x="4734" y="1694"/>
                      <a:pt x="4679" y="1694"/>
                    </a:cubicBezTo>
                    <a:close/>
                    <a:moveTo>
                      <a:pt x="5295" y="1885"/>
                    </a:moveTo>
                    <a:cubicBezTo>
                      <a:pt x="5247" y="1885"/>
                      <a:pt x="5199" y="1923"/>
                      <a:pt x="5216" y="1987"/>
                    </a:cubicBezTo>
                    <a:cubicBezTo>
                      <a:pt x="5232" y="2076"/>
                      <a:pt x="5241" y="2166"/>
                      <a:pt x="5244" y="2258"/>
                    </a:cubicBezTo>
                    <a:lnTo>
                      <a:pt x="5244" y="2292"/>
                    </a:lnTo>
                    <a:cubicBezTo>
                      <a:pt x="5241" y="2335"/>
                      <a:pt x="5275" y="2372"/>
                      <a:pt x="5321" y="2375"/>
                    </a:cubicBezTo>
                    <a:lnTo>
                      <a:pt x="5324" y="2375"/>
                    </a:lnTo>
                    <a:cubicBezTo>
                      <a:pt x="5367" y="2375"/>
                      <a:pt x="5404" y="2338"/>
                      <a:pt x="5404" y="2295"/>
                    </a:cubicBezTo>
                    <a:lnTo>
                      <a:pt x="5404" y="2258"/>
                    </a:lnTo>
                    <a:cubicBezTo>
                      <a:pt x="5404" y="2156"/>
                      <a:pt x="5392" y="2055"/>
                      <a:pt x="5373" y="1956"/>
                    </a:cubicBezTo>
                    <a:cubicBezTo>
                      <a:pt x="5367" y="1907"/>
                      <a:pt x="5331" y="1885"/>
                      <a:pt x="5295" y="1885"/>
                    </a:cubicBezTo>
                    <a:close/>
                    <a:moveTo>
                      <a:pt x="13704" y="1964"/>
                    </a:moveTo>
                    <a:cubicBezTo>
                      <a:pt x="13649" y="1964"/>
                      <a:pt x="13593" y="2021"/>
                      <a:pt x="13630" y="2085"/>
                    </a:cubicBezTo>
                    <a:cubicBezTo>
                      <a:pt x="13676" y="2178"/>
                      <a:pt x="13716" y="2274"/>
                      <a:pt x="13744" y="2372"/>
                    </a:cubicBezTo>
                    <a:cubicBezTo>
                      <a:pt x="13757" y="2406"/>
                      <a:pt x="13787" y="2431"/>
                      <a:pt x="13821" y="2431"/>
                    </a:cubicBezTo>
                    <a:lnTo>
                      <a:pt x="13824" y="2431"/>
                    </a:lnTo>
                    <a:cubicBezTo>
                      <a:pt x="13831" y="2431"/>
                      <a:pt x="13837" y="2428"/>
                      <a:pt x="13846" y="2428"/>
                    </a:cubicBezTo>
                    <a:cubicBezTo>
                      <a:pt x="13889" y="2412"/>
                      <a:pt x="13914" y="2369"/>
                      <a:pt x="13898" y="2326"/>
                    </a:cubicBezTo>
                    <a:cubicBezTo>
                      <a:pt x="13868" y="2218"/>
                      <a:pt x="13824" y="2113"/>
                      <a:pt x="13775" y="2011"/>
                    </a:cubicBezTo>
                    <a:cubicBezTo>
                      <a:pt x="13759" y="1978"/>
                      <a:pt x="13732" y="1964"/>
                      <a:pt x="13704" y="1964"/>
                    </a:cubicBezTo>
                    <a:close/>
                    <a:moveTo>
                      <a:pt x="9654" y="2199"/>
                    </a:moveTo>
                    <a:cubicBezTo>
                      <a:pt x="9626" y="2199"/>
                      <a:pt x="9598" y="2214"/>
                      <a:pt x="9583" y="2249"/>
                    </a:cubicBezTo>
                    <a:cubicBezTo>
                      <a:pt x="9528" y="2354"/>
                      <a:pt x="9491" y="2465"/>
                      <a:pt x="9472" y="2582"/>
                    </a:cubicBezTo>
                    <a:cubicBezTo>
                      <a:pt x="9466" y="2625"/>
                      <a:pt x="9500" y="2665"/>
                      <a:pt x="9543" y="2671"/>
                    </a:cubicBezTo>
                    <a:lnTo>
                      <a:pt x="9553" y="2671"/>
                    </a:lnTo>
                    <a:cubicBezTo>
                      <a:pt x="9593" y="2671"/>
                      <a:pt x="9627" y="2641"/>
                      <a:pt x="9633" y="2601"/>
                    </a:cubicBezTo>
                    <a:cubicBezTo>
                      <a:pt x="9648" y="2502"/>
                      <a:pt x="9682" y="2409"/>
                      <a:pt x="9728" y="2323"/>
                    </a:cubicBezTo>
                    <a:cubicBezTo>
                      <a:pt x="9767" y="2256"/>
                      <a:pt x="9710" y="2199"/>
                      <a:pt x="9654" y="2199"/>
                    </a:cubicBezTo>
                    <a:close/>
                    <a:moveTo>
                      <a:pt x="10352" y="2221"/>
                    </a:moveTo>
                    <a:cubicBezTo>
                      <a:pt x="10311" y="2221"/>
                      <a:pt x="10277" y="2254"/>
                      <a:pt x="10271" y="2295"/>
                    </a:cubicBezTo>
                    <a:cubicBezTo>
                      <a:pt x="10265" y="2391"/>
                      <a:pt x="10237" y="2483"/>
                      <a:pt x="10188" y="2564"/>
                    </a:cubicBezTo>
                    <a:cubicBezTo>
                      <a:pt x="10163" y="2601"/>
                      <a:pt x="10173" y="2650"/>
                      <a:pt x="10210" y="2675"/>
                    </a:cubicBezTo>
                    <a:cubicBezTo>
                      <a:pt x="10225" y="2684"/>
                      <a:pt x="10240" y="2687"/>
                      <a:pt x="10256" y="2687"/>
                    </a:cubicBezTo>
                    <a:cubicBezTo>
                      <a:pt x="10281" y="2687"/>
                      <a:pt x="10308" y="2675"/>
                      <a:pt x="10324" y="2653"/>
                    </a:cubicBezTo>
                    <a:cubicBezTo>
                      <a:pt x="10388" y="2548"/>
                      <a:pt x="10426" y="2431"/>
                      <a:pt x="10432" y="2311"/>
                    </a:cubicBezTo>
                    <a:cubicBezTo>
                      <a:pt x="10435" y="2264"/>
                      <a:pt x="10404" y="2224"/>
                      <a:pt x="10358" y="2221"/>
                    </a:cubicBezTo>
                    <a:cubicBezTo>
                      <a:pt x="10356" y="2221"/>
                      <a:pt x="10354" y="2221"/>
                      <a:pt x="10352" y="2221"/>
                    </a:cubicBezTo>
                    <a:close/>
                    <a:moveTo>
                      <a:pt x="4557" y="2323"/>
                    </a:moveTo>
                    <a:cubicBezTo>
                      <a:pt x="4511" y="2323"/>
                      <a:pt x="4464" y="2359"/>
                      <a:pt x="4476" y="2419"/>
                    </a:cubicBezTo>
                    <a:cubicBezTo>
                      <a:pt x="4498" y="2545"/>
                      <a:pt x="4565" y="2659"/>
                      <a:pt x="4664" y="2739"/>
                    </a:cubicBezTo>
                    <a:cubicBezTo>
                      <a:pt x="4679" y="2752"/>
                      <a:pt x="4698" y="2758"/>
                      <a:pt x="4716" y="2758"/>
                    </a:cubicBezTo>
                    <a:cubicBezTo>
                      <a:pt x="4791" y="2758"/>
                      <a:pt x="4824" y="2662"/>
                      <a:pt x="4766" y="2613"/>
                    </a:cubicBezTo>
                    <a:cubicBezTo>
                      <a:pt x="4698" y="2557"/>
                      <a:pt x="4652" y="2477"/>
                      <a:pt x="4633" y="2388"/>
                    </a:cubicBezTo>
                    <a:cubicBezTo>
                      <a:pt x="4625" y="2343"/>
                      <a:pt x="4591" y="2323"/>
                      <a:pt x="4557" y="2323"/>
                    </a:cubicBezTo>
                    <a:close/>
                    <a:moveTo>
                      <a:pt x="5254" y="2525"/>
                    </a:moveTo>
                    <a:cubicBezTo>
                      <a:pt x="5227" y="2525"/>
                      <a:pt x="5199" y="2539"/>
                      <a:pt x="5182" y="2573"/>
                    </a:cubicBezTo>
                    <a:cubicBezTo>
                      <a:pt x="5139" y="2662"/>
                      <a:pt x="5080" y="2708"/>
                      <a:pt x="5006" y="2712"/>
                    </a:cubicBezTo>
                    <a:cubicBezTo>
                      <a:pt x="4899" y="2712"/>
                      <a:pt x="4905" y="2872"/>
                      <a:pt x="5010" y="2872"/>
                    </a:cubicBezTo>
                    <a:cubicBezTo>
                      <a:pt x="5011" y="2872"/>
                      <a:pt x="5012" y="2872"/>
                      <a:pt x="5013" y="2872"/>
                    </a:cubicBezTo>
                    <a:lnTo>
                      <a:pt x="5016" y="2875"/>
                    </a:lnTo>
                    <a:cubicBezTo>
                      <a:pt x="5148" y="2866"/>
                      <a:pt x="5259" y="2786"/>
                      <a:pt x="5330" y="2644"/>
                    </a:cubicBezTo>
                    <a:cubicBezTo>
                      <a:pt x="5361" y="2578"/>
                      <a:pt x="5308" y="2525"/>
                      <a:pt x="5254" y="2525"/>
                    </a:cubicBezTo>
                    <a:close/>
                    <a:moveTo>
                      <a:pt x="10003" y="2726"/>
                    </a:moveTo>
                    <a:cubicBezTo>
                      <a:pt x="9995" y="2726"/>
                      <a:pt x="9987" y="2728"/>
                      <a:pt x="9978" y="2730"/>
                    </a:cubicBezTo>
                    <a:cubicBezTo>
                      <a:pt x="9898" y="2758"/>
                      <a:pt x="9815" y="2770"/>
                      <a:pt x="9732" y="2770"/>
                    </a:cubicBezTo>
                    <a:cubicBezTo>
                      <a:pt x="9722" y="2770"/>
                      <a:pt x="9713" y="2767"/>
                      <a:pt x="9704" y="2767"/>
                    </a:cubicBezTo>
                    <a:cubicBezTo>
                      <a:pt x="9697" y="2766"/>
                      <a:pt x="9691" y="2765"/>
                      <a:pt x="9684" y="2765"/>
                    </a:cubicBezTo>
                    <a:cubicBezTo>
                      <a:pt x="9593" y="2765"/>
                      <a:pt x="9575" y="2907"/>
                      <a:pt x="9673" y="2924"/>
                    </a:cubicBezTo>
                    <a:cubicBezTo>
                      <a:pt x="9691" y="2927"/>
                      <a:pt x="9713" y="2931"/>
                      <a:pt x="9732" y="2931"/>
                    </a:cubicBezTo>
                    <a:cubicBezTo>
                      <a:pt x="9739" y="2931"/>
                      <a:pt x="9747" y="2931"/>
                      <a:pt x="9754" y="2931"/>
                    </a:cubicBezTo>
                    <a:cubicBezTo>
                      <a:pt x="9851" y="2931"/>
                      <a:pt x="9945" y="2913"/>
                      <a:pt x="10034" y="2881"/>
                    </a:cubicBezTo>
                    <a:cubicBezTo>
                      <a:pt x="10118" y="2842"/>
                      <a:pt x="10082" y="2726"/>
                      <a:pt x="10003" y="2726"/>
                    </a:cubicBezTo>
                    <a:close/>
                    <a:moveTo>
                      <a:pt x="13896" y="2583"/>
                    </a:moveTo>
                    <a:cubicBezTo>
                      <a:pt x="13851" y="2583"/>
                      <a:pt x="13805" y="2617"/>
                      <a:pt x="13815" y="2678"/>
                    </a:cubicBezTo>
                    <a:cubicBezTo>
                      <a:pt x="13831" y="2779"/>
                      <a:pt x="13843" y="2884"/>
                      <a:pt x="13846" y="2989"/>
                    </a:cubicBezTo>
                    <a:cubicBezTo>
                      <a:pt x="13849" y="3032"/>
                      <a:pt x="13883" y="3066"/>
                      <a:pt x="13926" y="3066"/>
                    </a:cubicBezTo>
                    <a:lnTo>
                      <a:pt x="13932" y="3066"/>
                    </a:lnTo>
                    <a:cubicBezTo>
                      <a:pt x="13976" y="3063"/>
                      <a:pt x="14009" y="3026"/>
                      <a:pt x="14009" y="2983"/>
                    </a:cubicBezTo>
                    <a:cubicBezTo>
                      <a:pt x="14003" y="2872"/>
                      <a:pt x="13991" y="2761"/>
                      <a:pt x="13976" y="2650"/>
                    </a:cubicBezTo>
                    <a:cubicBezTo>
                      <a:pt x="13967" y="2604"/>
                      <a:pt x="13932" y="2583"/>
                      <a:pt x="13896" y="2583"/>
                    </a:cubicBezTo>
                    <a:close/>
                    <a:moveTo>
                      <a:pt x="13922" y="3229"/>
                    </a:moveTo>
                    <a:cubicBezTo>
                      <a:pt x="13880" y="3229"/>
                      <a:pt x="13846" y="3264"/>
                      <a:pt x="13846" y="3307"/>
                    </a:cubicBezTo>
                    <a:cubicBezTo>
                      <a:pt x="13843" y="3409"/>
                      <a:pt x="13834" y="3513"/>
                      <a:pt x="13821" y="3625"/>
                    </a:cubicBezTo>
                    <a:cubicBezTo>
                      <a:pt x="13818" y="3668"/>
                      <a:pt x="13849" y="3708"/>
                      <a:pt x="13895" y="3714"/>
                    </a:cubicBezTo>
                    <a:lnTo>
                      <a:pt x="13905" y="3714"/>
                    </a:lnTo>
                    <a:cubicBezTo>
                      <a:pt x="13945" y="3711"/>
                      <a:pt x="13979" y="3683"/>
                      <a:pt x="13982" y="3643"/>
                    </a:cubicBezTo>
                    <a:cubicBezTo>
                      <a:pt x="13994" y="3529"/>
                      <a:pt x="14003" y="3418"/>
                      <a:pt x="14009" y="3313"/>
                    </a:cubicBezTo>
                    <a:cubicBezTo>
                      <a:pt x="14009" y="3270"/>
                      <a:pt x="13976" y="3230"/>
                      <a:pt x="13932" y="3230"/>
                    </a:cubicBezTo>
                    <a:cubicBezTo>
                      <a:pt x="13929" y="3229"/>
                      <a:pt x="13926" y="3229"/>
                      <a:pt x="13922" y="3229"/>
                    </a:cubicBezTo>
                    <a:close/>
                    <a:moveTo>
                      <a:pt x="13857" y="3875"/>
                    </a:moveTo>
                    <a:cubicBezTo>
                      <a:pt x="13822" y="3875"/>
                      <a:pt x="13786" y="3896"/>
                      <a:pt x="13778" y="3942"/>
                    </a:cubicBezTo>
                    <a:cubicBezTo>
                      <a:pt x="13760" y="4047"/>
                      <a:pt x="13738" y="4152"/>
                      <a:pt x="13716" y="4254"/>
                    </a:cubicBezTo>
                    <a:cubicBezTo>
                      <a:pt x="13707" y="4297"/>
                      <a:pt x="13735" y="4340"/>
                      <a:pt x="13778" y="4352"/>
                    </a:cubicBezTo>
                    <a:lnTo>
                      <a:pt x="13797" y="4352"/>
                    </a:lnTo>
                    <a:cubicBezTo>
                      <a:pt x="13834" y="4352"/>
                      <a:pt x="13864" y="4325"/>
                      <a:pt x="13874" y="4291"/>
                    </a:cubicBezTo>
                    <a:cubicBezTo>
                      <a:pt x="13898" y="4186"/>
                      <a:pt x="13920" y="4078"/>
                      <a:pt x="13939" y="3967"/>
                    </a:cubicBezTo>
                    <a:cubicBezTo>
                      <a:pt x="13947" y="3908"/>
                      <a:pt x="13902" y="3875"/>
                      <a:pt x="13857" y="3875"/>
                    </a:cubicBezTo>
                    <a:close/>
                    <a:moveTo>
                      <a:pt x="13716" y="4498"/>
                    </a:moveTo>
                    <a:cubicBezTo>
                      <a:pt x="13682" y="4498"/>
                      <a:pt x="13649" y="4518"/>
                      <a:pt x="13639" y="4562"/>
                    </a:cubicBezTo>
                    <a:cubicBezTo>
                      <a:pt x="13612" y="4673"/>
                      <a:pt x="13581" y="4775"/>
                      <a:pt x="13550" y="4871"/>
                    </a:cubicBezTo>
                    <a:cubicBezTo>
                      <a:pt x="13538" y="4914"/>
                      <a:pt x="13562" y="4960"/>
                      <a:pt x="13605" y="4972"/>
                    </a:cubicBezTo>
                    <a:cubicBezTo>
                      <a:pt x="13612" y="4975"/>
                      <a:pt x="13621" y="4975"/>
                      <a:pt x="13627" y="4975"/>
                    </a:cubicBezTo>
                    <a:cubicBezTo>
                      <a:pt x="13664" y="4975"/>
                      <a:pt x="13695" y="4954"/>
                      <a:pt x="13704" y="4920"/>
                    </a:cubicBezTo>
                    <a:cubicBezTo>
                      <a:pt x="13735" y="4821"/>
                      <a:pt x="13766" y="4716"/>
                      <a:pt x="13797" y="4605"/>
                    </a:cubicBezTo>
                    <a:cubicBezTo>
                      <a:pt x="13817" y="4541"/>
                      <a:pt x="13766" y="4498"/>
                      <a:pt x="13716" y="4498"/>
                    </a:cubicBezTo>
                    <a:close/>
                    <a:moveTo>
                      <a:pt x="13524" y="5121"/>
                    </a:moveTo>
                    <a:cubicBezTo>
                      <a:pt x="13493" y="5121"/>
                      <a:pt x="13462" y="5137"/>
                      <a:pt x="13448" y="5176"/>
                    </a:cubicBezTo>
                    <a:cubicBezTo>
                      <a:pt x="13405" y="5305"/>
                      <a:pt x="13365" y="5407"/>
                      <a:pt x="13337" y="5475"/>
                    </a:cubicBezTo>
                    <a:cubicBezTo>
                      <a:pt x="13319" y="5515"/>
                      <a:pt x="13340" y="5565"/>
                      <a:pt x="13380" y="5580"/>
                    </a:cubicBezTo>
                    <a:cubicBezTo>
                      <a:pt x="13390" y="5583"/>
                      <a:pt x="13402" y="5586"/>
                      <a:pt x="13411" y="5586"/>
                    </a:cubicBezTo>
                    <a:cubicBezTo>
                      <a:pt x="13413" y="5586"/>
                      <a:pt x="13415" y="5586"/>
                      <a:pt x="13418" y="5586"/>
                    </a:cubicBezTo>
                    <a:cubicBezTo>
                      <a:pt x="13449" y="5586"/>
                      <a:pt x="13477" y="5566"/>
                      <a:pt x="13488" y="5537"/>
                    </a:cubicBezTo>
                    <a:cubicBezTo>
                      <a:pt x="13516" y="5466"/>
                      <a:pt x="13556" y="5361"/>
                      <a:pt x="13602" y="5228"/>
                    </a:cubicBezTo>
                    <a:cubicBezTo>
                      <a:pt x="13625" y="5165"/>
                      <a:pt x="13575" y="5121"/>
                      <a:pt x="13524" y="512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9"/>
              <p:cNvSpPr/>
              <p:nvPr/>
            </p:nvSpPr>
            <p:spPr>
              <a:xfrm>
                <a:off x="7599657" y="4817172"/>
                <a:ext cx="881209" cy="198251"/>
              </a:xfrm>
              <a:custGeom>
                <a:avLst/>
                <a:gdLst/>
                <a:ahLst/>
                <a:cxnLst/>
                <a:rect l="l" t="t" r="r" b="b"/>
                <a:pathLst>
                  <a:path w="13837" h="3113" extrusionOk="0">
                    <a:moveTo>
                      <a:pt x="568" y="109"/>
                    </a:moveTo>
                    <a:cubicBezTo>
                      <a:pt x="554" y="109"/>
                      <a:pt x="539" y="114"/>
                      <a:pt x="524" y="124"/>
                    </a:cubicBezTo>
                    <a:cubicBezTo>
                      <a:pt x="484" y="148"/>
                      <a:pt x="447" y="176"/>
                      <a:pt x="410" y="207"/>
                    </a:cubicBezTo>
                    <a:cubicBezTo>
                      <a:pt x="355" y="256"/>
                      <a:pt x="392" y="349"/>
                      <a:pt x="466" y="349"/>
                    </a:cubicBezTo>
                    <a:lnTo>
                      <a:pt x="463" y="343"/>
                    </a:lnTo>
                    <a:lnTo>
                      <a:pt x="463" y="343"/>
                    </a:lnTo>
                    <a:cubicBezTo>
                      <a:pt x="466" y="343"/>
                      <a:pt x="470" y="343"/>
                      <a:pt x="473" y="343"/>
                    </a:cubicBezTo>
                    <a:cubicBezTo>
                      <a:pt x="491" y="343"/>
                      <a:pt x="505" y="337"/>
                      <a:pt x="518" y="327"/>
                    </a:cubicBezTo>
                    <a:cubicBezTo>
                      <a:pt x="546" y="303"/>
                      <a:pt x="577" y="281"/>
                      <a:pt x="608" y="259"/>
                    </a:cubicBezTo>
                    <a:cubicBezTo>
                      <a:pt x="685" y="213"/>
                      <a:pt x="638" y="109"/>
                      <a:pt x="568" y="109"/>
                    </a:cubicBezTo>
                    <a:close/>
                    <a:moveTo>
                      <a:pt x="9160" y="0"/>
                    </a:moveTo>
                    <a:cubicBezTo>
                      <a:pt x="9012" y="0"/>
                      <a:pt x="8907" y="96"/>
                      <a:pt x="8867" y="265"/>
                    </a:cubicBezTo>
                    <a:cubicBezTo>
                      <a:pt x="8858" y="309"/>
                      <a:pt x="8886" y="352"/>
                      <a:pt x="8929" y="361"/>
                    </a:cubicBezTo>
                    <a:lnTo>
                      <a:pt x="8948" y="361"/>
                    </a:lnTo>
                    <a:lnTo>
                      <a:pt x="8948" y="355"/>
                    </a:lnTo>
                    <a:cubicBezTo>
                      <a:pt x="8949" y="355"/>
                      <a:pt x="8951" y="355"/>
                      <a:pt x="8953" y="355"/>
                    </a:cubicBezTo>
                    <a:cubicBezTo>
                      <a:pt x="8985" y="355"/>
                      <a:pt x="9016" y="331"/>
                      <a:pt x="9025" y="299"/>
                    </a:cubicBezTo>
                    <a:cubicBezTo>
                      <a:pt x="9055" y="164"/>
                      <a:pt x="9136" y="164"/>
                      <a:pt x="9163" y="164"/>
                    </a:cubicBezTo>
                    <a:cubicBezTo>
                      <a:pt x="9207" y="164"/>
                      <a:pt x="9244" y="127"/>
                      <a:pt x="9244" y="80"/>
                    </a:cubicBezTo>
                    <a:cubicBezTo>
                      <a:pt x="9241" y="37"/>
                      <a:pt x="9207" y="0"/>
                      <a:pt x="9160" y="0"/>
                    </a:cubicBezTo>
                    <a:close/>
                    <a:moveTo>
                      <a:pt x="3837" y="138"/>
                    </a:moveTo>
                    <a:cubicBezTo>
                      <a:pt x="3734" y="138"/>
                      <a:pt x="3646" y="176"/>
                      <a:pt x="3581" y="250"/>
                    </a:cubicBezTo>
                    <a:cubicBezTo>
                      <a:pt x="3535" y="303"/>
                      <a:pt x="3572" y="383"/>
                      <a:pt x="3643" y="383"/>
                    </a:cubicBezTo>
                    <a:lnTo>
                      <a:pt x="3639" y="380"/>
                    </a:lnTo>
                    <a:cubicBezTo>
                      <a:pt x="3664" y="380"/>
                      <a:pt x="3686" y="373"/>
                      <a:pt x="3701" y="358"/>
                    </a:cubicBezTo>
                    <a:cubicBezTo>
                      <a:pt x="3735" y="318"/>
                      <a:pt x="3780" y="300"/>
                      <a:pt x="3834" y="300"/>
                    </a:cubicBezTo>
                    <a:cubicBezTo>
                      <a:pt x="3860" y="300"/>
                      <a:pt x="3887" y="304"/>
                      <a:pt x="3917" y="312"/>
                    </a:cubicBezTo>
                    <a:cubicBezTo>
                      <a:pt x="3925" y="314"/>
                      <a:pt x="3934" y="315"/>
                      <a:pt x="3941" y="315"/>
                    </a:cubicBezTo>
                    <a:cubicBezTo>
                      <a:pt x="4027" y="315"/>
                      <a:pt x="4054" y="180"/>
                      <a:pt x="3960" y="154"/>
                    </a:cubicBezTo>
                    <a:cubicBezTo>
                      <a:pt x="3917" y="143"/>
                      <a:pt x="3876" y="138"/>
                      <a:pt x="3837" y="138"/>
                    </a:cubicBezTo>
                    <a:close/>
                    <a:moveTo>
                      <a:pt x="9445" y="141"/>
                    </a:moveTo>
                    <a:cubicBezTo>
                      <a:pt x="9388" y="141"/>
                      <a:pt x="9334" y="204"/>
                      <a:pt x="9373" y="265"/>
                    </a:cubicBezTo>
                    <a:cubicBezTo>
                      <a:pt x="9410" y="327"/>
                      <a:pt x="9426" y="398"/>
                      <a:pt x="9423" y="469"/>
                    </a:cubicBezTo>
                    <a:cubicBezTo>
                      <a:pt x="9423" y="491"/>
                      <a:pt x="9419" y="509"/>
                      <a:pt x="9419" y="528"/>
                    </a:cubicBezTo>
                    <a:cubicBezTo>
                      <a:pt x="9416" y="571"/>
                      <a:pt x="9450" y="611"/>
                      <a:pt x="9493" y="614"/>
                    </a:cubicBezTo>
                    <a:lnTo>
                      <a:pt x="9503" y="614"/>
                    </a:lnTo>
                    <a:lnTo>
                      <a:pt x="9500" y="611"/>
                    </a:lnTo>
                    <a:cubicBezTo>
                      <a:pt x="9543" y="611"/>
                      <a:pt x="9577" y="580"/>
                      <a:pt x="9583" y="540"/>
                    </a:cubicBezTo>
                    <a:cubicBezTo>
                      <a:pt x="9586" y="515"/>
                      <a:pt x="9586" y="494"/>
                      <a:pt x="9586" y="469"/>
                    </a:cubicBezTo>
                    <a:cubicBezTo>
                      <a:pt x="9589" y="367"/>
                      <a:pt x="9561" y="265"/>
                      <a:pt x="9509" y="176"/>
                    </a:cubicBezTo>
                    <a:cubicBezTo>
                      <a:pt x="9491" y="151"/>
                      <a:pt x="9468" y="141"/>
                      <a:pt x="9445" y="141"/>
                    </a:cubicBezTo>
                    <a:close/>
                    <a:moveTo>
                      <a:pt x="4213" y="307"/>
                    </a:moveTo>
                    <a:cubicBezTo>
                      <a:pt x="4150" y="307"/>
                      <a:pt x="4092" y="388"/>
                      <a:pt x="4155" y="447"/>
                    </a:cubicBezTo>
                    <a:cubicBezTo>
                      <a:pt x="4216" y="518"/>
                      <a:pt x="4253" y="605"/>
                      <a:pt x="4262" y="697"/>
                    </a:cubicBezTo>
                    <a:cubicBezTo>
                      <a:pt x="4269" y="737"/>
                      <a:pt x="4303" y="768"/>
                      <a:pt x="4343" y="768"/>
                    </a:cubicBezTo>
                    <a:lnTo>
                      <a:pt x="4352" y="765"/>
                    </a:lnTo>
                    <a:cubicBezTo>
                      <a:pt x="4398" y="759"/>
                      <a:pt x="4429" y="719"/>
                      <a:pt x="4423" y="676"/>
                    </a:cubicBezTo>
                    <a:cubicBezTo>
                      <a:pt x="4407" y="552"/>
                      <a:pt x="4358" y="435"/>
                      <a:pt x="4275" y="340"/>
                    </a:cubicBezTo>
                    <a:cubicBezTo>
                      <a:pt x="4257" y="317"/>
                      <a:pt x="4235" y="307"/>
                      <a:pt x="4213" y="307"/>
                    </a:cubicBezTo>
                    <a:close/>
                    <a:moveTo>
                      <a:pt x="261" y="437"/>
                    </a:moveTo>
                    <a:cubicBezTo>
                      <a:pt x="237" y="437"/>
                      <a:pt x="212" y="448"/>
                      <a:pt x="194" y="475"/>
                    </a:cubicBezTo>
                    <a:cubicBezTo>
                      <a:pt x="139" y="574"/>
                      <a:pt x="93" y="682"/>
                      <a:pt x="65" y="793"/>
                    </a:cubicBezTo>
                    <a:cubicBezTo>
                      <a:pt x="46" y="836"/>
                      <a:pt x="74" y="885"/>
                      <a:pt x="120" y="895"/>
                    </a:cubicBezTo>
                    <a:cubicBezTo>
                      <a:pt x="126" y="898"/>
                      <a:pt x="136" y="898"/>
                      <a:pt x="142" y="898"/>
                    </a:cubicBezTo>
                    <a:lnTo>
                      <a:pt x="142" y="895"/>
                    </a:lnTo>
                    <a:cubicBezTo>
                      <a:pt x="176" y="895"/>
                      <a:pt x="210" y="870"/>
                      <a:pt x="219" y="836"/>
                    </a:cubicBezTo>
                    <a:cubicBezTo>
                      <a:pt x="247" y="737"/>
                      <a:pt x="287" y="645"/>
                      <a:pt x="336" y="555"/>
                    </a:cubicBezTo>
                    <a:cubicBezTo>
                      <a:pt x="368" y="492"/>
                      <a:pt x="315" y="437"/>
                      <a:pt x="261" y="437"/>
                    </a:cubicBezTo>
                    <a:close/>
                    <a:moveTo>
                      <a:pt x="8955" y="520"/>
                    </a:moveTo>
                    <a:cubicBezTo>
                      <a:pt x="8909" y="520"/>
                      <a:pt x="8861" y="557"/>
                      <a:pt x="8874" y="617"/>
                    </a:cubicBezTo>
                    <a:cubicBezTo>
                      <a:pt x="8895" y="728"/>
                      <a:pt x="8929" y="836"/>
                      <a:pt x="8972" y="941"/>
                    </a:cubicBezTo>
                    <a:cubicBezTo>
                      <a:pt x="8985" y="972"/>
                      <a:pt x="9015" y="990"/>
                      <a:pt x="9049" y="990"/>
                    </a:cubicBezTo>
                    <a:lnTo>
                      <a:pt x="9049" y="984"/>
                    </a:lnTo>
                    <a:cubicBezTo>
                      <a:pt x="9054" y="986"/>
                      <a:pt x="9059" y="986"/>
                      <a:pt x="9063" y="986"/>
                    </a:cubicBezTo>
                    <a:cubicBezTo>
                      <a:pt x="9068" y="986"/>
                      <a:pt x="9072" y="986"/>
                      <a:pt x="9077" y="984"/>
                    </a:cubicBezTo>
                    <a:cubicBezTo>
                      <a:pt x="9120" y="969"/>
                      <a:pt x="9139" y="919"/>
                      <a:pt x="9123" y="879"/>
                    </a:cubicBezTo>
                    <a:cubicBezTo>
                      <a:pt x="9083" y="784"/>
                      <a:pt x="9052" y="685"/>
                      <a:pt x="9031" y="586"/>
                    </a:cubicBezTo>
                    <a:cubicBezTo>
                      <a:pt x="9023" y="540"/>
                      <a:pt x="8989" y="520"/>
                      <a:pt x="8955" y="520"/>
                    </a:cubicBezTo>
                    <a:close/>
                    <a:moveTo>
                      <a:pt x="3538" y="521"/>
                    </a:moveTo>
                    <a:cubicBezTo>
                      <a:pt x="3495" y="521"/>
                      <a:pt x="3460" y="557"/>
                      <a:pt x="3457" y="599"/>
                    </a:cubicBezTo>
                    <a:cubicBezTo>
                      <a:pt x="3457" y="620"/>
                      <a:pt x="3457" y="639"/>
                      <a:pt x="3457" y="660"/>
                    </a:cubicBezTo>
                    <a:cubicBezTo>
                      <a:pt x="3457" y="756"/>
                      <a:pt x="3467" y="848"/>
                      <a:pt x="3485" y="941"/>
                    </a:cubicBezTo>
                    <a:cubicBezTo>
                      <a:pt x="3491" y="978"/>
                      <a:pt x="3525" y="1006"/>
                      <a:pt x="3565" y="1006"/>
                    </a:cubicBezTo>
                    <a:lnTo>
                      <a:pt x="3565" y="1003"/>
                    </a:lnTo>
                    <a:lnTo>
                      <a:pt x="3584" y="1003"/>
                    </a:lnTo>
                    <a:cubicBezTo>
                      <a:pt x="3627" y="993"/>
                      <a:pt x="3655" y="953"/>
                      <a:pt x="3646" y="910"/>
                    </a:cubicBezTo>
                    <a:cubicBezTo>
                      <a:pt x="3630" y="827"/>
                      <a:pt x="3621" y="744"/>
                      <a:pt x="3621" y="660"/>
                    </a:cubicBezTo>
                    <a:lnTo>
                      <a:pt x="3621" y="608"/>
                    </a:lnTo>
                    <a:cubicBezTo>
                      <a:pt x="3624" y="562"/>
                      <a:pt x="3587" y="525"/>
                      <a:pt x="3544" y="521"/>
                    </a:cubicBezTo>
                    <a:cubicBezTo>
                      <a:pt x="3542" y="521"/>
                      <a:pt x="3540" y="521"/>
                      <a:pt x="3538" y="521"/>
                    </a:cubicBezTo>
                    <a:close/>
                    <a:moveTo>
                      <a:pt x="13745" y="670"/>
                    </a:moveTo>
                    <a:cubicBezTo>
                      <a:pt x="13706" y="670"/>
                      <a:pt x="13668" y="694"/>
                      <a:pt x="13666" y="747"/>
                    </a:cubicBezTo>
                    <a:cubicBezTo>
                      <a:pt x="13651" y="852"/>
                      <a:pt x="13633" y="953"/>
                      <a:pt x="13605" y="1055"/>
                    </a:cubicBezTo>
                    <a:cubicBezTo>
                      <a:pt x="13596" y="1098"/>
                      <a:pt x="13620" y="1141"/>
                      <a:pt x="13663" y="1154"/>
                    </a:cubicBezTo>
                    <a:cubicBezTo>
                      <a:pt x="13670" y="1157"/>
                      <a:pt x="13676" y="1157"/>
                      <a:pt x="13685" y="1157"/>
                    </a:cubicBezTo>
                    <a:lnTo>
                      <a:pt x="13685" y="1151"/>
                    </a:lnTo>
                    <a:cubicBezTo>
                      <a:pt x="13719" y="1151"/>
                      <a:pt x="13753" y="1129"/>
                      <a:pt x="13762" y="1095"/>
                    </a:cubicBezTo>
                    <a:cubicBezTo>
                      <a:pt x="13790" y="987"/>
                      <a:pt x="13811" y="876"/>
                      <a:pt x="13827" y="765"/>
                    </a:cubicBezTo>
                    <a:cubicBezTo>
                      <a:pt x="13837" y="703"/>
                      <a:pt x="13790" y="670"/>
                      <a:pt x="13745" y="670"/>
                    </a:cubicBezTo>
                    <a:close/>
                    <a:moveTo>
                      <a:pt x="4321" y="921"/>
                    </a:moveTo>
                    <a:cubicBezTo>
                      <a:pt x="4285" y="921"/>
                      <a:pt x="4251" y="942"/>
                      <a:pt x="4244" y="990"/>
                    </a:cubicBezTo>
                    <a:cubicBezTo>
                      <a:pt x="4219" y="1089"/>
                      <a:pt x="4188" y="1188"/>
                      <a:pt x="4145" y="1283"/>
                    </a:cubicBezTo>
                    <a:cubicBezTo>
                      <a:pt x="4127" y="1323"/>
                      <a:pt x="4148" y="1370"/>
                      <a:pt x="4188" y="1388"/>
                    </a:cubicBezTo>
                    <a:cubicBezTo>
                      <a:pt x="4198" y="1391"/>
                      <a:pt x="4210" y="1394"/>
                      <a:pt x="4219" y="1394"/>
                    </a:cubicBezTo>
                    <a:lnTo>
                      <a:pt x="4222" y="1391"/>
                    </a:lnTo>
                    <a:cubicBezTo>
                      <a:pt x="4253" y="1391"/>
                      <a:pt x="4281" y="1373"/>
                      <a:pt x="4293" y="1348"/>
                    </a:cubicBezTo>
                    <a:cubicBezTo>
                      <a:pt x="4340" y="1243"/>
                      <a:pt x="4377" y="1135"/>
                      <a:pt x="4401" y="1024"/>
                    </a:cubicBezTo>
                    <a:cubicBezTo>
                      <a:pt x="4419" y="960"/>
                      <a:pt x="4369" y="921"/>
                      <a:pt x="4321" y="921"/>
                    </a:cubicBezTo>
                    <a:close/>
                    <a:moveTo>
                      <a:pt x="84" y="1058"/>
                    </a:moveTo>
                    <a:cubicBezTo>
                      <a:pt x="43" y="1058"/>
                      <a:pt x="9" y="1091"/>
                      <a:pt x="6" y="1132"/>
                    </a:cubicBezTo>
                    <a:cubicBezTo>
                      <a:pt x="0" y="1169"/>
                      <a:pt x="0" y="1203"/>
                      <a:pt x="0" y="1240"/>
                    </a:cubicBezTo>
                    <a:cubicBezTo>
                      <a:pt x="0" y="1317"/>
                      <a:pt x="6" y="1394"/>
                      <a:pt x="19" y="1471"/>
                    </a:cubicBezTo>
                    <a:cubicBezTo>
                      <a:pt x="25" y="1512"/>
                      <a:pt x="59" y="1539"/>
                      <a:pt x="99" y="1539"/>
                    </a:cubicBezTo>
                    <a:lnTo>
                      <a:pt x="108" y="1542"/>
                    </a:lnTo>
                    <a:cubicBezTo>
                      <a:pt x="154" y="1533"/>
                      <a:pt x="185" y="1493"/>
                      <a:pt x="179" y="1450"/>
                    </a:cubicBezTo>
                    <a:cubicBezTo>
                      <a:pt x="167" y="1379"/>
                      <a:pt x="163" y="1308"/>
                      <a:pt x="163" y="1240"/>
                    </a:cubicBezTo>
                    <a:cubicBezTo>
                      <a:pt x="163" y="1206"/>
                      <a:pt x="167" y="1175"/>
                      <a:pt x="167" y="1145"/>
                    </a:cubicBezTo>
                    <a:cubicBezTo>
                      <a:pt x="170" y="1098"/>
                      <a:pt x="136" y="1061"/>
                      <a:pt x="89" y="1058"/>
                    </a:cubicBezTo>
                    <a:cubicBezTo>
                      <a:pt x="88" y="1058"/>
                      <a:pt x="86" y="1058"/>
                      <a:pt x="84" y="1058"/>
                    </a:cubicBezTo>
                    <a:close/>
                    <a:moveTo>
                      <a:pt x="9425" y="769"/>
                    </a:moveTo>
                    <a:cubicBezTo>
                      <a:pt x="9395" y="769"/>
                      <a:pt x="9364" y="785"/>
                      <a:pt x="9352" y="824"/>
                    </a:cubicBezTo>
                    <a:cubicBezTo>
                      <a:pt x="9315" y="922"/>
                      <a:pt x="9271" y="1015"/>
                      <a:pt x="9225" y="1108"/>
                    </a:cubicBezTo>
                    <a:cubicBezTo>
                      <a:pt x="9222" y="1114"/>
                      <a:pt x="9219" y="1120"/>
                      <a:pt x="9216" y="1123"/>
                    </a:cubicBezTo>
                    <a:cubicBezTo>
                      <a:pt x="9208" y="1120"/>
                      <a:pt x="9200" y="1119"/>
                      <a:pt x="9192" y="1119"/>
                    </a:cubicBezTo>
                    <a:cubicBezTo>
                      <a:pt x="9135" y="1119"/>
                      <a:pt x="9091" y="1183"/>
                      <a:pt x="9123" y="1240"/>
                    </a:cubicBezTo>
                    <a:cubicBezTo>
                      <a:pt x="9179" y="1336"/>
                      <a:pt x="9241" y="1428"/>
                      <a:pt x="9308" y="1518"/>
                    </a:cubicBezTo>
                    <a:cubicBezTo>
                      <a:pt x="9324" y="1536"/>
                      <a:pt x="9345" y="1549"/>
                      <a:pt x="9373" y="1549"/>
                    </a:cubicBezTo>
                    <a:lnTo>
                      <a:pt x="9373" y="1545"/>
                    </a:lnTo>
                    <a:cubicBezTo>
                      <a:pt x="9389" y="1545"/>
                      <a:pt x="9407" y="1542"/>
                      <a:pt x="9423" y="1533"/>
                    </a:cubicBezTo>
                    <a:cubicBezTo>
                      <a:pt x="9456" y="1508"/>
                      <a:pt x="9466" y="1456"/>
                      <a:pt x="9438" y="1422"/>
                    </a:cubicBezTo>
                    <a:cubicBezTo>
                      <a:pt x="9389" y="1360"/>
                      <a:pt x="9345" y="1293"/>
                      <a:pt x="9302" y="1228"/>
                    </a:cubicBezTo>
                    <a:cubicBezTo>
                      <a:pt x="9330" y="1225"/>
                      <a:pt x="9355" y="1209"/>
                      <a:pt x="9367" y="1185"/>
                    </a:cubicBezTo>
                    <a:cubicBezTo>
                      <a:pt x="9423" y="1086"/>
                      <a:pt x="9466" y="984"/>
                      <a:pt x="9506" y="876"/>
                    </a:cubicBezTo>
                    <a:cubicBezTo>
                      <a:pt x="9527" y="813"/>
                      <a:pt x="9475" y="769"/>
                      <a:pt x="9425" y="769"/>
                    </a:cubicBezTo>
                    <a:close/>
                    <a:moveTo>
                      <a:pt x="3653" y="1153"/>
                    </a:moveTo>
                    <a:cubicBezTo>
                      <a:pt x="3602" y="1153"/>
                      <a:pt x="3551" y="1199"/>
                      <a:pt x="3578" y="1265"/>
                    </a:cubicBezTo>
                    <a:cubicBezTo>
                      <a:pt x="3615" y="1370"/>
                      <a:pt x="3661" y="1471"/>
                      <a:pt x="3710" y="1570"/>
                    </a:cubicBezTo>
                    <a:cubicBezTo>
                      <a:pt x="3726" y="1595"/>
                      <a:pt x="3754" y="1613"/>
                      <a:pt x="3784" y="1613"/>
                    </a:cubicBezTo>
                    <a:lnTo>
                      <a:pt x="3784" y="1607"/>
                    </a:lnTo>
                    <a:cubicBezTo>
                      <a:pt x="3788" y="1608"/>
                      <a:pt x="3792" y="1608"/>
                      <a:pt x="3795" y="1608"/>
                    </a:cubicBezTo>
                    <a:cubicBezTo>
                      <a:pt x="3804" y="1608"/>
                      <a:pt x="3813" y="1606"/>
                      <a:pt x="3821" y="1604"/>
                    </a:cubicBezTo>
                    <a:cubicBezTo>
                      <a:pt x="3862" y="1582"/>
                      <a:pt x="3877" y="1533"/>
                      <a:pt x="3855" y="1496"/>
                    </a:cubicBezTo>
                    <a:cubicBezTo>
                      <a:pt x="3806" y="1404"/>
                      <a:pt x="3766" y="1308"/>
                      <a:pt x="3729" y="1209"/>
                    </a:cubicBezTo>
                    <a:cubicBezTo>
                      <a:pt x="3715" y="1170"/>
                      <a:pt x="3684" y="1153"/>
                      <a:pt x="3653" y="1153"/>
                    </a:cubicBezTo>
                    <a:close/>
                    <a:moveTo>
                      <a:pt x="9126" y="1339"/>
                    </a:moveTo>
                    <a:cubicBezTo>
                      <a:pt x="9103" y="1339"/>
                      <a:pt x="9079" y="1350"/>
                      <a:pt x="9062" y="1376"/>
                    </a:cubicBezTo>
                    <a:cubicBezTo>
                      <a:pt x="9003" y="1459"/>
                      <a:pt x="8941" y="1545"/>
                      <a:pt x="8874" y="1629"/>
                    </a:cubicBezTo>
                    <a:cubicBezTo>
                      <a:pt x="8830" y="1681"/>
                      <a:pt x="8867" y="1761"/>
                      <a:pt x="8935" y="1761"/>
                    </a:cubicBezTo>
                    <a:lnTo>
                      <a:pt x="8935" y="1758"/>
                    </a:lnTo>
                    <a:cubicBezTo>
                      <a:pt x="8960" y="1758"/>
                      <a:pt x="8981" y="1749"/>
                      <a:pt x="8997" y="1731"/>
                    </a:cubicBezTo>
                    <a:cubicBezTo>
                      <a:pt x="9068" y="1644"/>
                      <a:pt x="9136" y="1555"/>
                      <a:pt x="9194" y="1465"/>
                    </a:cubicBezTo>
                    <a:cubicBezTo>
                      <a:pt x="9238" y="1402"/>
                      <a:pt x="9183" y="1339"/>
                      <a:pt x="9126" y="1339"/>
                    </a:cubicBezTo>
                    <a:close/>
                    <a:moveTo>
                      <a:pt x="13583" y="1304"/>
                    </a:moveTo>
                    <a:cubicBezTo>
                      <a:pt x="13553" y="1304"/>
                      <a:pt x="13524" y="1320"/>
                      <a:pt x="13509" y="1357"/>
                    </a:cubicBezTo>
                    <a:cubicBezTo>
                      <a:pt x="13472" y="1453"/>
                      <a:pt x="13429" y="1549"/>
                      <a:pt x="13380" y="1641"/>
                    </a:cubicBezTo>
                    <a:cubicBezTo>
                      <a:pt x="13358" y="1681"/>
                      <a:pt x="13373" y="1731"/>
                      <a:pt x="13414" y="1752"/>
                    </a:cubicBezTo>
                    <a:cubicBezTo>
                      <a:pt x="13426" y="1758"/>
                      <a:pt x="13438" y="1761"/>
                      <a:pt x="13454" y="1761"/>
                    </a:cubicBezTo>
                    <a:lnTo>
                      <a:pt x="13454" y="1755"/>
                    </a:lnTo>
                    <a:cubicBezTo>
                      <a:pt x="13481" y="1755"/>
                      <a:pt x="13509" y="1743"/>
                      <a:pt x="13525" y="1718"/>
                    </a:cubicBezTo>
                    <a:cubicBezTo>
                      <a:pt x="13574" y="1619"/>
                      <a:pt x="13620" y="1518"/>
                      <a:pt x="13660" y="1413"/>
                    </a:cubicBezTo>
                    <a:cubicBezTo>
                      <a:pt x="13684" y="1350"/>
                      <a:pt x="13633" y="1304"/>
                      <a:pt x="13583" y="1304"/>
                    </a:cubicBezTo>
                    <a:close/>
                    <a:moveTo>
                      <a:pt x="9576" y="1623"/>
                    </a:moveTo>
                    <a:cubicBezTo>
                      <a:pt x="9511" y="1623"/>
                      <a:pt x="9453" y="1710"/>
                      <a:pt x="9524" y="1768"/>
                    </a:cubicBezTo>
                    <a:cubicBezTo>
                      <a:pt x="9601" y="1848"/>
                      <a:pt x="9682" y="1925"/>
                      <a:pt x="9765" y="1996"/>
                    </a:cubicBezTo>
                    <a:cubicBezTo>
                      <a:pt x="9780" y="2008"/>
                      <a:pt x="9799" y="2014"/>
                      <a:pt x="9817" y="2014"/>
                    </a:cubicBezTo>
                    <a:cubicBezTo>
                      <a:pt x="9894" y="2014"/>
                      <a:pt x="9928" y="1922"/>
                      <a:pt x="9870" y="1872"/>
                    </a:cubicBezTo>
                    <a:cubicBezTo>
                      <a:pt x="9790" y="1805"/>
                      <a:pt x="9712" y="1734"/>
                      <a:pt x="9638" y="1657"/>
                    </a:cubicBezTo>
                    <a:cubicBezTo>
                      <a:pt x="9620" y="1632"/>
                      <a:pt x="9597" y="1623"/>
                      <a:pt x="9576" y="1623"/>
                    </a:cubicBezTo>
                    <a:close/>
                    <a:moveTo>
                      <a:pt x="177" y="1685"/>
                    </a:moveTo>
                    <a:cubicBezTo>
                      <a:pt x="167" y="1685"/>
                      <a:pt x="158" y="1687"/>
                      <a:pt x="148" y="1690"/>
                    </a:cubicBezTo>
                    <a:cubicBezTo>
                      <a:pt x="108" y="1706"/>
                      <a:pt x="86" y="1752"/>
                      <a:pt x="102" y="1795"/>
                    </a:cubicBezTo>
                    <a:cubicBezTo>
                      <a:pt x="142" y="1900"/>
                      <a:pt x="191" y="2005"/>
                      <a:pt x="253" y="2101"/>
                    </a:cubicBezTo>
                    <a:cubicBezTo>
                      <a:pt x="268" y="2125"/>
                      <a:pt x="293" y="2141"/>
                      <a:pt x="321" y="2141"/>
                    </a:cubicBezTo>
                    <a:lnTo>
                      <a:pt x="321" y="2135"/>
                    </a:lnTo>
                    <a:cubicBezTo>
                      <a:pt x="386" y="2135"/>
                      <a:pt x="426" y="2064"/>
                      <a:pt x="389" y="2011"/>
                    </a:cubicBezTo>
                    <a:cubicBezTo>
                      <a:pt x="336" y="1925"/>
                      <a:pt x="290" y="1832"/>
                      <a:pt x="253" y="1737"/>
                    </a:cubicBezTo>
                    <a:cubicBezTo>
                      <a:pt x="241" y="1705"/>
                      <a:pt x="210" y="1685"/>
                      <a:pt x="177" y="1685"/>
                    </a:cubicBezTo>
                    <a:close/>
                    <a:moveTo>
                      <a:pt x="4066" y="1521"/>
                    </a:moveTo>
                    <a:cubicBezTo>
                      <a:pt x="4042" y="1521"/>
                      <a:pt x="4018" y="1532"/>
                      <a:pt x="4000" y="1558"/>
                    </a:cubicBezTo>
                    <a:cubicBezTo>
                      <a:pt x="3945" y="1647"/>
                      <a:pt x="3886" y="1734"/>
                      <a:pt x="3821" y="1814"/>
                    </a:cubicBezTo>
                    <a:cubicBezTo>
                      <a:pt x="3773" y="1874"/>
                      <a:pt x="3823" y="1947"/>
                      <a:pt x="3884" y="1947"/>
                    </a:cubicBezTo>
                    <a:cubicBezTo>
                      <a:pt x="3901" y="1947"/>
                      <a:pt x="3919" y="1941"/>
                      <a:pt x="3936" y="1928"/>
                    </a:cubicBezTo>
                    <a:cubicBezTo>
                      <a:pt x="3982" y="1993"/>
                      <a:pt x="4031" y="2057"/>
                      <a:pt x="4084" y="2119"/>
                    </a:cubicBezTo>
                    <a:cubicBezTo>
                      <a:pt x="4099" y="2138"/>
                      <a:pt x="4121" y="2147"/>
                      <a:pt x="4145" y="2147"/>
                    </a:cubicBezTo>
                    <a:lnTo>
                      <a:pt x="4145" y="2144"/>
                    </a:lnTo>
                    <a:cubicBezTo>
                      <a:pt x="4164" y="2144"/>
                      <a:pt x="4182" y="2141"/>
                      <a:pt x="4198" y="2131"/>
                    </a:cubicBezTo>
                    <a:cubicBezTo>
                      <a:pt x="4232" y="2101"/>
                      <a:pt x="4238" y="2048"/>
                      <a:pt x="4207" y="2014"/>
                    </a:cubicBezTo>
                    <a:cubicBezTo>
                      <a:pt x="4145" y="1943"/>
                      <a:pt x="4090" y="1872"/>
                      <a:pt x="4037" y="1795"/>
                    </a:cubicBezTo>
                    <a:cubicBezTo>
                      <a:pt x="4074" y="1743"/>
                      <a:pt x="4108" y="1694"/>
                      <a:pt x="4139" y="1641"/>
                    </a:cubicBezTo>
                    <a:cubicBezTo>
                      <a:pt x="4174" y="1579"/>
                      <a:pt x="4121" y="1521"/>
                      <a:pt x="4066" y="1521"/>
                    </a:cubicBezTo>
                    <a:close/>
                    <a:moveTo>
                      <a:pt x="8714" y="1843"/>
                    </a:moveTo>
                    <a:cubicBezTo>
                      <a:pt x="8696" y="1843"/>
                      <a:pt x="8678" y="1849"/>
                      <a:pt x="8661" y="1863"/>
                    </a:cubicBezTo>
                    <a:cubicBezTo>
                      <a:pt x="8587" y="1940"/>
                      <a:pt x="8510" y="2014"/>
                      <a:pt x="8432" y="2082"/>
                    </a:cubicBezTo>
                    <a:cubicBezTo>
                      <a:pt x="8377" y="2131"/>
                      <a:pt x="8411" y="2224"/>
                      <a:pt x="8485" y="2224"/>
                    </a:cubicBezTo>
                    <a:lnTo>
                      <a:pt x="8488" y="2224"/>
                    </a:lnTo>
                    <a:cubicBezTo>
                      <a:pt x="8506" y="2221"/>
                      <a:pt x="8525" y="2215"/>
                      <a:pt x="8537" y="2202"/>
                    </a:cubicBezTo>
                    <a:cubicBezTo>
                      <a:pt x="8621" y="2131"/>
                      <a:pt x="8701" y="2054"/>
                      <a:pt x="8778" y="1977"/>
                    </a:cubicBezTo>
                    <a:cubicBezTo>
                      <a:pt x="8826" y="1917"/>
                      <a:pt x="8775" y="1843"/>
                      <a:pt x="8714" y="1843"/>
                    </a:cubicBezTo>
                    <a:close/>
                    <a:moveTo>
                      <a:pt x="13277" y="1872"/>
                    </a:moveTo>
                    <a:cubicBezTo>
                      <a:pt x="13256" y="1872"/>
                      <a:pt x="13234" y="1881"/>
                      <a:pt x="13216" y="1903"/>
                    </a:cubicBezTo>
                    <a:cubicBezTo>
                      <a:pt x="13154" y="1987"/>
                      <a:pt x="13087" y="2064"/>
                      <a:pt x="13013" y="2138"/>
                    </a:cubicBezTo>
                    <a:cubicBezTo>
                      <a:pt x="12982" y="2168"/>
                      <a:pt x="12982" y="2221"/>
                      <a:pt x="13013" y="2252"/>
                    </a:cubicBezTo>
                    <a:cubicBezTo>
                      <a:pt x="13028" y="2267"/>
                      <a:pt x="13050" y="2276"/>
                      <a:pt x="13071" y="2276"/>
                    </a:cubicBezTo>
                    <a:cubicBezTo>
                      <a:pt x="13093" y="2276"/>
                      <a:pt x="13111" y="2267"/>
                      <a:pt x="13127" y="2252"/>
                    </a:cubicBezTo>
                    <a:cubicBezTo>
                      <a:pt x="13207" y="2175"/>
                      <a:pt x="13281" y="2088"/>
                      <a:pt x="13346" y="1999"/>
                    </a:cubicBezTo>
                    <a:cubicBezTo>
                      <a:pt x="13386" y="1936"/>
                      <a:pt x="13334" y="1872"/>
                      <a:pt x="13277" y="1872"/>
                    </a:cubicBezTo>
                    <a:close/>
                    <a:moveTo>
                      <a:pt x="10071" y="2044"/>
                    </a:moveTo>
                    <a:cubicBezTo>
                      <a:pt x="10003" y="2044"/>
                      <a:pt x="9954" y="2145"/>
                      <a:pt x="10030" y="2193"/>
                    </a:cubicBezTo>
                    <a:cubicBezTo>
                      <a:pt x="10123" y="2255"/>
                      <a:pt x="10218" y="2310"/>
                      <a:pt x="10314" y="2363"/>
                    </a:cubicBezTo>
                    <a:cubicBezTo>
                      <a:pt x="10326" y="2369"/>
                      <a:pt x="10338" y="2375"/>
                      <a:pt x="10353" y="2375"/>
                    </a:cubicBezTo>
                    <a:lnTo>
                      <a:pt x="10353" y="2375"/>
                    </a:lnTo>
                    <a:cubicBezTo>
                      <a:pt x="10438" y="2374"/>
                      <a:pt x="10464" y="2261"/>
                      <a:pt x="10391" y="2221"/>
                    </a:cubicBezTo>
                    <a:cubicBezTo>
                      <a:pt x="10298" y="2172"/>
                      <a:pt x="10209" y="2119"/>
                      <a:pt x="10120" y="2061"/>
                    </a:cubicBezTo>
                    <a:cubicBezTo>
                      <a:pt x="10103" y="2049"/>
                      <a:pt x="10087" y="2044"/>
                      <a:pt x="10071" y="2044"/>
                    </a:cubicBezTo>
                    <a:close/>
                    <a:moveTo>
                      <a:pt x="10353" y="2375"/>
                    </a:moveTo>
                    <a:lnTo>
                      <a:pt x="10353" y="2375"/>
                    </a:lnTo>
                    <a:cubicBezTo>
                      <a:pt x="10352" y="2375"/>
                      <a:pt x="10351" y="2375"/>
                      <a:pt x="10351" y="2375"/>
                    </a:cubicBezTo>
                    <a:lnTo>
                      <a:pt x="10354" y="2375"/>
                    </a:lnTo>
                    <a:cubicBezTo>
                      <a:pt x="10354" y="2375"/>
                      <a:pt x="10353" y="2375"/>
                      <a:pt x="10353" y="2375"/>
                    </a:cubicBezTo>
                    <a:close/>
                    <a:moveTo>
                      <a:pt x="3677" y="2019"/>
                    </a:moveTo>
                    <a:cubicBezTo>
                      <a:pt x="3655" y="2019"/>
                      <a:pt x="3633" y="2028"/>
                      <a:pt x="3615" y="2051"/>
                    </a:cubicBezTo>
                    <a:cubicBezTo>
                      <a:pt x="3541" y="2128"/>
                      <a:pt x="3464" y="2199"/>
                      <a:pt x="3383" y="2267"/>
                    </a:cubicBezTo>
                    <a:cubicBezTo>
                      <a:pt x="3328" y="2317"/>
                      <a:pt x="3362" y="2409"/>
                      <a:pt x="3436" y="2409"/>
                    </a:cubicBezTo>
                    <a:lnTo>
                      <a:pt x="3439" y="2409"/>
                    </a:lnTo>
                    <a:cubicBezTo>
                      <a:pt x="3457" y="2409"/>
                      <a:pt x="3476" y="2403"/>
                      <a:pt x="3488" y="2391"/>
                    </a:cubicBezTo>
                    <a:cubicBezTo>
                      <a:pt x="3575" y="2320"/>
                      <a:pt x="3655" y="2243"/>
                      <a:pt x="3732" y="2162"/>
                    </a:cubicBezTo>
                    <a:cubicBezTo>
                      <a:pt x="3799" y="2104"/>
                      <a:pt x="3741" y="2019"/>
                      <a:pt x="3677" y="2019"/>
                    </a:cubicBezTo>
                    <a:close/>
                    <a:moveTo>
                      <a:pt x="4367" y="2212"/>
                    </a:moveTo>
                    <a:cubicBezTo>
                      <a:pt x="4302" y="2212"/>
                      <a:pt x="4249" y="2300"/>
                      <a:pt x="4315" y="2357"/>
                    </a:cubicBezTo>
                    <a:cubicBezTo>
                      <a:pt x="4395" y="2431"/>
                      <a:pt x="4481" y="2502"/>
                      <a:pt x="4571" y="2569"/>
                    </a:cubicBezTo>
                    <a:cubicBezTo>
                      <a:pt x="4583" y="2579"/>
                      <a:pt x="4602" y="2585"/>
                      <a:pt x="4617" y="2585"/>
                    </a:cubicBezTo>
                    <a:cubicBezTo>
                      <a:pt x="4697" y="2585"/>
                      <a:pt x="4728" y="2483"/>
                      <a:pt x="4667" y="2437"/>
                    </a:cubicBezTo>
                    <a:cubicBezTo>
                      <a:pt x="4583" y="2375"/>
                      <a:pt x="4500" y="2310"/>
                      <a:pt x="4426" y="2239"/>
                    </a:cubicBezTo>
                    <a:cubicBezTo>
                      <a:pt x="4407" y="2220"/>
                      <a:pt x="4387" y="2212"/>
                      <a:pt x="4367" y="2212"/>
                    </a:cubicBezTo>
                    <a:close/>
                    <a:moveTo>
                      <a:pt x="526" y="2233"/>
                    </a:moveTo>
                    <a:cubicBezTo>
                      <a:pt x="466" y="2233"/>
                      <a:pt x="415" y="2307"/>
                      <a:pt x="463" y="2366"/>
                    </a:cubicBezTo>
                    <a:cubicBezTo>
                      <a:pt x="543" y="2446"/>
                      <a:pt x="629" y="2520"/>
                      <a:pt x="719" y="2588"/>
                    </a:cubicBezTo>
                    <a:cubicBezTo>
                      <a:pt x="733" y="2597"/>
                      <a:pt x="748" y="2603"/>
                      <a:pt x="766" y="2603"/>
                    </a:cubicBezTo>
                    <a:lnTo>
                      <a:pt x="766" y="2603"/>
                    </a:lnTo>
                    <a:cubicBezTo>
                      <a:pt x="845" y="2600"/>
                      <a:pt x="876" y="2501"/>
                      <a:pt x="814" y="2455"/>
                    </a:cubicBezTo>
                    <a:cubicBezTo>
                      <a:pt x="728" y="2397"/>
                      <a:pt x="651" y="2329"/>
                      <a:pt x="580" y="2255"/>
                    </a:cubicBezTo>
                    <a:cubicBezTo>
                      <a:pt x="563" y="2239"/>
                      <a:pt x="544" y="2233"/>
                      <a:pt x="526" y="2233"/>
                    </a:cubicBezTo>
                    <a:close/>
                    <a:moveTo>
                      <a:pt x="766" y="2603"/>
                    </a:moveTo>
                    <a:cubicBezTo>
                      <a:pt x="765" y="2603"/>
                      <a:pt x="765" y="2603"/>
                      <a:pt x="765" y="2603"/>
                    </a:cubicBezTo>
                    <a:lnTo>
                      <a:pt x="768" y="2603"/>
                    </a:lnTo>
                    <a:cubicBezTo>
                      <a:pt x="767" y="2603"/>
                      <a:pt x="766" y="2603"/>
                      <a:pt x="766" y="2603"/>
                    </a:cubicBezTo>
                    <a:close/>
                    <a:moveTo>
                      <a:pt x="8235" y="2265"/>
                    </a:moveTo>
                    <a:cubicBezTo>
                      <a:pt x="8219" y="2265"/>
                      <a:pt x="8202" y="2270"/>
                      <a:pt x="8186" y="2283"/>
                    </a:cubicBezTo>
                    <a:cubicBezTo>
                      <a:pt x="8102" y="2344"/>
                      <a:pt x="8013" y="2406"/>
                      <a:pt x="7924" y="2461"/>
                    </a:cubicBezTo>
                    <a:cubicBezTo>
                      <a:pt x="7856" y="2505"/>
                      <a:pt x="7887" y="2610"/>
                      <a:pt x="7967" y="2610"/>
                    </a:cubicBezTo>
                    <a:cubicBezTo>
                      <a:pt x="7982" y="2610"/>
                      <a:pt x="7998" y="2606"/>
                      <a:pt x="8010" y="2597"/>
                    </a:cubicBezTo>
                    <a:cubicBezTo>
                      <a:pt x="8102" y="2539"/>
                      <a:pt x="8195" y="2477"/>
                      <a:pt x="8284" y="2412"/>
                    </a:cubicBezTo>
                    <a:cubicBezTo>
                      <a:pt x="8354" y="2360"/>
                      <a:pt x="8303" y="2265"/>
                      <a:pt x="8235" y="2265"/>
                    </a:cubicBezTo>
                    <a:close/>
                    <a:moveTo>
                      <a:pt x="10646" y="2351"/>
                    </a:moveTo>
                    <a:cubicBezTo>
                      <a:pt x="10568" y="2351"/>
                      <a:pt x="10531" y="2466"/>
                      <a:pt x="10616" y="2505"/>
                    </a:cubicBezTo>
                    <a:cubicBezTo>
                      <a:pt x="10715" y="2548"/>
                      <a:pt x="10820" y="2585"/>
                      <a:pt x="10928" y="2616"/>
                    </a:cubicBezTo>
                    <a:cubicBezTo>
                      <a:pt x="10934" y="2619"/>
                      <a:pt x="10943" y="2619"/>
                      <a:pt x="10949" y="2619"/>
                    </a:cubicBezTo>
                    <a:cubicBezTo>
                      <a:pt x="11042" y="2619"/>
                      <a:pt x="11063" y="2489"/>
                      <a:pt x="10974" y="2461"/>
                    </a:cubicBezTo>
                    <a:cubicBezTo>
                      <a:pt x="10872" y="2431"/>
                      <a:pt x="10773" y="2394"/>
                      <a:pt x="10678" y="2357"/>
                    </a:cubicBezTo>
                    <a:cubicBezTo>
                      <a:pt x="10667" y="2352"/>
                      <a:pt x="10656" y="2351"/>
                      <a:pt x="10646" y="2351"/>
                    </a:cubicBezTo>
                    <a:close/>
                    <a:moveTo>
                      <a:pt x="12823" y="2318"/>
                    </a:moveTo>
                    <a:cubicBezTo>
                      <a:pt x="12808" y="2318"/>
                      <a:pt x="12791" y="2323"/>
                      <a:pt x="12775" y="2335"/>
                    </a:cubicBezTo>
                    <a:cubicBezTo>
                      <a:pt x="12689" y="2391"/>
                      <a:pt x="12599" y="2437"/>
                      <a:pt x="12504" y="2477"/>
                    </a:cubicBezTo>
                    <a:cubicBezTo>
                      <a:pt x="12430" y="2511"/>
                      <a:pt x="12451" y="2625"/>
                      <a:pt x="12535" y="2631"/>
                    </a:cubicBezTo>
                    <a:lnTo>
                      <a:pt x="12538" y="2628"/>
                    </a:lnTo>
                    <a:cubicBezTo>
                      <a:pt x="12547" y="2628"/>
                      <a:pt x="12556" y="2628"/>
                      <a:pt x="12565" y="2625"/>
                    </a:cubicBezTo>
                    <a:cubicBezTo>
                      <a:pt x="12670" y="2582"/>
                      <a:pt x="12769" y="2529"/>
                      <a:pt x="12865" y="2468"/>
                    </a:cubicBezTo>
                    <a:cubicBezTo>
                      <a:pt x="12940" y="2420"/>
                      <a:pt x="12892" y="2318"/>
                      <a:pt x="12823" y="2318"/>
                    </a:cubicBezTo>
                    <a:close/>
                    <a:moveTo>
                      <a:pt x="11267" y="2538"/>
                    </a:moveTo>
                    <a:cubicBezTo>
                      <a:pt x="11228" y="2538"/>
                      <a:pt x="11192" y="2564"/>
                      <a:pt x="11184" y="2603"/>
                    </a:cubicBezTo>
                    <a:cubicBezTo>
                      <a:pt x="11174" y="2647"/>
                      <a:pt x="11202" y="2690"/>
                      <a:pt x="11248" y="2699"/>
                    </a:cubicBezTo>
                    <a:cubicBezTo>
                      <a:pt x="11356" y="2721"/>
                      <a:pt x="11464" y="2739"/>
                      <a:pt x="11575" y="2748"/>
                    </a:cubicBezTo>
                    <a:lnTo>
                      <a:pt x="11585" y="2748"/>
                    </a:lnTo>
                    <a:cubicBezTo>
                      <a:pt x="11686" y="2748"/>
                      <a:pt x="11693" y="2597"/>
                      <a:pt x="11591" y="2588"/>
                    </a:cubicBezTo>
                    <a:cubicBezTo>
                      <a:pt x="11486" y="2579"/>
                      <a:pt x="11381" y="2560"/>
                      <a:pt x="11279" y="2539"/>
                    </a:cubicBezTo>
                    <a:cubicBezTo>
                      <a:pt x="11275" y="2538"/>
                      <a:pt x="11271" y="2538"/>
                      <a:pt x="11267" y="2538"/>
                    </a:cubicBezTo>
                    <a:close/>
                    <a:moveTo>
                      <a:pt x="12225" y="2562"/>
                    </a:moveTo>
                    <a:cubicBezTo>
                      <a:pt x="12221" y="2562"/>
                      <a:pt x="12216" y="2563"/>
                      <a:pt x="12211" y="2563"/>
                    </a:cubicBezTo>
                    <a:cubicBezTo>
                      <a:pt x="12109" y="2582"/>
                      <a:pt x="12007" y="2594"/>
                      <a:pt x="11902" y="2597"/>
                    </a:cubicBezTo>
                    <a:cubicBezTo>
                      <a:pt x="11804" y="2606"/>
                      <a:pt x="11804" y="2755"/>
                      <a:pt x="11905" y="2761"/>
                    </a:cubicBezTo>
                    <a:lnTo>
                      <a:pt x="11912" y="2761"/>
                    </a:lnTo>
                    <a:cubicBezTo>
                      <a:pt x="12023" y="2755"/>
                      <a:pt x="12134" y="2742"/>
                      <a:pt x="12245" y="2721"/>
                    </a:cubicBezTo>
                    <a:cubicBezTo>
                      <a:pt x="12338" y="2697"/>
                      <a:pt x="12315" y="2562"/>
                      <a:pt x="12225" y="2562"/>
                    </a:cubicBezTo>
                    <a:close/>
                    <a:moveTo>
                      <a:pt x="3183" y="2436"/>
                    </a:moveTo>
                    <a:cubicBezTo>
                      <a:pt x="3167" y="2436"/>
                      <a:pt x="3150" y="2442"/>
                      <a:pt x="3134" y="2455"/>
                    </a:cubicBezTo>
                    <a:cubicBezTo>
                      <a:pt x="3044" y="2514"/>
                      <a:pt x="2955" y="2569"/>
                      <a:pt x="2862" y="2616"/>
                    </a:cubicBezTo>
                    <a:cubicBezTo>
                      <a:pt x="2784" y="2652"/>
                      <a:pt x="2811" y="2770"/>
                      <a:pt x="2896" y="2770"/>
                    </a:cubicBezTo>
                    <a:cubicBezTo>
                      <a:pt x="2898" y="2770"/>
                      <a:pt x="2900" y="2770"/>
                      <a:pt x="2902" y="2770"/>
                    </a:cubicBezTo>
                    <a:cubicBezTo>
                      <a:pt x="2915" y="2770"/>
                      <a:pt x="2927" y="2767"/>
                      <a:pt x="2936" y="2761"/>
                    </a:cubicBezTo>
                    <a:cubicBezTo>
                      <a:pt x="3035" y="2708"/>
                      <a:pt x="3131" y="2653"/>
                      <a:pt x="3223" y="2591"/>
                    </a:cubicBezTo>
                    <a:cubicBezTo>
                      <a:pt x="3303" y="2543"/>
                      <a:pt x="3253" y="2436"/>
                      <a:pt x="3183" y="2436"/>
                    </a:cubicBezTo>
                    <a:close/>
                    <a:moveTo>
                      <a:pt x="1036" y="2603"/>
                    </a:moveTo>
                    <a:cubicBezTo>
                      <a:pt x="961" y="2603"/>
                      <a:pt x="917" y="2722"/>
                      <a:pt x="1005" y="2761"/>
                    </a:cubicBezTo>
                    <a:cubicBezTo>
                      <a:pt x="1104" y="2810"/>
                      <a:pt x="1206" y="2856"/>
                      <a:pt x="1311" y="2893"/>
                    </a:cubicBezTo>
                    <a:cubicBezTo>
                      <a:pt x="1320" y="2896"/>
                      <a:pt x="1329" y="2899"/>
                      <a:pt x="1339" y="2899"/>
                    </a:cubicBezTo>
                    <a:cubicBezTo>
                      <a:pt x="1428" y="2899"/>
                      <a:pt x="1453" y="2773"/>
                      <a:pt x="1366" y="2742"/>
                    </a:cubicBezTo>
                    <a:cubicBezTo>
                      <a:pt x="1268" y="2705"/>
                      <a:pt x="1172" y="2665"/>
                      <a:pt x="1080" y="2616"/>
                    </a:cubicBezTo>
                    <a:cubicBezTo>
                      <a:pt x="1064" y="2607"/>
                      <a:pt x="1050" y="2603"/>
                      <a:pt x="1036" y="2603"/>
                    </a:cubicBezTo>
                    <a:close/>
                    <a:moveTo>
                      <a:pt x="4887" y="2595"/>
                    </a:moveTo>
                    <a:cubicBezTo>
                      <a:pt x="4816" y="2595"/>
                      <a:pt x="4771" y="2701"/>
                      <a:pt x="4852" y="2748"/>
                    </a:cubicBezTo>
                    <a:cubicBezTo>
                      <a:pt x="4947" y="2801"/>
                      <a:pt x="5046" y="2850"/>
                      <a:pt x="5151" y="2893"/>
                    </a:cubicBezTo>
                    <a:cubicBezTo>
                      <a:pt x="5160" y="2896"/>
                      <a:pt x="5169" y="2899"/>
                      <a:pt x="5182" y="2899"/>
                    </a:cubicBezTo>
                    <a:lnTo>
                      <a:pt x="5182" y="2896"/>
                    </a:lnTo>
                    <a:cubicBezTo>
                      <a:pt x="5268" y="2896"/>
                      <a:pt x="5290" y="2779"/>
                      <a:pt x="5212" y="2742"/>
                    </a:cubicBezTo>
                    <a:cubicBezTo>
                      <a:pt x="5114" y="2702"/>
                      <a:pt x="5021" y="2656"/>
                      <a:pt x="4929" y="2606"/>
                    </a:cubicBezTo>
                    <a:cubicBezTo>
                      <a:pt x="4914" y="2598"/>
                      <a:pt x="4900" y="2595"/>
                      <a:pt x="4887" y="2595"/>
                    </a:cubicBezTo>
                    <a:close/>
                    <a:moveTo>
                      <a:pt x="7683" y="2605"/>
                    </a:moveTo>
                    <a:cubicBezTo>
                      <a:pt x="7672" y="2605"/>
                      <a:pt x="7661" y="2608"/>
                      <a:pt x="7649" y="2613"/>
                    </a:cubicBezTo>
                    <a:cubicBezTo>
                      <a:pt x="7553" y="2662"/>
                      <a:pt x="7458" y="2705"/>
                      <a:pt x="7359" y="2742"/>
                    </a:cubicBezTo>
                    <a:cubicBezTo>
                      <a:pt x="7279" y="2776"/>
                      <a:pt x="7301" y="2896"/>
                      <a:pt x="7390" y="2899"/>
                    </a:cubicBezTo>
                    <a:cubicBezTo>
                      <a:pt x="7399" y="2899"/>
                      <a:pt x="7408" y="2896"/>
                      <a:pt x="7418" y="2893"/>
                    </a:cubicBezTo>
                    <a:cubicBezTo>
                      <a:pt x="7520" y="2853"/>
                      <a:pt x="7621" y="2807"/>
                      <a:pt x="7720" y="2758"/>
                    </a:cubicBezTo>
                    <a:cubicBezTo>
                      <a:pt x="7798" y="2714"/>
                      <a:pt x="7756" y="2605"/>
                      <a:pt x="7683" y="2605"/>
                    </a:cubicBezTo>
                    <a:close/>
                    <a:moveTo>
                      <a:pt x="2609" y="2736"/>
                    </a:moveTo>
                    <a:cubicBezTo>
                      <a:pt x="2599" y="2736"/>
                      <a:pt x="2589" y="2738"/>
                      <a:pt x="2578" y="2742"/>
                    </a:cubicBezTo>
                    <a:cubicBezTo>
                      <a:pt x="2480" y="2776"/>
                      <a:pt x="2381" y="2804"/>
                      <a:pt x="2279" y="2822"/>
                    </a:cubicBezTo>
                    <a:cubicBezTo>
                      <a:pt x="2184" y="2841"/>
                      <a:pt x="2196" y="2980"/>
                      <a:pt x="2292" y="2983"/>
                    </a:cubicBezTo>
                    <a:lnTo>
                      <a:pt x="2307" y="2983"/>
                    </a:lnTo>
                    <a:cubicBezTo>
                      <a:pt x="2418" y="2961"/>
                      <a:pt x="2526" y="2933"/>
                      <a:pt x="2631" y="2896"/>
                    </a:cubicBezTo>
                    <a:cubicBezTo>
                      <a:pt x="2725" y="2863"/>
                      <a:pt x="2690" y="2736"/>
                      <a:pt x="2609" y="2736"/>
                    </a:cubicBezTo>
                    <a:close/>
                    <a:moveTo>
                      <a:pt x="1642" y="2822"/>
                    </a:moveTo>
                    <a:cubicBezTo>
                      <a:pt x="1550" y="2822"/>
                      <a:pt x="1529" y="2968"/>
                      <a:pt x="1635" y="2983"/>
                    </a:cubicBezTo>
                    <a:cubicBezTo>
                      <a:pt x="1743" y="3004"/>
                      <a:pt x="1851" y="3014"/>
                      <a:pt x="1959" y="3014"/>
                    </a:cubicBezTo>
                    <a:lnTo>
                      <a:pt x="1974" y="3014"/>
                    </a:lnTo>
                    <a:cubicBezTo>
                      <a:pt x="2017" y="3014"/>
                      <a:pt x="2048" y="2977"/>
                      <a:pt x="2048" y="2933"/>
                    </a:cubicBezTo>
                    <a:cubicBezTo>
                      <a:pt x="2045" y="2889"/>
                      <a:pt x="2008" y="2853"/>
                      <a:pt x="1967" y="2853"/>
                    </a:cubicBezTo>
                    <a:cubicBezTo>
                      <a:pt x="1965" y="2853"/>
                      <a:pt x="1963" y="2853"/>
                      <a:pt x="1962" y="2853"/>
                    </a:cubicBezTo>
                    <a:cubicBezTo>
                      <a:pt x="1860" y="2853"/>
                      <a:pt x="1761" y="2844"/>
                      <a:pt x="1666" y="2825"/>
                    </a:cubicBezTo>
                    <a:cubicBezTo>
                      <a:pt x="1657" y="2823"/>
                      <a:pt x="1649" y="2822"/>
                      <a:pt x="1642" y="2822"/>
                    </a:cubicBezTo>
                    <a:close/>
                    <a:moveTo>
                      <a:pt x="7085" y="2836"/>
                    </a:moveTo>
                    <a:cubicBezTo>
                      <a:pt x="7078" y="2836"/>
                      <a:pt x="7071" y="2837"/>
                      <a:pt x="7063" y="2841"/>
                    </a:cubicBezTo>
                    <a:cubicBezTo>
                      <a:pt x="6961" y="2869"/>
                      <a:pt x="6859" y="2893"/>
                      <a:pt x="6755" y="2909"/>
                    </a:cubicBezTo>
                    <a:cubicBezTo>
                      <a:pt x="6654" y="2924"/>
                      <a:pt x="6665" y="3069"/>
                      <a:pt x="6764" y="3069"/>
                    </a:cubicBezTo>
                    <a:cubicBezTo>
                      <a:pt x="6765" y="3069"/>
                      <a:pt x="6766" y="3069"/>
                      <a:pt x="6767" y="3069"/>
                    </a:cubicBezTo>
                    <a:lnTo>
                      <a:pt x="6770" y="3072"/>
                    </a:lnTo>
                    <a:cubicBezTo>
                      <a:pt x="6773" y="3069"/>
                      <a:pt x="6776" y="3069"/>
                      <a:pt x="6782" y="3069"/>
                    </a:cubicBezTo>
                    <a:cubicBezTo>
                      <a:pt x="6890" y="3051"/>
                      <a:pt x="6998" y="3026"/>
                      <a:pt x="7106" y="2995"/>
                    </a:cubicBezTo>
                    <a:cubicBezTo>
                      <a:pt x="7190" y="2984"/>
                      <a:pt x="7155" y="2836"/>
                      <a:pt x="7085" y="2836"/>
                    </a:cubicBezTo>
                    <a:close/>
                    <a:moveTo>
                      <a:pt x="5496" y="2846"/>
                    </a:moveTo>
                    <a:cubicBezTo>
                      <a:pt x="5413" y="2846"/>
                      <a:pt x="5383" y="2966"/>
                      <a:pt x="5465" y="3001"/>
                    </a:cubicBezTo>
                    <a:cubicBezTo>
                      <a:pt x="5573" y="3032"/>
                      <a:pt x="5681" y="3057"/>
                      <a:pt x="5789" y="3072"/>
                    </a:cubicBezTo>
                    <a:cubicBezTo>
                      <a:pt x="5792" y="3074"/>
                      <a:pt x="5795" y="3074"/>
                      <a:pt x="5797" y="3074"/>
                    </a:cubicBezTo>
                    <a:cubicBezTo>
                      <a:pt x="5799" y="3074"/>
                      <a:pt x="5802" y="3074"/>
                      <a:pt x="5805" y="3072"/>
                    </a:cubicBezTo>
                    <a:lnTo>
                      <a:pt x="5805" y="3075"/>
                    </a:lnTo>
                    <a:cubicBezTo>
                      <a:pt x="5903" y="3075"/>
                      <a:pt x="5916" y="2933"/>
                      <a:pt x="5817" y="2915"/>
                    </a:cubicBezTo>
                    <a:cubicBezTo>
                      <a:pt x="5715" y="2899"/>
                      <a:pt x="5610" y="2875"/>
                      <a:pt x="5509" y="2847"/>
                    </a:cubicBezTo>
                    <a:cubicBezTo>
                      <a:pt x="5504" y="2846"/>
                      <a:pt x="5500" y="2846"/>
                      <a:pt x="5496" y="2846"/>
                    </a:cubicBezTo>
                    <a:close/>
                    <a:moveTo>
                      <a:pt x="6123" y="2946"/>
                    </a:moveTo>
                    <a:cubicBezTo>
                      <a:pt x="6020" y="2946"/>
                      <a:pt x="6013" y="3103"/>
                      <a:pt x="6119" y="3109"/>
                    </a:cubicBezTo>
                    <a:cubicBezTo>
                      <a:pt x="6172" y="3112"/>
                      <a:pt x="6227" y="3112"/>
                      <a:pt x="6280" y="3112"/>
                    </a:cubicBezTo>
                    <a:cubicBezTo>
                      <a:pt x="6338" y="3112"/>
                      <a:pt x="6394" y="3109"/>
                      <a:pt x="6452" y="3109"/>
                    </a:cubicBezTo>
                    <a:cubicBezTo>
                      <a:pt x="6554" y="3097"/>
                      <a:pt x="6548" y="2949"/>
                      <a:pt x="6446" y="2946"/>
                    </a:cubicBezTo>
                    <a:lnTo>
                      <a:pt x="6443" y="2946"/>
                    </a:lnTo>
                    <a:cubicBezTo>
                      <a:pt x="6391" y="2949"/>
                      <a:pt x="6338" y="2950"/>
                      <a:pt x="6286" y="2950"/>
                    </a:cubicBezTo>
                    <a:cubicBezTo>
                      <a:pt x="6233" y="2950"/>
                      <a:pt x="6181" y="2949"/>
                      <a:pt x="6128" y="2946"/>
                    </a:cubicBezTo>
                    <a:cubicBezTo>
                      <a:pt x="6126" y="2946"/>
                      <a:pt x="6125" y="2946"/>
                      <a:pt x="6123" y="294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9"/>
              <p:cNvSpPr/>
              <p:nvPr/>
            </p:nvSpPr>
            <p:spPr>
              <a:xfrm>
                <a:off x="8708991" y="3277577"/>
                <a:ext cx="164307" cy="158066"/>
              </a:xfrm>
              <a:custGeom>
                <a:avLst/>
                <a:gdLst/>
                <a:ahLst/>
                <a:cxnLst/>
                <a:rect l="l" t="t" r="r" b="b"/>
                <a:pathLst>
                  <a:path w="2580" h="2482" extrusionOk="0">
                    <a:moveTo>
                      <a:pt x="800" y="227"/>
                    </a:moveTo>
                    <a:lnTo>
                      <a:pt x="800" y="227"/>
                    </a:lnTo>
                    <a:cubicBezTo>
                      <a:pt x="895" y="304"/>
                      <a:pt x="1056" y="439"/>
                      <a:pt x="1265" y="628"/>
                    </a:cubicBezTo>
                    <a:cubicBezTo>
                      <a:pt x="1151" y="689"/>
                      <a:pt x="1022" y="757"/>
                      <a:pt x="886" y="831"/>
                    </a:cubicBezTo>
                    <a:cubicBezTo>
                      <a:pt x="831" y="523"/>
                      <a:pt x="809" y="335"/>
                      <a:pt x="800" y="227"/>
                    </a:cubicBezTo>
                    <a:close/>
                    <a:moveTo>
                      <a:pt x="2070" y="452"/>
                    </a:moveTo>
                    <a:cubicBezTo>
                      <a:pt x="2024" y="631"/>
                      <a:pt x="1962" y="806"/>
                      <a:pt x="1888" y="973"/>
                    </a:cubicBezTo>
                    <a:cubicBezTo>
                      <a:pt x="1777" y="871"/>
                      <a:pt x="1663" y="766"/>
                      <a:pt x="1552" y="665"/>
                    </a:cubicBezTo>
                    <a:cubicBezTo>
                      <a:pt x="1861" y="513"/>
                      <a:pt x="2003" y="467"/>
                      <a:pt x="2070" y="452"/>
                    </a:cubicBezTo>
                    <a:close/>
                    <a:moveTo>
                      <a:pt x="766" y="1081"/>
                    </a:moveTo>
                    <a:cubicBezTo>
                      <a:pt x="794" y="1226"/>
                      <a:pt x="824" y="1374"/>
                      <a:pt x="855" y="1519"/>
                    </a:cubicBezTo>
                    <a:cubicBezTo>
                      <a:pt x="472" y="1467"/>
                      <a:pt x="302" y="1421"/>
                      <a:pt x="226" y="1391"/>
                    </a:cubicBezTo>
                    <a:lnTo>
                      <a:pt x="226" y="1391"/>
                    </a:lnTo>
                    <a:cubicBezTo>
                      <a:pt x="338" y="1326"/>
                      <a:pt x="537" y="1209"/>
                      <a:pt x="766" y="1081"/>
                    </a:cubicBezTo>
                    <a:close/>
                    <a:moveTo>
                      <a:pt x="1398" y="745"/>
                    </a:moveTo>
                    <a:cubicBezTo>
                      <a:pt x="1537" y="871"/>
                      <a:pt x="1685" y="1004"/>
                      <a:pt x="1821" y="1133"/>
                    </a:cubicBezTo>
                    <a:cubicBezTo>
                      <a:pt x="1756" y="1288"/>
                      <a:pt x="1685" y="1445"/>
                      <a:pt x="1611" y="1590"/>
                    </a:cubicBezTo>
                    <a:cubicBezTo>
                      <a:pt x="1395" y="1574"/>
                      <a:pt x="1198" y="1556"/>
                      <a:pt x="1025" y="1537"/>
                    </a:cubicBezTo>
                    <a:cubicBezTo>
                      <a:pt x="985" y="1362"/>
                      <a:pt x="948" y="1177"/>
                      <a:pt x="917" y="998"/>
                    </a:cubicBezTo>
                    <a:cubicBezTo>
                      <a:pt x="1093" y="902"/>
                      <a:pt x="1253" y="816"/>
                      <a:pt x="1398" y="745"/>
                    </a:cubicBezTo>
                    <a:close/>
                    <a:moveTo>
                      <a:pt x="1947" y="1251"/>
                    </a:moveTo>
                    <a:cubicBezTo>
                      <a:pt x="2151" y="1451"/>
                      <a:pt x="2262" y="1565"/>
                      <a:pt x="2317" y="1633"/>
                    </a:cubicBezTo>
                    <a:cubicBezTo>
                      <a:pt x="2200" y="1627"/>
                      <a:pt x="2009" y="1618"/>
                      <a:pt x="1787" y="1602"/>
                    </a:cubicBezTo>
                    <a:cubicBezTo>
                      <a:pt x="1839" y="1488"/>
                      <a:pt x="1895" y="1371"/>
                      <a:pt x="1947" y="1251"/>
                    </a:cubicBezTo>
                    <a:close/>
                    <a:moveTo>
                      <a:pt x="1062" y="1704"/>
                    </a:moveTo>
                    <a:lnTo>
                      <a:pt x="1062" y="1704"/>
                    </a:lnTo>
                    <a:cubicBezTo>
                      <a:pt x="1204" y="1719"/>
                      <a:pt x="1364" y="1735"/>
                      <a:pt x="1534" y="1747"/>
                    </a:cubicBezTo>
                    <a:cubicBezTo>
                      <a:pt x="1373" y="2065"/>
                      <a:pt x="1268" y="2225"/>
                      <a:pt x="1213" y="2287"/>
                    </a:cubicBezTo>
                    <a:cubicBezTo>
                      <a:pt x="1182" y="2197"/>
                      <a:pt x="1130" y="2012"/>
                      <a:pt x="1062" y="1704"/>
                    </a:cubicBezTo>
                    <a:close/>
                    <a:moveTo>
                      <a:pt x="735" y="0"/>
                    </a:moveTo>
                    <a:cubicBezTo>
                      <a:pt x="708" y="0"/>
                      <a:pt x="683" y="10"/>
                      <a:pt x="664" y="29"/>
                    </a:cubicBezTo>
                    <a:cubicBezTo>
                      <a:pt x="636" y="66"/>
                      <a:pt x="593" y="116"/>
                      <a:pt x="735" y="914"/>
                    </a:cubicBezTo>
                    <a:cubicBezTo>
                      <a:pt x="362" y="1121"/>
                      <a:pt x="53" y="1303"/>
                      <a:pt x="50" y="1303"/>
                    </a:cubicBezTo>
                    <a:cubicBezTo>
                      <a:pt x="29" y="1318"/>
                      <a:pt x="13" y="1340"/>
                      <a:pt x="13" y="1365"/>
                    </a:cubicBezTo>
                    <a:cubicBezTo>
                      <a:pt x="1" y="1497"/>
                      <a:pt x="143" y="1596"/>
                      <a:pt x="889" y="1685"/>
                    </a:cubicBezTo>
                    <a:cubicBezTo>
                      <a:pt x="948" y="1938"/>
                      <a:pt x="1037" y="2321"/>
                      <a:pt x="1096" y="2423"/>
                    </a:cubicBezTo>
                    <a:cubicBezTo>
                      <a:pt x="1114" y="2460"/>
                      <a:pt x="1151" y="2481"/>
                      <a:pt x="1191" y="2481"/>
                    </a:cubicBezTo>
                    <a:cubicBezTo>
                      <a:pt x="1247" y="2481"/>
                      <a:pt x="1352" y="2481"/>
                      <a:pt x="1710" y="1763"/>
                    </a:cubicBezTo>
                    <a:cubicBezTo>
                      <a:pt x="2117" y="1787"/>
                      <a:pt x="2434" y="1800"/>
                      <a:pt x="2441" y="1800"/>
                    </a:cubicBezTo>
                    <a:cubicBezTo>
                      <a:pt x="2443" y="1800"/>
                      <a:pt x="2446" y="1800"/>
                      <a:pt x="2448" y="1800"/>
                    </a:cubicBezTo>
                    <a:cubicBezTo>
                      <a:pt x="2485" y="1800"/>
                      <a:pt x="2519" y="1779"/>
                      <a:pt x="2533" y="1741"/>
                    </a:cubicBezTo>
                    <a:cubicBezTo>
                      <a:pt x="2558" y="1682"/>
                      <a:pt x="2579" y="1633"/>
                      <a:pt x="2012" y="1093"/>
                    </a:cubicBezTo>
                    <a:cubicBezTo>
                      <a:pt x="2126" y="822"/>
                      <a:pt x="2249" y="495"/>
                      <a:pt x="2237" y="387"/>
                    </a:cubicBezTo>
                    <a:cubicBezTo>
                      <a:pt x="2234" y="341"/>
                      <a:pt x="2197" y="285"/>
                      <a:pt x="2107" y="285"/>
                    </a:cubicBezTo>
                    <a:cubicBezTo>
                      <a:pt x="2040" y="285"/>
                      <a:pt x="1895" y="313"/>
                      <a:pt x="1423" y="550"/>
                    </a:cubicBezTo>
                    <a:cubicBezTo>
                      <a:pt x="1198" y="350"/>
                      <a:pt x="843" y="42"/>
                      <a:pt x="775" y="8"/>
                    </a:cubicBezTo>
                    <a:cubicBezTo>
                      <a:pt x="762" y="3"/>
                      <a:pt x="749" y="0"/>
                      <a:pt x="7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9"/>
              <p:cNvSpPr/>
              <p:nvPr/>
            </p:nvSpPr>
            <p:spPr>
              <a:xfrm>
                <a:off x="6815220" y="4899330"/>
                <a:ext cx="115525" cy="116098"/>
              </a:xfrm>
              <a:custGeom>
                <a:avLst/>
                <a:gdLst/>
                <a:ahLst/>
                <a:cxnLst/>
                <a:rect l="l" t="t" r="r" b="b"/>
                <a:pathLst>
                  <a:path w="1814" h="1823" extrusionOk="0">
                    <a:moveTo>
                      <a:pt x="969" y="234"/>
                    </a:moveTo>
                    <a:cubicBezTo>
                      <a:pt x="991" y="315"/>
                      <a:pt x="1018" y="416"/>
                      <a:pt x="1034" y="484"/>
                    </a:cubicBezTo>
                    <a:cubicBezTo>
                      <a:pt x="1077" y="666"/>
                      <a:pt x="1089" y="706"/>
                      <a:pt x="1111" y="737"/>
                    </a:cubicBezTo>
                    <a:cubicBezTo>
                      <a:pt x="1132" y="768"/>
                      <a:pt x="1166" y="783"/>
                      <a:pt x="1345" y="845"/>
                    </a:cubicBezTo>
                    <a:cubicBezTo>
                      <a:pt x="1410" y="870"/>
                      <a:pt x="1506" y="904"/>
                      <a:pt x="1577" y="935"/>
                    </a:cubicBezTo>
                    <a:cubicBezTo>
                      <a:pt x="1478" y="978"/>
                      <a:pt x="1311" y="1039"/>
                      <a:pt x="1169" y="1092"/>
                    </a:cubicBezTo>
                    <a:cubicBezTo>
                      <a:pt x="1148" y="1098"/>
                      <a:pt x="1129" y="1113"/>
                      <a:pt x="1120" y="1135"/>
                    </a:cubicBezTo>
                    <a:cubicBezTo>
                      <a:pt x="1049" y="1302"/>
                      <a:pt x="960" y="1490"/>
                      <a:pt x="901" y="1595"/>
                    </a:cubicBezTo>
                    <a:cubicBezTo>
                      <a:pt x="861" y="1481"/>
                      <a:pt x="802" y="1280"/>
                      <a:pt x="759" y="1107"/>
                    </a:cubicBezTo>
                    <a:cubicBezTo>
                      <a:pt x="753" y="1076"/>
                      <a:pt x="728" y="1052"/>
                      <a:pt x="698" y="1046"/>
                    </a:cubicBezTo>
                    <a:cubicBezTo>
                      <a:pt x="528" y="1015"/>
                      <a:pt x="334" y="972"/>
                      <a:pt x="226" y="941"/>
                    </a:cubicBezTo>
                    <a:cubicBezTo>
                      <a:pt x="392" y="854"/>
                      <a:pt x="565" y="774"/>
                      <a:pt x="738" y="706"/>
                    </a:cubicBezTo>
                    <a:cubicBezTo>
                      <a:pt x="759" y="697"/>
                      <a:pt x="775" y="682"/>
                      <a:pt x="784" y="660"/>
                    </a:cubicBezTo>
                    <a:cubicBezTo>
                      <a:pt x="839" y="515"/>
                      <a:pt x="901" y="373"/>
                      <a:pt x="969" y="234"/>
                    </a:cubicBezTo>
                    <a:close/>
                    <a:moveTo>
                      <a:pt x="987" y="0"/>
                    </a:moveTo>
                    <a:cubicBezTo>
                      <a:pt x="938" y="0"/>
                      <a:pt x="864" y="0"/>
                      <a:pt x="645" y="571"/>
                    </a:cubicBezTo>
                    <a:cubicBezTo>
                      <a:pt x="37" y="814"/>
                      <a:pt x="16" y="895"/>
                      <a:pt x="7" y="928"/>
                    </a:cubicBezTo>
                    <a:cubicBezTo>
                      <a:pt x="0" y="956"/>
                      <a:pt x="7" y="984"/>
                      <a:pt x="22" y="1009"/>
                    </a:cubicBezTo>
                    <a:cubicBezTo>
                      <a:pt x="37" y="1030"/>
                      <a:pt x="84" y="1092"/>
                      <a:pt x="614" y="1197"/>
                    </a:cubicBezTo>
                    <a:cubicBezTo>
                      <a:pt x="775" y="1823"/>
                      <a:pt x="830" y="1823"/>
                      <a:pt x="889" y="1823"/>
                    </a:cubicBezTo>
                    <a:lnTo>
                      <a:pt x="895" y="1823"/>
                    </a:lnTo>
                    <a:cubicBezTo>
                      <a:pt x="944" y="1820"/>
                      <a:pt x="1000" y="1817"/>
                      <a:pt x="1256" y="1231"/>
                    </a:cubicBezTo>
                    <a:cubicBezTo>
                      <a:pt x="1413" y="1175"/>
                      <a:pt x="1715" y="1064"/>
                      <a:pt x="1780" y="1006"/>
                    </a:cubicBezTo>
                    <a:cubicBezTo>
                      <a:pt x="1802" y="984"/>
                      <a:pt x="1814" y="950"/>
                      <a:pt x="1811" y="919"/>
                    </a:cubicBezTo>
                    <a:cubicBezTo>
                      <a:pt x="1796" y="845"/>
                      <a:pt x="1715" y="805"/>
                      <a:pt x="1404" y="694"/>
                    </a:cubicBezTo>
                    <a:cubicBezTo>
                      <a:pt x="1345" y="672"/>
                      <a:pt x="1274" y="648"/>
                      <a:pt x="1240" y="632"/>
                    </a:cubicBezTo>
                    <a:cubicBezTo>
                      <a:pt x="1231" y="598"/>
                      <a:pt x="1209" y="515"/>
                      <a:pt x="1194" y="447"/>
                    </a:cubicBezTo>
                    <a:cubicBezTo>
                      <a:pt x="1139" y="228"/>
                      <a:pt x="1105" y="93"/>
                      <a:pt x="1065" y="40"/>
                    </a:cubicBezTo>
                    <a:cubicBezTo>
                      <a:pt x="1046" y="15"/>
                      <a:pt x="1018" y="3"/>
                      <a:pt x="98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5" name="Google Shape;995;p9"/>
            <p:cNvGrpSpPr/>
            <p:nvPr/>
          </p:nvGrpSpPr>
          <p:grpSpPr>
            <a:xfrm>
              <a:off x="7796591" y="4349533"/>
              <a:ext cx="367879" cy="258973"/>
              <a:chOff x="8341725" y="115829"/>
              <a:chExt cx="267198" cy="188098"/>
            </a:xfrm>
          </p:grpSpPr>
          <p:sp>
            <p:nvSpPr>
              <p:cNvPr id="996" name="Google Shape;996;p9"/>
              <p:cNvSpPr/>
              <p:nvPr/>
            </p:nvSpPr>
            <p:spPr>
              <a:xfrm>
                <a:off x="8405670" y="188118"/>
                <a:ext cx="107912" cy="91561"/>
              </a:xfrm>
              <a:custGeom>
                <a:avLst/>
                <a:gdLst/>
                <a:ahLst/>
                <a:cxnLst/>
                <a:rect l="l" t="t" r="r" b="b"/>
                <a:pathLst>
                  <a:path w="2884" h="2447" extrusionOk="0">
                    <a:moveTo>
                      <a:pt x="1471" y="0"/>
                    </a:moveTo>
                    <a:cubicBezTo>
                      <a:pt x="674" y="0"/>
                      <a:pt x="207" y="963"/>
                      <a:pt x="0" y="1543"/>
                    </a:cubicBezTo>
                    <a:lnTo>
                      <a:pt x="509" y="1710"/>
                    </a:lnTo>
                    <a:cubicBezTo>
                      <a:pt x="509" y="1710"/>
                      <a:pt x="918" y="578"/>
                      <a:pt x="1479" y="578"/>
                    </a:cubicBezTo>
                    <a:cubicBezTo>
                      <a:pt x="1552" y="578"/>
                      <a:pt x="1626" y="597"/>
                      <a:pt x="1703" y="639"/>
                    </a:cubicBezTo>
                    <a:cubicBezTo>
                      <a:pt x="2375" y="1009"/>
                      <a:pt x="2030" y="2212"/>
                      <a:pt x="2030" y="2212"/>
                    </a:cubicBezTo>
                    <a:lnTo>
                      <a:pt x="2647" y="2447"/>
                    </a:lnTo>
                    <a:cubicBezTo>
                      <a:pt x="2770" y="1759"/>
                      <a:pt x="2884" y="312"/>
                      <a:pt x="1724" y="32"/>
                    </a:cubicBezTo>
                    <a:cubicBezTo>
                      <a:pt x="1636" y="10"/>
                      <a:pt x="1552" y="0"/>
                      <a:pt x="1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9"/>
              <p:cNvSpPr/>
              <p:nvPr/>
            </p:nvSpPr>
            <p:spPr>
              <a:xfrm>
                <a:off x="8341725" y="115829"/>
                <a:ext cx="267198" cy="188098"/>
              </a:xfrm>
              <a:custGeom>
                <a:avLst/>
                <a:gdLst/>
                <a:ahLst/>
                <a:cxnLst/>
                <a:rect l="l" t="t" r="r" b="b"/>
                <a:pathLst>
                  <a:path w="7141" h="5027" extrusionOk="0">
                    <a:moveTo>
                      <a:pt x="3198" y="0"/>
                    </a:moveTo>
                    <a:cubicBezTo>
                      <a:pt x="998" y="0"/>
                      <a:pt x="1" y="2926"/>
                      <a:pt x="1" y="2926"/>
                    </a:cubicBezTo>
                    <a:lnTo>
                      <a:pt x="475" y="3080"/>
                    </a:lnTo>
                    <a:cubicBezTo>
                      <a:pt x="742" y="2290"/>
                      <a:pt x="1495" y="619"/>
                      <a:pt x="3054" y="619"/>
                    </a:cubicBezTo>
                    <a:cubicBezTo>
                      <a:pt x="3284" y="619"/>
                      <a:pt x="3531" y="655"/>
                      <a:pt x="3797" y="736"/>
                    </a:cubicBezTo>
                    <a:cubicBezTo>
                      <a:pt x="6456" y="1541"/>
                      <a:pt x="5916" y="4018"/>
                      <a:pt x="5648" y="4866"/>
                    </a:cubicBezTo>
                    <a:lnTo>
                      <a:pt x="6067" y="5026"/>
                    </a:lnTo>
                    <a:cubicBezTo>
                      <a:pt x="6067" y="5026"/>
                      <a:pt x="7141" y="1301"/>
                      <a:pt x="4223" y="199"/>
                    </a:cubicBezTo>
                    <a:cubicBezTo>
                      <a:pt x="3856" y="61"/>
                      <a:pt x="3515" y="0"/>
                      <a:pt x="31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9"/>
              <p:cNvSpPr/>
              <p:nvPr/>
            </p:nvSpPr>
            <p:spPr>
              <a:xfrm>
                <a:off x="8359386" y="138953"/>
                <a:ext cx="223906" cy="158950"/>
              </a:xfrm>
              <a:custGeom>
                <a:avLst/>
                <a:gdLst/>
                <a:ahLst/>
                <a:cxnLst/>
                <a:rect l="l" t="t" r="r" b="b"/>
                <a:pathLst>
                  <a:path w="5984" h="4248" extrusionOk="0">
                    <a:moveTo>
                      <a:pt x="2582" y="1"/>
                    </a:moveTo>
                    <a:cubicBezTo>
                      <a:pt x="1023" y="1"/>
                      <a:pt x="269" y="1672"/>
                      <a:pt x="0" y="2459"/>
                    </a:cubicBezTo>
                    <a:lnTo>
                      <a:pt x="627" y="2660"/>
                    </a:lnTo>
                    <a:cubicBezTo>
                      <a:pt x="890" y="1900"/>
                      <a:pt x="1508" y="619"/>
                      <a:pt x="2695" y="619"/>
                    </a:cubicBezTo>
                    <a:cubicBezTo>
                      <a:pt x="2983" y="619"/>
                      <a:pt x="3304" y="694"/>
                      <a:pt x="3661" y="871"/>
                    </a:cubicBezTo>
                    <a:cubicBezTo>
                      <a:pt x="4861" y="1463"/>
                      <a:pt x="4710" y="3199"/>
                      <a:pt x="4562" y="4017"/>
                    </a:cubicBezTo>
                    <a:lnTo>
                      <a:pt x="5173" y="4248"/>
                    </a:lnTo>
                    <a:cubicBezTo>
                      <a:pt x="5444" y="3400"/>
                      <a:pt x="5984" y="923"/>
                      <a:pt x="3325" y="118"/>
                    </a:cubicBezTo>
                    <a:cubicBezTo>
                      <a:pt x="3059" y="37"/>
                      <a:pt x="2812" y="1"/>
                      <a:pt x="258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9"/>
              <p:cNvSpPr/>
              <p:nvPr/>
            </p:nvSpPr>
            <p:spPr>
              <a:xfrm>
                <a:off x="8382696" y="162076"/>
                <a:ext cx="158613" cy="127182"/>
              </a:xfrm>
              <a:custGeom>
                <a:avLst/>
                <a:gdLst/>
                <a:ahLst/>
                <a:cxnLst/>
                <a:rect l="l" t="t" r="r" b="b"/>
                <a:pathLst>
                  <a:path w="4239" h="3399" extrusionOk="0">
                    <a:moveTo>
                      <a:pt x="2072" y="1"/>
                    </a:moveTo>
                    <a:cubicBezTo>
                      <a:pt x="884" y="1"/>
                      <a:pt x="264" y="1282"/>
                      <a:pt x="0" y="2042"/>
                    </a:cubicBezTo>
                    <a:lnTo>
                      <a:pt x="614" y="2239"/>
                    </a:lnTo>
                    <a:cubicBezTo>
                      <a:pt x="824" y="1659"/>
                      <a:pt x="1288" y="696"/>
                      <a:pt x="2085" y="696"/>
                    </a:cubicBezTo>
                    <a:cubicBezTo>
                      <a:pt x="2166" y="696"/>
                      <a:pt x="2250" y="706"/>
                      <a:pt x="2338" y="728"/>
                    </a:cubicBezTo>
                    <a:cubicBezTo>
                      <a:pt x="3498" y="1008"/>
                      <a:pt x="3384" y="2455"/>
                      <a:pt x="3261" y="3140"/>
                    </a:cubicBezTo>
                    <a:lnTo>
                      <a:pt x="3939" y="3399"/>
                    </a:lnTo>
                    <a:cubicBezTo>
                      <a:pt x="4084" y="2581"/>
                      <a:pt x="4238" y="845"/>
                      <a:pt x="3038" y="253"/>
                    </a:cubicBezTo>
                    <a:cubicBezTo>
                      <a:pt x="2681" y="76"/>
                      <a:pt x="2360" y="1"/>
                      <a:pt x="20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9"/>
              <p:cNvSpPr/>
              <p:nvPr/>
            </p:nvSpPr>
            <p:spPr>
              <a:xfrm>
                <a:off x="8355644" y="135024"/>
                <a:ext cx="241044" cy="163814"/>
              </a:xfrm>
              <a:custGeom>
                <a:avLst/>
                <a:gdLst/>
                <a:ahLst/>
                <a:cxnLst/>
                <a:rect l="l" t="t" r="r" b="b"/>
                <a:pathLst>
                  <a:path w="6442" h="4378" extrusionOk="0">
                    <a:moveTo>
                      <a:pt x="2825" y="0"/>
                    </a:moveTo>
                    <a:cubicBezTo>
                      <a:pt x="2536" y="0"/>
                      <a:pt x="2256" y="58"/>
                      <a:pt x="1985" y="174"/>
                    </a:cubicBezTo>
                    <a:cubicBezTo>
                      <a:pt x="671" y="738"/>
                      <a:pt x="48" y="2465"/>
                      <a:pt x="23" y="2536"/>
                    </a:cubicBezTo>
                    <a:cubicBezTo>
                      <a:pt x="0" y="2602"/>
                      <a:pt x="51" y="2647"/>
                      <a:pt x="102" y="2647"/>
                    </a:cubicBezTo>
                    <a:cubicBezTo>
                      <a:pt x="133" y="2647"/>
                      <a:pt x="164" y="2630"/>
                      <a:pt x="178" y="2592"/>
                    </a:cubicBezTo>
                    <a:cubicBezTo>
                      <a:pt x="184" y="2573"/>
                      <a:pt x="801" y="862"/>
                      <a:pt x="2050" y="322"/>
                    </a:cubicBezTo>
                    <a:cubicBezTo>
                      <a:pt x="2299" y="216"/>
                      <a:pt x="2558" y="163"/>
                      <a:pt x="2824" y="163"/>
                    </a:cubicBezTo>
                    <a:cubicBezTo>
                      <a:pt x="3140" y="163"/>
                      <a:pt x="3467" y="238"/>
                      <a:pt x="3802" y="387"/>
                    </a:cubicBezTo>
                    <a:cubicBezTo>
                      <a:pt x="4822" y="843"/>
                      <a:pt x="5368" y="1630"/>
                      <a:pt x="5424" y="2728"/>
                    </a:cubicBezTo>
                    <a:cubicBezTo>
                      <a:pt x="5445" y="3249"/>
                      <a:pt x="5368" y="3773"/>
                      <a:pt x="5199" y="4267"/>
                    </a:cubicBezTo>
                    <a:cubicBezTo>
                      <a:pt x="5183" y="4310"/>
                      <a:pt x="5205" y="4356"/>
                      <a:pt x="5245" y="4371"/>
                    </a:cubicBezTo>
                    <a:cubicBezTo>
                      <a:pt x="5254" y="4375"/>
                      <a:pt x="5263" y="4378"/>
                      <a:pt x="5276" y="4378"/>
                    </a:cubicBezTo>
                    <a:cubicBezTo>
                      <a:pt x="5307" y="4375"/>
                      <a:pt x="5334" y="4356"/>
                      <a:pt x="5347" y="4325"/>
                    </a:cubicBezTo>
                    <a:cubicBezTo>
                      <a:pt x="5359" y="4294"/>
                      <a:pt x="6442" y="1389"/>
                      <a:pt x="3863" y="239"/>
                    </a:cubicBezTo>
                    <a:cubicBezTo>
                      <a:pt x="3508" y="79"/>
                      <a:pt x="3161" y="0"/>
                      <a:pt x="2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9"/>
              <p:cNvSpPr/>
              <p:nvPr/>
            </p:nvSpPr>
            <p:spPr>
              <a:xfrm>
                <a:off x="8378917" y="160430"/>
                <a:ext cx="167107" cy="131822"/>
              </a:xfrm>
              <a:custGeom>
                <a:avLst/>
                <a:gdLst/>
                <a:ahLst/>
                <a:cxnLst/>
                <a:rect l="l" t="t" r="r" b="b"/>
                <a:pathLst>
                  <a:path w="4466" h="3523" extrusionOk="0">
                    <a:moveTo>
                      <a:pt x="2270" y="0"/>
                    </a:moveTo>
                    <a:cubicBezTo>
                      <a:pt x="2003" y="0"/>
                      <a:pt x="1745" y="61"/>
                      <a:pt x="1499" y="183"/>
                    </a:cubicBezTo>
                    <a:cubicBezTo>
                      <a:pt x="493" y="679"/>
                      <a:pt x="43" y="2005"/>
                      <a:pt x="21" y="2064"/>
                    </a:cubicBezTo>
                    <a:cubicBezTo>
                      <a:pt x="0" y="2127"/>
                      <a:pt x="51" y="2169"/>
                      <a:pt x="100" y="2169"/>
                    </a:cubicBezTo>
                    <a:cubicBezTo>
                      <a:pt x="131" y="2169"/>
                      <a:pt x="162" y="2153"/>
                      <a:pt x="175" y="2113"/>
                    </a:cubicBezTo>
                    <a:cubicBezTo>
                      <a:pt x="182" y="2101"/>
                      <a:pt x="626" y="793"/>
                      <a:pt x="1573" y="328"/>
                    </a:cubicBezTo>
                    <a:cubicBezTo>
                      <a:pt x="1793" y="217"/>
                      <a:pt x="2027" y="162"/>
                      <a:pt x="2269" y="162"/>
                    </a:cubicBezTo>
                    <a:cubicBezTo>
                      <a:pt x="2467" y="162"/>
                      <a:pt x="2671" y="199"/>
                      <a:pt x="2880" y="272"/>
                    </a:cubicBezTo>
                    <a:cubicBezTo>
                      <a:pt x="4466" y="818"/>
                      <a:pt x="3966" y="3403"/>
                      <a:pt x="3960" y="3427"/>
                    </a:cubicBezTo>
                    <a:cubicBezTo>
                      <a:pt x="3951" y="3470"/>
                      <a:pt x="3978" y="3514"/>
                      <a:pt x="4022" y="3523"/>
                    </a:cubicBezTo>
                    <a:lnTo>
                      <a:pt x="4040" y="3523"/>
                    </a:lnTo>
                    <a:cubicBezTo>
                      <a:pt x="4077" y="3523"/>
                      <a:pt x="4108" y="3495"/>
                      <a:pt x="4114" y="3461"/>
                    </a:cubicBezTo>
                    <a:cubicBezTo>
                      <a:pt x="4200" y="2986"/>
                      <a:pt x="4222" y="2505"/>
                      <a:pt x="4179" y="2027"/>
                    </a:cubicBezTo>
                    <a:cubicBezTo>
                      <a:pt x="4077" y="1025"/>
                      <a:pt x="3648" y="365"/>
                      <a:pt x="2933" y="118"/>
                    </a:cubicBezTo>
                    <a:cubicBezTo>
                      <a:pt x="2706" y="40"/>
                      <a:pt x="2485" y="0"/>
                      <a:pt x="22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9"/>
              <p:cNvSpPr/>
              <p:nvPr/>
            </p:nvSpPr>
            <p:spPr>
              <a:xfrm>
                <a:off x="8401853" y="185237"/>
                <a:ext cx="121906" cy="97435"/>
              </a:xfrm>
              <a:custGeom>
                <a:avLst/>
                <a:gdLst/>
                <a:ahLst/>
                <a:cxnLst/>
                <a:rect l="l" t="t" r="r" b="b"/>
                <a:pathLst>
                  <a:path w="3258" h="2604" extrusionOk="0">
                    <a:moveTo>
                      <a:pt x="1629" y="1"/>
                    </a:moveTo>
                    <a:cubicBezTo>
                      <a:pt x="1471" y="1"/>
                      <a:pt x="1312" y="37"/>
                      <a:pt x="1166" y="109"/>
                    </a:cubicBezTo>
                    <a:cubicBezTo>
                      <a:pt x="429" y="457"/>
                      <a:pt x="41" y="1549"/>
                      <a:pt x="22" y="1595"/>
                    </a:cubicBezTo>
                    <a:cubicBezTo>
                      <a:pt x="1" y="1659"/>
                      <a:pt x="52" y="1703"/>
                      <a:pt x="103" y="1703"/>
                    </a:cubicBezTo>
                    <a:cubicBezTo>
                      <a:pt x="133" y="1703"/>
                      <a:pt x="163" y="1686"/>
                      <a:pt x="176" y="1648"/>
                    </a:cubicBezTo>
                    <a:cubicBezTo>
                      <a:pt x="182" y="1638"/>
                      <a:pt x="562" y="574"/>
                      <a:pt x="1237" y="254"/>
                    </a:cubicBezTo>
                    <a:cubicBezTo>
                      <a:pt x="1360" y="194"/>
                      <a:pt x="1495" y="163"/>
                      <a:pt x="1630" y="163"/>
                    </a:cubicBezTo>
                    <a:cubicBezTo>
                      <a:pt x="1738" y="163"/>
                      <a:pt x="1847" y="183"/>
                      <a:pt x="1950" y="223"/>
                    </a:cubicBezTo>
                    <a:cubicBezTo>
                      <a:pt x="3069" y="624"/>
                      <a:pt x="2674" y="2487"/>
                      <a:pt x="2668" y="2505"/>
                    </a:cubicBezTo>
                    <a:cubicBezTo>
                      <a:pt x="2659" y="2548"/>
                      <a:pt x="2687" y="2592"/>
                      <a:pt x="2730" y="2601"/>
                    </a:cubicBezTo>
                    <a:cubicBezTo>
                      <a:pt x="2736" y="2604"/>
                      <a:pt x="2742" y="2604"/>
                      <a:pt x="2749" y="2604"/>
                    </a:cubicBezTo>
                    <a:cubicBezTo>
                      <a:pt x="2786" y="2601"/>
                      <a:pt x="2816" y="2576"/>
                      <a:pt x="2826" y="2539"/>
                    </a:cubicBezTo>
                    <a:cubicBezTo>
                      <a:pt x="2844" y="2456"/>
                      <a:pt x="3257" y="519"/>
                      <a:pt x="2002" y="69"/>
                    </a:cubicBezTo>
                    <a:cubicBezTo>
                      <a:pt x="1882" y="23"/>
                      <a:pt x="1755" y="1"/>
                      <a:pt x="16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03" name="Google Shape;1003;p9"/>
          <p:cNvGrpSpPr/>
          <p:nvPr/>
        </p:nvGrpSpPr>
        <p:grpSpPr>
          <a:xfrm flipH="1">
            <a:off x="2610401" y="156712"/>
            <a:ext cx="4066260" cy="313951"/>
            <a:chOff x="2601351" y="4684437"/>
            <a:chExt cx="4066260" cy="313951"/>
          </a:xfrm>
        </p:grpSpPr>
        <p:sp>
          <p:nvSpPr>
            <p:cNvPr id="1004" name="Google Shape;1004;p9"/>
            <p:cNvSpPr/>
            <p:nvPr/>
          </p:nvSpPr>
          <p:spPr>
            <a:xfrm>
              <a:off x="6571387" y="4735675"/>
              <a:ext cx="96224" cy="96476"/>
            </a:xfrm>
            <a:custGeom>
              <a:avLst/>
              <a:gdLst/>
              <a:ahLst/>
              <a:cxnLst/>
              <a:rect l="l" t="t" r="r" b="b"/>
              <a:pathLst>
                <a:path w="1121" h="1124" extrusionOk="0">
                  <a:moveTo>
                    <a:pt x="563" y="164"/>
                  </a:moveTo>
                  <a:lnTo>
                    <a:pt x="563" y="164"/>
                  </a:lnTo>
                  <a:cubicBezTo>
                    <a:pt x="782" y="168"/>
                    <a:pt x="960" y="347"/>
                    <a:pt x="957" y="565"/>
                  </a:cubicBezTo>
                  <a:cubicBezTo>
                    <a:pt x="957" y="784"/>
                    <a:pt x="778" y="960"/>
                    <a:pt x="562" y="960"/>
                  </a:cubicBezTo>
                  <a:cubicBezTo>
                    <a:pt x="340" y="960"/>
                    <a:pt x="164" y="781"/>
                    <a:pt x="164" y="562"/>
                  </a:cubicBezTo>
                  <a:cubicBezTo>
                    <a:pt x="164" y="341"/>
                    <a:pt x="342" y="166"/>
                    <a:pt x="563" y="164"/>
                  </a:cubicBezTo>
                  <a:close/>
                  <a:moveTo>
                    <a:pt x="562" y="1"/>
                  </a:moveTo>
                  <a:cubicBezTo>
                    <a:pt x="251" y="1"/>
                    <a:pt x="1" y="251"/>
                    <a:pt x="1" y="562"/>
                  </a:cubicBezTo>
                  <a:cubicBezTo>
                    <a:pt x="1" y="871"/>
                    <a:pt x="251" y="1121"/>
                    <a:pt x="559" y="1124"/>
                  </a:cubicBezTo>
                  <a:lnTo>
                    <a:pt x="562" y="1124"/>
                  </a:lnTo>
                  <a:cubicBezTo>
                    <a:pt x="871" y="1121"/>
                    <a:pt x="1121" y="871"/>
                    <a:pt x="1121" y="562"/>
                  </a:cubicBezTo>
                  <a:cubicBezTo>
                    <a:pt x="1121" y="251"/>
                    <a:pt x="871" y="1"/>
                    <a:pt x="5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9"/>
            <p:cNvSpPr/>
            <p:nvPr/>
          </p:nvSpPr>
          <p:spPr>
            <a:xfrm>
              <a:off x="2601351" y="4790967"/>
              <a:ext cx="161423" cy="148928"/>
            </a:xfrm>
            <a:custGeom>
              <a:avLst/>
              <a:gdLst/>
              <a:ahLst/>
              <a:cxnLst/>
              <a:rect l="l" t="t" r="r" b="b"/>
              <a:pathLst>
                <a:path w="2558" h="2360" extrusionOk="0">
                  <a:moveTo>
                    <a:pt x="1855" y="179"/>
                  </a:moveTo>
                  <a:lnTo>
                    <a:pt x="1855" y="179"/>
                  </a:lnTo>
                  <a:cubicBezTo>
                    <a:pt x="1827" y="306"/>
                    <a:pt x="1771" y="531"/>
                    <a:pt x="1707" y="790"/>
                  </a:cubicBezTo>
                  <a:cubicBezTo>
                    <a:pt x="1583" y="710"/>
                    <a:pt x="1457" y="630"/>
                    <a:pt x="1330" y="553"/>
                  </a:cubicBezTo>
                  <a:cubicBezTo>
                    <a:pt x="1629" y="306"/>
                    <a:pt x="1781" y="213"/>
                    <a:pt x="1855" y="179"/>
                  </a:cubicBezTo>
                  <a:close/>
                  <a:moveTo>
                    <a:pt x="522" y="287"/>
                  </a:moveTo>
                  <a:cubicBezTo>
                    <a:pt x="704" y="374"/>
                    <a:pt x="880" y="469"/>
                    <a:pt x="1053" y="577"/>
                  </a:cubicBezTo>
                  <a:cubicBezTo>
                    <a:pt x="942" y="670"/>
                    <a:pt x="824" y="778"/>
                    <a:pt x="698" y="892"/>
                  </a:cubicBezTo>
                  <a:cubicBezTo>
                    <a:pt x="575" y="559"/>
                    <a:pt x="531" y="371"/>
                    <a:pt x="522" y="287"/>
                  </a:cubicBezTo>
                  <a:close/>
                  <a:moveTo>
                    <a:pt x="1811" y="1046"/>
                  </a:moveTo>
                  <a:cubicBezTo>
                    <a:pt x="2070" y="1219"/>
                    <a:pt x="2225" y="1330"/>
                    <a:pt x="2308" y="1398"/>
                  </a:cubicBezTo>
                  <a:cubicBezTo>
                    <a:pt x="2188" y="1413"/>
                    <a:pt x="1981" y="1438"/>
                    <a:pt x="1694" y="1462"/>
                  </a:cubicBezTo>
                  <a:cubicBezTo>
                    <a:pt x="1731" y="1336"/>
                    <a:pt x="1771" y="1197"/>
                    <a:pt x="1808" y="1046"/>
                  </a:cubicBezTo>
                  <a:close/>
                  <a:moveTo>
                    <a:pt x="1201" y="664"/>
                  </a:moveTo>
                  <a:cubicBezTo>
                    <a:pt x="1355" y="756"/>
                    <a:pt x="1515" y="855"/>
                    <a:pt x="1666" y="954"/>
                  </a:cubicBezTo>
                  <a:cubicBezTo>
                    <a:pt x="1617" y="1148"/>
                    <a:pt x="1571" y="1324"/>
                    <a:pt x="1525" y="1478"/>
                  </a:cubicBezTo>
                  <a:cubicBezTo>
                    <a:pt x="1336" y="1493"/>
                    <a:pt x="1136" y="1509"/>
                    <a:pt x="951" y="1521"/>
                  </a:cubicBezTo>
                  <a:cubicBezTo>
                    <a:pt x="883" y="1367"/>
                    <a:pt x="815" y="1210"/>
                    <a:pt x="757" y="1055"/>
                  </a:cubicBezTo>
                  <a:cubicBezTo>
                    <a:pt x="917" y="910"/>
                    <a:pt x="1065" y="778"/>
                    <a:pt x="1201" y="664"/>
                  </a:cubicBezTo>
                  <a:close/>
                  <a:moveTo>
                    <a:pt x="630" y="1173"/>
                  </a:moveTo>
                  <a:cubicBezTo>
                    <a:pt x="676" y="1293"/>
                    <a:pt x="726" y="1413"/>
                    <a:pt x="775" y="1530"/>
                  </a:cubicBezTo>
                  <a:cubicBezTo>
                    <a:pt x="613" y="1539"/>
                    <a:pt x="473" y="1543"/>
                    <a:pt x="370" y="1543"/>
                  </a:cubicBezTo>
                  <a:cubicBezTo>
                    <a:pt x="319" y="1543"/>
                    <a:pt x="276" y="1542"/>
                    <a:pt x="245" y="1540"/>
                  </a:cubicBezTo>
                  <a:cubicBezTo>
                    <a:pt x="337" y="1450"/>
                    <a:pt x="476" y="1317"/>
                    <a:pt x="630" y="1173"/>
                  </a:cubicBezTo>
                  <a:close/>
                  <a:moveTo>
                    <a:pt x="1472" y="1644"/>
                  </a:moveTo>
                  <a:lnTo>
                    <a:pt x="1472" y="1644"/>
                  </a:lnTo>
                  <a:cubicBezTo>
                    <a:pt x="1370" y="1981"/>
                    <a:pt x="1306" y="2116"/>
                    <a:pt x="1275" y="2172"/>
                  </a:cubicBezTo>
                  <a:cubicBezTo>
                    <a:pt x="1176" y="2015"/>
                    <a:pt x="1090" y="1848"/>
                    <a:pt x="1019" y="1678"/>
                  </a:cubicBezTo>
                  <a:cubicBezTo>
                    <a:pt x="1167" y="1672"/>
                    <a:pt x="1321" y="1657"/>
                    <a:pt x="1472" y="1644"/>
                  </a:cubicBezTo>
                  <a:close/>
                  <a:moveTo>
                    <a:pt x="1916" y="0"/>
                  </a:moveTo>
                  <a:cubicBezTo>
                    <a:pt x="1833" y="0"/>
                    <a:pt x="1673" y="53"/>
                    <a:pt x="1182" y="466"/>
                  </a:cubicBezTo>
                  <a:cubicBezTo>
                    <a:pt x="960" y="334"/>
                    <a:pt x="618" y="136"/>
                    <a:pt x="507" y="108"/>
                  </a:cubicBezTo>
                  <a:cubicBezTo>
                    <a:pt x="494" y="108"/>
                    <a:pt x="485" y="105"/>
                    <a:pt x="476" y="105"/>
                  </a:cubicBezTo>
                  <a:cubicBezTo>
                    <a:pt x="439" y="105"/>
                    <a:pt x="408" y="124"/>
                    <a:pt x="386" y="155"/>
                  </a:cubicBezTo>
                  <a:cubicBezTo>
                    <a:pt x="359" y="192"/>
                    <a:pt x="297" y="281"/>
                    <a:pt x="568" y="1009"/>
                  </a:cubicBezTo>
                  <a:cubicBezTo>
                    <a:pt x="328" y="1231"/>
                    <a:pt x="118" y="1435"/>
                    <a:pt x="38" y="1515"/>
                  </a:cubicBezTo>
                  <a:cubicBezTo>
                    <a:pt x="10" y="1543"/>
                    <a:pt x="1" y="1583"/>
                    <a:pt x="13" y="1620"/>
                  </a:cubicBezTo>
                  <a:cubicBezTo>
                    <a:pt x="38" y="1681"/>
                    <a:pt x="93" y="1706"/>
                    <a:pt x="374" y="1706"/>
                  </a:cubicBezTo>
                  <a:cubicBezTo>
                    <a:pt x="497" y="1706"/>
                    <a:pt x="655" y="1700"/>
                    <a:pt x="846" y="1691"/>
                  </a:cubicBezTo>
                  <a:cubicBezTo>
                    <a:pt x="966" y="1959"/>
                    <a:pt x="1117" y="2271"/>
                    <a:pt x="1207" y="2338"/>
                  </a:cubicBezTo>
                  <a:cubicBezTo>
                    <a:pt x="1225" y="2351"/>
                    <a:pt x="1247" y="2360"/>
                    <a:pt x="1272" y="2360"/>
                  </a:cubicBezTo>
                  <a:lnTo>
                    <a:pt x="1275" y="2360"/>
                  </a:lnTo>
                  <a:cubicBezTo>
                    <a:pt x="1358" y="2360"/>
                    <a:pt x="1444" y="2304"/>
                    <a:pt x="1648" y="1629"/>
                  </a:cubicBezTo>
                  <a:cubicBezTo>
                    <a:pt x="1947" y="1604"/>
                    <a:pt x="2413" y="1555"/>
                    <a:pt x="2487" y="1530"/>
                  </a:cubicBezTo>
                  <a:cubicBezTo>
                    <a:pt x="2518" y="1515"/>
                    <a:pt x="2539" y="1487"/>
                    <a:pt x="2545" y="1456"/>
                  </a:cubicBezTo>
                  <a:cubicBezTo>
                    <a:pt x="2549" y="1398"/>
                    <a:pt x="2558" y="1339"/>
                    <a:pt x="1851" y="883"/>
                  </a:cubicBezTo>
                  <a:cubicBezTo>
                    <a:pt x="1959" y="466"/>
                    <a:pt x="2037" y="118"/>
                    <a:pt x="2037" y="115"/>
                  </a:cubicBezTo>
                  <a:cubicBezTo>
                    <a:pt x="2040" y="90"/>
                    <a:pt x="2033" y="62"/>
                    <a:pt x="2018" y="44"/>
                  </a:cubicBezTo>
                  <a:cubicBezTo>
                    <a:pt x="1990" y="16"/>
                    <a:pt x="1953" y="0"/>
                    <a:pt x="19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9"/>
            <p:cNvSpPr/>
            <p:nvPr/>
          </p:nvSpPr>
          <p:spPr>
            <a:xfrm>
              <a:off x="3797641" y="4797434"/>
              <a:ext cx="102917" cy="102663"/>
            </a:xfrm>
            <a:custGeom>
              <a:avLst/>
              <a:gdLst/>
              <a:ahLst/>
              <a:cxnLst/>
              <a:rect l="l" t="t" r="r" b="b"/>
              <a:pathLst>
                <a:path w="1618" h="1614" extrusionOk="0">
                  <a:moveTo>
                    <a:pt x="868" y="1"/>
                  </a:moveTo>
                  <a:cubicBezTo>
                    <a:pt x="821" y="1"/>
                    <a:pt x="784" y="38"/>
                    <a:pt x="784" y="87"/>
                  </a:cubicBezTo>
                  <a:lnTo>
                    <a:pt x="781" y="575"/>
                  </a:lnTo>
                  <a:lnTo>
                    <a:pt x="488" y="266"/>
                  </a:lnTo>
                  <a:cubicBezTo>
                    <a:pt x="470" y="251"/>
                    <a:pt x="451" y="245"/>
                    <a:pt x="432" y="245"/>
                  </a:cubicBezTo>
                  <a:cubicBezTo>
                    <a:pt x="369" y="245"/>
                    <a:pt x="316" y="318"/>
                    <a:pt x="362" y="380"/>
                  </a:cubicBezTo>
                  <a:lnTo>
                    <a:pt x="664" y="701"/>
                  </a:lnTo>
                  <a:lnTo>
                    <a:pt x="115" y="707"/>
                  </a:lnTo>
                  <a:cubicBezTo>
                    <a:pt x="1" y="707"/>
                    <a:pt x="1" y="877"/>
                    <a:pt x="115" y="877"/>
                  </a:cubicBezTo>
                  <a:lnTo>
                    <a:pt x="618" y="874"/>
                  </a:lnTo>
                  <a:lnTo>
                    <a:pt x="229" y="1142"/>
                  </a:lnTo>
                  <a:cubicBezTo>
                    <a:pt x="189" y="1170"/>
                    <a:pt x="180" y="1222"/>
                    <a:pt x="208" y="1262"/>
                  </a:cubicBezTo>
                  <a:cubicBezTo>
                    <a:pt x="225" y="1285"/>
                    <a:pt x="252" y="1298"/>
                    <a:pt x="279" y="1298"/>
                  </a:cubicBezTo>
                  <a:cubicBezTo>
                    <a:pt x="296" y="1298"/>
                    <a:pt x="313" y="1293"/>
                    <a:pt x="328" y="1284"/>
                  </a:cubicBezTo>
                  <a:lnTo>
                    <a:pt x="775" y="969"/>
                  </a:lnTo>
                  <a:lnTo>
                    <a:pt x="775" y="1528"/>
                  </a:lnTo>
                  <a:cubicBezTo>
                    <a:pt x="772" y="1574"/>
                    <a:pt x="812" y="1614"/>
                    <a:pt x="858" y="1614"/>
                  </a:cubicBezTo>
                  <a:cubicBezTo>
                    <a:pt x="905" y="1614"/>
                    <a:pt x="945" y="1574"/>
                    <a:pt x="945" y="1528"/>
                  </a:cubicBezTo>
                  <a:lnTo>
                    <a:pt x="948" y="1000"/>
                  </a:lnTo>
                  <a:lnTo>
                    <a:pt x="1259" y="1333"/>
                  </a:lnTo>
                  <a:cubicBezTo>
                    <a:pt x="1278" y="1353"/>
                    <a:pt x="1300" y="1361"/>
                    <a:pt x="1321" y="1361"/>
                  </a:cubicBezTo>
                  <a:cubicBezTo>
                    <a:pt x="1387" y="1361"/>
                    <a:pt x="1444" y="1277"/>
                    <a:pt x="1386" y="1213"/>
                  </a:cubicBezTo>
                  <a:lnTo>
                    <a:pt x="1059" y="868"/>
                  </a:lnTo>
                  <a:lnTo>
                    <a:pt x="1503" y="865"/>
                  </a:lnTo>
                  <a:cubicBezTo>
                    <a:pt x="1617" y="861"/>
                    <a:pt x="1617" y="692"/>
                    <a:pt x="1503" y="692"/>
                  </a:cubicBezTo>
                  <a:lnTo>
                    <a:pt x="1173" y="695"/>
                  </a:lnTo>
                  <a:lnTo>
                    <a:pt x="1518" y="454"/>
                  </a:lnTo>
                  <a:cubicBezTo>
                    <a:pt x="1597" y="401"/>
                    <a:pt x="1544" y="296"/>
                    <a:pt x="1472" y="296"/>
                  </a:cubicBezTo>
                  <a:cubicBezTo>
                    <a:pt x="1456" y="296"/>
                    <a:pt x="1439" y="301"/>
                    <a:pt x="1423" y="312"/>
                  </a:cubicBezTo>
                  <a:lnTo>
                    <a:pt x="951" y="639"/>
                  </a:lnTo>
                  <a:lnTo>
                    <a:pt x="954" y="87"/>
                  </a:lnTo>
                  <a:cubicBezTo>
                    <a:pt x="954" y="41"/>
                    <a:pt x="917" y="1"/>
                    <a:pt x="8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07" name="Google Shape;1007;p9"/>
            <p:cNvGrpSpPr/>
            <p:nvPr/>
          </p:nvGrpSpPr>
          <p:grpSpPr>
            <a:xfrm>
              <a:off x="4425041" y="4732442"/>
              <a:ext cx="446685" cy="265947"/>
              <a:chOff x="978054" y="146142"/>
              <a:chExt cx="446685" cy="265947"/>
            </a:xfrm>
          </p:grpSpPr>
          <p:sp>
            <p:nvSpPr>
              <p:cNvPr id="1008" name="Google Shape;1008;p9"/>
              <p:cNvSpPr/>
              <p:nvPr/>
            </p:nvSpPr>
            <p:spPr>
              <a:xfrm>
                <a:off x="978054" y="151960"/>
                <a:ext cx="446685" cy="254309"/>
              </a:xfrm>
              <a:custGeom>
                <a:avLst/>
                <a:gdLst/>
                <a:ahLst/>
                <a:cxnLst/>
                <a:rect l="l" t="t" r="r" b="b"/>
                <a:pathLst>
                  <a:path w="6448" h="3671" extrusionOk="0">
                    <a:moveTo>
                      <a:pt x="3915" y="0"/>
                    </a:moveTo>
                    <a:cubicBezTo>
                      <a:pt x="3615" y="0"/>
                      <a:pt x="3350" y="167"/>
                      <a:pt x="3169" y="387"/>
                    </a:cubicBezTo>
                    <a:lnTo>
                      <a:pt x="3169" y="387"/>
                    </a:lnTo>
                    <a:cubicBezTo>
                      <a:pt x="3046" y="288"/>
                      <a:pt x="2886" y="200"/>
                      <a:pt x="2681" y="132"/>
                    </a:cubicBezTo>
                    <a:cubicBezTo>
                      <a:pt x="2511" y="76"/>
                      <a:pt x="2368" y="52"/>
                      <a:pt x="2248" y="52"/>
                    </a:cubicBezTo>
                    <a:cubicBezTo>
                      <a:pt x="1490" y="52"/>
                      <a:pt x="1623" y="1005"/>
                      <a:pt x="1623" y="1005"/>
                    </a:cubicBezTo>
                    <a:cubicBezTo>
                      <a:pt x="1545" y="958"/>
                      <a:pt x="1462" y="937"/>
                      <a:pt x="1377" y="937"/>
                    </a:cubicBezTo>
                    <a:cubicBezTo>
                      <a:pt x="735" y="937"/>
                      <a:pt x="1" y="2154"/>
                      <a:pt x="840" y="2769"/>
                    </a:cubicBezTo>
                    <a:cubicBezTo>
                      <a:pt x="1102" y="2963"/>
                      <a:pt x="1351" y="3051"/>
                      <a:pt x="1564" y="3064"/>
                    </a:cubicBezTo>
                    <a:lnTo>
                      <a:pt x="1564" y="3064"/>
                    </a:lnTo>
                    <a:cubicBezTo>
                      <a:pt x="1637" y="3387"/>
                      <a:pt x="1868" y="3665"/>
                      <a:pt x="2357" y="3670"/>
                    </a:cubicBezTo>
                    <a:cubicBezTo>
                      <a:pt x="2374" y="3670"/>
                      <a:pt x="2392" y="3670"/>
                      <a:pt x="2408" y="3670"/>
                    </a:cubicBezTo>
                    <a:cubicBezTo>
                      <a:pt x="3079" y="3670"/>
                      <a:pt x="3528" y="3515"/>
                      <a:pt x="3781" y="3285"/>
                    </a:cubicBezTo>
                    <a:lnTo>
                      <a:pt x="3781" y="3285"/>
                    </a:lnTo>
                    <a:cubicBezTo>
                      <a:pt x="3834" y="3357"/>
                      <a:pt x="3900" y="3426"/>
                      <a:pt x="3983" y="3491"/>
                    </a:cubicBezTo>
                    <a:cubicBezTo>
                      <a:pt x="4094" y="3579"/>
                      <a:pt x="4230" y="3618"/>
                      <a:pt x="4376" y="3618"/>
                    </a:cubicBezTo>
                    <a:cubicBezTo>
                      <a:pt x="5223" y="3618"/>
                      <a:pt x="6448" y="2304"/>
                      <a:pt x="5722" y="1542"/>
                    </a:cubicBezTo>
                    <a:cubicBezTo>
                      <a:pt x="5522" y="1331"/>
                      <a:pt x="5310" y="1251"/>
                      <a:pt x="5112" y="1251"/>
                    </a:cubicBezTo>
                    <a:cubicBezTo>
                      <a:pt x="5090" y="1251"/>
                      <a:pt x="5068" y="1252"/>
                      <a:pt x="5046" y="1254"/>
                    </a:cubicBezTo>
                    <a:lnTo>
                      <a:pt x="5046" y="1254"/>
                    </a:lnTo>
                    <a:cubicBezTo>
                      <a:pt x="5054" y="878"/>
                      <a:pt x="4866" y="444"/>
                      <a:pt x="4402" y="151"/>
                    </a:cubicBezTo>
                    <a:cubicBezTo>
                      <a:pt x="4235" y="45"/>
                      <a:pt x="4070" y="0"/>
                      <a:pt x="39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9"/>
              <p:cNvSpPr/>
              <p:nvPr/>
            </p:nvSpPr>
            <p:spPr>
              <a:xfrm>
                <a:off x="999986" y="146142"/>
                <a:ext cx="402834" cy="265947"/>
              </a:xfrm>
              <a:custGeom>
                <a:avLst/>
                <a:gdLst/>
                <a:ahLst/>
                <a:cxnLst/>
                <a:rect l="l" t="t" r="r" b="b"/>
                <a:pathLst>
                  <a:path w="5815" h="3839" extrusionOk="0">
                    <a:moveTo>
                      <a:pt x="2894" y="594"/>
                    </a:moveTo>
                    <a:cubicBezTo>
                      <a:pt x="3125" y="816"/>
                      <a:pt x="3174" y="1078"/>
                      <a:pt x="3110" y="1251"/>
                    </a:cubicBezTo>
                    <a:cubicBezTo>
                      <a:pt x="3077" y="1342"/>
                      <a:pt x="3020" y="1391"/>
                      <a:pt x="2952" y="1391"/>
                    </a:cubicBezTo>
                    <a:cubicBezTo>
                      <a:pt x="2910" y="1391"/>
                      <a:pt x="2864" y="1373"/>
                      <a:pt x="2817" y="1334"/>
                    </a:cubicBezTo>
                    <a:cubicBezTo>
                      <a:pt x="2656" y="1195"/>
                      <a:pt x="2693" y="877"/>
                      <a:pt x="2894" y="594"/>
                    </a:cubicBezTo>
                    <a:close/>
                    <a:moveTo>
                      <a:pt x="4667" y="1439"/>
                    </a:moveTo>
                    <a:lnTo>
                      <a:pt x="4667" y="1439"/>
                    </a:lnTo>
                    <a:cubicBezTo>
                      <a:pt x="4627" y="1750"/>
                      <a:pt x="4436" y="1981"/>
                      <a:pt x="4177" y="2018"/>
                    </a:cubicBezTo>
                    <a:cubicBezTo>
                      <a:pt x="4161" y="2018"/>
                      <a:pt x="4149" y="2022"/>
                      <a:pt x="4134" y="2022"/>
                    </a:cubicBezTo>
                    <a:cubicBezTo>
                      <a:pt x="4063" y="2022"/>
                      <a:pt x="4063" y="2000"/>
                      <a:pt x="4063" y="1981"/>
                    </a:cubicBezTo>
                    <a:cubicBezTo>
                      <a:pt x="4060" y="1852"/>
                      <a:pt x="4309" y="1519"/>
                      <a:pt x="4667" y="1439"/>
                    </a:cubicBezTo>
                    <a:close/>
                    <a:moveTo>
                      <a:pt x="1620" y="2253"/>
                    </a:moveTo>
                    <a:cubicBezTo>
                      <a:pt x="1663" y="2253"/>
                      <a:pt x="1706" y="2293"/>
                      <a:pt x="1731" y="2327"/>
                    </a:cubicBezTo>
                    <a:cubicBezTo>
                      <a:pt x="1857" y="2484"/>
                      <a:pt x="1888" y="2660"/>
                      <a:pt x="1820" y="2805"/>
                    </a:cubicBezTo>
                    <a:cubicBezTo>
                      <a:pt x="1743" y="2959"/>
                      <a:pt x="1564" y="3055"/>
                      <a:pt x="1348" y="3061"/>
                    </a:cubicBezTo>
                    <a:cubicBezTo>
                      <a:pt x="1305" y="2774"/>
                      <a:pt x="1385" y="2472"/>
                      <a:pt x="1500" y="2330"/>
                    </a:cubicBezTo>
                    <a:cubicBezTo>
                      <a:pt x="1543" y="2278"/>
                      <a:pt x="1583" y="2253"/>
                      <a:pt x="1620" y="2253"/>
                    </a:cubicBezTo>
                    <a:close/>
                    <a:moveTo>
                      <a:pt x="3548" y="2490"/>
                    </a:moveTo>
                    <a:cubicBezTo>
                      <a:pt x="3563" y="2490"/>
                      <a:pt x="3597" y="2524"/>
                      <a:pt x="3625" y="2614"/>
                    </a:cubicBezTo>
                    <a:cubicBezTo>
                      <a:pt x="3699" y="2827"/>
                      <a:pt x="3652" y="3061"/>
                      <a:pt x="3507" y="3231"/>
                    </a:cubicBezTo>
                    <a:cubicBezTo>
                      <a:pt x="3372" y="2993"/>
                      <a:pt x="3384" y="2737"/>
                      <a:pt x="3461" y="2586"/>
                    </a:cubicBezTo>
                    <a:cubicBezTo>
                      <a:pt x="3495" y="2518"/>
                      <a:pt x="3532" y="2490"/>
                      <a:pt x="3548" y="2490"/>
                    </a:cubicBezTo>
                    <a:close/>
                    <a:moveTo>
                      <a:pt x="3628" y="170"/>
                    </a:moveTo>
                    <a:cubicBezTo>
                      <a:pt x="3775" y="170"/>
                      <a:pt x="3925" y="213"/>
                      <a:pt x="4066" y="304"/>
                    </a:cubicBezTo>
                    <a:cubicBezTo>
                      <a:pt x="4430" y="532"/>
                      <a:pt x="4652" y="887"/>
                      <a:pt x="4673" y="1260"/>
                    </a:cubicBezTo>
                    <a:cubicBezTo>
                      <a:pt x="4229" y="1340"/>
                      <a:pt x="3881" y="1747"/>
                      <a:pt x="3893" y="1988"/>
                    </a:cubicBezTo>
                    <a:cubicBezTo>
                      <a:pt x="3899" y="2086"/>
                      <a:pt x="3960" y="2190"/>
                      <a:pt x="4132" y="2190"/>
                    </a:cubicBezTo>
                    <a:cubicBezTo>
                      <a:pt x="4153" y="2190"/>
                      <a:pt x="4177" y="2188"/>
                      <a:pt x="4201" y="2185"/>
                    </a:cubicBezTo>
                    <a:cubicBezTo>
                      <a:pt x="4550" y="2139"/>
                      <a:pt x="4803" y="1827"/>
                      <a:pt x="4840" y="1417"/>
                    </a:cubicBezTo>
                    <a:cubicBezTo>
                      <a:pt x="5034" y="1423"/>
                      <a:pt x="5213" y="1510"/>
                      <a:pt x="5373" y="1682"/>
                    </a:cubicBezTo>
                    <a:cubicBezTo>
                      <a:pt x="5651" y="1972"/>
                      <a:pt x="5586" y="2321"/>
                      <a:pt x="5485" y="2561"/>
                    </a:cubicBezTo>
                    <a:cubicBezTo>
                      <a:pt x="5247" y="3113"/>
                      <a:pt x="4581" y="3616"/>
                      <a:pt x="4090" y="3616"/>
                    </a:cubicBezTo>
                    <a:cubicBezTo>
                      <a:pt x="4086" y="3616"/>
                      <a:pt x="4082" y="3616"/>
                      <a:pt x="4077" y="3616"/>
                    </a:cubicBezTo>
                    <a:cubicBezTo>
                      <a:pt x="3958" y="3616"/>
                      <a:pt x="3843" y="3576"/>
                      <a:pt x="3748" y="3505"/>
                    </a:cubicBezTo>
                    <a:cubicBezTo>
                      <a:pt x="3699" y="3465"/>
                      <a:pt x="3652" y="3422"/>
                      <a:pt x="3609" y="3372"/>
                    </a:cubicBezTo>
                    <a:cubicBezTo>
                      <a:pt x="3816" y="3157"/>
                      <a:pt x="3884" y="2845"/>
                      <a:pt x="3788" y="2564"/>
                    </a:cubicBezTo>
                    <a:cubicBezTo>
                      <a:pt x="3723" y="2352"/>
                      <a:pt x="3609" y="2321"/>
                      <a:pt x="3548" y="2321"/>
                    </a:cubicBezTo>
                    <a:cubicBezTo>
                      <a:pt x="3455" y="2321"/>
                      <a:pt x="3366" y="2389"/>
                      <a:pt x="3307" y="2506"/>
                    </a:cubicBezTo>
                    <a:cubicBezTo>
                      <a:pt x="3202" y="2716"/>
                      <a:pt x="3187" y="3049"/>
                      <a:pt x="3381" y="3351"/>
                    </a:cubicBezTo>
                    <a:cubicBezTo>
                      <a:pt x="3181" y="3505"/>
                      <a:pt x="2807" y="3669"/>
                      <a:pt x="2120" y="3669"/>
                    </a:cubicBezTo>
                    <a:lnTo>
                      <a:pt x="2070" y="3669"/>
                    </a:lnTo>
                    <a:cubicBezTo>
                      <a:pt x="1651" y="3662"/>
                      <a:pt x="1469" y="3447"/>
                      <a:pt x="1392" y="3231"/>
                    </a:cubicBezTo>
                    <a:cubicBezTo>
                      <a:pt x="1657" y="3215"/>
                      <a:pt x="1873" y="3086"/>
                      <a:pt x="1972" y="2879"/>
                    </a:cubicBezTo>
                    <a:cubicBezTo>
                      <a:pt x="2073" y="2672"/>
                      <a:pt x="2033" y="2432"/>
                      <a:pt x="1864" y="2222"/>
                    </a:cubicBezTo>
                    <a:cubicBezTo>
                      <a:pt x="1771" y="2105"/>
                      <a:pt x="1679" y="2080"/>
                      <a:pt x="1617" y="2080"/>
                    </a:cubicBezTo>
                    <a:cubicBezTo>
                      <a:pt x="1527" y="2080"/>
                      <a:pt x="1441" y="2130"/>
                      <a:pt x="1367" y="2222"/>
                    </a:cubicBezTo>
                    <a:cubicBezTo>
                      <a:pt x="1216" y="2410"/>
                      <a:pt x="1139" y="2749"/>
                      <a:pt x="1173" y="3049"/>
                    </a:cubicBezTo>
                    <a:cubicBezTo>
                      <a:pt x="966" y="3002"/>
                      <a:pt x="769" y="2913"/>
                      <a:pt x="602" y="2783"/>
                    </a:cubicBezTo>
                    <a:cubicBezTo>
                      <a:pt x="161" y="2456"/>
                      <a:pt x="254" y="2003"/>
                      <a:pt x="312" y="1821"/>
                    </a:cubicBezTo>
                    <a:cubicBezTo>
                      <a:pt x="442" y="1426"/>
                      <a:pt x="790" y="1106"/>
                      <a:pt x="1086" y="1106"/>
                    </a:cubicBezTo>
                    <a:cubicBezTo>
                      <a:pt x="1157" y="1106"/>
                      <a:pt x="1228" y="1124"/>
                      <a:pt x="1290" y="1161"/>
                    </a:cubicBezTo>
                    <a:cubicBezTo>
                      <a:pt x="1304" y="1169"/>
                      <a:pt x="1319" y="1173"/>
                      <a:pt x="1333" y="1173"/>
                    </a:cubicBezTo>
                    <a:cubicBezTo>
                      <a:pt x="1382" y="1173"/>
                      <a:pt x="1427" y="1130"/>
                      <a:pt x="1419" y="1075"/>
                    </a:cubicBezTo>
                    <a:cubicBezTo>
                      <a:pt x="1419" y="1072"/>
                      <a:pt x="1358" y="621"/>
                      <a:pt x="1574" y="375"/>
                    </a:cubicBezTo>
                    <a:cubicBezTo>
                      <a:pt x="1664" y="270"/>
                      <a:pt x="1793" y="218"/>
                      <a:pt x="1959" y="218"/>
                    </a:cubicBezTo>
                    <a:cubicBezTo>
                      <a:pt x="2076" y="218"/>
                      <a:pt x="2212" y="243"/>
                      <a:pt x="2366" y="294"/>
                    </a:cubicBezTo>
                    <a:cubicBezTo>
                      <a:pt x="2508" y="338"/>
                      <a:pt x="2641" y="402"/>
                      <a:pt x="2761" y="486"/>
                    </a:cubicBezTo>
                    <a:cubicBezTo>
                      <a:pt x="2527" y="809"/>
                      <a:pt x="2446" y="1244"/>
                      <a:pt x="2709" y="1463"/>
                    </a:cubicBezTo>
                    <a:cubicBezTo>
                      <a:pt x="2777" y="1525"/>
                      <a:pt x="2863" y="1562"/>
                      <a:pt x="2955" y="1565"/>
                    </a:cubicBezTo>
                    <a:cubicBezTo>
                      <a:pt x="3094" y="1565"/>
                      <a:pt x="3218" y="1466"/>
                      <a:pt x="3273" y="1306"/>
                    </a:cubicBezTo>
                    <a:cubicBezTo>
                      <a:pt x="3353" y="1075"/>
                      <a:pt x="3298" y="735"/>
                      <a:pt x="3002" y="458"/>
                    </a:cubicBezTo>
                    <a:cubicBezTo>
                      <a:pt x="3182" y="270"/>
                      <a:pt x="3403" y="170"/>
                      <a:pt x="3628" y="170"/>
                    </a:cubicBezTo>
                    <a:close/>
                    <a:moveTo>
                      <a:pt x="3632" y="0"/>
                    </a:moveTo>
                    <a:cubicBezTo>
                      <a:pt x="3356" y="0"/>
                      <a:pt x="3085" y="122"/>
                      <a:pt x="2872" y="350"/>
                    </a:cubicBezTo>
                    <a:cubicBezTo>
                      <a:pt x="2733" y="257"/>
                      <a:pt x="2582" y="183"/>
                      <a:pt x="2422" y="131"/>
                    </a:cubicBezTo>
                    <a:cubicBezTo>
                      <a:pt x="2252" y="76"/>
                      <a:pt x="2099" y="48"/>
                      <a:pt x="1963" y="48"/>
                    </a:cubicBezTo>
                    <a:cubicBezTo>
                      <a:pt x="1743" y="48"/>
                      <a:pt x="1568" y="120"/>
                      <a:pt x="1444" y="264"/>
                    </a:cubicBezTo>
                    <a:cubicBezTo>
                      <a:pt x="1262" y="470"/>
                      <a:pt x="1237" y="776"/>
                      <a:pt x="1241" y="954"/>
                    </a:cubicBezTo>
                    <a:cubicBezTo>
                      <a:pt x="1191" y="939"/>
                      <a:pt x="1139" y="933"/>
                      <a:pt x="1089" y="933"/>
                    </a:cubicBezTo>
                    <a:cubicBezTo>
                      <a:pt x="716" y="933"/>
                      <a:pt x="306" y="1300"/>
                      <a:pt x="152" y="1766"/>
                    </a:cubicBezTo>
                    <a:cubicBezTo>
                      <a:pt x="1" y="2225"/>
                      <a:pt x="127" y="2645"/>
                      <a:pt x="500" y="2919"/>
                    </a:cubicBezTo>
                    <a:cubicBezTo>
                      <a:pt x="735" y="3092"/>
                      <a:pt x="978" y="3197"/>
                      <a:pt x="1210" y="3224"/>
                    </a:cubicBezTo>
                    <a:cubicBezTo>
                      <a:pt x="1321" y="3613"/>
                      <a:pt x="1632" y="3835"/>
                      <a:pt x="2070" y="3838"/>
                    </a:cubicBezTo>
                    <a:lnTo>
                      <a:pt x="2120" y="3838"/>
                    </a:lnTo>
                    <a:cubicBezTo>
                      <a:pt x="2715" y="3838"/>
                      <a:pt x="3184" y="3718"/>
                      <a:pt x="3483" y="3490"/>
                    </a:cubicBezTo>
                    <a:cubicBezTo>
                      <a:pt x="3532" y="3542"/>
                      <a:pt x="3585" y="3595"/>
                      <a:pt x="3643" y="3641"/>
                    </a:cubicBezTo>
                    <a:cubicBezTo>
                      <a:pt x="3766" y="3737"/>
                      <a:pt x="3921" y="3786"/>
                      <a:pt x="4076" y="3786"/>
                    </a:cubicBezTo>
                    <a:cubicBezTo>
                      <a:pt x="4081" y="3786"/>
                      <a:pt x="4086" y="3786"/>
                      <a:pt x="4090" y="3786"/>
                    </a:cubicBezTo>
                    <a:cubicBezTo>
                      <a:pt x="4652" y="3786"/>
                      <a:pt x="5377" y="3246"/>
                      <a:pt x="5642" y="2629"/>
                    </a:cubicBezTo>
                    <a:cubicBezTo>
                      <a:pt x="5815" y="2222"/>
                      <a:pt x="5765" y="1843"/>
                      <a:pt x="5500" y="1565"/>
                    </a:cubicBezTo>
                    <a:cubicBezTo>
                      <a:pt x="5303" y="1358"/>
                      <a:pt x="5084" y="1254"/>
                      <a:pt x="4843" y="1247"/>
                    </a:cubicBezTo>
                    <a:cubicBezTo>
                      <a:pt x="4821" y="819"/>
                      <a:pt x="4572" y="418"/>
                      <a:pt x="4161" y="159"/>
                    </a:cubicBezTo>
                    <a:cubicBezTo>
                      <a:pt x="3992" y="52"/>
                      <a:pt x="3811" y="0"/>
                      <a:pt x="36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10" name="Google Shape;1010;p9"/>
            <p:cNvSpPr/>
            <p:nvPr/>
          </p:nvSpPr>
          <p:spPr>
            <a:xfrm>
              <a:off x="5124165" y="4684437"/>
              <a:ext cx="184623" cy="198973"/>
            </a:xfrm>
            <a:custGeom>
              <a:avLst/>
              <a:gdLst/>
              <a:ahLst/>
              <a:cxnLst/>
              <a:rect l="l" t="t" r="r" b="b"/>
              <a:pathLst>
                <a:path w="2496" h="2690" extrusionOk="0">
                  <a:moveTo>
                    <a:pt x="1564" y="244"/>
                  </a:moveTo>
                  <a:cubicBezTo>
                    <a:pt x="1574" y="374"/>
                    <a:pt x="1580" y="596"/>
                    <a:pt x="1583" y="898"/>
                  </a:cubicBezTo>
                  <a:cubicBezTo>
                    <a:pt x="1450" y="849"/>
                    <a:pt x="1308" y="796"/>
                    <a:pt x="1151" y="741"/>
                  </a:cubicBezTo>
                  <a:cubicBezTo>
                    <a:pt x="1355" y="478"/>
                    <a:pt x="1487" y="327"/>
                    <a:pt x="1564" y="244"/>
                  </a:cubicBezTo>
                  <a:close/>
                  <a:moveTo>
                    <a:pt x="241" y="617"/>
                  </a:moveTo>
                  <a:cubicBezTo>
                    <a:pt x="371" y="657"/>
                    <a:pt x="605" y="734"/>
                    <a:pt x="870" y="824"/>
                  </a:cubicBezTo>
                  <a:cubicBezTo>
                    <a:pt x="775" y="947"/>
                    <a:pt x="679" y="1077"/>
                    <a:pt x="590" y="1203"/>
                  </a:cubicBezTo>
                  <a:cubicBezTo>
                    <a:pt x="352" y="864"/>
                    <a:pt x="269" y="697"/>
                    <a:pt x="241" y="617"/>
                  </a:cubicBezTo>
                  <a:close/>
                  <a:moveTo>
                    <a:pt x="1756" y="1149"/>
                  </a:moveTo>
                  <a:cubicBezTo>
                    <a:pt x="2099" y="1287"/>
                    <a:pt x="2237" y="1367"/>
                    <a:pt x="2289" y="1404"/>
                  </a:cubicBezTo>
                  <a:cubicBezTo>
                    <a:pt x="2117" y="1493"/>
                    <a:pt x="1935" y="1567"/>
                    <a:pt x="1749" y="1629"/>
                  </a:cubicBezTo>
                  <a:cubicBezTo>
                    <a:pt x="1756" y="1472"/>
                    <a:pt x="1756" y="1309"/>
                    <a:pt x="1756" y="1149"/>
                  </a:cubicBezTo>
                  <a:close/>
                  <a:moveTo>
                    <a:pt x="1043" y="883"/>
                  </a:moveTo>
                  <a:cubicBezTo>
                    <a:pt x="1244" y="953"/>
                    <a:pt x="1426" y="1021"/>
                    <a:pt x="1583" y="1080"/>
                  </a:cubicBezTo>
                  <a:cubicBezTo>
                    <a:pt x="1583" y="1283"/>
                    <a:pt x="1583" y="1493"/>
                    <a:pt x="1577" y="1691"/>
                  </a:cubicBezTo>
                  <a:cubicBezTo>
                    <a:pt x="1410" y="1749"/>
                    <a:pt x="1234" y="1802"/>
                    <a:pt x="1068" y="1851"/>
                  </a:cubicBezTo>
                  <a:cubicBezTo>
                    <a:pt x="929" y="1669"/>
                    <a:pt x="803" y="1502"/>
                    <a:pt x="695" y="1351"/>
                  </a:cubicBezTo>
                  <a:lnTo>
                    <a:pt x="692" y="1351"/>
                  </a:lnTo>
                  <a:cubicBezTo>
                    <a:pt x="806" y="1194"/>
                    <a:pt x="923" y="1037"/>
                    <a:pt x="1043" y="883"/>
                  </a:cubicBezTo>
                  <a:close/>
                  <a:moveTo>
                    <a:pt x="590" y="1496"/>
                  </a:moveTo>
                  <a:cubicBezTo>
                    <a:pt x="679" y="1623"/>
                    <a:pt x="778" y="1755"/>
                    <a:pt x="892" y="1900"/>
                  </a:cubicBezTo>
                  <a:cubicBezTo>
                    <a:pt x="590" y="1984"/>
                    <a:pt x="358" y="2030"/>
                    <a:pt x="238" y="2030"/>
                  </a:cubicBezTo>
                  <a:cubicBezTo>
                    <a:pt x="346" y="1848"/>
                    <a:pt x="463" y="1669"/>
                    <a:pt x="590" y="1496"/>
                  </a:cubicBezTo>
                  <a:close/>
                  <a:moveTo>
                    <a:pt x="1574" y="1873"/>
                  </a:moveTo>
                  <a:lnTo>
                    <a:pt x="1574" y="1873"/>
                  </a:lnTo>
                  <a:cubicBezTo>
                    <a:pt x="1561" y="2175"/>
                    <a:pt x="1546" y="2341"/>
                    <a:pt x="1534" y="2434"/>
                  </a:cubicBezTo>
                  <a:cubicBezTo>
                    <a:pt x="1456" y="2338"/>
                    <a:pt x="1327" y="2181"/>
                    <a:pt x="1182" y="1996"/>
                  </a:cubicBezTo>
                  <a:cubicBezTo>
                    <a:pt x="1312" y="1959"/>
                    <a:pt x="1441" y="1916"/>
                    <a:pt x="1574" y="1873"/>
                  </a:cubicBezTo>
                  <a:close/>
                  <a:moveTo>
                    <a:pt x="1629" y="0"/>
                  </a:moveTo>
                  <a:cubicBezTo>
                    <a:pt x="1583" y="0"/>
                    <a:pt x="1512" y="0"/>
                    <a:pt x="982" y="682"/>
                  </a:cubicBezTo>
                  <a:cubicBezTo>
                    <a:pt x="553" y="537"/>
                    <a:pt x="192" y="420"/>
                    <a:pt x="189" y="420"/>
                  </a:cubicBezTo>
                  <a:cubicBezTo>
                    <a:pt x="181" y="417"/>
                    <a:pt x="172" y="416"/>
                    <a:pt x="164" y="416"/>
                  </a:cubicBezTo>
                  <a:cubicBezTo>
                    <a:pt x="145" y="416"/>
                    <a:pt x="126" y="422"/>
                    <a:pt x="112" y="432"/>
                  </a:cubicBezTo>
                  <a:cubicBezTo>
                    <a:pt x="1" y="516"/>
                    <a:pt x="25" y="701"/>
                    <a:pt x="485" y="1351"/>
                  </a:cubicBezTo>
                  <a:cubicBezTo>
                    <a:pt x="325" y="1573"/>
                    <a:pt x="87" y="1919"/>
                    <a:pt x="50" y="2033"/>
                  </a:cubicBezTo>
                  <a:cubicBezTo>
                    <a:pt x="35" y="2070"/>
                    <a:pt x="41" y="2110"/>
                    <a:pt x="62" y="2141"/>
                  </a:cubicBezTo>
                  <a:cubicBezTo>
                    <a:pt x="102" y="2196"/>
                    <a:pt x="173" y="2203"/>
                    <a:pt x="232" y="2203"/>
                  </a:cubicBezTo>
                  <a:cubicBezTo>
                    <a:pt x="411" y="2203"/>
                    <a:pt x="741" y="2122"/>
                    <a:pt x="1003" y="2048"/>
                  </a:cubicBezTo>
                  <a:cubicBezTo>
                    <a:pt x="1271" y="2388"/>
                    <a:pt x="1487" y="2647"/>
                    <a:pt x="1490" y="2650"/>
                  </a:cubicBezTo>
                  <a:cubicBezTo>
                    <a:pt x="1512" y="2671"/>
                    <a:pt x="1540" y="2687"/>
                    <a:pt x="1571" y="2690"/>
                  </a:cubicBezTo>
                  <a:cubicBezTo>
                    <a:pt x="1660" y="2690"/>
                    <a:pt x="1719" y="2690"/>
                    <a:pt x="1746" y="1814"/>
                  </a:cubicBezTo>
                  <a:cubicBezTo>
                    <a:pt x="2039" y="1709"/>
                    <a:pt x="2382" y="1577"/>
                    <a:pt x="2459" y="1490"/>
                  </a:cubicBezTo>
                  <a:cubicBezTo>
                    <a:pt x="2487" y="1462"/>
                    <a:pt x="2496" y="1422"/>
                    <a:pt x="2487" y="1385"/>
                  </a:cubicBezTo>
                  <a:cubicBezTo>
                    <a:pt x="2471" y="1311"/>
                    <a:pt x="2397" y="1216"/>
                    <a:pt x="1756" y="963"/>
                  </a:cubicBezTo>
                  <a:cubicBezTo>
                    <a:pt x="1753" y="645"/>
                    <a:pt x="1743" y="148"/>
                    <a:pt x="1722" y="71"/>
                  </a:cubicBezTo>
                  <a:cubicBezTo>
                    <a:pt x="1706" y="31"/>
                    <a:pt x="1672" y="4"/>
                    <a:pt x="16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11" name="Google Shape;1011;p9"/>
            <p:cNvGrpSpPr/>
            <p:nvPr/>
          </p:nvGrpSpPr>
          <p:grpSpPr>
            <a:xfrm>
              <a:off x="5918966" y="4708552"/>
              <a:ext cx="299552" cy="265537"/>
              <a:chOff x="8792070" y="4843090"/>
              <a:chExt cx="142474" cy="126290"/>
            </a:xfrm>
          </p:grpSpPr>
          <p:sp>
            <p:nvSpPr>
              <p:cNvPr id="1012" name="Google Shape;1012;p9"/>
              <p:cNvSpPr/>
              <p:nvPr/>
            </p:nvSpPr>
            <p:spPr>
              <a:xfrm>
                <a:off x="8835905" y="4843090"/>
                <a:ext cx="69128" cy="58982"/>
              </a:xfrm>
              <a:custGeom>
                <a:avLst/>
                <a:gdLst/>
                <a:ahLst/>
                <a:cxnLst/>
                <a:rect l="l" t="t" r="r" b="b"/>
                <a:pathLst>
                  <a:path w="1935" h="1651" extrusionOk="0">
                    <a:moveTo>
                      <a:pt x="926" y="796"/>
                    </a:moveTo>
                    <a:cubicBezTo>
                      <a:pt x="947" y="848"/>
                      <a:pt x="960" y="904"/>
                      <a:pt x="966" y="959"/>
                    </a:cubicBezTo>
                    <a:cubicBezTo>
                      <a:pt x="958" y="961"/>
                      <a:pt x="950" y="962"/>
                      <a:pt x="941" y="962"/>
                    </a:cubicBezTo>
                    <a:cubicBezTo>
                      <a:pt x="933" y="962"/>
                      <a:pt x="924" y="961"/>
                      <a:pt x="917" y="959"/>
                    </a:cubicBezTo>
                    <a:cubicBezTo>
                      <a:pt x="904" y="938"/>
                      <a:pt x="904" y="882"/>
                      <a:pt x="926" y="796"/>
                    </a:cubicBezTo>
                    <a:close/>
                    <a:moveTo>
                      <a:pt x="1472" y="164"/>
                    </a:moveTo>
                    <a:cubicBezTo>
                      <a:pt x="1537" y="164"/>
                      <a:pt x="1595" y="194"/>
                      <a:pt x="1635" y="241"/>
                    </a:cubicBezTo>
                    <a:cubicBezTo>
                      <a:pt x="1725" y="327"/>
                      <a:pt x="1771" y="447"/>
                      <a:pt x="1765" y="571"/>
                    </a:cubicBezTo>
                    <a:cubicBezTo>
                      <a:pt x="1746" y="950"/>
                      <a:pt x="1296" y="1348"/>
                      <a:pt x="1296" y="1348"/>
                    </a:cubicBezTo>
                    <a:cubicBezTo>
                      <a:pt x="1197" y="1431"/>
                      <a:pt x="1074" y="1481"/>
                      <a:pt x="947" y="1487"/>
                    </a:cubicBezTo>
                    <a:cubicBezTo>
                      <a:pt x="565" y="1487"/>
                      <a:pt x="275" y="999"/>
                      <a:pt x="210" y="645"/>
                    </a:cubicBezTo>
                    <a:cubicBezTo>
                      <a:pt x="183" y="491"/>
                      <a:pt x="189" y="312"/>
                      <a:pt x="297" y="272"/>
                    </a:cubicBezTo>
                    <a:cubicBezTo>
                      <a:pt x="328" y="262"/>
                      <a:pt x="358" y="256"/>
                      <a:pt x="389" y="256"/>
                    </a:cubicBezTo>
                    <a:cubicBezTo>
                      <a:pt x="559" y="256"/>
                      <a:pt x="722" y="423"/>
                      <a:pt x="827" y="592"/>
                    </a:cubicBezTo>
                    <a:cubicBezTo>
                      <a:pt x="778" y="710"/>
                      <a:pt x="704" y="922"/>
                      <a:pt x="781" y="1046"/>
                    </a:cubicBezTo>
                    <a:cubicBezTo>
                      <a:pt x="815" y="1098"/>
                      <a:pt x="867" y="1125"/>
                      <a:pt x="932" y="1125"/>
                    </a:cubicBezTo>
                    <a:cubicBezTo>
                      <a:pt x="956" y="1125"/>
                      <a:pt x="982" y="1121"/>
                      <a:pt x="1009" y="1114"/>
                    </a:cubicBezTo>
                    <a:cubicBezTo>
                      <a:pt x="1052" y="1101"/>
                      <a:pt x="1086" y="1070"/>
                      <a:pt x="1105" y="1027"/>
                    </a:cubicBezTo>
                    <a:cubicBezTo>
                      <a:pt x="1148" y="916"/>
                      <a:pt x="1086" y="734"/>
                      <a:pt x="1009" y="586"/>
                    </a:cubicBezTo>
                    <a:cubicBezTo>
                      <a:pt x="1123" y="370"/>
                      <a:pt x="1311" y="164"/>
                      <a:pt x="1472" y="164"/>
                    </a:cubicBezTo>
                    <a:close/>
                    <a:moveTo>
                      <a:pt x="1472" y="0"/>
                    </a:moveTo>
                    <a:cubicBezTo>
                      <a:pt x="1247" y="0"/>
                      <a:pt x="1043" y="210"/>
                      <a:pt x="914" y="429"/>
                    </a:cubicBezTo>
                    <a:cubicBezTo>
                      <a:pt x="809" y="287"/>
                      <a:pt x="624" y="93"/>
                      <a:pt x="389" y="93"/>
                    </a:cubicBezTo>
                    <a:cubicBezTo>
                      <a:pt x="337" y="93"/>
                      <a:pt x="287" y="102"/>
                      <a:pt x="241" y="120"/>
                    </a:cubicBezTo>
                    <a:cubicBezTo>
                      <a:pt x="72" y="185"/>
                      <a:pt x="1" y="392"/>
                      <a:pt x="50" y="676"/>
                    </a:cubicBezTo>
                    <a:cubicBezTo>
                      <a:pt x="124" y="1067"/>
                      <a:pt x="457" y="1650"/>
                      <a:pt x="947" y="1650"/>
                    </a:cubicBezTo>
                    <a:cubicBezTo>
                      <a:pt x="1099" y="1650"/>
                      <a:pt x="1250" y="1589"/>
                      <a:pt x="1398" y="1471"/>
                    </a:cubicBezTo>
                    <a:cubicBezTo>
                      <a:pt x="1419" y="1453"/>
                      <a:pt x="1907" y="1027"/>
                      <a:pt x="1925" y="577"/>
                    </a:cubicBezTo>
                    <a:cubicBezTo>
                      <a:pt x="1934" y="410"/>
                      <a:pt x="1873" y="247"/>
                      <a:pt x="1752" y="130"/>
                    </a:cubicBezTo>
                    <a:cubicBezTo>
                      <a:pt x="1682" y="49"/>
                      <a:pt x="1580" y="3"/>
                      <a:pt x="1472"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9"/>
              <p:cNvSpPr/>
              <p:nvPr/>
            </p:nvSpPr>
            <p:spPr>
              <a:xfrm>
                <a:off x="8856626" y="4909183"/>
                <a:ext cx="68020" cy="60197"/>
              </a:xfrm>
              <a:custGeom>
                <a:avLst/>
                <a:gdLst/>
                <a:ahLst/>
                <a:cxnLst/>
                <a:rect l="l" t="t" r="r" b="b"/>
                <a:pathLst>
                  <a:path w="1904" h="1685" extrusionOk="0">
                    <a:moveTo>
                      <a:pt x="809" y="676"/>
                    </a:moveTo>
                    <a:cubicBezTo>
                      <a:pt x="821" y="688"/>
                      <a:pt x="836" y="750"/>
                      <a:pt x="830" y="849"/>
                    </a:cubicBezTo>
                    <a:cubicBezTo>
                      <a:pt x="781" y="769"/>
                      <a:pt x="771" y="710"/>
                      <a:pt x="778" y="692"/>
                    </a:cubicBezTo>
                    <a:cubicBezTo>
                      <a:pt x="787" y="685"/>
                      <a:pt x="799" y="679"/>
                      <a:pt x="809" y="676"/>
                    </a:cubicBezTo>
                    <a:close/>
                    <a:moveTo>
                      <a:pt x="784" y="161"/>
                    </a:moveTo>
                    <a:lnTo>
                      <a:pt x="784" y="164"/>
                    </a:lnTo>
                    <a:cubicBezTo>
                      <a:pt x="870" y="164"/>
                      <a:pt x="957" y="183"/>
                      <a:pt x="1037" y="217"/>
                    </a:cubicBezTo>
                    <a:cubicBezTo>
                      <a:pt x="1043" y="220"/>
                      <a:pt x="1583" y="476"/>
                      <a:pt x="1703" y="837"/>
                    </a:cubicBezTo>
                    <a:cubicBezTo>
                      <a:pt x="1743" y="954"/>
                      <a:pt x="1731" y="1080"/>
                      <a:pt x="1669" y="1188"/>
                    </a:cubicBezTo>
                    <a:cubicBezTo>
                      <a:pt x="1623" y="1274"/>
                      <a:pt x="1558" y="1318"/>
                      <a:pt x="1472" y="1318"/>
                    </a:cubicBezTo>
                    <a:cubicBezTo>
                      <a:pt x="1311" y="1318"/>
                      <a:pt x="1111" y="1176"/>
                      <a:pt x="972" y="1028"/>
                    </a:cubicBezTo>
                    <a:cubicBezTo>
                      <a:pt x="1006" y="864"/>
                      <a:pt x="1015" y="673"/>
                      <a:pt x="941" y="577"/>
                    </a:cubicBezTo>
                    <a:cubicBezTo>
                      <a:pt x="913" y="540"/>
                      <a:pt x="870" y="519"/>
                      <a:pt x="824" y="519"/>
                    </a:cubicBezTo>
                    <a:cubicBezTo>
                      <a:pt x="697" y="522"/>
                      <a:pt x="648" y="587"/>
                      <a:pt x="633" y="624"/>
                    </a:cubicBezTo>
                    <a:cubicBezTo>
                      <a:pt x="568" y="766"/>
                      <a:pt x="704" y="966"/>
                      <a:pt x="790" y="1071"/>
                    </a:cubicBezTo>
                    <a:cubicBezTo>
                      <a:pt x="728" y="1288"/>
                      <a:pt x="596" y="1525"/>
                      <a:pt x="391" y="1525"/>
                    </a:cubicBezTo>
                    <a:cubicBezTo>
                      <a:pt x="383" y="1525"/>
                      <a:pt x="375" y="1525"/>
                      <a:pt x="367" y="1524"/>
                    </a:cubicBezTo>
                    <a:cubicBezTo>
                      <a:pt x="247" y="1512"/>
                      <a:pt x="167" y="1305"/>
                      <a:pt x="179" y="1028"/>
                    </a:cubicBezTo>
                    <a:cubicBezTo>
                      <a:pt x="198" y="608"/>
                      <a:pt x="414" y="161"/>
                      <a:pt x="784" y="161"/>
                    </a:cubicBezTo>
                    <a:close/>
                    <a:moveTo>
                      <a:pt x="784" y="1"/>
                    </a:moveTo>
                    <a:cubicBezTo>
                      <a:pt x="309" y="1"/>
                      <a:pt x="37" y="516"/>
                      <a:pt x="16" y="1022"/>
                    </a:cubicBezTo>
                    <a:cubicBezTo>
                      <a:pt x="0" y="1407"/>
                      <a:pt x="130" y="1666"/>
                      <a:pt x="352" y="1685"/>
                    </a:cubicBezTo>
                    <a:lnTo>
                      <a:pt x="389" y="1685"/>
                    </a:lnTo>
                    <a:cubicBezTo>
                      <a:pt x="651" y="1685"/>
                      <a:pt x="824" y="1456"/>
                      <a:pt x="916" y="1207"/>
                    </a:cubicBezTo>
                    <a:cubicBezTo>
                      <a:pt x="1071" y="1352"/>
                      <a:pt x="1274" y="1481"/>
                      <a:pt x="1469" y="1481"/>
                    </a:cubicBezTo>
                    <a:cubicBezTo>
                      <a:pt x="1570" y="1481"/>
                      <a:pt x="1712" y="1444"/>
                      <a:pt x="1805" y="1265"/>
                    </a:cubicBezTo>
                    <a:cubicBezTo>
                      <a:pt x="1888" y="1120"/>
                      <a:pt x="1903" y="944"/>
                      <a:pt x="1851" y="787"/>
                    </a:cubicBezTo>
                    <a:cubicBezTo>
                      <a:pt x="1709" y="362"/>
                      <a:pt x="1126" y="84"/>
                      <a:pt x="1098" y="69"/>
                    </a:cubicBezTo>
                    <a:cubicBezTo>
                      <a:pt x="997" y="25"/>
                      <a:pt x="892" y="4"/>
                      <a:pt x="784"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9"/>
              <p:cNvSpPr/>
              <p:nvPr/>
            </p:nvSpPr>
            <p:spPr>
              <a:xfrm>
                <a:off x="8792070" y="4893678"/>
                <a:ext cx="69092" cy="50086"/>
              </a:xfrm>
              <a:custGeom>
                <a:avLst/>
                <a:gdLst/>
                <a:ahLst/>
                <a:cxnLst/>
                <a:rect l="l" t="t" r="r" b="b"/>
                <a:pathLst>
                  <a:path w="1934" h="1402" extrusionOk="0">
                    <a:moveTo>
                      <a:pt x="1147" y="1"/>
                    </a:moveTo>
                    <a:cubicBezTo>
                      <a:pt x="1058" y="1"/>
                      <a:pt x="963" y="19"/>
                      <a:pt x="867" y="65"/>
                    </a:cubicBezTo>
                    <a:cubicBezTo>
                      <a:pt x="386" y="290"/>
                      <a:pt x="0" y="740"/>
                      <a:pt x="241" y="1042"/>
                    </a:cubicBezTo>
                    <a:cubicBezTo>
                      <a:pt x="397" y="1239"/>
                      <a:pt x="698" y="1401"/>
                      <a:pt x="1009" y="1401"/>
                    </a:cubicBezTo>
                    <a:cubicBezTo>
                      <a:pt x="1176" y="1401"/>
                      <a:pt x="1347" y="1354"/>
                      <a:pt x="1499" y="1240"/>
                    </a:cubicBezTo>
                    <a:cubicBezTo>
                      <a:pt x="1934" y="910"/>
                      <a:pt x="1934" y="416"/>
                      <a:pt x="1789" y="296"/>
                    </a:cubicBezTo>
                    <a:cubicBezTo>
                      <a:pt x="1789" y="296"/>
                      <a:pt x="1508" y="1"/>
                      <a:pt x="11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9"/>
              <p:cNvSpPr/>
              <p:nvPr/>
            </p:nvSpPr>
            <p:spPr>
              <a:xfrm>
                <a:off x="8838763" y="4894428"/>
                <a:ext cx="12397" cy="38369"/>
              </a:xfrm>
              <a:custGeom>
                <a:avLst/>
                <a:gdLst/>
                <a:ahLst/>
                <a:cxnLst/>
                <a:rect l="l" t="t" r="r" b="b"/>
                <a:pathLst>
                  <a:path w="347" h="1074" extrusionOk="0">
                    <a:moveTo>
                      <a:pt x="1" y="0"/>
                    </a:moveTo>
                    <a:cubicBezTo>
                      <a:pt x="1" y="1"/>
                      <a:pt x="214" y="957"/>
                      <a:pt x="346" y="1074"/>
                    </a:cubicBez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9"/>
              <p:cNvSpPr/>
              <p:nvPr/>
            </p:nvSpPr>
            <p:spPr>
              <a:xfrm>
                <a:off x="8835262" y="4891285"/>
                <a:ext cx="19863" cy="44370"/>
              </a:xfrm>
              <a:custGeom>
                <a:avLst/>
                <a:gdLst/>
                <a:ahLst/>
                <a:cxnLst/>
                <a:rect l="l" t="t" r="r" b="b"/>
                <a:pathLst>
                  <a:path w="556" h="1242" extrusionOk="0">
                    <a:moveTo>
                      <a:pt x="98" y="0"/>
                    </a:moveTo>
                    <a:cubicBezTo>
                      <a:pt x="50" y="0"/>
                      <a:pt x="1" y="40"/>
                      <a:pt x="19" y="104"/>
                    </a:cubicBezTo>
                    <a:cubicBezTo>
                      <a:pt x="71" y="335"/>
                      <a:pt x="250" y="1097"/>
                      <a:pt x="392" y="1223"/>
                    </a:cubicBezTo>
                    <a:cubicBezTo>
                      <a:pt x="407" y="1236"/>
                      <a:pt x="426" y="1242"/>
                      <a:pt x="447" y="1242"/>
                    </a:cubicBezTo>
                    <a:cubicBezTo>
                      <a:pt x="521" y="1242"/>
                      <a:pt x="555" y="1149"/>
                      <a:pt x="500" y="1100"/>
                    </a:cubicBezTo>
                    <a:cubicBezTo>
                      <a:pt x="429" y="1038"/>
                      <a:pt x="278" y="517"/>
                      <a:pt x="176" y="70"/>
                    </a:cubicBezTo>
                    <a:cubicBezTo>
                      <a:pt x="168" y="22"/>
                      <a:pt x="133" y="0"/>
                      <a:pt x="9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9"/>
              <p:cNvSpPr/>
              <p:nvPr/>
            </p:nvSpPr>
            <p:spPr>
              <a:xfrm>
                <a:off x="8821794" y="4897286"/>
                <a:ext cx="16255" cy="44978"/>
              </a:xfrm>
              <a:custGeom>
                <a:avLst/>
                <a:gdLst/>
                <a:ahLst/>
                <a:cxnLst/>
                <a:rect l="l" t="t" r="r" b="b"/>
                <a:pathLst>
                  <a:path w="455" h="1259" extrusionOk="0">
                    <a:moveTo>
                      <a:pt x="1" y="1"/>
                    </a:moveTo>
                    <a:cubicBezTo>
                      <a:pt x="1" y="1"/>
                      <a:pt x="285" y="1111"/>
                      <a:pt x="454" y="1259"/>
                    </a:cubicBez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9"/>
              <p:cNvSpPr/>
              <p:nvPr/>
            </p:nvSpPr>
            <p:spPr>
              <a:xfrm>
                <a:off x="8818150" y="4894143"/>
                <a:ext cx="23864" cy="51122"/>
              </a:xfrm>
              <a:custGeom>
                <a:avLst/>
                <a:gdLst/>
                <a:ahLst/>
                <a:cxnLst/>
                <a:rect l="l" t="t" r="r" b="b"/>
                <a:pathLst>
                  <a:path w="668" h="1431" extrusionOk="0">
                    <a:moveTo>
                      <a:pt x="103" y="1"/>
                    </a:moveTo>
                    <a:cubicBezTo>
                      <a:pt x="52" y="1"/>
                      <a:pt x="1" y="43"/>
                      <a:pt x="23" y="110"/>
                    </a:cubicBezTo>
                    <a:cubicBezTo>
                      <a:pt x="72" y="298"/>
                      <a:pt x="325" y="1251"/>
                      <a:pt x="504" y="1409"/>
                    </a:cubicBezTo>
                    <a:cubicBezTo>
                      <a:pt x="519" y="1421"/>
                      <a:pt x="538" y="1427"/>
                      <a:pt x="556" y="1427"/>
                    </a:cubicBezTo>
                    <a:lnTo>
                      <a:pt x="556" y="1430"/>
                    </a:lnTo>
                    <a:cubicBezTo>
                      <a:pt x="630" y="1430"/>
                      <a:pt x="667" y="1338"/>
                      <a:pt x="612" y="1288"/>
                    </a:cubicBezTo>
                    <a:cubicBezTo>
                      <a:pt x="507" y="1196"/>
                      <a:pt x="297" y="520"/>
                      <a:pt x="180" y="70"/>
                    </a:cubicBezTo>
                    <a:cubicBezTo>
                      <a:pt x="172" y="22"/>
                      <a:pt x="138" y="1"/>
                      <a:pt x="1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9"/>
              <p:cNvSpPr/>
              <p:nvPr/>
            </p:nvSpPr>
            <p:spPr>
              <a:xfrm>
                <a:off x="8888458" y="4866562"/>
                <a:ext cx="33189" cy="34296"/>
              </a:xfrm>
              <a:custGeom>
                <a:avLst/>
                <a:gdLst/>
                <a:ahLst/>
                <a:cxnLst/>
                <a:rect l="l" t="t" r="r" b="b"/>
                <a:pathLst>
                  <a:path w="929" h="960" extrusionOk="0">
                    <a:moveTo>
                      <a:pt x="841" y="1"/>
                    </a:moveTo>
                    <a:cubicBezTo>
                      <a:pt x="805" y="1"/>
                      <a:pt x="770" y="22"/>
                      <a:pt x="763" y="68"/>
                    </a:cubicBezTo>
                    <a:cubicBezTo>
                      <a:pt x="682" y="679"/>
                      <a:pt x="118" y="796"/>
                      <a:pt x="96" y="799"/>
                    </a:cubicBezTo>
                    <a:cubicBezTo>
                      <a:pt x="1" y="817"/>
                      <a:pt x="13" y="959"/>
                      <a:pt x="112" y="959"/>
                    </a:cubicBezTo>
                    <a:lnTo>
                      <a:pt x="127" y="959"/>
                    </a:lnTo>
                    <a:cubicBezTo>
                      <a:pt x="133" y="956"/>
                      <a:pt x="824" y="820"/>
                      <a:pt x="923" y="90"/>
                    </a:cubicBezTo>
                    <a:cubicBezTo>
                      <a:pt x="928" y="32"/>
                      <a:pt x="884" y="1"/>
                      <a:pt x="8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9"/>
              <p:cNvSpPr/>
              <p:nvPr/>
            </p:nvSpPr>
            <p:spPr>
              <a:xfrm>
                <a:off x="8810218" y="4907861"/>
                <a:ext cx="12825" cy="35511"/>
              </a:xfrm>
              <a:custGeom>
                <a:avLst/>
                <a:gdLst/>
                <a:ahLst/>
                <a:cxnLst/>
                <a:rect l="l" t="t" r="r" b="b"/>
                <a:pathLst>
                  <a:path w="359" h="994" extrusionOk="0">
                    <a:moveTo>
                      <a:pt x="1" y="1"/>
                    </a:moveTo>
                    <a:lnTo>
                      <a:pt x="1" y="1"/>
                    </a:lnTo>
                    <a:cubicBezTo>
                      <a:pt x="1" y="1"/>
                      <a:pt x="143" y="827"/>
                      <a:pt x="359" y="994"/>
                    </a:cubicBez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9"/>
              <p:cNvSpPr/>
              <p:nvPr/>
            </p:nvSpPr>
            <p:spPr>
              <a:xfrm>
                <a:off x="8806824" y="4904860"/>
                <a:ext cx="20185" cy="41512"/>
              </a:xfrm>
              <a:custGeom>
                <a:avLst/>
                <a:gdLst/>
                <a:ahLst/>
                <a:cxnLst/>
                <a:rect l="l" t="t" r="r" b="b"/>
                <a:pathLst>
                  <a:path w="565" h="1162" extrusionOk="0">
                    <a:moveTo>
                      <a:pt x="96" y="0"/>
                    </a:moveTo>
                    <a:cubicBezTo>
                      <a:pt x="48" y="0"/>
                      <a:pt x="0" y="37"/>
                      <a:pt x="16" y="100"/>
                    </a:cubicBezTo>
                    <a:cubicBezTo>
                      <a:pt x="31" y="186"/>
                      <a:pt x="173" y="961"/>
                      <a:pt x="404" y="1143"/>
                    </a:cubicBezTo>
                    <a:cubicBezTo>
                      <a:pt x="420" y="1155"/>
                      <a:pt x="435" y="1161"/>
                      <a:pt x="454" y="1161"/>
                    </a:cubicBezTo>
                    <a:cubicBezTo>
                      <a:pt x="531" y="1161"/>
                      <a:pt x="565" y="1062"/>
                      <a:pt x="503" y="1016"/>
                    </a:cubicBezTo>
                    <a:cubicBezTo>
                      <a:pt x="364" y="908"/>
                      <a:pt x="229" y="381"/>
                      <a:pt x="176" y="72"/>
                    </a:cubicBezTo>
                    <a:cubicBezTo>
                      <a:pt x="169" y="23"/>
                      <a:pt x="133" y="0"/>
                      <a:pt x="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9"/>
              <p:cNvSpPr/>
              <p:nvPr/>
            </p:nvSpPr>
            <p:spPr>
              <a:xfrm>
                <a:off x="8888387" y="4899466"/>
                <a:ext cx="46157" cy="17898"/>
              </a:xfrm>
              <a:custGeom>
                <a:avLst/>
                <a:gdLst/>
                <a:ahLst/>
                <a:cxnLst/>
                <a:rect l="l" t="t" r="r" b="b"/>
                <a:pathLst>
                  <a:path w="1292" h="501" extrusionOk="0">
                    <a:moveTo>
                      <a:pt x="514" y="1"/>
                    </a:moveTo>
                    <a:cubicBezTo>
                      <a:pt x="390" y="1"/>
                      <a:pt x="249" y="22"/>
                      <a:pt x="92" y="75"/>
                    </a:cubicBezTo>
                    <a:cubicBezTo>
                      <a:pt x="0" y="106"/>
                      <a:pt x="34" y="234"/>
                      <a:pt x="116" y="234"/>
                    </a:cubicBezTo>
                    <a:cubicBezTo>
                      <a:pt x="125" y="234"/>
                      <a:pt x="135" y="233"/>
                      <a:pt x="145" y="230"/>
                    </a:cubicBezTo>
                    <a:cubicBezTo>
                      <a:pt x="286" y="182"/>
                      <a:pt x="410" y="163"/>
                      <a:pt x="518" y="163"/>
                    </a:cubicBezTo>
                    <a:cubicBezTo>
                      <a:pt x="937" y="163"/>
                      <a:pt x="1122" y="446"/>
                      <a:pt x="1132" y="461"/>
                    </a:cubicBezTo>
                    <a:cubicBezTo>
                      <a:pt x="1147" y="486"/>
                      <a:pt x="1172" y="501"/>
                      <a:pt x="1199" y="501"/>
                    </a:cubicBezTo>
                    <a:cubicBezTo>
                      <a:pt x="1215" y="501"/>
                      <a:pt x="1230" y="495"/>
                      <a:pt x="1243" y="489"/>
                    </a:cubicBezTo>
                    <a:cubicBezTo>
                      <a:pt x="1280" y="464"/>
                      <a:pt x="1292" y="415"/>
                      <a:pt x="1270" y="378"/>
                    </a:cubicBezTo>
                    <a:cubicBezTo>
                      <a:pt x="1268" y="373"/>
                      <a:pt x="1031" y="1"/>
                      <a:pt x="5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23" name="Google Shape;1023;p9"/>
            <p:cNvSpPr/>
            <p:nvPr/>
          </p:nvSpPr>
          <p:spPr>
            <a:xfrm>
              <a:off x="3344561" y="4693153"/>
              <a:ext cx="122063" cy="122890"/>
            </a:xfrm>
            <a:custGeom>
              <a:avLst/>
              <a:gdLst/>
              <a:ahLst/>
              <a:cxnLst/>
              <a:rect l="l" t="t" r="r" b="b"/>
              <a:pathLst>
                <a:path w="1919" h="1932" extrusionOk="0">
                  <a:moveTo>
                    <a:pt x="1024" y="248"/>
                  </a:moveTo>
                  <a:cubicBezTo>
                    <a:pt x="1049" y="331"/>
                    <a:pt x="1076" y="442"/>
                    <a:pt x="1095" y="513"/>
                  </a:cubicBezTo>
                  <a:cubicBezTo>
                    <a:pt x="1141" y="704"/>
                    <a:pt x="1150" y="747"/>
                    <a:pt x="1175" y="781"/>
                  </a:cubicBezTo>
                  <a:cubicBezTo>
                    <a:pt x="1200" y="815"/>
                    <a:pt x="1234" y="828"/>
                    <a:pt x="1425" y="895"/>
                  </a:cubicBezTo>
                  <a:cubicBezTo>
                    <a:pt x="1490" y="920"/>
                    <a:pt x="1592" y="957"/>
                    <a:pt x="1669" y="988"/>
                  </a:cubicBezTo>
                  <a:cubicBezTo>
                    <a:pt x="1561" y="1037"/>
                    <a:pt x="1388" y="1102"/>
                    <a:pt x="1234" y="1154"/>
                  </a:cubicBezTo>
                  <a:cubicBezTo>
                    <a:pt x="1212" y="1164"/>
                    <a:pt x="1194" y="1179"/>
                    <a:pt x="1184" y="1201"/>
                  </a:cubicBezTo>
                  <a:cubicBezTo>
                    <a:pt x="1110" y="1377"/>
                    <a:pt x="1015" y="1577"/>
                    <a:pt x="953" y="1688"/>
                  </a:cubicBezTo>
                  <a:cubicBezTo>
                    <a:pt x="910" y="1568"/>
                    <a:pt x="851" y="1358"/>
                    <a:pt x="805" y="1173"/>
                  </a:cubicBezTo>
                  <a:cubicBezTo>
                    <a:pt x="796" y="1139"/>
                    <a:pt x="771" y="1114"/>
                    <a:pt x="737" y="1108"/>
                  </a:cubicBezTo>
                  <a:cubicBezTo>
                    <a:pt x="558" y="1071"/>
                    <a:pt x="355" y="1028"/>
                    <a:pt x="241" y="994"/>
                  </a:cubicBezTo>
                  <a:cubicBezTo>
                    <a:pt x="416" y="905"/>
                    <a:pt x="595" y="821"/>
                    <a:pt x="780" y="747"/>
                  </a:cubicBezTo>
                  <a:cubicBezTo>
                    <a:pt x="802" y="738"/>
                    <a:pt x="820" y="723"/>
                    <a:pt x="830" y="698"/>
                  </a:cubicBezTo>
                  <a:cubicBezTo>
                    <a:pt x="885" y="547"/>
                    <a:pt x="953" y="396"/>
                    <a:pt x="1024" y="248"/>
                  </a:cubicBezTo>
                  <a:close/>
                  <a:moveTo>
                    <a:pt x="1046" y="1"/>
                  </a:moveTo>
                  <a:cubicBezTo>
                    <a:pt x="993" y="1"/>
                    <a:pt x="916" y="1"/>
                    <a:pt x="685" y="605"/>
                  </a:cubicBezTo>
                  <a:cubicBezTo>
                    <a:pt x="40" y="865"/>
                    <a:pt x="19" y="948"/>
                    <a:pt x="6" y="982"/>
                  </a:cubicBezTo>
                  <a:cubicBezTo>
                    <a:pt x="0" y="1013"/>
                    <a:pt x="6" y="1043"/>
                    <a:pt x="22" y="1068"/>
                  </a:cubicBezTo>
                  <a:cubicBezTo>
                    <a:pt x="40" y="1093"/>
                    <a:pt x="89" y="1158"/>
                    <a:pt x="651" y="1265"/>
                  </a:cubicBezTo>
                  <a:cubicBezTo>
                    <a:pt x="817" y="1932"/>
                    <a:pt x="879" y="1932"/>
                    <a:pt x="941" y="1932"/>
                  </a:cubicBezTo>
                  <a:lnTo>
                    <a:pt x="947" y="1932"/>
                  </a:lnTo>
                  <a:cubicBezTo>
                    <a:pt x="999" y="1929"/>
                    <a:pt x="1058" y="1926"/>
                    <a:pt x="1329" y="1306"/>
                  </a:cubicBezTo>
                  <a:cubicBezTo>
                    <a:pt x="1499" y="1244"/>
                    <a:pt x="1817" y="1127"/>
                    <a:pt x="1885" y="1065"/>
                  </a:cubicBezTo>
                  <a:cubicBezTo>
                    <a:pt x="1909" y="1040"/>
                    <a:pt x="1918" y="1006"/>
                    <a:pt x="1915" y="972"/>
                  </a:cubicBezTo>
                  <a:cubicBezTo>
                    <a:pt x="1900" y="895"/>
                    <a:pt x="1814" y="855"/>
                    <a:pt x="1484" y="735"/>
                  </a:cubicBezTo>
                  <a:cubicBezTo>
                    <a:pt x="1422" y="713"/>
                    <a:pt x="1348" y="686"/>
                    <a:pt x="1314" y="670"/>
                  </a:cubicBezTo>
                  <a:cubicBezTo>
                    <a:pt x="1302" y="633"/>
                    <a:pt x="1280" y="547"/>
                    <a:pt x="1262" y="473"/>
                  </a:cubicBezTo>
                  <a:cubicBezTo>
                    <a:pt x="1203" y="241"/>
                    <a:pt x="1169" y="100"/>
                    <a:pt x="1126" y="44"/>
                  </a:cubicBezTo>
                  <a:cubicBezTo>
                    <a:pt x="1107" y="19"/>
                    <a:pt x="1076" y="4"/>
                    <a:pt x="10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dk2"/>
        </a:solidFill>
        <a:effectLst/>
      </p:bgPr>
    </p:bg>
    <p:spTree>
      <p:nvGrpSpPr>
        <p:cNvPr id="1" name="Shape 1024"/>
        <p:cNvGrpSpPr/>
        <p:nvPr/>
      </p:nvGrpSpPr>
      <p:grpSpPr>
        <a:xfrm>
          <a:off x="0" y="0"/>
          <a:ext cx="0" cy="0"/>
          <a:chOff x="0" y="0"/>
          <a:chExt cx="0" cy="0"/>
        </a:xfrm>
      </p:grpSpPr>
      <p:sp>
        <p:nvSpPr>
          <p:cNvPr id="1025" name="Google Shape;1025;p10"/>
          <p:cNvSpPr txBox="1">
            <a:spLocks noGrp="1"/>
          </p:cNvSpPr>
          <p:nvPr>
            <p:ph type="title"/>
          </p:nvPr>
        </p:nvSpPr>
        <p:spPr>
          <a:xfrm>
            <a:off x="715100" y="434925"/>
            <a:ext cx="4305300" cy="12744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a:lvl1pPr>
            <a:lvl2pPr lvl="1" algn="ctr" rtl="0">
              <a:spcBef>
                <a:spcPts val="0"/>
              </a:spcBef>
              <a:spcAft>
                <a:spcPts val="0"/>
              </a:spcAft>
              <a:buSzPts val="3600"/>
              <a:buNone/>
              <a:defRPr/>
            </a:lvl2pPr>
            <a:lvl3pPr lvl="2" algn="ctr" rtl="0">
              <a:spcBef>
                <a:spcPts val="0"/>
              </a:spcBef>
              <a:spcAft>
                <a:spcPts val="0"/>
              </a:spcAft>
              <a:buSzPts val="3600"/>
              <a:buNone/>
              <a:defRPr/>
            </a:lvl3pPr>
            <a:lvl4pPr lvl="3" algn="ctr" rtl="0">
              <a:spcBef>
                <a:spcPts val="0"/>
              </a:spcBef>
              <a:spcAft>
                <a:spcPts val="0"/>
              </a:spcAft>
              <a:buSzPts val="3600"/>
              <a:buNone/>
              <a:defRPr/>
            </a:lvl4pPr>
            <a:lvl5pPr lvl="4" algn="ctr" rtl="0">
              <a:spcBef>
                <a:spcPts val="0"/>
              </a:spcBef>
              <a:spcAft>
                <a:spcPts val="0"/>
              </a:spcAft>
              <a:buSzPts val="3600"/>
              <a:buNone/>
              <a:defRPr/>
            </a:lvl5pPr>
            <a:lvl6pPr lvl="5" algn="ctr" rtl="0">
              <a:spcBef>
                <a:spcPts val="0"/>
              </a:spcBef>
              <a:spcAft>
                <a:spcPts val="0"/>
              </a:spcAft>
              <a:buSzPts val="3600"/>
              <a:buNone/>
              <a:defRPr/>
            </a:lvl6pPr>
            <a:lvl7pPr lvl="6" algn="ctr" rtl="0">
              <a:spcBef>
                <a:spcPts val="0"/>
              </a:spcBef>
              <a:spcAft>
                <a:spcPts val="0"/>
              </a:spcAft>
              <a:buSzPts val="3600"/>
              <a:buNone/>
              <a:defRPr/>
            </a:lvl7pPr>
            <a:lvl8pPr lvl="7" algn="ctr" rtl="0">
              <a:spcBef>
                <a:spcPts val="0"/>
              </a:spcBef>
              <a:spcAft>
                <a:spcPts val="0"/>
              </a:spcAft>
              <a:buSzPts val="3600"/>
              <a:buNone/>
              <a:defRPr/>
            </a:lvl8pPr>
            <a:lvl9pPr lvl="8" algn="ctr" rtl="0">
              <a:spcBef>
                <a:spcPts val="0"/>
              </a:spcBef>
              <a:spcAft>
                <a:spcPts val="0"/>
              </a:spcAft>
              <a:buSzPts val="3600"/>
              <a:buNone/>
              <a:defRPr/>
            </a:lvl9pPr>
          </a:lstStyle>
          <a:p>
            <a:endParaRPr/>
          </a:p>
        </p:txBody>
      </p:sp>
      <p:grpSp>
        <p:nvGrpSpPr>
          <p:cNvPr id="1026" name="Google Shape;1026;p10"/>
          <p:cNvGrpSpPr/>
          <p:nvPr/>
        </p:nvGrpSpPr>
        <p:grpSpPr>
          <a:xfrm>
            <a:off x="7365098" y="3205040"/>
            <a:ext cx="1734237" cy="1876555"/>
            <a:chOff x="7365098" y="3205040"/>
            <a:chExt cx="1734237" cy="1876555"/>
          </a:xfrm>
        </p:grpSpPr>
        <p:sp>
          <p:nvSpPr>
            <p:cNvPr id="1027" name="Google Shape;1027;p10"/>
            <p:cNvSpPr/>
            <p:nvPr/>
          </p:nvSpPr>
          <p:spPr>
            <a:xfrm>
              <a:off x="8957971" y="3553857"/>
              <a:ext cx="97552" cy="98090"/>
            </a:xfrm>
            <a:custGeom>
              <a:avLst/>
              <a:gdLst/>
              <a:ahLst/>
              <a:cxnLst/>
              <a:rect l="l" t="t" r="r" b="b"/>
              <a:pathLst>
                <a:path w="1814" h="1824" extrusionOk="0">
                  <a:moveTo>
                    <a:pt x="969" y="235"/>
                  </a:moveTo>
                  <a:cubicBezTo>
                    <a:pt x="990" y="315"/>
                    <a:pt x="1018" y="417"/>
                    <a:pt x="1034" y="485"/>
                  </a:cubicBezTo>
                  <a:cubicBezTo>
                    <a:pt x="1080" y="667"/>
                    <a:pt x="1089" y="707"/>
                    <a:pt x="1111" y="738"/>
                  </a:cubicBezTo>
                  <a:cubicBezTo>
                    <a:pt x="1135" y="769"/>
                    <a:pt x="1166" y="784"/>
                    <a:pt x="1345" y="846"/>
                  </a:cubicBezTo>
                  <a:cubicBezTo>
                    <a:pt x="1410" y="870"/>
                    <a:pt x="1505" y="904"/>
                    <a:pt x="1576" y="935"/>
                  </a:cubicBezTo>
                  <a:cubicBezTo>
                    <a:pt x="1478" y="978"/>
                    <a:pt x="1314" y="1040"/>
                    <a:pt x="1169" y="1093"/>
                  </a:cubicBezTo>
                  <a:cubicBezTo>
                    <a:pt x="1148" y="1099"/>
                    <a:pt x="1129" y="1114"/>
                    <a:pt x="1120" y="1136"/>
                  </a:cubicBezTo>
                  <a:cubicBezTo>
                    <a:pt x="1049" y="1302"/>
                    <a:pt x="960" y="1490"/>
                    <a:pt x="901" y="1595"/>
                  </a:cubicBezTo>
                  <a:cubicBezTo>
                    <a:pt x="861" y="1481"/>
                    <a:pt x="802" y="1281"/>
                    <a:pt x="759" y="1108"/>
                  </a:cubicBezTo>
                  <a:cubicBezTo>
                    <a:pt x="753" y="1077"/>
                    <a:pt x="728" y="1052"/>
                    <a:pt x="697" y="1046"/>
                  </a:cubicBezTo>
                  <a:cubicBezTo>
                    <a:pt x="528" y="1015"/>
                    <a:pt x="333" y="972"/>
                    <a:pt x="229" y="941"/>
                  </a:cubicBezTo>
                  <a:cubicBezTo>
                    <a:pt x="392" y="852"/>
                    <a:pt x="565" y="775"/>
                    <a:pt x="738" y="707"/>
                  </a:cubicBezTo>
                  <a:cubicBezTo>
                    <a:pt x="759" y="698"/>
                    <a:pt x="775" y="682"/>
                    <a:pt x="784" y="661"/>
                  </a:cubicBezTo>
                  <a:cubicBezTo>
                    <a:pt x="839" y="516"/>
                    <a:pt x="901" y="374"/>
                    <a:pt x="969" y="235"/>
                  </a:cubicBezTo>
                  <a:close/>
                  <a:moveTo>
                    <a:pt x="987" y="1"/>
                  </a:moveTo>
                  <a:cubicBezTo>
                    <a:pt x="938" y="1"/>
                    <a:pt x="864" y="1"/>
                    <a:pt x="648" y="571"/>
                  </a:cubicBezTo>
                  <a:cubicBezTo>
                    <a:pt x="40" y="815"/>
                    <a:pt x="16" y="895"/>
                    <a:pt x="7" y="929"/>
                  </a:cubicBezTo>
                  <a:cubicBezTo>
                    <a:pt x="0" y="957"/>
                    <a:pt x="7" y="985"/>
                    <a:pt x="22" y="1009"/>
                  </a:cubicBezTo>
                  <a:cubicBezTo>
                    <a:pt x="37" y="1031"/>
                    <a:pt x="84" y="1093"/>
                    <a:pt x="617" y="1194"/>
                  </a:cubicBezTo>
                  <a:cubicBezTo>
                    <a:pt x="775" y="1823"/>
                    <a:pt x="830" y="1823"/>
                    <a:pt x="889" y="1823"/>
                  </a:cubicBezTo>
                  <a:lnTo>
                    <a:pt x="895" y="1823"/>
                  </a:lnTo>
                  <a:cubicBezTo>
                    <a:pt x="944" y="1820"/>
                    <a:pt x="1000" y="1817"/>
                    <a:pt x="1256" y="1231"/>
                  </a:cubicBezTo>
                  <a:cubicBezTo>
                    <a:pt x="1416" y="1176"/>
                    <a:pt x="1718" y="1065"/>
                    <a:pt x="1780" y="1006"/>
                  </a:cubicBezTo>
                  <a:cubicBezTo>
                    <a:pt x="1805" y="985"/>
                    <a:pt x="1814" y="951"/>
                    <a:pt x="1811" y="920"/>
                  </a:cubicBezTo>
                  <a:cubicBezTo>
                    <a:pt x="1795" y="846"/>
                    <a:pt x="1715" y="806"/>
                    <a:pt x="1404" y="695"/>
                  </a:cubicBezTo>
                  <a:cubicBezTo>
                    <a:pt x="1345" y="673"/>
                    <a:pt x="1274" y="648"/>
                    <a:pt x="1243" y="633"/>
                  </a:cubicBezTo>
                  <a:cubicBezTo>
                    <a:pt x="1231" y="599"/>
                    <a:pt x="1209" y="516"/>
                    <a:pt x="1194" y="448"/>
                  </a:cubicBezTo>
                  <a:cubicBezTo>
                    <a:pt x="1142" y="229"/>
                    <a:pt x="1105" y="93"/>
                    <a:pt x="1064" y="41"/>
                  </a:cubicBezTo>
                  <a:cubicBezTo>
                    <a:pt x="1046" y="16"/>
                    <a:pt x="1018" y="4"/>
                    <a:pt x="9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10"/>
            <p:cNvSpPr/>
            <p:nvPr/>
          </p:nvSpPr>
          <p:spPr>
            <a:xfrm>
              <a:off x="8906457" y="3205040"/>
              <a:ext cx="173330" cy="167924"/>
            </a:xfrm>
            <a:custGeom>
              <a:avLst/>
              <a:gdLst/>
              <a:ahLst/>
              <a:cxnLst/>
              <a:rect l="l" t="t" r="r" b="b"/>
              <a:pathLst>
                <a:path w="2725" h="2640" extrusionOk="0">
                  <a:moveTo>
                    <a:pt x="889" y="243"/>
                  </a:moveTo>
                  <a:cubicBezTo>
                    <a:pt x="988" y="326"/>
                    <a:pt x="1151" y="474"/>
                    <a:pt x="1370" y="681"/>
                  </a:cubicBezTo>
                  <a:cubicBezTo>
                    <a:pt x="1244" y="739"/>
                    <a:pt x="1108" y="807"/>
                    <a:pt x="960" y="884"/>
                  </a:cubicBezTo>
                  <a:cubicBezTo>
                    <a:pt x="914" y="557"/>
                    <a:pt x="895" y="358"/>
                    <a:pt x="889" y="243"/>
                  </a:cubicBezTo>
                  <a:close/>
                  <a:moveTo>
                    <a:pt x="2227" y="520"/>
                  </a:moveTo>
                  <a:lnTo>
                    <a:pt x="2227" y="520"/>
                  </a:lnTo>
                  <a:cubicBezTo>
                    <a:pt x="2172" y="708"/>
                    <a:pt x="2101" y="890"/>
                    <a:pt x="2018" y="1066"/>
                  </a:cubicBezTo>
                  <a:cubicBezTo>
                    <a:pt x="1904" y="955"/>
                    <a:pt x="1786" y="841"/>
                    <a:pt x="1672" y="730"/>
                  </a:cubicBezTo>
                  <a:cubicBezTo>
                    <a:pt x="1996" y="585"/>
                    <a:pt x="2150" y="536"/>
                    <a:pt x="2227" y="520"/>
                  </a:cubicBezTo>
                  <a:close/>
                  <a:moveTo>
                    <a:pt x="827" y="1143"/>
                  </a:moveTo>
                  <a:cubicBezTo>
                    <a:pt x="849" y="1298"/>
                    <a:pt x="877" y="1455"/>
                    <a:pt x="904" y="1609"/>
                  </a:cubicBezTo>
                  <a:cubicBezTo>
                    <a:pt x="497" y="1544"/>
                    <a:pt x="318" y="1489"/>
                    <a:pt x="241" y="1455"/>
                  </a:cubicBezTo>
                  <a:cubicBezTo>
                    <a:pt x="358" y="1390"/>
                    <a:pt x="577" y="1273"/>
                    <a:pt x="827" y="1143"/>
                  </a:cubicBezTo>
                  <a:close/>
                  <a:moveTo>
                    <a:pt x="1506" y="810"/>
                  </a:moveTo>
                  <a:cubicBezTo>
                    <a:pt x="1651" y="946"/>
                    <a:pt x="1802" y="1094"/>
                    <a:pt x="1941" y="1233"/>
                  </a:cubicBezTo>
                  <a:cubicBezTo>
                    <a:pt x="1867" y="1396"/>
                    <a:pt x="1786" y="1557"/>
                    <a:pt x="1706" y="1711"/>
                  </a:cubicBezTo>
                  <a:cubicBezTo>
                    <a:pt x="1478" y="1689"/>
                    <a:pt x="1268" y="1661"/>
                    <a:pt x="1086" y="1637"/>
                  </a:cubicBezTo>
                  <a:lnTo>
                    <a:pt x="1083" y="1637"/>
                  </a:lnTo>
                  <a:cubicBezTo>
                    <a:pt x="1049" y="1449"/>
                    <a:pt x="1015" y="1251"/>
                    <a:pt x="988" y="1063"/>
                  </a:cubicBezTo>
                  <a:cubicBezTo>
                    <a:pt x="1179" y="968"/>
                    <a:pt x="1352" y="881"/>
                    <a:pt x="1506" y="810"/>
                  </a:cubicBezTo>
                  <a:close/>
                  <a:moveTo>
                    <a:pt x="2070" y="1362"/>
                  </a:moveTo>
                  <a:cubicBezTo>
                    <a:pt x="2280" y="1578"/>
                    <a:pt x="2394" y="1708"/>
                    <a:pt x="2453" y="1779"/>
                  </a:cubicBezTo>
                  <a:cubicBezTo>
                    <a:pt x="2314" y="1769"/>
                    <a:pt x="2110" y="1751"/>
                    <a:pt x="1888" y="1729"/>
                  </a:cubicBezTo>
                  <a:cubicBezTo>
                    <a:pt x="1950" y="1612"/>
                    <a:pt x="2012" y="1486"/>
                    <a:pt x="2070" y="1362"/>
                  </a:cubicBezTo>
                  <a:close/>
                  <a:moveTo>
                    <a:pt x="1117" y="1816"/>
                  </a:moveTo>
                  <a:lnTo>
                    <a:pt x="1117" y="1816"/>
                  </a:lnTo>
                  <a:cubicBezTo>
                    <a:pt x="1268" y="1834"/>
                    <a:pt x="1438" y="1856"/>
                    <a:pt x="1620" y="1874"/>
                  </a:cubicBezTo>
                  <a:cubicBezTo>
                    <a:pt x="1438" y="2207"/>
                    <a:pt x="1321" y="2371"/>
                    <a:pt x="1259" y="2436"/>
                  </a:cubicBezTo>
                  <a:cubicBezTo>
                    <a:pt x="1231" y="2340"/>
                    <a:pt x="1182" y="2143"/>
                    <a:pt x="1117" y="1816"/>
                  </a:cubicBezTo>
                  <a:close/>
                  <a:moveTo>
                    <a:pt x="826" y="0"/>
                  </a:moveTo>
                  <a:cubicBezTo>
                    <a:pt x="798" y="0"/>
                    <a:pt x="770" y="10"/>
                    <a:pt x="750" y="30"/>
                  </a:cubicBezTo>
                  <a:cubicBezTo>
                    <a:pt x="719" y="67"/>
                    <a:pt x="673" y="119"/>
                    <a:pt x="799" y="968"/>
                  </a:cubicBezTo>
                  <a:cubicBezTo>
                    <a:pt x="395" y="1174"/>
                    <a:pt x="65" y="1356"/>
                    <a:pt x="62" y="1356"/>
                  </a:cubicBezTo>
                  <a:cubicBezTo>
                    <a:pt x="38" y="1372"/>
                    <a:pt x="22" y="1393"/>
                    <a:pt x="19" y="1421"/>
                  </a:cubicBezTo>
                  <a:cubicBezTo>
                    <a:pt x="1" y="1557"/>
                    <a:pt x="149" y="1668"/>
                    <a:pt x="938" y="1788"/>
                  </a:cubicBezTo>
                  <a:cubicBezTo>
                    <a:pt x="988" y="2059"/>
                    <a:pt x="1071" y="2466"/>
                    <a:pt x="1129" y="2574"/>
                  </a:cubicBezTo>
                  <a:cubicBezTo>
                    <a:pt x="1148" y="2615"/>
                    <a:pt x="1188" y="2639"/>
                    <a:pt x="1234" y="2639"/>
                  </a:cubicBezTo>
                  <a:cubicBezTo>
                    <a:pt x="1290" y="2639"/>
                    <a:pt x="1404" y="2639"/>
                    <a:pt x="1802" y="1893"/>
                  </a:cubicBezTo>
                  <a:cubicBezTo>
                    <a:pt x="2144" y="1930"/>
                    <a:pt x="2453" y="1951"/>
                    <a:pt x="2573" y="1961"/>
                  </a:cubicBezTo>
                  <a:cubicBezTo>
                    <a:pt x="2616" y="1961"/>
                    <a:pt x="2656" y="1939"/>
                    <a:pt x="2675" y="1902"/>
                  </a:cubicBezTo>
                  <a:cubicBezTo>
                    <a:pt x="2702" y="1837"/>
                    <a:pt x="2724" y="1785"/>
                    <a:pt x="2144" y="1199"/>
                  </a:cubicBezTo>
                  <a:cubicBezTo>
                    <a:pt x="2274" y="912"/>
                    <a:pt x="2416" y="573"/>
                    <a:pt x="2406" y="459"/>
                  </a:cubicBezTo>
                  <a:cubicBezTo>
                    <a:pt x="2403" y="406"/>
                    <a:pt x="2363" y="344"/>
                    <a:pt x="2264" y="344"/>
                  </a:cubicBezTo>
                  <a:cubicBezTo>
                    <a:pt x="2194" y="344"/>
                    <a:pt x="2039" y="372"/>
                    <a:pt x="1537" y="604"/>
                  </a:cubicBezTo>
                  <a:cubicBezTo>
                    <a:pt x="1305" y="385"/>
                    <a:pt x="941" y="48"/>
                    <a:pt x="870" y="8"/>
                  </a:cubicBezTo>
                  <a:cubicBezTo>
                    <a:pt x="856" y="3"/>
                    <a:pt x="841" y="0"/>
                    <a:pt x="8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29" name="Google Shape;1029;p10"/>
            <p:cNvGrpSpPr/>
            <p:nvPr/>
          </p:nvGrpSpPr>
          <p:grpSpPr>
            <a:xfrm>
              <a:off x="7365098" y="3767669"/>
              <a:ext cx="1734237" cy="1313926"/>
              <a:chOff x="7365098" y="3767669"/>
              <a:chExt cx="1734237" cy="1313926"/>
            </a:xfrm>
          </p:grpSpPr>
          <p:sp>
            <p:nvSpPr>
              <p:cNvPr id="1030" name="Google Shape;1030;p10"/>
              <p:cNvSpPr/>
              <p:nvPr/>
            </p:nvSpPr>
            <p:spPr>
              <a:xfrm rot="-320246">
                <a:off x="8287495" y="4291232"/>
                <a:ext cx="649264" cy="445283"/>
              </a:xfrm>
              <a:custGeom>
                <a:avLst/>
                <a:gdLst/>
                <a:ahLst/>
                <a:cxnLst/>
                <a:rect l="l" t="t" r="r" b="b"/>
                <a:pathLst>
                  <a:path w="12073" h="8280" extrusionOk="0">
                    <a:moveTo>
                      <a:pt x="8926" y="1"/>
                    </a:moveTo>
                    <a:cubicBezTo>
                      <a:pt x="8924" y="1"/>
                      <a:pt x="8922" y="1"/>
                      <a:pt x="8921" y="1"/>
                    </a:cubicBezTo>
                    <a:cubicBezTo>
                      <a:pt x="8831" y="4"/>
                      <a:pt x="8742" y="13"/>
                      <a:pt x="8652" y="29"/>
                    </a:cubicBezTo>
                    <a:lnTo>
                      <a:pt x="8588" y="41"/>
                    </a:lnTo>
                    <a:cubicBezTo>
                      <a:pt x="8492" y="60"/>
                      <a:pt x="8507" y="201"/>
                      <a:pt x="8606" y="201"/>
                    </a:cubicBezTo>
                    <a:cubicBezTo>
                      <a:pt x="8609" y="201"/>
                      <a:pt x="8615" y="201"/>
                      <a:pt x="8621" y="198"/>
                    </a:cubicBezTo>
                    <a:lnTo>
                      <a:pt x="8677" y="189"/>
                    </a:lnTo>
                    <a:cubicBezTo>
                      <a:pt x="8760" y="174"/>
                      <a:pt x="8844" y="164"/>
                      <a:pt x="8930" y="161"/>
                    </a:cubicBezTo>
                    <a:cubicBezTo>
                      <a:pt x="8973" y="158"/>
                      <a:pt x="9007" y="121"/>
                      <a:pt x="9007" y="78"/>
                    </a:cubicBezTo>
                    <a:cubicBezTo>
                      <a:pt x="9004" y="34"/>
                      <a:pt x="8967" y="1"/>
                      <a:pt x="8926" y="1"/>
                    </a:cubicBezTo>
                    <a:close/>
                    <a:moveTo>
                      <a:pt x="9248" y="13"/>
                    </a:moveTo>
                    <a:cubicBezTo>
                      <a:pt x="9151" y="13"/>
                      <a:pt x="9136" y="159"/>
                      <a:pt x="9238" y="174"/>
                    </a:cubicBezTo>
                    <a:cubicBezTo>
                      <a:pt x="9343" y="186"/>
                      <a:pt x="9445" y="205"/>
                      <a:pt x="9544" y="232"/>
                    </a:cubicBezTo>
                    <a:cubicBezTo>
                      <a:pt x="9553" y="235"/>
                      <a:pt x="9559" y="235"/>
                      <a:pt x="9565" y="235"/>
                    </a:cubicBezTo>
                    <a:cubicBezTo>
                      <a:pt x="9661" y="235"/>
                      <a:pt x="9679" y="100"/>
                      <a:pt x="9587" y="75"/>
                    </a:cubicBezTo>
                    <a:cubicBezTo>
                      <a:pt x="9479" y="47"/>
                      <a:pt x="9368" y="26"/>
                      <a:pt x="9257" y="13"/>
                    </a:cubicBezTo>
                    <a:cubicBezTo>
                      <a:pt x="9254" y="13"/>
                      <a:pt x="9251" y="13"/>
                      <a:pt x="9248" y="13"/>
                    </a:cubicBezTo>
                    <a:close/>
                    <a:moveTo>
                      <a:pt x="8303" y="128"/>
                    </a:moveTo>
                    <a:cubicBezTo>
                      <a:pt x="8291" y="128"/>
                      <a:pt x="8279" y="131"/>
                      <a:pt x="8267" y="137"/>
                    </a:cubicBezTo>
                    <a:cubicBezTo>
                      <a:pt x="8162" y="180"/>
                      <a:pt x="8060" y="232"/>
                      <a:pt x="7964" y="294"/>
                    </a:cubicBezTo>
                    <a:cubicBezTo>
                      <a:pt x="7900" y="340"/>
                      <a:pt x="7931" y="442"/>
                      <a:pt x="8011" y="442"/>
                    </a:cubicBezTo>
                    <a:lnTo>
                      <a:pt x="8011" y="445"/>
                    </a:lnTo>
                    <a:cubicBezTo>
                      <a:pt x="8026" y="445"/>
                      <a:pt x="8042" y="439"/>
                      <a:pt x="8054" y="430"/>
                    </a:cubicBezTo>
                    <a:cubicBezTo>
                      <a:pt x="8140" y="374"/>
                      <a:pt x="8233" y="325"/>
                      <a:pt x="8325" y="288"/>
                    </a:cubicBezTo>
                    <a:cubicBezTo>
                      <a:pt x="8420" y="255"/>
                      <a:pt x="8382" y="128"/>
                      <a:pt x="8303" y="128"/>
                    </a:cubicBezTo>
                    <a:close/>
                    <a:moveTo>
                      <a:pt x="9873" y="178"/>
                    </a:moveTo>
                    <a:cubicBezTo>
                      <a:pt x="9795" y="178"/>
                      <a:pt x="9757" y="295"/>
                      <a:pt x="9840" y="334"/>
                    </a:cubicBezTo>
                    <a:cubicBezTo>
                      <a:pt x="9938" y="374"/>
                      <a:pt x="10031" y="417"/>
                      <a:pt x="10123" y="470"/>
                    </a:cubicBezTo>
                    <a:cubicBezTo>
                      <a:pt x="10136" y="476"/>
                      <a:pt x="10148" y="479"/>
                      <a:pt x="10164" y="479"/>
                    </a:cubicBezTo>
                    <a:cubicBezTo>
                      <a:pt x="10247" y="479"/>
                      <a:pt x="10275" y="368"/>
                      <a:pt x="10201" y="328"/>
                    </a:cubicBezTo>
                    <a:cubicBezTo>
                      <a:pt x="10105" y="275"/>
                      <a:pt x="10003" y="226"/>
                      <a:pt x="9901" y="183"/>
                    </a:cubicBezTo>
                    <a:cubicBezTo>
                      <a:pt x="9891" y="179"/>
                      <a:pt x="9882" y="178"/>
                      <a:pt x="9873" y="178"/>
                    </a:cubicBezTo>
                    <a:close/>
                    <a:moveTo>
                      <a:pt x="5475" y="516"/>
                    </a:moveTo>
                    <a:cubicBezTo>
                      <a:pt x="5406" y="516"/>
                      <a:pt x="5337" y="518"/>
                      <a:pt x="5269" y="522"/>
                    </a:cubicBezTo>
                    <a:cubicBezTo>
                      <a:pt x="5167" y="531"/>
                      <a:pt x="5173" y="683"/>
                      <a:pt x="5275" y="686"/>
                    </a:cubicBezTo>
                    <a:lnTo>
                      <a:pt x="5281" y="683"/>
                    </a:lnTo>
                    <a:cubicBezTo>
                      <a:pt x="5341" y="679"/>
                      <a:pt x="5401" y="677"/>
                      <a:pt x="5463" y="677"/>
                    </a:cubicBezTo>
                    <a:cubicBezTo>
                      <a:pt x="5506" y="677"/>
                      <a:pt x="5549" y="678"/>
                      <a:pt x="5593" y="679"/>
                    </a:cubicBezTo>
                    <a:cubicBezTo>
                      <a:pt x="5698" y="679"/>
                      <a:pt x="5704" y="528"/>
                      <a:pt x="5602" y="519"/>
                    </a:cubicBezTo>
                    <a:cubicBezTo>
                      <a:pt x="5560" y="517"/>
                      <a:pt x="5517" y="516"/>
                      <a:pt x="5475" y="516"/>
                    </a:cubicBezTo>
                    <a:close/>
                    <a:moveTo>
                      <a:pt x="5916" y="551"/>
                    </a:moveTo>
                    <a:cubicBezTo>
                      <a:pt x="5879" y="551"/>
                      <a:pt x="5845" y="580"/>
                      <a:pt x="5839" y="621"/>
                    </a:cubicBezTo>
                    <a:cubicBezTo>
                      <a:pt x="5833" y="664"/>
                      <a:pt x="5861" y="704"/>
                      <a:pt x="5907" y="713"/>
                    </a:cubicBezTo>
                    <a:cubicBezTo>
                      <a:pt x="6009" y="729"/>
                      <a:pt x="6111" y="754"/>
                      <a:pt x="6213" y="781"/>
                    </a:cubicBezTo>
                    <a:cubicBezTo>
                      <a:pt x="6219" y="784"/>
                      <a:pt x="6228" y="784"/>
                      <a:pt x="6234" y="784"/>
                    </a:cubicBezTo>
                    <a:cubicBezTo>
                      <a:pt x="6327" y="784"/>
                      <a:pt x="6345" y="655"/>
                      <a:pt x="6256" y="627"/>
                    </a:cubicBezTo>
                    <a:cubicBezTo>
                      <a:pt x="6151" y="596"/>
                      <a:pt x="6043" y="572"/>
                      <a:pt x="5932" y="553"/>
                    </a:cubicBezTo>
                    <a:cubicBezTo>
                      <a:pt x="5927" y="552"/>
                      <a:pt x="5922" y="551"/>
                      <a:pt x="5916" y="551"/>
                    </a:cubicBezTo>
                    <a:close/>
                    <a:moveTo>
                      <a:pt x="4962" y="562"/>
                    </a:moveTo>
                    <a:cubicBezTo>
                      <a:pt x="4955" y="562"/>
                      <a:pt x="4947" y="563"/>
                      <a:pt x="4939" y="565"/>
                    </a:cubicBezTo>
                    <a:cubicBezTo>
                      <a:pt x="4831" y="587"/>
                      <a:pt x="4723" y="612"/>
                      <a:pt x="4615" y="642"/>
                    </a:cubicBezTo>
                    <a:cubicBezTo>
                      <a:pt x="4526" y="670"/>
                      <a:pt x="4544" y="803"/>
                      <a:pt x="4640" y="803"/>
                    </a:cubicBezTo>
                    <a:cubicBezTo>
                      <a:pt x="4646" y="803"/>
                      <a:pt x="4655" y="803"/>
                      <a:pt x="4661" y="800"/>
                    </a:cubicBezTo>
                    <a:cubicBezTo>
                      <a:pt x="4763" y="769"/>
                      <a:pt x="4865" y="744"/>
                      <a:pt x="4970" y="726"/>
                    </a:cubicBezTo>
                    <a:cubicBezTo>
                      <a:pt x="5075" y="711"/>
                      <a:pt x="5054" y="562"/>
                      <a:pt x="4962" y="562"/>
                    </a:cubicBezTo>
                    <a:close/>
                    <a:moveTo>
                      <a:pt x="10439" y="486"/>
                    </a:moveTo>
                    <a:cubicBezTo>
                      <a:pt x="10370" y="486"/>
                      <a:pt x="10324" y="585"/>
                      <a:pt x="10395" y="633"/>
                    </a:cubicBezTo>
                    <a:cubicBezTo>
                      <a:pt x="10478" y="692"/>
                      <a:pt x="10565" y="757"/>
                      <a:pt x="10651" y="821"/>
                    </a:cubicBezTo>
                    <a:cubicBezTo>
                      <a:pt x="10663" y="834"/>
                      <a:pt x="10682" y="840"/>
                      <a:pt x="10700" y="840"/>
                    </a:cubicBezTo>
                    <a:lnTo>
                      <a:pt x="10700" y="843"/>
                    </a:lnTo>
                    <a:cubicBezTo>
                      <a:pt x="10725" y="843"/>
                      <a:pt x="10747" y="831"/>
                      <a:pt x="10762" y="809"/>
                    </a:cubicBezTo>
                    <a:cubicBezTo>
                      <a:pt x="10790" y="775"/>
                      <a:pt x="10784" y="723"/>
                      <a:pt x="10750" y="695"/>
                    </a:cubicBezTo>
                    <a:cubicBezTo>
                      <a:pt x="10663" y="627"/>
                      <a:pt x="10574" y="559"/>
                      <a:pt x="10484" y="501"/>
                    </a:cubicBezTo>
                    <a:cubicBezTo>
                      <a:pt x="10469" y="490"/>
                      <a:pt x="10453" y="486"/>
                      <a:pt x="10439" y="486"/>
                    </a:cubicBezTo>
                    <a:close/>
                    <a:moveTo>
                      <a:pt x="7760" y="484"/>
                    </a:moveTo>
                    <a:cubicBezTo>
                      <a:pt x="7741" y="484"/>
                      <a:pt x="7720" y="492"/>
                      <a:pt x="7702" y="510"/>
                    </a:cubicBezTo>
                    <a:cubicBezTo>
                      <a:pt x="7622" y="590"/>
                      <a:pt x="7551" y="676"/>
                      <a:pt x="7490" y="772"/>
                    </a:cubicBezTo>
                    <a:cubicBezTo>
                      <a:pt x="7452" y="824"/>
                      <a:pt x="7490" y="898"/>
                      <a:pt x="7554" y="898"/>
                    </a:cubicBezTo>
                    <a:cubicBezTo>
                      <a:pt x="7582" y="898"/>
                      <a:pt x="7610" y="886"/>
                      <a:pt x="7625" y="861"/>
                    </a:cubicBezTo>
                    <a:cubicBezTo>
                      <a:pt x="7684" y="778"/>
                      <a:pt x="7749" y="698"/>
                      <a:pt x="7820" y="624"/>
                    </a:cubicBezTo>
                    <a:cubicBezTo>
                      <a:pt x="7879" y="565"/>
                      <a:pt x="7824" y="484"/>
                      <a:pt x="7760" y="484"/>
                    </a:cubicBezTo>
                    <a:close/>
                    <a:moveTo>
                      <a:pt x="6543" y="733"/>
                    </a:moveTo>
                    <a:cubicBezTo>
                      <a:pt x="6464" y="733"/>
                      <a:pt x="6426" y="848"/>
                      <a:pt x="6509" y="886"/>
                    </a:cubicBezTo>
                    <a:cubicBezTo>
                      <a:pt x="6604" y="929"/>
                      <a:pt x="6700" y="976"/>
                      <a:pt x="6789" y="1028"/>
                    </a:cubicBezTo>
                    <a:cubicBezTo>
                      <a:pt x="6802" y="1034"/>
                      <a:pt x="6814" y="1037"/>
                      <a:pt x="6829" y="1037"/>
                    </a:cubicBezTo>
                    <a:lnTo>
                      <a:pt x="6833" y="1037"/>
                    </a:lnTo>
                    <a:cubicBezTo>
                      <a:pt x="6913" y="1037"/>
                      <a:pt x="6941" y="926"/>
                      <a:pt x="6870" y="886"/>
                    </a:cubicBezTo>
                    <a:cubicBezTo>
                      <a:pt x="6774" y="831"/>
                      <a:pt x="6675" y="781"/>
                      <a:pt x="6573" y="738"/>
                    </a:cubicBezTo>
                    <a:cubicBezTo>
                      <a:pt x="6563" y="734"/>
                      <a:pt x="6553" y="733"/>
                      <a:pt x="6543" y="733"/>
                    </a:cubicBezTo>
                    <a:close/>
                    <a:moveTo>
                      <a:pt x="4337" y="747"/>
                    </a:moveTo>
                    <a:cubicBezTo>
                      <a:pt x="4326" y="747"/>
                      <a:pt x="4315" y="749"/>
                      <a:pt x="4303" y="754"/>
                    </a:cubicBezTo>
                    <a:cubicBezTo>
                      <a:pt x="4236" y="781"/>
                      <a:pt x="4168" y="812"/>
                      <a:pt x="4100" y="846"/>
                    </a:cubicBezTo>
                    <a:cubicBezTo>
                      <a:pt x="4069" y="861"/>
                      <a:pt x="4035" y="877"/>
                      <a:pt x="4004" y="892"/>
                    </a:cubicBezTo>
                    <a:cubicBezTo>
                      <a:pt x="3964" y="914"/>
                      <a:pt x="3949" y="963"/>
                      <a:pt x="3970" y="1003"/>
                    </a:cubicBezTo>
                    <a:cubicBezTo>
                      <a:pt x="3983" y="1031"/>
                      <a:pt x="4010" y="1047"/>
                      <a:pt x="4041" y="1047"/>
                    </a:cubicBezTo>
                    <a:cubicBezTo>
                      <a:pt x="4054" y="1047"/>
                      <a:pt x="4069" y="1043"/>
                      <a:pt x="4081" y="1037"/>
                    </a:cubicBezTo>
                    <a:cubicBezTo>
                      <a:pt x="4109" y="1022"/>
                      <a:pt x="4140" y="1006"/>
                      <a:pt x="4174" y="991"/>
                    </a:cubicBezTo>
                    <a:cubicBezTo>
                      <a:pt x="4236" y="960"/>
                      <a:pt x="4300" y="929"/>
                      <a:pt x="4365" y="905"/>
                    </a:cubicBezTo>
                    <a:cubicBezTo>
                      <a:pt x="4452" y="869"/>
                      <a:pt x="4417" y="747"/>
                      <a:pt x="4337" y="747"/>
                    </a:cubicBezTo>
                    <a:close/>
                    <a:moveTo>
                      <a:pt x="10948" y="890"/>
                    </a:moveTo>
                    <a:cubicBezTo>
                      <a:pt x="10885" y="890"/>
                      <a:pt x="10833" y="972"/>
                      <a:pt x="10891" y="1028"/>
                    </a:cubicBezTo>
                    <a:cubicBezTo>
                      <a:pt x="10972" y="1102"/>
                      <a:pt x="11049" y="1176"/>
                      <a:pt x="11120" y="1250"/>
                    </a:cubicBezTo>
                    <a:cubicBezTo>
                      <a:pt x="11135" y="1266"/>
                      <a:pt x="11157" y="1275"/>
                      <a:pt x="11178" y="1275"/>
                    </a:cubicBezTo>
                    <a:cubicBezTo>
                      <a:pt x="11249" y="1275"/>
                      <a:pt x="11286" y="1188"/>
                      <a:pt x="11237" y="1139"/>
                    </a:cubicBezTo>
                    <a:cubicBezTo>
                      <a:pt x="11163" y="1062"/>
                      <a:pt x="11083" y="988"/>
                      <a:pt x="10999" y="911"/>
                    </a:cubicBezTo>
                    <a:cubicBezTo>
                      <a:pt x="10983" y="896"/>
                      <a:pt x="10965" y="890"/>
                      <a:pt x="10948" y="890"/>
                    </a:cubicBezTo>
                    <a:close/>
                    <a:moveTo>
                      <a:pt x="3769" y="1046"/>
                    </a:moveTo>
                    <a:cubicBezTo>
                      <a:pt x="3753" y="1046"/>
                      <a:pt x="3735" y="1052"/>
                      <a:pt x="3717" y="1065"/>
                    </a:cubicBezTo>
                    <a:cubicBezTo>
                      <a:pt x="3628" y="1130"/>
                      <a:pt x="3539" y="1198"/>
                      <a:pt x="3458" y="1272"/>
                    </a:cubicBezTo>
                    <a:cubicBezTo>
                      <a:pt x="3403" y="1321"/>
                      <a:pt x="3437" y="1414"/>
                      <a:pt x="3511" y="1414"/>
                    </a:cubicBezTo>
                    <a:cubicBezTo>
                      <a:pt x="3529" y="1414"/>
                      <a:pt x="3551" y="1407"/>
                      <a:pt x="3566" y="1392"/>
                    </a:cubicBezTo>
                    <a:cubicBezTo>
                      <a:pt x="3643" y="1321"/>
                      <a:pt x="3724" y="1256"/>
                      <a:pt x="3810" y="1198"/>
                    </a:cubicBezTo>
                    <a:cubicBezTo>
                      <a:pt x="3890" y="1150"/>
                      <a:pt x="3840" y="1046"/>
                      <a:pt x="3769" y="1046"/>
                    </a:cubicBezTo>
                    <a:close/>
                    <a:moveTo>
                      <a:pt x="7396" y="1017"/>
                    </a:moveTo>
                    <a:cubicBezTo>
                      <a:pt x="7368" y="1017"/>
                      <a:pt x="7341" y="1031"/>
                      <a:pt x="7326" y="1065"/>
                    </a:cubicBezTo>
                    <a:cubicBezTo>
                      <a:pt x="7311" y="1102"/>
                      <a:pt x="7295" y="1136"/>
                      <a:pt x="7280" y="1176"/>
                    </a:cubicBezTo>
                    <a:cubicBezTo>
                      <a:pt x="7237" y="1139"/>
                      <a:pt x="7193" y="1102"/>
                      <a:pt x="7147" y="1068"/>
                    </a:cubicBezTo>
                    <a:cubicBezTo>
                      <a:pt x="7131" y="1056"/>
                      <a:pt x="7114" y="1050"/>
                      <a:pt x="7098" y="1050"/>
                    </a:cubicBezTo>
                    <a:cubicBezTo>
                      <a:pt x="7031" y="1050"/>
                      <a:pt x="6982" y="1145"/>
                      <a:pt x="7052" y="1198"/>
                    </a:cubicBezTo>
                    <a:cubicBezTo>
                      <a:pt x="7110" y="1244"/>
                      <a:pt x="7169" y="1290"/>
                      <a:pt x="7224" y="1343"/>
                    </a:cubicBezTo>
                    <a:cubicBezTo>
                      <a:pt x="7221" y="1355"/>
                      <a:pt x="7218" y="1370"/>
                      <a:pt x="7215" y="1383"/>
                    </a:cubicBezTo>
                    <a:cubicBezTo>
                      <a:pt x="7203" y="1426"/>
                      <a:pt x="7227" y="1472"/>
                      <a:pt x="7271" y="1481"/>
                    </a:cubicBezTo>
                    <a:cubicBezTo>
                      <a:pt x="7277" y="1484"/>
                      <a:pt x="7283" y="1484"/>
                      <a:pt x="7292" y="1484"/>
                    </a:cubicBezTo>
                    <a:cubicBezTo>
                      <a:pt x="7294" y="1485"/>
                      <a:pt x="7296" y="1485"/>
                      <a:pt x="7298" y="1485"/>
                    </a:cubicBezTo>
                    <a:cubicBezTo>
                      <a:pt x="7333" y="1485"/>
                      <a:pt x="7364" y="1461"/>
                      <a:pt x="7372" y="1426"/>
                    </a:cubicBezTo>
                    <a:lnTo>
                      <a:pt x="7372" y="1420"/>
                    </a:lnTo>
                    <a:cubicBezTo>
                      <a:pt x="7425" y="1401"/>
                      <a:pt x="7443" y="1340"/>
                      <a:pt x="7409" y="1293"/>
                    </a:cubicBezTo>
                    <a:cubicBezTo>
                      <a:pt x="7428" y="1238"/>
                      <a:pt x="7449" y="1182"/>
                      <a:pt x="7474" y="1133"/>
                    </a:cubicBezTo>
                    <a:cubicBezTo>
                      <a:pt x="7502" y="1068"/>
                      <a:pt x="7449" y="1017"/>
                      <a:pt x="7396" y="1017"/>
                    </a:cubicBezTo>
                    <a:close/>
                    <a:moveTo>
                      <a:pt x="11402" y="1354"/>
                    </a:moveTo>
                    <a:cubicBezTo>
                      <a:pt x="11342" y="1354"/>
                      <a:pt x="11290" y="1425"/>
                      <a:pt x="11339" y="1488"/>
                    </a:cubicBezTo>
                    <a:cubicBezTo>
                      <a:pt x="11413" y="1571"/>
                      <a:pt x="11481" y="1654"/>
                      <a:pt x="11542" y="1731"/>
                    </a:cubicBezTo>
                    <a:cubicBezTo>
                      <a:pt x="11558" y="1753"/>
                      <a:pt x="11579" y="1762"/>
                      <a:pt x="11607" y="1762"/>
                    </a:cubicBezTo>
                    <a:cubicBezTo>
                      <a:pt x="11672" y="1762"/>
                      <a:pt x="11712" y="1685"/>
                      <a:pt x="11669" y="1633"/>
                    </a:cubicBezTo>
                    <a:cubicBezTo>
                      <a:pt x="11607" y="1552"/>
                      <a:pt x="11536" y="1466"/>
                      <a:pt x="11459" y="1380"/>
                    </a:cubicBezTo>
                    <a:cubicBezTo>
                      <a:pt x="11441" y="1361"/>
                      <a:pt x="11421" y="1354"/>
                      <a:pt x="11402" y="1354"/>
                    </a:cubicBezTo>
                    <a:close/>
                    <a:moveTo>
                      <a:pt x="3285" y="1486"/>
                    </a:moveTo>
                    <a:cubicBezTo>
                      <a:pt x="3264" y="1486"/>
                      <a:pt x="3242" y="1494"/>
                      <a:pt x="3224" y="1515"/>
                    </a:cubicBezTo>
                    <a:cubicBezTo>
                      <a:pt x="3153" y="1602"/>
                      <a:pt x="3088" y="1694"/>
                      <a:pt x="3033" y="1790"/>
                    </a:cubicBezTo>
                    <a:cubicBezTo>
                      <a:pt x="3008" y="1827"/>
                      <a:pt x="3023" y="1876"/>
                      <a:pt x="3060" y="1901"/>
                    </a:cubicBezTo>
                    <a:cubicBezTo>
                      <a:pt x="3073" y="1907"/>
                      <a:pt x="3088" y="1910"/>
                      <a:pt x="3104" y="1910"/>
                    </a:cubicBezTo>
                    <a:lnTo>
                      <a:pt x="3101" y="1913"/>
                    </a:lnTo>
                    <a:cubicBezTo>
                      <a:pt x="3131" y="1913"/>
                      <a:pt x="3156" y="1898"/>
                      <a:pt x="3172" y="1870"/>
                    </a:cubicBezTo>
                    <a:cubicBezTo>
                      <a:pt x="3224" y="1784"/>
                      <a:pt x="3283" y="1697"/>
                      <a:pt x="3350" y="1617"/>
                    </a:cubicBezTo>
                    <a:cubicBezTo>
                      <a:pt x="3398" y="1556"/>
                      <a:pt x="3345" y="1486"/>
                      <a:pt x="3285" y="1486"/>
                    </a:cubicBezTo>
                    <a:close/>
                    <a:moveTo>
                      <a:pt x="7559" y="1500"/>
                    </a:moveTo>
                    <a:cubicBezTo>
                      <a:pt x="7501" y="1500"/>
                      <a:pt x="7445" y="1570"/>
                      <a:pt x="7496" y="1633"/>
                    </a:cubicBezTo>
                    <a:cubicBezTo>
                      <a:pt x="7557" y="1716"/>
                      <a:pt x="7610" y="1802"/>
                      <a:pt x="7656" y="1895"/>
                    </a:cubicBezTo>
                    <a:cubicBezTo>
                      <a:pt x="7668" y="1922"/>
                      <a:pt x="7696" y="1941"/>
                      <a:pt x="7730" y="1941"/>
                    </a:cubicBezTo>
                    <a:cubicBezTo>
                      <a:pt x="7742" y="1941"/>
                      <a:pt x="7752" y="1938"/>
                      <a:pt x="7764" y="1932"/>
                    </a:cubicBezTo>
                    <a:cubicBezTo>
                      <a:pt x="7804" y="1913"/>
                      <a:pt x="7820" y="1864"/>
                      <a:pt x="7801" y="1824"/>
                    </a:cubicBezTo>
                    <a:cubicBezTo>
                      <a:pt x="7752" y="1722"/>
                      <a:pt x="7693" y="1626"/>
                      <a:pt x="7622" y="1537"/>
                    </a:cubicBezTo>
                    <a:cubicBezTo>
                      <a:pt x="7605" y="1511"/>
                      <a:pt x="7582" y="1500"/>
                      <a:pt x="7559" y="1500"/>
                    </a:cubicBezTo>
                    <a:close/>
                    <a:moveTo>
                      <a:pt x="7233" y="1638"/>
                    </a:moveTo>
                    <a:cubicBezTo>
                      <a:pt x="7190" y="1638"/>
                      <a:pt x="7153" y="1669"/>
                      <a:pt x="7150" y="1713"/>
                    </a:cubicBezTo>
                    <a:cubicBezTo>
                      <a:pt x="7141" y="1787"/>
                      <a:pt x="7138" y="1861"/>
                      <a:pt x="7138" y="1938"/>
                    </a:cubicBezTo>
                    <a:cubicBezTo>
                      <a:pt x="7138" y="1975"/>
                      <a:pt x="7138" y="2012"/>
                      <a:pt x="7141" y="2049"/>
                    </a:cubicBezTo>
                    <a:cubicBezTo>
                      <a:pt x="7141" y="2092"/>
                      <a:pt x="7178" y="2126"/>
                      <a:pt x="7221" y="2126"/>
                    </a:cubicBezTo>
                    <a:lnTo>
                      <a:pt x="7224" y="2123"/>
                    </a:lnTo>
                    <a:cubicBezTo>
                      <a:pt x="7271" y="2123"/>
                      <a:pt x="7304" y="2083"/>
                      <a:pt x="7301" y="2040"/>
                    </a:cubicBezTo>
                    <a:cubicBezTo>
                      <a:pt x="7298" y="2006"/>
                      <a:pt x="7298" y="1972"/>
                      <a:pt x="7298" y="1938"/>
                    </a:cubicBezTo>
                    <a:cubicBezTo>
                      <a:pt x="7298" y="1867"/>
                      <a:pt x="7301" y="1799"/>
                      <a:pt x="7311" y="1728"/>
                    </a:cubicBezTo>
                    <a:cubicBezTo>
                      <a:pt x="7314" y="1685"/>
                      <a:pt x="7283" y="1645"/>
                      <a:pt x="7240" y="1639"/>
                    </a:cubicBezTo>
                    <a:cubicBezTo>
                      <a:pt x="7238" y="1639"/>
                      <a:pt x="7235" y="1638"/>
                      <a:pt x="7233" y="1638"/>
                    </a:cubicBezTo>
                    <a:close/>
                    <a:moveTo>
                      <a:pt x="11801" y="1860"/>
                    </a:moveTo>
                    <a:cubicBezTo>
                      <a:pt x="11742" y="1860"/>
                      <a:pt x="11687" y="1926"/>
                      <a:pt x="11733" y="1990"/>
                    </a:cubicBezTo>
                    <a:cubicBezTo>
                      <a:pt x="11848" y="2148"/>
                      <a:pt x="11909" y="2252"/>
                      <a:pt x="11909" y="2252"/>
                    </a:cubicBezTo>
                    <a:cubicBezTo>
                      <a:pt x="11925" y="2277"/>
                      <a:pt x="11952" y="2293"/>
                      <a:pt x="11980" y="2293"/>
                    </a:cubicBezTo>
                    <a:cubicBezTo>
                      <a:pt x="11996" y="2293"/>
                      <a:pt x="12008" y="2289"/>
                      <a:pt x="12020" y="2280"/>
                    </a:cubicBezTo>
                    <a:cubicBezTo>
                      <a:pt x="12060" y="2259"/>
                      <a:pt x="12073" y="2209"/>
                      <a:pt x="12048" y="2169"/>
                    </a:cubicBezTo>
                    <a:cubicBezTo>
                      <a:pt x="12045" y="2166"/>
                      <a:pt x="11983" y="2061"/>
                      <a:pt x="11866" y="1895"/>
                    </a:cubicBezTo>
                    <a:cubicBezTo>
                      <a:pt x="11848" y="1870"/>
                      <a:pt x="11824" y="1860"/>
                      <a:pt x="11801" y="1860"/>
                    </a:cubicBezTo>
                    <a:close/>
                    <a:moveTo>
                      <a:pt x="2955" y="2033"/>
                    </a:moveTo>
                    <a:cubicBezTo>
                      <a:pt x="2925" y="2033"/>
                      <a:pt x="2895" y="2050"/>
                      <a:pt x="2882" y="2089"/>
                    </a:cubicBezTo>
                    <a:cubicBezTo>
                      <a:pt x="2841" y="2194"/>
                      <a:pt x="2804" y="2299"/>
                      <a:pt x="2780" y="2407"/>
                    </a:cubicBezTo>
                    <a:cubicBezTo>
                      <a:pt x="2767" y="2453"/>
                      <a:pt x="2795" y="2496"/>
                      <a:pt x="2838" y="2505"/>
                    </a:cubicBezTo>
                    <a:cubicBezTo>
                      <a:pt x="2845" y="2508"/>
                      <a:pt x="2851" y="2508"/>
                      <a:pt x="2857" y="2508"/>
                    </a:cubicBezTo>
                    <a:lnTo>
                      <a:pt x="2860" y="2508"/>
                    </a:lnTo>
                    <a:cubicBezTo>
                      <a:pt x="2897" y="2508"/>
                      <a:pt x="2928" y="2484"/>
                      <a:pt x="2937" y="2447"/>
                    </a:cubicBezTo>
                    <a:cubicBezTo>
                      <a:pt x="2962" y="2345"/>
                      <a:pt x="2993" y="2246"/>
                      <a:pt x="3033" y="2151"/>
                    </a:cubicBezTo>
                    <a:cubicBezTo>
                      <a:pt x="3062" y="2084"/>
                      <a:pt x="3008" y="2033"/>
                      <a:pt x="2955" y="2033"/>
                    </a:cubicBezTo>
                    <a:close/>
                    <a:moveTo>
                      <a:pt x="7821" y="2084"/>
                    </a:moveTo>
                    <a:cubicBezTo>
                      <a:pt x="7777" y="2084"/>
                      <a:pt x="7733" y="2116"/>
                      <a:pt x="7739" y="2175"/>
                    </a:cubicBezTo>
                    <a:cubicBezTo>
                      <a:pt x="7742" y="2191"/>
                      <a:pt x="7742" y="2209"/>
                      <a:pt x="7742" y="2225"/>
                    </a:cubicBezTo>
                    <a:cubicBezTo>
                      <a:pt x="7746" y="2299"/>
                      <a:pt x="7724" y="2370"/>
                      <a:pt x="7684" y="2428"/>
                    </a:cubicBezTo>
                    <a:cubicBezTo>
                      <a:pt x="7656" y="2465"/>
                      <a:pt x="7665" y="2515"/>
                      <a:pt x="7699" y="2539"/>
                    </a:cubicBezTo>
                    <a:cubicBezTo>
                      <a:pt x="7715" y="2552"/>
                      <a:pt x="7730" y="2558"/>
                      <a:pt x="7749" y="2558"/>
                    </a:cubicBezTo>
                    <a:cubicBezTo>
                      <a:pt x="7773" y="2558"/>
                      <a:pt x="7798" y="2545"/>
                      <a:pt x="7813" y="2524"/>
                    </a:cubicBezTo>
                    <a:cubicBezTo>
                      <a:pt x="7875" y="2438"/>
                      <a:pt x="7906" y="2333"/>
                      <a:pt x="7903" y="2225"/>
                    </a:cubicBezTo>
                    <a:cubicBezTo>
                      <a:pt x="7903" y="2203"/>
                      <a:pt x="7900" y="2182"/>
                      <a:pt x="7900" y="2160"/>
                    </a:cubicBezTo>
                    <a:cubicBezTo>
                      <a:pt x="7897" y="2108"/>
                      <a:pt x="7859" y="2084"/>
                      <a:pt x="7821" y="2084"/>
                    </a:cubicBezTo>
                    <a:close/>
                    <a:moveTo>
                      <a:pt x="7283" y="2281"/>
                    </a:moveTo>
                    <a:cubicBezTo>
                      <a:pt x="7233" y="2281"/>
                      <a:pt x="7182" y="2325"/>
                      <a:pt x="7203" y="2388"/>
                    </a:cubicBezTo>
                    <a:cubicBezTo>
                      <a:pt x="7258" y="2549"/>
                      <a:pt x="7341" y="2650"/>
                      <a:pt x="7449" y="2684"/>
                    </a:cubicBezTo>
                    <a:cubicBezTo>
                      <a:pt x="7456" y="2687"/>
                      <a:pt x="7465" y="2687"/>
                      <a:pt x="7474" y="2687"/>
                    </a:cubicBezTo>
                    <a:cubicBezTo>
                      <a:pt x="7567" y="2687"/>
                      <a:pt x="7588" y="2555"/>
                      <a:pt x="7499" y="2530"/>
                    </a:cubicBezTo>
                    <a:cubicBezTo>
                      <a:pt x="7443" y="2512"/>
                      <a:pt x="7394" y="2444"/>
                      <a:pt x="7357" y="2336"/>
                    </a:cubicBezTo>
                    <a:cubicBezTo>
                      <a:pt x="7344" y="2297"/>
                      <a:pt x="7314" y="2281"/>
                      <a:pt x="7283" y="2281"/>
                    </a:cubicBezTo>
                    <a:close/>
                    <a:moveTo>
                      <a:pt x="2802" y="2670"/>
                    </a:moveTo>
                    <a:cubicBezTo>
                      <a:pt x="2766" y="2670"/>
                      <a:pt x="2731" y="2692"/>
                      <a:pt x="2724" y="2737"/>
                    </a:cubicBezTo>
                    <a:cubicBezTo>
                      <a:pt x="2712" y="2829"/>
                      <a:pt x="2709" y="2925"/>
                      <a:pt x="2709" y="3017"/>
                    </a:cubicBezTo>
                    <a:lnTo>
                      <a:pt x="2709" y="3070"/>
                    </a:lnTo>
                    <a:cubicBezTo>
                      <a:pt x="2709" y="3116"/>
                      <a:pt x="2746" y="3150"/>
                      <a:pt x="2789" y="3150"/>
                    </a:cubicBezTo>
                    <a:cubicBezTo>
                      <a:pt x="2835" y="3150"/>
                      <a:pt x="2869" y="3113"/>
                      <a:pt x="2869" y="3067"/>
                    </a:cubicBezTo>
                    <a:lnTo>
                      <a:pt x="2869" y="3017"/>
                    </a:lnTo>
                    <a:cubicBezTo>
                      <a:pt x="2869" y="2931"/>
                      <a:pt x="2875" y="2842"/>
                      <a:pt x="2885" y="2755"/>
                    </a:cubicBezTo>
                    <a:cubicBezTo>
                      <a:pt x="2886" y="2700"/>
                      <a:pt x="2844" y="2670"/>
                      <a:pt x="2802" y="2670"/>
                    </a:cubicBezTo>
                    <a:close/>
                    <a:moveTo>
                      <a:pt x="1978" y="3267"/>
                    </a:moveTo>
                    <a:cubicBezTo>
                      <a:pt x="1864" y="3273"/>
                      <a:pt x="1753" y="3292"/>
                      <a:pt x="1645" y="3320"/>
                    </a:cubicBezTo>
                    <a:cubicBezTo>
                      <a:pt x="1552" y="3344"/>
                      <a:pt x="1568" y="3477"/>
                      <a:pt x="1663" y="3480"/>
                    </a:cubicBezTo>
                    <a:cubicBezTo>
                      <a:pt x="1669" y="3480"/>
                      <a:pt x="1676" y="3480"/>
                      <a:pt x="1685" y="3477"/>
                    </a:cubicBezTo>
                    <a:cubicBezTo>
                      <a:pt x="1784" y="3452"/>
                      <a:pt x="1885" y="3437"/>
                      <a:pt x="1987" y="3428"/>
                    </a:cubicBezTo>
                    <a:cubicBezTo>
                      <a:pt x="2089" y="3415"/>
                      <a:pt x="2077" y="3267"/>
                      <a:pt x="1978" y="3267"/>
                    </a:cubicBezTo>
                    <a:close/>
                    <a:moveTo>
                      <a:pt x="2305" y="3270"/>
                    </a:moveTo>
                    <a:cubicBezTo>
                      <a:pt x="2209" y="3270"/>
                      <a:pt x="2196" y="3419"/>
                      <a:pt x="2299" y="3431"/>
                    </a:cubicBezTo>
                    <a:cubicBezTo>
                      <a:pt x="2400" y="3440"/>
                      <a:pt x="2505" y="3458"/>
                      <a:pt x="2607" y="3483"/>
                    </a:cubicBezTo>
                    <a:cubicBezTo>
                      <a:pt x="2613" y="3483"/>
                      <a:pt x="2619" y="3486"/>
                      <a:pt x="2625" y="3486"/>
                    </a:cubicBezTo>
                    <a:lnTo>
                      <a:pt x="2625" y="3486"/>
                    </a:lnTo>
                    <a:cubicBezTo>
                      <a:pt x="2718" y="3484"/>
                      <a:pt x="2733" y="3347"/>
                      <a:pt x="2641" y="3326"/>
                    </a:cubicBezTo>
                    <a:cubicBezTo>
                      <a:pt x="2533" y="3298"/>
                      <a:pt x="2422" y="3280"/>
                      <a:pt x="2311" y="3270"/>
                    </a:cubicBezTo>
                    <a:cubicBezTo>
                      <a:pt x="2309" y="3270"/>
                      <a:pt x="2307" y="3270"/>
                      <a:pt x="2305" y="3270"/>
                    </a:cubicBezTo>
                    <a:close/>
                    <a:moveTo>
                      <a:pt x="2625" y="3486"/>
                    </a:moveTo>
                    <a:cubicBezTo>
                      <a:pt x="2624" y="3486"/>
                      <a:pt x="2623" y="3486"/>
                      <a:pt x="2623" y="3486"/>
                    </a:cubicBezTo>
                    <a:lnTo>
                      <a:pt x="2626" y="3486"/>
                    </a:lnTo>
                    <a:cubicBezTo>
                      <a:pt x="2625" y="3486"/>
                      <a:pt x="2625" y="3486"/>
                      <a:pt x="2625" y="3486"/>
                    </a:cubicBezTo>
                    <a:close/>
                    <a:moveTo>
                      <a:pt x="1361" y="3427"/>
                    </a:moveTo>
                    <a:cubicBezTo>
                      <a:pt x="1350" y="3427"/>
                      <a:pt x="1339" y="3429"/>
                      <a:pt x="1327" y="3434"/>
                    </a:cubicBezTo>
                    <a:cubicBezTo>
                      <a:pt x="1225" y="3483"/>
                      <a:pt x="1127" y="3539"/>
                      <a:pt x="1034" y="3606"/>
                    </a:cubicBezTo>
                    <a:cubicBezTo>
                      <a:pt x="972" y="3653"/>
                      <a:pt x="1003" y="3751"/>
                      <a:pt x="1083" y="3751"/>
                    </a:cubicBezTo>
                    <a:lnTo>
                      <a:pt x="1083" y="3755"/>
                    </a:lnTo>
                    <a:cubicBezTo>
                      <a:pt x="1099" y="3751"/>
                      <a:pt x="1117" y="3745"/>
                      <a:pt x="1130" y="3736"/>
                    </a:cubicBezTo>
                    <a:cubicBezTo>
                      <a:pt x="1213" y="3674"/>
                      <a:pt x="1302" y="3625"/>
                      <a:pt x="1395" y="3582"/>
                    </a:cubicBezTo>
                    <a:cubicBezTo>
                      <a:pt x="1476" y="3539"/>
                      <a:pt x="1436" y="3427"/>
                      <a:pt x="1361" y="3427"/>
                    </a:cubicBezTo>
                    <a:close/>
                    <a:moveTo>
                      <a:pt x="2818" y="3311"/>
                    </a:moveTo>
                    <a:cubicBezTo>
                      <a:pt x="2773" y="3311"/>
                      <a:pt x="2728" y="3345"/>
                      <a:pt x="2737" y="3403"/>
                    </a:cubicBezTo>
                    <a:cubicBezTo>
                      <a:pt x="2752" y="3514"/>
                      <a:pt x="2774" y="3622"/>
                      <a:pt x="2801" y="3730"/>
                    </a:cubicBezTo>
                    <a:cubicBezTo>
                      <a:pt x="2811" y="3764"/>
                      <a:pt x="2841" y="3792"/>
                      <a:pt x="2878" y="3792"/>
                    </a:cubicBezTo>
                    <a:cubicBezTo>
                      <a:pt x="2885" y="3792"/>
                      <a:pt x="2894" y="3792"/>
                      <a:pt x="2900" y="3788"/>
                    </a:cubicBezTo>
                    <a:cubicBezTo>
                      <a:pt x="2943" y="3779"/>
                      <a:pt x="2968" y="3733"/>
                      <a:pt x="2959" y="3690"/>
                    </a:cubicBezTo>
                    <a:cubicBezTo>
                      <a:pt x="2949" y="3656"/>
                      <a:pt x="2943" y="3622"/>
                      <a:pt x="2934" y="3588"/>
                    </a:cubicBezTo>
                    <a:lnTo>
                      <a:pt x="2934" y="3588"/>
                    </a:lnTo>
                    <a:cubicBezTo>
                      <a:pt x="3020" y="3625"/>
                      <a:pt x="3107" y="3665"/>
                      <a:pt x="3190" y="3711"/>
                    </a:cubicBezTo>
                    <a:cubicBezTo>
                      <a:pt x="3207" y="3724"/>
                      <a:pt x="3224" y="3729"/>
                      <a:pt x="3239" y="3729"/>
                    </a:cubicBezTo>
                    <a:cubicBezTo>
                      <a:pt x="3313" y="3729"/>
                      <a:pt x="3359" y="3608"/>
                      <a:pt x="3267" y="3569"/>
                    </a:cubicBezTo>
                    <a:cubicBezTo>
                      <a:pt x="3168" y="3517"/>
                      <a:pt x="3067" y="3468"/>
                      <a:pt x="2965" y="3428"/>
                    </a:cubicBezTo>
                    <a:cubicBezTo>
                      <a:pt x="2954" y="3423"/>
                      <a:pt x="2943" y="3421"/>
                      <a:pt x="2933" y="3421"/>
                    </a:cubicBezTo>
                    <a:cubicBezTo>
                      <a:pt x="2922" y="3421"/>
                      <a:pt x="2912" y="3423"/>
                      <a:pt x="2903" y="3428"/>
                    </a:cubicBezTo>
                    <a:lnTo>
                      <a:pt x="2897" y="3381"/>
                    </a:lnTo>
                    <a:cubicBezTo>
                      <a:pt x="2890" y="3333"/>
                      <a:pt x="2854" y="3311"/>
                      <a:pt x="2818" y="3311"/>
                    </a:cubicBezTo>
                    <a:close/>
                    <a:moveTo>
                      <a:pt x="3498" y="3734"/>
                    </a:moveTo>
                    <a:cubicBezTo>
                      <a:pt x="3430" y="3734"/>
                      <a:pt x="3379" y="3829"/>
                      <a:pt x="3449" y="3881"/>
                    </a:cubicBezTo>
                    <a:cubicBezTo>
                      <a:pt x="3529" y="3943"/>
                      <a:pt x="3603" y="4014"/>
                      <a:pt x="3671" y="4091"/>
                    </a:cubicBezTo>
                    <a:cubicBezTo>
                      <a:pt x="3687" y="4109"/>
                      <a:pt x="3708" y="4118"/>
                      <a:pt x="3733" y="4118"/>
                    </a:cubicBezTo>
                    <a:cubicBezTo>
                      <a:pt x="3801" y="4118"/>
                      <a:pt x="3838" y="4035"/>
                      <a:pt x="3795" y="3983"/>
                    </a:cubicBezTo>
                    <a:cubicBezTo>
                      <a:pt x="3721" y="3899"/>
                      <a:pt x="3637" y="3822"/>
                      <a:pt x="3548" y="3751"/>
                    </a:cubicBezTo>
                    <a:cubicBezTo>
                      <a:pt x="3531" y="3739"/>
                      <a:pt x="3514" y="3734"/>
                      <a:pt x="3498" y="3734"/>
                    </a:cubicBezTo>
                    <a:close/>
                    <a:moveTo>
                      <a:pt x="837" y="3800"/>
                    </a:moveTo>
                    <a:cubicBezTo>
                      <a:pt x="818" y="3800"/>
                      <a:pt x="799" y="3807"/>
                      <a:pt x="781" y="3825"/>
                    </a:cubicBezTo>
                    <a:cubicBezTo>
                      <a:pt x="744" y="3862"/>
                      <a:pt x="710" y="3899"/>
                      <a:pt x="676" y="3940"/>
                    </a:cubicBezTo>
                    <a:cubicBezTo>
                      <a:pt x="636" y="3986"/>
                      <a:pt x="599" y="4035"/>
                      <a:pt x="565" y="4081"/>
                    </a:cubicBezTo>
                    <a:cubicBezTo>
                      <a:pt x="538" y="4118"/>
                      <a:pt x="544" y="4168"/>
                      <a:pt x="581" y="4196"/>
                    </a:cubicBezTo>
                    <a:cubicBezTo>
                      <a:pt x="596" y="4205"/>
                      <a:pt x="612" y="4211"/>
                      <a:pt x="630" y="4211"/>
                    </a:cubicBezTo>
                    <a:cubicBezTo>
                      <a:pt x="655" y="4211"/>
                      <a:pt x="679" y="4199"/>
                      <a:pt x="695" y="4177"/>
                    </a:cubicBezTo>
                    <a:cubicBezTo>
                      <a:pt x="729" y="4134"/>
                      <a:pt x="763" y="4088"/>
                      <a:pt x="800" y="4044"/>
                    </a:cubicBezTo>
                    <a:cubicBezTo>
                      <a:pt x="831" y="4007"/>
                      <a:pt x="864" y="3974"/>
                      <a:pt x="895" y="3940"/>
                    </a:cubicBezTo>
                    <a:cubicBezTo>
                      <a:pt x="952" y="3881"/>
                      <a:pt x="898" y="3800"/>
                      <a:pt x="837" y="3800"/>
                    </a:cubicBezTo>
                    <a:close/>
                    <a:moveTo>
                      <a:pt x="2978" y="3936"/>
                    </a:moveTo>
                    <a:cubicBezTo>
                      <a:pt x="2927" y="3936"/>
                      <a:pt x="2877" y="3983"/>
                      <a:pt x="2900" y="4048"/>
                    </a:cubicBezTo>
                    <a:cubicBezTo>
                      <a:pt x="2940" y="4152"/>
                      <a:pt x="2990" y="4254"/>
                      <a:pt x="3045" y="4350"/>
                    </a:cubicBezTo>
                    <a:cubicBezTo>
                      <a:pt x="3060" y="4374"/>
                      <a:pt x="3085" y="4390"/>
                      <a:pt x="3116" y="4390"/>
                    </a:cubicBezTo>
                    <a:cubicBezTo>
                      <a:pt x="3178" y="4390"/>
                      <a:pt x="3215" y="4322"/>
                      <a:pt x="3187" y="4270"/>
                    </a:cubicBezTo>
                    <a:cubicBezTo>
                      <a:pt x="3134" y="4180"/>
                      <a:pt x="3088" y="4085"/>
                      <a:pt x="3051" y="3989"/>
                    </a:cubicBezTo>
                    <a:cubicBezTo>
                      <a:pt x="3037" y="3952"/>
                      <a:pt x="3007" y="3936"/>
                      <a:pt x="2978" y="3936"/>
                    </a:cubicBezTo>
                    <a:close/>
                    <a:moveTo>
                      <a:pt x="3900" y="4233"/>
                    </a:moveTo>
                    <a:cubicBezTo>
                      <a:pt x="3851" y="4233"/>
                      <a:pt x="3802" y="4275"/>
                      <a:pt x="3819" y="4337"/>
                    </a:cubicBezTo>
                    <a:cubicBezTo>
                      <a:pt x="3832" y="4368"/>
                      <a:pt x="3838" y="4402"/>
                      <a:pt x="3838" y="4436"/>
                    </a:cubicBezTo>
                    <a:cubicBezTo>
                      <a:pt x="3838" y="4482"/>
                      <a:pt x="3822" y="4529"/>
                      <a:pt x="3791" y="4569"/>
                    </a:cubicBezTo>
                    <a:cubicBezTo>
                      <a:pt x="3761" y="4603"/>
                      <a:pt x="3767" y="4655"/>
                      <a:pt x="3804" y="4683"/>
                    </a:cubicBezTo>
                    <a:cubicBezTo>
                      <a:pt x="3819" y="4695"/>
                      <a:pt x="3835" y="4701"/>
                      <a:pt x="3853" y="4701"/>
                    </a:cubicBezTo>
                    <a:cubicBezTo>
                      <a:pt x="3878" y="4701"/>
                      <a:pt x="3902" y="4689"/>
                      <a:pt x="3918" y="4667"/>
                    </a:cubicBezTo>
                    <a:cubicBezTo>
                      <a:pt x="3970" y="4603"/>
                      <a:pt x="4001" y="4519"/>
                      <a:pt x="3998" y="4436"/>
                    </a:cubicBezTo>
                    <a:cubicBezTo>
                      <a:pt x="3998" y="4384"/>
                      <a:pt x="3989" y="4334"/>
                      <a:pt x="3973" y="4288"/>
                    </a:cubicBezTo>
                    <a:cubicBezTo>
                      <a:pt x="3960" y="4250"/>
                      <a:pt x="3930" y="4233"/>
                      <a:pt x="3900" y="4233"/>
                    </a:cubicBezTo>
                    <a:close/>
                    <a:moveTo>
                      <a:pt x="448" y="4328"/>
                    </a:moveTo>
                    <a:cubicBezTo>
                      <a:pt x="424" y="4328"/>
                      <a:pt x="401" y="4338"/>
                      <a:pt x="383" y="4362"/>
                    </a:cubicBezTo>
                    <a:cubicBezTo>
                      <a:pt x="328" y="4458"/>
                      <a:pt x="282" y="4560"/>
                      <a:pt x="238" y="4661"/>
                    </a:cubicBezTo>
                    <a:cubicBezTo>
                      <a:pt x="223" y="4704"/>
                      <a:pt x="241" y="4751"/>
                      <a:pt x="282" y="4766"/>
                    </a:cubicBezTo>
                    <a:cubicBezTo>
                      <a:pt x="288" y="4771"/>
                      <a:pt x="297" y="4774"/>
                      <a:pt x="304" y="4774"/>
                    </a:cubicBezTo>
                    <a:cubicBezTo>
                      <a:pt x="307" y="4774"/>
                      <a:pt x="310" y="4773"/>
                      <a:pt x="312" y="4772"/>
                    </a:cubicBezTo>
                    <a:cubicBezTo>
                      <a:pt x="346" y="4772"/>
                      <a:pt x="377" y="4754"/>
                      <a:pt x="389" y="4723"/>
                    </a:cubicBezTo>
                    <a:cubicBezTo>
                      <a:pt x="426" y="4624"/>
                      <a:pt x="473" y="4532"/>
                      <a:pt x="525" y="4439"/>
                    </a:cubicBezTo>
                    <a:cubicBezTo>
                      <a:pt x="549" y="4378"/>
                      <a:pt x="499" y="4328"/>
                      <a:pt x="448" y="4328"/>
                    </a:cubicBezTo>
                    <a:close/>
                    <a:moveTo>
                      <a:pt x="3306" y="4490"/>
                    </a:moveTo>
                    <a:cubicBezTo>
                      <a:pt x="3244" y="4490"/>
                      <a:pt x="3189" y="4569"/>
                      <a:pt x="3246" y="4627"/>
                    </a:cubicBezTo>
                    <a:cubicBezTo>
                      <a:pt x="3350" y="4738"/>
                      <a:pt x="3455" y="4803"/>
                      <a:pt x="3557" y="4825"/>
                    </a:cubicBezTo>
                    <a:lnTo>
                      <a:pt x="3572" y="4825"/>
                    </a:lnTo>
                    <a:cubicBezTo>
                      <a:pt x="3574" y="4825"/>
                      <a:pt x="3575" y="4825"/>
                      <a:pt x="3576" y="4825"/>
                    </a:cubicBezTo>
                    <a:cubicBezTo>
                      <a:pt x="3671" y="4825"/>
                      <a:pt x="3686" y="4683"/>
                      <a:pt x="3588" y="4664"/>
                    </a:cubicBezTo>
                    <a:cubicBezTo>
                      <a:pt x="3517" y="4652"/>
                      <a:pt x="3440" y="4600"/>
                      <a:pt x="3363" y="4516"/>
                    </a:cubicBezTo>
                    <a:cubicBezTo>
                      <a:pt x="3345" y="4498"/>
                      <a:pt x="3325" y="4490"/>
                      <a:pt x="3306" y="4490"/>
                    </a:cubicBezTo>
                    <a:close/>
                    <a:moveTo>
                      <a:pt x="203" y="4930"/>
                    </a:moveTo>
                    <a:cubicBezTo>
                      <a:pt x="174" y="4930"/>
                      <a:pt x="145" y="4945"/>
                      <a:pt x="130" y="4979"/>
                    </a:cubicBezTo>
                    <a:cubicBezTo>
                      <a:pt x="100" y="5084"/>
                      <a:pt x="75" y="5192"/>
                      <a:pt x="56" y="5303"/>
                    </a:cubicBezTo>
                    <a:cubicBezTo>
                      <a:pt x="50" y="5346"/>
                      <a:pt x="78" y="5386"/>
                      <a:pt x="121" y="5395"/>
                    </a:cubicBezTo>
                    <a:lnTo>
                      <a:pt x="137" y="5395"/>
                    </a:lnTo>
                    <a:cubicBezTo>
                      <a:pt x="174" y="5395"/>
                      <a:pt x="208" y="5368"/>
                      <a:pt x="214" y="5331"/>
                    </a:cubicBezTo>
                    <a:cubicBezTo>
                      <a:pt x="232" y="5226"/>
                      <a:pt x="257" y="5124"/>
                      <a:pt x="285" y="5022"/>
                    </a:cubicBezTo>
                    <a:cubicBezTo>
                      <a:pt x="292" y="4966"/>
                      <a:pt x="247" y="4930"/>
                      <a:pt x="203" y="4930"/>
                    </a:cubicBezTo>
                    <a:close/>
                    <a:moveTo>
                      <a:pt x="97" y="5556"/>
                    </a:moveTo>
                    <a:cubicBezTo>
                      <a:pt x="56" y="5556"/>
                      <a:pt x="19" y="5586"/>
                      <a:pt x="16" y="5630"/>
                    </a:cubicBezTo>
                    <a:cubicBezTo>
                      <a:pt x="7" y="5735"/>
                      <a:pt x="1" y="5846"/>
                      <a:pt x="1" y="5960"/>
                    </a:cubicBezTo>
                    <a:cubicBezTo>
                      <a:pt x="1" y="6003"/>
                      <a:pt x="38" y="6040"/>
                      <a:pt x="84" y="6040"/>
                    </a:cubicBezTo>
                    <a:cubicBezTo>
                      <a:pt x="127" y="6040"/>
                      <a:pt x="164" y="6003"/>
                      <a:pt x="164" y="5960"/>
                    </a:cubicBezTo>
                    <a:cubicBezTo>
                      <a:pt x="164" y="5852"/>
                      <a:pt x="167" y="5744"/>
                      <a:pt x="177" y="5642"/>
                    </a:cubicBezTo>
                    <a:cubicBezTo>
                      <a:pt x="180" y="5596"/>
                      <a:pt x="146" y="5559"/>
                      <a:pt x="103" y="5556"/>
                    </a:cubicBezTo>
                    <a:cubicBezTo>
                      <a:pt x="101" y="5556"/>
                      <a:pt x="99" y="5556"/>
                      <a:pt x="97" y="5556"/>
                    </a:cubicBezTo>
                    <a:close/>
                    <a:moveTo>
                      <a:pt x="96" y="6200"/>
                    </a:moveTo>
                    <a:cubicBezTo>
                      <a:pt x="94" y="6200"/>
                      <a:pt x="92" y="6200"/>
                      <a:pt x="90" y="6200"/>
                    </a:cubicBezTo>
                    <a:cubicBezTo>
                      <a:pt x="44" y="6203"/>
                      <a:pt x="10" y="6244"/>
                      <a:pt x="13" y="6287"/>
                    </a:cubicBezTo>
                    <a:cubicBezTo>
                      <a:pt x="22" y="6398"/>
                      <a:pt x="35" y="6509"/>
                      <a:pt x="47" y="6614"/>
                    </a:cubicBezTo>
                    <a:cubicBezTo>
                      <a:pt x="53" y="6654"/>
                      <a:pt x="87" y="6685"/>
                      <a:pt x="127" y="6685"/>
                    </a:cubicBezTo>
                    <a:lnTo>
                      <a:pt x="140" y="6685"/>
                    </a:lnTo>
                    <a:cubicBezTo>
                      <a:pt x="183" y="6678"/>
                      <a:pt x="214" y="6635"/>
                      <a:pt x="208" y="6592"/>
                    </a:cubicBezTo>
                    <a:cubicBezTo>
                      <a:pt x="195" y="6490"/>
                      <a:pt x="183" y="6382"/>
                      <a:pt x="177" y="6277"/>
                    </a:cubicBezTo>
                    <a:cubicBezTo>
                      <a:pt x="174" y="6233"/>
                      <a:pt x="137" y="6200"/>
                      <a:pt x="96" y="6200"/>
                    </a:cubicBezTo>
                    <a:close/>
                    <a:moveTo>
                      <a:pt x="184" y="6844"/>
                    </a:moveTo>
                    <a:cubicBezTo>
                      <a:pt x="138" y="6844"/>
                      <a:pt x="92" y="6879"/>
                      <a:pt x="103" y="6938"/>
                    </a:cubicBezTo>
                    <a:cubicBezTo>
                      <a:pt x="124" y="7049"/>
                      <a:pt x="149" y="7156"/>
                      <a:pt x="174" y="7258"/>
                    </a:cubicBezTo>
                    <a:cubicBezTo>
                      <a:pt x="183" y="7295"/>
                      <a:pt x="214" y="7320"/>
                      <a:pt x="251" y="7320"/>
                    </a:cubicBezTo>
                    <a:cubicBezTo>
                      <a:pt x="260" y="7320"/>
                      <a:pt x="266" y="7320"/>
                      <a:pt x="272" y="7317"/>
                    </a:cubicBezTo>
                    <a:cubicBezTo>
                      <a:pt x="315" y="7308"/>
                      <a:pt x="343" y="7261"/>
                      <a:pt x="331" y="7218"/>
                    </a:cubicBezTo>
                    <a:cubicBezTo>
                      <a:pt x="306" y="7119"/>
                      <a:pt x="285" y="7015"/>
                      <a:pt x="263" y="6907"/>
                    </a:cubicBezTo>
                    <a:cubicBezTo>
                      <a:pt x="253" y="6863"/>
                      <a:pt x="219" y="6844"/>
                      <a:pt x="184" y="6844"/>
                    </a:cubicBezTo>
                    <a:close/>
                    <a:moveTo>
                      <a:pt x="341" y="7477"/>
                    </a:moveTo>
                    <a:cubicBezTo>
                      <a:pt x="295" y="7477"/>
                      <a:pt x="249" y="7514"/>
                      <a:pt x="260" y="7573"/>
                    </a:cubicBezTo>
                    <a:cubicBezTo>
                      <a:pt x="297" y="7693"/>
                      <a:pt x="331" y="7795"/>
                      <a:pt x="365" y="7884"/>
                    </a:cubicBezTo>
                    <a:cubicBezTo>
                      <a:pt x="374" y="7918"/>
                      <a:pt x="405" y="7940"/>
                      <a:pt x="442" y="7940"/>
                    </a:cubicBezTo>
                    <a:cubicBezTo>
                      <a:pt x="451" y="7940"/>
                      <a:pt x="457" y="7937"/>
                      <a:pt x="467" y="7934"/>
                    </a:cubicBezTo>
                    <a:cubicBezTo>
                      <a:pt x="510" y="7918"/>
                      <a:pt x="531" y="7872"/>
                      <a:pt x="516" y="7832"/>
                    </a:cubicBezTo>
                    <a:cubicBezTo>
                      <a:pt x="485" y="7742"/>
                      <a:pt x="448" y="7644"/>
                      <a:pt x="414" y="7527"/>
                    </a:cubicBezTo>
                    <a:cubicBezTo>
                      <a:pt x="400" y="7492"/>
                      <a:pt x="371" y="7477"/>
                      <a:pt x="341" y="7477"/>
                    </a:cubicBezTo>
                    <a:close/>
                    <a:moveTo>
                      <a:pt x="564" y="8082"/>
                    </a:moveTo>
                    <a:cubicBezTo>
                      <a:pt x="513" y="8082"/>
                      <a:pt x="463" y="8130"/>
                      <a:pt x="485" y="8193"/>
                    </a:cubicBezTo>
                    <a:cubicBezTo>
                      <a:pt x="507" y="8239"/>
                      <a:pt x="510" y="8242"/>
                      <a:pt x="519" y="8254"/>
                    </a:cubicBezTo>
                    <a:cubicBezTo>
                      <a:pt x="534" y="8270"/>
                      <a:pt x="556" y="8279"/>
                      <a:pt x="578" y="8279"/>
                    </a:cubicBezTo>
                    <a:lnTo>
                      <a:pt x="578" y="8276"/>
                    </a:lnTo>
                    <a:cubicBezTo>
                      <a:pt x="636" y="8276"/>
                      <a:pt x="673" y="8214"/>
                      <a:pt x="649" y="8162"/>
                    </a:cubicBezTo>
                    <a:lnTo>
                      <a:pt x="633" y="8128"/>
                    </a:lnTo>
                    <a:cubicBezTo>
                      <a:pt x="617" y="8096"/>
                      <a:pt x="590" y="8082"/>
                      <a:pt x="564" y="808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10"/>
              <p:cNvSpPr/>
              <p:nvPr/>
            </p:nvSpPr>
            <p:spPr>
              <a:xfrm>
                <a:off x="8894833" y="4609275"/>
                <a:ext cx="102663" cy="102663"/>
              </a:xfrm>
              <a:custGeom>
                <a:avLst/>
                <a:gdLst/>
                <a:ahLst/>
                <a:cxnLst/>
                <a:rect l="l" t="t" r="r" b="b"/>
                <a:pathLst>
                  <a:path w="1614" h="1614" extrusionOk="0">
                    <a:moveTo>
                      <a:pt x="867" y="0"/>
                    </a:moveTo>
                    <a:cubicBezTo>
                      <a:pt x="821" y="0"/>
                      <a:pt x="781" y="40"/>
                      <a:pt x="781" y="87"/>
                    </a:cubicBezTo>
                    <a:lnTo>
                      <a:pt x="778" y="577"/>
                    </a:lnTo>
                    <a:lnTo>
                      <a:pt x="485" y="268"/>
                    </a:lnTo>
                    <a:cubicBezTo>
                      <a:pt x="473" y="251"/>
                      <a:pt x="456" y="243"/>
                      <a:pt x="438" y="243"/>
                    </a:cubicBezTo>
                    <a:cubicBezTo>
                      <a:pt x="376" y="243"/>
                      <a:pt x="301" y="335"/>
                      <a:pt x="362" y="383"/>
                    </a:cubicBezTo>
                    <a:lnTo>
                      <a:pt x="661" y="703"/>
                    </a:lnTo>
                    <a:lnTo>
                      <a:pt x="115" y="706"/>
                    </a:lnTo>
                    <a:cubicBezTo>
                      <a:pt x="1" y="706"/>
                      <a:pt x="1" y="879"/>
                      <a:pt x="115" y="879"/>
                    </a:cubicBezTo>
                    <a:lnTo>
                      <a:pt x="614" y="873"/>
                    </a:lnTo>
                    <a:lnTo>
                      <a:pt x="226" y="1144"/>
                    </a:lnTo>
                    <a:cubicBezTo>
                      <a:pt x="161" y="1191"/>
                      <a:pt x="195" y="1296"/>
                      <a:pt x="275" y="1299"/>
                    </a:cubicBezTo>
                    <a:cubicBezTo>
                      <a:pt x="294" y="1299"/>
                      <a:pt x="309" y="1292"/>
                      <a:pt x="325" y="1283"/>
                    </a:cubicBezTo>
                    <a:lnTo>
                      <a:pt x="775" y="969"/>
                    </a:lnTo>
                    <a:lnTo>
                      <a:pt x="775" y="969"/>
                    </a:lnTo>
                    <a:lnTo>
                      <a:pt x="772" y="1527"/>
                    </a:lnTo>
                    <a:cubicBezTo>
                      <a:pt x="772" y="1573"/>
                      <a:pt x="809" y="1613"/>
                      <a:pt x="855" y="1613"/>
                    </a:cubicBezTo>
                    <a:cubicBezTo>
                      <a:pt x="904" y="1613"/>
                      <a:pt x="941" y="1573"/>
                      <a:pt x="941" y="1527"/>
                    </a:cubicBezTo>
                    <a:lnTo>
                      <a:pt x="944" y="1003"/>
                    </a:lnTo>
                    <a:lnTo>
                      <a:pt x="1259" y="1333"/>
                    </a:lnTo>
                    <a:cubicBezTo>
                      <a:pt x="1275" y="1350"/>
                      <a:pt x="1297" y="1358"/>
                      <a:pt x="1320" y="1358"/>
                    </a:cubicBezTo>
                    <a:cubicBezTo>
                      <a:pt x="1341" y="1358"/>
                      <a:pt x="1363" y="1351"/>
                      <a:pt x="1379" y="1336"/>
                    </a:cubicBezTo>
                    <a:cubicBezTo>
                      <a:pt x="1413" y="1302"/>
                      <a:pt x="1416" y="1249"/>
                      <a:pt x="1382" y="1212"/>
                    </a:cubicBezTo>
                    <a:lnTo>
                      <a:pt x="1055" y="867"/>
                    </a:lnTo>
                    <a:lnTo>
                      <a:pt x="1500" y="864"/>
                    </a:lnTo>
                    <a:cubicBezTo>
                      <a:pt x="1614" y="864"/>
                      <a:pt x="1614" y="691"/>
                      <a:pt x="1500" y="691"/>
                    </a:cubicBezTo>
                    <a:lnTo>
                      <a:pt x="1500" y="694"/>
                    </a:lnTo>
                    <a:lnTo>
                      <a:pt x="1170" y="697"/>
                    </a:lnTo>
                    <a:lnTo>
                      <a:pt x="1515" y="454"/>
                    </a:lnTo>
                    <a:cubicBezTo>
                      <a:pt x="1586" y="400"/>
                      <a:pt x="1536" y="300"/>
                      <a:pt x="1465" y="300"/>
                    </a:cubicBezTo>
                    <a:cubicBezTo>
                      <a:pt x="1451" y="300"/>
                      <a:pt x="1435" y="305"/>
                      <a:pt x="1419" y="315"/>
                    </a:cubicBezTo>
                    <a:lnTo>
                      <a:pt x="948" y="642"/>
                    </a:lnTo>
                    <a:lnTo>
                      <a:pt x="954" y="87"/>
                    </a:lnTo>
                    <a:cubicBezTo>
                      <a:pt x="954" y="40"/>
                      <a:pt x="914" y="3"/>
                      <a:pt x="8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10"/>
              <p:cNvSpPr/>
              <p:nvPr/>
            </p:nvSpPr>
            <p:spPr>
              <a:xfrm>
                <a:off x="8525457" y="4576640"/>
                <a:ext cx="173330" cy="167924"/>
              </a:xfrm>
              <a:custGeom>
                <a:avLst/>
                <a:gdLst/>
                <a:ahLst/>
                <a:cxnLst/>
                <a:rect l="l" t="t" r="r" b="b"/>
                <a:pathLst>
                  <a:path w="2725" h="2640" extrusionOk="0">
                    <a:moveTo>
                      <a:pt x="889" y="243"/>
                    </a:moveTo>
                    <a:cubicBezTo>
                      <a:pt x="988" y="326"/>
                      <a:pt x="1151" y="474"/>
                      <a:pt x="1370" y="681"/>
                    </a:cubicBezTo>
                    <a:cubicBezTo>
                      <a:pt x="1244" y="739"/>
                      <a:pt x="1108" y="807"/>
                      <a:pt x="960" y="884"/>
                    </a:cubicBezTo>
                    <a:cubicBezTo>
                      <a:pt x="914" y="557"/>
                      <a:pt x="895" y="358"/>
                      <a:pt x="889" y="243"/>
                    </a:cubicBezTo>
                    <a:close/>
                    <a:moveTo>
                      <a:pt x="2227" y="520"/>
                    </a:moveTo>
                    <a:lnTo>
                      <a:pt x="2227" y="520"/>
                    </a:lnTo>
                    <a:cubicBezTo>
                      <a:pt x="2172" y="708"/>
                      <a:pt x="2101" y="890"/>
                      <a:pt x="2018" y="1066"/>
                    </a:cubicBezTo>
                    <a:cubicBezTo>
                      <a:pt x="1904" y="955"/>
                      <a:pt x="1786" y="841"/>
                      <a:pt x="1672" y="730"/>
                    </a:cubicBezTo>
                    <a:cubicBezTo>
                      <a:pt x="1996" y="585"/>
                      <a:pt x="2150" y="536"/>
                      <a:pt x="2227" y="520"/>
                    </a:cubicBezTo>
                    <a:close/>
                    <a:moveTo>
                      <a:pt x="827" y="1143"/>
                    </a:moveTo>
                    <a:cubicBezTo>
                      <a:pt x="849" y="1298"/>
                      <a:pt x="877" y="1455"/>
                      <a:pt x="904" y="1609"/>
                    </a:cubicBezTo>
                    <a:cubicBezTo>
                      <a:pt x="497" y="1544"/>
                      <a:pt x="318" y="1489"/>
                      <a:pt x="241" y="1455"/>
                    </a:cubicBezTo>
                    <a:cubicBezTo>
                      <a:pt x="358" y="1390"/>
                      <a:pt x="577" y="1273"/>
                      <a:pt x="827" y="1143"/>
                    </a:cubicBezTo>
                    <a:close/>
                    <a:moveTo>
                      <a:pt x="1506" y="810"/>
                    </a:moveTo>
                    <a:cubicBezTo>
                      <a:pt x="1651" y="946"/>
                      <a:pt x="1802" y="1094"/>
                      <a:pt x="1941" y="1233"/>
                    </a:cubicBezTo>
                    <a:cubicBezTo>
                      <a:pt x="1867" y="1396"/>
                      <a:pt x="1786" y="1557"/>
                      <a:pt x="1706" y="1711"/>
                    </a:cubicBezTo>
                    <a:cubicBezTo>
                      <a:pt x="1478" y="1689"/>
                      <a:pt x="1268" y="1661"/>
                      <a:pt x="1086" y="1637"/>
                    </a:cubicBezTo>
                    <a:lnTo>
                      <a:pt x="1083" y="1637"/>
                    </a:lnTo>
                    <a:cubicBezTo>
                      <a:pt x="1049" y="1449"/>
                      <a:pt x="1015" y="1251"/>
                      <a:pt x="988" y="1063"/>
                    </a:cubicBezTo>
                    <a:cubicBezTo>
                      <a:pt x="1179" y="968"/>
                      <a:pt x="1352" y="881"/>
                      <a:pt x="1506" y="810"/>
                    </a:cubicBezTo>
                    <a:close/>
                    <a:moveTo>
                      <a:pt x="2070" y="1362"/>
                    </a:moveTo>
                    <a:cubicBezTo>
                      <a:pt x="2280" y="1578"/>
                      <a:pt x="2394" y="1708"/>
                      <a:pt x="2453" y="1779"/>
                    </a:cubicBezTo>
                    <a:cubicBezTo>
                      <a:pt x="2314" y="1769"/>
                      <a:pt x="2110" y="1751"/>
                      <a:pt x="1888" y="1729"/>
                    </a:cubicBezTo>
                    <a:cubicBezTo>
                      <a:pt x="1950" y="1612"/>
                      <a:pt x="2012" y="1486"/>
                      <a:pt x="2070" y="1362"/>
                    </a:cubicBezTo>
                    <a:close/>
                    <a:moveTo>
                      <a:pt x="1117" y="1816"/>
                    </a:moveTo>
                    <a:lnTo>
                      <a:pt x="1117" y="1816"/>
                    </a:lnTo>
                    <a:cubicBezTo>
                      <a:pt x="1268" y="1834"/>
                      <a:pt x="1438" y="1856"/>
                      <a:pt x="1620" y="1874"/>
                    </a:cubicBezTo>
                    <a:cubicBezTo>
                      <a:pt x="1438" y="2207"/>
                      <a:pt x="1321" y="2371"/>
                      <a:pt x="1259" y="2436"/>
                    </a:cubicBezTo>
                    <a:cubicBezTo>
                      <a:pt x="1231" y="2340"/>
                      <a:pt x="1182" y="2143"/>
                      <a:pt x="1117" y="1816"/>
                    </a:cubicBezTo>
                    <a:close/>
                    <a:moveTo>
                      <a:pt x="826" y="0"/>
                    </a:moveTo>
                    <a:cubicBezTo>
                      <a:pt x="798" y="0"/>
                      <a:pt x="770" y="10"/>
                      <a:pt x="750" y="30"/>
                    </a:cubicBezTo>
                    <a:cubicBezTo>
                      <a:pt x="719" y="67"/>
                      <a:pt x="673" y="119"/>
                      <a:pt x="799" y="968"/>
                    </a:cubicBezTo>
                    <a:cubicBezTo>
                      <a:pt x="395" y="1174"/>
                      <a:pt x="65" y="1356"/>
                      <a:pt x="62" y="1356"/>
                    </a:cubicBezTo>
                    <a:cubicBezTo>
                      <a:pt x="38" y="1372"/>
                      <a:pt x="22" y="1393"/>
                      <a:pt x="19" y="1421"/>
                    </a:cubicBezTo>
                    <a:cubicBezTo>
                      <a:pt x="1" y="1557"/>
                      <a:pt x="149" y="1668"/>
                      <a:pt x="938" y="1788"/>
                    </a:cubicBezTo>
                    <a:cubicBezTo>
                      <a:pt x="988" y="2059"/>
                      <a:pt x="1071" y="2466"/>
                      <a:pt x="1129" y="2574"/>
                    </a:cubicBezTo>
                    <a:cubicBezTo>
                      <a:pt x="1148" y="2615"/>
                      <a:pt x="1188" y="2639"/>
                      <a:pt x="1234" y="2639"/>
                    </a:cubicBezTo>
                    <a:cubicBezTo>
                      <a:pt x="1290" y="2639"/>
                      <a:pt x="1404" y="2639"/>
                      <a:pt x="1802" y="1893"/>
                    </a:cubicBezTo>
                    <a:cubicBezTo>
                      <a:pt x="2144" y="1930"/>
                      <a:pt x="2453" y="1951"/>
                      <a:pt x="2573" y="1961"/>
                    </a:cubicBezTo>
                    <a:cubicBezTo>
                      <a:pt x="2616" y="1961"/>
                      <a:pt x="2656" y="1939"/>
                      <a:pt x="2675" y="1902"/>
                    </a:cubicBezTo>
                    <a:cubicBezTo>
                      <a:pt x="2702" y="1837"/>
                      <a:pt x="2724" y="1785"/>
                      <a:pt x="2144" y="1199"/>
                    </a:cubicBezTo>
                    <a:cubicBezTo>
                      <a:pt x="2274" y="912"/>
                      <a:pt x="2416" y="573"/>
                      <a:pt x="2406" y="459"/>
                    </a:cubicBezTo>
                    <a:cubicBezTo>
                      <a:pt x="2403" y="406"/>
                      <a:pt x="2363" y="344"/>
                      <a:pt x="2264" y="344"/>
                    </a:cubicBezTo>
                    <a:cubicBezTo>
                      <a:pt x="2194" y="344"/>
                      <a:pt x="2039" y="372"/>
                      <a:pt x="1537" y="604"/>
                    </a:cubicBezTo>
                    <a:cubicBezTo>
                      <a:pt x="1305" y="385"/>
                      <a:pt x="941" y="48"/>
                      <a:pt x="870" y="8"/>
                    </a:cubicBezTo>
                    <a:cubicBezTo>
                      <a:pt x="856" y="3"/>
                      <a:pt x="841" y="0"/>
                      <a:pt x="8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10"/>
              <p:cNvSpPr/>
              <p:nvPr/>
            </p:nvSpPr>
            <p:spPr>
              <a:xfrm>
                <a:off x="8414295" y="4897906"/>
                <a:ext cx="122063" cy="122635"/>
              </a:xfrm>
              <a:custGeom>
                <a:avLst/>
                <a:gdLst/>
                <a:ahLst/>
                <a:cxnLst/>
                <a:rect l="l" t="t" r="r" b="b"/>
                <a:pathLst>
                  <a:path w="1919" h="1928" extrusionOk="0">
                    <a:moveTo>
                      <a:pt x="1024" y="247"/>
                    </a:moveTo>
                    <a:cubicBezTo>
                      <a:pt x="1049" y="330"/>
                      <a:pt x="1076" y="438"/>
                      <a:pt x="1095" y="512"/>
                    </a:cubicBezTo>
                    <a:cubicBezTo>
                      <a:pt x="1141" y="700"/>
                      <a:pt x="1150" y="747"/>
                      <a:pt x="1175" y="777"/>
                    </a:cubicBezTo>
                    <a:cubicBezTo>
                      <a:pt x="1200" y="811"/>
                      <a:pt x="1237" y="827"/>
                      <a:pt x="1425" y="895"/>
                    </a:cubicBezTo>
                    <a:cubicBezTo>
                      <a:pt x="1490" y="919"/>
                      <a:pt x="1595" y="953"/>
                      <a:pt x="1669" y="987"/>
                    </a:cubicBezTo>
                    <a:cubicBezTo>
                      <a:pt x="1561" y="1033"/>
                      <a:pt x="1391" y="1098"/>
                      <a:pt x="1237" y="1154"/>
                    </a:cubicBezTo>
                    <a:cubicBezTo>
                      <a:pt x="1212" y="1160"/>
                      <a:pt x="1194" y="1178"/>
                      <a:pt x="1184" y="1200"/>
                    </a:cubicBezTo>
                    <a:cubicBezTo>
                      <a:pt x="1110" y="1376"/>
                      <a:pt x="1015" y="1573"/>
                      <a:pt x="953" y="1687"/>
                    </a:cubicBezTo>
                    <a:cubicBezTo>
                      <a:pt x="910" y="1567"/>
                      <a:pt x="848" y="1354"/>
                      <a:pt x="802" y="1169"/>
                    </a:cubicBezTo>
                    <a:cubicBezTo>
                      <a:pt x="796" y="1135"/>
                      <a:pt x="768" y="1111"/>
                      <a:pt x="737" y="1104"/>
                    </a:cubicBezTo>
                    <a:cubicBezTo>
                      <a:pt x="558" y="1074"/>
                      <a:pt x="352" y="1024"/>
                      <a:pt x="241" y="993"/>
                    </a:cubicBezTo>
                    <a:cubicBezTo>
                      <a:pt x="416" y="901"/>
                      <a:pt x="595" y="818"/>
                      <a:pt x="780" y="747"/>
                    </a:cubicBezTo>
                    <a:cubicBezTo>
                      <a:pt x="805" y="737"/>
                      <a:pt x="820" y="719"/>
                      <a:pt x="830" y="697"/>
                    </a:cubicBezTo>
                    <a:cubicBezTo>
                      <a:pt x="888" y="543"/>
                      <a:pt x="953" y="392"/>
                      <a:pt x="1024" y="247"/>
                    </a:cubicBezTo>
                    <a:close/>
                    <a:moveTo>
                      <a:pt x="1046" y="0"/>
                    </a:moveTo>
                    <a:cubicBezTo>
                      <a:pt x="990" y="0"/>
                      <a:pt x="913" y="0"/>
                      <a:pt x="682" y="602"/>
                    </a:cubicBezTo>
                    <a:cubicBezTo>
                      <a:pt x="40" y="861"/>
                      <a:pt x="15" y="944"/>
                      <a:pt x="6" y="981"/>
                    </a:cubicBezTo>
                    <a:cubicBezTo>
                      <a:pt x="0" y="1012"/>
                      <a:pt x="6" y="1043"/>
                      <a:pt x="22" y="1067"/>
                    </a:cubicBezTo>
                    <a:cubicBezTo>
                      <a:pt x="40" y="1092"/>
                      <a:pt x="86" y="1157"/>
                      <a:pt x="651" y="1265"/>
                    </a:cubicBezTo>
                    <a:cubicBezTo>
                      <a:pt x="817" y="1928"/>
                      <a:pt x="876" y="1928"/>
                      <a:pt x="941" y="1928"/>
                    </a:cubicBezTo>
                    <a:lnTo>
                      <a:pt x="944" y="1928"/>
                    </a:lnTo>
                    <a:cubicBezTo>
                      <a:pt x="996" y="1925"/>
                      <a:pt x="1055" y="1922"/>
                      <a:pt x="1326" y="1302"/>
                    </a:cubicBezTo>
                    <a:cubicBezTo>
                      <a:pt x="1496" y="1243"/>
                      <a:pt x="1817" y="1123"/>
                      <a:pt x="1881" y="1064"/>
                    </a:cubicBezTo>
                    <a:cubicBezTo>
                      <a:pt x="1906" y="1040"/>
                      <a:pt x="1918" y="1006"/>
                      <a:pt x="1915" y="972"/>
                    </a:cubicBezTo>
                    <a:cubicBezTo>
                      <a:pt x="1900" y="892"/>
                      <a:pt x="1814" y="851"/>
                      <a:pt x="1484" y="734"/>
                    </a:cubicBezTo>
                    <a:cubicBezTo>
                      <a:pt x="1422" y="710"/>
                      <a:pt x="1345" y="685"/>
                      <a:pt x="1314" y="669"/>
                    </a:cubicBezTo>
                    <a:cubicBezTo>
                      <a:pt x="1299" y="629"/>
                      <a:pt x="1280" y="543"/>
                      <a:pt x="1261" y="472"/>
                    </a:cubicBezTo>
                    <a:cubicBezTo>
                      <a:pt x="1203" y="241"/>
                      <a:pt x="1166" y="96"/>
                      <a:pt x="1126" y="40"/>
                    </a:cubicBezTo>
                    <a:cubicBezTo>
                      <a:pt x="1104" y="16"/>
                      <a:pt x="1076" y="0"/>
                      <a:pt x="104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34" name="Google Shape;1034;p10"/>
              <p:cNvGrpSpPr/>
              <p:nvPr/>
            </p:nvGrpSpPr>
            <p:grpSpPr>
              <a:xfrm>
                <a:off x="7936358" y="4836871"/>
                <a:ext cx="405379" cy="244724"/>
                <a:chOff x="8838794" y="3786045"/>
                <a:chExt cx="326497" cy="197120"/>
              </a:xfrm>
            </p:grpSpPr>
            <p:sp>
              <p:nvSpPr>
                <p:cNvPr id="1035" name="Google Shape;1035;p10"/>
                <p:cNvSpPr/>
                <p:nvPr/>
              </p:nvSpPr>
              <p:spPr>
                <a:xfrm>
                  <a:off x="8838794" y="3786045"/>
                  <a:ext cx="326497" cy="197120"/>
                </a:xfrm>
                <a:custGeom>
                  <a:avLst/>
                  <a:gdLst/>
                  <a:ahLst/>
                  <a:cxnLst/>
                  <a:rect l="l" t="t" r="r" b="b"/>
                  <a:pathLst>
                    <a:path w="5133" h="3099" extrusionOk="0">
                      <a:moveTo>
                        <a:pt x="1910" y="1"/>
                      </a:moveTo>
                      <a:cubicBezTo>
                        <a:pt x="954" y="1"/>
                        <a:pt x="0" y="927"/>
                        <a:pt x="0" y="927"/>
                      </a:cubicBezTo>
                      <a:cubicBezTo>
                        <a:pt x="0" y="927"/>
                        <a:pt x="484" y="2118"/>
                        <a:pt x="1515" y="2537"/>
                      </a:cubicBezTo>
                      <a:cubicBezTo>
                        <a:pt x="1669" y="2600"/>
                        <a:pt x="1827" y="2627"/>
                        <a:pt x="1985" y="2627"/>
                      </a:cubicBezTo>
                      <a:cubicBezTo>
                        <a:pt x="2875" y="2627"/>
                        <a:pt x="3735" y="1769"/>
                        <a:pt x="3735" y="1769"/>
                      </a:cubicBezTo>
                      <a:cubicBezTo>
                        <a:pt x="3735" y="1769"/>
                        <a:pt x="3920" y="2997"/>
                        <a:pt x="4821" y="3099"/>
                      </a:cubicBezTo>
                      <a:cubicBezTo>
                        <a:pt x="4821" y="3099"/>
                        <a:pt x="4867" y="1779"/>
                        <a:pt x="4263" y="1581"/>
                      </a:cubicBezTo>
                      <a:cubicBezTo>
                        <a:pt x="4263" y="1581"/>
                        <a:pt x="4883" y="1412"/>
                        <a:pt x="5132" y="252"/>
                      </a:cubicBezTo>
                      <a:cubicBezTo>
                        <a:pt x="5132" y="252"/>
                        <a:pt x="5075" y="235"/>
                        <a:pt x="4980" y="235"/>
                      </a:cubicBezTo>
                      <a:cubicBezTo>
                        <a:pt x="4722" y="235"/>
                        <a:pt x="4186" y="362"/>
                        <a:pt x="3769" y="1307"/>
                      </a:cubicBezTo>
                      <a:cubicBezTo>
                        <a:pt x="3769" y="1307"/>
                        <a:pt x="3526" y="576"/>
                        <a:pt x="2428" y="104"/>
                      </a:cubicBezTo>
                      <a:cubicBezTo>
                        <a:pt x="2259" y="31"/>
                        <a:pt x="2085" y="1"/>
                        <a:pt x="191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10"/>
                <p:cNvSpPr/>
                <p:nvPr/>
              </p:nvSpPr>
              <p:spPr>
                <a:xfrm>
                  <a:off x="8936049" y="3802329"/>
                  <a:ext cx="54257" cy="119646"/>
                </a:xfrm>
                <a:custGeom>
                  <a:avLst/>
                  <a:gdLst/>
                  <a:ahLst/>
                  <a:cxnLst/>
                  <a:rect l="l" t="t" r="r" b="b"/>
                  <a:pathLst>
                    <a:path w="853" h="1881" extrusionOk="0">
                      <a:moveTo>
                        <a:pt x="122" y="0"/>
                      </a:moveTo>
                      <a:cubicBezTo>
                        <a:pt x="60" y="0"/>
                        <a:pt x="0" y="74"/>
                        <a:pt x="53" y="141"/>
                      </a:cubicBezTo>
                      <a:cubicBezTo>
                        <a:pt x="57" y="150"/>
                        <a:pt x="646" y="949"/>
                        <a:pt x="131" y="1751"/>
                      </a:cubicBezTo>
                      <a:cubicBezTo>
                        <a:pt x="106" y="1788"/>
                        <a:pt x="118" y="1843"/>
                        <a:pt x="155" y="1868"/>
                      </a:cubicBezTo>
                      <a:cubicBezTo>
                        <a:pt x="171" y="1877"/>
                        <a:pt x="186" y="1881"/>
                        <a:pt x="202" y="1881"/>
                      </a:cubicBezTo>
                      <a:cubicBezTo>
                        <a:pt x="232" y="1881"/>
                        <a:pt x="260" y="1868"/>
                        <a:pt x="276" y="1840"/>
                      </a:cubicBezTo>
                      <a:cubicBezTo>
                        <a:pt x="852" y="943"/>
                        <a:pt x="198" y="48"/>
                        <a:pt x="189" y="39"/>
                      </a:cubicBezTo>
                      <a:cubicBezTo>
                        <a:pt x="171" y="11"/>
                        <a:pt x="146" y="0"/>
                        <a:pt x="122"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10"/>
                <p:cNvSpPr/>
                <p:nvPr/>
              </p:nvSpPr>
              <p:spPr>
                <a:xfrm>
                  <a:off x="8884018" y="3819757"/>
                  <a:ext cx="39627" cy="39627"/>
                </a:xfrm>
                <a:custGeom>
                  <a:avLst/>
                  <a:gdLst/>
                  <a:ahLst/>
                  <a:cxnLst/>
                  <a:rect l="l" t="t" r="r" b="b"/>
                  <a:pathLst>
                    <a:path w="623" h="623" extrusionOk="0">
                      <a:moveTo>
                        <a:pt x="97" y="0"/>
                      </a:moveTo>
                      <a:cubicBezTo>
                        <a:pt x="49" y="0"/>
                        <a:pt x="1" y="36"/>
                        <a:pt x="11" y="98"/>
                      </a:cubicBezTo>
                      <a:cubicBezTo>
                        <a:pt x="20" y="169"/>
                        <a:pt x="88" y="530"/>
                        <a:pt x="270" y="610"/>
                      </a:cubicBezTo>
                      <a:cubicBezTo>
                        <a:pt x="289" y="616"/>
                        <a:pt x="310" y="623"/>
                        <a:pt x="332" y="623"/>
                      </a:cubicBezTo>
                      <a:cubicBezTo>
                        <a:pt x="356" y="623"/>
                        <a:pt x="381" y="616"/>
                        <a:pt x="406" y="604"/>
                      </a:cubicBezTo>
                      <a:cubicBezTo>
                        <a:pt x="538" y="530"/>
                        <a:pt x="600" y="231"/>
                        <a:pt x="615" y="141"/>
                      </a:cubicBezTo>
                      <a:cubicBezTo>
                        <a:pt x="622" y="80"/>
                        <a:pt x="575" y="45"/>
                        <a:pt x="528" y="45"/>
                      </a:cubicBezTo>
                      <a:cubicBezTo>
                        <a:pt x="492" y="45"/>
                        <a:pt x="456" y="65"/>
                        <a:pt x="446" y="111"/>
                      </a:cubicBezTo>
                      <a:cubicBezTo>
                        <a:pt x="421" y="268"/>
                        <a:pt x="359" y="431"/>
                        <a:pt x="338" y="453"/>
                      </a:cubicBezTo>
                      <a:cubicBezTo>
                        <a:pt x="276" y="425"/>
                        <a:pt x="205" y="234"/>
                        <a:pt x="181" y="74"/>
                      </a:cubicBezTo>
                      <a:cubicBezTo>
                        <a:pt x="172" y="23"/>
                        <a:pt x="135" y="0"/>
                        <a:pt x="97"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10"/>
                <p:cNvSpPr/>
                <p:nvPr/>
              </p:nvSpPr>
              <p:spPr>
                <a:xfrm>
                  <a:off x="8847953" y="3866190"/>
                  <a:ext cx="46179" cy="18128"/>
                </a:xfrm>
                <a:custGeom>
                  <a:avLst/>
                  <a:gdLst/>
                  <a:ahLst/>
                  <a:cxnLst/>
                  <a:rect l="l" t="t" r="r" b="b"/>
                  <a:pathLst>
                    <a:path w="726" h="285" extrusionOk="0">
                      <a:moveTo>
                        <a:pt x="115" y="0"/>
                      </a:moveTo>
                      <a:cubicBezTo>
                        <a:pt x="57" y="0"/>
                        <a:pt x="1" y="62"/>
                        <a:pt x="41" y="130"/>
                      </a:cubicBezTo>
                      <a:cubicBezTo>
                        <a:pt x="78" y="198"/>
                        <a:pt x="183" y="284"/>
                        <a:pt x="356" y="284"/>
                      </a:cubicBezTo>
                      <a:cubicBezTo>
                        <a:pt x="451" y="284"/>
                        <a:pt x="547" y="260"/>
                        <a:pt x="633" y="220"/>
                      </a:cubicBezTo>
                      <a:cubicBezTo>
                        <a:pt x="725" y="179"/>
                        <a:pt x="682" y="54"/>
                        <a:pt x="600" y="54"/>
                      </a:cubicBezTo>
                      <a:cubicBezTo>
                        <a:pt x="588" y="54"/>
                        <a:pt x="576" y="56"/>
                        <a:pt x="563" y="62"/>
                      </a:cubicBezTo>
                      <a:cubicBezTo>
                        <a:pt x="475" y="102"/>
                        <a:pt x="406" y="116"/>
                        <a:pt x="353" y="116"/>
                      </a:cubicBezTo>
                      <a:cubicBezTo>
                        <a:pt x="240" y="116"/>
                        <a:pt x="195" y="54"/>
                        <a:pt x="186" y="44"/>
                      </a:cubicBezTo>
                      <a:cubicBezTo>
                        <a:pt x="168" y="13"/>
                        <a:pt x="141" y="0"/>
                        <a:pt x="115"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10"/>
                <p:cNvSpPr/>
                <p:nvPr/>
              </p:nvSpPr>
              <p:spPr>
                <a:xfrm>
                  <a:off x="8983309" y="3816768"/>
                  <a:ext cx="63862" cy="114621"/>
                </a:xfrm>
                <a:custGeom>
                  <a:avLst/>
                  <a:gdLst/>
                  <a:ahLst/>
                  <a:cxnLst/>
                  <a:rect l="l" t="t" r="r" b="b"/>
                  <a:pathLst>
                    <a:path w="1004" h="1802" extrusionOk="0">
                      <a:moveTo>
                        <a:pt x="454" y="0"/>
                      </a:moveTo>
                      <a:cubicBezTo>
                        <a:pt x="370" y="0"/>
                        <a:pt x="301" y="6"/>
                        <a:pt x="273" y="10"/>
                      </a:cubicBezTo>
                      <a:cubicBezTo>
                        <a:pt x="226" y="13"/>
                        <a:pt x="193" y="56"/>
                        <a:pt x="196" y="102"/>
                      </a:cubicBezTo>
                      <a:cubicBezTo>
                        <a:pt x="202" y="146"/>
                        <a:pt x="239" y="179"/>
                        <a:pt x="285" y="179"/>
                      </a:cubicBezTo>
                      <a:cubicBezTo>
                        <a:pt x="287" y="179"/>
                        <a:pt x="289" y="179"/>
                        <a:pt x="291" y="179"/>
                      </a:cubicBezTo>
                      <a:cubicBezTo>
                        <a:pt x="337" y="175"/>
                        <a:pt x="391" y="172"/>
                        <a:pt x="447" y="172"/>
                      </a:cubicBezTo>
                      <a:cubicBezTo>
                        <a:pt x="593" y="172"/>
                        <a:pt x="749" y="190"/>
                        <a:pt x="794" y="244"/>
                      </a:cubicBezTo>
                      <a:cubicBezTo>
                        <a:pt x="800" y="250"/>
                        <a:pt x="806" y="256"/>
                        <a:pt x="800" y="278"/>
                      </a:cubicBezTo>
                      <a:cubicBezTo>
                        <a:pt x="760" y="457"/>
                        <a:pt x="439" y="559"/>
                        <a:pt x="319" y="580"/>
                      </a:cubicBezTo>
                      <a:cubicBezTo>
                        <a:pt x="223" y="599"/>
                        <a:pt x="230" y="741"/>
                        <a:pt x="328" y="750"/>
                      </a:cubicBezTo>
                      <a:cubicBezTo>
                        <a:pt x="566" y="771"/>
                        <a:pt x="806" y="842"/>
                        <a:pt x="828" y="895"/>
                      </a:cubicBezTo>
                      <a:cubicBezTo>
                        <a:pt x="819" y="947"/>
                        <a:pt x="584" y="1034"/>
                        <a:pt x="307" y="1061"/>
                      </a:cubicBezTo>
                      <a:cubicBezTo>
                        <a:pt x="217" y="1067"/>
                        <a:pt x="199" y="1191"/>
                        <a:pt x="282" y="1225"/>
                      </a:cubicBezTo>
                      <a:cubicBezTo>
                        <a:pt x="424" y="1283"/>
                        <a:pt x="637" y="1404"/>
                        <a:pt x="671" y="1496"/>
                      </a:cubicBezTo>
                      <a:cubicBezTo>
                        <a:pt x="677" y="1509"/>
                        <a:pt x="677" y="1521"/>
                        <a:pt x="671" y="1533"/>
                      </a:cubicBezTo>
                      <a:cubicBezTo>
                        <a:pt x="635" y="1605"/>
                        <a:pt x="483" y="1631"/>
                        <a:pt x="331" y="1631"/>
                      </a:cubicBezTo>
                      <a:cubicBezTo>
                        <a:pt x="262" y="1631"/>
                        <a:pt x="192" y="1625"/>
                        <a:pt x="134" y="1616"/>
                      </a:cubicBezTo>
                      <a:cubicBezTo>
                        <a:pt x="128" y="1616"/>
                        <a:pt x="122" y="1615"/>
                        <a:pt x="117" y="1615"/>
                      </a:cubicBezTo>
                      <a:cubicBezTo>
                        <a:pt x="18" y="1615"/>
                        <a:pt x="1" y="1769"/>
                        <a:pt x="106" y="1786"/>
                      </a:cubicBezTo>
                      <a:cubicBezTo>
                        <a:pt x="183" y="1795"/>
                        <a:pt x="260" y="1802"/>
                        <a:pt x="338" y="1802"/>
                      </a:cubicBezTo>
                      <a:cubicBezTo>
                        <a:pt x="516" y="1802"/>
                        <a:pt x="745" y="1768"/>
                        <a:pt x="825" y="1607"/>
                      </a:cubicBezTo>
                      <a:cubicBezTo>
                        <a:pt x="853" y="1552"/>
                        <a:pt x="856" y="1487"/>
                        <a:pt x="831" y="1431"/>
                      </a:cubicBezTo>
                      <a:cubicBezTo>
                        <a:pt x="794" y="1336"/>
                        <a:pt x="692" y="1253"/>
                        <a:pt x="590" y="1188"/>
                      </a:cubicBezTo>
                      <a:cubicBezTo>
                        <a:pt x="772" y="1145"/>
                        <a:pt x="976" y="1064"/>
                        <a:pt x="998" y="916"/>
                      </a:cubicBezTo>
                      <a:cubicBezTo>
                        <a:pt x="1004" y="870"/>
                        <a:pt x="988" y="821"/>
                        <a:pt x="957" y="784"/>
                      </a:cubicBezTo>
                      <a:cubicBezTo>
                        <a:pt x="905" y="716"/>
                        <a:pt x="791" y="670"/>
                        <a:pt x="674" y="639"/>
                      </a:cubicBezTo>
                      <a:cubicBezTo>
                        <a:pt x="806" y="571"/>
                        <a:pt x="933" y="469"/>
                        <a:pt x="967" y="318"/>
                      </a:cubicBezTo>
                      <a:cubicBezTo>
                        <a:pt x="985" y="253"/>
                        <a:pt x="970" y="182"/>
                        <a:pt x="924" y="130"/>
                      </a:cubicBezTo>
                      <a:cubicBezTo>
                        <a:pt x="830" y="23"/>
                        <a:pt x="615" y="0"/>
                        <a:pt x="454"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0" name="Google Shape;1040;p10"/>
              <p:cNvSpPr/>
              <p:nvPr/>
            </p:nvSpPr>
            <p:spPr>
              <a:xfrm>
                <a:off x="8867365" y="4967640"/>
                <a:ext cx="75629" cy="75566"/>
              </a:xfrm>
              <a:custGeom>
                <a:avLst/>
                <a:gdLst/>
                <a:ahLst/>
                <a:cxnLst/>
                <a:rect l="l" t="t" r="r" b="b"/>
                <a:pathLst>
                  <a:path w="1189" h="1188" extrusionOk="0">
                    <a:moveTo>
                      <a:pt x="596" y="173"/>
                    </a:moveTo>
                    <a:cubicBezTo>
                      <a:pt x="707" y="173"/>
                      <a:pt x="815" y="220"/>
                      <a:pt x="892" y="300"/>
                    </a:cubicBezTo>
                    <a:cubicBezTo>
                      <a:pt x="1157" y="565"/>
                      <a:pt x="969" y="1015"/>
                      <a:pt x="596" y="1015"/>
                    </a:cubicBezTo>
                    <a:lnTo>
                      <a:pt x="596" y="1102"/>
                    </a:lnTo>
                    <a:lnTo>
                      <a:pt x="593" y="1015"/>
                    </a:lnTo>
                    <a:cubicBezTo>
                      <a:pt x="365" y="1009"/>
                      <a:pt x="186" y="821"/>
                      <a:pt x="186" y="593"/>
                    </a:cubicBezTo>
                    <a:cubicBezTo>
                      <a:pt x="186" y="364"/>
                      <a:pt x="368" y="179"/>
                      <a:pt x="596" y="173"/>
                    </a:cubicBezTo>
                    <a:close/>
                    <a:moveTo>
                      <a:pt x="593" y="1"/>
                    </a:moveTo>
                    <a:cubicBezTo>
                      <a:pt x="266" y="1"/>
                      <a:pt x="1" y="266"/>
                      <a:pt x="1" y="593"/>
                    </a:cubicBezTo>
                    <a:cubicBezTo>
                      <a:pt x="1" y="920"/>
                      <a:pt x="266" y="1188"/>
                      <a:pt x="593" y="1188"/>
                    </a:cubicBezTo>
                    <a:lnTo>
                      <a:pt x="596" y="1188"/>
                    </a:lnTo>
                    <a:cubicBezTo>
                      <a:pt x="923" y="1188"/>
                      <a:pt x="1188" y="920"/>
                      <a:pt x="1185" y="593"/>
                    </a:cubicBezTo>
                    <a:cubicBezTo>
                      <a:pt x="1185" y="266"/>
                      <a:pt x="920" y="1"/>
                      <a:pt x="59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10"/>
              <p:cNvSpPr/>
              <p:nvPr/>
            </p:nvSpPr>
            <p:spPr>
              <a:xfrm>
                <a:off x="8965298" y="4268210"/>
                <a:ext cx="82881" cy="75566"/>
              </a:xfrm>
              <a:custGeom>
                <a:avLst/>
                <a:gdLst/>
                <a:ahLst/>
                <a:cxnLst/>
                <a:rect l="l" t="t" r="r" b="b"/>
                <a:pathLst>
                  <a:path w="1303" h="1188" extrusionOk="0">
                    <a:moveTo>
                      <a:pt x="710" y="173"/>
                    </a:moveTo>
                    <a:cubicBezTo>
                      <a:pt x="941" y="173"/>
                      <a:pt x="1129" y="364"/>
                      <a:pt x="1129" y="595"/>
                    </a:cubicBezTo>
                    <a:cubicBezTo>
                      <a:pt x="1126" y="827"/>
                      <a:pt x="938" y="1012"/>
                      <a:pt x="707" y="1015"/>
                    </a:cubicBezTo>
                    <a:cubicBezTo>
                      <a:pt x="476" y="1015"/>
                      <a:pt x="287" y="823"/>
                      <a:pt x="287" y="592"/>
                    </a:cubicBezTo>
                    <a:cubicBezTo>
                      <a:pt x="287" y="358"/>
                      <a:pt x="479" y="173"/>
                      <a:pt x="710" y="173"/>
                    </a:cubicBezTo>
                    <a:close/>
                    <a:moveTo>
                      <a:pt x="712" y="1"/>
                    </a:moveTo>
                    <a:cubicBezTo>
                      <a:pt x="485" y="1"/>
                      <a:pt x="263" y="130"/>
                      <a:pt x="164" y="364"/>
                    </a:cubicBezTo>
                    <a:cubicBezTo>
                      <a:pt x="1" y="752"/>
                      <a:pt x="284" y="1184"/>
                      <a:pt x="707" y="1187"/>
                    </a:cubicBezTo>
                    <a:lnTo>
                      <a:pt x="710" y="1187"/>
                    </a:lnTo>
                    <a:cubicBezTo>
                      <a:pt x="1034" y="1187"/>
                      <a:pt x="1299" y="922"/>
                      <a:pt x="1302" y="595"/>
                    </a:cubicBezTo>
                    <a:cubicBezTo>
                      <a:pt x="1302" y="438"/>
                      <a:pt x="1240" y="287"/>
                      <a:pt x="1129" y="176"/>
                    </a:cubicBezTo>
                    <a:cubicBezTo>
                      <a:pt x="1012" y="57"/>
                      <a:pt x="861" y="1"/>
                      <a:pt x="7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42" name="Google Shape;1042;p10"/>
              <p:cNvGrpSpPr/>
              <p:nvPr/>
            </p:nvGrpSpPr>
            <p:grpSpPr>
              <a:xfrm>
                <a:off x="8711014" y="3767669"/>
                <a:ext cx="388320" cy="384805"/>
                <a:chOff x="10649934" y="1571625"/>
                <a:chExt cx="449705" cy="445634"/>
              </a:xfrm>
            </p:grpSpPr>
            <p:sp>
              <p:nvSpPr>
                <p:cNvPr id="1043" name="Google Shape;1043;p10"/>
                <p:cNvSpPr/>
                <p:nvPr/>
              </p:nvSpPr>
              <p:spPr>
                <a:xfrm>
                  <a:off x="10649934" y="1571625"/>
                  <a:ext cx="449705" cy="445634"/>
                </a:xfrm>
                <a:custGeom>
                  <a:avLst/>
                  <a:gdLst/>
                  <a:ahLst/>
                  <a:cxnLst/>
                  <a:rect l="l" t="t" r="r" b="b"/>
                  <a:pathLst>
                    <a:path w="7070" h="7006" extrusionOk="0">
                      <a:moveTo>
                        <a:pt x="3541" y="217"/>
                      </a:moveTo>
                      <a:cubicBezTo>
                        <a:pt x="3631" y="377"/>
                        <a:pt x="3809" y="793"/>
                        <a:pt x="3948" y="1161"/>
                      </a:cubicBezTo>
                      <a:cubicBezTo>
                        <a:pt x="3958" y="1182"/>
                        <a:pt x="3976" y="1201"/>
                        <a:pt x="4001" y="1210"/>
                      </a:cubicBezTo>
                      <a:cubicBezTo>
                        <a:pt x="4009" y="1214"/>
                        <a:pt x="4019" y="1215"/>
                        <a:pt x="4028" y="1215"/>
                      </a:cubicBezTo>
                      <a:cubicBezTo>
                        <a:pt x="4043" y="1215"/>
                        <a:pt x="4059" y="1211"/>
                        <a:pt x="4072" y="1204"/>
                      </a:cubicBezTo>
                      <a:cubicBezTo>
                        <a:pt x="4414" y="1016"/>
                        <a:pt x="4941" y="750"/>
                        <a:pt x="5077" y="726"/>
                      </a:cubicBezTo>
                      <a:lnTo>
                        <a:pt x="5077" y="726"/>
                      </a:lnTo>
                      <a:cubicBezTo>
                        <a:pt x="5093" y="846"/>
                        <a:pt x="5019" y="1262"/>
                        <a:pt x="4932" y="1611"/>
                      </a:cubicBezTo>
                      <a:cubicBezTo>
                        <a:pt x="4918" y="1665"/>
                        <a:pt x="4959" y="1717"/>
                        <a:pt x="5014" y="1717"/>
                      </a:cubicBezTo>
                      <a:cubicBezTo>
                        <a:pt x="5019" y="1717"/>
                        <a:pt x="5023" y="1716"/>
                        <a:pt x="5028" y="1716"/>
                      </a:cubicBezTo>
                      <a:cubicBezTo>
                        <a:pt x="5034" y="1716"/>
                        <a:pt x="5737" y="1611"/>
                        <a:pt x="6095" y="1611"/>
                      </a:cubicBezTo>
                      <a:cubicBezTo>
                        <a:pt x="6135" y="1611"/>
                        <a:pt x="6175" y="1614"/>
                        <a:pt x="6215" y="1617"/>
                      </a:cubicBezTo>
                      <a:cubicBezTo>
                        <a:pt x="6169" y="1762"/>
                        <a:pt x="5975" y="2166"/>
                        <a:pt x="5790" y="2521"/>
                      </a:cubicBezTo>
                      <a:cubicBezTo>
                        <a:pt x="5765" y="2570"/>
                        <a:pt x="5790" y="2629"/>
                        <a:pt x="5842" y="2641"/>
                      </a:cubicBezTo>
                      <a:cubicBezTo>
                        <a:pt x="6252" y="2755"/>
                        <a:pt x="6727" y="2919"/>
                        <a:pt x="6820" y="2990"/>
                      </a:cubicBezTo>
                      <a:cubicBezTo>
                        <a:pt x="6755" y="3107"/>
                        <a:pt x="6329" y="3455"/>
                        <a:pt x="5950" y="3727"/>
                      </a:cubicBezTo>
                      <a:cubicBezTo>
                        <a:pt x="5904" y="3764"/>
                        <a:pt x="5904" y="3835"/>
                        <a:pt x="5953" y="3869"/>
                      </a:cubicBezTo>
                      <a:cubicBezTo>
                        <a:pt x="6385" y="4158"/>
                        <a:pt x="6755" y="4495"/>
                        <a:pt x="6752" y="4584"/>
                      </a:cubicBezTo>
                      <a:cubicBezTo>
                        <a:pt x="6706" y="4677"/>
                        <a:pt x="6172" y="4834"/>
                        <a:pt x="5583" y="4933"/>
                      </a:cubicBezTo>
                      <a:cubicBezTo>
                        <a:pt x="5524" y="4942"/>
                        <a:pt x="5493" y="5007"/>
                        <a:pt x="5521" y="5059"/>
                      </a:cubicBezTo>
                      <a:cubicBezTo>
                        <a:pt x="5719" y="5411"/>
                        <a:pt x="5913" y="5846"/>
                        <a:pt x="5907" y="5957"/>
                      </a:cubicBezTo>
                      <a:cubicBezTo>
                        <a:pt x="5871" y="5966"/>
                        <a:pt x="5836" y="5970"/>
                        <a:pt x="5801" y="5970"/>
                      </a:cubicBezTo>
                      <a:cubicBezTo>
                        <a:pt x="5790" y="5970"/>
                        <a:pt x="5779" y="5970"/>
                        <a:pt x="5768" y="5969"/>
                      </a:cubicBezTo>
                      <a:cubicBezTo>
                        <a:pt x="5444" y="5969"/>
                        <a:pt x="4846" y="5842"/>
                        <a:pt x="4840" y="5842"/>
                      </a:cubicBezTo>
                      <a:cubicBezTo>
                        <a:pt x="4833" y="5841"/>
                        <a:pt x="4827" y="5841"/>
                        <a:pt x="4821" y="5841"/>
                      </a:cubicBezTo>
                      <a:cubicBezTo>
                        <a:pt x="4785" y="5841"/>
                        <a:pt x="4752" y="5864"/>
                        <a:pt x="4741" y="5898"/>
                      </a:cubicBezTo>
                      <a:cubicBezTo>
                        <a:pt x="4624" y="6265"/>
                        <a:pt x="4470" y="6684"/>
                        <a:pt x="4399" y="6817"/>
                      </a:cubicBezTo>
                      <a:cubicBezTo>
                        <a:pt x="4272" y="6721"/>
                        <a:pt x="3951" y="6327"/>
                        <a:pt x="3692" y="5972"/>
                      </a:cubicBezTo>
                      <a:cubicBezTo>
                        <a:pt x="3680" y="5950"/>
                        <a:pt x="3655" y="5938"/>
                        <a:pt x="3631" y="5938"/>
                      </a:cubicBezTo>
                      <a:lnTo>
                        <a:pt x="3624" y="5938"/>
                      </a:lnTo>
                      <a:cubicBezTo>
                        <a:pt x="3622" y="5938"/>
                        <a:pt x="3619" y="5937"/>
                        <a:pt x="3616" y="5937"/>
                      </a:cubicBezTo>
                      <a:cubicBezTo>
                        <a:pt x="3597" y="5937"/>
                        <a:pt x="3576" y="5946"/>
                        <a:pt x="3563" y="5960"/>
                      </a:cubicBezTo>
                      <a:cubicBezTo>
                        <a:pt x="3245" y="6277"/>
                        <a:pt x="2863" y="6632"/>
                        <a:pt x="2727" y="6728"/>
                      </a:cubicBezTo>
                      <a:cubicBezTo>
                        <a:pt x="2684" y="6580"/>
                        <a:pt x="2607" y="6206"/>
                        <a:pt x="2548" y="5870"/>
                      </a:cubicBezTo>
                      <a:cubicBezTo>
                        <a:pt x="2541" y="5827"/>
                        <a:pt x="2505" y="5799"/>
                        <a:pt x="2465" y="5799"/>
                      </a:cubicBezTo>
                      <a:cubicBezTo>
                        <a:pt x="2454" y="5799"/>
                        <a:pt x="2442" y="5801"/>
                        <a:pt x="2431" y="5805"/>
                      </a:cubicBezTo>
                      <a:cubicBezTo>
                        <a:pt x="2061" y="5950"/>
                        <a:pt x="1447" y="6176"/>
                        <a:pt x="1222" y="6216"/>
                      </a:cubicBezTo>
                      <a:cubicBezTo>
                        <a:pt x="1253" y="6037"/>
                        <a:pt x="1376" y="5562"/>
                        <a:pt x="1502" y="5136"/>
                      </a:cubicBezTo>
                      <a:cubicBezTo>
                        <a:pt x="1509" y="5111"/>
                        <a:pt x="1506" y="5090"/>
                        <a:pt x="1493" y="5068"/>
                      </a:cubicBezTo>
                      <a:cubicBezTo>
                        <a:pt x="1481" y="5050"/>
                        <a:pt x="1462" y="5034"/>
                        <a:pt x="1441" y="5028"/>
                      </a:cubicBezTo>
                      <a:cubicBezTo>
                        <a:pt x="987" y="4917"/>
                        <a:pt x="466" y="4763"/>
                        <a:pt x="324" y="4686"/>
                      </a:cubicBezTo>
                      <a:cubicBezTo>
                        <a:pt x="420" y="4566"/>
                        <a:pt x="802" y="4251"/>
                        <a:pt x="1142" y="4001"/>
                      </a:cubicBezTo>
                      <a:cubicBezTo>
                        <a:pt x="1163" y="3983"/>
                        <a:pt x="1179" y="3955"/>
                        <a:pt x="1175" y="3927"/>
                      </a:cubicBezTo>
                      <a:cubicBezTo>
                        <a:pt x="1175" y="3899"/>
                        <a:pt x="1160" y="3872"/>
                        <a:pt x="1132" y="3859"/>
                      </a:cubicBezTo>
                      <a:cubicBezTo>
                        <a:pt x="636" y="3572"/>
                        <a:pt x="204" y="3233"/>
                        <a:pt x="207" y="3134"/>
                      </a:cubicBezTo>
                      <a:cubicBezTo>
                        <a:pt x="222" y="3042"/>
                        <a:pt x="701" y="2857"/>
                        <a:pt x="1206" y="2740"/>
                      </a:cubicBezTo>
                      <a:cubicBezTo>
                        <a:pt x="1262" y="2727"/>
                        <a:pt x="1290" y="2666"/>
                        <a:pt x="1262" y="2616"/>
                      </a:cubicBezTo>
                      <a:cubicBezTo>
                        <a:pt x="1043" y="2203"/>
                        <a:pt x="812" y="1734"/>
                        <a:pt x="756" y="1558"/>
                      </a:cubicBezTo>
                      <a:lnTo>
                        <a:pt x="756" y="1558"/>
                      </a:lnTo>
                      <a:cubicBezTo>
                        <a:pt x="981" y="1577"/>
                        <a:pt x="1580" y="1716"/>
                        <a:pt x="1805" y="1774"/>
                      </a:cubicBezTo>
                      <a:cubicBezTo>
                        <a:pt x="1811" y="1776"/>
                        <a:pt x="1818" y="1777"/>
                        <a:pt x="1824" y="1777"/>
                      </a:cubicBezTo>
                      <a:cubicBezTo>
                        <a:pt x="1843" y="1777"/>
                        <a:pt x="1862" y="1770"/>
                        <a:pt x="1876" y="1759"/>
                      </a:cubicBezTo>
                      <a:cubicBezTo>
                        <a:pt x="1897" y="1743"/>
                        <a:pt x="1910" y="1719"/>
                        <a:pt x="1910" y="1694"/>
                      </a:cubicBezTo>
                      <a:cubicBezTo>
                        <a:pt x="1925" y="1241"/>
                        <a:pt x="1956" y="738"/>
                        <a:pt x="1990" y="562"/>
                      </a:cubicBezTo>
                      <a:cubicBezTo>
                        <a:pt x="2162" y="649"/>
                        <a:pt x="2644" y="954"/>
                        <a:pt x="3072" y="1238"/>
                      </a:cubicBezTo>
                      <a:cubicBezTo>
                        <a:pt x="3086" y="1247"/>
                        <a:pt x="3103" y="1253"/>
                        <a:pt x="3121" y="1253"/>
                      </a:cubicBezTo>
                      <a:cubicBezTo>
                        <a:pt x="3130" y="1253"/>
                        <a:pt x="3140" y="1251"/>
                        <a:pt x="3149" y="1247"/>
                      </a:cubicBezTo>
                      <a:cubicBezTo>
                        <a:pt x="3174" y="1238"/>
                        <a:pt x="3196" y="1219"/>
                        <a:pt x="3202" y="1191"/>
                      </a:cubicBezTo>
                      <a:cubicBezTo>
                        <a:pt x="3313" y="812"/>
                        <a:pt x="3461" y="380"/>
                        <a:pt x="3541" y="217"/>
                      </a:cubicBezTo>
                      <a:close/>
                      <a:moveTo>
                        <a:pt x="3541" y="1"/>
                      </a:moveTo>
                      <a:cubicBezTo>
                        <a:pt x="3476" y="1"/>
                        <a:pt x="3381" y="1"/>
                        <a:pt x="3072" y="1034"/>
                      </a:cubicBezTo>
                      <a:cubicBezTo>
                        <a:pt x="2403" y="593"/>
                        <a:pt x="2027" y="368"/>
                        <a:pt x="1943" y="368"/>
                      </a:cubicBezTo>
                      <a:cubicBezTo>
                        <a:pt x="1937" y="368"/>
                        <a:pt x="1928" y="371"/>
                        <a:pt x="1919" y="371"/>
                      </a:cubicBezTo>
                      <a:cubicBezTo>
                        <a:pt x="1854" y="389"/>
                        <a:pt x="1783" y="405"/>
                        <a:pt x="1743" y="1583"/>
                      </a:cubicBezTo>
                      <a:cubicBezTo>
                        <a:pt x="1499" y="1524"/>
                        <a:pt x="904" y="1386"/>
                        <a:pt x="713" y="1386"/>
                      </a:cubicBezTo>
                      <a:cubicBezTo>
                        <a:pt x="709" y="1385"/>
                        <a:pt x="704" y="1385"/>
                        <a:pt x="700" y="1385"/>
                      </a:cubicBezTo>
                      <a:cubicBezTo>
                        <a:pt x="670" y="1385"/>
                        <a:pt x="638" y="1394"/>
                        <a:pt x="614" y="1410"/>
                      </a:cubicBezTo>
                      <a:cubicBezTo>
                        <a:pt x="556" y="1457"/>
                        <a:pt x="482" y="1509"/>
                        <a:pt x="1058" y="2601"/>
                      </a:cubicBezTo>
                      <a:cubicBezTo>
                        <a:pt x="697" y="2690"/>
                        <a:pt x="77" y="2875"/>
                        <a:pt x="40" y="3110"/>
                      </a:cubicBezTo>
                      <a:cubicBezTo>
                        <a:pt x="0" y="3344"/>
                        <a:pt x="583" y="3733"/>
                        <a:pt x="935" y="3943"/>
                      </a:cubicBezTo>
                      <a:cubicBezTo>
                        <a:pt x="108" y="4562"/>
                        <a:pt x="127" y="4674"/>
                        <a:pt x="136" y="4723"/>
                      </a:cubicBezTo>
                      <a:cubicBezTo>
                        <a:pt x="145" y="4775"/>
                        <a:pt x="164" y="4889"/>
                        <a:pt x="1311" y="5176"/>
                      </a:cubicBezTo>
                      <a:cubicBezTo>
                        <a:pt x="1209" y="5534"/>
                        <a:pt x="1024" y="6194"/>
                        <a:pt x="1043" y="6308"/>
                      </a:cubicBezTo>
                      <a:cubicBezTo>
                        <a:pt x="1046" y="6327"/>
                        <a:pt x="1068" y="6395"/>
                        <a:pt x="1172" y="6395"/>
                      </a:cubicBezTo>
                      <a:cubicBezTo>
                        <a:pt x="1373" y="6395"/>
                        <a:pt x="2116" y="6114"/>
                        <a:pt x="2397" y="6006"/>
                      </a:cubicBezTo>
                      <a:cubicBezTo>
                        <a:pt x="2459" y="6342"/>
                        <a:pt x="2551" y="6811"/>
                        <a:pt x="2607" y="6885"/>
                      </a:cubicBezTo>
                      <a:cubicBezTo>
                        <a:pt x="2628" y="6910"/>
                        <a:pt x="2656" y="6922"/>
                        <a:pt x="2687" y="6925"/>
                      </a:cubicBezTo>
                      <a:cubicBezTo>
                        <a:pt x="2785" y="6925"/>
                        <a:pt x="3097" y="6666"/>
                        <a:pt x="3612" y="6154"/>
                      </a:cubicBezTo>
                      <a:cubicBezTo>
                        <a:pt x="4028" y="6718"/>
                        <a:pt x="4297" y="7005"/>
                        <a:pt x="4417" y="7005"/>
                      </a:cubicBezTo>
                      <a:cubicBezTo>
                        <a:pt x="4445" y="7005"/>
                        <a:pt x="4473" y="6996"/>
                        <a:pt x="4494" y="6974"/>
                      </a:cubicBezTo>
                      <a:cubicBezTo>
                        <a:pt x="4590" y="6882"/>
                        <a:pt x="4790" y="6296"/>
                        <a:pt x="4880" y="6028"/>
                      </a:cubicBezTo>
                      <a:cubicBezTo>
                        <a:pt x="5056" y="6061"/>
                        <a:pt x="5493" y="6142"/>
                        <a:pt x="5768" y="6142"/>
                      </a:cubicBezTo>
                      <a:cubicBezTo>
                        <a:pt x="5885" y="6142"/>
                        <a:pt x="6015" y="6129"/>
                        <a:pt x="6058" y="6043"/>
                      </a:cubicBezTo>
                      <a:cubicBezTo>
                        <a:pt x="6135" y="5889"/>
                        <a:pt x="5907" y="5414"/>
                        <a:pt x="5728" y="5081"/>
                      </a:cubicBezTo>
                      <a:cubicBezTo>
                        <a:pt x="6194" y="5000"/>
                        <a:pt x="6857" y="4849"/>
                        <a:pt x="6915" y="4633"/>
                      </a:cubicBezTo>
                      <a:cubicBezTo>
                        <a:pt x="6974" y="4421"/>
                        <a:pt x="6499" y="4041"/>
                        <a:pt x="6147" y="3798"/>
                      </a:cubicBezTo>
                      <a:cubicBezTo>
                        <a:pt x="7070" y="3125"/>
                        <a:pt x="7011" y="2993"/>
                        <a:pt x="6986" y="2934"/>
                      </a:cubicBezTo>
                      <a:cubicBezTo>
                        <a:pt x="6931" y="2801"/>
                        <a:pt x="6434" y="2635"/>
                        <a:pt x="5990" y="2508"/>
                      </a:cubicBezTo>
                      <a:cubicBezTo>
                        <a:pt x="6141" y="2215"/>
                        <a:pt x="6394" y="1703"/>
                        <a:pt x="6394" y="1577"/>
                      </a:cubicBezTo>
                      <a:cubicBezTo>
                        <a:pt x="6394" y="1444"/>
                        <a:pt x="6206" y="1444"/>
                        <a:pt x="6092" y="1444"/>
                      </a:cubicBezTo>
                      <a:cubicBezTo>
                        <a:pt x="5814" y="1444"/>
                        <a:pt x="5352" y="1503"/>
                        <a:pt x="5130" y="1531"/>
                      </a:cubicBezTo>
                      <a:cubicBezTo>
                        <a:pt x="5336" y="655"/>
                        <a:pt x="5222" y="596"/>
                        <a:pt x="5170" y="571"/>
                      </a:cubicBezTo>
                      <a:cubicBezTo>
                        <a:pt x="5151" y="562"/>
                        <a:pt x="5130" y="559"/>
                        <a:pt x="5108" y="559"/>
                      </a:cubicBezTo>
                      <a:cubicBezTo>
                        <a:pt x="4932" y="559"/>
                        <a:pt x="4328" y="874"/>
                        <a:pt x="4075" y="1009"/>
                      </a:cubicBezTo>
                      <a:cubicBezTo>
                        <a:pt x="3705" y="59"/>
                        <a:pt x="3612" y="22"/>
                        <a:pt x="3578" y="7"/>
                      </a:cubicBezTo>
                      <a:cubicBezTo>
                        <a:pt x="3566" y="4"/>
                        <a:pt x="3553" y="1"/>
                        <a:pt x="35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10"/>
                <p:cNvSpPr/>
                <p:nvPr/>
              </p:nvSpPr>
              <p:spPr>
                <a:xfrm>
                  <a:off x="10732687" y="1664810"/>
                  <a:ext cx="279682" cy="279619"/>
                </a:xfrm>
                <a:custGeom>
                  <a:avLst/>
                  <a:gdLst/>
                  <a:ahLst/>
                  <a:cxnLst/>
                  <a:rect l="l" t="t" r="r" b="b"/>
                  <a:pathLst>
                    <a:path w="4397" h="4396" extrusionOk="0">
                      <a:moveTo>
                        <a:pt x="2197" y="1"/>
                      </a:moveTo>
                      <a:cubicBezTo>
                        <a:pt x="985" y="1"/>
                        <a:pt x="1" y="985"/>
                        <a:pt x="1" y="2197"/>
                      </a:cubicBezTo>
                      <a:cubicBezTo>
                        <a:pt x="1" y="3412"/>
                        <a:pt x="985" y="4396"/>
                        <a:pt x="2197" y="4396"/>
                      </a:cubicBezTo>
                      <a:cubicBezTo>
                        <a:pt x="3412" y="4396"/>
                        <a:pt x="4396" y="3412"/>
                        <a:pt x="4396" y="2197"/>
                      </a:cubicBezTo>
                      <a:cubicBezTo>
                        <a:pt x="4396" y="985"/>
                        <a:pt x="3412" y="1"/>
                        <a:pt x="21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10"/>
                <p:cNvSpPr/>
                <p:nvPr/>
              </p:nvSpPr>
              <p:spPr>
                <a:xfrm>
                  <a:off x="10883180" y="1708190"/>
                  <a:ext cx="23217" cy="14184"/>
                </a:xfrm>
                <a:custGeom>
                  <a:avLst/>
                  <a:gdLst/>
                  <a:ahLst/>
                  <a:cxnLst/>
                  <a:rect l="l" t="t" r="r" b="b"/>
                  <a:pathLst>
                    <a:path w="365" h="223" extrusionOk="0">
                      <a:moveTo>
                        <a:pt x="1" y="0"/>
                      </a:moveTo>
                      <a:lnTo>
                        <a:pt x="365" y="223"/>
                      </a:lnTo>
                      <a:cubicBezTo>
                        <a:pt x="318" y="65"/>
                        <a:pt x="1" y="1"/>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10"/>
                <p:cNvSpPr/>
                <p:nvPr/>
              </p:nvSpPr>
              <p:spPr>
                <a:xfrm>
                  <a:off x="10875102" y="1702720"/>
                  <a:ext cx="37401" cy="25125"/>
                </a:xfrm>
                <a:custGeom>
                  <a:avLst/>
                  <a:gdLst/>
                  <a:ahLst/>
                  <a:cxnLst/>
                  <a:rect l="l" t="t" r="r" b="b"/>
                  <a:pathLst>
                    <a:path w="588" h="395" extrusionOk="0">
                      <a:moveTo>
                        <a:pt x="119" y="0"/>
                      </a:moveTo>
                      <a:cubicBezTo>
                        <a:pt x="24" y="0"/>
                        <a:pt x="0" y="153"/>
                        <a:pt x="109" y="170"/>
                      </a:cubicBezTo>
                      <a:cubicBezTo>
                        <a:pt x="223" y="194"/>
                        <a:pt x="390" y="262"/>
                        <a:pt x="408" y="333"/>
                      </a:cubicBezTo>
                      <a:cubicBezTo>
                        <a:pt x="421" y="370"/>
                        <a:pt x="455" y="395"/>
                        <a:pt x="492" y="395"/>
                      </a:cubicBezTo>
                      <a:cubicBezTo>
                        <a:pt x="501" y="395"/>
                        <a:pt x="507" y="392"/>
                        <a:pt x="516" y="389"/>
                      </a:cubicBezTo>
                      <a:cubicBezTo>
                        <a:pt x="562" y="376"/>
                        <a:pt x="587" y="330"/>
                        <a:pt x="575" y="284"/>
                      </a:cubicBezTo>
                      <a:cubicBezTo>
                        <a:pt x="516" y="86"/>
                        <a:pt x="205" y="16"/>
                        <a:pt x="143" y="3"/>
                      </a:cubicBezTo>
                      <a:cubicBezTo>
                        <a:pt x="135" y="1"/>
                        <a:pt x="127" y="0"/>
                        <a:pt x="1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10"/>
                <p:cNvSpPr/>
                <p:nvPr/>
              </p:nvSpPr>
              <p:spPr>
                <a:xfrm>
                  <a:off x="10899655" y="1751125"/>
                  <a:ext cx="23217" cy="14248"/>
                </a:xfrm>
                <a:custGeom>
                  <a:avLst/>
                  <a:gdLst/>
                  <a:ahLst/>
                  <a:cxnLst/>
                  <a:rect l="l" t="t" r="r" b="b"/>
                  <a:pathLst>
                    <a:path w="365" h="224" extrusionOk="0">
                      <a:moveTo>
                        <a:pt x="1" y="1"/>
                      </a:moveTo>
                      <a:lnTo>
                        <a:pt x="365" y="223"/>
                      </a:lnTo>
                      <a:cubicBezTo>
                        <a:pt x="318" y="69"/>
                        <a:pt x="1" y="1"/>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10"/>
                <p:cNvSpPr/>
                <p:nvPr/>
              </p:nvSpPr>
              <p:spPr>
                <a:xfrm>
                  <a:off x="10891704" y="1745718"/>
                  <a:ext cx="37274" cy="25125"/>
                </a:xfrm>
                <a:custGeom>
                  <a:avLst/>
                  <a:gdLst/>
                  <a:ahLst/>
                  <a:cxnLst/>
                  <a:rect l="l" t="t" r="r" b="b"/>
                  <a:pathLst>
                    <a:path w="586" h="395" extrusionOk="0">
                      <a:moveTo>
                        <a:pt x="119" y="0"/>
                      </a:moveTo>
                      <a:cubicBezTo>
                        <a:pt x="23" y="0"/>
                        <a:pt x="1" y="152"/>
                        <a:pt x="107" y="172"/>
                      </a:cubicBezTo>
                      <a:cubicBezTo>
                        <a:pt x="221" y="194"/>
                        <a:pt x="388" y="262"/>
                        <a:pt x="409" y="333"/>
                      </a:cubicBezTo>
                      <a:cubicBezTo>
                        <a:pt x="419" y="370"/>
                        <a:pt x="453" y="394"/>
                        <a:pt x="490" y="394"/>
                      </a:cubicBezTo>
                      <a:cubicBezTo>
                        <a:pt x="499" y="394"/>
                        <a:pt x="508" y="391"/>
                        <a:pt x="514" y="391"/>
                      </a:cubicBezTo>
                      <a:cubicBezTo>
                        <a:pt x="561" y="376"/>
                        <a:pt x="585" y="330"/>
                        <a:pt x="573" y="283"/>
                      </a:cubicBezTo>
                      <a:cubicBezTo>
                        <a:pt x="514" y="89"/>
                        <a:pt x="203" y="15"/>
                        <a:pt x="141" y="3"/>
                      </a:cubicBezTo>
                      <a:cubicBezTo>
                        <a:pt x="134" y="1"/>
                        <a:pt x="126" y="0"/>
                        <a:pt x="1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10"/>
                <p:cNvSpPr/>
                <p:nvPr/>
              </p:nvSpPr>
              <p:spPr>
                <a:xfrm>
                  <a:off x="10945769" y="1750743"/>
                  <a:ext cx="20482" cy="17937"/>
                </a:xfrm>
                <a:custGeom>
                  <a:avLst/>
                  <a:gdLst/>
                  <a:ahLst/>
                  <a:cxnLst/>
                  <a:rect l="l" t="t" r="r" b="b"/>
                  <a:pathLst>
                    <a:path w="322" h="282" extrusionOk="0">
                      <a:moveTo>
                        <a:pt x="0" y="1"/>
                      </a:moveTo>
                      <a:lnTo>
                        <a:pt x="321" y="281"/>
                      </a:lnTo>
                      <a:cubicBezTo>
                        <a:pt x="303" y="121"/>
                        <a:pt x="1" y="1"/>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10"/>
                <p:cNvSpPr/>
                <p:nvPr/>
              </p:nvSpPr>
              <p:spPr>
                <a:xfrm>
                  <a:off x="10937755" y="1745209"/>
                  <a:ext cx="34157" cy="28941"/>
                </a:xfrm>
                <a:custGeom>
                  <a:avLst/>
                  <a:gdLst/>
                  <a:ahLst/>
                  <a:cxnLst/>
                  <a:rect l="l" t="t" r="r" b="b"/>
                  <a:pathLst>
                    <a:path w="537" h="455" extrusionOk="0">
                      <a:moveTo>
                        <a:pt x="122" y="0"/>
                      </a:moveTo>
                      <a:cubicBezTo>
                        <a:pt x="40" y="0"/>
                        <a:pt x="0" y="130"/>
                        <a:pt x="96" y="168"/>
                      </a:cubicBezTo>
                      <a:cubicBezTo>
                        <a:pt x="200" y="208"/>
                        <a:pt x="355" y="307"/>
                        <a:pt x="361" y="378"/>
                      </a:cubicBezTo>
                      <a:cubicBezTo>
                        <a:pt x="367" y="421"/>
                        <a:pt x="404" y="455"/>
                        <a:pt x="447" y="455"/>
                      </a:cubicBezTo>
                      <a:lnTo>
                        <a:pt x="456" y="455"/>
                      </a:lnTo>
                      <a:cubicBezTo>
                        <a:pt x="503" y="449"/>
                        <a:pt x="537" y="405"/>
                        <a:pt x="534" y="359"/>
                      </a:cubicBezTo>
                      <a:cubicBezTo>
                        <a:pt x="509" y="156"/>
                        <a:pt x="216" y="32"/>
                        <a:pt x="157" y="8"/>
                      </a:cubicBezTo>
                      <a:cubicBezTo>
                        <a:pt x="145" y="3"/>
                        <a:pt x="133" y="0"/>
                        <a:pt x="1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10"/>
                <p:cNvSpPr/>
                <p:nvPr/>
              </p:nvSpPr>
              <p:spPr>
                <a:xfrm>
                  <a:off x="10846861" y="1739994"/>
                  <a:ext cx="23217" cy="14184"/>
                </a:xfrm>
                <a:custGeom>
                  <a:avLst/>
                  <a:gdLst/>
                  <a:ahLst/>
                  <a:cxnLst/>
                  <a:rect l="l" t="t" r="r" b="b"/>
                  <a:pathLst>
                    <a:path w="365" h="223" extrusionOk="0">
                      <a:moveTo>
                        <a:pt x="1" y="0"/>
                      </a:moveTo>
                      <a:lnTo>
                        <a:pt x="365" y="222"/>
                      </a:lnTo>
                      <a:cubicBezTo>
                        <a:pt x="319" y="65"/>
                        <a:pt x="1" y="0"/>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10"/>
                <p:cNvSpPr/>
                <p:nvPr/>
              </p:nvSpPr>
              <p:spPr>
                <a:xfrm>
                  <a:off x="10839101" y="1734523"/>
                  <a:ext cx="37083" cy="25125"/>
                </a:xfrm>
                <a:custGeom>
                  <a:avLst/>
                  <a:gdLst/>
                  <a:ahLst/>
                  <a:cxnLst/>
                  <a:rect l="l" t="t" r="r" b="b"/>
                  <a:pathLst>
                    <a:path w="583" h="395" extrusionOk="0">
                      <a:moveTo>
                        <a:pt x="119" y="1"/>
                      </a:moveTo>
                      <a:cubicBezTo>
                        <a:pt x="24" y="1"/>
                        <a:pt x="0" y="149"/>
                        <a:pt x="104" y="169"/>
                      </a:cubicBezTo>
                      <a:cubicBezTo>
                        <a:pt x="212" y="194"/>
                        <a:pt x="385" y="259"/>
                        <a:pt x="407" y="333"/>
                      </a:cubicBezTo>
                      <a:cubicBezTo>
                        <a:pt x="416" y="367"/>
                        <a:pt x="450" y="395"/>
                        <a:pt x="487" y="395"/>
                      </a:cubicBezTo>
                      <a:cubicBezTo>
                        <a:pt x="496" y="391"/>
                        <a:pt x="505" y="391"/>
                        <a:pt x="512" y="388"/>
                      </a:cubicBezTo>
                      <a:cubicBezTo>
                        <a:pt x="558" y="376"/>
                        <a:pt x="583" y="330"/>
                        <a:pt x="570" y="284"/>
                      </a:cubicBezTo>
                      <a:cubicBezTo>
                        <a:pt x="512" y="86"/>
                        <a:pt x="200" y="15"/>
                        <a:pt x="138" y="3"/>
                      </a:cubicBezTo>
                      <a:cubicBezTo>
                        <a:pt x="132" y="2"/>
                        <a:pt x="125" y="1"/>
                        <a:pt x="11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10"/>
                <p:cNvSpPr/>
                <p:nvPr/>
              </p:nvSpPr>
              <p:spPr>
                <a:xfrm>
                  <a:off x="10822945" y="1705646"/>
                  <a:ext cx="25952" cy="8523"/>
                </a:xfrm>
                <a:custGeom>
                  <a:avLst/>
                  <a:gdLst/>
                  <a:ahLst/>
                  <a:cxnLst/>
                  <a:rect l="l" t="t" r="r" b="b"/>
                  <a:pathLst>
                    <a:path w="408" h="134" extrusionOk="0">
                      <a:moveTo>
                        <a:pt x="13" y="0"/>
                      </a:moveTo>
                      <a:cubicBezTo>
                        <a:pt x="5" y="0"/>
                        <a:pt x="1" y="0"/>
                        <a:pt x="1" y="0"/>
                      </a:cubicBezTo>
                      <a:lnTo>
                        <a:pt x="408" y="133"/>
                      </a:lnTo>
                      <a:cubicBezTo>
                        <a:pt x="337" y="8"/>
                        <a:pt x="73" y="0"/>
                        <a:pt x="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10"/>
                <p:cNvSpPr/>
                <p:nvPr/>
              </p:nvSpPr>
              <p:spPr>
                <a:xfrm>
                  <a:off x="10817475" y="1700176"/>
                  <a:ext cx="37528" cy="19464"/>
                </a:xfrm>
                <a:custGeom>
                  <a:avLst/>
                  <a:gdLst/>
                  <a:ahLst/>
                  <a:cxnLst/>
                  <a:rect l="l" t="t" r="r" b="b"/>
                  <a:pathLst>
                    <a:path w="590" h="306" extrusionOk="0">
                      <a:moveTo>
                        <a:pt x="84" y="0"/>
                      </a:moveTo>
                      <a:cubicBezTo>
                        <a:pt x="37" y="3"/>
                        <a:pt x="0" y="40"/>
                        <a:pt x="0" y="89"/>
                      </a:cubicBezTo>
                      <a:cubicBezTo>
                        <a:pt x="3" y="136"/>
                        <a:pt x="40" y="173"/>
                        <a:pt x="90" y="173"/>
                      </a:cubicBezTo>
                      <a:cubicBezTo>
                        <a:pt x="99" y="172"/>
                        <a:pt x="108" y="172"/>
                        <a:pt x="118" y="172"/>
                      </a:cubicBezTo>
                      <a:cubicBezTo>
                        <a:pt x="227" y="172"/>
                        <a:pt x="383" y="203"/>
                        <a:pt x="417" y="262"/>
                      </a:cubicBezTo>
                      <a:cubicBezTo>
                        <a:pt x="432" y="290"/>
                        <a:pt x="460" y="305"/>
                        <a:pt x="491" y="305"/>
                      </a:cubicBezTo>
                      <a:cubicBezTo>
                        <a:pt x="506" y="305"/>
                        <a:pt x="522" y="299"/>
                        <a:pt x="534" y="293"/>
                      </a:cubicBezTo>
                      <a:cubicBezTo>
                        <a:pt x="574" y="268"/>
                        <a:pt x="589" y="219"/>
                        <a:pt x="568" y="179"/>
                      </a:cubicBezTo>
                      <a:cubicBezTo>
                        <a:pt x="466" y="0"/>
                        <a:pt x="148" y="0"/>
                        <a:pt x="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55" name="Google Shape;1055;p10"/>
              <p:cNvSpPr/>
              <p:nvPr/>
            </p:nvSpPr>
            <p:spPr>
              <a:xfrm>
                <a:off x="7651561" y="4922099"/>
                <a:ext cx="102663" cy="102663"/>
              </a:xfrm>
              <a:custGeom>
                <a:avLst/>
                <a:gdLst/>
                <a:ahLst/>
                <a:cxnLst/>
                <a:rect l="l" t="t" r="r" b="b"/>
                <a:pathLst>
                  <a:path w="1614" h="1614" extrusionOk="0">
                    <a:moveTo>
                      <a:pt x="867" y="0"/>
                    </a:moveTo>
                    <a:cubicBezTo>
                      <a:pt x="821" y="0"/>
                      <a:pt x="781" y="40"/>
                      <a:pt x="781" y="87"/>
                    </a:cubicBezTo>
                    <a:lnTo>
                      <a:pt x="778" y="577"/>
                    </a:lnTo>
                    <a:lnTo>
                      <a:pt x="485" y="268"/>
                    </a:lnTo>
                    <a:cubicBezTo>
                      <a:pt x="473" y="251"/>
                      <a:pt x="456" y="243"/>
                      <a:pt x="438" y="243"/>
                    </a:cubicBezTo>
                    <a:cubicBezTo>
                      <a:pt x="376" y="243"/>
                      <a:pt x="301" y="335"/>
                      <a:pt x="362" y="383"/>
                    </a:cubicBezTo>
                    <a:lnTo>
                      <a:pt x="661" y="703"/>
                    </a:lnTo>
                    <a:lnTo>
                      <a:pt x="115" y="706"/>
                    </a:lnTo>
                    <a:cubicBezTo>
                      <a:pt x="1" y="706"/>
                      <a:pt x="1" y="879"/>
                      <a:pt x="115" y="879"/>
                    </a:cubicBezTo>
                    <a:lnTo>
                      <a:pt x="614" y="873"/>
                    </a:lnTo>
                    <a:lnTo>
                      <a:pt x="226" y="1144"/>
                    </a:lnTo>
                    <a:cubicBezTo>
                      <a:pt x="161" y="1191"/>
                      <a:pt x="195" y="1296"/>
                      <a:pt x="275" y="1299"/>
                    </a:cubicBezTo>
                    <a:cubicBezTo>
                      <a:pt x="294" y="1299"/>
                      <a:pt x="309" y="1292"/>
                      <a:pt x="325" y="1283"/>
                    </a:cubicBezTo>
                    <a:lnTo>
                      <a:pt x="775" y="969"/>
                    </a:lnTo>
                    <a:lnTo>
                      <a:pt x="775" y="969"/>
                    </a:lnTo>
                    <a:lnTo>
                      <a:pt x="772" y="1527"/>
                    </a:lnTo>
                    <a:cubicBezTo>
                      <a:pt x="772" y="1573"/>
                      <a:pt x="809" y="1613"/>
                      <a:pt x="855" y="1613"/>
                    </a:cubicBezTo>
                    <a:cubicBezTo>
                      <a:pt x="904" y="1613"/>
                      <a:pt x="941" y="1573"/>
                      <a:pt x="941" y="1527"/>
                    </a:cubicBezTo>
                    <a:lnTo>
                      <a:pt x="944" y="1003"/>
                    </a:lnTo>
                    <a:lnTo>
                      <a:pt x="1259" y="1333"/>
                    </a:lnTo>
                    <a:cubicBezTo>
                      <a:pt x="1275" y="1350"/>
                      <a:pt x="1297" y="1358"/>
                      <a:pt x="1320" y="1358"/>
                    </a:cubicBezTo>
                    <a:cubicBezTo>
                      <a:pt x="1341" y="1358"/>
                      <a:pt x="1363" y="1351"/>
                      <a:pt x="1379" y="1336"/>
                    </a:cubicBezTo>
                    <a:cubicBezTo>
                      <a:pt x="1413" y="1302"/>
                      <a:pt x="1416" y="1249"/>
                      <a:pt x="1382" y="1212"/>
                    </a:cubicBezTo>
                    <a:lnTo>
                      <a:pt x="1055" y="867"/>
                    </a:lnTo>
                    <a:lnTo>
                      <a:pt x="1500" y="864"/>
                    </a:lnTo>
                    <a:cubicBezTo>
                      <a:pt x="1614" y="864"/>
                      <a:pt x="1614" y="691"/>
                      <a:pt x="1500" y="691"/>
                    </a:cubicBezTo>
                    <a:lnTo>
                      <a:pt x="1500" y="694"/>
                    </a:lnTo>
                    <a:lnTo>
                      <a:pt x="1170" y="697"/>
                    </a:lnTo>
                    <a:lnTo>
                      <a:pt x="1515" y="454"/>
                    </a:lnTo>
                    <a:cubicBezTo>
                      <a:pt x="1586" y="400"/>
                      <a:pt x="1536" y="300"/>
                      <a:pt x="1465" y="300"/>
                    </a:cubicBezTo>
                    <a:cubicBezTo>
                      <a:pt x="1451" y="300"/>
                      <a:pt x="1435" y="305"/>
                      <a:pt x="1419" y="315"/>
                    </a:cubicBezTo>
                    <a:lnTo>
                      <a:pt x="948" y="642"/>
                    </a:lnTo>
                    <a:lnTo>
                      <a:pt x="954" y="87"/>
                    </a:lnTo>
                    <a:cubicBezTo>
                      <a:pt x="954" y="40"/>
                      <a:pt x="914" y="3"/>
                      <a:pt x="8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10"/>
              <p:cNvSpPr/>
              <p:nvPr/>
            </p:nvSpPr>
            <p:spPr>
              <a:xfrm>
                <a:off x="7365098" y="4954010"/>
                <a:ext cx="82881" cy="75566"/>
              </a:xfrm>
              <a:custGeom>
                <a:avLst/>
                <a:gdLst/>
                <a:ahLst/>
                <a:cxnLst/>
                <a:rect l="l" t="t" r="r" b="b"/>
                <a:pathLst>
                  <a:path w="1303" h="1188" extrusionOk="0">
                    <a:moveTo>
                      <a:pt x="710" y="173"/>
                    </a:moveTo>
                    <a:cubicBezTo>
                      <a:pt x="941" y="173"/>
                      <a:pt x="1129" y="364"/>
                      <a:pt x="1129" y="595"/>
                    </a:cubicBezTo>
                    <a:cubicBezTo>
                      <a:pt x="1126" y="827"/>
                      <a:pt x="938" y="1012"/>
                      <a:pt x="707" y="1015"/>
                    </a:cubicBezTo>
                    <a:cubicBezTo>
                      <a:pt x="476" y="1015"/>
                      <a:pt x="287" y="823"/>
                      <a:pt x="287" y="592"/>
                    </a:cubicBezTo>
                    <a:cubicBezTo>
                      <a:pt x="287" y="358"/>
                      <a:pt x="479" y="173"/>
                      <a:pt x="710" y="173"/>
                    </a:cubicBezTo>
                    <a:close/>
                    <a:moveTo>
                      <a:pt x="712" y="1"/>
                    </a:moveTo>
                    <a:cubicBezTo>
                      <a:pt x="485" y="1"/>
                      <a:pt x="263" y="130"/>
                      <a:pt x="164" y="364"/>
                    </a:cubicBezTo>
                    <a:cubicBezTo>
                      <a:pt x="1" y="752"/>
                      <a:pt x="284" y="1184"/>
                      <a:pt x="707" y="1187"/>
                    </a:cubicBezTo>
                    <a:lnTo>
                      <a:pt x="710" y="1187"/>
                    </a:lnTo>
                    <a:cubicBezTo>
                      <a:pt x="1034" y="1187"/>
                      <a:pt x="1299" y="922"/>
                      <a:pt x="1302" y="595"/>
                    </a:cubicBezTo>
                    <a:cubicBezTo>
                      <a:pt x="1302" y="438"/>
                      <a:pt x="1240" y="287"/>
                      <a:pt x="1129" y="176"/>
                    </a:cubicBezTo>
                    <a:cubicBezTo>
                      <a:pt x="1012" y="57"/>
                      <a:pt x="861" y="1"/>
                      <a:pt x="7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57" name="Google Shape;1057;p10"/>
          <p:cNvGrpSpPr/>
          <p:nvPr/>
        </p:nvGrpSpPr>
        <p:grpSpPr>
          <a:xfrm>
            <a:off x="7305875" y="93491"/>
            <a:ext cx="1761596" cy="1732556"/>
            <a:chOff x="7305875" y="93491"/>
            <a:chExt cx="1761596" cy="1732556"/>
          </a:xfrm>
        </p:grpSpPr>
        <p:grpSp>
          <p:nvGrpSpPr>
            <p:cNvPr id="1058" name="Google Shape;1058;p10"/>
            <p:cNvGrpSpPr/>
            <p:nvPr/>
          </p:nvGrpSpPr>
          <p:grpSpPr>
            <a:xfrm>
              <a:off x="7843196" y="103794"/>
              <a:ext cx="356308" cy="212146"/>
              <a:chOff x="5852753" y="-1422679"/>
              <a:chExt cx="195881" cy="116634"/>
            </a:xfrm>
          </p:grpSpPr>
          <p:sp>
            <p:nvSpPr>
              <p:cNvPr id="1059" name="Google Shape;1059;p10"/>
              <p:cNvSpPr/>
              <p:nvPr/>
            </p:nvSpPr>
            <p:spPr>
              <a:xfrm>
                <a:off x="5852753" y="-1420330"/>
                <a:ext cx="195881" cy="111615"/>
              </a:xfrm>
              <a:custGeom>
                <a:avLst/>
                <a:gdLst/>
                <a:ahLst/>
                <a:cxnLst/>
                <a:rect l="l" t="t" r="r" b="b"/>
                <a:pathLst>
                  <a:path w="6088" h="3469" extrusionOk="0">
                    <a:moveTo>
                      <a:pt x="3696" y="1"/>
                    </a:moveTo>
                    <a:cubicBezTo>
                      <a:pt x="3413" y="1"/>
                      <a:pt x="3163" y="158"/>
                      <a:pt x="2991" y="365"/>
                    </a:cubicBezTo>
                    <a:lnTo>
                      <a:pt x="2991" y="365"/>
                    </a:lnTo>
                    <a:cubicBezTo>
                      <a:pt x="2876" y="273"/>
                      <a:pt x="2725" y="190"/>
                      <a:pt x="2533" y="128"/>
                    </a:cubicBezTo>
                    <a:cubicBezTo>
                      <a:pt x="2372" y="75"/>
                      <a:pt x="2237" y="52"/>
                      <a:pt x="2122" y="52"/>
                    </a:cubicBezTo>
                    <a:cubicBezTo>
                      <a:pt x="1407" y="52"/>
                      <a:pt x="1530" y="951"/>
                      <a:pt x="1530" y="951"/>
                    </a:cubicBezTo>
                    <a:cubicBezTo>
                      <a:pt x="1457" y="907"/>
                      <a:pt x="1378" y="886"/>
                      <a:pt x="1298" y="886"/>
                    </a:cubicBezTo>
                    <a:cubicBezTo>
                      <a:pt x="694" y="886"/>
                      <a:pt x="1" y="2034"/>
                      <a:pt x="790" y="2617"/>
                    </a:cubicBezTo>
                    <a:cubicBezTo>
                      <a:pt x="1039" y="2800"/>
                      <a:pt x="1275" y="2883"/>
                      <a:pt x="1477" y="2895"/>
                    </a:cubicBezTo>
                    <a:lnTo>
                      <a:pt x="1477" y="2895"/>
                    </a:lnTo>
                    <a:cubicBezTo>
                      <a:pt x="1545" y="3200"/>
                      <a:pt x="1763" y="3463"/>
                      <a:pt x="2224" y="3468"/>
                    </a:cubicBezTo>
                    <a:cubicBezTo>
                      <a:pt x="2242" y="3468"/>
                      <a:pt x="2259" y="3468"/>
                      <a:pt x="2276" y="3468"/>
                    </a:cubicBezTo>
                    <a:cubicBezTo>
                      <a:pt x="2909" y="3468"/>
                      <a:pt x="3333" y="3322"/>
                      <a:pt x="3571" y="3105"/>
                    </a:cubicBezTo>
                    <a:lnTo>
                      <a:pt x="3571" y="3105"/>
                    </a:lnTo>
                    <a:cubicBezTo>
                      <a:pt x="3621" y="3172"/>
                      <a:pt x="3683" y="3237"/>
                      <a:pt x="3760" y="3298"/>
                    </a:cubicBezTo>
                    <a:cubicBezTo>
                      <a:pt x="3866" y="3382"/>
                      <a:pt x="3994" y="3419"/>
                      <a:pt x="4133" y="3419"/>
                    </a:cubicBezTo>
                    <a:cubicBezTo>
                      <a:pt x="4932" y="3419"/>
                      <a:pt x="6088" y="2177"/>
                      <a:pt x="5404" y="1457"/>
                    </a:cubicBezTo>
                    <a:cubicBezTo>
                      <a:pt x="5215" y="1258"/>
                      <a:pt x="5015" y="1183"/>
                      <a:pt x="4827" y="1183"/>
                    </a:cubicBezTo>
                    <a:cubicBezTo>
                      <a:pt x="4806" y="1183"/>
                      <a:pt x="4786" y="1184"/>
                      <a:pt x="4765" y="1185"/>
                    </a:cubicBezTo>
                    <a:lnTo>
                      <a:pt x="4765" y="1185"/>
                    </a:lnTo>
                    <a:cubicBezTo>
                      <a:pt x="4773" y="830"/>
                      <a:pt x="4595" y="421"/>
                      <a:pt x="4155" y="143"/>
                    </a:cubicBezTo>
                    <a:cubicBezTo>
                      <a:pt x="3998" y="43"/>
                      <a:pt x="3843" y="1"/>
                      <a:pt x="36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10"/>
              <p:cNvSpPr/>
              <p:nvPr/>
            </p:nvSpPr>
            <p:spPr>
              <a:xfrm>
                <a:off x="5861505" y="-1422679"/>
                <a:ext cx="176673" cy="116634"/>
              </a:xfrm>
              <a:custGeom>
                <a:avLst/>
                <a:gdLst/>
                <a:ahLst/>
                <a:cxnLst/>
                <a:rect l="l" t="t" r="r" b="b"/>
                <a:pathLst>
                  <a:path w="5491" h="3625" extrusionOk="0">
                    <a:moveTo>
                      <a:pt x="2733" y="558"/>
                    </a:moveTo>
                    <a:cubicBezTo>
                      <a:pt x="2952" y="768"/>
                      <a:pt x="2995" y="1015"/>
                      <a:pt x="2936" y="1178"/>
                    </a:cubicBezTo>
                    <a:cubicBezTo>
                      <a:pt x="2906" y="1264"/>
                      <a:pt x="2852" y="1311"/>
                      <a:pt x="2788" y="1311"/>
                    </a:cubicBezTo>
                    <a:cubicBezTo>
                      <a:pt x="2749" y="1311"/>
                      <a:pt x="2705" y="1293"/>
                      <a:pt x="2662" y="1255"/>
                    </a:cubicBezTo>
                    <a:cubicBezTo>
                      <a:pt x="2508" y="1129"/>
                      <a:pt x="2542" y="827"/>
                      <a:pt x="2733" y="558"/>
                    </a:cubicBezTo>
                    <a:close/>
                    <a:moveTo>
                      <a:pt x="4404" y="1354"/>
                    </a:moveTo>
                    <a:lnTo>
                      <a:pt x="4404" y="1354"/>
                    </a:lnTo>
                    <a:cubicBezTo>
                      <a:pt x="4367" y="1650"/>
                      <a:pt x="4185" y="1872"/>
                      <a:pt x="3945" y="1906"/>
                    </a:cubicBezTo>
                    <a:cubicBezTo>
                      <a:pt x="3929" y="1906"/>
                      <a:pt x="3917" y="1909"/>
                      <a:pt x="3902" y="1909"/>
                    </a:cubicBezTo>
                    <a:cubicBezTo>
                      <a:pt x="3837" y="1909"/>
                      <a:pt x="3837" y="1888"/>
                      <a:pt x="3837" y="1869"/>
                    </a:cubicBezTo>
                    <a:cubicBezTo>
                      <a:pt x="3831" y="1746"/>
                      <a:pt x="4068" y="1431"/>
                      <a:pt x="4404" y="1354"/>
                    </a:cubicBezTo>
                    <a:close/>
                    <a:moveTo>
                      <a:pt x="1527" y="2125"/>
                    </a:moveTo>
                    <a:cubicBezTo>
                      <a:pt x="1570" y="2125"/>
                      <a:pt x="1610" y="2162"/>
                      <a:pt x="1635" y="2196"/>
                    </a:cubicBezTo>
                    <a:cubicBezTo>
                      <a:pt x="1755" y="2347"/>
                      <a:pt x="1783" y="2511"/>
                      <a:pt x="1718" y="2646"/>
                    </a:cubicBezTo>
                    <a:cubicBezTo>
                      <a:pt x="1647" y="2795"/>
                      <a:pt x="1477" y="2884"/>
                      <a:pt x="1274" y="2890"/>
                    </a:cubicBezTo>
                    <a:cubicBezTo>
                      <a:pt x="1231" y="2619"/>
                      <a:pt x="1308" y="2332"/>
                      <a:pt x="1416" y="2199"/>
                    </a:cubicBezTo>
                    <a:cubicBezTo>
                      <a:pt x="1440" y="2159"/>
                      <a:pt x="1481" y="2131"/>
                      <a:pt x="1527" y="2125"/>
                    </a:cubicBezTo>
                    <a:close/>
                    <a:moveTo>
                      <a:pt x="3350" y="2350"/>
                    </a:moveTo>
                    <a:cubicBezTo>
                      <a:pt x="3362" y="2350"/>
                      <a:pt x="3396" y="2384"/>
                      <a:pt x="3424" y="2468"/>
                    </a:cubicBezTo>
                    <a:cubicBezTo>
                      <a:pt x="3491" y="2668"/>
                      <a:pt x="3448" y="2890"/>
                      <a:pt x="3313" y="3051"/>
                    </a:cubicBezTo>
                    <a:cubicBezTo>
                      <a:pt x="3183" y="2825"/>
                      <a:pt x="3195" y="2582"/>
                      <a:pt x="3266" y="2440"/>
                    </a:cubicBezTo>
                    <a:cubicBezTo>
                      <a:pt x="3297" y="2375"/>
                      <a:pt x="3334" y="2350"/>
                      <a:pt x="3350" y="2350"/>
                    </a:cubicBezTo>
                    <a:close/>
                    <a:moveTo>
                      <a:pt x="3426" y="160"/>
                    </a:moveTo>
                    <a:cubicBezTo>
                      <a:pt x="3566" y="160"/>
                      <a:pt x="3707" y="201"/>
                      <a:pt x="3840" y="287"/>
                    </a:cubicBezTo>
                    <a:cubicBezTo>
                      <a:pt x="4185" y="503"/>
                      <a:pt x="4395" y="836"/>
                      <a:pt x="4411" y="1191"/>
                    </a:cubicBezTo>
                    <a:cubicBezTo>
                      <a:pt x="3994" y="1265"/>
                      <a:pt x="3667" y="1650"/>
                      <a:pt x="3677" y="1878"/>
                    </a:cubicBezTo>
                    <a:cubicBezTo>
                      <a:pt x="3679" y="1969"/>
                      <a:pt x="3738" y="2069"/>
                      <a:pt x="3899" y="2069"/>
                    </a:cubicBezTo>
                    <a:cubicBezTo>
                      <a:pt x="3920" y="2069"/>
                      <a:pt x="3942" y="2067"/>
                      <a:pt x="3966" y="2064"/>
                    </a:cubicBezTo>
                    <a:cubicBezTo>
                      <a:pt x="4293" y="2020"/>
                      <a:pt x="4534" y="1727"/>
                      <a:pt x="4571" y="1339"/>
                    </a:cubicBezTo>
                    <a:cubicBezTo>
                      <a:pt x="4753" y="1342"/>
                      <a:pt x="4920" y="1428"/>
                      <a:pt x="5074" y="1589"/>
                    </a:cubicBezTo>
                    <a:cubicBezTo>
                      <a:pt x="5336" y="1863"/>
                      <a:pt x="5274" y="2190"/>
                      <a:pt x="5176" y="2418"/>
                    </a:cubicBezTo>
                    <a:cubicBezTo>
                      <a:pt x="4953" y="2939"/>
                      <a:pt x="4327" y="3414"/>
                      <a:pt x="3862" y="3414"/>
                    </a:cubicBezTo>
                    <a:cubicBezTo>
                      <a:pt x="3857" y="3415"/>
                      <a:pt x="3853" y="3415"/>
                      <a:pt x="3848" y="3415"/>
                    </a:cubicBezTo>
                    <a:cubicBezTo>
                      <a:pt x="3736" y="3415"/>
                      <a:pt x="3627" y="3378"/>
                      <a:pt x="3541" y="3310"/>
                    </a:cubicBezTo>
                    <a:cubicBezTo>
                      <a:pt x="3491" y="3273"/>
                      <a:pt x="3448" y="3232"/>
                      <a:pt x="3408" y="3186"/>
                    </a:cubicBezTo>
                    <a:cubicBezTo>
                      <a:pt x="3603" y="2983"/>
                      <a:pt x="3667" y="2687"/>
                      <a:pt x="3578" y="2421"/>
                    </a:cubicBezTo>
                    <a:cubicBezTo>
                      <a:pt x="3513" y="2218"/>
                      <a:pt x="3408" y="2190"/>
                      <a:pt x="3350" y="2190"/>
                    </a:cubicBezTo>
                    <a:cubicBezTo>
                      <a:pt x="3260" y="2190"/>
                      <a:pt x="3177" y="2255"/>
                      <a:pt x="3121" y="2366"/>
                    </a:cubicBezTo>
                    <a:cubicBezTo>
                      <a:pt x="3023" y="2563"/>
                      <a:pt x="3010" y="2878"/>
                      <a:pt x="3192" y="3165"/>
                    </a:cubicBezTo>
                    <a:cubicBezTo>
                      <a:pt x="3001" y="3306"/>
                      <a:pt x="2649" y="3461"/>
                      <a:pt x="1999" y="3461"/>
                    </a:cubicBezTo>
                    <a:lnTo>
                      <a:pt x="1956" y="3461"/>
                    </a:lnTo>
                    <a:cubicBezTo>
                      <a:pt x="1558" y="3458"/>
                      <a:pt x="1385" y="3254"/>
                      <a:pt x="1314" y="3051"/>
                    </a:cubicBezTo>
                    <a:cubicBezTo>
                      <a:pt x="1564" y="3035"/>
                      <a:pt x="1767" y="2915"/>
                      <a:pt x="1863" y="2720"/>
                    </a:cubicBezTo>
                    <a:cubicBezTo>
                      <a:pt x="1959" y="2523"/>
                      <a:pt x="1922" y="2298"/>
                      <a:pt x="1761" y="2097"/>
                    </a:cubicBezTo>
                    <a:cubicBezTo>
                      <a:pt x="1675" y="1986"/>
                      <a:pt x="1585" y="1965"/>
                      <a:pt x="1527" y="1965"/>
                    </a:cubicBezTo>
                    <a:cubicBezTo>
                      <a:pt x="1444" y="1965"/>
                      <a:pt x="1360" y="2011"/>
                      <a:pt x="1289" y="2097"/>
                    </a:cubicBezTo>
                    <a:cubicBezTo>
                      <a:pt x="1147" y="2276"/>
                      <a:pt x="1076" y="2594"/>
                      <a:pt x="1107" y="2878"/>
                    </a:cubicBezTo>
                    <a:cubicBezTo>
                      <a:pt x="913" y="2835"/>
                      <a:pt x="728" y="2751"/>
                      <a:pt x="568" y="2628"/>
                    </a:cubicBezTo>
                    <a:cubicBezTo>
                      <a:pt x="154" y="2320"/>
                      <a:pt x="241" y="1891"/>
                      <a:pt x="296" y="1718"/>
                    </a:cubicBezTo>
                    <a:cubicBezTo>
                      <a:pt x="420" y="1345"/>
                      <a:pt x="746" y="1043"/>
                      <a:pt x="1027" y="1043"/>
                    </a:cubicBezTo>
                    <a:cubicBezTo>
                      <a:pt x="1095" y="1043"/>
                      <a:pt x="1163" y="1061"/>
                      <a:pt x="1218" y="1095"/>
                    </a:cubicBezTo>
                    <a:cubicBezTo>
                      <a:pt x="1232" y="1103"/>
                      <a:pt x="1246" y="1106"/>
                      <a:pt x="1260" y="1106"/>
                    </a:cubicBezTo>
                    <a:cubicBezTo>
                      <a:pt x="1307" y="1106"/>
                      <a:pt x="1349" y="1067"/>
                      <a:pt x="1342" y="1015"/>
                    </a:cubicBezTo>
                    <a:cubicBezTo>
                      <a:pt x="1342" y="1012"/>
                      <a:pt x="1283" y="586"/>
                      <a:pt x="1487" y="355"/>
                    </a:cubicBezTo>
                    <a:cubicBezTo>
                      <a:pt x="1572" y="255"/>
                      <a:pt x="1695" y="205"/>
                      <a:pt x="1853" y="205"/>
                    </a:cubicBezTo>
                    <a:cubicBezTo>
                      <a:pt x="1964" y="205"/>
                      <a:pt x="2092" y="230"/>
                      <a:pt x="2236" y="278"/>
                    </a:cubicBezTo>
                    <a:cubicBezTo>
                      <a:pt x="2369" y="318"/>
                      <a:pt x="2495" y="380"/>
                      <a:pt x="2609" y="457"/>
                    </a:cubicBezTo>
                    <a:cubicBezTo>
                      <a:pt x="2387" y="765"/>
                      <a:pt x="2313" y="1172"/>
                      <a:pt x="2560" y="1382"/>
                    </a:cubicBezTo>
                    <a:cubicBezTo>
                      <a:pt x="2622" y="1437"/>
                      <a:pt x="2705" y="1474"/>
                      <a:pt x="2791" y="1478"/>
                    </a:cubicBezTo>
                    <a:cubicBezTo>
                      <a:pt x="2921" y="1478"/>
                      <a:pt x="3038" y="1382"/>
                      <a:pt x="3091" y="1234"/>
                    </a:cubicBezTo>
                    <a:cubicBezTo>
                      <a:pt x="3168" y="1018"/>
                      <a:pt x="3112" y="694"/>
                      <a:pt x="2835" y="432"/>
                    </a:cubicBezTo>
                    <a:cubicBezTo>
                      <a:pt x="3006" y="255"/>
                      <a:pt x="3214" y="160"/>
                      <a:pt x="3426" y="160"/>
                    </a:cubicBezTo>
                    <a:close/>
                    <a:moveTo>
                      <a:pt x="3431" y="0"/>
                    </a:moveTo>
                    <a:cubicBezTo>
                      <a:pt x="3171" y="0"/>
                      <a:pt x="2915" y="116"/>
                      <a:pt x="2711" y="333"/>
                    </a:cubicBezTo>
                    <a:cubicBezTo>
                      <a:pt x="2582" y="241"/>
                      <a:pt x="2440" y="173"/>
                      <a:pt x="2289" y="124"/>
                    </a:cubicBezTo>
                    <a:cubicBezTo>
                      <a:pt x="2129" y="71"/>
                      <a:pt x="1984" y="45"/>
                      <a:pt x="1856" y="45"/>
                    </a:cubicBezTo>
                    <a:cubicBezTo>
                      <a:pt x="1647" y="45"/>
                      <a:pt x="1482" y="113"/>
                      <a:pt x="1363" y="247"/>
                    </a:cubicBezTo>
                    <a:cubicBezTo>
                      <a:pt x="1194" y="444"/>
                      <a:pt x="1169" y="731"/>
                      <a:pt x="1172" y="901"/>
                    </a:cubicBezTo>
                    <a:cubicBezTo>
                      <a:pt x="1126" y="888"/>
                      <a:pt x="1076" y="882"/>
                      <a:pt x="1027" y="882"/>
                    </a:cubicBezTo>
                    <a:cubicBezTo>
                      <a:pt x="676" y="882"/>
                      <a:pt x="287" y="1228"/>
                      <a:pt x="142" y="1669"/>
                    </a:cubicBezTo>
                    <a:cubicBezTo>
                      <a:pt x="0" y="2104"/>
                      <a:pt x="120" y="2498"/>
                      <a:pt x="472" y="2757"/>
                    </a:cubicBezTo>
                    <a:cubicBezTo>
                      <a:pt x="694" y="2921"/>
                      <a:pt x="922" y="3020"/>
                      <a:pt x="1141" y="3047"/>
                    </a:cubicBezTo>
                    <a:cubicBezTo>
                      <a:pt x="1246" y="3408"/>
                      <a:pt x="1539" y="3621"/>
                      <a:pt x="1952" y="3624"/>
                    </a:cubicBezTo>
                    <a:lnTo>
                      <a:pt x="1999" y="3624"/>
                    </a:lnTo>
                    <a:cubicBezTo>
                      <a:pt x="2563" y="3624"/>
                      <a:pt x="3007" y="3513"/>
                      <a:pt x="3288" y="3297"/>
                    </a:cubicBezTo>
                    <a:cubicBezTo>
                      <a:pt x="3334" y="3347"/>
                      <a:pt x="3384" y="3396"/>
                      <a:pt x="3439" y="3439"/>
                    </a:cubicBezTo>
                    <a:cubicBezTo>
                      <a:pt x="3556" y="3529"/>
                      <a:pt x="3699" y="3578"/>
                      <a:pt x="3848" y="3578"/>
                    </a:cubicBezTo>
                    <a:cubicBezTo>
                      <a:pt x="3853" y="3578"/>
                      <a:pt x="3857" y="3578"/>
                      <a:pt x="3862" y="3578"/>
                    </a:cubicBezTo>
                    <a:cubicBezTo>
                      <a:pt x="4392" y="3578"/>
                      <a:pt x="5077" y="3066"/>
                      <a:pt x="5327" y="2483"/>
                    </a:cubicBezTo>
                    <a:cubicBezTo>
                      <a:pt x="5490" y="2097"/>
                      <a:pt x="5444" y="1743"/>
                      <a:pt x="5191" y="1478"/>
                    </a:cubicBezTo>
                    <a:cubicBezTo>
                      <a:pt x="5009" y="1283"/>
                      <a:pt x="4802" y="1185"/>
                      <a:pt x="4574" y="1178"/>
                    </a:cubicBezTo>
                    <a:cubicBezTo>
                      <a:pt x="4552" y="774"/>
                      <a:pt x="4315" y="395"/>
                      <a:pt x="3929" y="151"/>
                    </a:cubicBezTo>
                    <a:cubicBezTo>
                      <a:pt x="3770" y="49"/>
                      <a:pt x="3600" y="0"/>
                      <a:pt x="34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61" name="Google Shape;1061;p10"/>
            <p:cNvSpPr/>
            <p:nvPr/>
          </p:nvSpPr>
          <p:spPr>
            <a:xfrm>
              <a:off x="8749603" y="1109521"/>
              <a:ext cx="77243" cy="58799"/>
            </a:xfrm>
            <a:custGeom>
              <a:avLst/>
              <a:gdLst/>
              <a:ahLst/>
              <a:cxnLst/>
              <a:rect l="l" t="t" r="r" b="b"/>
              <a:pathLst>
                <a:path w="1210" h="921" extrusionOk="0">
                  <a:moveTo>
                    <a:pt x="861" y="1"/>
                  </a:moveTo>
                  <a:cubicBezTo>
                    <a:pt x="840" y="1"/>
                    <a:pt x="818" y="10"/>
                    <a:pt x="800" y="32"/>
                  </a:cubicBezTo>
                  <a:cubicBezTo>
                    <a:pt x="1" y="788"/>
                    <a:pt x="26" y="822"/>
                    <a:pt x="78" y="890"/>
                  </a:cubicBezTo>
                  <a:cubicBezTo>
                    <a:pt x="97" y="911"/>
                    <a:pt x="152" y="921"/>
                    <a:pt x="229" y="921"/>
                  </a:cubicBezTo>
                  <a:cubicBezTo>
                    <a:pt x="525" y="921"/>
                    <a:pt x="1139" y="788"/>
                    <a:pt x="1145" y="782"/>
                  </a:cubicBezTo>
                  <a:cubicBezTo>
                    <a:pt x="1188" y="769"/>
                    <a:pt x="1210" y="723"/>
                    <a:pt x="1195" y="683"/>
                  </a:cubicBezTo>
                  <a:cubicBezTo>
                    <a:pt x="1182" y="648"/>
                    <a:pt x="1151" y="627"/>
                    <a:pt x="1117" y="627"/>
                  </a:cubicBezTo>
                  <a:cubicBezTo>
                    <a:pt x="1109" y="627"/>
                    <a:pt x="1101" y="628"/>
                    <a:pt x="1093" y="631"/>
                  </a:cubicBezTo>
                  <a:cubicBezTo>
                    <a:pt x="1028" y="649"/>
                    <a:pt x="544" y="729"/>
                    <a:pt x="300" y="757"/>
                  </a:cubicBezTo>
                  <a:cubicBezTo>
                    <a:pt x="427" y="615"/>
                    <a:pt x="676" y="368"/>
                    <a:pt x="911" y="146"/>
                  </a:cubicBezTo>
                  <a:cubicBezTo>
                    <a:pt x="981" y="90"/>
                    <a:pt x="925" y="1"/>
                    <a:pt x="86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10"/>
            <p:cNvSpPr/>
            <p:nvPr/>
          </p:nvSpPr>
          <p:spPr>
            <a:xfrm>
              <a:off x="8778139" y="978454"/>
              <a:ext cx="282609" cy="234238"/>
            </a:xfrm>
            <a:custGeom>
              <a:avLst/>
              <a:gdLst/>
              <a:ahLst/>
              <a:cxnLst/>
              <a:rect l="l" t="t" r="r" b="b"/>
              <a:pathLst>
                <a:path w="4427" h="3669" extrusionOk="0">
                  <a:moveTo>
                    <a:pt x="1234" y="0"/>
                  </a:moveTo>
                  <a:cubicBezTo>
                    <a:pt x="1179" y="0"/>
                    <a:pt x="1127" y="25"/>
                    <a:pt x="1081" y="84"/>
                  </a:cubicBezTo>
                  <a:cubicBezTo>
                    <a:pt x="769" y="478"/>
                    <a:pt x="1463" y="1792"/>
                    <a:pt x="1463" y="1792"/>
                  </a:cubicBezTo>
                  <a:cubicBezTo>
                    <a:pt x="1463" y="1792"/>
                    <a:pt x="991" y="1509"/>
                    <a:pt x="617" y="1509"/>
                  </a:cubicBezTo>
                  <a:cubicBezTo>
                    <a:pt x="424" y="1509"/>
                    <a:pt x="257" y="1585"/>
                    <a:pt x="195" y="1814"/>
                  </a:cubicBezTo>
                  <a:cubicBezTo>
                    <a:pt x="0" y="2525"/>
                    <a:pt x="944" y="3669"/>
                    <a:pt x="2021" y="3669"/>
                  </a:cubicBezTo>
                  <a:cubicBezTo>
                    <a:pt x="2356" y="3669"/>
                    <a:pt x="2703" y="3559"/>
                    <a:pt x="3033" y="3291"/>
                  </a:cubicBezTo>
                  <a:cubicBezTo>
                    <a:pt x="4427" y="2162"/>
                    <a:pt x="3613" y="852"/>
                    <a:pt x="3613" y="852"/>
                  </a:cubicBezTo>
                  <a:lnTo>
                    <a:pt x="3613" y="852"/>
                  </a:lnTo>
                  <a:lnTo>
                    <a:pt x="2913" y="1490"/>
                  </a:lnTo>
                  <a:cubicBezTo>
                    <a:pt x="2913" y="1490"/>
                    <a:pt x="2795" y="608"/>
                    <a:pt x="2358" y="383"/>
                  </a:cubicBezTo>
                  <a:cubicBezTo>
                    <a:pt x="2294" y="350"/>
                    <a:pt x="2242" y="336"/>
                    <a:pt x="2198" y="336"/>
                  </a:cubicBezTo>
                  <a:cubicBezTo>
                    <a:pt x="1936" y="336"/>
                    <a:pt x="1981" y="827"/>
                    <a:pt x="1981" y="827"/>
                  </a:cubicBezTo>
                  <a:cubicBezTo>
                    <a:pt x="1981" y="827"/>
                    <a:pt x="1553" y="0"/>
                    <a:pt x="123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10"/>
            <p:cNvSpPr/>
            <p:nvPr/>
          </p:nvSpPr>
          <p:spPr>
            <a:xfrm>
              <a:off x="8800291" y="1091901"/>
              <a:ext cx="42133" cy="40221"/>
            </a:xfrm>
            <a:custGeom>
              <a:avLst/>
              <a:gdLst/>
              <a:ahLst/>
              <a:cxnLst/>
              <a:rect l="l" t="t" r="r" b="b"/>
              <a:pathLst>
                <a:path w="660" h="630" extrusionOk="0">
                  <a:moveTo>
                    <a:pt x="428" y="0"/>
                  </a:moveTo>
                  <a:cubicBezTo>
                    <a:pt x="374" y="0"/>
                    <a:pt x="319" y="53"/>
                    <a:pt x="351" y="117"/>
                  </a:cubicBezTo>
                  <a:cubicBezTo>
                    <a:pt x="407" y="237"/>
                    <a:pt x="444" y="392"/>
                    <a:pt x="428" y="456"/>
                  </a:cubicBezTo>
                  <a:cubicBezTo>
                    <a:pt x="373" y="419"/>
                    <a:pt x="262" y="287"/>
                    <a:pt x="175" y="154"/>
                  </a:cubicBezTo>
                  <a:cubicBezTo>
                    <a:pt x="158" y="126"/>
                    <a:pt x="133" y="114"/>
                    <a:pt x="109" y="114"/>
                  </a:cubicBezTo>
                  <a:cubicBezTo>
                    <a:pt x="54" y="114"/>
                    <a:pt x="1" y="176"/>
                    <a:pt x="40" y="240"/>
                  </a:cubicBezTo>
                  <a:cubicBezTo>
                    <a:pt x="132" y="382"/>
                    <a:pt x="305" y="623"/>
                    <a:pt x="441" y="629"/>
                  </a:cubicBezTo>
                  <a:lnTo>
                    <a:pt x="447" y="629"/>
                  </a:lnTo>
                  <a:cubicBezTo>
                    <a:pt x="487" y="629"/>
                    <a:pt x="524" y="611"/>
                    <a:pt x="549" y="580"/>
                  </a:cubicBezTo>
                  <a:cubicBezTo>
                    <a:pt x="660" y="438"/>
                    <a:pt x="539" y="139"/>
                    <a:pt x="499" y="52"/>
                  </a:cubicBezTo>
                  <a:cubicBezTo>
                    <a:pt x="485" y="16"/>
                    <a:pt x="457" y="0"/>
                    <a:pt x="4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10"/>
            <p:cNvSpPr/>
            <p:nvPr/>
          </p:nvSpPr>
          <p:spPr>
            <a:xfrm>
              <a:off x="8873258" y="1034316"/>
              <a:ext cx="81648" cy="79867"/>
            </a:xfrm>
            <a:custGeom>
              <a:avLst/>
              <a:gdLst/>
              <a:ahLst/>
              <a:cxnLst/>
              <a:rect l="l" t="t" r="r" b="b"/>
              <a:pathLst>
                <a:path w="1279" h="1251" extrusionOk="0">
                  <a:moveTo>
                    <a:pt x="847" y="0"/>
                  </a:moveTo>
                  <a:cubicBezTo>
                    <a:pt x="816" y="0"/>
                    <a:pt x="784" y="9"/>
                    <a:pt x="756" y="26"/>
                  </a:cubicBezTo>
                  <a:cubicBezTo>
                    <a:pt x="667" y="88"/>
                    <a:pt x="642" y="242"/>
                    <a:pt x="642" y="387"/>
                  </a:cubicBezTo>
                  <a:cubicBezTo>
                    <a:pt x="473" y="222"/>
                    <a:pt x="340" y="137"/>
                    <a:pt x="245" y="137"/>
                  </a:cubicBezTo>
                  <a:cubicBezTo>
                    <a:pt x="214" y="137"/>
                    <a:pt x="187" y="146"/>
                    <a:pt x="164" y="165"/>
                  </a:cubicBezTo>
                  <a:cubicBezTo>
                    <a:pt x="124" y="192"/>
                    <a:pt x="1" y="288"/>
                    <a:pt x="386" y="1201"/>
                  </a:cubicBezTo>
                  <a:cubicBezTo>
                    <a:pt x="399" y="1232"/>
                    <a:pt x="430" y="1250"/>
                    <a:pt x="460" y="1250"/>
                  </a:cubicBezTo>
                  <a:cubicBezTo>
                    <a:pt x="473" y="1250"/>
                    <a:pt x="485" y="1247"/>
                    <a:pt x="494" y="1241"/>
                  </a:cubicBezTo>
                  <a:cubicBezTo>
                    <a:pt x="534" y="1226"/>
                    <a:pt x="553" y="1176"/>
                    <a:pt x="537" y="1136"/>
                  </a:cubicBezTo>
                  <a:cubicBezTo>
                    <a:pt x="402" y="812"/>
                    <a:pt x="272" y="424"/>
                    <a:pt x="272" y="300"/>
                  </a:cubicBezTo>
                  <a:lnTo>
                    <a:pt x="272" y="300"/>
                  </a:lnTo>
                  <a:cubicBezTo>
                    <a:pt x="349" y="331"/>
                    <a:pt x="525" y="485"/>
                    <a:pt x="676" y="655"/>
                  </a:cubicBezTo>
                  <a:cubicBezTo>
                    <a:pt x="693" y="674"/>
                    <a:pt x="715" y="682"/>
                    <a:pt x="736" y="682"/>
                  </a:cubicBezTo>
                  <a:cubicBezTo>
                    <a:pt x="779" y="682"/>
                    <a:pt x="821" y="646"/>
                    <a:pt x="815" y="593"/>
                  </a:cubicBezTo>
                  <a:cubicBezTo>
                    <a:pt x="793" y="399"/>
                    <a:pt x="812" y="189"/>
                    <a:pt x="843" y="162"/>
                  </a:cubicBezTo>
                  <a:cubicBezTo>
                    <a:pt x="849" y="162"/>
                    <a:pt x="855" y="165"/>
                    <a:pt x="861" y="168"/>
                  </a:cubicBezTo>
                  <a:cubicBezTo>
                    <a:pt x="1006" y="248"/>
                    <a:pt x="1093" y="606"/>
                    <a:pt x="1111" y="815"/>
                  </a:cubicBezTo>
                  <a:cubicBezTo>
                    <a:pt x="1114" y="867"/>
                    <a:pt x="1152" y="891"/>
                    <a:pt x="1190" y="891"/>
                  </a:cubicBezTo>
                  <a:cubicBezTo>
                    <a:pt x="1234" y="891"/>
                    <a:pt x="1278" y="859"/>
                    <a:pt x="1272" y="800"/>
                  </a:cubicBezTo>
                  <a:cubicBezTo>
                    <a:pt x="1265" y="735"/>
                    <a:pt x="1207" y="171"/>
                    <a:pt x="938" y="26"/>
                  </a:cubicBezTo>
                  <a:cubicBezTo>
                    <a:pt x="911" y="9"/>
                    <a:pt x="879" y="0"/>
                    <a:pt x="8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10"/>
            <p:cNvSpPr/>
            <p:nvPr/>
          </p:nvSpPr>
          <p:spPr>
            <a:xfrm>
              <a:off x="8844339" y="1126567"/>
              <a:ext cx="139996" cy="72461"/>
            </a:xfrm>
            <a:custGeom>
              <a:avLst/>
              <a:gdLst/>
              <a:ahLst/>
              <a:cxnLst/>
              <a:rect l="l" t="t" r="r" b="b"/>
              <a:pathLst>
                <a:path w="2193" h="1135" extrusionOk="0">
                  <a:moveTo>
                    <a:pt x="2091" y="0"/>
                  </a:moveTo>
                  <a:cubicBezTo>
                    <a:pt x="2061" y="0"/>
                    <a:pt x="2030" y="17"/>
                    <a:pt x="2018" y="55"/>
                  </a:cubicBezTo>
                  <a:cubicBezTo>
                    <a:pt x="2014" y="61"/>
                    <a:pt x="1795" y="672"/>
                    <a:pt x="1265" y="891"/>
                  </a:cubicBezTo>
                  <a:cubicBezTo>
                    <a:pt x="1137" y="944"/>
                    <a:pt x="1000" y="970"/>
                    <a:pt x="856" y="970"/>
                  </a:cubicBezTo>
                  <a:cubicBezTo>
                    <a:pt x="640" y="970"/>
                    <a:pt x="406" y="911"/>
                    <a:pt x="158" y="792"/>
                  </a:cubicBezTo>
                  <a:cubicBezTo>
                    <a:pt x="143" y="784"/>
                    <a:pt x="129" y="780"/>
                    <a:pt x="116" y="780"/>
                  </a:cubicBezTo>
                  <a:cubicBezTo>
                    <a:pt x="41" y="780"/>
                    <a:pt x="1" y="898"/>
                    <a:pt x="90" y="937"/>
                  </a:cubicBezTo>
                  <a:cubicBezTo>
                    <a:pt x="361" y="1067"/>
                    <a:pt x="620" y="1135"/>
                    <a:pt x="861" y="1135"/>
                  </a:cubicBezTo>
                  <a:cubicBezTo>
                    <a:pt x="1021" y="1135"/>
                    <a:pt x="1182" y="1104"/>
                    <a:pt x="1330" y="1042"/>
                  </a:cubicBezTo>
                  <a:cubicBezTo>
                    <a:pt x="1928" y="792"/>
                    <a:pt x="2163" y="135"/>
                    <a:pt x="2172" y="108"/>
                  </a:cubicBezTo>
                  <a:cubicBezTo>
                    <a:pt x="2193" y="44"/>
                    <a:pt x="2141" y="0"/>
                    <a:pt x="209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10"/>
            <p:cNvSpPr/>
            <p:nvPr/>
          </p:nvSpPr>
          <p:spPr>
            <a:xfrm>
              <a:off x="7305875" y="106700"/>
              <a:ext cx="96224" cy="96476"/>
            </a:xfrm>
            <a:custGeom>
              <a:avLst/>
              <a:gdLst/>
              <a:ahLst/>
              <a:cxnLst/>
              <a:rect l="l" t="t" r="r" b="b"/>
              <a:pathLst>
                <a:path w="1121" h="1124" extrusionOk="0">
                  <a:moveTo>
                    <a:pt x="563" y="164"/>
                  </a:moveTo>
                  <a:lnTo>
                    <a:pt x="563" y="164"/>
                  </a:lnTo>
                  <a:cubicBezTo>
                    <a:pt x="782" y="168"/>
                    <a:pt x="960" y="347"/>
                    <a:pt x="957" y="565"/>
                  </a:cubicBezTo>
                  <a:cubicBezTo>
                    <a:pt x="957" y="784"/>
                    <a:pt x="778" y="960"/>
                    <a:pt x="562" y="960"/>
                  </a:cubicBezTo>
                  <a:cubicBezTo>
                    <a:pt x="340" y="960"/>
                    <a:pt x="164" y="781"/>
                    <a:pt x="164" y="562"/>
                  </a:cubicBezTo>
                  <a:cubicBezTo>
                    <a:pt x="164" y="341"/>
                    <a:pt x="342" y="166"/>
                    <a:pt x="563" y="164"/>
                  </a:cubicBezTo>
                  <a:close/>
                  <a:moveTo>
                    <a:pt x="562" y="1"/>
                  </a:moveTo>
                  <a:cubicBezTo>
                    <a:pt x="251" y="1"/>
                    <a:pt x="1" y="251"/>
                    <a:pt x="1" y="562"/>
                  </a:cubicBezTo>
                  <a:cubicBezTo>
                    <a:pt x="1" y="871"/>
                    <a:pt x="251" y="1121"/>
                    <a:pt x="559" y="1124"/>
                  </a:cubicBezTo>
                  <a:lnTo>
                    <a:pt x="562" y="1124"/>
                  </a:lnTo>
                  <a:cubicBezTo>
                    <a:pt x="871" y="1121"/>
                    <a:pt x="1121" y="871"/>
                    <a:pt x="1121" y="562"/>
                  </a:cubicBezTo>
                  <a:cubicBezTo>
                    <a:pt x="1121" y="251"/>
                    <a:pt x="871" y="1"/>
                    <a:pt x="5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10"/>
            <p:cNvSpPr/>
            <p:nvPr/>
          </p:nvSpPr>
          <p:spPr>
            <a:xfrm>
              <a:off x="8735954" y="808984"/>
              <a:ext cx="102917" cy="102663"/>
            </a:xfrm>
            <a:custGeom>
              <a:avLst/>
              <a:gdLst/>
              <a:ahLst/>
              <a:cxnLst/>
              <a:rect l="l" t="t" r="r" b="b"/>
              <a:pathLst>
                <a:path w="1618" h="1614" extrusionOk="0">
                  <a:moveTo>
                    <a:pt x="868" y="1"/>
                  </a:moveTo>
                  <a:cubicBezTo>
                    <a:pt x="821" y="1"/>
                    <a:pt x="784" y="38"/>
                    <a:pt x="784" y="87"/>
                  </a:cubicBezTo>
                  <a:lnTo>
                    <a:pt x="781" y="575"/>
                  </a:lnTo>
                  <a:lnTo>
                    <a:pt x="488" y="266"/>
                  </a:lnTo>
                  <a:cubicBezTo>
                    <a:pt x="470" y="251"/>
                    <a:pt x="451" y="245"/>
                    <a:pt x="432" y="245"/>
                  </a:cubicBezTo>
                  <a:cubicBezTo>
                    <a:pt x="369" y="245"/>
                    <a:pt x="316" y="318"/>
                    <a:pt x="362" y="380"/>
                  </a:cubicBezTo>
                  <a:lnTo>
                    <a:pt x="664" y="701"/>
                  </a:lnTo>
                  <a:lnTo>
                    <a:pt x="115" y="707"/>
                  </a:lnTo>
                  <a:cubicBezTo>
                    <a:pt x="1" y="707"/>
                    <a:pt x="1" y="877"/>
                    <a:pt x="115" y="877"/>
                  </a:cubicBezTo>
                  <a:lnTo>
                    <a:pt x="618" y="874"/>
                  </a:lnTo>
                  <a:lnTo>
                    <a:pt x="229" y="1142"/>
                  </a:lnTo>
                  <a:cubicBezTo>
                    <a:pt x="189" y="1170"/>
                    <a:pt x="180" y="1222"/>
                    <a:pt x="208" y="1262"/>
                  </a:cubicBezTo>
                  <a:cubicBezTo>
                    <a:pt x="225" y="1285"/>
                    <a:pt x="252" y="1298"/>
                    <a:pt x="279" y="1298"/>
                  </a:cubicBezTo>
                  <a:cubicBezTo>
                    <a:pt x="296" y="1298"/>
                    <a:pt x="313" y="1293"/>
                    <a:pt x="328" y="1284"/>
                  </a:cubicBezTo>
                  <a:lnTo>
                    <a:pt x="775" y="969"/>
                  </a:lnTo>
                  <a:lnTo>
                    <a:pt x="775" y="1528"/>
                  </a:lnTo>
                  <a:cubicBezTo>
                    <a:pt x="772" y="1574"/>
                    <a:pt x="812" y="1614"/>
                    <a:pt x="858" y="1614"/>
                  </a:cubicBezTo>
                  <a:cubicBezTo>
                    <a:pt x="905" y="1614"/>
                    <a:pt x="945" y="1574"/>
                    <a:pt x="945" y="1528"/>
                  </a:cubicBezTo>
                  <a:lnTo>
                    <a:pt x="948" y="1000"/>
                  </a:lnTo>
                  <a:lnTo>
                    <a:pt x="1259" y="1333"/>
                  </a:lnTo>
                  <a:cubicBezTo>
                    <a:pt x="1278" y="1353"/>
                    <a:pt x="1300" y="1361"/>
                    <a:pt x="1321" y="1361"/>
                  </a:cubicBezTo>
                  <a:cubicBezTo>
                    <a:pt x="1387" y="1361"/>
                    <a:pt x="1444" y="1277"/>
                    <a:pt x="1386" y="1213"/>
                  </a:cubicBezTo>
                  <a:lnTo>
                    <a:pt x="1059" y="868"/>
                  </a:lnTo>
                  <a:lnTo>
                    <a:pt x="1503" y="865"/>
                  </a:lnTo>
                  <a:cubicBezTo>
                    <a:pt x="1617" y="861"/>
                    <a:pt x="1617" y="692"/>
                    <a:pt x="1503" y="692"/>
                  </a:cubicBezTo>
                  <a:lnTo>
                    <a:pt x="1173" y="695"/>
                  </a:lnTo>
                  <a:lnTo>
                    <a:pt x="1518" y="454"/>
                  </a:lnTo>
                  <a:cubicBezTo>
                    <a:pt x="1597" y="401"/>
                    <a:pt x="1544" y="296"/>
                    <a:pt x="1472" y="296"/>
                  </a:cubicBezTo>
                  <a:cubicBezTo>
                    <a:pt x="1456" y="296"/>
                    <a:pt x="1439" y="301"/>
                    <a:pt x="1423" y="312"/>
                  </a:cubicBezTo>
                  <a:lnTo>
                    <a:pt x="951" y="639"/>
                  </a:lnTo>
                  <a:lnTo>
                    <a:pt x="954" y="87"/>
                  </a:lnTo>
                  <a:cubicBezTo>
                    <a:pt x="954" y="41"/>
                    <a:pt x="917" y="1"/>
                    <a:pt x="868"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10"/>
            <p:cNvSpPr/>
            <p:nvPr/>
          </p:nvSpPr>
          <p:spPr>
            <a:xfrm>
              <a:off x="8812877" y="179637"/>
              <a:ext cx="184623" cy="198973"/>
            </a:xfrm>
            <a:custGeom>
              <a:avLst/>
              <a:gdLst/>
              <a:ahLst/>
              <a:cxnLst/>
              <a:rect l="l" t="t" r="r" b="b"/>
              <a:pathLst>
                <a:path w="2496" h="2690" extrusionOk="0">
                  <a:moveTo>
                    <a:pt x="1564" y="244"/>
                  </a:moveTo>
                  <a:cubicBezTo>
                    <a:pt x="1574" y="374"/>
                    <a:pt x="1580" y="596"/>
                    <a:pt x="1583" y="898"/>
                  </a:cubicBezTo>
                  <a:cubicBezTo>
                    <a:pt x="1450" y="849"/>
                    <a:pt x="1308" y="796"/>
                    <a:pt x="1151" y="741"/>
                  </a:cubicBezTo>
                  <a:cubicBezTo>
                    <a:pt x="1355" y="478"/>
                    <a:pt x="1487" y="327"/>
                    <a:pt x="1564" y="244"/>
                  </a:cubicBezTo>
                  <a:close/>
                  <a:moveTo>
                    <a:pt x="241" y="617"/>
                  </a:moveTo>
                  <a:cubicBezTo>
                    <a:pt x="371" y="657"/>
                    <a:pt x="605" y="734"/>
                    <a:pt x="870" y="824"/>
                  </a:cubicBezTo>
                  <a:cubicBezTo>
                    <a:pt x="775" y="947"/>
                    <a:pt x="679" y="1077"/>
                    <a:pt x="590" y="1203"/>
                  </a:cubicBezTo>
                  <a:cubicBezTo>
                    <a:pt x="352" y="864"/>
                    <a:pt x="269" y="697"/>
                    <a:pt x="241" y="617"/>
                  </a:cubicBezTo>
                  <a:close/>
                  <a:moveTo>
                    <a:pt x="1756" y="1149"/>
                  </a:moveTo>
                  <a:cubicBezTo>
                    <a:pt x="2099" y="1287"/>
                    <a:pt x="2237" y="1367"/>
                    <a:pt x="2289" y="1404"/>
                  </a:cubicBezTo>
                  <a:cubicBezTo>
                    <a:pt x="2117" y="1493"/>
                    <a:pt x="1935" y="1567"/>
                    <a:pt x="1749" y="1629"/>
                  </a:cubicBezTo>
                  <a:cubicBezTo>
                    <a:pt x="1756" y="1472"/>
                    <a:pt x="1756" y="1309"/>
                    <a:pt x="1756" y="1149"/>
                  </a:cubicBezTo>
                  <a:close/>
                  <a:moveTo>
                    <a:pt x="1043" y="883"/>
                  </a:moveTo>
                  <a:cubicBezTo>
                    <a:pt x="1244" y="953"/>
                    <a:pt x="1426" y="1021"/>
                    <a:pt x="1583" y="1080"/>
                  </a:cubicBezTo>
                  <a:cubicBezTo>
                    <a:pt x="1583" y="1283"/>
                    <a:pt x="1583" y="1493"/>
                    <a:pt x="1577" y="1691"/>
                  </a:cubicBezTo>
                  <a:cubicBezTo>
                    <a:pt x="1410" y="1749"/>
                    <a:pt x="1234" y="1802"/>
                    <a:pt x="1068" y="1851"/>
                  </a:cubicBezTo>
                  <a:cubicBezTo>
                    <a:pt x="929" y="1669"/>
                    <a:pt x="803" y="1502"/>
                    <a:pt x="695" y="1351"/>
                  </a:cubicBezTo>
                  <a:lnTo>
                    <a:pt x="692" y="1351"/>
                  </a:lnTo>
                  <a:cubicBezTo>
                    <a:pt x="806" y="1194"/>
                    <a:pt x="923" y="1037"/>
                    <a:pt x="1043" y="883"/>
                  </a:cubicBezTo>
                  <a:close/>
                  <a:moveTo>
                    <a:pt x="590" y="1496"/>
                  </a:moveTo>
                  <a:cubicBezTo>
                    <a:pt x="679" y="1623"/>
                    <a:pt x="778" y="1755"/>
                    <a:pt x="892" y="1900"/>
                  </a:cubicBezTo>
                  <a:cubicBezTo>
                    <a:pt x="590" y="1984"/>
                    <a:pt x="358" y="2030"/>
                    <a:pt x="238" y="2030"/>
                  </a:cubicBezTo>
                  <a:cubicBezTo>
                    <a:pt x="346" y="1848"/>
                    <a:pt x="463" y="1669"/>
                    <a:pt x="590" y="1496"/>
                  </a:cubicBezTo>
                  <a:close/>
                  <a:moveTo>
                    <a:pt x="1574" y="1873"/>
                  </a:moveTo>
                  <a:lnTo>
                    <a:pt x="1574" y="1873"/>
                  </a:lnTo>
                  <a:cubicBezTo>
                    <a:pt x="1561" y="2175"/>
                    <a:pt x="1546" y="2341"/>
                    <a:pt x="1534" y="2434"/>
                  </a:cubicBezTo>
                  <a:cubicBezTo>
                    <a:pt x="1456" y="2338"/>
                    <a:pt x="1327" y="2181"/>
                    <a:pt x="1182" y="1996"/>
                  </a:cubicBezTo>
                  <a:cubicBezTo>
                    <a:pt x="1312" y="1959"/>
                    <a:pt x="1441" y="1916"/>
                    <a:pt x="1574" y="1873"/>
                  </a:cubicBezTo>
                  <a:close/>
                  <a:moveTo>
                    <a:pt x="1629" y="0"/>
                  </a:moveTo>
                  <a:cubicBezTo>
                    <a:pt x="1583" y="0"/>
                    <a:pt x="1512" y="0"/>
                    <a:pt x="982" y="682"/>
                  </a:cubicBezTo>
                  <a:cubicBezTo>
                    <a:pt x="553" y="537"/>
                    <a:pt x="192" y="420"/>
                    <a:pt x="189" y="420"/>
                  </a:cubicBezTo>
                  <a:cubicBezTo>
                    <a:pt x="181" y="417"/>
                    <a:pt x="172" y="416"/>
                    <a:pt x="164" y="416"/>
                  </a:cubicBezTo>
                  <a:cubicBezTo>
                    <a:pt x="145" y="416"/>
                    <a:pt x="126" y="422"/>
                    <a:pt x="112" y="432"/>
                  </a:cubicBezTo>
                  <a:cubicBezTo>
                    <a:pt x="1" y="516"/>
                    <a:pt x="25" y="701"/>
                    <a:pt x="485" y="1351"/>
                  </a:cubicBezTo>
                  <a:cubicBezTo>
                    <a:pt x="325" y="1573"/>
                    <a:pt x="87" y="1919"/>
                    <a:pt x="50" y="2033"/>
                  </a:cubicBezTo>
                  <a:cubicBezTo>
                    <a:pt x="35" y="2070"/>
                    <a:pt x="41" y="2110"/>
                    <a:pt x="62" y="2141"/>
                  </a:cubicBezTo>
                  <a:cubicBezTo>
                    <a:pt x="102" y="2196"/>
                    <a:pt x="173" y="2203"/>
                    <a:pt x="232" y="2203"/>
                  </a:cubicBezTo>
                  <a:cubicBezTo>
                    <a:pt x="411" y="2203"/>
                    <a:pt x="741" y="2122"/>
                    <a:pt x="1003" y="2048"/>
                  </a:cubicBezTo>
                  <a:cubicBezTo>
                    <a:pt x="1271" y="2388"/>
                    <a:pt x="1487" y="2647"/>
                    <a:pt x="1490" y="2650"/>
                  </a:cubicBezTo>
                  <a:cubicBezTo>
                    <a:pt x="1512" y="2671"/>
                    <a:pt x="1540" y="2687"/>
                    <a:pt x="1571" y="2690"/>
                  </a:cubicBezTo>
                  <a:cubicBezTo>
                    <a:pt x="1660" y="2690"/>
                    <a:pt x="1719" y="2690"/>
                    <a:pt x="1746" y="1814"/>
                  </a:cubicBezTo>
                  <a:cubicBezTo>
                    <a:pt x="2039" y="1709"/>
                    <a:pt x="2382" y="1577"/>
                    <a:pt x="2459" y="1490"/>
                  </a:cubicBezTo>
                  <a:cubicBezTo>
                    <a:pt x="2487" y="1462"/>
                    <a:pt x="2496" y="1422"/>
                    <a:pt x="2487" y="1385"/>
                  </a:cubicBezTo>
                  <a:cubicBezTo>
                    <a:pt x="2471" y="1311"/>
                    <a:pt x="2397" y="1216"/>
                    <a:pt x="1756" y="963"/>
                  </a:cubicBezTo>
                  <a:cubicBezTo>
                    <a:pt x="1753" y="645"/>
                    <a:pt x="1743" y="148"/>
                    <a:pt x="1722" y="71"/>
                  </a:cubicBezTo>
                  <a:cubicBezTo>
                    <a:pt x="1706" y="31"/>
                    <a:pt x="1672" y="4"/>
                    <a:pt x="16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10"/>
            <p:cNvSpPr/>
            <p:nvPr/>
          </p:nvSpPr>
          <p:spPr>
            <a:xfrm>
              <a:off x="7578924" y="93491"/>
              <a:ext cx="122063" cy="122890"/>
            </a:xfrm>
            <a:custGeom>
              <a:avLst/>
              <a:gdLst/>
              <a:ahLst/>
              <a:cxnLst/>
              <a:rect l="l" t="t" r="r" b="b"/>
              <a:pathLst>
                <a:path w="1919" h="1932" extrusionOk="0">
                  <a:moveTo>
                    <a:pt x="1024" y="248"/>
                  </a:moveTo>
                  <a:cubicBezTo>
                    <a:pt x="1049" y="331"/>
                    <a:pt x="1076" y="442"/>
                    <a:pt x="1095" y="513"/>
                  </a:cubicBezTo>
                  <a:cubicBezTo>
                    <a:pt x="1141" y="704"/>
                    <a:pt x="1150" y="747"/>
                    <a:pt x="1175" y="781"/>
                  </a:cubicBezTo>
                  <a:cubicBezTo>
                    <a:pt x="1200" y="815"/>
                    <a:pt x="1234" y="828"/>
                    <a:pt x="1425" y="895"/>
                  </a:cubicBezTo>
                  <a:cubicBezTo>
                    <a:pt x="1490" y="920"/>
                    <a:pt x="1592" y="957"/>
                    <a:pt x="1669" y="988"/>
                  </a:cubicBezTo>
                  <a:cubicBezTo>
                    <a:pt x="1561" y="1037"/>
                    <a:pt x="1388" y="1102"/>
                    <a:pt x="1234" y="1154"/>
                  </a:cubicBezTo>
                  <a:cubicBezTo>
                    <a:pt x="1212" y="1164"/>
                    <a:pt x="1194" y="1179"/>
                    <a:pt x="1184" y="1201"/>
                  </a:cubicBezTo>
                  <a:cubicBezTo>
                    <a:pt x="1110" y="1377"/>
                    <a:pt x="1015" y="1577"/>
                    <a:pt x="953" y="1688"/>
                  </a:cubicBezTo>
                  <a:cubicBezTo>
                    <a:pt x="910" y="1568"/>
                    <a:pt x="851" y="1358"/>
                    <a:pt x="805" y="1173"/>
                  </a:cubicBezTo>
                  <a:cubicBezTo>
                    <a:pt x="796" y="1139"/>
                    <a:pt x="771" y="1114"/>
                    <a:pt x="737" y="1108"/>
                  </a:cubicBezTo>
                  <a:cubicBezTo>
                    <a:pt x="558" y="1071"/>
                    <a:pt x="355" y="1028"/>
                    <a:pt x="241" y="994"/>
                  </a:cubicBezTo>
                  <a:cubicBezTo>
                    <a:pt x="416" y="905"/>
                    <a:pt x="595" y="821"/>
                    <a:pt x="780" y="747"/>
                  </a:cubicBezTo>
                  <a:cubicBezTo>
                    <a:pt x="802" y="738"/>
                    <a:pt x="820" y="723"/>
                    <a:pt x="830" y="698"/>
                  </a:cubicBezTo>
                  <a:cubicBezTo>
                    <a:pt x="885" y="547"/>
                    <a:pt x="953" y="396"/>
                    <a:pt x="1024" y="248"/>
                  </a:cubicBezTo>
                  <a:close/>
                  <a:moveTo>
                    <a:pt x="1046" y="1"/>
                  </a:moveTo>
                  <a:cubicBezTo>
                    <a:pt x="993" y="1"/>
                    <a:pt x="916" y="1"/>
                    <a:pt x="685" y="605"/>
                  </a:cubicBezTo>
                  <a:cubicBezTo>
                    <a:pt x="40" y="865"/>
                    <a:pt x="19" y="948"/>
                    <a:pt x="6" y="982"/>
                  </a:cubicBezTo>
                  <a:cubicBezTo>
                    <a:pt x="0" y="1013"/>
                    <a:pt x="6" y="1043"/>
                    <a:pt x="22" y="1068"/>
                  </a:cubicBezTo>
                  <a:cubicBezTo>
                    <a:pt x="40" y="1093"/>
                    <a:pt x="89" y="1158"/>
                    <a:pt x="651" y="1265"/>
                  </a:cubicBezTo>
                  <a:cubicBezTo>
                    <a:pt x="817" y="1932"/>
                    <a:pt x="879" y="1932"/>
                    <a:pt x="941" y="1932"/>
                  </a:cubicBezTo>
                  <a:lnTo>
                    <a:pt x="947" y="1932"/>
                  </a:lnTo>
                  <a:cubicBezTo>
                    <a:pt x="999" y="1929"/>
                    <a:pt x="1058" y="1926"/>
                    <a:pt x="1329" y="1306"/>
                  </a:cubicBezTo>
                  <a:cubicBezTo>
                    <a:pt x="1499" y="1244"/>
                    <a:pt x="1817" y="1127"/>
                    <a:pt x="1885" y="1065"/>
                  </a:cubicBezTo>
                  <a:cubicBezTo>
                    <a:pt x="1909" y="1040"/>
                    <a:pt x="1918" y="1006"/>
                    <a:pt x="1915" y="972"/>
                  </a:cubicBezTo>
                  <a:cubicBezTo>
                    <a:pt x="1900" y="895"/>
                    <a:pt x="1814" y="855"/>
                    <a:pt x="1484" y="735"/>
                  </a:cubicBezTo>
                  <a:cubicBezTo>
                    <a:pt x="1422" y="713"/>
                    <a:pt x="1348" y="686"/>
                    <a:pt x="1314" y="670"/>
                  </a:cubicBezTo>
                  <a:cubicBezTo>
                    <a:pt x="1302" y="633"/>
                    <a:pt x="1280" y="547"/>
                    <a:pt x="1262" y="473"/>
                  </a:cubicBezTo>
                  <a:cubicBezTo>
                    <a:pt x="1203" y="241"/>
                    <a:pt x="1169" y="100"/>
                    <a:pt x="1126" y="44"/>
                  </a:cubicBezTo>
                  <a:cubicBezTo>
                    <a:pt x="1107" y="19"/>
                    <a:pt x="1076" y="4"/>
                    <a:pt x="10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10"/>
            <p:cNvSpPr/>
            <p:nvPr/>
          </p:nvSpPr>
          <p:spPr>
            <a:xfrm>
              <a:off x="8094872" y="369969"/>
              <a:ext cx="902625" cy="372204"/>
            </a:xfrm>
            <a:custGeom>
              <a:avLst/>
              <a:gdLst/>
              <a:ahLst/>
              <a:cxnLst/>
              <a:rect l="l" t="t" r="r" b="b"/>
              <a:pathLst>
                <a:path w="12203" h="5032" extrusionOk="0">
                  <a:moveTo>
                    <a:pt x="2722" y="1"/>
                  </a:moveTo>
                  <a:cubicBezTo>
                    <a:pt x="2678" y="1"/>
                    <a:pt x="2641" y="36"/>
                    <a:pt x="2638" y="79"/>
                  </a:cubicBezTo>
                  <a:cubicBezTo>
                    <a:pt x="2635" y="125"/>
                    <a:pt x="2669" y="168"/>
                    <a:pt x="2715" y="171"/>
                  </a:cubicBezTo>
                  <a:cubicBezTo>
                    <a:pt x="2823" y="180"/>
                    <a:pt x="2924" y="205"/>
                    <a:pt x="3026" y="242"/>
                  </a:cubicBezTo>
                  <a:cubicBezTo>
                    <a:pt x="3036" y="245"/>
                    <a:pt x="3045" y="248"/>
                    <a:pt x="3057" y="248"/>
                  </a:cubicBezTo>
                  <a:cubicBezTo>
                    <a:pt x="3153" y="248"/>
                    <a:pt x="3174" y="116"/>
                    <a:pt x="3085" y="82"/>
                  </a:cubicBezTo>
                  <a:cubicBezTo>
                    <a:pt x="2971" y="38"/>
                    <a:pt x="2854" y="14"/>
                    <a:pt x="2733" y="1"/>
                  </a:cubicBezTo>
                  <a:cubicBezTo>
                    <a:pt x="2730" y="1"/>
                    <a:pt x="2726" y="1"/>
                    <a:pt x="2722" y="1"/>
                  </a:cubicBezTo>
                  <a:close/>
                  <a:moveTo>
                    <a:pt x="2384" y="7"/>
                  </a:moveTo>
                  <a:cubicBezTo>
                    <a:pt x="2380" y="7"/>
                    <a:pt x="2376" y="7"/>
                    <a:pt x="2372" y="8"/>
                  </a:cubicBezTo>
                  <a:cubicBezTo>
                    <a:pt x="2271" y="20"/>
                    <a:pt x="2172" y="42"/>
                    <a:pt x="2076" y="69"/>
                  </a:cubicBezTo>
                  <a:lnTo>
                    <a:pt x="2024" y="82"/>
                  </a:lnTo>
                  <a:cubicBezTo>
                    <a:pt x="1928" y="109"/>
                    <a:pt x="1947" y="251"/>
                    <a:pt x="2049" y="251"/>
                  </a:cubicBezTo>
                  <a:cubicBezTo>
                    <a:pt x="2055" y="251"/>
                    <a:pt x="2064" y="251"/>
                    <a:pt x="2073" y="248"/>
                  </a:cubicBezTo>
                  <a:lnTo>
                    <a:pt x="2123" y="233"/>
                  </a:lnTo>
                  <a:cubicBezTo>
                    <a:pt x="2212" y="208"/>
                    <a:pt x="2301" y="190"/>
                    <a:pt x="2394" y="177"/>
                  </a:cubicBezTo>
                  <a:cubicBezTo>
                    <a:pt x="2501" y="165"/>
                    <a:pt x="2485" y="7"/>
                    <a:pt x="2384" y="7"/>
                  </a:cubicBezTo>
                  <a:close/>
                  <a:moveTo>
                    <a:pt x="1721" y="188"/>
                  </a:moveTo>
                  <a:cubicBezTo>
                    <a:pt x="1711" y="188"/>
                    <a:pt x="1701" y="189"/>
                    <a:pt x="1691" y="193"/>
                  </a:cubicBezTo>
                  <a:cubicBezTo>
                    <a:pt x="1580" y="233"/>
                    <a:pt x="1472" y="279"/>
                    <a:pt x="1370" y="328"/>
                  </a:cubicBezTo>
                  <a:cubicBezTo>
                    <a:pt x="1288" y="368"/>
                    <a:pt x="1314" y="492"/>
                    <a:pt x="1404" y="492"/>
                  </a:cubicBezTo>
                  <a:cubicBezTo>
                    <a:pt x="1405" y="492"/>
                    <a:pt x="1406" y="492"/>
                    <a:pt x="1407" y="492"/>
                  </a:cubicBezTo>
                  <a:lnTo>
                    <a:pt x="1407" y="495"/>
                  </a:lnTo>
                  <a:cubicBezTo>
                    <a:pt x="1419" y="492"/>
                    <a:pt x="1432" y="489"/>
                    <a:pt x="1444" y="483"/>
                  </a:cubicBezTo>
                  <a:cubicBezTo>
                    <a:pt x="1540" y="436"/>
                    <a:pt x="1645" y="390"/>
                    <a:pt x="1752" y="353"/>
                  </a:cubicBezTo>
                  <a:cubicBezTo>
                    <a:pt x="1841" y="314"/>
                    <a:pt x="1805" y="188"/>
                    <a:pt x="1721" y="188"/>
                  </a:cubicBezTo>
                  <a:close/>
                  <a:moveTo>
                    <a:pt x="3354" y="236"/>
                  </a:moveTo>
                  <a:cubicBezTo>
                    <a:pt x="3283" y="236"/>
                    <a:pt x="3232" y="338"/>
                    <a:pt x="3307" y="393"/>
                  </a:cubicBezTo>
                  <a:cubicBezTo>
                    <a:pt x="3393" y="455"/>
                    <a:pt x="3474" y="529"/>
                    <a:pt x="3548" y="609"/>
                  </a:cubicBezTo>
                  <a:cubicBezTo>
                    <a:pt x="3563" y="628"/>
                    <a:pt x="3585" y="637"/>
                    <a:pt x="3609" y="637"/>
                  </a:cubicBezTo>
                  <a:cubicBezTo>
                    <a:pt x="3631" y="637"/>
                    <a:pt x="3652" y="631"/>
                    <a:pt x="3668" y="615"/>
                  </a:cubicBezTo>
                  <a:cubicBezTo>
                    <a:pt x="3702" y="584"/>
                    <a:pt x="3705" y="529"/>
                    <a:pt x="3674" y="495"/>
                  </a:cubicBezTo>
                  <a:cubicBezTo>
                    <a:pt x="3594" y="406"/>
                    <a:pt x="3504" y="322"/>
                    <a:pt x="3406" y="254"/>
                  </a:cubicBezTo>
                  <a:cubicBezTo>
                    <a:pt x="3388" y="242"/>
                    <a:pt x="3371" y="236"/>
                    <a:pt x="3354" y="236"/>
                  </a:cubicBezTo>
                  <a:close/>
                  <a:moveTo>
                    <a:pt x="1117" y="483"/>
                  </a:moveTo>
                  <a:cubicBezTo>
                    <a:pt x="1100" y="483"/>
                    <a:pt x="1082" y="488"/>
                    <a:pt x="1065" y="501"/>
                  </a:cubicBezTo>
                  <a:cubicBezTo>
                    <a:pt x="966" y="563"/>
                    <a:pt x="870" y="634"/>
                    <a:pt x="781" y="708"/>
                  </a:cubicBezTo>
                  <a:cubicBezTo>
                    <a:pt x="719" y="760"/>
                    <a:pt x="753" y="859"/>
                    <a:pt x="833" y="859"/>
                  </a:cubicBezTo>
                  <a:lnTo>
                    <a:pt x="833" y="862"/>
                  </a:lnTo>
                  <a:cubicBezTo>
                    <a:pt x="855" y="862"/>
                    <a:pt x="873" y="853"/>
                    <a:pt x="889" y="840"/>
                  </a:cubicBezTo>
                  <a:cubicBezTo>
                    <a:pt x="975" y="769"/>
                    <a:pt x="1065" y="705"/>
                    <a:pt x="1157" y="646"/>
                  </a:cubicBezTo>
                  <a:cubicBezTo>
                    <a:pt x="1243" y="596"/>
                    <a:pt x="1192" y="483"/>
                    <a:pt x="1117" y="483"/>
                  </a:cubicBezTo>
                  <a:close/>
                  <a:moveTo>
                    <a:pt x="3819" y="740"/>
                  </a:moveTo>
                  <a:cubicBezTo>
                    <a:pt x="3759" y="740"/>
                    <a:pt x="3702" y="805"/>
                    <a:pt x="3745" y="871"/>
                  </a:cubicBezTo>
                  <a:cubicBezTo>
                    <a:pt x="3804" y="964"/>
                    <a:pt x="3856" y="1062"/>
                    <a:pt x="3902" y="1164"/>
                  </a:cubicBezTo>
                  <a:cubicBezTo>
                    <a:pt x="3915" y="1195"/>
                    <a:pt x="3945" y="1214"/>
                    <a:pt x="3979" y="1214"/>
                  </a:cubicBezTo>
                  <a:lnTo>
                    <a:pt x="3976" y="1217"/>
                  </a:lnTo>
                  <a:cubicBezTo>
                    <a:pt x="3989" y="1217"/>
                    <a:pt x="4001" y="1211"/>
                    <a:pt x="4013" y="1207"/>
                  </a:cubicBezTo>
                  <a:cubicBezTo>
                    <a:pt x="4056" y="1186"/>
                    <a:pt x="4075" y="1136"/>
                    <a:pt x="4056" y="1093"/>
                  </a:cubicBezTo>
                  <a:cubicBezTo>
                    <a:pt x="4007" y="985"/>
                    <a:pt x="3952" y="881"/>
                    <a:pt x="3890" y="782"/>
                  </a:cubicBezTo>
                  <a:cubicBezTo>
                    <a:pt x="3871" y="752"/>
                    <a:pt x="3845" y="740"/>
                    <a:pt x="3819" y="740"/>
                  </a:cubicBezTo>
                  <a:close/>
                  <a:moveTo>
                    <a:pt x="6999" y="1087"/>
                  </a:moveTo>
                  <a:cubicBezTo>
                    <a:pt x="6953" y="1090"/>
                    <a:pt x="6916" y="1124"/>
                    <a:pt x="6909" y="1170"/>
                  </a:cubicBezTo>
                  <a:cubicBezTo>
                    <a:pt x="6909" y="1220"/>
                    <a:pt x="6946" y="1257"/>
                    <a:pt x="6993" y="1260"/>
                  </a:cubicBezTo>
                  <a:cubicBezTo>
                    <a:pt x="7104" y="1263"/>
                    <a:pt x="7212" y="1272"/>
                    <a:pt x="7323" y="1291"/>
                  </a:cubicBezTo>
                  <a:lnTo>
                    <a:pt x="7335" y="1291"/>
                  </a:lnTo>
                  <a:cubicBezTo>
                    <a:pt x="7440" y="1291"/>
                    <a:pt x="7455" y="1140"/>
                    <a:pt x="7350" y="1121"/>
                  </a:cubicBezTo>
                  <a:cubicBezTo>
                    <a:pt x="7233" y="1103"/>
                    <a:pt x="7116" y="1090"/>
                    <a:pt x="6999" y="1087"/>
                  </a:cubicBezTo>
                  <a:close/>
                  <a:moveTo>
                    <a:pt x="6653" y="1096"/>
                  </a:moveTo>
                  <a:cubicBezTo>
                    <a:pt x="6651" y="1096"/>
                    <a:pt x="6649" y="1096"/>
                    <a:pt x="6647" y="1096"/>
                  </a:cubicBezTo>
                  <a:cubicBezTo>
                    <a:pt x="6530" y="1106"/>
                    <a:pt x="6413" y="1118"/>
                    <a:pt x="6302" y="1136"/>
                  </a:cubicBezTo>
                  <a:cubicBezTo>
                    <a:pt x="6195" y="1152"/>
                    <a:pt x="6206" y="1306"/>
                    <a:pt x="6311" y="1306"/>
                  </a:cubicBezTo>
                  <a:cubicBezTo>
                    <a:pt x="6312" y="1306"/>
                    <a:pt x="6313" y="1306"/>
                    <a:pt x="6314" y="1306"/>
                  </a:cubicBezTo>
                  <a:lnTo>
                    <a:pt x="6314" y="1306"/>
                  </a:lnTo>
                  <a:lnTo>
                    <a:pt x="6311" y="1309"/>
                  </a:lnTo>
                  <a:cubicBezTo>
                    <a:pt x="6317" y="1309"/>
                    <a:pt x="6323" y="1309"/>
                    <a:pt x="6330" y="1306"/>
                  </a:cubicBezTo>
                  <a:cubicBezTo>
                    <a:pt x="6438" y="1291"/>
                    <a:pt x="6549" y="1278"/>
                    <a:pt x="6663" y="1269"/>
                  </a:cubicBezTo>
                  <a:cubicBezTo>
                    <a:pt x="6709" y="1263"/>
                    <a:pt x="6743" y="1223"/>
                    <a:pt x="6740" y="1177"/>
                  </a:cubicBezTo>
                  <a:cubicBezTo>
                    <a:pt x="6734" y="1132"/>
                    <a:pt x="6697" y="1096"/>
                    <a:pt x="6653" y="1096"/>
                  </a:cubicBezTo>
                  <a:close/>
                  <a:moveTo>
                    <a:pt x="587" y="930"/>
                  </a:moveTo>
                  <a:cubicBezTo>
                    <a:pt x="566" y="930"/>
                    <a:pt x="544" y="938"/>
                    <a:pt x="525" y="958"/>
                  </a:cubicBezTo>
                  <a:cubicBezTo>
                    <a:pt x="448" y="1047"/>
                    <a:pt x="377" y="1143"/>
                    <a:pt x="315" y="1244"/>
                  </a:cubicBezTo>
                  <a:cubicBezTo>
                    <a:pt x="278" y="1300"/>
                    <a:pt x="321" y="1374"/>
                    <a:pt x="386" y="1374"/>
                  </a:cubicBezTo>
                  <a:lnTo>
                    <a:pt x="386" y="1377"/>
                  </a:lnTo>
                  <a:cubicBezTo>
                    <a:pt x="417" y="1377"/>
                    <a:pt x="448" y="1359"/>
                    <a:pt x="463" y="1334"/>
                  </a:cubicBezTo>
                  <a:cubicBezTo>
                    <a:pt x="519" y="1238"/>
                    <a:pt x="584" y="1152"/>
                    <a:pt x="654" y="1069"/>
                  </a:cubicBezTo>
                  <a:cubicBezTo>
                    <a:pt x="703" y="1004"/>
                    <a:pt x="649" y="930"/>
                    <a:pt x="587" y="930"/>
                  </a:cubicBezTo>
                  <a:close/>
                  <a:moveTo>
                    <a:pt x="5981" y="1204"/>
                  </a:moveTo>
                  <a:cubicBezTo>
                    <a:pt x="5973" y="1204"/>
                    <a:pt x="5965" y="1205"/>
                    <a:pt x="5956" y="1207"/>
                  </a:cubicBezTo>
                  <a:cubicBezTo>
                    <a:pt x="5842" y="1235"/>
                    <a:pt x="5731" y="1269"/>
                    <a:pt x="5623" y="1309"/>
                  </a:cubicBezTo>
                  <a:cubicBezTo>
                    <a:pt x="5531" y="1343"/>
                    <a:pt x="5555" y="1476"/>
                    <a:pt x="5651" y="1476"/>
                  </a:cubicBezTo>
                  <a:lnTo>
                    <a:pt x="5648" y="1479"/>
                  </a:lnTo>
                  <a:cubicBezTo>
                    <a:pt x="5660" y="1479"/>
                    <a:pt x="5670" y="1476"/>
                    <a:pt x="5682" y="1473"/>
                  </a:cubicBezTo>
                  <a:cubicBezTo>
                    <a:pt x="5787" y="1433"/>
                    <a:pt x="5892" y="1402"/>
                    <a:pt x="6000" y="1374"/>
                  </a:cubicBezTo>
                  <a:cubicBezTo>
                    <a:pt x="6102" y="1348"/>
                    <a:pt x="6073" y="1204"/>
                    <a:pt x="5981" y="1204"/>
                  </a:cubicBezTo>
                  <a:close/>
                  <a:moveTo>
                    <a:pt x="7665" y="1202"/>
                  </a:moveTo>
                  <a:cubicBezTo>
                    <a:pt x="7578" y="1202"/>
                    <a:pt x="7543" y="1338"/>
                    <a:pt x="7640" y="1371"/>
                  </a:cubicBezTo>
                  <a:cubicBezTo>
                    <a:pt x="7742" y="1405"/>
                    <a:pt x="7841" y="1451"/>
                    <a:pt x="7933" y="1507"/>
                  </a:cubicBezTo>
                  <a:cubicBezTo>
                    <a:pt x="7946" y="1513"/>
                    <a:pt x="7961" y="1519"/>
                    <a:pt x="7977" y="1519"/>
                  </a:cubicBezTo>
                  <a:cubicBezTo>
                    <a:pt x="8063" y="1519"/>
                    <a:pt x="8097" y="1405"/>
                    <a:pt x="8020" y="1359"/>
                  </a:cubicBezTo>
                  <a:cubicBezTo>
                    <a:pt x="7918" y="1297"/>
                    <a:pt x="7807" y="1248"/>
                    <a:pt x="7696" y="1207"/>
                  </a:cubicBezTo>
                  <a:cubicBezTo>
                    <a:pt x="7685" y="1204"/>
                    <a:pt x="7675" y="1202"/>
                    <a:pt x="7665" y="1202"/>
                  </a:cubicBezTo>
                  <a:close/>
                  <a:moveTo>
                    <a:pt x="5341" y="1437"/>
                  </a:moveTo>
                  <a:cubicBezTo>
                    <a:pt x="5328" y="1437"/>
                    <a:pt x="5314" y="1441"/>
                    <a:pt x="5299" y="1448"/>
                  </a:cubicBezTo>
                  <a:cubicBezTo>
                    <a:pt x="5195" y="1500"/>
                    <a:pt x="5090" y="1559"/>
                    <a:pt x="4994" y="1624"/>
                  </a:cubicBezTo>
                  <a:cubicBezTo>
                    <a:pt x="4923" y="1670"/>
                    <a:pt x="4954" y="1781"/>
                    <a:pt x="5040" y="1781"/>
                  </a:cubicBezTo>
                  <a:lnTo>
                    <a:pt x="5037" y="1781"/>
                  </a:lnTo>
                  <a:cubicBezTo>
                    <a:pt x="5041" y="1782"/>
                    <a:pt x="5044" y="1782"/>
                    <a:pt x="5047" y="1782"/>
                  </a:cubicBezTo>
                  <a:cubicBezTo>
                    <a:pt x="5062" y="1782"/>
                    <a:pt x="5076" y="1776"/>
                    <a:pt x="5087" y="1769"/>
                  </a:cubicBezTo>
                  <a:cubicBezTo>
                    <a:pt x="5179" y="1707"/>
                    <a:pt x="5278" y="1652"/>
                    <a:pt x="5377" y="1602"/>
                  </a:cubicBezTo>
                  <a:cubicBezTo>
                    <a:pt x="5464" y="1557"/>
                    <a:pt x="5419" y="1437"/>
                    <a:pt x="5341" y="1437"/>
                  </a:cubicBezTo>
                  <a:close/>
                  <a:moveTo>
                    <a:pt x="4106" y="1359"/>
                  </a:moveTo>
                  <a:cubicBezTo>
                    <a:pt x="4054" y="1359"/>
                    <a:pt x="4000" y="1406"/>
                    <a:pt x="4023" y="1473"/>
                  </a:cubicBezTo>
                  <a:cubicBezTo>
                    <a:pt x="4056" y="1574"/>
                    <a:pt x="4087" y="1682"/>
                    <a:pt x="4115" y="1797"/>
                  </a:cubicBezTo>
                  <a:cubicBezTo>
                    <a:pt x="4124" y="1834"/>
                    <a:pt x="4158" y="1861"/>
                    <a:pt x="4198" y="1861"/>
                  </a:cubicBezTo>
                  <a:lnTo>
                    <a:pt x="4195" y="1864"/>
                  </a:lnTo>
                  <a:cubicBezTo>
                    <a:pt x="4204" y="1861"/>
                    <a:pt x="4211" y="1861"/>
                    <a:pt x="4220" y="1858"/>
                  </a:cubicBezTo>
                  <a:cubicBezTo>
                    <a:pt x="4263" y="1846"/>
                    <a:pt x="4291" y="1800"/>
                    <a:pt x="4282" y="1753"/>
                  </a:cubicBezTo>
                  <a:cubicBezTo>
                    <a:pt x="4254" y="1639"/>
                    <a:pt x="4220" y="1525"/>
                    <a:pt x="4183" y="1417"/>
                  </a:cubicBezTo>
                  <a:cubicBezTo>
                    <a:pt x="4170" y="1376"/>
                    <a:pt x="4139" y="1359"/>
                    <a:pt x="4106" y="1359"/>
                  </a:cubicBezTo>
                  <a:close/>
                  <a:moveTo>
                    <a:pt x="8252" y="1547"/>
                  </a:moveTo>
                  <a:cubicBezTo>
                    <a:pt x="8185" y="1547"/>
                    <a:pt x="8128" y="1638"/>
                    <a:pt x="8196" y="1698"/>
                  </a:cubicBezTo>
                  <a:cubicBezTo>
                    <a:pt x="8276" y="1772"/>
                    <a:pt x="8347" y="1852"/>
                    <a:pt x="8411" y="1941"/>
                  </a:cubicBezTo>
                  <a:cubicBezTo>
                    <a:pt x="8427" y="1963"/>
                    <a:pt x="8452" y="1975"/>
                    <a:pt x="8479" y="1975"/>
                  </a:cubicBezTo>
                  <a:lnTo>
                    <a:pt x="8479" y="1979"/>
                  </a:lnTo>
                  <a:cubicBezTo>
                    <a:pt x="8498" y="1979"/>
                    <a:pt x="8516" y="1972"/>
                    <a:pt x="8532" y="1960"/>
                  </a:cubicBezTo>
                  <a:cubicBezTo>
                    <a:pt x="8569" y="1932"/>
                    <a:pt x="8578" y="1880"/>
                    <a:pt x="8550" y="1840"/>
                  </a:cubicBezTo>
                  <a:cubicBezTo>
                    <a:pt x="8479" y="1744"/>
                    <a:pt x="8399" y="1655"/>
                    <a:pt x="8310" y="1571"/>
                  </a:cubicBezTo>
                  <a:cubicBezTo>
                    <a:pt x="8291" y="1554"/>
                    <a:pt x="8272" y="1547"/>
                    <a:pt x="8252" y="1547"/>
                  </a:cubicBezTo>
                  <a:close/>
                  <a:moveTo>
                    <a:pt x="232" y="1506"/>
                  </a:moveTo>
                  <a:cubicBezTo>
                    <a:pt x="200" y="1506"/>
                    <a:pt x="168" y="1523"/>
                    <a:pt x="155" y="1565"/>
                  </a:cubicBezTo>
                  <a:cubicBezTo>
                    <a:pt x="112" y="1673"/>
                    <a:pt x="75" y="1787"/>
                    <a:pt x="50" y="1904"/>
                  </a:cubicBezTo>
                  <a:cubicBezTo>
                    <a:pt x="41" y="1951"/>
                    <a:pt x="72" y="1997"/>
                    <a:pt x="118" y="2006"/>
                  </a:cubicBezTo>
                  <a:lnTo>
                    <a:pt x="136" y="2006"/>
                  </a:lnTo>
                  <a:lnTo>
                    <a:pt x="133" y="2009"/>
                  </a:lnTo>
                  <a:cubicBezTo>
                    <a:pt x="173" y="2009"/>
                    <a:pt x="210" y="1982"/>
                    <a:pt x="220" y="1941"/>
                  </a:cubicBezTo>
                  <a:cubicBezTo>
                    <a:pt x="241" y="1834"/>
                    <a:pt x="272" y="1729"/>
                    <a:pt x="312" y="1627"/>
                  </a:cubicBezTo>
                  <a:cubicBezTo>
                    <a:pt x="345" y="1558"/>
                    <a:pt x="288" y="1506"/>
                    <a:pt x="232" y="1506"/>
                  </a:cubicBezTo>
                  <a:close/>
                  <a:moveTo>
                    <a:pt x="4766" y="1811"/>
                  </a:moveTo>
                  <a:cubicBezTo>
                    <a:pt x="4748" y="1811"/>
                    <a:pt x="4728" y="1818"/>
                    <a:pt x="4710" y="1834"/>
                  </a:cubicBezTo>
                  <a:cubicBezTo>
                    <a:pt x="4618" y="1908"/>
                    <a:pt x="4534" y="1991"/>
                    <a:pt x="4454" y="2077"/>
                  </a:cubicBezTo>
                  <a:cubicBezTo>
                    <a:pt x="4402" y="2133"/>
                    <a:pt x="4442" y="2222"/>
                    <a:pt x="4516" y="2222"/>
                  </a:cubicBezTo>
                  <a:cubicBezTo>
                    <a:pt x="4541" y="2222"/>
                    <a:pt x="4565" y="2213"/>
                    <a:pt x="4581" y="2194"/>
                  </a:cubicBezTo>
                  <a:cubicBezTo>
                    <a:pt x="4655" y="2111"/>
                    <a:pt x="4735" y="2034"/>
                    <a:pt x="4821" y="1963"/>
                  </a:cubicBezTo>
                  <a:cubicBezTo>
                    <a:pt x="4890" y="1905"/>
                    <a:pt x="4835" y="1811"/>
                    <a:pt x="4766" y="1811"/>
                  </a:cubicBezTo>
                  <a:close/>
                  <a:moveTo>
                    <a:pt x="8658" y="2096"/>
                  </a:moveTo>
                  <a:cubicBezTo>
                    <a:pt x="8602" y="2096"/>
                    <a:pt x="8545" y="2152"/>
                    <a:pt x="8578" y="2219"/>
                  </a:cubicBezTo>
                  <a:cubicBezTo>
                    <a:pt x="8624" y="2318"/>
                    <a:pt x="8664" y="2423"/>
                    <a:pt x="8695" y="2528"/>
                  </a:cubicBezTo>
                  <a:cubicBezTo>
                    <a:pt x="8708" y="2565"/>
                    <a:pt x="8741" y="2589"/>
                    <a:pt x="8778" y="2589"/>
                  </a:cubicBezTo>
                  <a:lnTo>
                    <a:pt x="8775" y="2592"/>
                  </a:lnTo>
                  <a:cubicBezTo>
                    <a:pt x="8785" y="2589"/>
                    <a:pt x="8794" y="2586"/>
                    <a:pt x="8803" y="2583"/>
                  </a:cubicBezTo>
                  <a:cubicBezTo>
                    <a:pt x="8849" y="2571"/>
                    <a:pt x="8874" y="2521"/>
                    <a:pt x="8862" y="2475"/>
                  </a:cubicBezTo>
                  <a:cubicBezTo>
                    <a:pt x="8825" y="2364"/>
                    <a:pt x="8782" y="2253"/>
                    <a:pt x="8732" y="2145"/>
                  </a:cubicBezTo>
                  <a:cubicBezTo>
                    <a:pt x="8716" y="2111"/>
                    <a:pt x="8687" y="2096"/>
                    <a:pt x="8658" y="2096"/>
                  </a:cubicBezTo>
                  <a:close/>
                  <a:moveTo>
                    <a:pt x="9705" y="2444"/>
                  </a:moveTo>
                  <a:cubicBezTo>
                    <a:pt x="9661" y="2444"/>
                    <a:pt x="9624" y="2483"/>
                    <a:pt x="9624" y="2528"/>
                  </a:cubicBezTo>
                  <a:cubicBezTo>
                    <a:pt x="9624" y="2574"/>
                    <a:pt x="9661" y="2614"/>
                    <a:pt x="9710" y="2614"/>
                  </a:cubicBezTo>
                  <a:cubicBezTo>
                    <a:pt x="9818" y="2617"/>
                    <a:pt x="9926" y="2629"/>
                    <a:pt x="10034" y="2651"/>
                  </a:cubicBezTo>
                  <a:lnTo>
                    <a:pt x="10049" y="2651"/>
                  </a:lnTo>
                  <a:cubicBezTo>
                    <a:pt x="10050" y="2651"/>
                    <a:pt x="10051" y="2651"/>
                    <a:pt x="10052" y="2651"/>
                  </a:cubicBezTo>
                  <a:cubicBezTo>
                    <a:pt x="10157" y="2651"/>
                    <a:pt x="10172" y="2500"/>
                    <a:pt x="10068" y="2481"/>
                  </a:cubicBezTo>
                  <a:cubicBezTo>
                    <a:pt x="9951" y="2460"/>
                    <a:pt x="9830" y="2447"/>
                    <a:pt x="9710" y="2444"/>
                  </a:cubicBezTo>
                  <a:cubicBezTo>
                    <a:pt x="9708" y="2444"/>
                    <a:pt x="9707" y="2444"/>
                    <a:pt x="9705" y="2444"/>
                  </a:cubicBezTo>
                  <a:close/>
                  <a:moveTo>
                    <a:pt x="83" y="2175"/>
                  </a:moveTo>
                  <a:cubicBezTo>
                    <a:pt x="41" y="2175"/>
                    <a:pt x="7" y="2210"/>
                    <a:pt x="4" y="2256"/>
                  </a:cubicBezTo>
                  <a:cubicBezTo>
                    <a:pt x="1" y="2299"/>
                    <a:pt x="1" y="2342"/>
                    <a:pt x="1" y="2379"/>
                  </a:cubicBezTo>
                  <a:cubicBezTo>
                    <a:pt x="1" y="2457"/>
                    <a:pt x="4" y="2534"/>
                    <a:pt x="13" y="2611"/>
                  </a:cubicBezTo>
                  <a:cubicBezTo>
                    <a:pt x="16" y="2654"/>
                    <a:pt x="53" y="2688"/>
                    <a:pt x="99" y="2688"/>
                  </a:cubicBezTo>
                  <a:lnTo>
                    <a:pt x="105" y="2688"/>
                  </a:lnTo>
                  <a:cubicBezTo>
                    <a:pt x="152" y="2685"/>
                    <a:pt x="189" y="2642"/>
                    <a:pt x="183" y="2595"/>
                  </a:cubicBezTo>
                  <a:cubicBezTo>
                    <a:pt x="176" y="2524"/>
                    <a:pt x="173" y="2453"/>
                    <a:pt x="173" y="2379"/>
                  </a:cubicBezTo>
                  <a:cubicBezTo>
                    <a:pt x="173" y="2342"/>
                    <a:pt x="173" y="2302"/>
                    <a:pt x="176" y="2265"/>
                  </a:cubicBezTo>
                  <a:cubicBezTo>
                    <a:pt x="176" y="2219"/>
                    <a:pt x="142" y="2176"/>
                    <a:pt x="93" y="2176"/>
                  </a:cubicBezTo>
                  <a:cubicBezTo>
                    <a:pt x="90" y="2175"/>
                    <a:pt x="86" y="2175"/>
                    <a:pt x="83" y="2175"/>
                  </a:cubicBezTo>
                  <a:close/>
                  <a:moveTo>
                    <a:pt x="9372" y="2470"/>
                  </a:moveTo>
                  <a:cubicBezTo>
                    <a:pt x="9365" y="2470"/>
                    <a:pt x="9359" y="2471"/>
                    <a:pt x="9352" y="2472"/>
                  </a:cubicBezTo>
                  <a:cubicBezTo>
                    <a:pt x="9235" y="2494"/>
                    <a:pt x="9118" y="2531"/>
                    <a:pt x="9007" y="2577"/>
                  </a:cubicBezTo>
                  <a:cubicBezTo>
                    <a:pt x="8924" y="2614"/>
                    <a:pt x="8948" y="2742"/>
                    <a:pt x="9042" y="2743"/>
                  </a:cubicBezTo>
                  <a:lnTo>
                    <a:pt x="9042" y="2743"/>
                  </a:lnTo>
                  <a:cubicBezTo>
                    <a:pt x="9054" y="2743"/>
                    <a:pt x="9066" y="2740"/>
                    <a:pt x="9078" y="2734"/>
                  </a:cubicBezTo>
                  <a:cubicBezTo>
                    <a:pt x="9176" y="2691"/>
                    <a:pt x="9278" y="2660"/>
                    <a:pt x="9386" y="2642"/>
                  </a:cubicBezTo>
                  <a:cubicBezTo>
                    <a:pt x="9490" y="2621"/>
                    <a:pt x="9469" y="2470"/>
                    <a:pt x="9372" y="2470"/>
                  </a:cubicBezTo>
                  <a:close/>
                  <a:moveTo>
                    <a:pt x="9042" y="2743"/>
                  </a:moveTo>
                  <a:lnTo>
                    <a:pt x="9042" y="2743"/>
                  </a:lnTo>
                  <a:cubicBezTo>
                    <a:pt x="9042" y="2743"/>
                    <a:pt x="9041" y="2743"/>
                    <a:pt x="9041" y="2743"/>
                  </a:cubicBezTo>
                  <a:lnTo>
                    <a:pt x="9044" y="2743"/>
                  </a:lnTo>
                  <a:cubicBezTo>
                    <a:pt x="9043" y="2743"/>
                    <a:pt x="9043" y="2743"/>
                    <a:pt x="9042" y="2743"/>
                  </a:cubicBezTo>
                  <a:close/>
                  <a:moveTo>
                    <a:pt x="4269" y="2026"/>
                  </a:moveTo>
                  <a:cubicBezTo>
                    <a:pt x="4221" y="2026"/>
                    <a:pt x="4173" y="2063"/>
                    <a:pt x="4183" y="2127"/>
                  </a:cubicBezTo>
                  <a:cubicBezTo>
                    <a:pt x="4198" y="2210"/>
                    <a:pt x="4211" y="2290"/>
                    <a:pt x="4220" y="2373"/>
                  </a:cubicBezTo>
                  <a:cubicBezTo>
                    <a:pt x="4155" y="2463"/>
                    <a:pt x="4100" y="2558"/>
                    <a:pt x="4047" y="2654"/>
                  </a:cubicBezTo>
                  <a:cubicBezTo>
                    <a:pt x="4026" y="2697"/>
                    <a:pt x="4041" y="2750"/>
                    <a:pt x="4084" y="2771"/>
                  </a:cubicBezTo>
                  <a:cubicBezTo>
                    <a:pt x="4097" y="2777"/>
                    <a:pt x="4109" y="2780"/>
                    <a:pt x="4124" y="2780"/>
                  </a:cubicBezTo>
                  <a:lnTo>
                    <a:pt x="4121" y="2780"/>
                  </a:lnTo>
                  <a:cubicBezTo>
                    <a:pt x="4124" y="2781"/>
                    <a:pt x="4126" y="2781"/>
                    <a:pt x="4129" y="2781"/>
                  </a:cubicBezTo>
                  <a:cubicBezTo>
                    <a:pt x="4159" y="2781"/>
                    <a:pt x="4184" y="2763"/>
                    <a:pt x="4198" y="2737"/>
                  </a:cubicBezTo>
                  <a:cubicBezTo>
                    <a:pt x="4235" y="2669"/>
                    <a:pt x="4272" y="2602"/>
                    <a:pt x="4316" y="2540"/>
                  </a:cubicBezTo>
                  <a:lnTo>
                    <a:pt x="4322" y="2540"/>
                  </a:lnTo>
                  <a:cubicBezTo>
                    <a:pt x="4368" y="2534"/>
                    <a:pt x="4405" y="2490"/>
                    <a:pt x="4399" y="2444"/>
                  </a:cubicBezTo>
                  <a:cubicBezTo>
                    <a:pt x="4386" y="2330"/>
                    <a:pt x="4371" y="2213"/>
                    <a:pt x="4353" y="2099"/>
                  </a:cubicBezTo>
                  <a:cubicBezTo>
                    <a:pt x="4344" y="2049"/>
                    <a:pt x="4307" y="2026"/>
                    <a:pt x="4269" y="2026"/>
                  </a:cubicBezTo>
                  <a:close/>
                  <a:moveTo>
                    <a:pt x="10380" y="2570"/>
                  </a:moveTo>
                  <a:cubicBezTo>
                    <a:pt x="10297" y="2570"/>
                    <a:pt x="10262" y="2698"/>
                    <a:pt x="10355" y="2734"/>
                  </a:cubicBezTo>
                  <a:cubicBezTo>
                    <a:pt x="10459" y="2771"/>
                    <a:pt x="10561" y="2811"/>
                    <a:pt x="10663" y="2858"/>
                  </a:cubicBezTo>
                  <a:cubicBezTo>
                    <a:pt x="10672" y="2864"/>
                    <a:pt x="10685" y="2867"/>
                    <a:pt x="10697" y="2867"/>
                  </a:cubicBezTo>
                  <a:lnTo>
                    <a:pt x="10700" y="2867"/>
                  </a:lnTo>
                  <a:cubicBezTo>
                    <a:pt x="10789" y="2867"/>
                    <a:pt x="10820" y="2740"/>
                    <a:pt x="10734" y="2703"/>
                  </a:cubicBezTo>
                  <a:cubicBezTo>
                    <a:pt x="10629" y="2654"/>
                    <a:pt x="10518" y="2611"/>
                    <a:pt x="10407" y="2574"/>
                  </a:cubicBezTo>
                  <a:cubicBezTo>
                    <a:pt x="10398" y="2571"/>
                    <a:pt x="10389" y="2570"/>
                    <a:pt x="10380" y="2570"/>
                  </a:cubicBezTo>
                  <a:close/>
                  <a:moveTo>
                    <a:pt x="4339" y="2709"/>
                  </a:moveTo>
                  <a:cubicBezTo>
                    <a:pt x="4338" y="2709"/>
                    <a:pt x="4336" y="2709"/>
                    <a:pt x="4334" y="2709"/>
                  </a:cubicBezTo>
                  <a:cubicBezTo>
                    <a:pt x="4285" y="2709"/>
                    <a:pt x="4248" y="2750"/>
                    <a:pt x="4251" y="2796"/>
                  </a:cubicBezTo>
                  <a:cubicBezTo>
                    <a:pt x="4254" y="2858"/>
                    <a:pt x="4254" y="2916"/>
                    <a:pt x="4254" y="2972"/>
                  </a:cubicBezTo>
                  <a:cubicBezTo>
                    <a:pt x="4254" y="3027"/>
                    <a:pt x="4251" y="3083"/>
                    <a:pt x="4251" y="3135"/>
                  </a:cubicBezTo>
                  <a:cubicBezTo>
                    <a:pt x="4248" y="3181"/>
                    <a:pt x="4285" y="3221"/>
                    <a:pt x="4334" y="3221"/>
                  </a:cubicBezTo>
                  <a:lnTo>
                    <a:pt x="4337" y="3221"/>
                  </a:lnTo>
                  <a:lnTo>
                    <a:pt x="4337" y="3225"/>
                  </a:lnTo>
                  <a:cubicBezTo>
                    <a:pt x="4383" y="3225"/>
                    <a:pt x="4420" y="3188"/>
                    <a:pt x="4420" y="3138"/>
                  </a:cubicBezTo>
                  <a:cubicBezTo>
                    <a:pt x="4423" y="3086"/>
                    <a:pt x="4423" y="3030"/>
                    <a:pt x="4423" y="2972"/>
                  </a:cubicBezTo>
                  <a:cubicBezTo>
                    <a:pt x="4423" y="2913"/>
                    <a:pt x="4423" y="2851"/>
                    <a:pt x="4420" y="2790"/>
                  </a:cubicBezTo>
                  <a:cubicBezTo>
                    <a:pt x="4420" y="2745"/>
                    <a:pt x="4383" y="2709"/>
                    <a:pt x="4339" y="2709"/>
                  </a:cubicBezTo>
                  <a:close/>
                  <a:moveTo>
                    <a:pt x="10993" y="2854"/>
                  </a:moveTo>
                  <a:cubicBezTo>
                    <a:pt x="10917" y="2854"/>
                    <a:pt x="10866" y="2966"/>
                    <a:pt x="10953" y="3015"/>
                  </a:cubicBezTo>
                  <a:cubicBezTo>
                    <a:pt x="11045" y="3073"/>
                    <a:pt x="11135" y="3138"/>
                    <a:pt x="11221" y="3209"/>
                  </a:cubicBezTo>
                  <a:cubicBezTo>
                    <a:pt x="11236" y="3221"/>
                    <a:pt x="11254" y="3227"/>
                    <a:pt x="11275" y="3228"/>
                  </a:cubicBezTo>
                  <a:lnTo>
                    <a:pt x="11275" y="3228"/>
                  </a:lnTo>
                  <a:cubicBezTo>
                    <a:pt x="11354" y="3226"/>
                    <a:pt x="11390" y="3129"/>
                    <a:pt x="11329" y="3077"/>
                  </a:cubicBezTo>
                  <a:cubicBezTo>
                    <a:pt x="11237" y="2999"/>
                    <a:pt x="11141" y="2932"/>
                    <a:pt x="11042" y="2870"/>
                  </a:cubicBezTo>
                  <a:cubicBezTo>
                    <a:pt x="11025" y="2859"/>
                    <a:pt x="11009" y="2854"/>
                    <a:pt x="10993" y="2854"/>
                  </a:cubicBezTo>
                  <a:close/>
                  <a:moveTo>
                    <a:pt x="11275" y="3228"/>
                  </a:moveTo>
                  <a:cubicBezTo>
                    <a:pt x="11275" y="3228"/>
                    <a:pt x="11274" y="3228"/>
                    <a:pt x="11274" y="3228"/>
                  </a:cubicBezTo>
                  <a:lnTo>
                    <a:pt x="11277" y="3228"/>
                  </a:lnTo>
                  <a:cubicBezTo>
                    <a:pt x="11276" y="3228"/>
                    <a:pt x="11276" y="3228"/>
                    <a:pt x="11275" y="3228"/>
                  </a:cubicBezTo>
                  <a:close/>
                  <a:moveTo>
                    <a:pt x="8745" y="2745"/>
                  </a:moveTo>
                  <a:cubicBezTo>
                    <a:pt x="8728" y="2745"/>
                    <a:pt x="8710" y="2751"/>
                    <a:pt x="8695" y="2762"/>
                  </a:cubicBezTo>
                  <a:cubicBezTo>
                    <a:pt x="8597" y="2833"/>
                    <a:pt x="8507" y="2913"/>
                    <a:pt x="8427" y="3006"/>
                  </a:cubicBezTo>
                  <a:cubicBezTo>
                    <a:pt x="8371" y="3068"/>
                    <a:pt x="8429" y="3149"/>
                    <a:pt x="8494" y="3149"/>
                  </a:cubicBezTo>
                  <a:cubicBezTo>
                    <a:pt x="8516" y="3149"/>
                    <a:pt x="8537" y="3140"/>
                    <a:pt x="8556" y="3120"/>
                  </a:cubicBezTo>
                  <a:cubicBezTo>
                    <a:pt x="8624" y="3043"/>
                    <a:pt x="8698" y="2975"/>
                    <a:pt x="8778" y="2913"/>
                  </a:cubicBezTo>
                  <a:cubicBezTo>
                    <a:pt x="8788" y="3002"/>
                    <a:pt x="8797" y="3092"/>
                    <a:pt x="8800" y="3184"/>
                  </a:cubicBezTo>
                  <a:cubicBezTo>
                    <a:pt x="8803" y="3231"/>
                    <a:pt x="8840" y="3265"/>
                    <a:pt x="8886" y="3268"/>
                  </a:cubicBezTo>
                  <a:lnTo>
                    <a:pt x="8890" y="3268"/>
                  </a:lnTo>
                  <a:cubicBezTo>
                    <a:pt x="8936" y="3265"/>
                    <a:pt x="8973" y="3228"/>
                    <a:pt x="8970" y="3178"/>
                  </a:cubicBezTo>
                  <a:cubicBezTo>
                    <a:pt x="8967" y="3061"/>
                    <a:pt x="8957" y="2944"/>
                    <a:pt x="8936" y="2827"/>
                  </a:cubicBezTo>
                  <a:cubicBezTo>
                    <a:pt x="8930" y="2784"/>
                    <a:pt x="8894" y="2755"/>
                    <a:pt x="8852" y="2755"/>
                  </a:cubicBezTo>
                  <a:cubicBezTo>
                    <a:pt x="8848" y="2755"/>
                    <a:pt x="8844" y="2755"/>
                    <a:pt x="8840" y="2756"/>
                  </a:cubicBezTo>
                  <a:cubicBezTo>
                    <a:pt x="8828" y="2759"/>
                    <a:pt x="8815" y="2762"/>
                    <a:pt x="8803" y="2771"/>
                  </a:cubicBezTo>
                  <a:cubicBezTo>
                    <a:pt x="8788" y="2754"/>
                    <a:pt x="8767" y="2745"/>
                    <a:pt x="8745" y="2745"/>
                  </a:cubicBezTo>
                  <a:close/>
                  <a:moveTo>
                    <a:pt x="3982" y="2926"/>
                  </a:moveTo>
                  <a:cubicBezTo>
                    <a:pt x="3950" y="2926"/>
                    <a:pt x="3917" y="2943"/>
                    <a:pt x="3902" y="2984"/>
                  </a:cubicBezTo>
                  <a:cubicBezTo>
                    <a:pt x="3862" y="3095"/>
                    <a:pt x="3831" y="3209"/>
                    <a:pt x="3810" y="3326"/>
                  </a:cubicBezTo>
                  <a:cubicBezTo>
                    <a:pt x="3800" y="3373"/>
                    <a:pt x="3831" y="3419"/>
                    <a:pt x="3878" y="3425"/>
                  </a:cubicBezTo>
                  <a:lnTo>
                    <a:pt x="3893" y="3425"/>
                  </a:lnTo>
                  <a:cubicBezTo>
                    <a:pt x="3936" y="3425"/>
                    <a:pt x="3970" y="3397"/>
                    <a:pt x="3979" y="3357"/>
                  </a:cubicBezTo>
                  <a:cubicBezTo>
                    <a:pt x="3998" y="3249"/>
                    <a:pt x="4026" y="3144"/>
                    <a:pt x="4066" y="3039"/>
                  </a:cubicBezTo>
                  <a:cubicBezTo>
                    <a:pt x="4089" y="2972"/>
                    <a:pt x="4036" y="2926"/>
                    <a:pt x="3982" y="2926"/>
                  </a:cubicBezTo>
                  <a:close/>
                  <a:moveTo>
                    <a:pt x="8291" y="3247"/>
                  </a:moveTo>
                  <a:cubicBezTo>
                    <a:pt x="8263" y="3247"/>
                    <a:pt x="8235" y="3261"/>
                    <a:pt x="8217" y="3295"/>
                  </a:cubicBezTo>
                  <a:cubicBezTo>
                    <a:pt x="8159" y="3400"/>
                    <a:pt x="8109" y="3511"/>
                    <a:pt x="8075" y="3626"/>
                  </a:cubicBezTo>
                  <a:cubicBezTo>
                    <a:pt x="8060" y="3672"/>
                    <a:pt x="8085" y="3718"/>
                    <a:pt x="8131" y="3733"/>
                  </a:cubicBezTo>
                  <a:cubicBezTo>
                    <a:pt x="8140" y="3737"/>
                    <a:pt x="8146" y="3737"/>
                    <a:pt x="8155" y="3737"/>
                  </a:cubicBezTo>
                  <a:cubicBezTo>
                    <a:pt x="8192" y="3737"/>
                    <a:pt x="8226" y="3712"/>
                    <a:pt x="8239" y="3675"/>
                  </a:cubicBezTo>
                  <a:cubicBezTo>
                    <a:pt x="8270" y="3573"/>
                    <a:pt x="8313" y="3474"/>
                    <a:pt x="8368" y="3379"/>
                  </a:cubicBezTo>
                  <a:cubicBezTo>
                    <a:pt x="8412" y="3311"/>
                    <a:pt x="8352" y="3247"/>
                    <a:pt x="8291" y="3247"/>
                  </a:cubicBezTo>
                  <a:close/>
                  <a:moveTo>
                    <a:pt x="11522" y="3293"/>
                  </a:moveTo>
                  <a:cubicBezTo>
                    <a:pt x="11457" y="3293"/>
                    <a:pt x="11401" y="3373"/>
                    <a:pt x="11459" y="3437"/>
                  </a:cubicBezTo>
                  <a:cubicBezTo>
                    <a:pt x="11530" y="3521"/>
                    <a:pt x="11598" y="3607"/>
                    <a:pt x="11659" y="3700"/>
                  </a:cubicBezTo>
                  <a:cubicBezTo>
                    <a:pt x="11675" y="3721"/>
                    <a:pt x="11702" y="3737"/>
                    <a:pt x="11730" y="3737"/>
                  </a:cubicBezTo>
                  <a:cubicBezTo>
                    <a:pt x="11746" y="3737"/>
                    <a:pt x="11764" y="3730"/>
                    <a:pt x="11776" y="3721"/>
                  </a:cubicBezTo>
                  <a:cubicBezTo>
                    <a:pt x="11816" y="3696"/>
                    <a:pt x="11829" y="3644"/>
                    <a:pt x="11801" y="3604"/>
                  </a:cubicBezTo>
                  <a:cubicBezTo>
                    <a:pt x="11736" y="3505"/>
                    <a:pt x="11665" y="3410"/>
                    <a:pt x="11585" y="3323"/>
                  </a:cubicBezTo>
                  <a:cubicBezTo>
                    <a:pt x="11566" y="3302"/>
                    <a:pt x="11543" y="3293"/>
                    <a:pt x="11522" y="3293"/>
                  </a:cubicBezTo>
                  <a:close/>
                  <a:moveTo>
                    <a:pt x="4307" y="3393"/>
                  </a:moveTo>
                  <a:cubicBezTo>
                    <a:pt x="4269" y="3393"/>
                    <a:pt x="4230" y="3417"/>
                    <a:pt x="4223" y="3468"/>
                  </a:cubicBezTo>
                  <a:cubicBezTo>
                    <a:pt x="4211" y="3573"/>
                    <a:pt x="4186" y="3681"/>
                    <a:pt x="4152" y="3783"/>
                  </a:cubicBezTo>
                  <a:cubicBezTo>
                    <a:pt x="4137" y="3829"/>
                    <a:pt x="4158" y="3875"/>
                    <a:pt x="4204" y="3894"/>
                  </a:cubicBezTo>
                  <a:cubicBezTo>
                    <a:pt x="4214" y="3897"/>
                    <a:pt x="4223" y="3897"/>
                    <a:pt x="4232" y="3897"/>
                  </a:cubicBezTo>
                  <a:cubicBezTo>
                    <a:pt x="4269" y="3897"/>
                    <a:pt x="4300" y="3875"/>
                    <a:pt x="4312" y="3841"/>
                  </a:cubicBezTo>
                  <a:cubicBezTo>
                    <a:pt x="4353" y="3727"/>
                    <a:pt x="4377" y="3610"/>
                    <a:pt x="4393" y="3490"/>
                  </a:cubicBezTo>
                  <a:cubicBezTo>
                    <a:pt x="4401" y="3427"/>
                    <a:pt x="4354" y="3393"/>
                    <a:pt x="4307" y="3393"/>
                  </a:cubicBezTo>
                  <a:close/>
                  <a:moveTo>
                    <a:pt x="8877" y="3436"/>
                  </a:moveTo>
                  <a:cubicBezTo>
                    <a:pt x="8837" y="3436"/>
                    <a:pt x="8797" y="3461"/>
                    <a:pt x="8791" y="3514"/>
                  </a:cubicBezTo>
                  <a:cubicBezTo>
                    <a:pt x="8782" y="3622"/>
                    <a:pt x="8766" y="3733"/>
                    <a:pt x="8741" y="3841"/>
                  </a:cubicBezTo>
                  <a:cubicBezTo>
                    <a:pt x="8729" y="3885"/>
                    <a:pt x="8757" y="3931"/>
                    <a:pt x="8803" y="3943"/>
                  </a:cubicBezTo>
                  <a:cubicBezTo>
                    <a:pt x="8809" y="3943"/>
                    <a:pt x="8819" y="3946"/>
                    <a:pt x="8825" y="3946"/>
                  </a:cubicBezTo>
                  <a:cubicBezTo>
                    <a:pt x="8865" y="3946"/>
                    <a:pt x="8899" y="3919"/>
                    <a:pt x="8908" y="3878"/>
                  </a:cubicBezTo>
                  <a:cubicBezTo>
                    <a:pt x="8933" y="3764"/>
                    <a:pt x="8951" y="3647"/>
                    <a:pt x="8964" y="3530"/>
                  </a:cubicBezTo>
                  <a:cubicBezTo>
                    <a:pt x="8968" y="3469"/>
                    <a:pt x="8922" y="3436"/>
                    <a:pt x="8877" y="3436"/>
                  </a:cubicBezTo>
                  <a:close/>
                  <a:moveTo>
                    <a:pt x="3871" y="3594"/>
                  </a:moveTo>
                  <a:cubicBezTo>
                    <a:pt x="3869" y="3594"/>
                    <a:pt x="3867" y="3595"/>
                    <a:pt x="3865" y="3595"/>
                  </a:cubicBezTo>
                  <a:cubicBezTo>
                    <a:pt x="3819" y="3598"/>
                    <a:pt x="3782" y="3638"/>
                    <a:pt x="3785" y="3687"/>
                  </a:cubicBezTo>
                  <a:cubicBezTo>
                    <a:pt x="3800" y="3872"/>
                    <a:pt x="3856" y="4002"/>
                    <a:pt x="3955" y="4060"/>
                  </a:cubicBezTo>
                  <a:cubicBezTo>
                    <a:pt x="3967" y="4067"/>
                    <a:pt x="3982" y="4070"/>
                    <a:pt x="3998" y="4073"/>
                  </a:cubicBezTo>
                  <a:cubicBezTo>
                    <a:pt x="4084" y="4070"/>
                    <a:pt x="4115" y="3956"/>
                    <a:pt x="4041" y="3912"/>
                  </a:cubicBezTo>
                  <a:cubicBezTo>
                    <a:pt x="4007" y="3891"/>
                    <a:pt x="3967" y="3820"/>
                    <a:pt x="3958" y="3675"/>
                  </a:cubicBezTo>
                  <a:cubicBezTo>
                    <a:pt x="3952" y="3630"/>
                    <a:pt x="3915" y="3594"/>
                    <a:pt x="3871" y="3594"/>
                  </a:cubicBezTo>
                  <a:close/>
                  <a:moveTo>
                    <a:pt x="11897" y="3855"/>
                  </a:moveTo>
                  <a:cubicBezTo>
                    <a:pt x="11837" y="3855"/>
                    <a:pt x="11775" y="3916"/>
                    <a:pt x="11820" y="3986"/>
                  </a:cubicBezTo>
                  <a:cubicBezTo>
                    <a:pt x="11866" y="4085"/>
                    <a:pt x="11903" y="4190"/>
                    <a:pt x="11934" y="4295"/>
                  </a:cubicBezTo>
                  <a:cubicBezTo>
                    <a:pt x="11946" y="4332"/>
                    <a:pt x="11980" y="4356"/>
                    <a:pt x="12017" y="4356"/>
                  </a:cubicBezTo>
                  <a:cubicBezTo>
                    <a:pt x="12026" y="4356"/>
                    <a:pt x="12032" y="4356"/>
                    <a:pt x="12042" y="4353"/>
                  </a:cubicBezTo>
                  <a:cubicBezTo>
                    <a:pt x="12085" y="4338"/>
                    <a:pt x="12113" y="4292"/>
                    <a:pt x="12100" y="4245"/>
                  </a:cubicBezTo>
                  <a:cubicBezTo>
                    <a:pt x="12063" y="4134"/>
                    <a:pt x="12023" y="4023"/>
                    <a:pt x="11974" y="3915"/>
                  </a:cubicBezTo>
                  <a:cubicBezTo>
                    <a:pt x="11960" y="3872"/>
                    <a:pt x="11929" y="3855"/>
                    <a:pt x="11897" y="3855"/>
                  </a:cubicBezTo>
                  <a:close/>
                  <a:moveTo>
                    <a:pt x="8103" y="3903"/>
                  </a:moveTo>
                  <a:cubicBezTo>
                    <a:pt x="8054" y="3903"/>
                    <a:pt x="8017" y="3940"/>
                    <a:pt x="8017" y="3989"/>
                  </a:cubicBezTo>
                  <a:cubicBezTo>
                    <a:pt x="8014" y="4119"/>
                    <a:pt x="8051" y="4252"/>
                    <a:pt x="8125" y="4363"/>
                  </a:cubicBezTo>
                  <a:cubicBezTo>
                    <a:pt x="8140" y="4384"/>
                    <a:pt x="8165" y="4397"/>
                    <a:pt x="8192" y="4397"/>
                  </a:cubicBezTo>
                  <a:cubicBezTo>
                    <a:pt x="8194" y="4397"/>
                    <a:pt x="8195" y="4397"/>
                    <a:pt x="8196" y="4397"/>
                  </a:cubicBezTo>
                  <a:cubicBezTo>
                    <a:pt x="8265" y="4397"/>
                    <a:pt x="8303" y="4318"/>
                    <a:pt x="8263" y="4264"/>
                  </a:cubicBezTo>
                  <a:cubicBezTo>
                    <a:pt x="8211" y="4181"/>
                    <a:pt x="8186" y="4085"/>
                    <a:pt x="8189" y="3986"/>
                  </a:cubicBezTo>
                  <a:cubicBezTo>
                    <a:pt x="8186" y="3940"/>
                    <a:pt x="8149" y="3903"/>
                    <a:pt x="8103" y="3903"/>
                  </a:cubicBezTo>
                  <a:close/>
                  <a:moveTo>
                    <a:pt x="8709" y="4096"/>
                  </a:moveTo>
                  <a:cubicBezTo>
                    <a:pt x="8681" y="4096"/>
                    <a:pt x="8653" y="4110"/>
                    <a:pt x="8637" y="4144"/>
                  </a:cubicBezTo>
                  <a:cubicBezTo>
                    <a:pt x="8581" y="4255"/>
                    <a:pt x="8516" y="4329"/>
                    <a:pt x="8458" y="4353"/>
                  </a:cubicBezTo>
                  <a:cubicBezTo>
                    <a:pt x="8368" y="4387"/>
                    <a:pt x="8393" y="4517"/>
                    <a:pt x="8489" y="4517"/>
                  </a:cubicBezTo>
                  <a:lnTo>
                    <a:pt x="8489" y="4520"/>
                  </a:lnTo>
                  <a:cubicBezTo>
                    <a:pt x="8498" y="4520"/>
                    <a:pt x="8510" y="4517"/>
                    <a:pt x="8519" y="4514"/>
                  </a:cubicBezTo>
                  <a:cubicBezTo>
                    <a:pt x="8621" y="4474"/>
                    <a:pt x="8714" y="4375"/>
                    <a:pt x="8791" y="4221"/>
                  </a:cubicBezTo>
                  <a:cubicBezTo>
                    <a:pt x="8824" y="4153"/>
                    <a:pt x="8766" y="4096"/>
                    <a:pt x="8709" y="4096"/>
                  </a:cubicBezTo>
                  <a:close/>
                  <a:moveTo>
                    <a:pt x="12093" y="4519"/>
                  </a:moveTo>
                  <a:cubicBezTo>
                    <a:pt x="12046" y="4519"/>
                    <a:pt x="11997" y="4555"/>
                    <a:pt x="12008" y="4619"/>
                  </a:cubicBezTo>
                  <a:cubicBezTo>
                    <a:pt x="12023" y="4714"/>
                    <a:pt x="12032" y="4813"/>
                    <a:pt x="12032" y="4912"/>
                  </a:cubicBezTo>
                  <a:lnTo>
                    <a:pt x="12032" y="4942"/>
                  </a:lnTo>
                  <a:cubicBezTo>
                    <a:pt x="12029" y="4989"/>
                    <a:pt x="12066" y="5029"/>
                    <a:pt x="12113" y="5032"/>
                  </a:cubicBezTo>
                  <a:lnTo>
                    <a:pt x="12119" y="5032"/>
                  </a:lnTo>
                  <a:cubicBezTo>
                    <a:pt x="12162" y="5032"/>
                    <a:pt x="12202" y="4995"/>
                    <a:pt x="12202" y="4952"/>
                  </a:cubicBezTo>
                  <a:lnTo>
                    <a:pt x="12202" y="4912"/>
                  </a:lnTo>
                  <a:cubicBezTo>
                    <a:pt x="12202" y="4804"/>
                    <a:pt x="12193" y="4699"/>
                    <a:pt x="12177" y="4591"/>
                  </a:cubicBezTo>
                  <a:cubicBezTo>
                    <a:pt x="12169" y="4542"/>
                    <a:pt x="12131" y="4519"/>
                    <a:pt x="12093" y="451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10"/>
            <p:cNvSpPr/>
            <p:nvPr/>
          </p:nvSpPr>
          <p:spPr>
            <a:xfrm>
              <a:off x="8964554" y="1723384"/>
              <a:ext cx="102917" cy="102663"/>
            </a:xfrm>
            <a:custGeom>
              <a:avLst/>
              <a:gdLst/>
              <a:ahLst/>
              <a:cxnLst/>
              <a:rect l="l" t="t" r="r" b="b"/>
              <a:pathLst>
                <a:path w="1618" h="1614" extrusionOk="0">
                  <a:moveTo>
                    <a:pt x="868" y="1"/>
                  </a:moveTo>
                  <a:cubicBezTo>
                    <a:pt x="821" y="1"/>
                    <a:pt x="784" y="38"/>
                    <a:pt x="784" y="87"/>
                  </a:cubicBezTo>
                  <a:lnTo>
                    <a:pt x="781" y="575"/>
                  </a:lnTo>
                  <a:lnTo>
                    <a:pt x="488" y="266"/>
                  </a:lnTo>
                  <a:cubicBezTo>
                    <a:pt x="470" y="251"/>
                    <a:pt x="451" y="245"/>
                    <a:pt x="432" y="245"/>
                  </a:cubicBezTo>
                  <a:cubicBezTo>
                    <a:pt x="369" y="245"/>
                    <a:pt x="316" y="318"/>
                    <a:pt x="362" y="380"/>
                  </a:cubicBezTo>
                  <a:lnTo>
                    <a:pt x="664" y="701"/>
                  </a:lnTo>
                  <a:lnTo>
                    <a:pt x="115" y="707"/>
                  </a:lnTo>
                  <a:cubicBezTo>
                    <a:pt x="1" y="707"/>
                    <a:pt x="1" y="877"/>
                    <a:pt x="115" y="877"/>
                  </a:cubicBezTo>
                  <a:lnTo>
                    <a:pt x="618" y="874"/>
                  </a:lnTo>
                  <a:lnTo>
                    <a:pt x="229" y="1142"/>
                  </a:lnTo>
                  <a:cubicBezTo>
                    <a:pt x="189" y="1170"/>
                    <a:pt x="180" y="1222"/>
                    <a:pt x="208" y="1262"/>
                  </a:cubicBezTo>
                  <a:cubicBezTo>
                    <a:pt x="225" y="1285"/>
                    <a:pt x="252" y="1298"/>
                    <a:pt x="279" y="1298"/>
                  </a:cubicBezTo>
                  <a:cubicBezTo>
                    <a:pt x="296" y="1298"/>
                    <a:pt x="313" y="1293"/>
                    <a:pt x="328" y="1284"/>
                  </a:cubicBezTo>
                  <a:lnTo>
                    <a:pt x="775" y="969"/>
                  </a:lnTo>
                  <a:lnTo>
                    <a:pt x="775" y="1528"/>
                  </a:lnTo>
                  <a:cubicBezTo>
                    <a:pt x="772" y="1574"/>
                    <a:pt x="812" y="1614"/>
                    <a:pt x="858" y="1614"/>
                  </a:cubicBezTo>
                  <a:cubicBezTo>
                    <a:pt x="905" y="1614"/>
                    <a:pt x="945" y="1574"/>
                    <a:pt x="945" y="1528"/>
                  </a:cubicBezTo>
                  <a:lnTo>
                    <a:pt x="948" y="1000"/>
                  </a:lnTo>
                  <a:lnTo>
                    <a:pt x="1259" y="1333"/>
                  </a:lnTo>
                  <a:cubicBezTo>
                    <a:pt x="1278" y="1353"/>
                    <a:pt x="1300" y="1361"/>
                    <a:pt x="1321" y="1361"/>
                  </a:cubicBezTo>
                  <a:cubicBezTo>
                    <a:pt x="1387" y="1361"/>
                    <a:pt x="1444" y="1277"/>
                    <a:pt x="1386" y="1213"/>
                  </a:cubicBezTo>
                  <a:lnTo>
                    <a:pt x="1059" y="868"/>
                  </a:lnTo>
                  <a:lnTo>
                    <a:pt x="1503" y="865"/>
                  </a:lnTo>
                  <a:cubicBezTo>
                    <a:pt x="1617" y="861"/>
                    <a:pt x="1617" y="692"/>
                    <a:pt x="1503" y="692"/>
                  </a:cubicBezTo>
                  <a:lnTo>
                    <a:pt x="1173" y="695"/>
                  </a:lnTo>
                  <a:lnTo>
                    <a:pt x="1518" y="454"/>
                  </a:lnTo>
                  <a:cubicBezTo>
                    <a:pt x="1597" y="401"/>
                    <a:pt x="1544" y="296"/>
                    <a:pt x="1472" y="296"/>
                  </a:cubicBezTo>
                  <a:cubicBezTo>
                    <a:pt x="1456" y="296"/>
                    <a:pt x="1439" y="301"/>
                    <a:pt x="1423" y="312"/>
                  </a:cubicBezTo>
                  <a:lnTo>
                    <a:pt x="951" y="639"/>
                  </a:lnTo>
                  <a:lnTo>
                    <a:pt x="954" y="87"/>
                  </a:lnTo>
                  <a:cubicBezTo>
                    <a:pt x="954" y="41"/>
                    <a:pt x="917" y="1"/>
                    <a:pt x="8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10"/>
            <p:cNvSpPr/>
            <p:nvPr/>
          </p:nvSpPr>
          <p:spPr>
            <a:xfrm>
              <a:off x="8965298" y="1448810"/>
              <a:ext cx="82881" cy="75566"/>
            </a:xfrm>
            <a:custGeom>
              <a:avLst/>
              <a:gdLst/>
              <a:ahLst/>
              <a:cxnLst/>
              <a:rect l="l" t="t" r="r" b="b"/>
              <a:pathLst>
                <a:path w="1303" h="1188" extrusionOk="0">
                  <a:moveTo>
                    <a:pt x="710" y="173"/>
                  </a:moveTo>
                  <a:cubicBezTo>
                    <a:pt x="941" y="173"/>
                    <a:pt x="1129" y="364"/>
                    <a:pt x="1129" y="595"/>
                  </a:cubicBezTo>
                  <a:cubicBezTo>
                    <a:pt x="1126" y="827"/>
                    <a:pt x="938" y="1012"/>
                    <a:pt x="707" y="1015"/>
                  </a:cubicBezTo>
                  <a:cubicBezTo>
                    <a:pt x="476" y="1015"/>
                    <a:pt x="287" y="823"/>
                    <a:pt x="287" y="592"/>
                  </a:cubicBezTo>
                  <a:cubicBezTo>
                    <a:pt x="287" y="358"/>
                    <a:pt x="479" y="173"/>
                    <a:pt x="710" y="173"/>
                  </a:cubicBezTo>
                  <a:close/>
                  <a:moveTo>
                    <a:pt x="712" y="1"/>
                  </a:moveTo>
                  <a:cubicBezTo>
                    <a:pt x="485" y="1"/>
                    <a:pt x="263" y="130"/>
                    <a:pt x="164" y="364"/>
                  </a:cubicBezTo>
                  <a:cubicBezTo>
                    <a:pt x="1" y="752"/>
                    <a:pt x="284" y="1184"/>
                    <a:pt x="707" y="1187"/>
                  </a:cubicBezTo>
                  <a:lnTo>
                    <a:pt x="710" y="1187"/>
                  </a:lnTo>
                  <a:cubicBezTo>
                    <a:pt x="1034" y="1187"/>
                    <a:pt x="1299" y="922"/>
                    <a:pt x="1302" y="595"/>
                  </a:cubicBezTo>
                  <a:cubicBezTo>
                    <a:pt x="1302" y="438"/>
                    <a:pt x="1240" y="287"/>
                    <a:pt x="1129" y="176"/>
                  </a:cubicBezTo>
                  <a:cubicBezTo>
                    <a:pt x="1012" y="57"/>
                    <a:pt x="861" y="1"/>
                    <a:pt x="7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73" name="Google Shape;1073;p10"/>
            <p:cNvGrpSpPr/>
            <p:nvPr/>
          </p:nvGrpSpPr>
          <p:grpSpPr>
            <a:xfrm>
              <a:off x="8341725" y="115829"/>
              <a:ext cx="267198" cy="188098"/>
              <a:chOff x="8341725" y="115829"/>
              <a:chExt cx="267198" cy="188098"/>
            </a:xfrm>
          </p:grpSpPr>
          <p:sp>
            <p:nvSpPr>
              <p:cNvPr id="1074" name="Google Shape;1074;p10"/>
              <p:cNvSpPr/>
              <p:nvPr/>
            </p:nvSpPr>
            <p:spPr>
              <a:xfrm>
                <a:off x="8405670" y="188118"/>
                <a:ext cx="107912" cy="91561"/>
              </a:xfrm>
              <a:custGeom>
                <a:avLst/>
                <a:gdLst/>
                <a:ahLst/>
                <a:cxnLst/>
                <a:rect l="l" t="t" r="r" b="b"/>
                <a:pathLst>
                  <a:path w="2884" h="2447" extrusionOk="0">
                    <a:moveTo>
                      <a:pt x="1471" y="0"/>
                    </a:moveTo>
                    <a:cubicBezTo>
                      <a:pt x="674" y="0"/>
                      <a:pt x="207" y="963"/>
                      <a:pt x="0" y="1543"/>
                    </a:cubicBezTo>
                    <a:lnTo>
                      <a:pt x="509" y="1710"/>
                    </a:lnTo>
                    <a:cubicBezTo>
                      <a:pt x="509" y="1710"/>
                      <a:pt x="918" y="578"/>
                      <a:pt x="1479" y="578"/>
                    </a:cubicBezTo>
                    <a:cubicBezTo>
                      <a:pt x="1552" y="578"/>
                      <a:pt x="1626" y="597"/>
                      <a:pt x="1703" y="639"/>
                    </a:cubicBezTo>
                    <a:cubicBezTo>
                      <a:pt x="2375" y="1009"/>
                      <a:pt x="2030" y="2212"/>
                      <a:pt x="2030" y="2212"/>
                    </a:cubicBezTo>
                    <a:lnTo>
                      <a:pt x="2647" y="2447"/>
                    </a:lnTo>
                    <a:cubicBezTo>
                      <a:pt x="2770" y="1759"/>
                      <a:pt x="2884" y="312"/>
                      <a:pt x="1724" y="32"/>
                    </a:cubicBezTo>
                    <a:cubicBezTo>
                      <a:pt x="1636" y="10"/>
                      <a:pt x="1552" y="0"/>
                      <a:pt x="1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10"/>
              <p:cNvSpPr/>
              <p:nvPr/>
            </p:nvSpPr>
            <p:spPr>
              <a:xfrm>
                <a:off x="8341725" y="115829"/>
                <a:ext cx="267198" cy="188098"/>
              </a:xfrm>
              <a:custGeom>
                <a:avLst/>
                <a:gdLst/>
                <a:ahLst/>
                <a:cxnLst/>
                <a:rect l="l" t="t" r="r" b="b"/>
                <a:pathLst>
                  <a:path w="7141" h="5027" extrusionOk="0">
                    <a:moveTo>
                      <a:pt x="3198" y="0"/>
                    </a:moveTo>
                    <a:cubicBezTo>
                      <a:pt x="998" y="0"/>
                      <a:pt x="1" y="2926"/>
                      <a:pt x="1" y="2926"/>
                    </a:cubicBezTo>
                    <a:lnTo>
                      <a:pt x="475" y="3080"/>
                    </a:lnTo>
                    <a:cubicBezTo>
                      <a:pt x="742" y="2290"/>
                      <a:pt x="1495" y="619"/>
                      <a:pt x="3054" y="619"/>
                    </a:cubicBezTo>
                    <a:cubicBezTo>
                      <a:pt x="3284" y="619"/>
                      <a:pt x="3531" y="655"/>
                      <a:pt x="3797" y="736"/>
                    </a:cubicBezTo>
                    <a:cubicBezTo>
                      <a:pt x="6456" y="1541"/>
                      <a:pt x="5916" y="4018"/>
                      <a:pt x="5648" y="4866"/>
                    </a:cubicBezTo>
                    <a:lnTo>
                      <a:pt x="6067" y="5026"/>
                    </a:lnTo>
                    <a:cubicBezTo>
                      <a:pt x="6067" y="5026"/>
                      <a:pt x="7141" y="1301"/>
                      <a:pt x="4223" y="199"/>
                    </a:cubicBezTo>
                    <a:cubicBezTo>
                      <a:pt x="3856" y="61"/>
                      <a:pt x="3515" y="0"/>
                      <a:pt x="31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10"/>
              <p:cNvSpPr/>
              <p:nvPr/>
            </p:nvSpPr>
            <p:spPr>
              <a:xfrm>
                <a:off x="8359386" y="138953"/>
                <a:ext cx="223906" cy="158950"/>
              </a:xfrm>
              <a:custGeom>
                <a:avLst/>
                <a:gdLst/>
                <a:ahLst/>
                <a:cxnLst/>
                <a:rect l="l" t="t" r="r" b="b"/>
                <a:pathLst>
                  <a:path w="5984" h="4248" extrusionOk="0">
                    <a:moveTo>
                      <a:pt x="2582" y="1"/>
                    </a:moveTo>
                    <a:cubicBezTo>
                      <a:pt x="1023" y="1"/>
                      <a:pt x="269" y="1672"/>
                      <a:pt x="0" y="2459"/>
                    </a:cubicBezTo>
                    <a:lnTo>
                      <a:pt x="627" y="2660"/>
                    </a:lnTo>
                    <a:cubicBezTo>
                      <a:pt x="890" y="1900"/>
                      <a:pt x="1508" y="619"/>
                      <a:pt x="2695" y="619"/>
                    </a:cubicBezTo>
                    <a:cubicBezTo>
                      <a:pt x="2983" y="619"/>
                      <a:pt x="3304" y="694"/>
                      <a:pt x="3661" y="871"/>
                    </a:cubicBezTo>
                    <a:cubicBezTo>
                      <a:pt x="4861" y="1463"/>
                      <a:pt x="4710" y="3199"/>
                      <a:pt x="4562" y="4017"/>
                    </a:cubicBezTo>
                    <a:lnTo>
                      <a:pt x="5173" y="4248"/>
                    </a:lnTo>
                    <a:cubicBezTo>
                      <a:pt x="5444" y="3400"/>
                      <a:pt x="5984" y="923"/>
                      <a:pt x="3325" y="118"/>
                    </a:cubicBezTo>
                    <a:cubicBezTo>
                      <a:pt x="3059" y="37"/>
                      <a:pt x="2812" y="1"/>
                      <a:pt x="258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10"/>
              <p:cNvSpPr/>
              <p:nvPr/>
            </p:nvSpPr>
            <p:spPr>
              <a:xfrm>
                <a:off x="8382696" y="162076"/>
                <a:ext cx="158613" cy="127182"/>
              </a:xfrm>
              <a:custGeom>
                <a:avLst/>
                <a:gdLst/>
                <a:ahLst/>
                <a:cxnLst/>
                <a:rect l="l" t="t" r="r" b="b"/>
                <a:pathLst>
                  <a:path w="4239" h="3399" extrusionOk="0">
                    <a:moveTo>
                      <a:pt x="2072" y="1"/>
                    </a:moveTo>
                    <a:cubicBezTo>
                      <a:pt x="884" y="1"/>
                      <a:pt x="264" y="1282"/>
                      <a:pt x="0" y="2042"/>
                    </a:cubicBezTo>
                    <a:lnTo>
                      <a:pt x="614" y="2239"/>
                    </a:lnTo>
                    <a:cubicBezTo>
                      <a:pt x="824" y="1659"/>
                      <a:pt x="1288" y="696"/>
                      <a:pt x="2085" y="696"/>
                    </a:cubicBezTo>
                    <a:cubicBezTo>
                      <a:pt x="2166" y="696"/>
                      <a:pt x="2250" y="706"/>
                      <a:pt x="2338" y="728"/>
                    </a:cubicBezTo>
                    <a:cubicBezTo>
                      <a:pt x="3498" y="1008"/>
                      <a:pt x="3384" y="2455"/>
                      <a:pt x="3261" y="3140"/>
                    </a:cubicBezTo>
                    <a:lnTo>
                      <a:pt x="3939" y="3399"/>
                    </a:lnTo>
                    <a:cubicBezTo>
                      <a:pt x="4084" y="2581"/>
                      <a:pt x="4238" y="845"/>
                      <a:pt x="3038" y="253"/>
                    </a:cubicBezTo>
                    <a:cubicBezTo>
                      <a:pt x="2681" y="76"/>
                      <a:pt x="2360" y="1"/>
                      <a:pt x="20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10"/>
              <p:cNvSpPr/>
              <p:nvPr/>
            </p:nvSpPr>
            <p:spPr>
              <a:xfrm>
                <a:off x="8355644" y="135024"/>
                <a:ext cx="241044" cy="163814"/>
              </a:xfrm>
              <a:custGeom>
                <a:avLst/>
                <a:gdLst/>
                <a:ahLst/>
                <a:cxnLst/>
                <a:rect l="l" t="t" r="r" b="b"/>
                <a:pathLst>
                  <a:path w="6442" h="4378" extrusionOk="0">
                    <a:moveTo>
                      <a:pt x="2825" y="0"/>
                    </a:moveTo>
                    <a:cubicBezTo>
                      <a:pt x="2536" y="0"/>
                      <a:pt x="2256" y="58"/>
                      <a:pt x="1985" y="174"/>
                    </a:cubicBezTo>
                    <a:cubicBezTo>
                      <a:pt x="671" y="738"/>
                      <a:pt x="48" y="2465"/>
                      <a:pt x="23" y="2536"/>
                    </a:cubicBezTo>
                    <a:cubicBezTo>
                      <a:pt x="0" y="2602"/>
                      <a:pt x="51" y="2647"/>
                      <a:pt x="102" y="2647"/>
                    </a:cubicBezTo>
                    <a:cubicBezTo>
                      <a:pt x="133" y="2647"/>
                      <a:pt x="164" y="2630"/>
                      <a:pt x="178" y="2592"/>
                    </a:cubicBezTo>
                    <a:cubicBezTo>
                      <a:pt x="184" y="2573"/>
                      <a:pt x="801" y="862"/>
                      <a:pt x="2050" y="322"/>
                    </a:cubicBezTo>
                    <a:cubicBezTo>
                      <a:pt x="2299" y="216"/>
                      <a:pt x="2558" y="163"/>
                      <a:pt x="2824" y="163"/>
                    </a:cubicBezTo>
                    <a:cubicBezTo>
                      <a:pt x="3140" y="163"/>
                      <a:pt x="3467" y="238"/>
                      <a:pt x="3802" y="387"/>
                    </a:cubicBezTo>
                    <a:cubicBezTo>
                      <a:pt x="4822" y="843"/>
                      <a:pt x="5368" y="1630"/>
                      <a:pt x="5424" y="2728"/>
                    </a:cubicBezTo>
                    <a:cubicBezTo>
                      <a:pt x="5445" y="3249"/>
                      <a:pt x="5368" y="3773"/>
                      <a:pt x="5199" y="4267"/>
                    </a:cubicBezTo>
                    <a:cubicBezTo>
                      <a:pt x="5183" y="4310"/>
                      <a:pt x="5205" y="4356"/>
                      <a:pt x="5245" y="4371"/>
                    </a:cubicBezTo>
                    <a:cubicBezTo>
                      <a:pt x="5254" y="4375"/>
                      <a:pt x="5263" y="4378"/>
                      <a:pt x="5276" y="4378"/>
                    </a:cubicBezTo>
                    <a:cubicBezTo>
                      <a:pt x="5307" y="4375"/>
                      <a:pt x="5334" y="4356"/>
                      <a:pt x="5347" y="4325"/>
                    </a:cubicBezTo>
                    <a:cubicBezTo>
                      <a:pt x="5359" y="4294"/>
                      <a:pt x="6442" y="1389"/>
                      <a:pt x="3863" y="239"/>
                    </a:cubicBezTo>
                    <a:cubicBezTo>
                      <a:pt x="3508" y="79"/>
                      <a:pt x="3161" y="0"/>
                      <a:pt x="2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10"/>
              <p:cNvSpPr/>
              <p:nvPr/>
            </p:nvSpPr>
            <p:spPr>
              <a:xfrm>
                <a:off x="8378917" y="160430"/>
                <a:ext cx="167107" cy="131822"/>
              </a:xfrm>
              <a:custGeom>
                <a:avLst/>
                <a:gdLst/>
                <a:ahLst/>
                <a:cxnLst/>
                <a:rect l="l" t="t" r="r" b="b"/>
                <a:pathLst>
                  <a:path w="4466" h="3523" extrusionOk="0">
                    <a:moveTo>
                      <a:pt x="2270" y="0"/>
                    </a:moveTo>
                    <a:cubicBezTo>
                      <a:pt x="2003" y="0"/>
                      <a:pt x="1745" y="61"/>
                      <a:pt x="1499" y="183"/>
                    </a:cubicBezTo>
                    <a:cubicBezTo>
                      <a:pt x="493" y="679"/>
                      <a:pt x="43" y="2005"/>
                      <a:pt x="21" y="2064"/>
                    </a:cubicBezTo>
                    <a:cubicBezTo>
                      <a:pt x="0" y="2127"/>
                      <a:pt x="51" y="2169"/>
                      <a:pt x="100" y="2169"/>
                    </a:cubicBezTo>
                    <a:cubicBezTo>
                      <a:pt x="131" y="2169"/>
                      <a:pt x="162" y="2153"/>
                      <a:pt x="175" y="2113"/>
                    </a:cubicBezTo>
                    <a:cubicBezTo>
                      <a:pt x="182" y="2101"/>
                      <a:pt x="626" y="793"/>
                      <a:pt x="1573" y="328"/>
                    </a:cubicBezTo>
                    <a:cubicBezTo>
                      <a:pt x="1793" y="217"/>
                      <a:pt x="2027" y="162"/>
                      <a:pt x="2269" y="162"/>
                    </a:cubicBezTo>
                    <a:cubicBezTo>
                      <a:pt x="2467" y="162"/>
                      <a:pt x="2671" y="199"/>
                      <a:pt x="2880" y="272"/>
                    </a:cubicBezTo>
                    <a:cubicBezTo>
                      <a:pt x="4466" y="818"/>
                      <a:pt x="3966" y="3403"/>
                      <a:pt x="3960" y="3427"/>
                    </a:cubicBezTo>
                    <a:cubicBezTo>
                      <a:pt x="3951" y="3470"/>
                      <a:pt x="3978" y="3514"/>
                      <a:pt x="4022" y="3523"/>
                    </a:cubicBezTo>
                    <a:lnTo>
                      <a:pt x="4040" y="3523"/>
                    </a:lnTo>
                    <a:cubicBezTo>
                      <a:pt x="4077" y="3523"/>
                      <a:pt x="4108" y="3495"/>
                      <a:pt x="4114" y="3461"/>
                    </a:cubicBezTo>
                    <a:cubicBezTo>
                      <a:pt x="4200" y="2986"/>
                      <a:pt x="4222" y="2505"/>
                      <a:pt x="4179" y="2027"/>
                    </a:cubicBezTo>
                    <a:cubicBezTo>
                      <a:pt x="4077" y="1025"/>
                      <a:pt x="3648" y="365"/>
                      <a:pt x="2933" y="118"/>
                    </a:cubicBezTo>
                    <a:cubicBezTo>
                      <a:pt x="2706" y="40"/>
                      <a:pt x="2485" y="0"/>
                      <a:pt x="22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10"/>
              <p:cNvSpPr/>
              <p:nvPr/>
            </p:nvSpPr>
            <p:spPr>
              <a:xfrm>
                <a:off x="8401853" y="185237"/>
                <a:ext cx="121906" cy="97435"/>
              </a:xfrm>
              <a:custGeom>
                <a:avLst/>
                <a:gdLst/>
                <a:ahLst/>
                <a:cxnLst/>
                <a:rect l="l" t="t" r="r" b="b"/>
                <a:pathLst>
                  <a:path w="3258" h="2604" extrusionOk="0">
                    <a:moveTo>
                      <a:pt x="1629" y="1"/>
                    </a:moveTo>
                    <a:cubicBezTo>
                      <a:pt x="1471" y="1"/>
                      <a:pt x="1312" y="37"/>
                      <a:pt x="1166" y="109"/>
                    </a:cubicBezTo>
                    <a:cubicBezTo>
                      <a:pt x="429" y="457"/>
                      <a:pt x="41" y="1549"/>
                      <a:pt x="22" y="1595"/>
                    </a:cubicBezTo>
                    <a:cubicBezTo>
                      <a:pt x="1" y="1659"/>
                      <a:pt x="52" y="1703"/>
                      <a:pt x="103" y="1703"/>
                    </a:cubicBezTo>
                    <a:cubicBezTo>
                      <a:pt x="133" y="1703"/>
                      <a:pt x="163" y="1686"/>
                      <a:pt x="176" y="1648"/>
                    </a:cubicBezTo>
                    <a:cubicBezTo>
                      <a:pt x="182" y="1638"/>
                      <a:pt x="562" y="574"/>
                      <a:pt x="1237" y="254"/>
                    </a:cubicBezTo>
                    <a:cubicBezTo>
                      <a:pt x="1360" y="194"/>
                      <a:pt x="1495" y="163"/>
                      <a:pt x="1630" y="163"/>
                    </a:cubicBezTo>
                    <a:cubicBezTo>
                      <a:pt x="1738" y="163"/>
                      <a:pt x="1847" y="183"/>
                      <a:pt x="1950" y="223"/>
                    </a:cubicBezTo>
                    <a:cubicBezTo>
                      <a:pt x="3069" y="624"/>
                      <a:pt x="2674" y="2487"/>
                      <a:pt x="2668" y="2505"/>
                    </a:cubicBezTo>
                    <a:cubicBezTo>
                      <a:pt x="2659" y="2548"/>
                      <a:pt x="2687" y="2592"/>
                      <a:pt x="2730" y="2601"/>
                    </a:cubicBezTo>
                    <a:cubicBezTo>
                      <a:pt x="2736" y="2604"/>
                      <a:pt x="2742" y="2604"/>
                      <a:pt x="2749" y="2604"/>
                    </a:cubicBezTo>
                    <a:cubicBezTo>
                      <a:pt x="2786" y="2601"/>
                      <a:pt x="2816" y="2576"/>
                      <a:pt x="2826" y="2539"/>
                    </a:cubicBezTo>
                    <a:cubicBezTo>
                      <a:pt x="2844" y="2456"/>
                      <a:pt x="3257" y="519"/>
                      <a:pt x="2002" y="69"/>
                    </a:cubicBezTo>
                    <a:cubicBezTo>
                      <a:pt x="1882" y="23"/>
                      <a:pt x="1755" y="1"/>
                      <a:pt x="16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81" name="Google Shape;1081;p10"/>
          <p:cNvGrpSpPr/>
          <p:nvPr/>
        </p:nvGrpSpPr>
        <p:grpSpPr>
          <a:xfrm>
            <a:off x="110901" y="80480"/>
            <a:ext cx="1859333" cy="1514910"/>
            <a:chOff x="110901" y="80480"/>
            <a:chExt cx="1859333" cy="1514910"/>
          </a:xfrm>
        </p:grpSpPr>
        <p:sp>
          <p:nvSpPr>
            <p:cNvPr id="1082" name="Google Shape;1082;p10"/>
            <p:cNvSpPr/>
            <p:nvPr/>
          </p:nvSpPr>
          <p:spPr>
            <a:xfrm>
              <a:off x="738125" y="421348"/>
              <a:ext cx="76150" cy="76625"/>
            </a:xfrm>
            <a:custGeom>
              <a:avLst/>
              <a:gdLst/>
              <a:ahLst/>
              <a:cxnLst/>
              <a:rect l="l" t="t" r="r" b="b"/>
              <a:pathLst>
                <a:path w="1518" h="1528" extrusionOk="0">
                  <a:moveTo>
                    <a:pt x="812" y="1"/>
                  </a:moveTo>
                  <a:cubicBezTo>
                    <a:pt x="765" y="1"/>
                    <a:pt x="731" y="38"/>
                    <a:pt x="731" y="81"/>
                  </a:cubicBezTo>
                  <a:lnTo>
                    <a:pt x="728" y="543"/>
                  </a:lnTo>
                  <a:lnTo>
                    <a:pt x="451" y="250"/>
                  </a:lnTo>
                  <a:cubicBezTo>
                    <a:pt x="433" y="232"/>
                    <a:pt x="413" y="224"/>
                    <a:pt x="394" y="224"/>
                  </a:cubicBezTo>
                  <a:cubicBezTo>
                    <a:pt x="332" y="224"/>
                    <a:pt x="277" y="303"/>
                    <a:pt x="333" y="365"/>
                  </a:cubicBezTo>
                  <a:lnTo>
                    <a:pt x="617" y="664"/>
                  </a:lnTo>
                  <a:lnTo>
                    <a:pt x="99" y="670"/>
                  </a:lnTo>
                  <a:cubicBezTo>
                    <a:pt x="0" y="676"/>
                    <a:pt x="0" y="824"/>
                    <a:pt x="99" y="830"/>
                  </a:cubicBezTo>
                  <a:lnTo>
                    <a:pt x="574" y="827"/>
                  </a:lnTo>
                  <a:lnTo>
                    <a:pt x="574" y="827"/>
                  </a:lnTo>
                  <a:lnTo>
                    <a:pt x="207" y="1083"/>
                  </a:lnTo>
                  <a:cubicBezTo>
                    <a:pt x="142" y="1126"/>
                    <a:pt x="173" y="1228"/>
                    <a:pt x="253" y="1228"/>
                  </a:cubicBezTo>
                  <a:cubicBezTo>
                    <a:pt x="269" y="1228"/>
                    <a:pt x="284" y="1225"/>
                    <a:pt x="300" y="1216"/>
                  </a:cubicBezTo>
                  <a:lnTo>
                    <a:pt x="722" y="920"/>
                  </a:lnTo>
                  <a:lnTo>
                    <a:pt x="719" y="1444"/>
                  </a:lnTo>
                  <a:cubicBezTo>
                    <a:pt x="719" y="1490"/>
                    <a:pt x="756" y="1527"/>
                    <a:pt x="802" y="1527"/>
                  </a:cubicBezTo>
                  <a:cubicBezTo>
                    <a:pt x="845" y="1527"/>
                    <a:pt x="882" y="1490"/>
                    <a:pt x="882" y="1447"/>
                  </a:cubicBezTo>
                  <a:lnTo>
                    <a:pt x="886" y="951"/>
                  </a:lnTo>
                  <a:lnTo>
                    <a:pt x="1182" y="1262"/>
                  </a:lnTo>
                  <a:cubicBezTo>
                    <a:pt x="1194" y="1277"/>
                    <a:pt x="1216" y="1287"/>
                    <a:pt x="1240" y="1287"/>
                  </a:cubicBezTo>
                  <a:cubicBezTo>
                    <a:pt x="1311" y="1287"/>
                    <a:pt x="1345" y="1203"/>
                    <a:pt x="1299" y="1151"/>
                  </a:cubicBezTo>
                  <a:lnTo>
                    <a:pt x="990" y="824"/>
                  </a:lnTo>
                  <a:lnTo>
                    <a:pt x="1410" y="818"/>
                  </a:lnTo>
                  <a:cubicBezTo>
                    <a:pt x="1518" y="818"/>
                    <a:pt x="1518" y="658"/>
                    <a:pt x="1410" y="658"/>
                  </a:cubicBezTo>
                  <a:lnTo>
                    <a:pt x="1095" y="661"/>
                  </a:lnTo>
                  <a:lnTo>
                    <a:pt x="1095" y="661"/>
                  </a:lnTo>
                  <a:lnTo>
                    <a:pt x="1425" y="429"/>
                  </a:lnTo>
                  <a:cubicBezTo>
                    <a:pt x="1492" y="378"/>
                    <a:pt x="1443" y="284"/>
                    <a:pt x="1376" y="284"/>
                  </a:cubicBezTo>
                  <a:cubicBezTo>
                    <a:pt x="1362" y="284"/>
                    <a:pt x="1347" y="288"/>
                    <a:pt x="1333" y="297"/>
                  </a:cubicBezTo>
                  <a:lnTo>
                    <a:pt x="889" y="605"/>
                  </a:lnTo>
                  <a:lnTo>
                    <a:pt x="889" y="605"/>
                  </a:lnTo>
                  <a:lnTo>
                    <a:pt x="892" y="84"/>
                  </a:lnTo>
                  <a:cubicBezTo>
                    <a:pt x="892" y="38"/>
                    <a:pt x="855" y="4"/>
                    <a:pt x="8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10"/>
            <p:cNvSpPr/>
            <p:nvPr/>
          </p:nvSpPr>
          <p:spPr>
            <a:xfrm>
              <a:off x="1244129" y="155966"/>
              <a:ext cx="106534" cy="77311"/>
            </a:xfrm>
            <a:custGeom>
              <a:avLst/>
              <a:gdLst/>
              <a:ahLst/>
              <a:cxnLst/>
              <a:rect l="l" t="t" r="r" b="b"/>
              <a:pathLst>
                <a:path w="1254" h="910" extrusionOk="0">
                  <a:moveTo>
                    <a:pt x="1097" y="0"/>
                  </a:moveTo>
                  <a:cubicBezTo>
                    <a:pt x="975" y="0"/>
                    <a:pt x="707" y="47"/>
                    <a:pt x="93" y="188"/>
                  </a:cubicBezTo>
                  <a:cubicBezTo>
                    <a:pt x="0" y="214"/>
                    <a:pt x="25" y="347"/>
                    <a:pt x="113" y="347"/>
                  </a:cubicBezTo>
                  <a:cubicBezTo>
                    <a:pt x="119" y="347"/>
                    <a:pt x="124" y="346"/>
                    <a:pt x="130" y="345"/>
                  </a:cubicBezTo>
                  <a:cubicBezTo>
                    <a:pt x="445" y="274"/>
                    <a:pt x="790" y="203"/>
                    <a:pt x="979" y="176"/>
                  </a:cubicBezTo>
                  <a:lnTo>
                    <a:pt x="979" y="176"/>
                  </a:lnTo>
                  <a:cubicBezTo>
                    <a:pt x="818" y="364"/>
                    <a:pt x="485" y="722"/>
                    <a:pt x="433" y="765"/>
                  </a:cubicBezTo>
                  <a:cubicBezTo>
                    <a:pt x="399" y="793"/>
                    <a:pt x="390" y="842"/>
                    <a:pt x="417" y="879"/>
                  </a:cubicBezTo>
                  <a:cubicBezTo>
                    <a:pt x="433" y="897"/>
                    <a:pt x="457" y="910"/>
                    <a:pt x="482" y="910"/>
                  </a:cubicBezTo>
                  <a:cubicBezTo>
                    <a:pt x="501" y="910"/>
                    <a:pt x="516" y="904"/>
                    <a:pt x="531" y="894"/>
                  </a:cubicBezTo>
                  <a:cubicBezTo>
                    <a:pt x="538" y="888"/>
                    <a:pt x="1253" y="194"/>
                    <a:pt x="1210" y="62"/>
                  </a:cubicBezTo>
                  <a:cubicBezTo>
                    <a:pt x="1198" y="27"/>
                    <a:pt x="1189" y="0"/>
                    <a:pt x="10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10"/>
            <p:cNvSpPr/>
            <p:nvPr/>
          </p:nvSpPr>
          <p:spPr>
            <a:xfrm>
              <a:off x="1011528" y="129375"/>
              <a:ext cx="345427" cy="299475"/>
            </a:xfrm>
            <a:custGeom>
              <a:avLst/>
              <a:gdLst/>
              <a:ahLst/>
              <a:cxnLst/>
              <a:rect l="l" t="t" r="r" b="b"/>
              <a:pathLst>
                <a:path w="4066" h="3525" extrusionOk="0">
                  <a:moveTo>
                    <a:pt x="790" y="0"/>
                  </a:moveTo>
                  <a:cubicBezTo>
                    <a:pt x="781" y="0"/>
                    <a:pt x="773" y="1"/>
                    <a:pt x="765" y="1"/>
                  </a:cubicBezTo>
                  <a:cubicBezTo>
                    <a:pt x="265" y="41"/>
                    <a:pt x="885" y="1161"/>
                    <a:pt x="885" y="1161"/>
                  </a:cubicBezTo>
                  <a:cubicBezTo>
                    <a:pt x="885" y="1161"/>
                    <a:pt x="676" y="991"/>
                    <a:pt x="509" y="991"/>
                  </a:cubicBezTo>
                  <a:cubicBezTo>
                    <a:pt x="412" y="991"/>
                    <a:pt x="329" y="1048"/>
                    <a:pt x="308" y="1229"/>
                  </a:cubicBezTo>
                  <a:cubicBezTo>
                    <a:pt x="253" y="1719"/>
                    <a:pt x="922" y="2308"/>
                    <a:pt x="922" y="2308"/>
                  </a:cubicBezTo>
                  <a:lnTo>
                    <a:pt x="0" y="2534"/>
                  </a:lnTo>
                  <a:cubicBezTo>
                    <a:pt x="0" y="2534"/>
                    <a:pt x="453" y="3524"/>
                    <a:pt x="1613" y="3524"/>
                  </a:cubicBezTo>
                  <a:cubicBezTo>
                    <a:pt x="1834" y="3524"/>
                    <a:pt x="2080" y="3489"/>
                    <a:pt x="2353" y="3403"/>
                  </a:cubicBezTo>
                  <a:cubicBezTo>
                    <a:pt x="4065" y="2867"/>
                    <a:pt x="3612" y="526"/>
                    <a:pt x="2696" y="220"/>
                  </a:cubicBezTo>
                  <a:cubicBezTo>
                    <a:pt x="2643" y="203"/>
                    <a:pt x="2594" y="195"/>
                    <a:pt x="2549" y="195"/>
                  </a:cubicBezTo>
                  <a:cubicBezTo>
                    <a:pt x="2026" y="195"/>
                    <a:pt x="1974" y="1263"/>
                    <a:pt x="1974" y="1263"/>
                  </a:cubicBezTo>
                  <a:cubicBezTo>
                    <a:pt x="1974" y="1263"/>
                    <a:pt x="1290" y="0"/>
                    <a:pt x="7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10"/>
            <p:cNvSpPr/>
            <p:nvPr/>
          </p:nvSpPr>
          <p:spPr>
            <a:xfrm>
              <a:off x="1207769" y="166841"/>
              <a:ext cx="52757" cy="56242"/>
            </a:xfrm>
            <a:custGeom>
              <a:avLst/>
              <a:gdLst/>
              <a:ahLst/>
              <a:cxnLst/>
              <a:rect l="l" t="t" r="r" b="b"/>
              <a:pathLst>
                <a:path w="621" h="662" extrusionOk="0">
                  <a:moveTo>
                    <a:pt x="375" y="0"/>
                  </a:moveTo>
                  <a:cubicBezTo>
                    <a:pt x="323" y="0"/>
                    <a:pt x="269" y="51"/>
                    <a:pt x="299" y="116"/>
                  </a:cubicBezTo>
                  <a:cubicBezTo>
                    <a:pt x="364" y="264"/>
                    <a:pt x="413" y="430"/>
                    <a:pt x="413" y="495"/>
                  </a:cubicBezTo>
                  <a:cubicBezTo>
                    <a:pt x="352" y="473"/>
                    <a:pt x="244" y="353"/>
                    <a:pt x="176" y="245"/>
                  </a:cubicBezTo>
                  <a:cubicBezTo>
                    <a:pt x="157" y="219"/>
                    <a:pt x="133" y="208"/>
                    <a:pt x="109" y="208"/>
                  </a:cubicBezTo>
                  <a:cubicBezTo>
                    <a:pt x="53" y="208"/>
                    <a:pt x="1" y="267"/>
                    <a:pt x="37" y="331"/>
                  </a:cubicBezTo>
                  <a:cubicBezTo>
                    <a:pt x="90" y="409"/>
                    <a:pt x="262" y="661"/>
                    <a:pt x="435" y="661"/>
                  </a:cubicBezTo>
                  <a:lnTo>
                    <a:pt x="450" y="661"/>
                  </a:lnTo>
                  <a:cubicBezTo>
                    <a:pt x="494" y="658"/>
                    <a:pt x="531" y="634"/>
                    <a:pt x="552" y="600"/>
                  </a:cubicBezTo>
                  <a:cubicBezTo>
                    <a:pt x="620" y="483"/>
                    <a:pt x="515" y="205"/>
                    <a:pt x="447" y="51"/>
                  </a:cubicBezTo>
                  <a:cubicBezTo>
                    <a:pt x="432" y="15"/>
                    <a:pt x="404" y="0"/>
                    <a:pt x="37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10"/>
            <p:cNvSpPr/>
            <p:nvPr/>
          </p:nvSpPr>
          <p:spPr>
            <a:xfrm>
              <a:off x="1068616" y="214076"/>
              <a:ext cx="115454" cy="110445"/>
            </a:xfrm>
            <a:custGeom>
              <a:avLst/>
              <a:gdLst/>
              <a:ahLst/>
              <a:cxnLst/>
              <a:rect l="l" t="t" r="r" b="b"/>
              <a:pathLst>
                <a:path w="1359" h="1300" extrusionOk="0">
                  <a:moveTo>
                    <a:pt x="604" y="0"/>
                  </a:moveTo>
                  <a:cubicBezTo>
                    <a:pt x="588" y="0"/>
                    <a:pt x="576" y="4"/>
                    <a:pt x="568" y="7"/>
                  </a:cubicBezTo>
                  <a:cubicBezTo>
                    <a:pt x="457" y="47"/>
                    <a:pt x="432" y="223"/>
                    <a:pt x="491" y="531"/>
                  </a:cubicBezTo>
                  <a:cubicBezTo>
                    <a:pt x="396" y="468"/>
                    <a:pt x="285" y="414"/>
                    <a:pt x="195" y="414"/>
                  </a:cubicBezTo>
                  <a:cubicBezTo>
                    <a:pt x="170" y="414"/>
                    <a:pt x="148" y="418"/>
                    <a:pt x="127" y="426"/>
                  </a:cubicBezTo>
                  <a:cubicBezTo>
                    <a:pt x="68" y="451"/>
                    <a:pt x="28" y="513"/>
                    <a:pt x="28" y="577"/>
                  </a:cubicBezTo>
                  <a:cubicBezTo>
                    <a:pt x="0" y="880"/>
                    <a:pt x="438" y="1244"/>
                    <a:pt x="488" y="1284"/>
                  </a:cubicBezTo>
                  <a:cubicBezTo>
                    <a:pt x="503" y="1293"/>
                    <a:pt x="522" y="1299"/>
                    <a:pt x="540" y="1299"/>
                  </a:cubicBezTo>
                  <a:cubicBezTo>
                    <a:pt x="617" y="1299"/>
                    <a:pt x="651" y="1203"/>
                    <a:pt x="590" y="1157"/>
                  </a:cubicBezTo>
                  <a:cubicBezTo>
                    <a:pt x="429" y="1025"/>
                    <a:pt x="176" y="756"/>
                    <a:pt x="192" y="593"/>
                  </a:cubicBezTo>
                  <a:lnTo>
                    <a:pt x="192" y="574"/>
                  </a:lnTo>
                  <a:cubicBezTo>
                    <a:pt x="194" y="574"/>
                    <a:pt x="196" y="574"/>
                    <a:pt x="199" y="574"/>
                  </a:cubicBezTo>
                  <a:cubicBezTo>
                    <a:pt x="256" y="574"/>
                    <a:pt x="426" y="672"/>
                    <a:pt x="568" y="790"/>
                  </a:cubicBezTo>
                  <a:cubicBezTo>
                    <a:pt x="583" y="803"/>
                    <a:pt x="601" y="809"/>
                    <a:pt x="618" y="809"/>
                  </a:cubicBezTo>
                  <a:cubicBezTo>
                    <a:pt x="666" y="809"/>
                    <a:pt x="711" y="764"/>
                    <a:pt x="697" y="707"/>
                  </a:cubicBezTo>
                  <a:cubicBezTo>
                    <a:pt x="636" y="473"/>
                    <a:pt x="605" y="229"/>
                    <a:pt x="617" y="170"/>
                  </a:cubicBezTo>
                  <a:lnTo>
                    <a:pt x="617" y="170"/>
                  </a:lnTo>
                  <a:cubicBezTo>
                    <a:pt x="716" y="226"/>
                    <a:pt x="975" y="559"/>
                    <a:pt x="1176" y="858"/>
                  </a:cubicBezTo>
                  <a:cubicBezTo>
                    <a:pt x="1192" y="887"/>
                    <a:pt x="1216" y="899"/>
                    <a:pt x="1241" y="899"/>
                  </a:cubicBezTo>
                  <a:cubicBezTo>
                    <a:pt x="1299" y="899"/>
                    <a:pt x="1358" y="832"/>
                    <a:pt x="1308" y="769"/>
                  </a:cubicBezTo>
                  <a:cubicBezTo>
                    <a:pt x="857" y="85"/>
                    <a:pt x="679" y="0"/>
                    <a:pt x="6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10"/>
            <p:cNvSpPr/>
            <p:nvPr/>
          </p:nvSpPr>
          <p:spPr>
            <a:xfrm>
              <a:off x="1134540" y="274310"/>
              <a:ext cx="164558" cy="119875"/>
            </a:xfrm>
            <a:custGeom>
              <a:avLst/>
              <a:gdLst/>
              <a:ahLst/>
              <a:cxnLst/>
              <a:rect l="l" t="t" r="r" b="b"/>
              <a:pathLst>
                <a:path w="1937" h="1411" extrusionOk="0">
                  <a:moveTo>
                    <a:pt x="1849" y="0"/>
                  </a:moveTo>
                  <a:cubicBezTo>
                    <a:pt x="1813" y="0"/>
                    <a:pt x="1777" y="22"/>
                    <a:pt x="1769" y="69"/>
                  </a:cubicBezTo>
                  <a:cubicBezTo>
                    <a:pt x="1707" y="522"/>
                    <a:pt x="1528" y="852"/>
                    <a:pt x="1242" y="1043"/>
                  </a:cubicBezTo>
                  <a:cubicBezTo>
                    <a:pt x="1002" y="1205"/>
                    <a:pt x="722" y="1246"/>
                    <a:pt x="503" y="1246"/>
                  </a:cubicBezTo>
                  <a:cubicBezTo>
                    <a:pt x="288" y="1246"/>
                    <a:pt x="131" y="1207"/>
                    <a:pt x="128" y="1207"/>
                  </a:cubicBezTo>
                  <a:cubicBezTo>
                    <a:pt x="123" y="1206"/>
                    <a:pt x="118" y="1206"/>
                    <a:pt x="113" y="1206"/>
                  </a:cubicBezTo>
                  <a:cubicBezTo>
                    <a:pt x="26" y="1206"/>
                    <a:pt x="0" y="1332"/>
                    <a:pt x="88" y="1364"/>
                  </a:cubicBezTo>
                  <a:cubicBezTo>
                    <a:pt x="227" y="1395"/>
                    <a:pt x="366" y="1411"/>
                    <a:pt x="504" y="1411"/>
                  </a:cubicBezTo>
                  <a:cubicBezTo>
                    <a:pt x="748" y="1411"/>
                    <a:pt x="1060" y="1364"/>
                    <a:pt x="1331" y="1179"/>
                  </a:cubicBezTo>
                  <a:cubicBezTo>
                    <a:pt x="1661" y="960"/>
                    <a:pt x="1861" y="590"/>
                    <a:pt x="1929" y="90"/>
                  </a:cubicBezTo>
                  <a:cubicBezTo>
                    <a:pt x="1936" y="33"/>
                    <a:pt x="1892" y="0"/>
                    <a:pt x="18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10"/>
            <p:cNvSpPr/>
            <p:nvPr/>
          </p:nvSpPr>
          <p:spPr>
            <a:xfrm>
              <a:off x="110901" y="80480"/>
              <a:ext cx="161423" cy="148928"/>
            </a:xfrm>
            <a:custGeom>
              <a:avLst/>
              <a:gdLst/>
              <a:ahLst/>
              <a:cxnLst/>
              <a:rect l="l" t="t" r="r" b="b"/>
              <a:pathLst>
                <a:path w="2558" h="2360" extrusionOk="0">
                  <a:moveTo>
                    <a:pt x="1855" y="179"/>
                  </a:moveTo>
                  <a:lnTo>
                    <a:pt x="1855" y="179"/>
                  </a:lnTo>
                  <a:cubicBezTo>
                    <a:pt x="1827" y="306"/>
                    <a:pt x="1771" y="531"/>
                    <a:pt x="1707" y="790"/>
                  </a:cubicBezTo>
                  <a:cubicBezTo>
                    <a:pt x="1583" y="710"/>
                    <a:pt x="1457" y="630"/>
                    <a:pt x="1330" y="553"/>
                  </a:cubicBezTo>
                  <a:cubicBezTo>
                    <a:pt x="1629" y="306"/>
                    <a:pt x="1781" y="213"/>
                    <a:pt x="1855" y="179"/>
                  </a:cubicBezTo>
                  <a:close/>
                  <a:moveTo>
                    <a:pt x="522" y="287"/>
                  </a:moveTo>
                  <a:cubicBezTo>
                    <a:pt x="704" y="374"/>
                    <a:pt x="880" y="469"/>
                    <a:pt x="1053" y="577"/>
                  </a:cubicBezTo>
                  <a:cubicBezTo>
                    <a:pt x="942" y="670"/>
                    <a:pt x="824" y="778"/>
                    <a:pt x="698" y="892"/>
                  </a:cubicBezTo>
                  <a:cubicBezTo>
                    <a:pt x="575" y="559"/>
                    <a:pt x="531" y="371"/>
                    <a:pt x="522" y="287"/>
                  </a:cubicBezTo>
                  <a:close/>
                  <a:moveTo>
                    <a:pt x="1811" y="1046"/>
                  </a:moveTo>
                  <a:cubicBezTo>
                    <a:pt x="2070" y="1219"/>
                    <a:pt x="2225" y="1330"/>
                    <a:pt x="2308" y="1398"/>
                  </a:cubicBezTo>
                  <a:cubicBezTo>
                    <a:pt x="2188" y="1413"/>
                    <a:pt x="1981" y="1438"/>
                    <a:pt x="1694" y="1462"/>
                  </a:cubicBezTo>
                  <a:cubicBezTo>
                    <a:pt x="1731" y="1336"/>
                    <a:pt x="1771" y="1197"/>
                    <a:pt x="1808" y="1046"/>
                  </a:cubicBezTo>
                  <a:close/>
                  <a:moveTo>
                    <a:pt x="1201" y="664"/>
                  </a:moveTo>
                  <a:cubicBezTo>
                    <a:pt x="1355" y="756"/>
                    <a:pt x="1515" y="855"/>
                    <a:pt x="1666" y="954"/>
                  </a:cubicBezTo>
                  <a:cubicBezTo>
                    <a:pt x="1617" y="1148"/>
                    <a:pt x="1571" y="1324"/>
                    <a:pt x="1525" y="1478"/>
                  </a:cubicBezTo>
                  <a:cubicBezTo>
                    <a:pt x="1336" y="1493"/>
                    <a:pt x="1136" y="1509"/>
                    <a:pt x="951" y="1521"/>
                  </a:cubicBezTo>
                  <a:cubicBezTo>
                    <a:pt x="883" y="1367"/>
                    <a:pt x="815" y="1210"/>
                    <a:pt x="757" y="1055"/>
                  </a:cubicBezTo>
                  <a:cubicBezTo>
                    <a:pt x="917" y="910"/>
                    <a:pt x="1065" y="778"/>
                    <a:pt x="1201" y="664"/>
                  </a:cubicBezTo>
                  <a:close/>
                  <a:moveTo>
                    <a:pt x="630" y="1173"/>
                  </a:moveTo>
                  <a:cubicBezTo>
                    <a:pt x="676" y="1293"/>
                    <a:pt x="726" y="1413"/>
                    <a:pt x="775" y="1530"/>
                  </a:cubicBezTo>
                  <a:cubicBezTo>
                    <a:pt x="613" y="1539"/>
                    <a:pt x="473" y="1543"/>
                    <a:pt x="370" y="1543"/>
                  </a:cubicBezTo>
                  <a:cubicBezTo>
                    <a:pt x="319" y="1543"/>
                    <a:pt x="276" y="1542"/>
                    <a:pt x="245" y="1540"/>
                  </a:cubicBezTo>
                  <a:cubicBezTo>
                    <a:pt x="337" y="1450"/>
                    <a:pt x="476" y="1317"/>
                    <a:pt x="630" y="1173"/>
                  </a:cubicBezTo>
                  <a:close/>
                  <a:moveTo>
                    <a:pt x="1472" y="1644"/>
                  </a:moveTo>
                  <a:lnTo>
                    <a:pt x="1472" y="1644"/>
                  </a:lnTo>
                  <a:cubicBezTo>
                    <a:pt x="1370" y="1981"/>
                    <a:pt x="1306" y="2116"/>
                    <a:pt x="1275" y="2172"/>
                  </a:cubicBezTo>
                  <a:cubicBezTo>
                    <a:pt x="1176" y="2015"/>
                    <a:pt x="1090" y="1848"/>
                    <a:pt x="1019" y="1678"/>
                  </a:cubicBezTo>
                  <a:cubicBezTo>
                    <a:pt x="1167" y="1672"/>
                    <a:pt x="1321" y="1657"/>
                    <a:pt x="1472" y="1644"/>
                  </a:cubicBezTo>
                  <a:close/>
                  <a:moveTo>
                    <a:pt x="1916" y="0"/>
                  </a:moveTo>
                  <a:cubicBezTo>
                    <a:pt x="1833" y="0"/>
                    <a:pt x="1673" y="53"/>
                    <a:pt x="1182" y="466"/>
                  </a:cubicBezTo>
                  <a:cubicBezTo>
                    <a:pt x="960" y="334"/>
                    <a:pt x="618" y="136"/>
                    <a:pt x="507" y="108"/>
                  </a:cubicBezTo>
                  <a:cubicBezTo>
                    <a:pt x="494" y="108"/>
                    <a:pt x="485" y="105"/>
                    <a:pt x="476" y="105"/>
                  </a:cubicBezTo>
                  <a:cubicBezTo>
                    <a:pt x="439" y="105"/>
                    <a:pt x="408" y="124"/>
                    <a:pt x="386" y="155"/>
                  </a:cubicBezTo>
                  <a:cubicBezTo>
                    <a:pt x="359" y="192"/>
                    <a:pt x="297" y="281"/>
                    <a:pt x="568" y="1009"/>
                  </a:cubicBezTo>
                  <a:cubicBezTo>
                    <a:pt x="328" y="1231"/>
                    <a:pt x="118" y="1435"/>
                    <a:pt x="38" y="1515"/>
                  </a:cubicBezTo>
                  <a:cubicBezTo>
                    <a:pt x="10" y="1543"/>
                    <a:pt x="1" y="1583"/>
                    <a:pt x="13" y="1620"/>
                  </a:cubicBezTo>
                  <a:cubicBezTo>
                    <a:pt x="38" y="1681"/>
                    <a:pt x="93" y="1706"/>
                    <a:pt x="374" y="1706"/>
                  </a:cubicBezTo>
                  <a:cubicBezTo>
                    <a:pt x="497" y="1706"/>
                    <a:pt x="655" y="1700"/>
                    <a:pt x="846" y="1691"/>
                  </a:cubicBezTo>
                  <a:cubicBezTo>
                    <a:pt x="966" y="1959"/>
                    <a:pt x="1117" y="2271"/>
                    <a:pt x="1207" y="2338"/>
                  </a:cubicBezTo>
                  <a:cubicBezTo>
                    <a:pt x="1225" y="2351"/>
                    <a:pt x="1247" y="2360"/>
                    <a:pt x="1272" y="2360"/>
                  </a:cubicBezTo>
                  <a:lnTo>
                    <a:pt x="1275" y="2360"/>
                  </a:lnTo>
                  <a:cubicBezTo>
                    <a:pt x="1358" y="2360"/>
                    <a:pt x="1444" y="2304"/>
                    <a:pt x="1648" y="1629"/>
                  </a:cubicBezTo>
                  <a:cubicBezTo>
                    <a:pt x="1947" y="1604"/>
                    <a:pt x="2413" y="1555"/>
                    <a:pt x="2487" y="1530"/>
                  </a:cubicBezTo>
                  <a:cubicBezTo>
                    <a:pt x="2518" y="1515"/>
                    <a:pt x="2539" y="1487"/>
                    <a:pt x="2545" y="1456"/>
                  </a:cubicBezTo>
                  <a:cubicBezTo>
                    <a:pt x="2549" y="1398"/>
                    <a:pt x="2558" y="1339"/>
                    <a:pt x="1851" y="883"/>
                  </a:cubicBezTo>
                  <a:cubicBezTo>
                    <a:pt x="1959" y="466"/>
                    <a:pt x="2037" y="118"/>
                    <a:pt x="2037" y="115"/>
                  </a:cubicBezTo>
                  <a:cubicBezTo>
                    <a:pt x="2040" y="90"/>
                    <a:pt x="2033" y="62"/>
                    <a:pt x="2018" y="44"/>
                  </a:cubicBezTo>
                  <a:cubicBezTo>
                    <a:pt x="1990" y="16"/>
                    <a:pt x="1953" y="0"/>
                    <a:pt x="19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10"/>
            <p:cNvSpPr/>
            <p:nvPr/>
          </p:nvSpPr>
          <p:spPr>
            <a:xfrm>
              <a:off x="679734" y="119474"/>
              <a:ext cx="70741" cy="70930"/>
            </a:xfrm>
            <a:custGeom>
              <a:avLst/>
              <a:gdLst/>
              <a:ahLst/>
              <a:cxnLst/>
              <a:rect l="l" t="t" r="r" b="b"/>
              <a:pathLst>
                <a:path w="1121" h="1124" extrusionOk="0">
                  <a:moveTo>
                    <a:pt x="562" y="164"/>
                  </a:moveTo>
                  <a:cubicBezTo>
                    <a:pt x="781" y="168"/>
                    <a:pt x="960" y="346"/>
                    <a:pt x="957" y="565"/>
                  </a:cubicBezTo>
                  <a:cubicBezTo>
                    <a:pt x="957" y="784"/>
                    <a:pt x="778" y="960"/>
                    <a:pt x="562" y="960"/>
                  </a:cubicBezTo>
                  <a:cubicBezTo>
                    <a:pt x="340" y="960"/>
                    <a:pt x="164" y="781"/>
                    <a:pt x="164" y="562"/>
                  </a:cubicBezTo>
                  <a:cubicBezTo>
                    <a:pt x="164" y="344"/>
                    <a:pt x="341" y="166"/>
                    <a:pt x="562" y="164"/>
                  </a:cubicBezTo>
                  <a:close/>
                  <a:moveTo>
                    <a:pt x="559" y="1"/>
                  </a:moveTo>
                  <a:cubicBezTo>
                    <a:pt x="250" y="1"/>
                    <a:pt x="0" y="251"/>
                    <a:pt x="0" y="562"/>
                  </a:cubicBezTo>
                  <a:cubicBezTo>
                    <a:pt x="0" y="871"/>
                    <a:pt x="250" y="1120"/>
                    <a:pt x="559" y="1123"/>
                  </a:cubicBezTo>
                  <a:lnTo>
                    <a:pt x="562" y="1123"/>
                  </a:lnTo>
                  <a:cubicBezTo>
                    <a:pt x="870" y="1120"/>
                    <a:pt x="1120" y="871"/>
                    <a:pt x="1120" y="562"/>
                  </a:cubicBezTo>
                  <a:cubicBezTo>
                    <a:pt x="1120" y="251"/>
                    <a:pt x="870" y="1"/>
                    <a:pt x="5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10"/>
            <p:cNvSpPr/>
            <p:nvPr/>
          </p:nvSpPr>
          <p:spPr>
            <a:xfrm>
              <a:off x="134378" y="679946"/>
              <a:ext cx="114472" cy="115104"/>
            </a:xfrm>
            <a:custGeom>
              <a:avLst/>
              <a:gdLst/>
              <a:ahLst/>
              <a:cxnLst/>
              <a:rect l="l" t="t" r="r" b="b"/>
              <a:pathLst>
                <a:path w="1814" h="1824" extrusionOk="0">
                  <a:moveTo>
                    <a:pt x="969" y="232"/>
                  </a:moveTo>
                  <a:cubicBezTo>
                    <a:pt x="993" y="309"/>
                    <a:pt x="1018" y="414"/>
                    <a:pt x="1034" y="482"/>
                  </a:cubicBezTo>
                  <a:cubicBezTo>
                    <a:pt x="1080" y="664"/>
                    <a:pt x="1089" y="704"/>
                    <a:pt x="1111" y="735"/>
                  </a:cubicBezTo>
                  <a:cubicBezTo>
                    <a:pt x="1135" y="766"/>
                    <a:pt x="1169" y="778"/>
                    <a:pt x="1348" y="843"/>
                  </a:cubicBezTo>
                  <a:cubicBezTo>
                    <a:pt x="1410" y="868"/>
                    <a:pt x="1509" y="901"/>
                    <a:pt x="1579" y="929"/>
                  </a:cubicBezTo>
                  <a:cubicBezTo>
                    <a:pt x="1478" y="975"/>
                    <a:pt x="1314" y="1037"/>
                    <a:pt x="1169" y="1090"/>
                  </a:cubicBezTo>
                  <a:cubicBezTo>
                    <a:pt x="1148" y="1096"/>
                    <a:pt x="1132" y="1111"/>
                    <a:pt x="1123" y="1133"/>
                  </a:cubicBezTo>
                  <a:cubicBezTo>
                    <a:pt x="1049" y="1299"/>
                    <a:pt x="960" y="1487"/>
                    <a:pt x="901" y="1592"/>
                  </a:cubicBezTo>
                  <a:cubicBezTo>
                    <a:pt x="861" y="1478"/>
                    <a:pt x="805" y="1278"/>
                    <a:pt x="762" y="1105"/>
                  </a:cubicBezTo>
                  <a:cubicBezTo>
                    <a:pt x="753" y="1071"/>
                    <a:pt x="728" y="1049"/>
                    <a:pt x="697" y="1043"/>
                  </a:cubicBezTo>
                  <a:cubicBezTo>
                    <a:pt x="528" y="1012"/>
                    <a:pt x="333" y="969"/>
                    <a:pt x="229" y="938"/>
                  </a:cubicBezTo>
                  <a:cubicBezTo>
                    <a:pt x="395" y="849"/>
                    <a:pt x="565" y="772"/>
                    <a:pt x="741" y="704"/>
                  </a:cubicBezTo>
                  <a:cubicBezTo>
                    <a:pt x="759" y="695"/>
                    <a:pt x="778" y="676"/>
                    <a:pt x="784" y="658"/>
                  </a:cubicBezTo>
                  <a:cubicBezTo>
                    <a:pt x="839" y="513"/>
                    <a:pt x="901" y="371"/>
                    <a:pt x="969" y="232"/>
                  </a:cubicBezTo>
                  <a:close/>
                  <a:moveTo>
                    <a:pt x="990" y="1"/>
                  </a:moveTo>
                  <a:cubicBezTo>
                    <a:pt x="941" y="1"/>
                    <a:pt x="867" y="1"/>
                    <a:pt x="648" y="571"/>
                  </a:cubicBezTo>
                  <a:cubicBezTo>
                    <a:pt x="40" y="815"/>
                    <a:pt x="19" y="895"/>
                    <a:pt x="10" y="929"/>
                  </a:cubicBezTo>
                  <a:cubicBezTo>
                    <a:pt x="0" y="957"/>
                    <a:pt x="6" y="985"/>
                    <a:pt x="22" y="1009"/>
                  </a:cubicBezTo>
                  <a:cubicBezTo>
                    <a:pt x="37" y="1031"/>
                    <a:pt x="84" y="1093"/>
                    <a:pt x="617" y="1198"/>
                  </a:cubicBezTo>
                  <a:cubicBezTo>
                    <a:pt x="774" y="1824"/>
                    <a:pt x="830" y="1824"/>
                    <a:pt x="892" y="1824"/>
                  </a:cubicBezTo>
                  <a:lnTo>
                    <a:pt x="898" y="1824"/>
                  </a:lnTo>
                  <a:cubicBezTo>
                    <a:pt x="944" y="1821"/>
                    <a:pt x="1000" y="1817"/>
                    <a:pt x="1259" y="1231"/>
                  </a:cubicBezTo>
                  <a:cubicBezTo>
                    <a:pt x="1416" y="1176"/>
                    <a:pt x="1718" y="1065"/>
                    <a:pt x="1783" y="1006"/>
                  </a:cubicBezTo>
                  <a:cubicBezTo>
                    <a:pt x="1805" y="985"/>
                    <a:pt x="1814" y="951"/>
                    <a:pt x="1811" y="920"/>
                  </a:cubicBezTo>
                  <a:cubicBezTo>
                    <a:pt x="1795" y="846"/>
                    <a:pt x="1715" y="806"/>
                    <a:pt x="1404" y="695"/>
                  </a:cubicBezTo>
                  <a:cubicBezTo>
                    <a:pt x="1345" y="673"/>
                    <a:pt x="1274" y="649"/>
                    <a:pt x="1243" y="633"/>
                  </a:cubicBezTo>
                  <a:cubicBezTo>
                    <a:pt x="1234" y="599"/>
                    <a:pt x="1212" y="516"/>
                    <a:pt x="1194" y="448"/>
                  </a:cubicBezTo>
                  <a:cubicBezTo>
                    <a:pt x="1141" y="229"/>
                    <a:pt x="1104" y="93"/>
                    <a:pt x="1067" y="41"/>
                  </a:cubicBezTo>
                  <a:cubicBezTo>
                    <a:pt x="1046" y="16"/>
                    <a:pt x="1018" y="4"/>
                    <a:pt x="99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10"/>
            <p:cNvSpPr/>
            <p:nvPr/>
          </p:nvSpPr>
          <p:spPr>
            <a:xfrm>
              <a:off x="190604" y="1009210"/>
              <a:ext cx="446685" cy="254309"/>
            </a:xfrm>
            <a:custGeom>
              <a:avLst/>
              <a:gdLst/>
              <a:ahLst/>
              <a:cxnLst/>
              <a:rect l="l" t="t" r="r" b="b"/>
              <a:pathLst>
                <a:path w="6448" h="3671" extrusionOk="0">
                  <a:moveTo>
                    <a:pt x="3915" y="0"/>
                  </a:moveTo>
                  <a:cubicBezTo>
                    <a:pt x="3615" y="0"/>
                    <a:pt x="3350" y="167"/>
                    <a:pt x="3169" y="387"/>
                  </a:cubicBezTo>
                  <a:lnTo>
                    <a:pt x="3169" y="387"/>
                  </a:lnTo>
                  <a:cubicBezTo>
                    <a:pt x="3046" y="288"/>
                    <a:pt x="2886" y="200"/>
                    <a:pt x="2681" y="132"/>
                  </a:cubicBezTo>
                  <a:cubicBezTo>
                    <a:pt x="2511" y="76"/>
                    <a:pt x="2368" y="52"/>
                    <a:pt x="2248" y="52"/>
                  </a:cubicBezTo>
                  <a:cubicBezTo>
                    <a:pt x="1490" y="52"/>
                    <a:pt x="1623" y="1005"/>
                    <a:pt x="1623" y="1005"/>
                  </a:cubicBezTo>
                  <a:cubicBezTo>
                    <a:pt x="1545" y="958"/>
                    <a:pt x="1462" y="937"/>
                    <a:pt x="1377" y="937"/>
                  </a:cubicBezTo>
                  <a:cubicBezTo>
                    <a:pt x="735" y="937"/>
                    <a:pt x="1" y="2154"/>
                    <a:pt x="840" y="2769"/>
                  </a:cubicBezTo>
                  <a:cubicBezTo>
                    <a:pt x="1102" y="2963"/>
                    <a:pt x="1351" y="3051"/>
                    <a:pt x="1564" y="3064"/>
                  </a:cubicBezTo>
                  <a:lnTo>
                    <a:pt x="1564" y="3064"/>
                  </a:lnTo>
                  <a:cubicBezTo>
                    <a:pt x="1637" y="3387"/>
                    <a:pt x="1868" y="3665"/>
                    <a:pt x="2357" y="3670"/>
                  </a:cubicBezTo>
                  <a:cubicBezTo>
                    <a:pt x="2374" y="3670"/>
                    <a:pt x="2392" y="3670"/>
                    <a:pt x="2408" y="3670"/>
                  </a:cubicBezTo>
                  <a:cubicBezTo>
                    <a:pt x="3079" y="3670"/>
                    <a:pt x="3528" y="3515"/>
                    <a:pt x="3781" y="3285"/>
                  </a:cubicBezTo>
                  <a:lnTo>
                    <a:pt x="3781" y="3285"/>
                  </a:lnTo>
                  <a:cubicBezTo>
                    <a:pt x="3834" y="3357"/>
                    <a:pt x="3900" y="3426"/>
                    <a:pt x="3983" y="3491"/>
                  </a:cubicBezTo>
                  <a:cubicBezTo>
                    <a:pt x="4094" y="3579"/>
                    <a:pt x="4230" y="3618"/>
                    <a:pt x="4376" y="3618"/>
                  </a:cubicBezTo>
                  <a:cubicBezTo>
                    <a:pt x="5223" y="3618"/>
                    <a:pt x="6448" y="2304"/>
                    <a:pt x="5722" y="1542"/>
                  </a:cubicBezTo>
                  <a:cubicBezTo>
                    <a:pt x="5522" y="1331"/>
                    <a:pt x="5310" y="1251"/>
                    <a:pt x="5112" y="1251"/>
                  </a:cubicBezTo>
                  <a:cubicBezTo>
                    <a:pt x="5090" y="1251"/>
                    <a:pt x="5068" y="1252"/>
                    <a:pt x="5046" y="1254"/>
                  </a:cubicBezTo>
                  <a:lnTo>
                    <a:pt x="5046" y="1254"/>
                  </a:lnTo>
                  <a:cubicBezTo>
                    <a:pt x="5054" y="878"/>
                    <a:pt x="4866" y="444"/>
                    <a:pt x="4402" y="151"/>
                  </a:cubicBezTo>
                  <a:cubicBezTo>
                    <a:pt x="4235" y="45"/>
                    <a:pt x="4070" y="0"/>
                    <a:pt x="39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10"/>
            <p:cNvSpPr/>
            <p:nvPr/>
          </p:nvSpPr>
          <p:spPr>
            <a:xfrm>
              <a:off x="282131" y="266071"/>
              <a:ext cx="336102" cy="221545"/>
            </a:xfrm>
            <a:custGeom>
              <a:avLst/>
              <a:gdLst/>
              <a:ahLst/>
              <a:cxnLst/>
              <a:rect l="l" t="t" r="r" b="b"/>
              <a:pathLst>
                <a:path w="5284" h="3483" extrusionOk="0">
                  <a:moveTo>
                    <a:pt x="780" y="0"/>
                  </a:moveTo>
                  <a:lnTo>
                    <a:pt x="780" y="0"/>
                  </a:lnTo>
                  <a:cubicBezTo>
                    <a:pt x="577" y="1172"/>
                    <a:pt x="1086" y="1561"/>
                    <a:pt x="1086" y="1561"/>
                  </a:cubicBezTo>
                  <a:cubicBezTo>
                    <a:pt x="1075" y="1560"/>
                    <a:pt x="1064" y="1560"/>
                    <a:pt x="1053" y="1560"/>
                  </a:cubicBezTo>
                  <a:cubicBezTo>
                    <a:pt x="438" y="1560"/>
                    <a:pt x="0" y="2758"/>
                    <a:pt x="0" y="2758"/>
                  </a:cubicBezTo>
                  <a:cubicBezTo>
                    <a:pt x="89" y="2783"/>
                    <a:pt x="176" y="2794"/>
                    <a:pt x="260" y="2794"/>
                  </a:cubicBezTo>
                  <a:cubicBezTo>
                    <a:pt x="993" y="2794"/>
                    <a:pt x="1505" y="1934"/>
                    <a:pt x="1505" y="1934"/>
                  </a:cubicBezTo>
                  <a:cubicBezTo>
                    <a:pt x="1505" y="1934"/>
                    <a:pt x="2162" y="3482"/>
                    <a:pt x="3272" y="3482"/>
                  </a:cubicBezTo>
                  <a:cubicBezTo>
                    <a:pt x="4386" y="3479"/>
                    <a:pt x="5283" y="2560"/>
                    <a:pt x="5283" y="2560"/>
                  </a:cubicBezTo>
                  <a:cubicBezTo>
                    <a:pt x="5283" y="2560"/>
                    <a:pt x="4548" y="882"/>
                    <a:pt x="3369" y="882"/>
                  </a:cubicBezTo>
                  <a:cubicBezTo>
                    <a:pt x="3361" y="882"/>
                    <a:pt x="3352" y="882"/>
                    <a:pt x="3343" y="882"/>
                  </a:cubicBezTo>
                  <a:cubicBezTo>
                    <a:pt x="2147" y="907"/>
                    <a:pt x="1647" y="1493"/>
                    <a:pt x="1647" y="1493"/>
                  </a:cubicBezTo>
                  <a:cubicBezTo>
                    <a:pt x="1604" y="84"/>
                    <a:pt x="780" y="0"/>
                    <a:pt x="7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10"/>
            <p:cNvSpPr/>
            <p:nvPr/>
          </p:nvSpPr>
          <p:spPr>
            <a:xfrm>
              <a:off x="471234" y="349524"/>
              <a:ext cx="71876" cy="109659"/>
            </a:xfrm>
            <a:custGeom>
              <a:avLst/>
              <a:gdLst/>
              <a:ahLst/>
              <a:cxnLst/>
              <a:rect l="l" t="t" r="r" b="b"/>
              <a:pathLst>
                <a:path w="1130" h="1724" extrusionOk="0">
                  <a:moveTo>
                    <a:pt x="1007" y="1"/>
                  </a:moveTo>
                  <a:cubicBezTo>
                    <a:pt x="991" y="1"/>
                    <a:pt x="974" y="6"/>
                    <a:pt x="956" y="18"/>
                  </a:cubicBezTo>
                  <a:cubicBezTo>
                    <a:pt x="944" y="21"/>
                    <a:pt x="0" y="600"/>
                    <a:pt x="198" y="1652"/>
                  </a:cubicBezTo>
                  <a:cubicBezTo>
                    <a:pt x="204" y="1692"/>
                    <a:pt x="241" y="1723"/>
                    <a:pt x="281" y="1723"/>
                  </a:cubicBezTo>
                  <a:lnTo>
                    <a:pt x="296" y="1723"/>
                  </a:lnTo>
                  <a:cubicBezTo>
                    <a:pt x="343" y="1714"/>
                    <a:pt x="373" y="1668"/>
                    <a:pt x="364" y="1621"/>
                  </a:cubicBezTo>
                  <a:cubicBezTo>
                    <a:pt x="192" y="690"/>
                    <a:pt x="1009" y="184"/>
                    <a:pt x="1043" y="163"/>
                  </a:cubicBezTo>
                  <a:cubicBezTo>
                    <a:pt x="1129" y="114"/>
                    <a:pt x="1081" y="1"/>
                    <a:pt x="10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10"/>
            <p:cNvSpPr/>
            <p:nvPr/>
          </p:nvSpPr>
          <p:spPr>
            <a:xfrm>
              <a:off x="541074" y="377638"/>
              <a:ext cx="44207" cy="40327"/>
            </a:xfrm>
            <a:custGeom>
              <a:avLst/>
              <a:gdLst/>
              <a:ahLst/>
              <a:cxnLst/>
              <a:rect l="l" t="t" r="r" b="b"/>
              <a:pathLst>
                <a:path w="695" h="634" extrusionOk="0">
                  <a:moveTo>
                    <a:pt x="159" y="1"/>
                  </a:moveTo>
                  <a:cubicBezTo>
                    <a:pt x="123" y="1"/>
                    <a:pt x="88" y="21"/>
                    <a:pt x="77" y="69"/>
                  </a:cubicBezTo>
                  <a:cubicBezTo>
                    <a:pt x="59" y="158"/>
                    <a:pt x="0" y="458"/>
                    <a:pt x="99" y="578"/>
                  </a:cubicBezTo>
                  <a:cubicBezTo>
                    <a:pt x="130" y="612"/>
                    <a:pt x="173" y="633"/>
                    <a:pt x="219" y="633"/>
                  </a:cubicBezTo>
                  <a:lnTo>
                    <a:pt x="222" y="633"/>
                  </a:lnTo>
                  <a:cubicBezTo>
                    <a:pt x="423" y="630"/>
                    <a:pt x="617" y="322"/>
                    <a:pt x="654" y="260"/>
                  </a:cubicBezTo>
                  <a:cubicBezTo>
                    <a:pt x="695" y="192"/>
                    <a:pt x="638" y="128"/>
                    <a:pt x="579" y="128"/>
                  </a:cubicBezTo>
                  <a:cubicBezTo>
                    <a:pt x="553" y="128"/>
                    <a:pt x="527" y="141"/>
                    <a:pt x="509" y="171"/>
                  </a:cubicBezTo>
                  <a:cubicBezTo>
                    <a:pt x="435" y="291"/>
                    <a:pt x="293" y="461"/>
                    <a:pt x="232" y="470"/>
                  </a:cubicBezTo>
                  <a:cubicBezTo>
                    <a:pt x="207" y="436"/>
                    <a:pt x="210" y="260"/>
                    <a:pt x="244" y="106"/>
                  </a:cubicBezTo>
                  <a:cubicBezTo>
                    <a:pt x="260" y="41"/>
                    <a:pt x="209" y="1"/>
                    <a:pt x="1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10"/>
            <p:cNvSpPr/>
            <p:nvPr/>
          </p:nvSpPr>
          <p:spPr>
            <a:xfrm>
              <a:off x="555195" y="433485"/>
              <a:ext cx="43826" cy="21945"/>
            </a:xfrm>
            <a:custGeom>
              <a:avLst/>
              <a:gdLst/>
              <a:ahLst/>
              <a:cxnLst/>
              <a:rect l="l" t="t" r="r" b="b"/>
              <a:pathLst>
                <a:path w="689" h="345" extrusionOk="0">
                  <a:moveTo>
                    <a:pt x="123" y="0"/>
                  </a:moveTo>
                  <a:cubicBezTo>
                    <a:pt x="58" y="0"/>
                    <a:pt x="0" y="84"/>
                    <a:pt x="59" y="147"/>
                  </a:cubicBezTo>
                  <a:cubicBezTo>
                    <a:pt x="204" y="298"/>
                    <a:pt x="346" y="345"/>
                    <a:pt x="454" y="345"/>
                  </a:cubicBezTo>
                  <a:cubicBezTo>
                    <a:pt x="458" y="345"/>
                    <a:pt x="462" y="345"/>
                    <a:pt x="467" y="345"/>
                  </a:cubicBezTo>
                  <a:cubicBezTo>
                    <a:pt x="530" y="345"/>
                    <a:pt x="593" y="324"/>
                    <a:pt x="645" y="286"/>
                  </a:cubicBezTo>
                  <a:cubicBezTo>
                    <a:pt x="682" y="258"/>
                    <a:pt x="688" y="206"/>
                    <a:pt x="660" y="169"/>
                  </a:cubicBezTo>
                  <a:cubicBezTo>
                    <a:pt x="644" y="146"/>
                    <a:pt x="618" y="134"/>
                    <a:pt x="591" y="134"/>
                  </a:cubicBezTo>
                  <a:cubicBezTo>
                    <a:pt x="574" y="134"/>
                    <a:pt x="556" y="139"/>
                    <a:pt x="540" y="150"/>
                  </a:cubicBezTo>
                  <a:cubicBezTo>
                    <a:pt x="534" y="154"/>
                    <a:pt x="503" y="175"/>
                    <a:pt x="451" y="175"/>
                  </a:cubicBezTo>
                  <a:cubicBezTo>
                    <a:pt x="389" y="175"/>
                    <a:pt x="296" y="146"/>
                    <a:pt x="182" y="27"/>
                  </a:cubicBezTo>
                  <a:cubicBezTo>
                    <a:pt x="164" y="8"/>
                    <a:pt x="143" y="0"/>
                    <a:pt x="1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10"/>
            <p:cNvSpPr/>
            <p:nvPr/>
          </p:nvSpPr>
          <p:spPr>
            <a:xfrm>
              <a:off x="407436" y="332222"/>
              <a:ext cx="76647" cy="118882"/>
            </a:xfrm>
            <a:custGeom>
              <a:avLst/>
              <a:gdLst/>
              <a:ahLst/>
              <a:cxnLst/>
              <a:rect l="l" t="t" r="r" b="b"/>
              <a:pathLst>
                <a:path w="1205" h="1869" extrusionOk="0">
                  <a:moveTo>
                    <a:pt x="601" y="1"/>
                  </a:moveTo>
                  <a:cubicBezTo>
                    <a:pt x="552" y="1"/>
                    <a:pt x="507" y="9"/>
                    <a:pt x="470" y="27"/>
                  </a:cubicBezTo>
                  <a:cubicBezTo>
                    <a:pt x="408" y="58"/>
                    <a:pt x="365" y="117"/>
                    <a:pt x="356" y="188"/>
                  </a:cubicBezTo>
                  <a:cubicBezTo>
                    <a:pt x="334" y="339"/>
                    <a:pt x="414" y="481"/>
                    <a:pt x="510" y="592"/>
                  </a:cubicBezTo>
                  <a:cubicBezTo>
                    <a:pt x="468" y="588"/>
                    <a:pt x="426" y="585"/>
                    <a:pt x="386" y="585"/>
                  </a:cubicBezTo>
                  <a:cubicBezTo>
                    <a:pt x="311" y="585"/>
                    <a:pt x="242" y="595"/>
                    <a:pt x="192" y="623"/>
                  </a:cubicBezTo>
                  <a:cubicBezTo>
                    <a:pt x="149" y="644"/>
                    <a:pt x="118" y="684"/>
                    <a:pt x="106" y="731"/>
                  </a:cubicBezTo>
                  <a:cubicBezTo>
                    <a:pt x="69" y="876"/>
                    <a:pt x="229" y="1027"/>
                    <a:pt x="383" y="1135"/>
                  </a:cubicBezTo>
                  <a:cubicBezTo>
                    <a:pt x="263" y="1153"/>
                    <a:pt x="134" y="1193"/>
                    <a:pt x="66" y="1270"/>
                  </a:cubicBezTo>
                  <a:cubicBezTo>
                    <a:pt x="22" y="1314"/>
                    <a:pt x="1" y="1375"/>
                    <a:pt x="4" y="1434"/>
                  </a:cubicBezTo>
                  <a:cubicBezTo>
                    <a:pt x="26" y="1724"/>
                    <a:pt x="544" y="1853"/>
                    <a:pt x="605" y="1866"/>
                  </a:cubicBezTo>
                  <a:cubicBezTo>
                    <a:pt x="612" y="1869"/>
                    <a:pt x="618" y="1869"/>
                    <a:pt x="624" y="1869"/>
                  </a:cubicBezTo>
                  <a:cubicBezTo>
                    <a:pt x="726" y="1869"/>
                    <a:pt x="741" y="1724"/>
                    <a:pt x="642" y="1702"/>
                  </a:cubicBezTo>
                  <a:cubicBezTo>
                    <a:pt x="460" y="1659"/>
                    <a:pt x="186" y="1539"/>
                    <a:pt x="177" y="1421"/>
                  </a:cubicBezTo>
                  <a:cubicBezTo>
                    <a:pt x="174" y="1409"/>
                    <a:pt x="180" y="1397"/>
                    <a:pt x="189" y="1388"/>
                  </a:cubicBezTo>
                  <a:cubicBezTo>
                    <a:pt x="257" y="1314"/>
                    <a:pt x="504" y="1286"/>
                    <a:pt x="649" y="1286"/>
                  </a:cubicBezTo>
                  <a:cubicBezTo>
                    <a:pt x="689" y="1286"/>
                    <a:pt x="726" y="1258"/>
                    <a:pt x="735" y="1221"/>
                  </a:cubicBezTo>
                  <a:cubicBezTo>
                    <a:pt x="744" y="1181"/>
                    <a:pt x="726" y="1141"/>
                    <a:pt x="692" y="1122"/>
                  </a:cubicBezTo>
                  <a:cubicBezTo>
                    <a:pt x="442" y="996"/>
                    <a:pt x="260" y="826"/>
                    <a:pt x="269" y="777"/>
                  </a:cubicBezTo>
                  <a:cubicBezTo>
                    <a:pt x="281" y="764"/>
                    <a:pt x="319" y="757"/>
                    <a:pt x="373" y="757"/>
                  </a:cubicBezTo>
                  <a:cubicBezTo>
                    <a:pt x="472" y="757"/>
                    <a:pt x="626" y="780"/>
                    <a:pt x="787" y="829"/>
                  </a:cubicBezTo>
                  <a:cubicBezTo>
                    <a:pt x="797" y="832"/>
                    <a:pt x="807" y="834"/>
                    <a:pt x="815" y="834"/>
                  </a:cubicBezTo>
                  <a:cubicBezTo>
                    <a:pt x="894" y="834"/>
                    <a:pt x="936" y="722"/>
                    <a:pt x="858" y="675"/>
                  </a:cubicBezTo>
                  <a:cubicBezTo>
                    <a:pt x="763" y="613"/>
                    <a:pt x="497" y="394"/>
                    <a:pt x="525" y="216"/>
                  </a:cubicBezTo>
                  <a:cubicBezTo>
                    <a:pt x="528" y="191"/>
                    <a:pt x="538" y="188"/>
                    <a:pt x="547" y="182"/>
                  </a:cubicBezTo>
                  <a:cubicBezTo>
                    <a:pt x="561" y="174"/>
                    <a:pt x="580" y="171"/>
                    <a:pt x="603" y="171"/>
                  </a:cubicBezTo>
                  <a:cubicBezTo>
                    <a:pt x="714" y="171"/>
                    <a:pt x="914" y="250"/>
                    <a:pt x="1037" y="314"/>
                  </a:cubicBezTo>
                  <a:cubicBezTo>
                    <a:pt x="1052" y="322"/>
                    <a:pt x="1066" y="325"/>
                    <a:pt x="1079" y="325"/>
                  </a:cubicBezTo>
                  <a:cubicBezTo>
                    <a:pt x="1158" y="325"/>
                    <a:pt x="1205" y="208"/>
                    <a:pt x="1117" y="160"/>
                  </a:cubicBezTo>
                  <a:cubicBezTo>
                    <a:pt x="1058" y="130"/>
                    <a:pt x="799" y="1"/>
                    <a:pt x="6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10"/>
            <p:cNvSpPr/>
            <p:nvPr/>
          </p:nvSpPr>
          <p:spPr>
            <a:xfrm>
              <a:off x="132954" y="1478085"/>
              <a:ext cx="117305" cy="117305"/>
            </a:xfrm>
            <a:custGeom>
              <a:avLst/>
              <a:gdLst/>
              <a:ahLst/>
              <a:cxnLst/>
              <a:rect l="l" t="t" r="r" b="b"/>
              <a:pathLst>
                <a:path w="1611" h="1611" extrusionOk="0">
                  <a:moveTo>
                    <a:pt x="871" y="1"/>
                  </a:moveTo>
                  <a:cubicBezTo>
                    <a:pt x="821" y="1"/>
                    <a:pt x="784" y="38"/>
                    <a:pt x="784" y="84"/>
                  </a:cubicBezTo>
                  <a:lnTo>
                    <a:pt x="781" y="574"/>
                  </a:lnTo>
                  <a:lnTo>
                    <a:pt x="488" y="263"/>
                  </a:lnTo>
                  <a:cubicBezTo>
                    <a:pt x="469" y="243"/>
                    <a:pt x="447" y="234"/>
                    <a:pt x="426" y="234"/>
                  </a:cubicBezTo>
                  <a:cubicBezTo>
                    <a:pt x="360" y="234"/>
                    <a:pt x="303" y="317"/>
                    <a:pt x="362" y="380"/>
                  </a:cubicBezTo>
                  <a:lnTo>
                    <a:pt x="664" y="701"/>
                  </a:lnTo>
                  <a:lnTo>
                    <a:pt x="115" y="704"/>
                  </a:lnTo>
                  <a:cubicBezTo>
                    <a:pt x="1" y="704"/>
                    <a:pt x="1" y="877"/>
                    <a:pt x="115" y="877"/>
                  </a:cubicBezTo>
                  <a:lnTo>
                    <a:pt x="618" y="870"/>
                  </a:lnTo>
                  <a:lnTo>
                    <a:pt x="618" y="870"/>
                  </a:lnTo>
                  <a:lnTo>
                    <a:pt x="232" y="1142"/>
                  </a:lnTo>
                  <a:cubicBezTo>
                    <a:pt x="167" y="1191"/>
                    <a:pt x="201" y="1293"/>
                    <a:pt x="282" y="1296"/>
                  </a:cubicBezTo>
                  <a:cubicBezTo>
                    <a:pt x="297" y="1296"/>
                    <a:pt x="315" y="1290"/>
                    <a:pt x="331" y="1281"/>
                  </a:cubicBezTo>
                  <a:lnTo>
                    <a:pt x="781" y="966"/>
                  </a:lnTo>
                  <a:lnTo>
                    <a:pt x="775" y="1524"/>
                  </a:lnTo>
                  <a:cubicBezTo>
                    <a:pt x="775" y="1571"/>
                    <a:pt x="815" y="1611"/>
                    <a:pt x="861" y="1611"/>
                  </a:cubicBezTo>
                  <a:cubicBezTo>
                    <a:pt x="908" y="1611"/>
                    <a:pt x="948" y="1571"/>
                    <a:pt x="948" y="1524"/>
                  </a:cubicBezTo>
                  <a:lnTo>
                    <a:pt x="951" y="997"/>
                  </a:lnTo>
                  <a:lnTo>
                    <a:pt x="1262" y="1330"/>
                  </a:lnTo>
                  <a:cubicBezTo>
                    <a:pt x="1281" y="1345"/>
                    <a:pt x="1302" y="1355"/>
                    <a:pt x="1327" y="1355"/>
                  </a:cubicBezTo>
                  <a:cubicBezTo>
                    <a:pt x="1349" y="1355"/>
                    <a:pt x="1367" y="1349"/>
                    <a:pt x="1386" y="1333"/>
                  </a:cubicBezTo>
                  <a:cubicBezTo>
                    <a:pt x="1420" y="1299"/>
                    <a:pt x="1420" y="1247"/>
                    <a:pt x="1389" y="1210"/>
                  </a:cubicBezTo>
                  <a:lnTo>
                    <a:pt x="1059" y="864"/>
                  </a:lnTo>
                  <a:lnTo>
                    <a:pt x="1506" y="861"/>
                  </a:lnTo>
                  <a:cubicBezTo>
                    <a:pt x="1611" y="852"/>
                    <a:pt x="1611" y="695"/>
                    <a:pt x="1506" y="689"/>
                  </a:cubicBezTo>
                  <a:lnTo>
                    <a:pt x="1503" y="692"/>
                  </a:lnTo>
                  <a:lnTo>
                    <a:pt x="1170" y="695"/>
                  </a:lnTo>
                  <a:lnTo>
                    <a:pt x="1518" y="451"/>
                  </a:lnTo>
                  <a:cubicBezTo>
                    <a:pt x="1592" y="398"/>
                    <a:pt x="1540" y="297"/>
                    <a:pt x="1468" y="297"/>
                  </a:cubicBezTo>
                  <a:cubicBezTo>
                    <a:pt x="1453" y="297"/>
                    <a:pt x="1436" y="301"/>
                    <a:pt x="1420" y="312"/>
                  </a:cubicBezTo>
                  <a:lnTo>
                    <a:pt x="951" y="639"/>
                  </a:lnTo>
                  <a:lnTo>
                    <a:pt x="954" y="87"/>
                  </a:lnTo>
                  <a:cubicBezTo>
                    <a:pt x="954" y="38"/>
                    <a:pt x="917" y="1"/>
                    <a:pt x="8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10"/>
            <p:cNvSpPr/>
            <p:nvPr/>
          </p:nvSpPr>
          <p:spPr>
            <a:xfrm rot="-5594267">
              <a:off x="1864621" y="158533"/>
              <a:ext cx="102915" cy="102661"/>
            </a:xfrm>
            <a:custGeom>
              <a:avLst/>
              <a:gdLst/>
              <a:ahLst/>
              <a:cxnLst/>
              <a:rect l="l" t="t" r="r" b="b"/>
              <a:pathLst>
                <a:path w="1618" h="1614" extrusionOk="0">
                  <a:moveTo>
                    <a:pt x="868" y="1"/>
                  </a:moveTo>
                  <a:cubicBezTo>
                    <a:pt x="821" y="1"/>
                    <a:pt x="784" y="38"/>
                    <a:pt x="784" y="87"/>
                  </a:cubicBezTo>
                  <a:lnTo>
                    <a:pt x="781" y="575"/>
                  </a:lnTo>
                  <a:lnTo>
                    <a:pt x="488" y="266"/>
                  </a:lnTo>
                  <a:cubicBezTo>
                    <a:pt x="470" y="251"/>
                    <a:pt x="451" y="245"/>
                    <a:pt x="432" y="245"/>
                  </a:cubicBezTo>
                  <a:cubicBezTo>
                    <a:pt x="369" y="245"/>
                    <a:pt x="316" y="318"/>
                    <a:pt x="362" y="380"/>
                  </a:cubicBezTo>
                  <a:lnTo>
                    <a:pt x="664" y="701"/>
                  </a:lnTo>
                  <a:lnTo>
                    <a:pt x="115" y="707"/>
                  </a:lnTo>
                  <a:cubicBezTo>
                    <a:pt x="1" y="707"/>
                    <a:pt x="1" y="877"/>
                    <a:pt x="115" y="877"/>
                  </a:cubicBezTo>
                  <a:lnTo>
                    <a:pt x="618" y="874"/>
                  </a:lnTo>
                  <a:lnTo>
                    <a:pt x="229" y="1142"/>
                  </a:lnTo>
                  <a:cubicBezTo>
                    <a:pt x="189" y="1170"/>
                    <a:pt x="180" y="1222"/>
                    <a:pt x="208" y="1262"/>
                  </a:cubicBezTo>
                  <a:cubicBezTo>
                    <a:pt x="225" y="1285"/>
                    <a:pt x="252" y="1298"/>
                    <a:pt x="279" y="1298"/>
                  </a:cubicBezTo>
                  <a:cubicBezTo>
                    <a:pt x="296" y="1298"/>
                    <a:pt x="313" y="1293"/>
                    <a:pt x="328" y="1284"/>
                  </a:cubicBezTo>
                  <a:lnTo>
                    <a:pt x="775" y="969"/>
                  </a:lnTo>
                  <a:lnTo>
                    <a:pt x="775" y="1528"/>
                  </a:lnTo>
                  <a:cubicBezTo>
                    <a:pt x="772" y="1574"/>
                    <a:pt x="812" y="1614"/>
                    <a:pt x="858" y="1614"/>
                  </a:cubicBezTo>
                  <a:cubicBezTo>
                    <a:pt x="905" y="1614"/>
                    <a:pt x="945" y="1574"/>
                    <a:pt x="945" y="1528"/>
                  </a:cubicBezTo>
                  <a:lnTo>
                    <a:pt x="948" y="1000"/>
                  </a:lnTo>
                  <a:lnTo>
                    <a:pt x="1259" y="1333"/>
                  </a:lnTo>
                  <a:cubicBezTo>
                    <a:pt x="1278" y="1353"/>
                    <a:pt x="1300" y="1361"/>
                    <a:pt x="1321" y="1361"/>
                  </a:cubicBezTo>
                  <a:cubicBezTo>
                    <a:pt x="1387" y="1361"/>
                    <a:pt x="1444" y="1277"/>
                    <a:pt x="1386" y="1213"/>
                  </a:cubicBezTo>
                  <a:lnTo>
                    <a:pt x="1059" y="868"/>
                  </a:lnTo>
                  <a:lnTo>
                    <a:pt x="1503" y="865"/>
                  </a:lnTo>
                  <a:cubicBezTo>
                    <a:pt x="1617" y="861"/>
                    <a:pt x="1617" y="692"/>
                    <a:pt x="1503" y="692"/>
                  </a:cubicBezTo>
                  <a:lnTo>
                    <a:pt x="1173" y="695"/>
                  </a:lnTo>
                  <a:lnTo>
                    <a:pt x="1518" y="454"/>
                  </a:lnTo>
                  <a:cubicBezTo>
                    <a:pt x="1597" y="401"/>
                    <a:pt x="1544" y="296"/>
                    <a:pt x="1472" y="296"/>
                  </a:cubicBezTo>
                  <a:cubicBezTo>
                    <a:pt x="1456" y="296"/>
                    <a:pt x="1439" y="301"/>
                    <a:pt x="1423" y="312"/>
                  </a:cubicBezTo>
                  <a:lnTo>
                    <a:pt x="951" y="639"/>
                  </a:lnTo>
                  <a:lnTo>
                    <a:pt x="954" y="87"/>
                  </a:lnTo>
                  <a:cubicBezTo>
                    <a:pt x="954" y="41"/>
                    <a:pt x="917" y="1"/>
                    <a:pt x="8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10"/>
            <p:cNvSpPr/>
            <p:nvPr/>
          </p:nvSpPr>
          <p:spPr>
            <a:xfrm rot="-5594267">
              <a:off x="1518450" y="117160"/>
              <a:ext cx="82879" cy="75565"/>
            </a:xfrm>
            <a:custGeom>
              <a:avLst/>
              <a:gdLst/>
              <a:ahLst/>
              <a:cxnLst/>
              <a:rect l="l" t="t" r="r" b="b"/>
              <a:pathLst>
                <a:path w="1303" h="1188" extrusionOk="0">
                  <a:moveTo>
                    <a:pt x="710" y="173"/>
                  </a:moveTo>
                  <a:cubicBezTo>
                    <a:pt x="941" y="173"/>
                    <a:pt x="1129" y="364"/>
                    <a:pt x="1129" y="595"/>
                  </a:cubicBezTo>
                  <a:cubicBezTo>
                    <a:pt x="1126" y="827"/>
                    <a:pt x="938" y="1012"/>
                    <a:pt x="707" y="1015"/>
                  </a:cubicBezTo>
                  <a:cubicBezTo>
                    <a:pt x="476" y="1015"/>
                    <a:pt x="287" y="823"/>
                    <a:pt x="287" y="592"/>
                  </a:cubicBezTo>
                  <a:cubicBezTo>
                    <a:pt x="287" y="358"/>
                    <a:pt x="479" y="173"/>
                    <a:pt x="710" y="173"/>
                  </a:cubicBezTo>
                  <a:close/>
                  <a:moveTo>
                    <a:pt x="712" y="1"/>
                  </a:moveTo>
                  <a:cubicBezTo>
                    <a:pt x="485" y="1"/>
                    <a:pt x="263" y="130"/>
                    <a:pt x="164" y="364"/>
                  </a:cubicBezTo>
                  <a:cubicBezTo>
                    <a:pt x="1" y="752"/>
                    <a:pt x="284" y="1184"/>
                    <a:pt x="707" y="1187"/>
                  </a:cubicBezTo>
                  <a:lnTo>
                    <a:pt x="710" y="1187"/>
                  </a:lnTo>
                  <a:cubicBezTo>
                    <a:pt x="1034" y="1187"/>
                    <a:pt x="1299" y="922"/>
                    <a:pt x="1302" y="595"/>
                  </a:cubicBezTo>
                  <a:cubicBezTo>
                    <a:pt x="1302" y="438"/>
                    <a:pt x="1240" y="287"/>
                    <a:pt x="1129" y="176"/>
                  </a:cubicBezTo>
                  <a:cubicBezTo>
                    <a:pt x="1012" y="57"/>
                    <a:pt x="861" y="1"/>
                    <a:pt x="7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10"/>
            <p:cNvSpPr/>
            <p:nvPr/>
          </p:nvSpPr>
          <p:spPr>
            <a:xfrm>
              <a:off x="210486" y="1003529"/>
              <a:ext cx="402834" cy="265947"/>
            </a:xfrm>
            <a:custGeom>
              <a:avLst/>
              <a:gdLst/>
              <a:ahLst/>
              <a:cxnLst/>
              <a:rect l="l" t="t" r="r" b="b"/>
              <a:pathLst>
                <a:path w="5815" h="3839" extrusionOk="0">
                  <a:moveTo>
                    <a:pt x="2894" y="594"/>
                  </a:moveTo>
                  <a:cubicBezTo>
                    <a:pt x="3125" y="816"/>
                    <a:pt x="3174" y="1078"/>
                    <a:pt x="3110" y="1251"/>
                  </a:cubicBezTo>
                  <a:cubicBezTo>
                    <a:pt x="3077" y="1342"/>
                    <a:pt x="3020" y="1391"/>
                    <a:pt x="2952" y="1391"/>
                  </a:cubicBezTo>
                  <a:cubicBezTo>
                    <a:pt x="2910" y="1391"/>
                    <a:pt x="2864" y="1373"/>
                    <a:pt x="2817" y="1334"/>
                  </a:cubicBezTo>
                  <a:cubicBezTo>
                    <a:pt x="2656" y="1195"/>
                    <a:pt x="2693" y="877"/>
                    <a:pt x="2894" y="594"/>
                  </a:cubicBezTo>
                  <a:close/>
                  <a:moveTo>
                    <a:pt x="4667" y="1439"/>
                  </a:moveTo>
                  <a:lnTo>
                    <a:pt x="4667" y="1439"/>
                  </a:lnTo>
                  <a:cubicBezTo>
                    <a:pt x="4627" y="1750"/>
                    <a:pt x="4436" y="1981"/>
                    <a:pt x="4177" y="2018"/>
                  </a:cubicBezTo>
                  <a:cubicBezTo>
                    <a:pt x="4161" y="2018"/>
                    <a:pt x="4149" y="2022"/>
                    <a:pt x="4134" y="2022"/>
                  </a:cubicBezTo>
                  <a:cubicBezTo>
                    <a:pt x="4063" y="2022"/>
                    <a:pt x="4063" y="2000"/>
                    <a:pt x="4063" y="1981"/>
                  </a:cubicBezTo>
                  <a:cubicBezTo>
                    <a:pt x="4060" y="1852"/>
                    <a:pt x="4309" y="1519"/>
                    <a:pt x="4667" y="1439"/>
                  </a:cubicBezTo>
                  <a:close/>
                  <a:moveTo>
                    <a:pt x="1620" y="2253"/>
                  </a:moveTo>
                  <a:cubicBezTo>
                    <a:pt x="1663" y="2253"/>
                    <a:pt x="1706" y="2293"/>
                    <a:pt x="1731" y="2327"/>
                  </a:cubicBezTo>
                  <a:cubicBezTo>
                    <a:pt x="1857" y="2484"/>
                    <a:pt x="1888" y="2660"/>
                    <a:pt x="1820" y="2805"/>
                  </a:cubicBezTo>
                  <a:cubicBezTo>
                    <a:pt x="1743" y="2959"/>
                    <a:pt x="1564" y="3055"/>
                    <a:pt x="1348" y="3061"/>
                  </a:cubicBezTo>
                  <a:cubicBezTo>
                    <a:pt x="1305" y="2774"/>
                    <a:pt x="1385" y="2472"/>
                    <a:pt x="1500" y="2330"/>
                  </a:cubicBezTo>
                  <a:cubicBezTo>
                    <a:pt x="1543" y="2278"/>
                    <a:pt x="1583" y="2253"/>
                    <a:pt x="1620" y="2253"/>
                  </a:cubicBezTo>
                  <a:close/>
                  <a:moveTo>
                    <a:pt x="3548" y="2490"/>
                  </a:moveTo>
                  <a:cubicBezTo>
                    <a:pt x="3563" y="2490"/>
                    <a:pt x="3597" y="2524"/>
                    <a:pt x="3625" y="2614"/>
                  </a:cubicBezTo>
                  <a:cubicBezTo>
                    <a:pt x="3699" y="2827"/>
                    <a:pt x="3652" y="3061"/>
                    <a:pt x="3507" y="3231"/>
                  </a:cubicBezTo>
                  <a:cubicBezTo>
                    <a:pt x="3372" y="2993"/>
                    <a:pt x="3384" y="2737"/>
                    <a:pt x="3461" y="2586"/>
                  </a:cubicBezTo>
                  <a:cubicBezTo>
                    <a:pt x="3495" y="2518"/>
                    <a:pt x="3532" y="2490"/>
                    <a:pt x="3548" y="2490"/>
                  </a:cubicBezTo>
                  <a:close/>
                  <a:moveTo>
                    <a:pt x="3628" y="170"/>
                  </a:moveTo>
                  <a:cubicBezTo>
                    <a:pt x="3775" y="170"/>
                    <a:pt x="3925" y="213"/>
                    <a:pt x="4066" y="304"/>
                  </a:cubicBezTo>
                  <a:cubicBezTo>
                    <a:pt x="4430" y="532"/>
                    <a:pt x="4652" y="887"/>
                    <a:pt x="4673" y="1260"/>
                  </a:cubicBezTo>
                  <a:cubicBezTo>
                    <a:pt x="4229" y="1340"/>
                    <a:pt x="3881" y="1747"/>
                    <a:pt x="3893" y="1988"/>
                  </a:cubicBezTo>
                  <a:cubicBezTo>
                    <a:pt x="3899" y="2086"/>
                    <a:pt x="3960" y="2190"/>
                    <a:pt x="4132" y="2190"/>
                  </a:cubicBezTo>
                  <a:cubicBezTo>
                    <a:pt x="4153" y="2190"/>
                    <a:pt x="4177" y="2188"/>
                    <a:pt x="4201" y="2185"/>
                  </a:cubicBezTo>
                  <a:cubicBezTo>
                    <a:pt x="4550" y="2139"/>
                    <a:pt x="4803" y="1827"/>
                    <a:pt x="4840" y="1417"/>
                  </a:cubicBezTo>
                  <a:cubicBezTo>
                    <a:pt x="5034" y="1423"/>
                    <a:pt x="5213" y="1510"/>
                    <a:pt x="5373" y="1682"/>
                  </a:cubicBezTo>
                  <a:cubicBezTo>
                    <a:pt x="5651" y="1972"/>
                    <a:pt x="5586" y="2321"/>
                    <a:pt x="5485" y="2561"/>
                  </a:cubicBezTo>
                  <a:cubicBezTo>
                    <a:pt x="5247" y="3113"/>
                    <a:pt x="4581" y="3616"/>
                    <a:pt x="4090" y="3616"/>
                  </a:cubicBezTo>
                  <a:cubicBezTo>
                    <a:pt x="4086" y="3616"/>
                    <a:pt x="4082" y="3616"/>
                    <a:pt x="4077" y="3616"/>
                  </a:cubicBezTo>
                  <a:cubicBezTo>
                    <a:pt x="3958" y="3616"/>
                    <a:pt x="3843" y="3576"/>
                    <a:pt x="3748" y="3505"/>
                  </a:cubicBezTo>
                  <a:cubicBezTo>
                    <a:pt x="3699" y="3465"/>
                    <a:pt x="3652" y="3422"/>
                    <a:pt x="3609" y="3372"/>
                  </a:cubicBezTo>
                  <a:cubicBezTo>
                    <a:pt x="3816" y="3157"/>
                    <a:pt x="3884" y="2845"/>
                    <a:pt x="3788" y="2564"/>
                  </a:cubicBezTo>
                  <a:cubicBezTo>
                    <a:pt x="3723" y="2352"/>
                    <a:pt x="3609" y="2321"/>
                    <a:pt x="3548" y="2321"/>
                  </a:cubicBezTo>
                  <a:cubicBezTo>
                    <a:pt x="3455" y="2321"/>
                    <a:pt x="3366" y="2389"/>
                    <a:pt x="3307" y="2506"/>
                  </a:cubicBezTo>
                  <a:cubicBezTo>
                    <a:pt x="3202" y="2716"/>
                    <a:pt x="3187" y="3049"/>
                    <a:pt x="3381" y="3351"/>
                  </a:cubicBezTo>
                  <a:cubicBezTo>
                    <a:pt x="3181" y="3505"/>
                    <a:pt x="2807" y="3669"/>
                    <a:pt x="2120" y="3669"/>
                  </a:cubicBezTo>
                  <a:lnTo>
                    <a:pt x="2070" y="3669"/>
                  </a:lnTo>
                  <a:cubicBezTo>
                    <a:pt x="1651" y="3662"/>
                    <a:pt x="1469" y="3447"/>
                    <a:pt x="1392" y="3231"/>
                  </a:cubicBezTo>
                  <a:cubicBezTo>
                    <a:pt x="1657" y="3215"/>
                    <a:pt x="1873" y="3086"/>
                    <a:pt x="1972" y="2879"/>
                  </a:cubicBezTo>
                  <a:cubicBezTo>
                    <a:pt x="2073" y="2672"/>
                    <a:pt x="2033" y="2432"/>
                    <a:pt x="1864" y="2222"/>
                  </a:cubicBezTo>
                  <a:cubicBezTo>
                    <a:pt x="1771" y="2105"/>
                    <a:pt x="1679" y="2080"/>
                    <a:pt x="1617" y="2080"/>
                  </a:cubicBezTo>
                  <a:cubicBezTo>
                    <a:pt x="1527" y="2080"/>
                    <a:pt x="1441" y="2130"/>
                    <a:pt x="1367" y="2222"/>
                  </a:cubicBezTo>
                  <a:cubicBezTo>
                    <a:pt x="1216" y="2410"/>
                    <a:pt x="1139" y="2749"/>
                    <a:pt x="1173" y="3049"/>
                  </a:cubicBezTo>
                  <a:cubicBezTo>
                    <a:pt x="966" y="3002"/>
                    <a:pt x="769" y="2913"/>
                    <a:pt x="602" y="2783"/>
                  </a:cubicBezTo>
                  <a:cubicBezTo>
                    <a:pt x="161" y="2456"/>
                    <a:pt x="254" y="2003"/>
                    <a:pt x="312" y="1821"/>
                  </a:cubicBezTo>
                  <a:cubicBezTo>
                    <a:pt x="442" y="1426"/>
                    <a:pt x="790" y="1106"/>
                    <a:pt x="1086" y="1106"/>
                  </a:cubicBezTo>
                  <a:cubicBezTo>
                    <a:pt x="1157" y="1106"/>
                    <a:pt x="1228" y="1124"/>
                    <a:pt x="1290" y="1161"/>
                  </a:cubicBezTo>
                  <a:cubicBezTo>
                    <a:pt x="1304" y="1169"/>
                    <a:pt x="1319" y="1173"/>
                    <a:pt x="1333" y="1173"/>
                  </a:cubicBezTo>
                  <a:cubicBezTo>
                    <a:pt x="1382" y="1173"/>
                    <a:pt x="1427" y="1130"/>
                    <a:pt x="1419" y="1075"/>
                  </a:cubicBezTo>
                  <a:cubicBezTo>
                    <a:pt x="1419" y="1072"/>
                    <a:pt x="1358" y="621"/>
                    <a:pt x="1574" y="375"/>
                  </a:cubicBezTo>
                  <a:cubicBezTo>
                    <a:pt x="1664" y="270"/>
                    <a:pt x="1793" y="218"/>
                    <a:pt x="1959" y="218"/>
                  </a:cubicBezTo>
                  <a:cubicBezTo>
                    <a:pt x="2076" y="218"/>
                    <a:pt x="2212" y="243"/>
                    <a:pt x="2366" y="294"/>
                  </a:cubicBezTo>
                  <a:cubicBezTo>
                    <a:pt x="2508" y="338"/>
                    <a:pt x="2641" y="402"/>
                    <a:pt x="2761" y="486"/>
                  </a:cubicBezTo>
                  <a:cubicBezTo>
                    <a:pt x="2527" y="809"/>
                    <a:pt x="2446" y="1244"/>
                    <a:pt x="2709" y="1463"/>
                  </a:cubicBezTo>
                  <a:cubicBezTo>
                    <a:pt x="2777" y="1525"/>
                    <a:pt x="2863" y="1562"/>
                    <a:pt x="2955" y="1565"/>
                  </a:cubicBezTo>
                  <a:cubicBezTo>
                    <a:pt x="3094" y="1565"/>
                    <a:pt x="3218" y="1466"/>
                    <a:pt x="3273" y="1306"/>
                  </a:cubicBezTo>
                  <a:cubicBezTo>
                    <a:pt x="3353" y="1075"/>
                    <a:pt x="3298" y="735"/>
                    <a:pt x="3002" y="458"/>
                  </a:cubicBezTo>
                  <a:cubicBezTo>
                    <a:pt x="3182" y="270"/>
                    <a:pt x="3403" y="170"/>
                    <a:pt x="3628" y="170"/>
                  </a:cubicBezTo>
                  <a:close/>
                  <a:moveTo>
                    <a:pt x="3632" y="0"/>
                  </a:moveTo>
                  <a:cubicBezTo>
                    <a:pt x="3356" y="0"/>
                    <a:pt x="3085" y="122"/>
                    <a:pt x="2872" y="350"/>
                  </a:cubicBezTo>
                  <a:cubicBezTo>
                    <a:pt x="2733" y="257"/>
                    <a:pt x="2582" y="183"/>
                    <a:pt x="2422" y="131"/>
                  </a:cubicBezTo>
                  <a:cubicBezTo>
                    <a:pt x="2252" y="76"/>
                    <a:pt x="2099" y="48"/>
                    <a:pt x="1963" y="48"/>
                  </a:cubicBezTo>
                  <a:cubicBezTo>
                    <a:pt x="1743" y="48"/>
                    <a:pt x="1568" y="120"/>
                    <a:pt x="1444" y="264"/>
                  </a:cubicBezTo>
                  <a:cubicBezTo>
                    <a:pt x="1262" y="470"/>
                    <a:pt x="1237" y="776"/>
                    <a:pt x="1241" y="954"/>
                  </a:cubicBezTo>
                  <a:cubicBezTo>
                    <a:pt x="1191" y="939"/>
                    <a:pt x="1139" y="933"/>
                    <a:pt x="1089" y="933"/>
                  </a:cubicBezTo>
                  <a:cubicBezTo>
                    <a:pt x="716" y="933"/>
                    <a:pt x="306" y="1300"/>
                    <a:pt x="152" y="1766"/>
                  </a:cubicBezTo>
                  <a:cubicBezTo>
                    <a:pt x="1" y="2225"/>
                    <a:pt x="127" y="2645"/>
                    <a:pt x="500" y="2919"/>
                  </a:cubicBezTo>
                  <a:cubicBezTo>
                    <a:pt x="735" y="3092"/>
                    <a:pt x="978" y="3197"/>
                    <a:pt x="1210" y="3224"/>
                  </a:cubicBezTo>
                  <a:cubicBezTo>
                    <a:pt x="1321" y="3613"/>
                    <a:pt x="1632" y="3835"/>
                    <a:pt x="2070" y="3838"/>
                  </a:cubicBezTo>
                  <a:lnTo>
                    <a:pt x="2120" y="3838"/>
                  </a:lnTo>
                  <a:cubicBezTo>
                    <a:pt x="2715" y="3838"/>
                    <a:pt x="3184" y="3718"/>
                    <a:pt x="3483" y="3490"/>
                  </a:cubicBezTo>
                  <a:cubicBezTo>
                    <a:pt x="3532" y="3542"/>
                    <a:pt x="3585" y="3595"/>
                    <a:pt x="3643" y="3641"/>
                  </a:cubicBezTo>
                  <a:cubicBezTo>
                    <a:pt x="3766" y="3737"/>
                    <a:pt x="3921" y="3786"/>
                    <a:pt x="4076" y="3786"/>
                  </a:cubicBezTo>
                  <a:cubicBezTo>
                    <a:pt x="4081" y="3786"/>
                    <a:pt x="4086" y="3786"/>
                    <a:pt x="4090" y="3786"/>
                  </a:cubicBezTo>
                  <a:cubicBezTo>
                    <a:pt x="4652" y="3786"/>
                    <a:pt x="5377" y="3246"/>
                    <a:pt x="5642" y="2629"/>
                  </a:cubicBezTo>
                  <a:cubicBezTo>
                    <a:pt x="5815" y="2222"/>
                    <a:pt x="5765" y="1843"/>
                    <a:pt x="5500" y="1565"/>
                  </a:cubicBezTo>
                  <a:cubicBezTo>
                    <a:pt x="5303" y="1358"/>
                    <a:pt x="5084" y="1254"/>
                    <a:pt x="4843" y="1247"/>
                  </a:cubicBezTo>
                  <a:cubicBezTo>
                    <a:pt x="4821" y="819"/>
                    <a:pt x="4572" y="418"/>
                    <a:pt x="4161" y="159"/>
                  </a:cubicBezTo>
                  <a:cubicBezTo>
                    <a:pt x="3992" y="52"/>
                    <a:pt x="3811" y="0"/>
                    <a:pt x="36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1" name="Google Shape;1101;p10"/>
          <p:cNvGrpSpPr/>
          <p:nvPr/>
        </p:nvGrpSpPr>
        <p:grpSpPr>
          <a:xfrm>
            <a:off x="78527" y="3357080"/>
            <a:ext cx="1783386" cy="1821430"/>
            <a:chOff x="78527" y="3357080"/>
            <a:chExt cx="1783386" cy="1821430"/>
          </a:xfrm>
        </p:grpSpPr>
        <p:sp>
          <p:nvSpPr>
            <p:cNvPr id="1102" name="Google Shape;1102;p10"/>
            <p:cNvSpPr/>
            <p:nvPr/>
          </p:nvSpPr>
          <p:spPr>
            <a:xfrm>
              <a:off x="1341824" y="4848149"/>
              <a:ext cx="336694" cy="222153"/>
            </a:xfrm>
            <a:custGeom>
              <a:avLst/>
              <a:gdLst/>
              <a:ahLst/>
              <a:cxnLst/>
              <a:rect l="l" t="t" r="r" b="b"/>
              <a:pathLst>
                <a:path w="5491" h="3623" extrusionOk="0">
                  <a:moveTo>
                    <a:pt x="2730" y="554"/>
                  </a:moveTo>
                  <a:lnTo>
                    <a:pt x="2730" y="557"/>
                  </a:lnTo>
                  <a:cubicBezTo>
                    <a:pt x="2949" y="767"/>
                    <a:pt x="2996" y="1014"/>
                    <a:pt x="2937" y="1177"/>
                  </a:cubicBezTo>
                  <a:cubicBezTo>
                    <a:pt x="2907" y="1263"/>
                    <a:pt x="2852" y="1310"/>
                    <a:pt x="2788" y="1310"/>
                  </a:cubicBezTo>
                  <a:cubicBezTo>
                    <a:pt x="2748" y="1310"/>
                    <a:pt x="2704" y="1292"/>
                    <a:pt x="2659" y="1254"/>
                  </a:cubicBezTo>
                  <a:cubicBezTo>
                    <a:pt x="2508" y="1125"/>
                    <a:pt x="2542" y="822"/>
                    <a:pt x="2730" y="554"/>
                  </a:cubicBezTo>
                  <a:close/>
                  <a:moveTo>
                    <a:pt x="4405" y="1353"/>
                  </a:moveTo>
                  <a:lnTo>
                    <a:pt x="4405" y="1356"/>
                  </a:lnTo>
                  <a:cubicBezTo>
                    <a:pt x="4368" y="1652"/>
                    <a:pt x="4186" y="1871"/>
                    <a:pt x="3943" y="1902"/>
                  </a:cubicBezTo>
                  <a:cubicBezTo>
                    <a:pt x="3930" y="1902"/>
                    <a:pt x="3915" y="1905"/>
                    <a:pt x="3902" y="1905"/>
                  </a:cubicBezTo>
                  <a:cubicBezTo>
                    <a:pt x="3838" y="1905"/>
                    <a:pt x="3838" y="1883"/>
                    <a:pt x="3838" y="1868"/>
                  </a:cubicBezTo>
                  <a:cubicBezTo>
                    <a:pt x="3831" y="1745"/>
                    <a:pt x="4066" y="1430"/>
                    <a:pt x="4405" y="1353"/>
                  </a:cubicBezTo>
                  <a:close/>
                  <a:moveTo>
                    <a:pt x="1528" y="2124"/>
                  </a:moveTo>
                  <a:cubicBezTo>
                    <a:pt x="1568" y="2124"/>
                    <a:pt x="1608" y="2164"/>
                    <a:pt x="1635" y="2195"/>
                  </a:cubicBezTo>
                  <a:cubicBezTo>
                    <a:pt x="1753" y="2346"/>
                    <a:pt x="1784" y="2509"/>
                    <a:pt x="1716" y="2648"/>
                  </a:cubicBezTo>
                  <a:cubicBezTo>
                    <a:pt x="1645" y="2793"/>
                    <a:pt x="1475" y="2886"/>
                    <a:pt x="1272" y="2889"/>
                  </a:cubicBezTo>
                  <a:cubicBezTo>
                    <a:pt x="1231" y="2617"/>
                    <a:pt x="1309" y="2331"/>
                    <a:pt x="1416" y="2198"/>
                  </a:cubicBezTo>
                  <a:cubicBezTo>
                    <a:pt x="1441" y="2158"/>
                    <a:pt x="1481" y="2130"/>
                    <a:pt x="1528" y="2124"/>
                  </a:cubicBezTo>
                  <a:close/>
                  <a:moveTo>
                    <a:pt x="3347" y="2352"/>
                  </a:moveTo>
                  <a:cubicBezTo>
                    <a:pt x="3363" y="2352"/>
                    <a:pt x="3393" y="2383"/>
                    <a:pt x="3421" y="2466"/>
                  </a:cubicBezTo>
                  <a:cubicBezTo>
                    <a:pt x="3489" y="2667"/>
                    <a:pt x="3449" y="2889"/>
                    <a:pt x="3310" y="3049"/>
                  </a:cubicBezTo>
                  <a:cubicBezTo>
                    <a:pt x="3184" y="2824"/>
                    <a:pt x="3193" y="2583"/>
                    <a:pt x="3264" y="2439"/>
                  </a:cubicBezTo>
                  <a:cubicBezTo>
                    <a:pt x="3298" y="2374"/>
                    <a:pt x="3332" y="2352"/>
                    <a:pt x="3347" y="2352"/>
                  </a:cubicBezTo>
                  <a:close/>
                  <a:moveTo>
                    <a:pt x="3425" y="161"/>
                  </a:moveTo>
                  <a:cubicBezTo>
                    <a:pt x="3564" y="161"/>
                    <a:pt x="3706" y="201"/>
                    <a:pt x="3841" y="286"/>
                  </a:cubicBezTo>
                  <a:cubicBezTo>
                    <a:pt x="4183" y="505"/>
                    <a:pt x="4393" y="838"/>
                    <a:pt x="4411" y="1189"/>
                  </a:cubicBezTo>
                  <a:cubicBezTo>
                    <a:pt x="3992" y="1266"/>
                    <a:pt x="3665" y="1652"/>
                    <a:pt x="3674" y="1877"/>
                  </a:cubicBezTo>
                  <a:cubicBezTo>
                    <a:pt x="3680" y="1971"/>
                    <a:pt x="3737" y="2070"/>
                    <a:pt x="3901" y="2070"/>
                  </a:cubicBezTo>
                  <a:cubicBezTo>
                    <a:pt x="3921" y="2070"/>
                    <a:pt x="3942" y="2068"/>
                    <a:pt x="3964" y="2065"/>
                  </a:cubicBezTo>
                  <a:cubicBezTo>
                    <a:pt x="4294" y="2019"/>
                    <a:pt x="4535" y="1726"/>
                    <a:pt x="4569" y="1341"/>
                  </a:cubicBezTo>
                  <a:cubicBezTo>
                    <a:pt x="4751" y="1344"/>
                    <a:pt x="4920" y="1427"/>
                    <a:pt x="5074" y="1587"/>
                  </a:cubicBezTo>
                  <a:cubicBezTo>
                    <a:pt x="5334" y="1862"/>
                    <a:pt x="5272" y="2192"/>
                    <a:pt x="5176" y="2417"/>
                  </a:cubicBezTo>
                  <a:cubicBezTo>
                    <a:pt x="4951" y="2938"/>
                    <a:pt x="4325" y="3413"/>
                    <a:pt x="3859" y="3413"/>
                  </a:cubicBezTo>
                  <a:cubicBezTo>
                    <a:pt x="3854" y="3413"/>
                    <a:pt x="3850" y="3413"/>
                    <a:pt x="3845" y="3413"/>
                  </a:cubicBezTo>
                  <a:cubicBezTo>
                    <a:pt x="3736" y="3413"/>
                    <a:pt x="3627" y="3379"/>
                    <a:pt x="3538" y="3311"/>
                  </a:cubicBezTo>
                  <a:cubicBezTo>
                    <a:pt x="3492" y="3274"/>
                    <a:pt x="3446" y="3231"/>
                    <a:pt x="3406" y="3185"/>
                  </a:cubicBezTo>
                  <a:cubicBezTo>
                    <a:pt x="3600" y="2981"/>
                    <a:pt x="3665" y="2688"/>
                    <a:pt x="3575" y="2420"/>
                  </a:cubicBezTo>
                  <a:cubicBezTo>
                    <a:pt x="3514" y="2220"/>
                    <a:pt x="3406" y="2189"/>
                    <a:pt x="3347" y="2189"/>
                  </a:cubicBezTo>
                  <a:cubicBezTo>
                    <a:pt x="3261" y="2189"/>
                    <a:pt x="3178" y="2253"/>
                    <a:pt x="3119" y="2368"/>
                  </a:cubicBezTo>
                  <a:cubicBezTo>
                    <a:pt x="3020" y="2562"/>
                    <a:pt x="3011" y="2876"/>
                    <a:pt x="3190" y="3163"/>
                  </a:cubicBezTo>
                  <a:cubicBezTo>
                    <a:pt x="3002" y="3308"/>
                    <a:pt x="2650" y="3462"/>
                    <a:pt x="1999" y="3462"/>
                  </a:cubicBezTo>
                  <a:lnTo>
                    <a:pt x="1953" y="3462"/>
                  </a:lnTo>
                  <a:cubicBezTo>
                    <a:pt x="1558" y="3456"/>
                    <a:pt x="1386" y="3253"/>
                    <a:pt x="1312" y="3049"/>
                  </a:cubicBezTo>
                  <a:cubicBezTo>
                    <a:pt x="1561" y="3034"/>
                    <a:pt x="1765" y="2913"/>
                    <a:pt x="1861" y="2719"/>
                  </a:cubicBezTo>
                  <a:cubicBezTo>
                    <a:pt x="1956" y="2525"/>
                    <a:pt x="1919" y="2297"/>
                    <a:pt x="1759" y="2096"/>
                  </a:cubicBezTo>
                  <a:cubicBezTo>
                    <a:pt x="1672" y="1988"/>
                    <a:pt x="1583" y="1964"/>
                    <a:pt x="1524" y="1964"/>
                  </a:cubicBezTo>
                  <a:cubicBezTo>
                    <a:pt x="1441" y="1964"/>
                    <a:pt x="1358" y="2010"/>
                    <a:pt x="1287" y="2099"/>
                  </a:cubicBezTo>
                  <a:cubicBezTo>
                    <a:pt x="1145" y="2278"/>
                    <a:pt x="1074" y="2596"/>
                    <a:pt x="1105" y="2880"/>
                  </a:cubicBezTo>
                  <a:cubicBezTo>
                    <a:pt x="911" y="2836"/>
                    <a:pt x="726" y="2750"/>
                    <a:pt x="565" y="2627"/>
                  </a:cubicBezTo>
                  <a:cubicBezTo>
                    <a:pt x="152" y="2321"/>
                    <a:pt x="238" y="1890"/>
                    <a:pt x="294" y="1720"/>
                  </a:cubicBezTo>
                  <a:cubicBezTo>
                    <a:pt x="417" y="1347"/>
                    <a:pt x="744" y="1044"/>
                    <a:pt x="1025" y="1044"/>
                  </a:cubicBezTo>
                  <a:cubicBezTo>
                    <a:pt x="1093" y="1044"/>
                    <a:pt x="1160" y="1063"/>
                    <a:pt x="1216" y="1097"/>
                  </a:cubicBezTo>
                  <a:cubicBezTo>
                    <a:pt x="1230" y="1105"/>
                    <a:pt x="1244" y="1108"/>
                    <a:pt x="1258" y="1108"/>
                  </a:cubicBezTo>
                  <a:cubicBezTo>
                    <a:pt x="1304" y="1108"/>
                    <a:pt x="1346" y="1069"/>
                    <a:pt x="1339" y="1017"/>
                  </a:cubicBezTo>
                  <a:cubicBezTo>
                    <a:pt x="1336" y="1014"/>
                    <a:pt x="1281" y="585"/>
                    <a:pt x="1484" y="354"/>
                  </a:cubicBezTo>
                  <a:cubicBezTo>
                    <a:pt x="1569" y="254"/>
                    <a:pt x="1692" y="205"/>
                    <a:pt x="1850" y="205"/>
                  </a:cubicBezTo>
                  <a:cubicBezTo>
                    <a:pt x="1960" y="205"/>
                    <a:pt x="2089" y="229"/>
                    <a:pt x="2234" y="276"/>
                  </a:cubicBezTo>
                  <a:cubicBezTo>
                    <a:pt x="2366" y="320"/>
                    <a:pt x="2490" y="378"/>
                    <a:pt x="2607" y="455"/>
                  </a:cubicBezTo>
                  <a:cubicBezTo>
                    <a:pt x="2385" y="764"/>
                    <a:pt x="2308" y="1174"/>
                    <a:pt x="2555" y="1381"/>
                  </a:cubicBezTo>
                  <a:cubicBezTo>
                    <a:pt x="2619" y="1439"/>
                    <a:pt x="2703" y="1473"/>
                    <a:pt x="2789" y="1476"/>
                  </a:cubicBezTo>
                  <a:cubicBezTo>
                    <a:pt x="2922" y="1476"/>
                    <a:pt x="3036" y="1384"/>
                    <a:pt x="3088" y="1233"/>
                  </a:cubicBezTo>
                  <a:cubicBezTo>
                    <a:pt x="3165" y="1017"/>
                    <a:pt x="3113" y="696"/>
                    <a:pt x="2835" y="434"/>
                  </a:cubicBezTo>
                  <a:cubicBezTo>
                    <a:pt x="3005" y="255"/>
                    <a:pt x="3212" y="161"/>
                    <a:pt x="3425" y="161"/>
                  </a:cubicBezTo>
                  <a:close/>
                  <a:moveTo>
                    <a:pt x="3429" y="0"/>
                  </a:moveTo>
                  <a:cubicBezTo>
                    <a:pt x="3169" y="0"/>
                    <a:pt x="2914" y="115"/>
                    <a:pt x="2712" y="332"/>
                  </a:cubicBezTo>
                  <a:cubicBezTo>
                    <a:pt x="2582" y="243"/>
                    <a:pt x="2437" y="172"/>
                    <a:pt x="2289" y="122"/>
                  </a:cubicBezTo>
                  <a:cubicBezTo>
                    <a:pt x="2128" y="70"/>
                    <a:pt x="1983" y="45"/>
                    <a:pt x="1854" y="45"/>
                  </a:cubicBezTo>
                  <a:cubicBezTo>
                    <a:pt x="1646" y="45"/>
                    <a:pt x="1482" y="112"/>
                    <a:pt x="1364" y="246"/>
                  </a:cubicBezTo>
                  <a:cubicBezTo>
                    <a:pt x="1194" y="443"/>
                    <a:pt x="1170" y="730"/>
                    <a:pt x="1173" y="899"/>
                  </a:cubicBezTo>
                  <a:cubicBezTo>
                    <a:pt x="1127" y="887"/>
                    <a:pt x="1077" y="881"/>
                    <a:pt x="1028" y="881"/>
                  </a:cubicBezTo>
                  <a:cubicBezTo>
                    <a:pt x="676" y="881"/>
                    <a:pt x="288" y="1226"/>
                    <a:pt x="143" y="1667"/>
                  </a:cubicBezTo>
                  <a:cubicBezTo>
                    <a:pt x="1" y="2102"/>
                    <a:pt x="121" y="2497"/>
                    <a:pt x="473" y="2756"/>
                  </a:cubicBezTo>
                  <a:cubicBezTo>
                    <a:pt x="695" y="2920"/>
                    <a:pt x="923" y="3018"/>
                    <a:pt x="1142" y="3046"/>
                  </a:cubicBezTo>
                  <a:cubicBezTo>
                    <a:pt x="1247" y="3410"/>
                    <a:pt x="1537" y="3620"/>
                    <a:pt x="1953" y="3623"/>
                  </a:cubicBezTo>
                  <a:lnTo>
                    <a:pt x="1999" y="3623"/>
                  </a:lnTo>
                  <a:cubicBezTo>
                    <a:pt x="2561" y="3623"/>
                    <a:pt x="3005" y="3509"/>
                    <a:pt x="3289" y="3296"/>
                  </a:cubicBezTo>
                  <a:cubicBezTo>
                    <a:pt x="3335" y="3348"/>
                    <a:pt x="3387" y="3395"/>
                    <a:pt x="3440" y="3438"/>
                  </a:cubicBezTo>
                  <a:cubicBezTo>
                    <a:pt x="3557" y="3528"/>
                    <a:pt x="3702" y="3577"/>
                    <a:pt x="3849" y="3577"/>
                  </a:cubicBezTo>
                  <a:cubicBezTo>
                    <a:pt x="3853" y="3577"/>
                    <a:pt x="3858" y="3577"/>
                    <a:pt x="3862" y="3577"/>
                  </a:cubicBezTo>
                  <a:cubicBezTo>
                    <a:pt x="4393" y="3577"/>
                    <a:pt x="5078" y="3065"/>
                    <a:pt x="5327" y="2482"/>
                  </a:cubicBezTo>
                  <a:cubicBezTo>
                    <a:pt x="5491" y="2099"/>
                    <a:pt x="5445" y="1741"/>
                    <a:pt x="5195" y="1476"/>
                  </a:cubicBezTo>
                  <a:cubicBezTo>
                    <a:pt x="5010" y="1282"/>
                    <a:pt x="4803" y="1183"/>
                    <a:pt x="4575" y="1177"/>
                  </a:cubicBezTo>
                  <a:cubicBezTo>
                    <a:pt x="4553" y="773"/>
                    <a:pt x="4316" y="394"/>
                    <a:pt x="3930" y="150"/>
                  </a:cubicBezTo>
                  <a:cubicBezTo>
                    <a:pt x="3770" y="49"/>
                    <a:pt x="3598" y="0"/>
                    <a:pt x="34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10"/>
            <p:cNvSpPr/>
            <p:nvPr/>
          </p:nvSpPr>
          <p:spPr>
            <a:xfrm>
              <a:off x="591016" y="4398235"/>
              <a:ext cx="117305" cy="117305"/>
            </a:xfrm>
            <a:custGeom>
              <a:avLst/>
              <a:gdLst/>
              <a:ahLst/>
              <a:cxnLst/>
              <a:rect l="l" t="t" r="r" b="b"/>
              <a:pathLst>
                <a:path w="1611" h="1611" extrusionOk="0">
                  <a:moveTo>
                    <a:pt x="871" y="1"/>
                  </a:moveTo>
                  <a:cubicBezTo>
                    <a:pt x="821" y="1"/>
                    <a:pt x="784" y="38"/>
                    <a:pt x="784" y="84"/>
                  </a:cubicBezTo>
                  <a:lnTo>
                    <a:pt x="781" y="574"/>
                  </a:lnTo>
                  <a:lnTo>
                    <a:pt x="488" y="263"/>
                  </a:lnTo>
                  <a:cubicBezTo>
                    <a:pt x="469" y="243"/>
                    <a:pt x="447" y="234"/>
                    <a:pt x="426" y="234"/>
                  </a:cubicBezTo>
                  <a:cubicBezTo>
                    <a:pt x="360" y="234"/>
                    <a:pt x="303" y="317"/>
                    <a:pt x="362" y="380"/>
                  </a:cubicBezTo>
                  <a:lnTo>
                    <a:pt x="664" y="701"/>
                  </a:lnTo>
                  <a:lnTo>
                    <a:pt x="115" y="704"/>
                  </a:lnTo>
                  <a:cubicBezTo>
                    <a:pt x="1" y="704"/>
                    <a:pt x="1" y="877"/>
                    <a:pt x="115" y="877"/>
                  </a:cubicBezTo>
                  <a:lnTo>
                    <a:pt x="618" y="870"/>
                  </a:lnTo>
                  <a:lnTo>
                    <a:pt x="618" y="870"/>
                  </a:lnTo>
                  <a:lnTo>
                    <a:pt x="232" y="1142"/>
                  </a:lnTo>
                  <a:cubicBezTo>
                    <a:pt x="167" y="1191"/>
                    <a:pt x="201" y="1293"/>
                    <a:pt x="282" y="1296"/>
                  </a:cubicBezTo>
                  <a:cubicBezTo>
                    <a:pt x="297" y="1296"/>
                    <a:pt x="315" y="1290"/>
                    <a:pt x="331" y="1281"/>
                  </a:cubicBezTo>
                  <a:lnTo>
                    <a:pt x="781" y="966"/>
                  </a:lnTo>
                  <a:lnTo>
                    <a:pt x="775" y="1524"/>
                  </a:lnTo>
                  <a:cubicBezTo>
                    <a:pt x="775" y="1571"/>
                    <a:pt x="815" y="1611"/>
                    <a:pt x="861" y="1611"/>
                  </a:cubicBezTo>
                  <a:cubicBezTo>
                    <a:pt x="908" y="1611"/>
                    <a:pt x="948" y="1571"/>
                    <a:pt x="948" y="1524"/>
                  </a:cubicBezTo>
                  <a:lnTo>
                    <a:pt x="951" y="997"/>
                  </a:lnTo>
                  <a:lnTo>
                    <a:pt x="1262" y="1330"/>
                  </a:lnTo>
                  <a:cubicBezTo>
                    <a:pt x="1281" y="1345"/>
                    <a:pt x="1302" y="1355"/>
                    <a:pt x="1327" y="1355"/>
                  </a:cubicBezTo>
                  <a:cubicBezTo>
                    <a:pt x="1349" y="1355"/>
                    <a:pt x="1367" y="1349"/>
                    <a:pt x="1386" y="1333"/>
                  </a:cubicBezTo>
                  <a:cubicBezTo>
                    <a:pt x="1420" y="1299"/>
                    <a:pt x="1420" y="1247"/>
                    <a:pt x="1389" y="1210"/>
                  </a:cubicBezTo>
                  <a:lnTo>
                    <a:pt x="1059" y="864"/>
                  </a:lnTo>
                  <a:lnTo>
                    <a:pt x="1506" y="861"/>
                  </a:lnTo>
                  <a:cubicBezTo>
                    <a:pt x="1611" y="852"/>
                    <a:pt x="1611" y="695"/>
                    <a:pt x="1506" y="689"/>
                  </a:cubicBezTo>
                  <a:lnTo>
                    <a:pt x="1503" y="692"/>
                  </a:lnTo>
                  <a:lnTo>
                    <a:pt x="1170" y="695"/>
                  </a:lnTo>
                  <a:lnTo>
                    <a:pt x="1518" y="451"/>
                  </a:lnTo>
                  <a:cubicBezTo>
                    <a:pt x="1592" y="398"/>
                    <a:pt x="1540" y="297"/>
                    <a:pt x="1468" y="297"/>
                  </a:cubicBezTo>
                  <a:cubicBezTo>
                    <a:pt x="1453" y="297"/>
                    <a:pt x="1436" y="301"/>
                    <a:pt x="1420" y="312"/>
                  </a:cubicBezTo>
                  <a:lnTo>
                    <a:pt x="951" y="639"/>
                  </a:lnTo>
                  <a:lnTo>
                    <a:pt x="954" y="87"/>
                  </a:lnTo>
                  <a:cubicBezTo>
                    <a:pt x="954" y="38"/>
                    <a:pt x="917" y="1"/>
                    <a:pt x="8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10"/>
            <p:cNvSpPr/>
            <p:nvPr/>
          </p:nvSpPr>
          <p:spPr>
            <a:xfrm>
              <a:off x="85064" y="4802233"/>
              <a:ext cx="86504" cy="86286"/>
            </a:xfrm>
            <a:custGeom>
              <a:avLst/>
              <a:gdLst/>
              <a:ahLst/>
              <a:cxnLst/>
              <a:rect l="l" t="t" r="r" b="b"/>
              <a:pathLst>
                <a:path w="1188" h="1185" extrusionOk="0">
                  <a:moveTo>
                    <a:pt x="596" y="170"/>
                  </a:moveTo>
                  <a:cubicBezTo>
                    <a:pt x="827" y="173"/>
                    <a:pt x="1015" y="361"/>
                    <a:pt x="1012" y="596"/>
                  </a:cubicBezTo>
                  <a:cubicBezTo>
                    <a:pt x="1009" y="827"/>
                    <a:pt x="824" y="1012"/>
                    <a:pt x="592" y="1015"/>
                  </a:cubicBezTo>
                  <a:cubicBezTo>
                    <a:pt x="364" y="1006"/>
                    <a:pt x="185" y="818"/>
                    <a:pt x="185" y="592"/>
                  </a:cubicBezTo>
                  <a:cubicBezTo>
                    <a:pt x="185" y="364"/>
                    <a:pt x="367" y="179"/>
                    <a:pt x="596" y="173"/>
                  </a:cubicBezTo>
                  <a:lnTo>
                    <a:pt x="596" y="170"/>
                  </a:lnTo>
                  <a:close/>
                  <a:moveTo>
                    <a:pt x="596" y="0"/>
                  </a:moveTo>
                  <a:cubicBezTo>
                    <a:pt x="269" y="0"/>
                    <a:pt x="0" y="262"/>
                    <a:pt x="0" y="592"/>
                  </a:cubicBezTo>
                  <a:cubicBezTo>
                    <a:pt x="0" y="919"/>
                    <a:pt x="266" y="1185"/>
                    <a:pt x="592" y="1185"/>
                  </a:cubicBezTo>
                  <a:lnTo>
                    <a:pt x="596" y="1185"/>
                  </a:lnTo>
                  <a:cubicBezTo>
                    <a:pt x="923" y="1185"/>
                    <a:pt x="1188" y="919"/>
                    <a:pt x="1188" y="592"/>
                  </a:cubicBezTo>
                  <a:cubicBezTo>
                    <a:pt x="1188" y="262"/>
                    <a:pt x="923" y="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10"/>
            <p:cNvSpPr/>
            <p:nvPr/>
          </p:nvSpPr>
          <p:spPr>
            <a:xfrm rot="-1523482">
              <a:off x="388316" y="4690908"/>
              <a:ext cx="787482" cy="334944"/>
            </a:xfrm>
            <a:custGeom>
              <a:avLst/>
              <a:gdLst/>
              <a:ahLst/>
              <a:cxnLst/>
              <a:rect l="l" t="t" r="r" b="b"/>
              <a:pathLst>
                <a:path w="10815" h="4600" extrusionOk="0">
                  <a:moveTo>
                    <a:pt x="1879" y="0"/>
                  </a:moveTo>
                  <a:cubicBezTo>
                    <a:pt x="1876" y="0"/>
                    <a:pt x="1873" y="0"/>
                    <a:pt x="1870" y="0"/>
                  </a:cubicBezTo>
                  <a:cubicBezTo>
                    <a:pt x="1747" y="0"/>
                    <a:pt x="1626" y="22"/>
                    <a:pt x="1509" y="59"/>
                  </a:cubicBezTo>
                  <a:cubicBezTo>
                    <a:pt x="1417" y="90"/>
                    <a:pt x="1438" y="226"/>
                    <a:pt x="1534" y="226"/>
                  </a:cubicBezTo>
                  <a:lnTo>
                    <a:pt x="1537" y="226"/>
                  </a:lnTo>
                  <a:cubicBezTo>
                    <a:pt x="1543" y="226"/>
                    <a:pt x="1552" y="226"/>
                    <a:pt x="1559" y="223"/>
                  </a:cubicBezTo>
                  <a:cubicBezTo>
                    <a:pt x="1660" y="189"/>
                    <a:pt x="1765" y="173"/>
                    <a:pt x="1870" y="170"/>
                  </a:cubicBezTo>
                  <a:cubicBezTo>
                    <a:pt x="1873" y="170"/>
                    <a:pt x="1876" y="170"/>
                    <a:pt x="1879" y="170"/>
                  </a:cubicBezTo>
                  <a:cubicBezTo>
                    <a:pt x="1991" y="170"/>
                    <a:pt x="1991" y="0"/>
                    <a:pt x="1879" y="0"/>
                  </a:cubicBezTo>
                  <a:close/>
                  <a:moveTo>
                    <a:pt x="2205" y="48"/>
                  </a:moveTo>
                  <a:cubicBezTo>
                    <a:pt x="2115" y="48"/>
                    <a:pt x="2084" y="186"/>
                    <a:pt x="2185" y="216"/>
                  </a:cubicBezTo>
                  <a:cubicBezTo>
                    <a:pt x="2286" y="247"/>
                    <a:pt x="2382" y="293"/>
                    <a:pt x="2475" y="349"/>
                  </a:cubicBezTo>
                  <a:cubicBezTo>
                    <a:pt x="2487" y="358"/>
                    <a:pt x="2502" y="361"/>
                    <a:pt x="2518" y="361"/>
                  </a:cubicBezTo>
                  <a:cubicBezTo>
                    <a:pt x="2607" y="361"/>
                    <a:pt x="2638" y="247"/>
                    <a:pt x="2564" y="204"/>
                  </a:cubicBezTo>
                  <a:cubicBezTo>
                    <a:pt x="2459" y="139"/>
                    <a:pt x="2348" y="87"/>
                    <a:pt x="2234" y="53"/>
                  </a:cubicBezTo>
                  <a:cubicBezTo>
                    <a:pt x="2224" y="50"/>
                    <a:pt x="2214" y="48"/>
                    <a:pt x="2205" y="48"/>
                  </a:cubicBezTo>
                  <a:close/>
                  <a:moveTo>
                    <a:pt x="1225" y="194"/>
                  </a:moveTo>
                  <a:cubicBezTo>
                    <a:pt x="1210" y="194"/>
                    <a:pt x="1195" y="198"/>
                    <a:pt x="1179" y="207"/>
                  </a:cubicBezTo>
                  <a:cubicBezTo>
                    <a:pt x="1077" y="269"/>
                    <a:pt x="982" y="340"/>
                    <a:pt x="889" y="417"/>
                  </a:cubicBezTo>
                  <a:cubicBezTo>
                    <a:pt x="852" y="445"/>
                    <a:pt x="849" y="500"/>
                    <a:pt x="880" y="537"/>
                  </a:cubicBezTo>
                  <a:cubicBezTo>
                    <a:pt x="895" y="556"/>
                    <a:pt x="920" y="568"/>
                    <a:pt x="945" y="568"/>
                  </a:cubicBezTo>
                  <a:lnTo>
                    <a:pt x="948" y="568"/>
                  </a:lnTo>
                  <a:cubicBezTo>
                    <a:pt x="966" y="568"/>
                    <a:pt x="985" y="559"/>
                    <a:pt x="1000" y="549"/>
                  </a:cubicBezTo>
                  <a:cubicBezTo>
                    <a:pt x="1084" y="475"/>
                    <a:pt x="1173" y="414"/>
                    <a:pt x="1266" y="355"/>
                  </a:cubicBezTo>
                  <a:cubicBezTo>
                    <a:pt x="1348" y="306"/>
                    <a:pt x="1301" y="194"/>
                    <a:pt x="1225" y="194"/>
                  </a:cubicBezTo>
                  <a:close/>
                  <a:moveTo>
                    <a:pt x="2793" y="393"/>
                  </a:moveTo>
                  <a:cubicBezTo>
                    <a:pt x="2724" y="393"/>
                    <a:pt x="2668" y="486"/>
                    <a:pt x="2734" y="546"/>
                  </a:cubicBezTo>
                  <a:cubicBezTo>
                    <a:pt x="2786" y="593"/>
                    <a:pt x="2839" y="642"/>
                    <a:pt x="2891" y="701"/>
                  </a:cubicBezTo>
                  <a:lnTo>
                    <a:pt x="2968" y="784"/>
                  </a:lnTo>
                  <a:cubicBezTo>
                    <a:pt x="2984" y="799"/>
                    <a:pt x="3008" y="812"/>
                    <a:pt x="3033" y="812"/>
                  </a:cubicBezTo>
                  <a:cubicBezTo>
                    <a:pt x="3107" y="812"/>
                    <a:pt x="3144" y="722"/>
                    <a:pt x="3095" y="670"/>
                  </a:cubicBezTo>
                  <a:cubicBezTo>
                    <a:pt x="3070" y="639"/>
                    <a:pt x="3045" y="611"/>
                    <a:pt x="3017" y="583"/>
                  </a:cubicBezTo>
                  <a:cubicBezTo>
                    <a:pt x="2962" y="522"/>
                    <a:pt x="2906" y="469"/>
                    <a:pt x="2851" y="417"/>
                  </a:cubicBezTo>
                  <a:cubicBezTo>
                    <a:pt x="2832" y="400"/>
                    <a:pt x="2812" y="393"/>
                    <a:pt x="2793" y="393"/>
                  </a:cubicBezTo>
                  <a:close/>
                  <a:moveTo>
                    <a:pt x="691" y="637"/>
                  </a:moveTo>
                  <a:cubicBezTo>
                    <a:pt x="672" y="637"/>
                    <a:pt x="651" y="644"/>
                    <a:pt x="633" y="661"/>
                  </a:cubicBezTo>
                  <a:cubicBezTo>
                    <a:pt x="556" y="741"/>
                    <a:pt x="482" y="830"/>
                    <a:pt x="408" y="926"/>
                  </a:cubicBezTo>
                  <a:cubicBezTo>
                    <a:pt x="377" y="963"/>
                    <a:pt x="383" y="1018"/>
                    <a:pt x="424" y="1046"/>
                  </a:cubicBezTo>
                  <a:cubicBezTo>
                    <a:pt x="439" y="1058"/>
                    <a:pt x="454" y="1065"/>
                    <a:pt x="476" y="1065"/>
                  </a:cubicBezTo>
                  <a:cubicBezTo>
                    <a:pt x="504" y="1065"/>
                    <a:pt x="528" y="1052"/>
                    <a:pt x="544" y="1031"/>
                  </a:cubicBezTo>
                  <a:cubicBezTo>
                    <a:pt x="615" y="938"/>
                    <a:pt x="686" y="852"/>
                    <a:pt x="760" y="775"/>
                  </a:cubicBezTo>
                  <a:cubicBezTo>
                    <a:pt x="809" y="711"/>
                    <a:pt x="754" y="637"/>
                    <a:pt x="691" y="637"/>
                  </a:cubicBezTo>
                  <a:close/>
                  <a:moveTo>
                    <a:pt x="5503" y="1071"/>
                  </a:moveTo>
                  <a:cubicBezTo>
                    <a:pt x="5386" y="1071"/>
                    <a:pt x="5269" y="1080"/>
                    <a:pt x="5152" y="1105"/>
                  </a:cubicBezTo>
                  <a:cubicBezTo>
                    <a:pt x="5047" y="1120"/>
                    <a:pt x="5059" y="1274"/>
                    <a:pt x="5167" y="1274"/>
                  </a:cubicBezTo>
                  <a:cubicBezTo>
                    <a:pt x="5173" y="1274"/>
                    <a:pt x="5180" y="1271"/>
                    <a:pt x="5183" y="1271"/>
                  </a:cubicBezTo>
                  <a:cubicBezTo>
                    <a:pt x="5279" y="1255"/>
                    <a:pt x="5376" y="1243"/>
                    <a:pt x="5473" y="1243"/>
                  </a:cubicBezTo>
                  <a:cubicBezTo>
                    <a:pt x="5484" y="1243"/>
                    <a:pt x="5495" y="1243"/>
                    <a:pt x="5506" y="1243"/>
                  </a:cubicBezTo>
                  <a:cubicBezTo>
                    <a:pt x="5553" y="1243"/>
                    <a:pt x="5593" y="1203"/>
                    <a:pt x="5593" y="1157"/>
                  </a:cubicBezTo>
                  <a:cubicBezTo>
                    <a:pt x="5590" y="1108"/>
                    <a:pt x="5553" y="1071"/>
                    <a:pt x="5503" y="1071"/>
                  </a:cubicBezTo>
                  <a:close/>
                  <a:moveTo>
                    <a:pt x="3254" y="895"/>
                  </a:moveTo>
                  <a:cubicBezTo>
                    <a:pt x="3189" y="895"/>
                    <a:pt x="3131" y="972"/>
                    <a:pt x="3187" y="1037"/>
                  </a:cubicBezTo>
                  <a:cubicBezTo>
                    <a:pt x="3261" y="1129"/>
                    <a:pt x="3329" y="1222"/>
                    <a:pt x="3391" y="1308"/>
                  </a:cubicBezTo>
                  <a:cubicBezTo>
                    <a:pt x="3406" y="1330"/>
                    <a:pt x="3434" y="1345"/>
                    <a:pt x="3462" y="1345"/>
                  </a:cubicBezTo>
                  <a:cubicBezTo>
                    <a:pt x="3480" y="1345"/>
                    <a:pt x="3495" y="1339"/>
                    <a:pt x="3511" y="1327"/>
                  </a:cubicBezTo>
                  <a:cubicBezTo>
                    <a:pt x="3548" y="1299"/>
                    <a:pt x="3557" y="1247"/>
                    <a:pt x="3533" y="1210"/>
                  </a:cubicBezTo>
                  <a:cubicBezTo>
                    <a:pt x="3468" y="1117"/>
                    <a:pt x="3400" y="1024"/>
                    <a:pt x="3323" y="932"/>
                  </a:cubicBezTo>
                  <a:cubicBezTo>
                    <a:pt x="3303" y="906"/>
                    <a:pt x="3278" y="895"/>
                    <a:pt x="3254" y="895"/>
                  </a:cubicBezTo>
                  <a:close/>
                  <a:moveTo>
                    <a:pt x="5845" y="1100"/>
                  </a:moveTo>
                  <a:cubicBezTo>
                    <a:pt x="5747" y="1100"/>
                    <a:pt x="5725" y="1254"/>
                    <a:pt x="5833" y="1271"/>
                  </a:cubicBezTo>
                  <a:cubicBezTo>
                    <a:pt x="5877" y="1277"/>
                    <a:pt x="5917" y="1287"/>
                    <a:pt x="5960" y="1296"/>
                  </a:cubicBezTo>
                  <a:cubicBezTo>
                    <a:pt x="6028" y="1311"/>
                    <a:pt x="6092" y="1330"/>
                    <a:pt x="6154" y="1348"/>
                  </a:cubicBezTo>
                  <a:cubicBezTo>
                    <a:pt x="6163" y="1351"/>
                    <a:pt x="6173" y="1351"/>
                    <a:pt x="6182" y="1351"/>
                  </a:cubicBezTo>
                  <a:lnTo>
                    <a:pt x="6179" y="1351"/>
                  </a:lnTo>
                  <a:cubicBezTo>
                    <a:pt x="6180" y="1351"/>
                    <a:pt x="6181" y="1351"/>
                    <a:pt x="6182" y="1351"/>
                  </a:cubicBezTo>
                  <a:cubicBezTo>
                    <a:pt x="6278" y="1351"/>
                    <a:pt x="6298" y="1215"/>
                    <a:pt x="6207" y="1185"/>
                  </a:cubicBezTo>
                  <a:cubicBezTo>
                    <a:pt x="6139" y="1163"/>
                    <a:pt x="6071" y="1145"/>
                    <a:pt x="6000" y="1129"/>
                  </a:cubicBezTo>
                  <a:cubicBezTo>
                    <a:pt x="5951" y="1117"/>
                    <a:pt x="5907" y="1108"/>
                    <a:pt x="5861" y="1102"/>
                  </a:cubicBezTo>
                  <a:cubicBezTo>
                    <a:pt x="5855" y="1101"/>
                    <a:pt x="5850" y="1100"/>
                    <a:pt x="5845" y="1100"/>
                  </a:cubicBezTo>
                  <a:close/>
                  <a:moveTo>
                    <a:pt x="4842" y="1199"/>
                  </a:moveTo>
                  <a:cubicBezTo>
                    <a:pt x="4831" y="1199"/>
                    <a:pt x="4819" y="1201"/>
                    <a:pt x="4806" y="1206"/>
                  </a:cubicBezTo>
                  <a:cubicBezTo>
                    <a:pt x="4695" y="1250"/>
                    <a:pt x="4590" y="1308"/>
                    <a:pt x="4492" y="1373"/>
                  </a:cubicBezTo>
                  <a:cubicBezTo>
                    <a:pt x="4421" y="1419"/>
                    <a:pt x="4452" y="1530"/>
                    <a:pt x="4538" y="1530"/>
                  </a:cubicBezTo>
                  <a:cubicBezTo>
                    <a:pt x="4553" y="1530"/>
                    <a:pt x="4572" y="1527"/>
                    <a:pt x="4584" y="1518"/>
                  </a:cubicBezTo>
                  <a:cubicBezTo>
                    <a:pt x="4677" y="1456"/>
                    <a:pt x="4772" y="1404"/>
                    <a:pt x="4871" y="1364"/>
                  </a:cubicBezTo>
                  <a:cubicBezTo>
                    <a:pt x="4963" y="1326"/>
                    <a:pt x="4924" y="1199"/>
                    <a:pt x="4842" y="1199"/>
                  </a:cubicBezTo>
                  <a:close/>
                  <a:moveTo>
                    <a:pt x="273" y="1172"/>
                  </a:moveTo>
                  <a:cubicBezTo>
                    <a:pt x="248" y="1172"/>
                    <a:pt x="223" y="1184"/>
                    <a:pt x="205" y="1213"/>
                  </a:cubicBezTo>
                  <a:cubicBezTo>
                    <a:pt x="87" y="1388"/>
                    <a:pt x="26" y="1509"/>
                    <a:pt x="23" y="1515"/>
                  </a:cubicBezTo>
                  <a:cubicBezTo>
                    <a:pt x="1" y="1558"/>
                    <a:pt x="20" y="1610"/>
                    <a:pt x="63" y="1632"/>
                  </a:cubicBezTo>
                  <a:cubicBezTo>
                    <a:pt x="72" y="1638"/>
                    <a:pt x="87" y="1641"/>
                    <a:pt x="100" y="1641"/>
                  </a:cubicBezTo>
                  <a:lnTo>
                    <a:pt x="103" y="1641"/>
                  </a:lnTo>
                  <a:cubicBezTo>
                    <a:pt x="134" y="1638"/>
                    <a:pt x="161" y="1620"/>
                    <a:pt x="177" y="1592"/>
                  </a:cubicBezTo>
                  <a:cubicBezTo>
                    <a:pt x="229" y="1493"/>
                    <a:pt x="285" y="1398"/>
                    <a:pt x="346" y="1305"/>
                  </a:cubicBezTo>
                  <a:cubicBezTo>
                    <a:pt x="390" y="1238"/>
                    <a:pt x="333" y="1172"/>
                    <a:pt x="273" y="1172"/>
                  </a:cubicBezTo>
                  <a:close/>
                  <a:moveTo>
                    <a:pt x="6490" y="1316"/>
                  </a:moveTo>
                  <a:cubicBezTo>
                    <a:pt x="6411" y="1316"/>
                    <a:pt x="6363" y="1434"/>
                    <a:pt x="6453" y="1478"/>
                  </a:cubicBezTo>
                  <a:cubicBezTo>
                    <a:pt x="6546" y="1530"/>
                    <a:pt x="6635" y="1595"/>
                    <a:pt x="6715" y="1666"/>
                  </a:cubicBezTo>
                  <a:cubicBezTo>
                    <a:pt x="6731" y="1678"/>
                    <a:pt x="6753" y="1688"/>
                    <a:pt x="6774" y="1688"/>
                  </a:cubicBezTo>
                  <a:cubicBezTo>
                    <a:pt x="6851" y="1688"/>
                    <a:pt x="6888" y="1589"/>
                    <a:pt x="6830" y="1536"/>
                  </a:cubicBezTo>
                  <a:cubicBezTo>
                    <a:pt x="6740" y="1456"/>
                    <a:pt x="6641" y="1388"/>
                    <a:pt x="6537" y="1330"/>
                  </a:cubicBezTo>
                  <a:cubicBezTo>
                    <a:pt x="6520" y="1320"/>
                    <a:pt x="6504" y="1316"/>
                    <a:pt x="6490" y="1316"/>
                  </a:cubicBezTo>
                  <a:close/>
                  <a:moveTo>
                    <a:pt x="3651" y="1462"/>
                  </a:moveTo>
                  <a:cubicBezTo>
                    <a:pt x="3593" y="1462"/>
                    <a:pt x="3536" y="1523"/>
                    <a:pt x="3573" y="1589"/>
                  </a:cubicBezTo>
                  <a:cubicBezTo>
                    <a:pt x="3628" y="1684"/>
                    <a:pt x="3681" y="1783"/>
                    <a:pt x="3727" y="1885"/>
                  </a:cubicBezTo>
                  <a:cubicBezTo>
                    <a:pt x="3739" y="1916"/>
                    <a:pt x="3770" y="1937"/>
                    <a:pt x="3804" y="1937"/>
                  </a:cubicBezTo>
                  <a:cubicBezTo>
                    <a:pt x="3866" y="1934"/>
                    <a:pt x="3906" y="1873"/>
                    <a:pt x="3881" y="1817"/>
                  </a:cubicBezTo>
                  <a:cubicBezTo>
                    <a:pt x="3835" y="1709"/>
                    <a:pt x="3779" y="1604"/>
                    <a:pt x="3721" y="1503"/>
                  </a:cubicBezTo>
                  <a:cubicBezTo>
                    <a:pt x="3703" y="1474"/>
                    <a:pt x="3677" y="1462"/>
                    <a:pt x="3651" y="1462"/>
                  </a:cubicBezTo>
                  <a:close/>
                  <a:moveTo>
                    <a:pt x="4273" y="1572"/>
                  </a:moveTo>
                  <a:cubicBezTo>
                    <a:pt x="4253" y="1572"/>
                    <a:pt x="4232" y="1580"/>
                    <a:pt x="4214" y="1598"/>
                  </a:cubicBezTo>
                  <a:cubicBezTo>
                    <a:pt x="4128" y="1681"/>
                    <a:pt x="4048" y="1771"/>
                    <a:pt x="3977" y="1866"/>
                  </a:cubicBezTo>
                  <a:cubicBezTo>
                    <a:pt x="3949" y="1903"/>
                    <a:pt x="3958" y="1956"/>
                    <a:pt x="3995" y="1987"/>
                  </a:cubicBezTo>
                  <a:cubicBezTo>
                    <a:pt x="4011" y="1996"/>
                    <a:pt x="4029" y="2002"/>
                    <a:pt x="4048" y="2002"/>
                  </a:cubicBezTo>
                  <a:cubicBezTo>
                    <a:pt x="4072" y="2002"/>
                    <a:pt x="4100" y="1990"/>
                    <a:pt x="4115" y="1968"/>
                  </a:cubicBezTo>
                  <a:cubicBezTo>
                    <a:pt x="4180" y="1879"/>
                    <a:pt x="4251" y="1799"/>
                    <a:pt x="4331" y="1721"/>
                  </a:cubicBezTo>
                  <a:cubicBezTo>
                    <a:pt x="4396" y="1660"/>
                    <a:pt x="4339" y="1572"/>
                    <a:pt x="4273" y="1572"/>
                  </a:cubicBezTo>
                  <a:close/>
                  <a:moveTo>
                    <a:pt x="7005" y="1768"/>
                  </a:moveTo>
                  <a:cubicBezTo>
                    <a:pt x="6943" y="1768"/>
                    <a:pt x="6886" y="1837"/>
                    <a:pt x="6934" y="1903"/>
                  </a:cubicBezTo>
                  <a:cubicBezTo>
                    <a:pt x="6999" y="1993"/>
                    <a:pt x="7052" y="2085"/>
                    <a:pt x="7095" y="2187"/>
                  </a:cubicBezTo>
                  <a:cubicBezTo>
                    <a:pt x="7110" y="2215"/>
                    <a:pt x="7138" y="2237"/>
                    <a:pt x="7172" y="2237"/>
                  </a:cubicBezTo>
                  <a:lnTo>
                    <a:pt x="7175" y="2237"/>
                  </a:lnTo>
                  <a:cubicBezTo>
                    <a:pt x="7237" y="2237"/>
                    <a:pt x="7277" y="2172"/>
                    <a:pt x="7252" y="2116"/>
                  </a:cubicBezTo>
                  <a:cubicBezTo>
                    <a:pt x="7203" y="2005"/>
                    <a:pt x="7144" y="1900"/>
                    <a:pt x="7073" y="1805"/>
                  </a:cubicBezTo>
                  <a:cubicBezTo>
                    <a:pt x="7054" y="1779"/>
                    <a:pt x="7029" y="1768"/>
                    <a:pt x="7005" y="1768"/>
                  </a:cubicBezTo>
                  <a:close/>
                  <a:moveTo>
                    <a:pt x="8677" y="2061"/>
                  </a:moveTo>
                  <a:cubicBezTo>
                    <a:pt x="8557" y="2064"/>
                    <a:pt x="8437" y="2082"/>
                    <a:pt x="8322" y="2113"/>
                  </a:cubicBezTo>
                  <a:cubicBezTo>
                    <a:pt x="8224" y="2141"/>
                    <a:pt x="8242" y="2283"/>
                    <a:pt x="8344" y="2283"/>
                  </a:cubicBezTo>
                  <a:cubicBezTo>
                    <a:pt x="8350" y="2283"/>
                    <a:pt x="8356" y="2283"/>
                    <a:pt x="8366" y="2280"/>
                  </a:cubicBezTo>
                  <a:cubicBezTo>
                    <a:pt x="8467" y="2252"/>
                    <a:pt x="8575" y="2237"/>
                    <a:pt x="8683" y="2233"/>
                  </a:cubicBezTo>
                  <a:cubicBezTo>
                    <a:pt x="8730" y="2230"/>
                    <a:pt x="8767" y="2190"/>
                    <a:pt x="8767" y="2144"/>
                  </a:cubicBezTo>
                  <a:cubicBezTo>
                    <a:pt x="8763" y="2098"/>
                    <a:pt x="8723" y="2061"/>
                    <a:pt x="8677" y="2061"/>
                  </a:cubicBezTo>
                  <a:close/>
                  <a:moveTo>
                    <a:pt x="9017" y="2095"/>
                  </a:moveTo>
                  <a:cubicBezTo>
                    <a:pt x="8925" y="2095"/>
                    <a:pt x="8898" y="2242"/>
                    <a:pt x="9001" y="2264"/>
                  </a:cubicBezTo>
                  <a:cubicBezTo>
                    <a:pt x="9106" y="2289"/>
                    <a:pt x="9208" y="2326"/>
                    <a:pt x="9303" y="2375"/>
                  </a:cubicBezTo>
                  <a:cubicBezTo>
                    <a:pt x="9312" y="2382"/>
                    <a:pt x="9328" y="2385"/>
                    <a:pt x="9340" y="2385"/>
                  </a:cubicBezTo>
                  <a:lnTo>
                    <a:pt x="9343" y="2385"/>
                  </a:lnTo>
                  <a:cubicBezTo>
                    <a:pt x="9430" y="2385"/>
                    <a:pt x="9461" y="2264"/>
                    <a:pt x="9380" y="2224"/>
                  </a:cubicBezTo>
                  <a:cubicBezTo>
                    <a:pt x="9272" y="2169"/>
                    <a:pt x="9158" y="2126"/>
                    <a:pt x="9041" y="2098"/>
                  </a:cubicBezTo>
                  <a:cubicBezTo>
                    <a:pt x="9033" y="2096"/>
                    <a:pt x="9025" y="2095"/>
                    <a:pt x="9017" y="2095"/>
                  </a:cubicBezTo>
                  <a:close/>
                  <a:moveTo>
                    <a:pt x="8026" y="2230"/>
                  </a:moveTo>
                  <a:cubicBezTo>
                    <a:pt x="8013" y="2230"/>
                    <a:pt x="8000" y="2233"/>
                    <a:pt x="7986" y="2240"/>
                  </a:cubicBezTo>
                  <a:cubicBezTo>
                    <a:pt x="7878" y="2292"/>
                    <a:pt x="7776" y="2351"/>
                    <a:pt x="7678" y="2419"/>
                  </a:cubicBezTo>
                  <a:cubicBezTo>
                    <a:pt x="7610" y="2468"/>
                    <a:pt x="7644" y="2576"/>
                    <a:pt x="7727" y="2576"/>
                  </a:cubicBezTo>
                  <a:cubicBezTo>
                    <a:pt x="7746" y="2576"/>
                    <a:pt x="7761" y="2570"/>
                    <a:pt x="7776" y="2560"/>
                  </a:cubicBezTo>
                  <a:cubicBezTo>
                    <a:pt x="7866" y="2499"/>
                    <a:pt x="7962" y="2443"/>
                    <a:pt x="8060" y="2394"/>
                  </a:cubicBezTo>
                  <a:cubicBezTo>
                    <a:pt x="8151" y="2351"/>
                    <a:pt x="8106" y="2230"/>
                    <a:pt x="8026" y="2230"/>
                  </a:cubicBezTo>
                  <a:close/>
                  <a:moveTo>
                    <a:pt x="3919" y="2086"/>
                  </a:moveTo>
                  <a:cubicBezTo>
                    <a:pt x="3911" y="2086"/>
                    <a:pt x="3904" y="2087"/>
                    <a:pt x="3896" y="2089"/>
                  </a:cubicBezTo>
                  <a:cubicBezTo>
                    <a:pt x="3859" y="2113"/>
                    <a:pt x="3822" y="2138"/>
                    <a:pt x="3789" y="2166"/>
                  </a:cubicBezTo>
                  <a:cubicBezTo>
                    <a:pt x="3730" y="2271"/>
                    <a:pt x="3684" y="2382"/>
                    <a:pt x="3647" y="2496"/>
                  </a:cubicBezTo>
                  <a:cubicBezTo>
                    <a:pt x="3631" y="2539"/>
                    <a:pt x="3656" y="2588"/>
                    <a:pt x="3702" y="2604"/>
                  </a:cubicBezTo>
                  <a:cubicBezTo>
                    <a:pt x="3711" y="2604"/>
                    <a:pt x="3721" y="2607"/>
                    <a:pt x="3730" y="2607"/>
                  </a:cubicBezTo>
                  <a:cubicBezTo>
                    <a:pt x="3767" y="2607"/>
                    <a:pt x="3798" y="2582"/>
                    <a:pt x="3810" y="2545"/>
                  </a:cubicBezTo>
                  <a:cubicBezTo>
                    <a:pt x="3829" y="2489"/>
                    <a:pt x="3850" y="2431"/>
                    <a:pt x="3875" y="2378"/>
                  </a:cubicBezTo>
                  <a:cubicBezTo>
                    <a:pt x="3881" y="2422"/>
                    <a:pt x="3884" y="2465"/>
                    <a:pt x="3884" y="2511"/>
                  </a:cubicBezTo>
                  <a:cubicBezTo>
                    <a:pt x="3884" y="2556"/>
                    <a:pt x="3921" y="2595"/>
                    <a:pt x="3965" y="2595"/>
                  </a:cubicBezTo>
                  <a:cubicBezTo>
                    <a:pt x="3967" y="2595"/>
                    <a:pt x="3969" y="2594"/>
                    <a:pt x="3970" y="2594"/>
                  </a:cubicBezTo>
                  <a:cubicBezTo>
                    <a:pt x="4020" y="2594"/>
                    <a:pt x="4057" y="2554"/>
                    <a:pt x="4057" y="2508"/>
                  </a:cubicBezTo>
                  <a:cubicBezTo>
                    <a:pt x="4051" y="2388"/>
                    <a:pt x="4035" y="2267"/>
                    <a:pt x="4001" y="2150"/>
                  </a:cubicBezTo>
                  <a:cubicBezTo>
                    <a:pt x="3991" y="2111"/>
                    <a:pt x="3957" y="2086"/>
                    <a:pt x="3919" y="2086"/>
                  </a:cubicBezTo>
                  <a:close/>
                  <a:moveTo>
                    <a:pt x="9628" y="2400"/>
                  </a:moveTo>
                  <a:cubicBezTo>
                    <a:pt x="9557" y="2400"/>
                    <a:pt x="9503" y="2500"/>
                    <a:pt x="9578" y="2557"/>
                  </a:cubicBezTo>
                  <a:cubicBezTo>
                    <a:pt x="9667" y="2625"/>
                    <a:pt x="9754" y="2696"/>
                    <a:pt x="9834" y="2770"/>
                  </a:cubicBezTo>
                  <a:cubicBezTo>
                    <a:pt x="9849" y="2786"/>
                    <a:pt x="9868" y="2792"/>
                    <a:pt x="9889" y="2792"/>
                  </a:cubicBezTo>
                  <a:lnTo>
                    <a:pt x="9892" y="2792"/>
                  </a:lnTo>
                  <a:cubicBezTo>
                    <a:pt x="9969" y="2792"/>
                    <a:pt x="10006" y="2696"/>
                    <a:pt x="9948" y="2644"/>
                  </a:cubicBezTo>
                  <a:cubicBezTo>
                    <a:pt x="9865" y="2567"/>
                    <a:pt x="9775" y="2493"/>
                    <a:pt x="9679" y="2419"/>
                  </a:cubicBezTo>
                  <a:cubicBezTo>
                    <a:pt x="9662" y="2406"/>
                    <a:pt x="9645" y="2400"/>
                    <a:pt x="9628" y="2400"/>
                  </a:cubicBezTo>
                  <a:close/>
                  <a:moveTo>
                    <a:pt x="7284" y="2391"/>
                  </a:moveTo>
                  <a:cubicBezTo>
                    <a:pt x="7276" y="2391"/>
                    <a:pt x="7269" y="2392"/>
                    <a:pt x="7261" y="2394"/>
                  </a:cubicBezTo>
                  <a:cubicBezTo>
                    <a:pt x="7215" y="2403"/>
                    <a:pt x="7187" y="2449"/>
                    <a:pt x="7200" y="2496"/>
                  </a:cubicBezTo>
                  <a:cubicBezTo>
                    <a:pt x="7221" y="2594"/>
                    <a:pt x="7237" y="2696"/>
                    <a:pt x="7243" y="2801"/>
                  </a:cubicBezTo>
                  <a:cubicBezTo>
                    <a:pt x="7215" y="2832"/>
                    <a:pt x="7184" y="2863"/>
                    <a:pt x="7160" y="2897"/>
                  </a:cubicBezTo>
                  <a:cubicBezTo>
                    <a:pt x="7129" y="2934"/>
                    <a:pt x="7132" y="2986"/>
                    <a:pt x="7169" y="3017"/>
                  </a:cubicBezTo>
                  <a:cubicBezTo>
                    <a:pt x="7184" y="3029"/>
                    <a:pt x="7203" y="3035"/>
                    <a:pt x="7224" y="3038"/>
                  </a:cubicBezTo>
                  <a:cubicBezTo>
                    <a:pt x="7249" y="3038"/>
                    <a:pt x="7274" y="3026"/>
                    <a:pt x="7292" y="3005"/>
                  </a:cubicBezTo>
                  <a:cubicBezTo>
                    <a:pt x="7360" y="2921"/>
                    <a:pt x="7437" y="2841"/>
                    <a:pt x="7517" y="2767"/>
                  </a:cubicBezTo>
                  <a:cubicBezTo>
                    <a:pt x="7587" y="2707"/>
                    <a:pt x="7530" y="2614"/>
                    <a:pt x="7462" y="2614"/>
                  </a:cubicBezTo>
                  <a:cubicBezTo>
                    <a:pt x="7443" y="2614"/>
                    <a:pt x="7422" y="2622"/>
                    <a:pt x="7403" y="2641"/>
                  </a:cubicBezTo>
                  <a:lnTo>
                    <a:pt x="7400" y="2644"/>
                  </a:lnTo>
                  <a:cubicBezTo>
                    <a:pt x="7391" y="2579"/>
                    <a:pt x="7379" y="2517"/>
                    <a:pt x="7366" y="2456"/>
                  </a:cubicBezTo>
                  <a:cubicBezTo>
                    <a:pt x="7356" y="2417"/>
                    <a:pt x="7322" y="2391"/>
                    <a:pt x="7284" y="2391"/>
                  </a:cubicBezTo>
                  <a:close/>
                  <a:moveTo>
                    <a:pt x="3904" y="2757"/>
                  </a:moveTo>
                  <a:cubicBezTo>
                    <a:pt x="3876" y="2757"/>
                    <a:pt x="3849" y="2771"/>
                    <a:pt x="3832" y="2804"/>
                  </a:cubicBezTo>
                  <a:cubicBezTo>
                    <a:pt x="3804" y="2860"/>
                    <a:pt x="3770" y="2875"/>
                    <a:pt x="3770" y="2875"/>
                  </a:cubicBezTo>
                  <a:cubicBezTo>
                    <a:pt x="3770" y="2875"/>
                    <a:pt x="3769" y="2878"/>
                    <a:pt x="3769" y="2878"/>
                  </a:cubicBezTo>
                  <a:cubicBezTo>
                    <a:pt x="3767" y="2878"/>
                    <a:pt x="3766" y="2872"/>
                    <a:pt x="3764" y="2847"/>
                  </a:cubicBezTo>
                  <a:cubicBezTo>
                    <a:pt x="3757" y="2796"/>
                    <a:pt x="3718" y="2772"/>
                    <a:pt x="3679" y="2772"/>
                  </a:cubicBezTo>
                  <a:cubicBezTo>
                    <a:pt x="3632" y="2772"/>
                    <a:pt x="3584" y="2806"/>
                    <a:pt x="3591" y="2869"/>
                  </a:cubicBezTo>
                  <a:cubicBezTo>
                    <a:pt x="3594" y="2906"/>
                    <a:pt x="3610" y="2943"/>
                    <a:pt x="3631" y="2977"/>
                  </a:cubicBezTo>
                  <a:cubicBezTo>
                    <a:pt x="3662" y="3020"/>
                    <a:pt x="3711" y="3048"/>
                    <a:pt x="3767" y="3048"/>
                  </a:cubicBezTo>
                  <a:cubicBezTo>
                    <a:pt x="3850" y="3048"/>
                    <a:pt x="3927" y="2986"/>
                    <a:pt x="3983" y="2884"/>
                  </a:cubicBezTo>
                  <a:cubicBezTo>
                    <a:pt x="4018" y="2816"/>
                    <a:pt x="3961" y="2757"/>
                    <a:pt x="3904" y="2757"/>
                  </a:cubicBezTo>
                  <a:close/>
                  <a:moveTo>
                    <a:pt x="10131" y="2862"/>
                  </a:moveTo>
                  <a:cubicBezTo>
                    <a:pt x="10068" y="2862"/>
                    <a:pt x="10010" y="2940"/>
                    <a:pt x="10065" y="3005"/>
                  </a:cubicBezTo>
                  <a:cubicBezTo>
                    <a:pt x="10139" y="3088"/>
                    <a:pt x="10207" y="3177"/>
                    <a:pt x="10269" y="3270"/>
                  </a:cubicBezTo>
                  <a:cubicBezTo>
                    <a:pt x="10284" y="3291"/>
                    <a:pt x="10312" y="3307"/>
                    <a:pt x="10340" y="3307"/>
                  </a:cubicBezTo>
                  <a:lnTo>
                    <a:pt x="10340" y="3310"/>
                  </a:lnTo>
                  <a:cubicBezTo>
                    <a:pt x="10355" y="3307"/>
                    <a:pt x="10373" y="3301"/>
                    <a:pt x="10389" y="3291"/>
                  </a:cubicBezTo>
                  <a:cubicBezTo>
                    <a:pt x="10426" y="3264"/>
                    <a:pt x="10438" y="3211"/>
                    <a:pt x="10410" y="3174"/>
                  </a:cubicBezTo>
                  <a:cubicBezTo>
                    <a:pt x="10346" y="3075"/>
                    <a:pt x="10272" y="2983"/>
                    <a:pt x="10195" y="2894"/>
                  </a:cubicBezTo>
                  <a:cubicBezTo>
                    <a:pt x="10176" y="2871"/>
                    <a:pt x="10153" y="2862"/>
                    <a:pt x="10131" y="2862"/>
                  </a:cubicBezTo>
                  <a:close/>
                  <a:moveTo>
                    <a:pt x="7315" y="3069"/>
                  </a:moveTo>
                  <a:cubicBezTo>
                    <a:pt x="7273" y="3069"/>
                    <a:pt x="7233" y="3101"/>
                    <a:pt x="7231" y="3143"/>
                  </a:cubicBezTo>
                  <a:cubicBezTo>
                    <a:pt x="7215" y="3248"/>
                    <a:pt x="7187" y="3347"/>
                    <a:pt x="7141" y="3443"/>
                  </a:cubicBezTo>
                  <a:cubicBezTo>
                    <a:pt x="7120" y="3483"/>
                    <a:pt x="7135" y="3535"/>
                    <a:pt x="7175" y="3557"/>
                  </a:cubicBezTo>
                  <a:cubicBezTo>
                    <a:pt x="7187" y="3563"/>
                    <a:pt x="7203" y="3566"/>
                    <a:pt x="7218" y="3569"/>
                  </a:cubicBezTo>
                  <a:cubicBezTo>
                    <a:pt x="7249" y="3569"/>
                    <a:pt x="7277" y="3550"/>
                    <a:pt x="7292" y="3523"/>
                  </a:cubicBezTo>
                  <a:cubicBezTo>
                    <a:pt x="7348" y="3412"/>
                    <a:pt x="7385" y="3291"/>
                    <a:pt x="7400" y="3168"/>
                  </a:cubicBezTo>
                  <a:cubicBezTo>
                    <a:pt x="7406" y="3122"/>
                    <a:pt x="7372" y="3079"/>
                    <a:pt x="7326" y="3069"/>
                  </a:cubicBezTo>
                  <a:cubicBezTo>
                    <a:pt x="7323" y="3069"/>
                    <a:pt x="7319" y="3069"/>
                    <a:pt x="7315" y="3069"/>
                  </a:cubicBezTo>
                  <a:close/>
                  <a:moveTo>
                    <a:pt x="7027" y="3148"/>
                  </a:moveTo>
                  <a:cubicBezTo>
                    <a:pt x="7000" y="3148"/>
                    <a:pt x="6973" y="3161"/>
                    <a:pt x="6956" y="3193"/>
                  </a:cubicBezTo>
                  <a:cubicBezTo>
                    <a:pt x="6901" y="3285"/>
                    <a:pt x="6867" y="3387"/>
                    <a:pt x="6860" y="3495"/>
                  </a:cubicBezTo>
                  <a:cubicBezTo>
                    <a:pt x="6860" y="3529"/>
                    <a:pt x="6867" y="3563"/>
                    <a:pt x="6882" y="3594"/>
                  </a:cubicBezTo>
                  <a:cubicBezTo>
                    <a:pt x="6894" y="3625"/>
                    <a:pt x="6925" y="3643"/>
                    <a:pt x="6959" y="3646"/>
                  </a:cubicBezTo>
                  <a:cubicBezTo>
                    <a:pt x="6971" y="3646"/>
                    <a:pt x="6984" y="3643"/>
                    <a:pt x="6993" y="3637"/>
                  </a:cubicBezTo>
                  <a:cubicBezTo>
                    <a:pt x="7036" y="3618"/>
                    <a:pt x="7055" y="3566"/>
                    <a:pt x="7036" y="3523"/>
                  </a:cubicBezTo>
                  <a:cubicBezTo>
                    <a:pt x="7033" y="3513"/>
                    <a:pt x="7030" y="3504"/>
                    <a:pt x="7033" y="3495"/>
                  </a:cubicBezTo>
                  <a:cubicBezTo>
                    <a:pt x="7033" y="3464"/>
                    <a:pt x="7042" y="3396"/>
                    <a:pt x="7107" y="3276"/>
                  </a:cubicBezTo>
                  <a:cubicBezTo>
                    <a:pt x="7143" y="3207"/>
                    <a:pt x="7085" y="3148"/>
                    <a:pt x="7027" y="3148"/>
                  </a:cubicBezTo>
                  <a:close/>
                  <a:moveTo>
                    <a:pt x="10512" y="3433"/>
                  </a:moveTo>
                  <a:cubicBezTo>
                    <a:pt x="10456" y="3433"/>
                    <a:pt x="10399" y="3489"/>
                    <a:pt x="10432" y="3557"/>
                  </a:cubicBezTo>
                  <a:cubicBezTo>
                    <a:pt x="10481" y="3655"/>
                    <a:pt x="10522" y="3757"/>
                    <a:pt x="10555" y="3862"/>
                  </a:cubicBezTo>
                  <a:cubicBezTo>
                    <a:pt x="10568" y="3899"/>
                    <a:pt x="10599" y="3921"/>
                    <a:pt x="10636" y="3924"/>
                  </a:cubicBezTo>
                  <a:cubicBezTo>
                    <a:pt x="10645" y="3921"/>
                    <a:pt x="10654" y="3921"/>
                    <a:pt x="10663" y="3918"/>
                  </a:cubicBezTo>
                  <a:cubicBezTo>
                    <a:pt x="10710" y="3905"/>
                    <a:pt x="10734" y="3856"/>
                    <a:pt x="10719" y="3810"/>
                  </a:cubicBezTo>
                  <a:cubicBezTo>
                    <a:pt x="10682" y="3699"/>
                    <a:pt x="10639" y="3587"/>
                    <a:pt x="10586" y="3483"/>
                  </a:cubicBezTo>
                  <a:cubicBezTo>
                    <a:pt x="10570" y="3447"/>
                    <a:pt x="10541" y="3433"/>
                    <a:pt x="10512" y="3433"/>
                  </a:cubicBezTo>
                  <a:close/>
                  <a:moveTo>
                    <a:pt x="10716" y="4086"/>
                  </a:moveTo>
                  <a:cubicBezTo>
                    <a:pt x="10711" y="4086"/>
                    <a:pt x="10706" y="4086"/>
                    <a:pt x="10700" y="4087"/>
                  </a:cubicBezTo>
                  <a:cubicBezTo>
                    <a:pt x="10654" y="4093"/>
                    <a:pt x="10620" y="4136"/>
                    <a:pt x="10626" y="4183"/>
                  </a:cubicBezTo>
                  <a:cubicBezTo>
                    <a:pt x="10636" y="4254"/>
                    <a:pt x="10642" y="4325"/>
                    <a:pt x="10642" y="4399"/>
                  </a:cubicBezTo>
                  <a:cubicBezTo>
                    <a:pt x="10642" y="4433"/>
                    <a:pt x="10642" y="4467"/>
                    <a:pt x="10639" y="4504"/>
                  </a:cubicBezTo>
                  <a:cubicBezTo>
                    <a:pt x="10633" y="4550"/>
                    <a:pt x="10666" y="4593"/>
                    <a:pt x="10713" y="4599"/>
                  </a:cubicBezTo>
                  <a:lnTo>
                    <a:pt x="10722" y="4599"/>
                  </a:lnTo>
                  <a:cubicBezTo>
                    <a:pt x="10765" y="4596"/>
                    <a:pt x="10802" y="4565"/>
                    <a:pt x="10808" y="4522"/>
                  </a:cubicBezTo>
                  <a:cubicBezTo>
                    <a:pt x="10811" y="4482"/>
                    <a:pt x="10815" y="4439"/>
                    <a:pt x="10815" y="4399"/>
                  </a:cubicBezTo>
                  <a:cubicBezTo>
                    <a:pt x="10815" y="4318"/>
                    <a:pt x="10808" y="4238"/>
                    <a:pt x="10796" y="4158"/>
                  </a:cubicBezTo>
                  <a:cubicBezTo>
                    <a:pt x="10793" y="4117"/>
                    <a:pt x="10756" y="4086"/>
                    <a:pt x="10716" y="408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10"/>
            <p:cNvSpPr/>
            <p:nvPr/>
          </p:nvSpPr>
          <p:spPr>
            <a:xfrm flipH="1">
              <a:off x="381812" y="4602895"/>
              <a:ext cx="97968" cy="74569"/>
            </a:xfrm>
            <a:custGeom>
              <a:avLst/>
              <a:gdLst/>
              <a:ahLst/>
              <a:cxnLst/>
              <a:rect l="l" t="t" r="r" b="b"/>
              <a:pathLst>
                <a:path w="1210" h="921" extrusionOk="0">
                  <a:moveTo>
                    <a:pt x="861" y="1"/>
                  </a:moveTo>
                  <a:cubicBezTo>
                    <a:pt x="840" y="1"/>
                    <a:pt x="818" y="10"/>
                    <a:pt x="800" y="32"/>
                  </a:cubicBezTo>
                  <a:cubicBezTo>
                    <a:pt x="1" y="788"/>
                    <a:pt x="26" y="822"/>
                    <a:pt x="78" y="890"/>
                  </a:cubicBezTo>
                  <a:cubicBezTo>
                    <a:pt x="97" y="911"/>
                    <a:pt x="152" y="921"/>
                    <a:pt x="229" y="921"/>
                  </a:cubicBezTo>
                  <a:cubicBezTo>
                    <a:pt x="525" y="921"/>
                    <a:pt x="1139" y="788"/>
                    <a:pt x="1145" y="782"/>
                  </a:cubicBezTo>
                  <a:cubicBezTo>
                    <a:pt x="1188" y="769"/>
                    <a:pt x="1210" y="723"/>
                    <a:pt x="1195" y="683"/>
                  </a:cubicBezTo>
                  <a:cubicBezTo>
                    <a:pt x="1182" y="648"/>
                    <a:pt x="1151" y="627"/>
                    <a:pt x="1117" y="627"/>
                  </a:cubicBezTo>
                  <a:cubicBezTo>
                    <a:pt x="1109" y="627"/>
                    <a:pt x="1101" y="628"/>
                    <a:pt x="1093" y="631"/>
                  </a:cubicBezTo>
                  <a:cubicBezTo>
                    <a:pt x="1028" y="649"/>
                    <a:pt x="544" y="729"/>
                    <a:pt x="300" y="757"/>
                  </a:cubicBezTo>
                  <a:cubicBezTo>
                    <a:pt x="427" y="615"/>
                    <a:pt x="676" y="368"/>
                    <a:pt x="911" y="146"/>
                  </a:cubicBezTo>
                  <a:cubicBezTo>
                    <a:pt x="981" y="90"/>
                    <a:pt x="925" y="1"/>
                    <a:pt x="861"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07" name="Google Shape;1107;p10"/>
            <p:cNvSpPr/>
            <p:nvPr/>
          </p:nvSpPr>
          <p:spPr>
            <a:xfrm flipH="1">
              <a:off x="85157" y="4436674"/>
              <a:ext cx="358432" cy="297061"/>
            </a:xfrm>
            <a:custGeom>
              <a:avLst/>
              <a:gdLst/>
              <a:ahLst/>
              <a:cxnLst/>
              <a:rect l="l" t="t" r="r" b="b"/>
              <a:pathLst>
                <a:path w="4427" h="3669" extrusionOk="0">
                  <a:moveTo>
                    <a:pt x="1234" y="0"/>
                  </a:moveTo>
                  <a:cubicBezTo>
                    <a:pt x="1179" y="0"/>
                    <a:pt x="1127" y="25"/>
                    <a:pt x="1081" y="84"/>
                  </a:cubicBezTo>
                  <a:cubicBezTo>
                    <a:pt x="769" y="478"/>
                    <a:pt x="1463" y="1792"/>
                    <a:pt x="1463" y="1792"/>
                  </a:cubicBezTo>
                  <a:cubicBezTo>
                    <a:pt x="1463" y="1792"/>
                    <a:pt x="991" y="1509"/>
                    <a:pt x="617" y="1509"/>
                  </a:cubicBezTo>
                  <a:cubicBezTo>
                    <a:pt x="424" y="1509"/>
                    <a:pt x="257" y="1585"/>
                    <a:pt x="195" y="1814"/>
                  </a:cubicBezTo>
                  <a:cubicBezTo>
                    <a:pt x="0" y="2525"/>
                    <a:pt x="944" y="3669"/>
                    <a:pt x="2021" y="3669"/>
                  </a:cubicBezTo>
                  <a:cubicBezTo>
                    <a:pt x="2356" y="3669"/>
                    <a:pt x="2703" y="3559"/>
                    <a:pt x="3033" y="3291"/>
                  </a:cubicBezTo>
                  <a:cubicBezTo>
                    <a:pt x="4427" y="2162"/>
                    <a:pt x="3613" y="852"/>
                    <a:pt x="3613" y="852"/>
                  </a:cubicBezTo>
                  <a:lnTo>
                    <a:pt x="3613" y="852"/>
                  </a:lnTo>
                  <a:lnTo>
                    <a:pt x="2913" y="1490"/>
                  </a:lnTo>
                  <a:cubicBezTo>
                    <a:pt x="2913" y="1490"/>
                    <a:pt x="2795" y="608"/>
                    <a:pt x="2358" y="383"/>
                  </a:cubicBezTo>
                  <a:cubicBezTo>
                    <a:pt x="2294" y="350"/>
                    <a:pt x="2242" y="336"/>
                    <a:pt x="2198" y="336"/>
                  </a:cubicBezTo>
                  <a:cubicBezTo>
                    <a:pt x="1936" y="336"/>
                    <a:pt x="1981" y="827"/>
                    <a:pt x="1981" y="827"/>
                  </a:cubicBezTo>
                  <a:cubicBezTo>
                    <a:pt x="1981" y="827"/>
                    <a:pt x="1553" y="0"/>
                    <a:pt x="12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10"/>
            <p:cNvSpPr/>
            <p:nvPr/>
          </p:nvSpPr>
          <p:spPr>
            <a:xfrm flipH="1">
              <a:off x="362057" y="4580549"/>
              <a:ext cx="53437" cy="51008"/>
            </a:xfrm>
            <a:custGeom>
              <a:avLst/>
              <a:gdLst/>
              <a:ahLst/>
              <a:cxnLst/>
              <a:rect l="l" t="t" r="r" b="b"/>
              <a:pathLst>
                <a:path w="660" h="630" extrusionOk="0">
                  <a:moveTo>
                    <a:pt x="428" y="0"/>
                  </a:moveTo>
                  <a:cubicBezTo>
                    <a:pt x="374" y="0"/>
                    <a:pt x="319" y="53"/>
                    <a:pt x="351" y="117"/>
                  </a:cubicBezTo>
                  <a:cubicBezTo>
                    <a:pt x="407" y="237"/>
                    <a:pt x="444" y="392"/>
                    <a:pt x="428" y="456"/>
                  </a:cubicBezTo>
                  <a:cubicBezTo>
                    <a:pt x="373" y="419"/>
                    <a:pt x="262" y="287"/>
                    <a:pt x="175" y="154"/>
                  </a:cubicBezTo>
                  <a:cubicBezTo>
                    <a:pt x="158" y="126"/>
                    <a:pt x="133" y="114"/>
                    <a:pt x="109" y="114"/>
                  </a:cubicBezTo>
                  <a:cubicBezTo>
                    <a:pt x="54" y="114"/>
                    <a:pt x="1" y="176"/>
                    <a:pt x="40" y="240"/>
                  </a:cubicBezTo>
                  <a:cubicBezTo>
                    <a:pt x="132" y="382"/>
                    <a:pt x="305" y="623"/>
                    <a:pt x="441" y="629"/>
                  </a:cubicBezTo>
                  <a:lnTo>
                    <a:pt x="447" y="629"/>
                  </a:lnTo>
                  <a:cubicBezTo>
                    <a:pt x="487" y="629"/>
                    <a:pt x="524" y="611"/>
                    <a:pt x="549" y="580"/>
                  </a:cubicBezTo>
                  <a:cubicBezTo>
                    <a:pt x="660" y="438"/>
                    <a:pt x="539" y="139"/>
                    <a:pt x="499" y="52"/>
                  </a:cubicBezTo>
                  <a:cubicBezTo>
                    <a:pt x="485" y="16"/>
                    <a:pt x="457" y="0"/>
                    <a:pt x="428"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09" name="Google Shape;1109;p10"/>
            <p:cNvSpPr/>
            <p:nvPr/>
          </p:nvSpPr>
          <p:spPr>
            <a:xfrm flipH="1">
              <a:off x="219396" y="4507518"/>
              <a:ext cx="103554" cy="101287"/>
            </a:xfrm>
            <a:custGeom>
              <a:avLst/>
              <a:gdLst/>
              <a:ahLst/>
              <a:cxnLst/>
              <a:rect l="l" t="t" r="r" b="b"/>
              <a:pathLst>
                <a:path w="1279" h="1251" extrusionOk="0">
                  <a:moveTo>
                    <a:pt x="847" y="0"/>
                  </a:moveTo>
                  <a:cubicBezTo>
                    <a:pt x="816" y="0"/>
                    <a:pt x="784" y="9"/>
                    <a:pt x="756" y="26"/>
                  </a:cubicBezTo>
                  <a:cubicBezTo>
                    <a:pt x="667" y="88"/>
                    <a:pt x="642" y="242"/>
                    <a:pt x="642" y="387"/>
                  </a:cubicBezTo>
                  <a:cubicBezTo>
                    <a:pt x="473" y="222"/>
                    <a:pt x="340" y="137"/>
                    <a:pt x="245" y="137"/>
                  </a:cubicBezTo>
                  <a:cubicBezTo>
                    <a:pt x="214" y="137"/>
                    <a:pt x="187" y="146"/>
                    <a:pt x="164" y="165"/>
                  </a:cubicBezTo>
                  <a:cubicBezTo>
                    <a:pt x="124" y="192"/>
                    <a:pt x="1" y="288"/>
                    <a:pt x="386" y="1201"/>
                  </a:cubicBezTo>
                  <a:cubicBezTo>
                    <a:pt x="399" y="1232"/>
                    <a:pt x="430" y="1250"/>
                    <a:pt x="460" y="1250"/>
                  </a:cubicBezTo>
                  <a:cubicBezTo>
                    <a:pt x="473" y="1250"/>
                    <a:pt x="485" y="1247"/>
                    <a:pt x="494" y="1241"/>
                  </a:cubicBezTo>
                  <a:cubicBezTo>
                    <a:pt x="534" y="1226"/>
                    <a:pt x="553" y="1176"/>
                    <a:pt x="537" y="1136"/>
                  </a:cubicBezTo>
                  <a:cubicBezTo>
                    <a:pt x="402" y="812"/>
                    <a:pt x="272" y="424"/>
                    <a:pt x="272" y="300"/>
                  </a:cubicBezTo>
                  <a:lnTo>
                    <a:pt x="272" y="300"/>
                  </a:lnTo>
                  <a:cubicBezTo>
                    <a:pt x="349" y="331"/>
                    <a:pt x="525" y="485"/>
                    <a:pt x="676" y="655"/>
                  </a:cubicBezTo>
                  <a:cubicBezTo>
                    <a:pt x="693" y="674"/>
                    <a:pt x="715" y="682"/>
                    <a:pt x="736" y="682"/>
                  </a:cubicBezTo>
                  <a:cubicBezTo>
                    <a:pt x="779" y="682"/>
                    <a:pt x="821" y="646"/>
                    <a:pt x="815" y="593"/>
                  </a:cubicBezTo>
                  <a:cubicBezTo>
                    <a:pt x="793" y="399"/>
                    <a:pt x="812" y="189"/>
                    <a:pt x="843" y="162"/>
                  </a:cubicBezTo>
                  <a:cubicBezTo>
                    <a:pt x="849" y="162"/>
                    <a:pt x="855" y="165"/>
                    <a:pt x="861" y="168"/>
                  </a:cubicBezTo>
                  <a:cubicBezTo>
                    <a:pt x="1006" y="248"/>
                    <a:pt x="1093" y="606"/>
                    <a:pt x="1111" y="815"/>
                  </a:cubicBezTo>
                  <a:cubicBezTo>
                    <a:pt x="1114" y="867"/>
                    <a:pt x="1152" y="891"/>
                    <a:pt x="1190" y="891"/>
                  </a:cubicBezTo>
                  <a:cubicBezTo>
                    <a:pt x="1234" y="891"/>
                    <a:pt x="1278" y="859"/>
                    <a:pt x="1272" y="800"/>
                  </a:cubicBezTo>
                  <a:cubicBezTo>
                    <a:pt x="1265" y="735"/>
                    <a:pt x="1207" y="171"/>
                    <a:pt x="938" y="26"/>
                  </a:cubicBezTo>
                  <a:cubicBezTo>
                    <a:pt x="911" y="9"/>
                    <a:pt x="879" y="0"/>
                    <a:pt x="847"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10" name="Google Shape;1110;p10"/>
            <p:cNvSpPr/>
            <p:nvPr/>
          </p:nvSpPr>
          <p:spPr>
            <a:xfrm flipH="1">
              <a:off x="182072" y="4624513"/>
              <a:ext cx="177556" cy="91895"/>
            </a:xfrm>
            <a:custGeom>
              <a:avLst/>
              <a:gdLst/>
              <a:ahLst/>
              <a:cxnLst/>
              <a:rect l="l" t="t" r="r" b="b"/>
              <a:pathLst>
                <a:path w="2193" h="1135" extrusionOk="0">
                  <a:moveTo>
                    <a:pt x="2091" y="0"/>
                  </a:moveTo>
                  <a:cubicBezTo>
                    <a:pt x="2061" y="0"/>
                    <a:pt x="2030" y="17"/>
                    <a:pt x="2018" y="55"/>
                  </a:cubicBezTo>
                  <a:cubicBezTo>
                    <a:pt x="2014" y="61"/>
                    <a:pt x="1795" y="672"/>
                    <a:pt x="1265" y="891"/>
                  </a:cubicBezTo>
                  <a:cubicBezTo>
                    <a:pt x="1137" y="944"/>
                    <a:pt x="1000" y="970"/>
                    <a:pt x="856" y="970"/>
                  </a:cubicBezTo>
                  <a:cubicBezTo>
                    <a:pt x="640" y="970"/>
                    <a:pt x="406" y="911"/>
                    <a:pt x="158" y="792"/>
                  </a:cubicBezTo>
                  <a:cubicBezTo>
                    <a:pt x="143" y="784"/>
                    <a:pt x="129" y="780"/>
                    <a:pt x="116" y="780"/>
                  </a:cubicBezTo>
                  <a:cubicBezTo>
                    <a:pt x="41" y="780"/>
                    <a:pt x="1" y="898"/>
                    <a:pt x="90" y="937"/>
                  </a:cubicBezTo>
                  <a:cubicBezTo>
                    <a:pt x="361" y="1067"/>
                    <a:pt x="620" y="1135"/>
                    <a:pt x="861" y="1135"/>
                  </a:cubicBezTo>
                  <a:cubicBezTo>
                    <a:pt x="1021" y="1135"/>
                    <a:pt x="1182" y="1104"/>
                    <a:pt x="1330" y="1042"/>
                  </a:cubicBezTo>
                  <a:cubicBezTo>
                    <a:pt x="1928" y="792"/>
                    <a:pt x="2163" y="135"/>
                    <a:pt x="2172" y="108"/>
                  </a:cubicBezTo>
                  <a:cubicBezTo>
                    <a:pt x="2193" y="44"/>
                    <a:pt x="2141" y="0"/>
                    <a:pt x="2091"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11" name="Google Shape;1111;p10"/>
            <p:cNvSpPr/>
            <p:nvPr/>
          </p:nvSpPr>
          <p:spPr>
            <a:xfrm>
              <a:off x="78527" y="4013042"/>
              <a:ext cx="407881" cy="232406"/>
            </a:xfrm>
            <a:custGeom>
              <a:avLst/>
              <a:gdLst/>
              <a:ahLst/>
              <a:cxnLst/>
              <a:rect l="l" t="t" r="r" b="b"/>
              <a:pathLst>
                <a:path w="6088" h="3469" extrusionOk="0">
                  <a:moveTo>
                    <a:pt x="3696" y="1"/>
                  </a:moveTo>
                  <a:cubicBezTo>
                    <a:pt x="3413" y="1"/>
                    <a:pt x="3163" y="158"/>
                    <a:pt x="2991" y="365"/>
                  </a:cubicBezTo>
                  <a:lnTo>
                    <a:pt x="2991" y="365"/>
                  </a:lnTo>
                  <a:cubicBezTo>
                    <a:pt x="2876" y="273"/>
                    <a:pt x="2725" y="190"/>
                    <a:pt x="2533" y="128"/>
                  </a:cubicBezTo>
                  <a:cubicBezTo>
                    <a:pt x="2372" y="75"/>
                    <a:pt x="2237" y="52"/>
                    <a:pt x="2122" y="52"/>
                  </a:cubicBezTo>
                  <a:cubicBezTo>
                    <a:pt x="1407" y="52"/>
                    <a:pt x="1530" y="951"/>
                    <a:pt x="1530" y="951"/>
                  </a:cubicBezTo>
                  <a:cubicBezTo>
                    <a:pt x="1457" y="907"/>
                    <a:pt x="1378" y="886"/>
                    <a:pt x="1298" y="886"/>
                  </a:cubicBezTo>
                  <a:cubicBezTo>
                    <a:pt x="694" y="886"/>
                    <a:pt x="1" y="2034"/>
                    <a:pt x="790" y="2617"/>
                  </a:cubicBezTo>
                  <a:cubicBezTo>
                    <a:pt x="1039" y="2800"/>
                    <a:pt x="1275" y="2883"/>
                    <a:pt x="1477" y="2895"/>
                  </a:cubicBezTo>
                  <a:lnTo>
                    <a:pt x="1477" y="2895"/>
                  </a:lnTo>
                  <a:cubicBezTo>
                    <a:pt x="1545" y="3200"/>
                    <a:pt x="1763" y="3463"/>
                    <a:pt x="2224" y="3468"/>
                  </a:cubicBezTo>
                  <a:cubicBezTo>
                    <a:pt x="2242" y="3468"/>
                    <a:pt x="2259" y="3468"/>
                    <a:pt x="2276" y="3468"/>
                  </a:cubicBezTo>
                  <a:cubicBezTo>
                    <a:pt x="2909" y="3468"/>
                    <a:pt x="3333" y="3322"/>
                    <a:pt x="3571" y="3105"/>
                  </a:cubicBezTo>
                  <a:lnTo>
                    <a:pt x="3571" y="3105"/>
                  </a:lnTo>
                  <a:cubicBezTo>
                    <a:pt x="3621" y="3172"/>
                    <a:pt x="3683" y="3237"/>
                    <a:pt x="3760" y="3298"/>
                  </a:cubicBezTo>
                  <a:cubicBezTo>
                    <a:pt x="3866" y="3382"/>
                    <a:pt x="3994" y="3419"/>
                    <a:pt x="4133" y="3419"/>
                  </a:cubicBezTo>
                  <a:cubicBezTo>
                    <a:pt x="4932" y="3419"/>
                    <a:pt x="6088" y="2177"/>
                    <a:pt x="5404" y="1457"/>
                  </a:cubicBezTo>
                  <a:cubicBezTo>
                    <a:pt x="5215" y="1258"/>
                    <a:pt x="5015" y="1183"/>
                    <a:pt x="4827" y="1183"/>
                  </a:cubicBezTo>
                  <a:cubicBezTo>
                    <a:pt x="4806" y="1183"/>
                    <a:pt x="4786" y="1184"/>
                    <a:pt x="4765" y="1185"/>
                  </a:cubicBezTo>
                  <a:lnTo>
                    <a:pt x="4765" y="1185"/>
                  </a:lnTo>
                  <a:cubicBezTo>
                    <a:pt x="4773" y="830"/>
                    <a:pt x="4595" y="421"/>
                    <a:pt x="4155" y="143"/>
                  </a:cubicBezTo>
                  <a:cubicBezTo>
                    <a:pt x="3998" y="43"/>
                    <a:pt x="3843" y="1"/>
                    <a:pt x="36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10"/>
            <p:cNvSpPr/>
            <p:nvPr/>
          </p:nvSpPr>
          <p:spPr>
            <a:xfrm>
              <a:off x="148352" y="3736183"/>
              <a:ext cx="86504" cy="86286"/>
            </a:xfrm>
            <a:custGeom>
              <a:avLst/>
              <a:gdLst/>
              <a:ahLst/>
              <a:cxnLst/>
              <a:rect l="l" t="t" r="r" b="b"/>
              <a:pathLst>
                <a:path w="1188" h="1185" extrusionOk="0">
                  <a:moveTo>
                    <a:pt x="596" y="170"/>
                  </a:moveTo>
                  <a:cubicBezTo>
                    <a:pt x="827" y="173"/>
                    <a:pt x="1015" y="361"/>
                    <a:pt x="1012" y="596"/>
                  </a:cubicBezTo>
                  <a:cubicBezTo>
                    <a:pt x="1009" y="827"/>
                    <a:pt x="824" y="1012"/>
                    <a:pt x="592" y="1015"/>
                  </a:cubicBezTo>
                  <a:cubicBezTo>
                    <a:pt x="364" y="1006"/>
                    <a:pt x="185" y="818"/>
                    <a:pt x="185" y="592"/>
                  </a:cubicBezTo>
                  <a:cubicBezTo>
                    <a:pt x="185" y="364"/>
                    <a:pt x="367" y="179"/>
                    <a:pt x="596" y="173"/>
                  </a:cubicBezTo>
                  <a:lnTo>
                    <a:pt x="596" y="170"/>
                  </a:lnTo>
                  <a:close/>
                  <a:moveTo>
                    <a:pt x="596" y="0"/>
                  </a:moveTo>
                  <a:cubicBezTo>
                    <a:pt x="269" y="0"/>
                    <a:pt x="0" y="262"/>
                    <a:pt x="0" y="592"/>
                  </a:cubicBezTo>
                  <a:cubicBezTo>
                    <a:pt x="0" y="919"/>
                    <a:pt x="266" y="1185"/>
                    <a:pt x="592" y="1185"/>
                  </a:cubicBezTo>
                  <a:lnTo>
                    <a:pt x="596" y="1185"/>
                  </a:lnTo>
                  <a:cubicBezTo>
                    <a:pt x="923" y="1185"/>
                    <a:pt x="1188" y="919"/>
                    <a:pt x="1188" y="592"/>
                  </a:cubicBezTo>
                  <a:cubicBezTo>
                    <a:pt x="1188" y="262"/>
                    <a:pt x="923" y="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10"/>
            <p:cNvSpPr/>
            <p:nvPr/>
          </p:nvSpPr>
          <p:spPr>
            <a:xfrm>
              <a:off x="98895" y="3357080"/>
              <a:ext cx="161423" cy="148928"/>
            </a:xfrm>
            <a:custGeom>
              <a:avLst/>
              <a:gdLst/>
              <a:ahLst/>
              <a:cxnLst/>
              <a:rect l="l" t="t" r="r" b="b"/>
              <a:pathLst>
                <a:path w="2558" h="2360" extrusionOk="0">
                  <a:moveTo>
                    <a:pt x="1855" y="179"/>
                  </a:moveTo>
                  <a:lnTo>
                    <a:pt x="1855" y="179"/>
                  </a:lnTo>
                  <a:cubicBezTo>
                    <a:pt x="1827" y="306"/>
                    <a:pt x="1771" y="531"/>
                    <a:pt x="1707" y="790"/>
                  </a:cubicBezTo>
                  <a:cubicBezTo>
                    <a:pt x="1583" y="710"/>
                    <a:pt x="1457" y="630"/>
                    <a:pt x="1330" y="553"/>
                  </a:cubicBezTo>
                  <a:cubicBezTo>
                    <a:pt x="1629" y="306"/>
                    <a:pt x="1781" y="213"/>
                    <a:pt x="1855" y="179"/>
                  </a:cubicBezTo>
                  <a:close/>
                  <a:moveTo>
                    <a:pt x="522" y="287"/>
                  </a:moveTo>
                  <a:cubicBezTo>
                    <a:pt x="704" y="374"/>
                    <a:pt x="880" y="469"/>
                    <a:pt x="1053" y="577"/>
                  </a:cubicBezTo>
                  <a:cubicBezTo>
                    <a:pt x="942" y="670"/>
                    <a:pt x="824" y="778"/>
                    <a:pt x="698" y="892"/>
                  </a:cubicBezTo>
                  <a:cubicBezTo>
                    <a:pt x="575" y="559"/>
                    <a:pt x="531" y="371"/>
                    <a:pt x="522" y="287"/>
                  </a:cubicBezTo>
                  <a:close/>
                  <a:moveTo>
                    <a:pt x="1811" y="1046"/>
                  </a:moveTo>
                  <a:cubicBezTo>
                    <a:pt x="2070" y="1219"/>
                    <a:pt x="2225" y="1330"/>
                    <a:pt x="2308" y="1398"/>
                  </a:cubicBezTo>
                  <a:cubicBezTo>
                    <a:pt x="2188" y="1413"/>
                    <a:pt x="1981" y="1438"/>
                    <a:pt x="1694" y="1462"/>
                  </a:cubicBezTo>
                  <a:cubicBezTo>
                    <a:pt x="1731" y="1336"/>
                    <a:pt x="1771" y="1197"/>
                    <a:pt x="1808" y="1046"/>
                  </a:cubicBezTo>
                  <a:close/>
                  <a:moveTo>
                    <a:pt x="1201" y="664"/>
                  </a:moveTo>
                  <a:cubicBezTo>
                    <a:pt x="1355" y="756"/>
                    <a:pt x="1515" y="855"/>
                    <a:pt x="1666" y="954"/>
                  </a:cubicBezTo>
                  <a:cubicBezTo>
                    <a:pt x="1617" y="1148"/>
                    <a:pt x="1571" y="1324"/>
                    <a:pt x="1525" y="1478"/>
                  </a:cubicBezTo>
                  <a:cubicBezTo>
                    <a:pt x="1336" y="1493"/>
                    <a:pt x="1136" y="1509"/>
                    <a:pt x="951" y="1521"/>
                  </a:cubicBezTo>
                  <a:cubicBezTo>
                    <a:pt x="883" y="1367"/>
                    <a:pt x="815" y="1210"/>
                    <a:pt x="757" y="1055"/>
                  </a:cubicBezTo>
                  <a:cubicBezTo>
                    <a:pt x="917" y="910"/>
                    <a:pt x="1065" y="778"/>
                    <a:pt x="1201" y="664"/>
                  </a:cubicBezTo>
                  <a:close/>
                  <a:moveTo>
                    <a:pt x="630" y="1173"/>
                  </a:moveTo>
                  <a:cubicBezTo>
                    <a:pt x="676" y="1293"/>
                    <a:pt x="726" y="1413"/>
                    <a:pt x="775" y="1530"/>
                  </a:cubicBezTo>
                  <a:cubicBezTo>
                    <a:pt x="613" y="1539"/>
                    <a:pt x="473" y="1543"/>
                    <a:pt x="370" y="1543"/>
                  </a:cubicBezTo>
                  <a:cubicBezTo>
                    <a:pt x="319" y="1543"/>
                    <a:pt x="276" y="1542"/>
                    <a:pt x="245" y="1540"/>
                  </a:cubicBezTo>
                  <a:cubicBezTo>
                    <a:pt x="337" y="1450"/>
                    <a:pt x="476" y="1317"/>
                    <a:pt x="630" y="1173"/>
                  </a:cubicBezTo>
                  <a:close/>
                  <a:moveTo>
                    <a:pt x="1472" y="1644"/>
                  </a:moveTo>
                  <a:lnTo>
                    <a:pt x="1472" y="1644"/>
                  </a:lnTo>
                  <a:cubicBezTo>
                    <a:pt x="1370" y="1981"/>
                    <a:pt x="1306" y="2116"/>
                    <a:pt x="1275" y="2172"/>
                  </a:cubicBezTo>
                  <a:cubicBezTo>
                    <a:pt x="1176" y="2015"/>
                    <a:pt x="1090" y="1848"/>
                    <a:pt x="1019" y="1678"/>
                  </a:cubicBezTo>
                  <a:cubicBezTo>
                    <a:pt x="1167" y="1672"/>
                    <a:pt x="1321" y="1657"/>
                    <a:pt x="1472" y="1644"/>
                  </a:cubicBezTo>
                  <a:close/>
                  <a:moveTo>
                    <a:pt x="1916" y="0"/>
                  </a:moveTo>
                  <a:cubicBezTo>
                    <a:pt x="1833" y="0"/>
                    <a:pt x="1673" y="53"/>
                    <a:pt x="1182" y="466"/>
                  </a:cubicBezTo>
                  <a:cubicBezTo>
                    <a:pt x="960" y="334"/>
                    <a:pt x="618" y="136"/>
                    <a:pt x="507" y="108"/>
                  </a:cubicBezTo>
                  <a:cubicBezTo>
                    <a:pt x="494" y="108"/>
                    <a:pt x="485" y="105"/>
                    <a:pt x="476" y="105"/>
                  </a:cubicBezTo>
                  <a:cubicBezTo>
                    <a:pt x="439" y="105"/>
                    <a:pt x="408" y="124"/>
                    <a:pt x="386" y="155"/>
                  </a:cubicBezTo>
                  <a:cubicBezTo>
                    <a:pt x="359" y="192"/>
                    <a:pt x="297" y="281"/>
                    <a:pt x="568" y="1009"/>
                  </a:cubicBezTo>
                  <a:cubicBezTo>
                    <a:pt x="328" y="1231"/>
                    <a:pt x="118" y="1435"/>
                    <a:pt x="38" y="1515"/>
                  </a:cubicBezTo>
                  <a:cubicBezTo>
                    <a:pt x="10" y="1543"/>
                    <a:pt x="1" y="1583"/>
                    <a:pt x="13" y="1620"/>
                  </a:cubicBezTo>
                  <a:cubicBezTo>
                    <a:pt x="38" y="1681"/>
                    <a:pt x="93" y="1706"/>
                    <a:pt x="374" y="1706"/>
                  </a:cubicBezTo>
                  <a:cubicBezTo>
                    <a:pt x="497" y="1706"/>
                    <a:pt x="655" y="1700"/>
                    <a:pt x="846" y="1691"/>
                  </a:cubicBezTo>
                  <a:cubicBezTo>
                    <a:pt x="966" y="1959"/>
                    <a:pt x="1117" y="2271"/>
                    <a:pt x="1207" y="2338"/>
                  </a:cubicBezTo>
                  <a:cubicBezTo>
                    <a:pt x="1225" y="2351"/>
                    <a:pt x="1247" y="2360"/>
                    <a:pt x="1272" y="2360"/>
                  </a:cubicBezTo>
                  <a:lnTo>
                    <a:pt x="1275" y="2360"/>
                  </a:lnTo>
                  <a:cubicBezTo>
                    <a:pt x="1358" y="2360"/>
                    <a:pt x="1444" y="2304"/>
                    <a:pt x="1648" y="1629"/>
                  </a:cubicBezTo>
                  <a:cubicBezTo>
                    <a:pt x="1947" y="1604"/>
                    <a:pt x="2413" y="1555"/>
                    <a:pt x="2487" y="1530"/>
                  </a:cubicBezTo>
                  <a:cubicBezTo>
                    <a:pt x="2518" y="1515"/>
                    <a:pt x="2539" y="1487"/>
                    <a:pt x="2545" y="1456"/>
                  </a:cubicBezTo>
                  <a:cubicBezTo>
                    <a:pt x="2549" y="1398"/>
                    <a:pt x="2558" y="1339"/>
                    <a:pt x="1851" y="883"/>
                  </a:cubicBezTo>
                  <a:cubicBezTo>
                    <a:pt x="1959" y="466"/>
                    <a:pt x="2037" y="118"/>
                    <a:pt x="2037" y="115"/>
                  </a:cubicBezTo>
                  <a:cubicBezTo>
                    <a:pt x="2040" y="90"/>
                    <a:pt x="2033" y="62"/>
                    <a:pt x="2018" y="44"/>
                  </a:cubicBezTo>
                  <a:cubicBezTo>
                    <a:pt x="1990" y="16"/>
                    <a:pt x="1953" y="0"/>
                    <a:pt x="19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10"/>
            <p:cNvSpPr/>
            <p:nvPr/>
          </p:nvSpPr>
          <p:spPr>
            <a:xfrm>
              <a:off x="1747441" y="4947871"/>
              <a:ext cx="114472" cy="115104"/>
            </a:xfrm>
            <a:custGeom>
              <a:avLst/>
              <a:gdLst/>
              <a:ahLst/>
              <a:cxnLst/>
              <a:rect l="l" t="t" r="r" b="b"/>
              <a:pathLst>
                <a:path w="1814" h="1824" extrusionOk="0">
                  <a:moveTo>
                    <a:pt x="969" y="232"/>
                  </a:moveTo>
                  <a:cubicBezTo>
                    <a:pt x="993" y="309"/>
                    <a:pt x="1018" y="414"/>
                    <a:pt x="1034" y="482"/>
                  </a:cubicBezTo>
                  <a:cubicBezTo>
                    <a:pt x="1080" y="664"/>
                    <a:pt x="1089" y="704"/>
                    <a:pt x="1111" y="735"/>
                  </a:cubicBezTo>
                  <a:cubicBezTo>
                    <a:pt x="1135" y="766"/>
                    <a:pt x="1169" y="778"/>
                    <a:pt x="1348" y="843"/>
                  </a:cubicBezTo>
                  <a:cubicBezTo>
                    <a:pt x="1410" y="868"/>
                    <a:pt x="1509" y="901"/>
                    <a:pt x="1579" y="929"/>
                  </a:cubicBezTo>
                  <a:cubicBezTo>
                    <a:pt x="1478" y="975"/>
                    <a:pt x="1314" y="1037"/>
                    <a:pt x="1169" y="1090"/>
                  </a:cubicBezTo>
                  <a:cubicBezTo>
                    <a:pt x="1148" y="1096"/>
                    <a:pt x="1132" y="1111"/>
                    <a:pt x="1123" y="1133"/>
                  </a:cubicBezTo>
                  <a:cubicBezTo>
                    <a:pt x="1049" y="1299"/>
                    <a:pt x="960" y="1487"/>
                    <a:pt x="901" y="1592"/>
                  </a:cubicBezTo>
                  <a:cubicBezTo>
                    <a:pt x="861" y="1478"/>
                    <a:pt x="805" y="1278"/>
                    <a:pt x="762" y="1105"/>
                  </a:cubicBezTo>
                  <a:cubicBezTo>
                    <a:pt x="753" y="1071"/>
                    <a:pt x="728" y="1049"/>
                    <a:pt x="697" y="1043"/>
                  </a:cubicBezTo>
                  <a:cubicBezTo>
                    <a:pt x="528" y="1012"/>
                    <a:pt x="333" y="969"/>
                    <a:pt x="229" y="938"/>
                  </a:cubicBezTo>
                  <a:cubicBezTo>
                    <a:pt x="395" y="849"/>
                    <a:pt x="565" y="772"/>
                    <a:pt x="741" y="704"/>
                  </a:cubicBezTo>
                  <a:cubicBezTo>
                    <a:pt x="759" y="695"/>
                    <a:pt x="778" y="676"/>
                    <a:pt x="784" y="658"/>
                  </a:cubicBezTo>
                  <a:cubicBezTo>
                    <a:pt x="839" y="513"/>
                    <a:pt x="901" y="371"/>
                    <a:pt x="969" y="232"/>
                  </a:cubicBezTo>
                  <a:close/>
                  <a:moveTo>
                    <a:pt x="990" y="1"/>
                  </a:moveTo>
                  <a:cubicBezTo>
                    <a:pt x="941" y="1"/>
                    <a:pt x="867" y="1"/>
                    <a:pt x="648" y="571"/>
                  </a:cubicBezTo>
                  <a:cubicBezTo>
                    <a:pt x="40" y="815"/>
                    <a:pt x="19" y="895"/>
                    <a:pt x="10" y="929"/>
                  </a:cubicBezTo>
                  <a:cubicBezTo>
                    <a:pt x="0" y="957"/>
                    <a:pt x="6" y="985"/>
                    <a:pt x="22" y="1009"/>
                  </a:cubicBezTo>
                  <a:cubicBezTo>
                    <a:pt x="37" y="1031"/>
                    <a:pt x="84" y="1093"/>
                    <a:pt x="617" y="1198"/>
                  </a:cubicBezTo>
                  <a:cubicBezTo>
                    <a:pt x="774" y="1824"/>
                    <a:pt x="830" y="1824"/>
                    <a:pt x="892" y="1824"/>
                  </a:cubicBezTo>
                  <a:lnTo>
                    <a:pt x="898" y="1824"/>
                  </a:lnTo>
                  <a:cubicBezTo>
                    <a:pt x="944" y="1821"/>
                    <a:pt x="1000" y="1817"/>
                    <a:pt x="1259" y="1231"/>
                  </a:cubicBezTo>
                  <a:cubicBezTo>
                    <a:pt x="1416" y="1176"/>
                    <a:pt x="1718" y="1065"/>
                    <a:pt x="1783" y="1006"/>
                  </a:cubicBezTo>
                  <a:cubicBezTo>
                    <a:pt x="1805" y="985"/>
                    <a:pt x="1814" y="951"/>
                    <a:pt x="1811" y="920"/>
                  </a:cubicBezTo>
                  <a:cubicBezTo>
                    <a:pt x="1795" y="846"/>
                    <a:pt x="1715" y="806"/>
                    <a:pt x="1404" y="695"/>
                  </a:cubicBezTo>
                  <a:cubicBezTo>
                    <a:pt x="1345" y="673"/>
                    <a:pt x="1274" y="649"/>
                    <a:pt x="1243" y="633"/>
                  </a:cubicBezTo>
                  <a:cubicBezTo>
                    <a:pt x="1234" y="599"/>
                    <a:pt x="1212" y="516"/>
                    <a:pt x="1194" y="448"/>
                  </a:cubicBezTo>
                  <a:cubicBezTo>
                    <a:pt x="1141" y="229"/>
                    <a:pt x="1104" y="93"/>
                    <a:pt x="1067" y="41"/>
                  </a:cubicBezTo>
                  <a:cubicBezTo>
                    <a:pt x="1046" y="16"/>
                    <a:pt x="1018" y="4"/>
                    <a:pt x="99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10"/>
            <p:cNvSpPr/>
            <p:nvPr/>
          </p:nvSpPr>
          <p:spPr>
            <a:xfrm>
              <a:off x="96750" y="4008152"/>
              <a:ext cx="367883" cy="242857"/>
            </a:xfrm>
            <a:custGeom>
              <a:avLst/>
              <a:gdLst/>
              <a:ahLst/>
              <a:cxnLst/>
              <a:rect l="l" t="t" r="r" b="b"/>
              <a:pathLst>
                <a:path w="5491" h="3625" extrusionOk="0">
                  <a:moveTo>
                    <a:pt x="2733" y="558"/>
                  </a:moveTo>
                  <a:cubicBezTo>
                    <a:pt x="2952" y="768"/>
                    <a:pt x="2995" y="1015"/>
                    <a:pt x="2936" y="1178"/>
                  </a:cubicBezTo>
                  <a:cubicBezTo>
                    <a:pt x="2906" y="1264"/>
                    <a:pt x="2852" y="1311"/>
                    <a:pt x="2788" y="1311"/>
                  </a:cubicBezTo>
                  <a:cubicBezTo>
                    <a:pt x="2749" y="1311"/>
                    <a:pt x="2705" y="1293"/>
                    <a:pt x="2662" y="1255"/>
                  </a:cubicBezTo>
                  <a:cubicBezTo>
                    <a:pt x="2508" y="1129"/>
                    <a:pt x="2542" y="827"/>
                    <a:pt x="2733" y="558"/>
                  </a:cubicBezTo>
                  <a:close/>
                  <a:moveTo>
                    <a:pt x="4404" y="1354"/>
                  </a:moveTo>
                  <a:lnTo>
                    <a:pt x="4404" y="1354"/>
                  </a:lnTo>
                  <a:cubicBezTo>
                    <a:pt x="4367" y="1650"/>
                    <a:pt x="4185" y="1872"/>
                    <a:pt x="3945" y="1906"/>
                  </a:cubicBezTo>
                  <a:cubicBezTo>
                    <a:pt x="3929" y="1906"/>
                    <a:pt x="3917" y="1909"/>
                    <a:pt x="3902" y="1909"/>
                  </a:cubicBezTo>
                  <a:cubicBezTo>
                    <a:pt x="3837" y="1909"/>
                    <a:pt x="3837" y="1888"/>
                    <a:pt x="3837" y="1869"/>
                  </a:cubicBezTo>
                  <a:cubicBezTo>
                    <a:pt x="3831" y="1746"/>
                    <a:pt x="4068" y="1431"/>
                    <a:pt x="4404" y="1354"/>
                  </a:cubicBezTo>
                  <a:close/>
                  <a:moveTo>
                    <a:pt x="1527" y="2125"/>
                  </a:moveTo>
                  <a:cubicBezTo>
                    <a:pt x="1570" y="2125"/>
                    <a:pt x="1610" y="2162"/>
                    <a:pt x="1635" y="2196"/>
                  </a:cubicBezTo>
                  <a:cubicBezTo>
                    <a:pt x="1755" y="2347"/>
                    <a:pt x="1783" y="2511"/>
                    <a:pt x="1718" y="2646"/>
                  </a:cubicBezTo>
                  <a:cubicBezTo>
                    <a:pt x="1647" y="2795"/>
                    <a:pt x="1477" y="2884"/>
                    <a:pt x="1274" y="2890"/>
                  </a:cubicBezTo>
                  <a:cubicBezTo>
                    <a:pt x="1231" y="2619"/>
                    <a:pt x="1308" y="2332"/>
                    <a:pt x="1416" y="2199"/>
                  </a:cubicBezTo>
                  <a:cubicBezTo>
                    <a:pt x="1440" y="2159"/>
                    <a:pt x="1481" y="2131"/>
                    <a:pt x="1527" y="2125"/>
                  </a:cubicBezTo>
                  <a:close/>
                  <a:moveTo>
                    <a:pt x="3350" y="2350"/>
                  </a:moveTo>
                  <a:cubicBezTo>
                    <a:pt x="3362" y="2350"/>
                    <a:pt x="3396" y="2384"/>
                    <a:pt x="3424" y="2468"/>
                  </a:cubicBezTo>
                  <a:cubicBezTo>
                    <a:pt x="3491" y="2668"/>
                    <a:pt x="3448" y="2890"/>
                    <a:pt x="3313" y="3051"/>
                  </a:cubicBezTo>
                  <a:cubicBezTo>
                    <a:pt x="3183" y="2825"/>
                    <a:pt x="3195" y="2582"/>
                    <a:pt x="3266" y="2440"/>
                  </a:cubicBezTo>
                  <a:cubicBezTo>
                    <a:pt x="3297" y="2375"/>
                    <a:pt x="3334" y="2350"/>
                    <a:pt x="3350" y="2350"/>
                  </a:cubicBezTo>
                  <a:close/>
                  <a:moveTo>
                    <a:pt x="3426" y="160"/>
                  </a:moveTo>
                  <a:cubicBezTo>
                    <a:pt x="3566" y="160"/>
                    <a:pt x="3707" y="201"/>
                    <a:pt x="3840" y="287"/>
                  </a:cubicBezTo>
                  <a:cubicBezTo>
                    <a:pt x="4185" y="503"/>
                    <a:pt x="4395" y="836"/>
                    <a:pt x="4411" y="1191"/>
                  </a:cubicBezTo>
                  <a:cubicBezTo>
                    <a:pt x="3994" y="1265"/>
                    <a:pt x="3667" y="1650"/>
                    <a:pt x="3677" y="1878"/>
                  </a:cubicBezTo>
                  <a:cubicBezTo>
                    <a:pt x="3679" y="1969"/>
                    <a:pt x="3738" y="2069"/>
                    <a:pt x="3899" y="2069"/>
                  </a:cubicBezTo>
                  <a:cubicBezTo>
                    <a:pt x="3920" y="2069"/>
                    <a:pt x="3942" y="2067"/>
                    <a:pt x="3966" y="2064"/>
                  </a:cubicBezTo>
                  <a:cubicBezTo>
                    <a:pt x="4293" y="2020"/>
                    <a:pt x="4534" y="1727"/>
                    <a:pt x="4571" y="1339"/>
                  </a:cubicBezTo>
                  <a:cubicBezTo>
                    <a:pt x="4753" y="1342"/>
                    <a:pt x="4920" y="1428"/>
                    <a:pt x="5074" y="1589"/>
                  </a:cubicBezTo>
                  <a:cubicBezTo>
                    <a:pt x="5336" y="1863"/>
                    <a:pt x="5274" y="2190"/>
                    <a:pt x="5176" y="2418"/>
                  </a:cubicBezTo>
                  <a:cubicBezTo>
                    <a:pt x="4953" y="2939"/>
                    <a:pt x="4327" y="3414"/>
                    <a:pt x="3862" y="3414"/>
                  </a:cubicBezTo>
                  <a:cubicBezTo>
                    <a:pt x="3857" y="3415"/>
                    <a:pt x="3853" y="3415"/>
                    <a:pt x="3848" y="3415"/>
                  </a:cubicBezTo>
                  <a:cubicBezTo>
                    <a:pt x="3736" y="3415"/>
                    <a:pt x="3627" y="3378"/>
                    <a:pt x="3541" y="3310"/>
                  </a:cubicBezTo>
                  <a:cubicBezTo>
                    <a:pt x="3491" y="3273"/>
                    <a:pt x="3448" y="3232"/>
                    <a:pt x="3408" y="3186"/>
                  </a:cubicBezTo>
                  <a:cubicBezTo>
                    <a:pt x="3603" y="2983"/>
                    <a:pt x="3667" y="2687"/>
                    <a:pt x="3578" y="2421"/>
                  </a:cubicBezTo>
                  <a:cubicBezTo>
                    <a:pt x="3513" y="2218"/>
                    <a:pt x="3408" y="2190"/>
                    <a:pt x="3350" y="2190"/>
                  </a:cubicBezTo>
                  <a:cubicBezTo>
                    <a:pt x="3260" y="2190"/>
                    <a:pt x="3177" y="2255"/>
                    <a:pt x="3121" y="2366"/>
                  </a:cubicBezTo>
                  <a:cubicBezTo>
                    <a:pt x="3023" y="2563"/>
                    <a:pt x="3010" y="2878"/>
                    <a:pt x="3192" y="3165"/>
                  </a:cubicBezTo>
                  <a:cubicBezTo>
                    <a:pt x="3001" y="3306"/>
                    <a:pt x="2649" y="3461"/>
                    <a:pt x="1999" y="3461"/>
                  </a:cubicBezTo>
                  <a:lnTo>
                    <a:pt x="1956" y="3461"/>
                  </a:lnTo>
                  <a:cubicBezTo>
                    <a:pt x="1558" y="3458"/>
                    <a:pt x="1385" y="3254"/>
                    <a:pt x="1314" y="3051"/>
                  </a:cubicBezTo>
                  <a:cubicBezTo>
                    <a:pt x="1564" y="3035"/>
                    <a:pt x="1767" y="2915"/>
                    <a:pt x="1863" y="2720"/>
                  </a:cubicBezTo>
                  <a:cubicBezTo>
                    <a:pt x="1959" y="2523"/>
                    <a:pt x="1922" y="2298"/>
                    <a:pt x="1761" y="2097"/>
                  </a:cubicBezTo>
                  <a:cubicBezTo>
                    <a:pt x="1675" y="1986"/>
                    <a:pt x="1585" y="1965"/>
                    <a:pt x="1527" y="1965"/>
                  </a:cubicBezTo>
                  <a:cubicBezTo>
                    <a:pt x="1444" y="1965"/>
                    <a:pt x="1360" y="2011"/>
                    <a:pt x="1289" y="2097"/>
                  </a:cubicBezTo>
                  <a:cubicBezTo>
                    <a:pt x="1147" y="2276"/>
                    <a:pt x="1076" y="2594"/>
                    <a:pt x="1107" y="2878"/>
                  </a:cubicBezTo>
                  <a:cubicBezTo>
                    <a:pt x="913" y="2835"/>
                    <a:pt x="728" y="2751"/>
                    <a:pt x="568" y="2628"/>
                  </a:cubicBezTo>
                  <a:cubicBezTo>
                    <a:pt x="154" y="2320"/>
                    <a:pt x="241" y="1891"/>
                    <a:pt x="296" y="1718"/>
                  </a:cubicBezTo>
                  <a:cubicBezTo>
                    <a:pt x="420" y="1345"/>
                    <a:pt x="746" y="1043"/>
                    <a:pt x="1027" y="1043"/>
                  </a:cubicBezTo>
                  <a:cubicBezTo>
                    <a:pt x="1095" y="1043"/>
                    <a:pt x="1163" y="1061"/>
                    <a:pt x="1218" y="1095"/>
                  </a:cubicBezTo>
                  <a:cubicBezTo>
                    <a:pt x="1232" y="1103"/>
                    <a:pt x="1246" y="1106"/>
                    <a:pt x="1260" y="1106"/>
                  </a:cubicBezTo>
                  <a:cubicBezTo>
                    <a:pt x="1307" y="1106"/>
                    <a:pt x="1349" y="1067"/>
                    <a:pt x="1342" y="1015"/>
                  </a:cubicBezTo>
                  <a:cubicBezTo>
                    <a:pt x="1342" y="1012"/>
                    <a:pt x="1283" y="586"/>
                    <a:pt x="1487" y="355"/>
                  </a:cubicBezTo>
                  <a:cubicBezTo>
                    <a:pt x="1572" y="255"/>
                    <a:pt x="1695" y="205"/>
                    <a:pt x="1853" y="205"/>
                  </a:cubicBezTo>
                  <a:cubicBezTo>
                    <a:pt x="1964" y="205"/>
                    <a:pt x="2092" y="230"/>
                    <a:pt x="2236" y="278"/>
                  </a:cubicBezTo>
                  <a:cubicBezTo>
                    <a:pt x="2369" y="318"/>
                    <a:pt x="2495" y="380"/>
                    <a:pt x="2609" y="457"/>
                  </a:cubicBezTo>
                  <a:cubicBezTo>
                    <a:pt x="2387" y="765"/>
                    <a:pt x="2313" y="1172"/>
                    <a:pt x="2560" y="1382"/>
                  </a:cubicBezTo>
                  <a:cubicBezTo>
                    <a:pt x="2622" y="1437"/>
                    <a:pt x="2705" y="1474"/>
                    <a:pt x="2791" y="1478"/>
                  </a:cubicBezTo>
                  <a:cubicBezTo>
                    <a:pt x="2921" y="1478"/>
                    <a:pt x="3038" y="1382"/>
                    <a:pt x="3091" y="1234"/>
                  </a:cubicBezTo>
                  <a:cubicBezTo>
                    <a:pt x="3168" y="1018"/>
                    <a:pt x="3112" y="694"/>
                    <a:pt x="2835" y="432"/>
                  </a:cubicBezTo>
                  <a:cubicBezTo>
                    <a:pt x="3006" y="255"/>
                    <a:pt x="3214" y="160"/>
                    <a:pt x="3426" y="160"/>
                  </a:cubicBezTo>
                  <a:close/>
                  <a:moveTo>
                    <a:pt x="3431" y="0"/>
                  </a:moveTo>
                  <a:cubicBezTo>
                    <a:pt x="3171" y="0"/>
                    <a:pt x="2915" y="116"/>
                    <a:pt x="2711" y="333"/>
                  </a:cubicBezTo>
                  <a:cubicBezTo>
                    <a:pt x="2582" y="241"/>
                    <a:pt x="2440" y="173"/>
                    <a:pt x="2289" y="124"/>
                  </a:cubicBezTo>
                  <a:cubicBezTo>
                    <a:pt x="2129" y="71"/>
                    <a:pt x="1984" y="45"/>
                    <a:pt x="1856" y="45"/>
                  </a:cubicBezTo>
                  <a:cubicBezTo>
                    <a:pt x="1647" y="45"/>
                    <a:pt x="1482" y="113"/>
                    <a:pt x="1363" y="247"/>
                  </a:cubicBezTo>
                  <a:cubicBezTo>
                    <a:pt x="1194" y="444"/>
                    <a:pt x="1169" y="731"/>
                    <a:pt x="1172" y="901"/>
                  </a:cubicBezTo>
                  <a:cubicBezTo>
                    <a:pt x="1126" y="888"/>
                    <a:pt x="1076" y="882"/>
                    <a:pt x="1027" y="882"/>
                  </a:cubicBezTo>
                  <a:cubicBezTo>
                    <a:pt x="676" y="882"/>
                    <a:pt x="287" y="1228"/>
                    <a:pt x="142" y="1669"/>
                  </a:cubicBezTo>
                  <a:cubicBezTo>
                    <a:pt x="0" y="2104"/>
                    <a:pt x="120" y="2498"/>
                    <a:pt x="472" y="2757"/>
                  </a:cubicBezTo>
                  <a:cubicBezTo>
                    <a:pt x="694" y="2921"/>
                    <a:pt x="922" y="3020"/>
                    <a:pt x="1141" y="3047"/>
                  </a:cubicBezTo>
                  <a:cubicBezTo>
                    <a:pt x="1246" y="3408"/>
                    <a:pt x="1539" y="3621"/>
                    <a:pt x="1952" y="3624"/>
                  </a:cubicBezTo>
                  <a:lnTo>
                    <a:pt x="1999" y="3624"/>
                  </a:lnTo>
                  <a:cubicBezTo>
                    <a:pt x="2563" y="3624"/>
                    <a:pt x="3007" y="3513"/>
                    <a:pt x="3288" y="3297"/>
                  </a:cubicBezTo>
                  <a:cubicBezTo>
                    <a:pt x="3334" y="3347"/>
                    <a:pt x="3384" y="3396"/>
                    <a:pt x="3439" y="3439"/>
                  </a:cubicBezTo>
                  <a:cubicBezTo>
                    <a:pt x="3556" y="3529"/>
                    <a:pt x="3699" y="3578"/>
                    <a:pt x="3848" y="3578"/>
                  </a:cubicBezTo>
                  <a:cubicBezTo>
                    <a:pt x="3853" y="3578"/>
                    <a:pt x="3857" y="3578"/>
                    <a:pt x="3862" y="3578"/>
                  </a:cubicBezTo>
                  <a:cubicBezTo>
                    <a:pt x="4392" y="3578"/>
                    <a:pt x="5077" y="3066"/>
                    <a:pt x="5327" y="2483"/>
                  </a:cubicBezTo>
                  <a:cubicBezTo>
                    <a:pt x="5490" y="2097"/>
                    <a:pt x="5444" y="1743"/>
                    <a:pt x="5191" y="1478"/>
                  </a:cubicBezTo>
                  <a:cubicBezTo>
                    <a:pt x="5009" y="1283"/>
                    <a:pt x="4802" y="1185"/>
                    <a:pt x="4574" y="1178"/>
                  </a:cubicBezTo>
                  <a:cubicBezTo>
                    <a:pt x="4552" y="774"/>
                    <a:pt x="4315" y="395"/>
                    <a:pt x="3929" y="151"/>
                  </a:cubicBezTo>
                  <a:cubicBezTo>
                    <a:pt x="3770" y="49"/>
                    <a:pt x="3600" y="0"/>
                    <a:pt x="34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231"/>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2">
  <p:cSld name="CUSTOM_3_2_1_1">
    <p:bg>
      <p:bgPr>
        <a:solidFill>
          <a:schemeClr val="dk2"/>
        </a:solidFill>
        <a:effectLst/>
      </p:bgPr>
    </p:bg>
    <p:spTree>
      <p:nvGrpSpPr>
        <p:cNvPr id="1" name="Shape 1430"/>
        <p:cNvGrpSpPr/>
        <p:nvPr/>
      </p:nvGrpSpPr>
      <p:grpSpPr>
        <a:xfrm>
          <a:off x="0" y="0"/>
          <a:ext cx="0" cy="0"/>
          <a:chOff x="0" y="0"/>
          <a:chExt cx="0" cy="0"/>
        </a:xfrm>
      </p:grpSpPr>
      <p:sp>
        <p:nvSpPr>
          <p:cNvPr id="1431" name="Google Shape;1431;p15"/>
          <p:cNvSpPr/>
          <p:nvPr/>
        </p:nvSpPr>
        <p:spPr>
          <a:xfrm>
            <a:off x="-111285" y="-151800"/>
            <a:ext cx="9366570" cy="5506907"/>
          </a:xfrm>
          <a:custGeom>
            <a:avLst/>
            <a:gdLst/>
            <a:ahLst/>
            <a:cxnLst/>
            <a:rect l="l" t="t" r="r" b="b"/>
            <a:pathLst>
              <a:path w="287870" h="169248" extrusionOk="0">
                <a:moveTo>
                  <a:pt x="17455" y="3287"/>
                </a:moveTo>
                <a:lnTo>
                  <a:pt x="17455" y="9371"/>
                </a:lnTo>
                <a:lnTo>
                  <a:pt x="11371" y="9371"/>
                </a:lnTo>
                <a:lnTo>
                  <a:pt x="11371" y="3287"/>
                </a:lnTo>
                <a:close/>
                <a:moveTo>
                  <a:pt x="24503" y="3287"/>
                </a:moveTo>
                <a:lnTo>
                  <a:pt x="24503" y="9371"/>
                </a:lnTo>
                <a:lnTo>
                  <a:pt x="18431" y="9371"/>
                </a:lnTo>
                <a:lnTo>
                  <a:pt x="18431" y="3287"/>
                </a:lnTo>
                <a:close/>
                <a:moveTo>
                  <a:pt x="31564" y="3287"/>
                </a:moveTo>
                <a:lnTo>
                  <a:pt x="31564" y="9371"/>
                </a:lnTo>
                <a:lnTo>
                  <a:pt x="25492" y="9371"/>
                </a:lnTo>
                <a:lnTo>
                  <a:pt x="25492" y="3287"/>
                </a:lnTo>
                <a:close/>
                <a:moveTo>
                  <a:pt x="38612" y="3287"/>
                </a:moveTo>
                <a:lnTo>
                  <a:pt x="38612" y="9371"/>
                </a:lnTo>
                <a:lnTo>
                  <a:pt x="32540" y="9371"/>
                </a:lnTo>
                <a:lnTo>
                  <a:pt x="32540" y="3287"/>
                </a:lnTo>
                <a:close/>
                <a:moveTo>
                  <a:pt x="45673" y="3287"/>
                </a:moveTo>
                <a:lnTo>
                  <a:pt x="45673" y="9371"/>
                </a:lnTo>
                <a:lnTo>
                  <a:pt x="39601" y="9371"/>
                </a:lnTo>
                <a:lnTo>
                  <a:pt x="39601" y="3287"/>
                </a:lnTo>
                <a:close/>
                <a:moveTo>
                  <a:pt x="52721" y="3287"/>
                </a:moveTo>
                <a:lnTo>
                  <a:pt x="52721" y="9371"/>
                </a:lnTo>
                <a:lnTo>
                  <a:pt x="46649" y="9371"/>
                </a:lnTo>
                <a:lnTo>
                  <a:pt x="46649" y="3287"/>
                </a:lnTo>
                <a:close/>
                <a:moveTo>
                  <a:pt x="59782" y="3287"/>
                </a:moveTo>
                <a:lnTo>
                  <a:pt x="59782" y="9371"/>
                </a:lnTo>
                <a:lnTo>
                  <a:pt x="53709" y="9371"/>
                </a:lnTo>
                <a:lnTo>
                  <a:pt x="53709" y="3287"/>
                </a:lnTo>
                <a:close/>
                <a:moveTo>
                  <a:pt x="66842" y="3287"/>
                </a:moveTo>
                <a:lnTo>
                  <a:pt x="66842" y="9371"/>
                </a:lnTo>
                <a:lnTo>
                  <a:pt x="60770" y="9371"/>
                </a:lnTo>
                <a:lnTo>
                  <a:pt x="60770" y="3287"/>
                </a:lnTo>
                <a:close/>
                <a:moveTo>
                  <a:pt x="73902" y="3287"/>
                </a:moveTo>
                <a:lnTo>
                  <a:pt x="73902" y="9371"/>
                </a:lnTo>
                <a:lnTo>
                  <a:pt x="67818" y="9371"/>
                </a:lnTo>
                <a:lnTo>
                  <a:pt x="67818" y="3287"/>
                </a:lnTo>
                <a:close/>
                <a:moveTo>
                  <a:pt x="80951" y="3287"/>
                </a:moveTo>
                <a:lnTo>
                  <a:pt x="80951" y="9371"/>
                </a:lnTo>
                <a:lnTo>
                  <a:pt x="74879" y="9371"/>
                </a:lnTo>
                <a:lnTo>
                  <a:pt x="74879" y="3287"/>
                </a:lnTo>
                <a:close/>
                <a:moveTo>
                  <a:pt x="88011" y="3287"/>
                </a:moveTo>
                <a:lnTo>
                  <a:pt x="88011" y="9371"/>
                </a:lnTo>
                <a:lnTo>
                  <a:pt x="81939" y="9371"/>
                </a:lnTo>
                <a:lnTo>
                  <a:pt x="81939" y="3287"/>
                </a:lnTo>
                <a:close/>
                <a:moveTo>
                  <a:pt x="95060" y="3287"/>
                </a:moveTo>
                <a:lnTo>
                  <a:pt x="95060" y="9371"/>
                </a:lnTo>
                <a:lnTo>
                  <a:pt x="88988" y="9371"/>
                </a:lnTo>
                <a:lnTo>
                  <a:pt x="88988" y="3287"/>
                </a:lnTo>
                <a:close/>
                <a:moveTo>
                  <a:pt x="102120" y="3287"/>
                </a:moveTo>
                <a:lnTo>
                  <a:pt x="102120" y="9371"/>
                </a:lnTo>
                <a:lnTo>
                  <a:pt x="96036" y="9371"/>
                </a:lnTo>
                <a:lnTo>
                  <a:pt x="96036" y="3287"/>
                </a:lnTo>
                <a:close/>
                <a:moveTo>
                  <a:pt x="109169" y="3287"/>
                </a:moveTo>
                <a:lnTo>
                  <a:pt x="109169" y="9371"/>
                </a:lnTo>
                <a:lnTo>
                  <a:pt x="103097" y="9371"/>
                </a:lnTo>
                <a:lnTo>
                  <a:pt x="103097" y="3287"/>
                </a:lnTo>
                <a:close/>
                <a:moveTo>
                  <a:pt x="116229" y="3287"/>
                </a:moveTo>
                <a:lnTo>
                  <a:pt x="116229" y="9371"/>
                </a:lnTo>
                <a:lnTo>
                  <a:pt x="110157" y="9371"/>
                </a:lnTo>
                <a:lnTo>
                  <a:pt x="110157" y="3287"/>
                </a:lnTo>
                <a:close/>
                <a:moveTo>
                  <a:pt x="123278" y="3287"/>
                </a:moveTo>
                <a:lnTo>
                  <a:pt x="123278" y="9371"/>
                </a:lnTo>
                <a:lnTo>
                  <a:pt x="117205" y="9371"/>
                </a:lnTo>
                <a:lnTo>
                  <a:pt x="117205" y="3287"/>
                </a:lnTo>
                <a:close/>
                <a:moveTo>
                  <a:pt x="130338" y="3287"/>
                </a:moveTo>
                <a:lnTo>
                  <a:pt x="130338" y="9371"/>
                </a:lnTo>
                <a:lnTo>
                  <a:pt x="124266" y="9371"/>
                </a:lnTo>
                <a:lnTo>
                  <a:pt x="124266" y="3287"/>
                </a:lnTo>
                <a:close/>
                <a:moveTo>
                  <a:pt x="137387" y="3287"/>
                </a:moveTo>
                <a:lnTo>
                  <a:pt x="137387" y="9371"/>
                </a:lnTo>
                <a:lnTo>
                  <a:pt x="131314" y="9371"/>
                </a:lnTo>
                <a:lnTo>
                  <a:pt x="131314" y="3287"/>
                </a:lnTo>
                <a:close/>
                <a:moveTo>
                  <a:pt x="144447" y="3287"/>
                </a:moveTo>
                <a:lnTo>
                  <a:pt x="144447" y="9371"/>
                </a:lnTo>
                <a:lnTo>
                  <a:pt x="138375" y="9371"/>
                </a:lnTo>
                <a:lnTo>
                  <a:pt x="138375" y="3287"/>
                </a:lnTo>
                <a:close/>
                <a:moveTo>
                  <a:pt x="151495" y="3287"/>
                </a:moveTo>
                <a:lnTo>
                  <a:pt x="151495" y="9371"/>
                </a:lnTo>
                <a:lnTo>
                  <a:pt x="145423" y="9371"/>
                </a:lnTo>
                <a:lnTo>
                  <a:pt x="145423" y="3287"/>
                </a:lnTo>
                <a:close/>
                <a:moveTo>
                  <a:pt x="158556" y="3287"/>
                </a:moveTo>
                <a:lnTo>
                  <a:pt x="158556" y="9371"/>
                </a:lnTo>
                <a:lnTo>
                  <a:pt x="152484" y="9371"/>
                </a:lnTo>
                <a:lnTo>
                  <a:pt x="152484" y="3287"/>
                </a:lnTo>
                <a:close/>
                <a:moveTo>
                  <a:pt x="165604" y="3287"/>
                </a:moveTo>
                <a:lnTo>
                  <a:pt x="165604" y="9371"/>
                </a:lnTo>
                <a:lnTo>
                  <a:pt x="159532" y="9371"/>
                </a:lnTo>
                <a:lnTo>
                  <a:pt x="159532" y="3287"/>
                </a:lnTo>
                <a:close/>
                <a:moveTo>
                  <a:pt x="172665" y="3287"/>
                </a:moveTo>
                <a:lnTo>
                  <a:pt x="172665" y="9371"/>
                </a:lnTo>
                <a:lnTo>
                  <a:pt x="166581" y="9371"/>
                </a:lnTo>
                <a:lnTo>
                  <a:pt x="166581" y="3287"/>
                </a:lnTo>
                <a:close/>
                <a:moveTo>
                  <a:pt x="179713" y="3287"/>
                </a:moveTo>
                <a:lnTo>
                  <a:pt x="179713" y="9371"/>
                </a:lnTo>
                <a:lnTo>
                  <a:pt x="173641" y="9371"/>
                </a:lnTo>
                <a:lnTo>
                  <a:pt x="173641" y="3287"/>
                </a:lnTo>
                <a:close/>
                <a:moveTo>
                  <a:pt x="186774" y="3287"/>
                </a:moveTo>
                <a:lnTo>
                  <a:pt x="186774" y="9371"/>
                </a:lnTo>
                <a:lnTo>
                  <a:pt x="180702" y="9371"/>
                </a:lnTo>
                <a:lnTo>
                  <a:pt x="180702" y="3287"/>
                </a:lnTo>
                <a:close/>
                <a:moveTo>
                  <a:pt x="193822" y="3287"/>
                </a:moveTo>
                <a:lnTo>
                  <a:pt x="193822" y="9371"/>
                </a:lnTo>
                <a:lnTo>
                  <a:pt x="187750" y="9371"/>
                </a:lnTo>
                <a:lnTo>
                  <a:pt x="187750" y="3287"/>
                </a:lnTo>
                <a:close/>
                <a:moveTo>
                  <a:pt x="200883" y="3287"/>
                </a:moveTo>
                <a:lnTo>
                  <a:pt x="200883" y="9371"/>
                </a:lnTo>
                <a:lnTo>
                  <a:pt x="194810" y="9371"/>
                </a:lnTo>
                <a:lnTo>
                  <a:pt x="194810" y="3287"/>
                </a:lnTo>
                <a:close/>
                <a:moveTo>
                  <a:pt x="207931" y="3287"/>
                </a:moveTo>
                <a:lnTo>
                  <a:pt x="207931" y="9371"/>
                </a:lnTo>
                <a:lnTo>
                  <a:pt x="201859" y="9371"/>
                </a:lnTo>
                <a:lnTo>
                  <a:pt x="201859" y="3287"/>
                </a:lnTo>
                <a:close/>
                <a:moveTo>
                  <a:pt x="214992" y="3287"/>
                </a:moveTo>
                <a:lnTo>
                  <a:pt x="214992" y="9371"/>
                </a:lnTo>
                <a:lnTo>
                  <a:pt x="208919" y="9371"/>
                </a:lnTo>
                <a:lnTo>
                  <a:pt x="208919" y="3287"/>
                </a:lnTo>
                <a:close/>
                <a:moveTo>
                  <a:pt x="222052" y="3287"/>
                </a:moveTo>
                <a:lnTo>
                  <a:pt x="222052" y="9371"/>
                </a:lnTo>
                <a:lnTo>
                  <a:pt x="215968" y="9371"/>
                </a:lnTo>
                <a:lnTo>
                  <a:pt x="215968" y="3287"/>
                </a:lnTo>
                <a:close/>
                <a:moveTo>
                  <a:pt x="229100" y="3287"/>
                </a:moveTo>
                <a:lnTo>
                  <a:pt x="229100" y="9371"/>
                </a:lnTo>
                <a:lnTo>
                  <a:pt x="223028" y="9371"/>
                </a:lnTo>
                <a:lnTo>
                  <a:pt x="223028" y="3287"/>
                </a:lnTo>
                <a:close/>
                <a:moveTo>
                  <a:pt x="236161" y="3287"/>
                </a:moveTo>
                <a:lnTo>
                  <a:pt x="236161" y="9371"/>
                </a:lnTo>
                <a:lnTo>
                  <a:pt x="230077" y="9371"/>
                </a:lnTo>
                <a:lnTo>
                  <a:pt x="230077" y="3287"/>
                </a:lnTo>
                <a:close/>
                <a:moveTo>
                  <a:pt x="243209" y="3287"/>
                </a:moveTo>
                <a:lnTo>
                  <a:pt x="243209" y="9371"/>
                </a:lnTo>
                <a:lnTo>
                  <a:pt x="237137" y="9371"/>
                </a:lnTo>
                <a:lnTo>
                  <a:pt x="237137" y="3287"/>
                </a:lnTo>
                <a:close/>
                <a:moveTo>
                  <a:pt x="250270" y="3287"/>
                </a:moveTo>
                <a:lnTo>
                  <a:pt x="250270" y="9371"/>
                </a:lnTo>
                <a:lnTo>
                  <a:pt x="244198" y="9371"/>
                </a:lnTo>
                <a:lnTo>
                  <a:pt x="244198" y="3287"/>
                </a:lnTo>
                <a:close/>
                <a:moveTo>
                  <a:pt x="257318" y="3287"/>
                </a:moveTo>
                <a:lnTo>
                  <a:pt x="257318" y="9371"/>
                </a:lnTo>
                <a:lnTo>
                  <a:pt x="251246" y="9371"/>
                </a:lnTo>
                <a:lnTo>
                  <a:pt x="251246" y="3287"/>
                </a:lnTo>
                <a:close/>
                <a:moveTo>
                  <a:pt x="264379" y="3287"/>
                </a:moveTo>
                <a:lnTo>
                  <a:pt x="264379" y="9371"/>
                </a:lnTo>
                <a:lnTo>
                  <a:pt x="258306" y="9371"/>
                </a:lnTo>
                <a:lnTo>
                  <a:pt x="258306" y="3287"/>
                </a:lnTo>
                <a:close/>
                <a:moveTo>
                  <a:pt x="271427" y="3287"/>
                </a:moveTo>
                <a:lnTo>
                  <a:pt x="271427" y="9371"/>
                </a:lnTo>
                <a:lnTo>
                  <a:pt x="265355" y="9371"/>
                </a:lnTo>
                <a:lnTo>
                  <a:pt x="265355" y="3287"/>
                </a:lnTo>
                <a:close/>
                <a:moveTo>
                  <a:pt x="278488" y="3287"/>
                </a:moveTo>
                <a:lnTo>
                  <a:pt x="278488" y="9371"/>
                </a:lnTo>
                <a:lnTo>
                  <a:pt x="272415" y="9371"/>
                </a:lnTo>
                <a:lnTo>
                  <a:pt x="272415" y="3287"/>
                </a:lnTo>
                <a:close/>
                <a:moveTo>
                  <a:pt x="17443" y="10347"/>
                </a:moveTo>
                <a:lnTo>
                  <a:pt x="17443" y="16419"/>
                </a:lnTo>
                <a:lnTo>
                  <a:pt x="11371" y="16419"/>
                </a:lnTo>
                <a:lnTo>
                  <a:pt x="11371" y="10347"/>
                </a:lnTo>
                <a:close/>
                <a:moveTo>
                  <a:pt x="24503" y="10347"/>
                </a:moveTo>
                <a:lnTo>
                  <a:pt x="24503" y="16419"/>
                </a:lnTo>
                <a:lnTo>
                  <a:pt x="18431" y="16419"/>
                </a:lnTo>
                <a:lnTo>
                  <a:pt x="18431" y="10347"/>
                </a:lnTo>
                <a:close/>
                <a:moveTo>
                  <a:pt x="31564" y="10347"/>
                </a:moveTo>
                <a:lnTo>
                  <a:pt x="31564" y="16419"/>
                </a:lnTo>
                <a:lnTo>
                  <a:pt x="25492" y="16419"/>
                </a:lnTo>
                <a:lnTo>
                  <a:pt x="25492" y="10347"/>
                </a:lnTo>
                <a:close/>
                <a:moveTo>
                  <a:pt x="38612" y="10347"/>
                </a:moveTo>
                <a:lnTo>
                  <a:pt x="38612" y="16419"/>
                </a:lnTo>
                <a:lnTo>
                  <a:pt x="32540" y="16419"/>
                </a:lnTo>
                <a:lnTo>
                  <a:pt x="32540" y="10347"/>
                </a:lnTo>
                <a:close/>
                <a:moveTo>
                  <a:pt x="45673" y="10347"/>
                </a:moveTo>
                <a:lnTo>
                  <a:pt x="45673" y="16419"/>
                </a:lnTo>
                <a:lnTo>
                  <a:pt x="39601" y="16419"/>
                </a:lnTo>
                <a:lnTo>
                  <a:pt x="39601" y="10347"/>
                </a:lnTo>
                <a:close/>
                <a:moveTo>
                  <a:pt x="52721" y="10347"/>
                </a:moveTo>
                <a:lnTo>
                  <a:pt x="52721" y="16419"/>
                </a:lnTo>
                <a:lnTo>
                  <a:pt x="46649" y="16419"/>
                </a:lnTo>
                <a:lnTo>
                  <a:pt x="46649" y="10347"/>
                </a:lnTo>
                <a:close/>
                <a:moveTo>
                  <a:pt x="59782" y="10347"/>
                </a:moveTo>
                <a:lnTo>
                  <a:pt x="59782" y="16419"/>
                </a:lnTo>
                <a:lnTo>
                  <a:pt x="53709" y="16419"/>
                </a:lnTo>
                <a:lnTo>
                  <a:pt x="53709" y="10347"/>
                </a:lnTo>
                <a:close/>
                <a:moveTo>
                  <a:pt x="66842" y="10347"/>
                </a:moveTo>
                <a:lnTo>
                  <a:pt x="66842" y="16419"/>
                </a:lnTo>
                <a:lnTo>
                  <a:pt x="60758" y="16419"/>
                </a:lnTo>
                <a:lnTo>
                  <a:pt x="60758" y="10347"/>
                </a:lnTo>
                <a:close/>
                <a:moveTo>
                  <a:pt x="73902" y="10347"/>
                </a:moveTo>
                <a:lnTo>
                  <a:pt x="73902" y="16419"/>
                </a:lnTo>
                <a:lnTo>
                  <a:pt x="67818" y="16419"/>
                </a:lnTo>
                <a:lnTo>
                  <a:pt x="67818" y="10347"/>
                </a:lnTo>
                <a:close/>
                <a:moveTo>
                  <a:pt x="80951" y="10347"/>
                </a:moveTo>
                <a:lnTo>
                  <a:pt x="80951" y="16419"/>
                </a:lnTo>
                <a:lnTo>
                  <a:pt x="74879" y="16419"/>
                </a:lnTo>
                <a:lnTo>
                  <a:pt x="74879" y="10347"/>
                </a:lnTo>
                <a:close/>
                <a:moveTo>
                  <a:pt x="88011" y="10347"/>
                </a:moveTo>
                <a:lnTo>
                  <a:pt x="88011" y="16419"/>
                </a:lnTo>
                <a:lnTo>
                  <a:pt x="81927" y="16419"/>
                </a:lnTo>
                <a:lnTo>
                  <a:pt x="81927" y="10347"/>
                </a:lnTo>
                <a:close/>
                <a:moveTo>
                  <a:pt x="95060" y="10347"/>
                </a:moveTo>
                <a:lnTo>
                  <a:pt x="95060" y="16419"/>
                </a:lnTo>
                <a:lnTo>
                  <a:pt x="88988" y="16419"/>
                </a:lnTo>
                <a:lnTo>
                  <a:pt x="88988" y="10347"/>
                </a:lnTo>
                <a:close/>
                <a:moveTo>
                  <a:pt x="102120" y="10347"/>
                </a:moveTo>
                <a:lnTo>
                  <a:pt x="102120" y="16419"/>
                </a:lnTo>
                <a:lnTo>
                  <a:pt x="96036" y="16419"/>
                </a:lnTo>
                <a:lnTo>
                  <a:pt x="96036" y="10347"/>
                </a:lnTo>
                <a:close/>
                <a:moveTo>
                  <a:pt x="109169" y="10347"/>
                </a:moveTo>
                <a:lnTo>
                  <a:pt x="109169" y="16419"/>
                </a:lnTo>
                <a:lnTo>
                  <a:pt x="103097" y="16419"/>
                </a:lnTo>
                <a:lnTo>
                  <a:pt x="103097" y="10347"/>
                </a:lnTo>
                <a:close/>
                <a:moveTo>
                  <a:pt x="116229" y="10347"/>
                </a:moveTo>
                <a:lnTo>
                  <a:pt x="116229" y="16419"/>
                </a:lnTo>
                <a:lnTo>
                  <a:pt x="110157" y="16419"/>
                </a:lnTo>
                <a:lnTo>
                  <a:pt x="110157" y="10347"/>
                </a:lnTo>
                <a:close/>
                <a:moveTo>
                  <a:pt x="123278" y="10347"/>
                </a:moveTo>
                <a:lnTo>
                  <a:pt x="123278" y="16419"/>
                </a:lnTo>
                <a:lnTo>
                  <a:pt x="117205" y="16419"/>
                </a:lnTo>
                <a:lnTo>
                  <a:pt x="117205" y="10347"/>
                </a:lnTo>
                <a:close/>
                <a:moveTo>
                  <a:pt x="130338" y="10347"/>
                </a:moveTo>
                <a:lnTo>
                  <a:pt x="130338" y="16419"/>
                </a:lnTo>
                <a:lnTo>
                  <a:pt x="124254" y="16419"/>
                </a:lnTo>
                <a:lnTo>
                  <a:pt x="124254" y="10347"/>
                </a:lnTo>
                <a:close/>
                <a:moveTo>
                  <a:pt x="137387" y="10347"/>
                </a:moveTo>
                <a:lnTo>
                  <a:pt x="137387" y="16419"/>
                </a:lnTo>
                <a:lnTo>
                  <a:pt x="131314" y="16419"/>
                </a:lnTo>
                <a:lnTo>
                  <a:pt x="131314" y="10347"/>
                </a:lnTo>
                <a:close/>
                <a:moveTo>
                  <a:pt x="144447" y="10347"/>
                </a:moveTo>
                <a:lnTo>
                  <a:pt x="144447" y="16419"/>
                </a:lnTo>
                <a:lnTo>
                  <a:pt x="138375" y="16419"/>
                </a:lnTo>
                <a:lnTo>
                  <a:pt x="138375" y="10347"/>
                </a:lnTo>
                <a:close/>
                <a:moveTo>
                  <a:pt x="151495" y="10347"/>
                </a:moveTo>
                <a:lnTo>
                  <a:pt x="151495" y="16419"/>
                </a:lnTo>
                <a:lnTo>
                  <a:pt x="145423" y="16419"/>
                </a:lnTo>
                <a:lnTo>
                  <a:pt x="145423" y="10347"/>
                </a:lnTo>
                <a:close/>
                <a:moveTo>
                  <a:pt x="158556" y="10347"/>
                </a:moveTo>
                <a:lnTo>
                  <a:pt x="158556" y="16419"/>
                </a:lnTo>
                <a:lnTo>
                  <a:pt x="152484" y="16419"/>
                </a:lnTo>
                <a:lnTo>
                  <a:pt x="152484" y="10347"/>
                </a:lnTo>
                <a:close/>
                <a:moveTo>
                  <a:pt x="165604" y="10347"/>
                </a:moveTo>
                <a:lnTo>
                  <a:pt x="165604" y="16419"/>
                </a:lnTo>
                <a:lnTo>
                  <a:pt x="159532" y="16419"/>
                </a:lnTo>
                <a:lnTo>
                  <a:pt x="159532" y="10347"/>
                </a:lnTo>
                <a:close/>
                <a:moveTo>
                  <a:pt x="172665" y="10347"/>
                </a:moveTo>
                <a:lnTo>
                  <a:pt x="172665" y="16419"/>
                </a:lnTo>
                <a:lnTo>
                  <a:pt x="166581" y="16419"/>
                </a:lnTo>
                <a:lnTo>
                  <a:pt x="166581" y="10347"/>
                </a:lnTo>
                <a:close/>
                <a:moveTo>
                  <a:pt x="179713" y="10347"/>
                </a:moveTo>
                <a:lnTo>
                  <a:pt x="179713" y="16419"/>
                </a:lnTo>
                <a:lnTo>
                  <a:pt x="173641" y="16419"/>
                </a:lnTo>
                <a:lnTo>
                  <a:pt x="173641" y="10347"/>
                </a:lnTo>
                <a:close/>
                <a:moveTo>
                  <a:pt x="186774" y="10347"/>
                </a:moveTo>
                <a:lnTo>
                  <a:pt x="186774" y="16419"/>
                </a:lnTo>
                <a:lnTo>
                  <a:pt x="180702" y="16419"/>
                </a:lnTo>
                <a:lnTo>
                  <a:pt x="180702" y="10347"/>
                </a:lnTo>
                <a:close/>
                <a:moveTo>
                  <a:pt x="193822" y="10347"/>
                </a:moveTo>
                <a:lnTo>
                  <a:pt x="193822" y="16419"/>
                </a:lnTo>
                <a:lnTo>
                  <a:pt x="187750" y="16419"/>
                </a:lnTo>
                <a:lnTo>
                  <a:pt x="187750" y="10347"/>
                </a:lnTo>
                <a:close/>
                <a:moveTo>
                  <a:pt x="200883" y="10347"/>
                </a:moveTo>
                <a:lnTo>
                  <a:pt x="200883" y="16419"/>
                </a:lnTo>
                <a:lnTo>
                  <a:pt x="194810" y="16419"/>
                </a:lnTo>
                <a:lnTo>
                  <a:pt x="194810" y="10347"/>
                </a:lnTo>
                <a:close/>
                <a:moveTo>
                  <a:pt x="207931" y="10347"/>
                </a:moveTo>
                <a:lnTo>
                  <a:pt x="207931" y="16419"/>
                </a:lnTo>
                <a:lnTo>
                  <a:pt x="201859" y="16419"/>
                </a:lnTo>
                <a:lnTo>
                  <a:pt x="201859" y="10347"/>
                </a:lnTo>
                <a:close/>
                <a:moveTo>
                  <a:pt x="214992" y="10347"/>
                </a:moveTo>
                <a:lnTo>
                  <a:pt x="214992" y="16419"/>
                </a:lnTo>
                <a:lnTo>
                  <a:pt x="208919" y="16419"/>
                </a:lnTo>
                <a:lnTo>
                  <a:pt x="208919" y="10347"/>
                </a:lnTo>
                <a:close/>
                <a:moveTo>
                  <a:pt x="222052" y="10347"/>
                </a:moveTo>
                <a:lnTo>
                  <a:pt x="222052" y="16419"/>
                </a:lnTo>
                <a:lnTo>
                  <a:pt x="215968" y="16419"/>
                </a:lnTo>
                <a:lnTo>
                  <a:pt x="215968" y="10347"/>
                </a:lnTo>
                <a:close/>
                <a:moveTo>
                  <a:pt x="229100" y="10347"/>
                </a:moveTo>
                <a:lnTo>
                  <a:pt x="229100" y="16419"/>
                </a:lnTo>
                <a:lnTo>
                  <a:pt x="223028" y="16419"/>
                </a:lnTo>
                <a:lnTo>
                  <a:pt x="223028" y="10347"/>
                </a:lnTo>
                <a:close/>
                <a:moveTo>
                  <a:pt x="236161" y="10347"/>
                </a:moveTo>
                <a:lnTo>
                  <a:pt x="236161" y="16419"/>
                </a:lnTo>
                <a:lnTo>
                  <a:pt x="230077" y="16419"/>
                </a:lnTo>
                <a:lnTo>
                  <a:pt x="230077" y="10347"/>
                </a:lnTo>
                <a:close/>
                <a:moveTo>
                  <a:pt x="243209" y="10347"/>
                </a:moveTo>
                <a:lnTo>
                  <a:pt x="243209" y="16419"/>
                </a:lnTo>
                <a:lnTo>
                  <a:pt x="237137" y="16419"/>
                </a:lnTo>
                <a:lnTo>
                  <a:pt x="237137" y="10347"/>
                </a:lnTo>
                <a:close/>
                <a:moveTo>
                  <a:pt x="250270" y="10347"/>
                </a:moveTo>
                <a:lnTo>
                  <a:pt x="250270" y="16419"/>
                </a:lnTo>
                <a:lnTo>
                  <a:pt x="244198" y="16419"/>
                </a:lnTo>
                <a:lnTo>
                  <a:pt x="244198" y="10347"/>
                </a:lnTo>
                <a:close/>
                <a:moveTo>
                  <a:pt x="257318" y="10347"/>
                </a:moveTo>
                <a:lnTo>
                  <a:pt x="257318" y="16419"/>
                </a:lnTo>
                <a:lnTo>
                  <a:pt x="251246" y="16419"/>
                </a:lnTo>
                <a:lnTo>
                  <a:pt x="251246" y="10347"/>
                </a:lnTo>
                <a:close/>
                <a:moveTo>
                  <a:pt x="264379" y="10347"/>
                </a:moveTo>
                <a:lnTo>
                  <a:pt x="264379" y="16419"/>
                </a:lnTo>
                <a:lnTo>
                  <a:pt x="258306" y="16419"/>
                </a:lnTo>
                <a:lnTo>
                  <a:pt x="258306" y="10347"/>
                </a:lnTo>
                <a:close/>
                <a:moveTo>
                  <a:pt x="271427" y="10347"/>
                </a:moveTo>
                <a:lnTo>
                  <a:pt x="271427" y="16419"/>
                </a:lnTo>
                <a:lnTo>
                  <a:pt x="265355" y="16419"/>
                </a:lnTo>
                <a:lnTo>
                  <a:pt x="265355" y="10347"/>
                </a:lnTo>
                <a:close/>
                <a:moveTo>
                  <a:pt x="278488" y="10347"/>
                </a:moveTo>
                <a:lnTo>
                  <a:pt x="278488" y="16419"/>
                </a:lnTo>
                <a:lnTo>
                  <a:pt x="272415" y="16419"/>
                </a:lnTo>
                <a:lnTo>
                  <a:pt x="272415" y="10347"/>
                </a:lnTo>
                <a:close/>
                <a:moveTo>
                  <a:pt x="17443" y="17408"/>
                </a:moveTo>
                <a:lnTo>
                  <a:pt x="17443" y="23480"/>
                </a:lnTo>
                <a:lnTo>
                  <a:pt x="11371" y="23480"/>
                </a:lnTo>
                <a:lnTo>
                  <a:pt x="11371" y="17408"/>
                </a:lnTo>
                <a:close/>
                <a:moveTo>
                  <a:pt x="24503" y="17408"/>
                </a:moveTo>
                <a:lnTo>
                  <a:pt x="24503" y="23480"/>
                </a:lnTo>
                <a:lnTo>
                  <a:pt x="18431" y="23480"/>
                </a:lnTo>
                <a:lnTo>
                  <a:pt x="18431" y="17408"/>
                </a:lnTo>
                <a:close/>
                <a:moveTo>
                  <a:pt x="31564" y="17408"/>
                </a:moveTo>
                <a:lnTo>
                  <a:pt x="31564" y="23480"/>
                </a:lnTo>
                <a:lnTo>
                  <a:pt x="25492" y="23480"/>
                </a:lnTo>
                <a:lnTo>
                  <a:pt x="25492" y="17408"/>
                </a:lnTo>
                <a:close/>
                <a:moveTo>
                  <a:pt x="38612" y="17408"/>
                </a:moveTo>
                <a:lnTo>
                  <a:pt x="38612" y="23480"/>
                </a:lnTo>
                <a:lnTo>
                  <a:pt x="32540" y="23480"/>
                </a:lnTo>
                <a:lnTo>
                  <a:pt x="32540" y="17408"/>
                </a:lnTo>
                <a:close/>
                <a:moveTo>
                  <a:pt x="45673" y="17408"/>
                </a:moveTo>
                <a:lnTo>
                  <a:pt x="45673" y="23480"/>
                </a:lnTo>
                <a:lnTo>
                  <a:pt x="39601" y="23480"/>
                </a:lnTo>
                <a:lnTo>
                  <a:pt x="39601" y="17408"/>
                </a:lnTo>
                <a:close/>
                <a:moveTo>
                  <a:pt x="52721" y="17408"/>
                </a:moveTo>
                <a:lnTo>
                  <a:pt x="52721" y="23480"/>
                </a:lnTo>
                <a:lnTo>
                  <a:pt x="46649" y="23480"/>
                </a:lnTo>
                <a:lnTo>
                  <a:pt x="46649" y="17408"/>
                </a:lnTo>
                <a:close/>
                <a:moveTo>
                  <a:pt x="59782" y="17408"/>
                </a:moveTo>
                <a:lnTo>
                  <a:pt x="59782" y="23480"/>
                </a:lnTo>
                <a:lnTo>
                  <a:pt x="53709" y="23480"/>
                </a:lnTo>
                <a:lnTo>
                  <a:pt x="53709" y="17408"/>
                </a:lnTo>
                <a:close/>
                <a:moveTo>
                  <a:pt x="66842" y="17408"/>
                </a:moveTo>
                <a:lnTo>
                  <a:pt x="66842" y="23480"/>
                </a:lnTo>
                <a:lnTo>
                  <a:pt x="60758" y="23480"/>
                </a:lnTo>
                <a:lnTo>
                  <a:pt x="60758" y="17408"/>
                </a:lnTo>
                <a:close/>
                <a:moveTo>
                  <a:pt x="73902" y="17408"/>
                </a:moveTo>
                <a:lnTo>
                  <a:pt x="73902" y="23480"/>
                </a:lnTo>
                <a:lnTo>
                  <a:pt x="67818" y="23480"/>
                </a:lnTo>
                <a:lnTo>
                  <a:pt x="67818" y="17408"/>
                </a:lnTo>
                <a:close/>
                <a:moveTo>
                  <a:pt x="80951" y="17408"/>
                </a:moveTo>
                <a:lnTo>
                  <a:pt x="80951" y="23480"/>
                </a:lnTo>
                <a:lnTo>
                  <a:pt x="74879" y="23480"/>
                </a:lnTo>
                <a:lnTo>
                  <a:pt x="74879" y="17408"/>
                </a:lnTo>
                <a:close/>
                <a:moveTo>
                  <a:pt x="88011" y="17408"/>
                </a:moveTo>
                <a:lnTo>
                  <a:pt x="88011" y="23480"/>
                </a:lnTo>
                <a:lnTo>
                  <a:pt x="81927" y="23480"/>
                </a:lnTo>
                <a:lnTo>
                  <a:pt x="81927" y="17408"/>
                </a:lnTo>
                <a:close/>
                <a:moveTo>
                  <a:pt x="95060" y="17408"/>
                </a:moveTo>
                <a:lnTo>
                  <a:pt x="95060" y="23480"/>
                </a:lnTo>
                <a:lnTo>
                  <a:pt x="88988" y="23480"/>
                </a:lnTo>
                <a:lnTo>
                  <a:pt x="88988" y="17408"/>
                </a:lnTo>
                <a:close/>
                <a:moveTo>
                  <a:pt x="102120" y="17408"/>
                </a:moveTo>
                <a:lnTo>
                  <a:pt x="102120" y="23480"/>
                </a:lnTo>
                <a:lnTo>
                  <a:pt x="96036" y="23480"/>
                </a:lnTo>
                <a:lnTo>
                  <a:pt x="96036" y="17408"/>
                </a:lnTo>
                <a:close/>
                <a:moveTo>
                  <a:pt x="109169" y="17408"/>
                </a:moveTo>
                <a:lnTo>
                  <a:pt x="109169" y="23480"/>
                </a:lnTo>
                <a:lnTo>
                  <a:pt x="103097" y="23480"/>
                </a:lnTo>
                <a:lnTo>
                  <a:pt x="103097" y="17408"/>
                </a:lnTo>
                <a:close/>
                <a:moveTo>
                  <a:pt x="116229" y="17408"/>
                </a:moveTo>
                <a:lnTo>
                  <a:pt x="116229" y="23480"/>
                </a:lnTo>
                <a:lnTo>
                  <a:pt x="110157" y="23480"/>
                </a:lnTo>
                <a:lnTo>
                  <a:pt x="110157" y="17408"/>
                </a:lnTo>
                <a:close/>
                <a:moveTo>
                  <a:pt x="123278" y="17408"/>
                </a:moveTo>
                <a:lnTo>
                  <a:pt x="123278" y="23480"/>
                </a:lnTo>
                <a:lnTo>
                  <a:pt x="117205" y="23480"/>
                </a:lnTo>
                <a:lnTo>
                  <a:pt x="117205" y="17408"/>
                </a:lnTo>
                <a:close/>
                <a:moveTo>
                  <a:pt x="130338" y="17408"/>
                </a:moveTo>
                <a:lnTo>
                  <a:pt x="130338" y="23480"/>
                </a:lnTo>
                <a:lnTo>
                  <a:pt x="124254" y="23480"/>
                </a:lnTo>
                <a:lnTo>
                  <a:pt x="124254" y="17408"/>
                </a:lnTo>
                <a:close/>
                <a:moveTo>
                  <a:pt x="137387" y="17408"/>
                </a:moveTo>
                <a:lnTo>
                  <a:pt x="137387" y="23480"/>
                </a:lnTo>
                <a:lnTo>
                  <a:pt x="131314" y="23480"/>
                </a:lnTo>
                <a:lnTo>
                  <a:pt x="131314" y="17408"/>
                </a:lnTo>
                <a:close/>
                <a:moveTo>
                  <a:pt x="144447" y="17408"/>
                </a:moveTo>
                <a:lnTo>
                  <a:pt x="144447" y="23480"/>
                </a:lnTo>
                <a:lnTo>
                  <a:pt x="138375" y="23480"/>
                </a:lnTo>
                <a:lnTo>
                  <a:pt x="138375" y="17408"/>
                </a:lnTo>
                <a:close/>
                <a:moveTo>
                  <a:pt x="151495" y="17408"/>
                </a:moveTo>
                <a:lnTo>
                  <a:pt x="151495" y="23480"/>
                </a:lnTo>
                <a:lnTo>
                  <a:pt x="145423" y="23480"/>
                </a:lnTo>
                <a:lnTo>
                  <a:pt x="145423" y="17408"/>
                </a:lnTo>
                <a:close/>
                <a:moveTo>
                  <a:pt x="158556" y="17408"/>
                </a:moveTo>
                <a:lnTo>
                  <a:pt x="158556" y="23480"/>
                </a:lnTo>
                <a:lnTo>
                  <a:pt x="152484" y="23480"/>
                </a:lnTo>
                <a:lnTo>
                  <a:pt x="152484" y="17408"/>
                </a:lnTo>
                <a:close/>
                <a:moveTo>
                  <a:pt x="165604" y="17408"/>
                </a:moveTo>
                <a:lnTo>
                  <a:pt x="165604" y="23480"/>
                </a:lnTo>
                <a:lnTo>
                  <a:pt x="159532" y="23480"/>
                </a:lnTo>
                <a:lnTo>
                  <a:pt x="159532" y="17408"/>
                </a:lnTo>
                <a:close/>
                <a:moveTo>
                  <a:pt x="172665" y="17408"/>
                </a:moveTo>
                <a:lnTo>
                  <a:pt x="172665" y="23480"/>
                </a:lnTo>
                <a:lnTo>
                  <a:pt x="166581" y="23480"/>
                </a:lnTo>
                <a:lnTo>
                  <a:pt x="166581" y="17408"/>
                </a:lnTo>
                <a:close/>
                <a:moveTo>
                  <a:pt x="179713" y="17408"/>
                </a:moveTo>
                <a:lnTo>
                  <a:pt x="179713" y="23480"/>
                </a:lnTo>
                <a:lnTo>
                  <a:pt x="173641" y="23480"/>
                </a:lnTo>
                <a:lnTo>
                  <a:pt x="173641" y="17408"/>
                </a:lnTo>
                <a:close/>
                <a:moveTo>
                  <a:pt x="186774" y="17408"/>
                </a:moveTo>
                <a:lnTo>
                  <a:pt x="186774" y="23480"/>
                </a:lnTo>
                <a:lnTo>
                  <a:pt x="180702" y="23480"/>
                </a:lnTo>
                <a:lnTo>
                  <a:pt x="180702" y="17408"/>
                </a:lnTo>
                <a:close/>
                <a:moveTo>
                  <a:pt x="193822" y="17408"/>
                </a:moveTo>
                <a:lnTo>
                  <a:pt x="193822" y="23480"/>
                </a:lnTo>
                <a:lnTo>
                  <a:pt x="187750" y="23480"/>
                </a:lnTo>
                <a:lnTo>
                  <a:pt x="187750" y="17408"/>
                </a:lnTo>
                <a:close/>
                <a:moveTo>
                  <a:pt x="200883" y="17408"/>
                </a:moveTo>
                <a:lnTo>
                  <a:pt x="200883" y="23480"/>
                </a:lnTo>
                <a:lnTo>
                  <a:pt x="194810" y="23480"/>
                </a:lnTo>
                <a:lnTo>
                  <a:pt x="194810" y="17408"/>
                </a:lnTo>
                <a:close/>
                <a:moveTo>
                  <a:pt x="207931" y="17408"/>
                </a:moveTo>
                <a:lnTo>
                  <a:pt x="207931" y="23480"/>
                </a:lnTo>
                <a:lnTo>
                  <a:pt x="201859" y="23480"/>
                </a:lnTo>
                <a:lnTo>
                  <a:pt x="201859" y="17408"/>
                </a:lnTo>
                <a:close/>
                <a:moveTo>
                  <a:pt x="214992" y="17408"/>
                </a:moveTo>
                <a:lnTo>
                  <a:pt x="214992" y="23480"/>
                </a:lnTo>
                <a:lnTo>
                  <a:pt x="208919" y="23480"/>
                </a:lnTo>
                <a:lnTo>
                  <a:pt x="208919" y="17408"/>
                </a:lnTo>
                <a:close/>
                <a:moveTo>
                  <a:pt x="222052" y="17408"/>
                </a:moveTo>
                <a:lnTo>
                  <a:pt x="222052" y="23480"/>
                </a:lnTo>
                <a:lnTo>
                  <a:pt x="215968" y="23480"/>
                </a:lnTo>
                <a:lnTo>
                  <a:pt x="215968" y="17408"/>
                </a:lnTo>
                <a:close/>
                <a:moveTo>
                  <a:pt x="229100" y="17408"/>
                </a:moveTo>
                <a:lnTo>
                  <a:pt x="229100" y="23480"/>
                </a:lnTo>
                <a:lnTo>
                  <a:pt x="223028" y="23480"/>
                </a:lnTo>
                <a:lnTo>
                  <a:pt x="223028" y="17408"/>
                </a:lnTo>
                <a:close/>
                <a:moveTo>
                  <a:pt x="236161" y="17408"/>
                </a:moveTo>
                <a:lnTo>
                  <a:pt x="236161" y="23480"/>
                </a:lnTo>
                <a:lnTo>
                  <a:pt x="230077" y="23480"/>
                </a:lnTo>
                <a:lnTo>
                  <a:pt x="230077" y="17408"/>
                </a:lnTo>
                <a:close/>
                <a:moveTo>
                  <a:pt x="243209" y="17408"/>
                </a:moveTo>
                <a:lnTo>
                  <a:pt x="243209" y="23480"/>
                </a:lnTo>
                <a:lnTo>
                  <a:pt x="237137" y="23480"/>
                </a:lnTo>
                <a:lnTo>
                  <a:pt x="237137" y="17408"/>
                </a:lnTo>
                <a:close/>
                <a:moveTo>
                  <a:pt x="250270" y="17408"/>
                </a:moveTo>
                <a:lnTo>
                  <a:pt x="250270" y="23480"/>
                </a:lnTo>
                <a:lnTo>
                  <a:pt x="244198" y="23480"/>
                </a:lnTo>
                <a:lnTo>
                  <a:pt x="244198" y="17408"/>
                </a:lnTo>
                <a:close/>
                <a:moveTo>
                  <a:pt x="257318" y="17408"/>
                </a:moveTo>
                <a:lnTo>
                  <a:pt x="257318" y="23480"/>
                </a:lnTo>
                <a:lnTo>
                  <a:pt x="251246" y="23480"/>
                </a:lnTo>
                <a:lnTo>
                  <a:pt x="251246" y="17408"/>
                </a:lnTo>
                <a:close/>
                <a:moveTo>
                  <a:pt x="264379" y="17408"/>
                </a:moveTo>
                <a:lnTo>
                  <a:pt x="264379" y="23480"/>
                </a:lnTo>
                <a:lnTo>
                  <a:pt x="258306" y="23480"/>
                </a:lnTo>
                <a:lnTo>
                  <a:pt x="258306" y="17408"/>
                </a:lnTo>
                <a:close/>
                <a:moveTo>
                  <a:pt x="271427" y="17408"/>
                </a:moveTo>
                <a:lnTo>
                  <a:pt x="271427" y="23480"/>
                </a:lnTo>
                <a:lnTo>
                  <a:pt x="265355" y="23480"/>
                </a:lnTo>
                <a:lnTo>
                  <a:pt x="265355" y="17408"/>
                </a:lnTo>
                <a:close/>
                <a:moveTo>
                  <a:pt x="278488" y="17408"/>
                </a:moveTo>
                <a:lnTo>
                  <a:pt x="278488" y="23480"/>
                </a:lnTo>
                <a:lnTo>
                  <a:pt x="272415" y="23480"/>
                </a:lnTo>
                <a:lnTo>
                  <a:pt x="272415" y="17408"/>
                </a:lnTo>
                <a:close/>
                <a:moveTo>
                  <a:pt x="17443" y="24456"/>
                </a:moveTo>
                <a:lnTo>
                  <a:pt x="17443" y="30528"/>
                </a:lnTo>
                <a:lnTo>
                  <a:pt x="11371" y="30528"/>
                </a:lnTo>
                <a:lnTo>
                  <a:pt x="11371" y="24456"/>
                </a:lnTo>
                <a:close/>
                <a:moveTo>
                  <a:pt x="24503" y="24456"/>
                </a:moveTo>
                <a:lnTo>
                  <a:pt x="24503" y="30528"/>
                </a:lnTo>
                <a:lnTo>
                  <a:pt x="18431" y="30528"/>
                </a:lnTo>
                <a:lnTo>
                  <a:pt x="18431" y="24456"/>
                </a:lnTo>
                <a:close/>
                <a:moveTo>
                  <a:pt x="31564" y="24456"/>
                </a:moveTo>
                <a:lnTo>
                  <a:pt x="31564" y="30528"/>
                </a:lnTo>
                <a:lnTo>
                  <a:pt x="25492" y="30528"/>
                </a:lnTo>
                <a:lnTo>
                  <a:pt x="25492" y="24456"/>
                </a:lnTo>
                <a:close/>
                <a:moveTo>
                  <a:pt x="38612" y="24456"/>
                </a:moveTo>
                <a:lnTo>
                  <a:pt x="38612" y="30528"/>
                </a:lnTo>
                <a:lnTo>
                  <a:pt x="32540" y="30528"/>
                </a:lnTo>
                <a:lnTo>
                  <a:pt x="32540" y="24456"/>
                </a:lnTo>
                <a:close/>
                <a:moveTo>
                  <a:pt x="45673" y="24456"/>
                </a:moveTo>
                <a:lnTo>
                  <a:pt x="45673" y="30528"/>
                </a:lnTo>
                <a:lnTo>
                  <a:pt x="39601" y="30528"/>
                </a:lnTo>
                <a:lnTo>
                  <a:pt x="39601" y="24456"/>
                </a:lnTo>
                <a:close/>
                <a:moveTo>
                  <a:pt x="52721" y="24456"/>
                </a:moveTo>
                <a:lnTo>
                  <a:pt x="52721" y="30528"/>
                </a:lnTo>
                <a:lnTo>
                  <a:pt x="46649" y="30528"/>
                </a:lnTo>
                <a:lnTo>
                  <a:pt x="46649" y="24456"/>
                </a:lnTo>
                <a:close/>
                <a:moveTo>
                  <a:pt x="59782" y="24456"/>
                </a:moveTo>
                <a:lnTo>
                  <a:pt x="59782" y="30528"/>
                </a:lnTo>
                <a:lnTo>
                  <a:pt x="53709" y="30528"/>
                </a:lnTo>
                <a:lnTo>
                  <a:pt x="53709" y="24456"/>
                </a:lnTo>
                <a:close/>
                <a:moveTo>
                  <a:pt x="88011" y="24456"/>
                </a:moveTo>
                <a:lnTo>
                  <a:pt x="88011" y="30528"/>
                </a:lnTo>
                <a:lnTo>
                  <a:pt x="81927" y="30528"/>
                </a:lnTo>
                <a:lnTo>
                  <a:pt x="81927" y="24456"/>
                </a:lnTo>
                <a:close/>
                <a:moveTo>
                  <a:pt x="95060" y="24456"/>
                </a:moveTo>
                <a:lnTo>
                  <a:pt x="95060" y="30528"/>
                </a:lnTo>
                <a:lnTo>
                  <a:pt x="88988" y="30528"/>
                </a:lnTo>
                <a:lnTo>
                  <a:pt x="88988" y="24456"/>
                </a:lnTo>
                <a:close/>
                <a:moveTo>
                  <a:pt x="123278" y="24456"/>
                </a:moveTo>
                <a:lnTo>
                  <a:pt x="123278" y="30528"/>
                </a:lnTo>
                <a:lnTo>
                  <a:pt x="117205" y="30528"/>
                </a:lnTo>
                <a:lnTo>
                  <a:pt x="117205" y="24456"/>
                </a:lnTo>
                <a:close/>
                <a:moveTo>
                  <a:pt x="130338" y="24456"/>
                </a:moveTo>
                <a:lnTo>
                  <a:pt x="130338" y="30528"/>
                </a:lnTo>
                <a:lnTo>
                  <a:pt x="124254" y="30528"/>
                </a:lnTo>
                <a:lnTo>
                  <a:pt x="124254" y="24456"/>
                </a:lnTo>
                <a:close/>
                <a:moveTo>
                  <a:pt x="144447" y="24456"/>
                </a:moveTo>
                <a:lnTo>
                  <a:pt x="144447" y="30528"/>
                </a:lnTo>
                <a:lnTo>
                  <a:pt x="138375" y="30528"/>
                </a:lnTo>
                <a:lnTo>
                  <a:pt x="138375" y="24456"/>
                </a:lnTo>
                <a:close/>
                <a:moveTo>
                  <a:pt x="151495" y="24456"/>
                </a:moveTo>
                <a:lnTo>
                  <a:pt x="151495" y="30528"/>
                </a:lnTo>
                <a:lnTo>
                  <a:pt x="145423" y="30528"/>
                </a:lnTo>
                <a:lnTo>
                  <a:pt x="145423" y="24456"/>
                </a:lnTo>
                <a:close/>
                <a:moveTo>
                  <a:pt x="158556" y="24456"/>
                </a:moveTo>
                <a:lnTo>
                  <a:pt x="158556" y="30528"/>
                </a:lnTo>
                <a:lnTo>
                  <a:pt x="152484" y="30528"/>
                </a:lnTo>
                <a:lnTo>
                  <a:pt x="152484" y="24456"/>
                </a:lnTo>
                <a:close/>
                <a:moveTo>
                  <a:pt x="165604" y="24456"/>
                </a:moveTo>
                <a:lnTo>
                  <a:pt x="165604" y="30528"/>
                </a:lnTo>
                <a:lnTo>
                  <a:pt x="159532" y="30528"/>
                </a:lnTo>
                <a:lnTo>
                  <a:pt x="159532" y="24456"/>
                </a:lnTo>
                <a:close/>
                <a:moveTo>
                  <a:pt x="172665" y="24456"/>
                </a:moveTo>
                <a:lnTo>
                  <a:pt x="172665" y="30528"/>
                </a:lnTo>
                <a:lnTo>
                  <a:pt x="166581" y="30528"/>
                </a:lnTo>
                <a:lnTo>
                  <a:pt x="166581" y="24456"/>
                </a:lnTo>
                <a:close/>
                <a:moveTo>
                  <a:pt x="179713" y="24456"/>
                </a:moveTo>
                <a:lnTo>
                  <a:pt x="179713" y="30528"/>
                </a:lnTo>
                <a:lnTo>
                  <a:pt x="173641" y="30528"/>
                </a:lnTo>
                <a:lnTo>
                  <a:pt x="173641" y="24456"/>
                </a:lnTo>
                <a:close/>
                <a:moveTo>
                  <a:pt x="186774" y="24456"/>
                </a:moveTo>
                <a:lnTo>
                  <a:pt x="186774" y="30528"/>
                </a:lnTo>
                <a:lnTo>
                  <a:pt x="180702" y="30528"/>
                </a:lnTo>
                <a:lnTo>
                  <a:pt x="180702" y="24456"/>
                </a:lnTo>
                <a:close/>
                <a:moveTo>
                  <a:pt x="193822" y="24456"/>
                </a:moveTo>
                <a:lnTo>
                  <a:pt x="193822" y="30528"/>
                </a:lnTo>
                <a:lnTo>
                  <a:pt x="187750" y="30528"/>
                </a:lnTo>
                <a:lnTo>
                  <a:pt x="187750" y="24456"/>
                </a:lnTo>
                <a:close/>
                <a:moveTo>
                  <a:pt x="200883" y="24456"/>
                </a:moveTo>
                <a:lnTo>
                  <a:pt x="200883" y="30528"/>
                </a:lnTo>
                <a:lnTo>
                  <a:pt x="194810" y="30528"/>
                </a:lnTo>
                <a:lnTo>
                  <a:pt x="194810" y="24456"/>
                </a:lnTo>
                <a:close/>
                <a:moveTo>
                  <a:pt x="207931" y="24456"/>
                </a:moveTo>
                <a:lnTo>
                  <a:pt x="207931" y="30528"/>
                </a:lnTo>
                <a:lnTo>
                  <a:pt x="201859" y="30528"/>
                </a:lnTo>
                <a:lnTo>
                  <a:pt x="201859" y="24456"/>
                </a:lnTo>
                <a:close/>
                <a:moveTo>
                  <a:pt x="214992" y="24456"/>
                </a:moveTo>
                <a:lnTo>
                  <a:pt x="214992" y="30528"/>
                </a:lnTo>
                <a:lnTo>
                  <a:pt x="208919" y="30528"/>
                </a:lnTo>
                <a:lnTo>
                  <a:pt x="208919" y="24456"/>
                </a:lnTo>
                <a:close/>
                <a:moveTo>
                  <a:pt x="222052" y="24456"/>
                </a:moveTo>
                <a:lnTo>
                  <a:pt x="222052" y="30528"/>
                </a:lnTo>
                <a:lnTo>
                  <a:pt x="215968" y="30528"/>
                </a:lnTo>
                <a:lnTo>
                  <a:pt x="215968" y="24456"/>
                </a:lnTo>
                <a:close/>
                <a:moveTo>
                  <a:pt x="229100" y="24456"/>
                </a:moveTo>
                <a:lnTo>
                  <a:pt x="229100" y="30528"/>
                </a:lnTo>
                <a:lnTo>
                  <a:pt x="223028" y="30528"/>
                </a:lnTo>
                <a:lnTo>
                  <a:pt x="223028" y="24456"/>
                </a:lnTo>
                <a:close/>
                <a:moveTo>
                  <a:pt x="236161" y="24456"/>
                </a:moveTo>
                <a:lnTo>
                  <a:pt x="236161" y="30528"/>
                </a:lnTo>
                <a:lnTo>
                  <a:pt x="230077" y="30528"/>
                </a:lnTo>
                <a:lnTo>
                  <a:pt x="230077" y="24456"/>
                </a:lnTo>
                <a:close/>
                <a:moveTo>
                  <a:pt x="243209" y="24456"/>
                </a:moveTo>
                <a:lnTo>
                  <a:pt x="243209" y="30528"/>
                </a:lnTo>
                <a:lnTo>
                  <a:pt x="237137" y="30528"/>
                </a:lnTo>
                <a:lnTo>
                  <a:pt x="237137" y="24456"/>
                </a:lnTo>
                <a:close/>
                <a:moveTo>
                  <a:pt x="250270" y="24456"/>
                </a:moveTo>
                <a:lnTo>
                  <a:pt x="250270" y="30528"/>
                </a:lnTo>
                <a:lnTo>
                  <a:pt x="244198" y="30528"/>
                </a:lnTo>
                <a:lnTo>
                  <a:pt x="244198" y="24456"/>
                </a:lnTo>
                <a:close/>
                <a:moveTo>
                  <a:pt x="257318" y="24456"/>
                </a:moveTo>
                <a:lnTo>
                  <a:pt x="257318" y="30528"/>
                </a:lnTo>
                <a:lnTo>
                  <a:pt x="251246" y="30528"/>
                </a:lnTo>
                <a:lnTo>
                  <a:pt x="251246" y="24456"/>
                </a:lnTo>
                <a:close/>
                <a:moveTo>
                  <a:pt x="264379" y="24456"/>
                </a:moveTo>
                <a:lnTo>
                  <a:pt x="264379" y="30528"/>
                </a:lnTo>
                <a:lnTo>
                  <a:pt x="258306" y="30528"/>
                </a:lnTo>
                <a:lnTo>
                  <a:pt x="258306" y="24456"/>
                </a:lnTo>
                <a:close/>
                <a:moveTo>
                  <a:pt x="271427" y="24456"/>
                </a:moveTo>
                <a:lnTo>
                  <a:pt x="271427" y="30528"/>
                </a:lnTo>
                <a:lnTo>
                  <a:pt x="265355" y="30528"/>
                </a:lnTo>
                <a:lnTo>
                  <a:pt x="265355" y="24456"/>
                </a:lnTo>
                <a:close/>
                <a:moveTo>
                  <a:pt x="278488" y="24456"/>
                </a:moveTo>
                <a:lnTo>
                  <a:pt x="278488" y="30528"/>
                </a:lnTo>
                <a:lnTo>
                  <a:pt x="272415" y="30528"/>
                </a:lnTo>
                <a:lnTo>
                  <a:pt x="272415" y="24456"/>
                </a:lnTo>
                <a:close/>
                <a:moveTo>
                  <a:pt x="66842" y="24456"/>
                </a:moveTo>
                <a:lnTo>
                  <a:pt x="66842" y="30540"/>
                </a:lnTo>
                <a:lnTo>
                  <a:pt x="60758" y="30540"/>
                </a:lnTo>
                <a:lnTo>
                  <a:pt x="60758" y="24456"/>
                </a:lnTo>
                <a:close/>
                <a:moveTo>
                  <a:pt x="73902" y="24456"/>
                </a:moveTo>
                <a:lnTo>
                  <a:pt x="73902" y="30540"/>
                </a:lnTo>
                <a:lnTo>
                  <a:pt x="67818" y="30540"/>
                </a:lnTo>
                <a:lnTo>
                  <a:pt x="67818" y="24456"/>
                </a:lnTo>
                <a:close/>
                <a:moveTo>
                  <a:pt x="80951" y="24456"/>
                </a:moveTo>
                <a:lnTo>
                  <a:pt x="80951" y="30540"/>
                </a:lnTo>
                <a:lnTo>
                  <a:pt x="74879" y="30540"/>
                </a:lnTo>
                <a:lnTo>
                  <a:pt x="74879" y="24456"/>
                </a:lnTo>
                <a:close/>
                <a:moveTo>
                  <a:pt x="96036" y="24456"/>
                </a:moveTo>
                <a:lnTo>
                  <a:pt x="102120" y="24468"/>
                </a:lnTo>
                <a:lnTo>
                  <a:pt x="102120" y="30540"/>
                </a:lnTo>
                <a:lnTo>
                  <a:pt x="96036" y="30540"/>
                </a:lnTo>
                <a:lnTo>
                  <a:pt x="96036" y="24456"/>
                </a:lnTo>
                <a:close/>
                <a:moveTo>
                  <a:pt x="103097" y="24456"/>
                </a:moveTo>
                <a:lnTo>
                  <a:pt x="109169" y="24468"/>
                </a:lnTo>
                <a:lnTo>
                  <a:pt x="109169" y="30540"/>
                </a:lnTo>
                <a:lnTo>
                  <a:pt x="103097" y="30540"/>
                </a:lnTo>
                <a:lnTo>
                  <a:pt x="103097" y="24456"/>
                </a:lnTo>
                <a:close/>
                <a:moveTo>
                  <a:pt x="110157" y="24456"/>
                </a:moveTo>
                <a:lnTo>
                  <a:pt x="116229" y="24468"/>
                </a:lnTo>
                <a:lnTo>
                  <a:pt x="116229" y="30540"/>
                </a:lnTo>
                <a:lnTo>
                  <a:pt x="110157" y="30540"/>
                </a:lnTo>
                <a:lnTo>
                  <a:pt x="110157" y="24456"/>
                </a:lnTo>
                <a:close/>
                <a:moveTo>
                  <a:pt x="131314" y="24456"/>
                </a:moveTo>
                <a:lnTo>
                  <a:pt x="137387" y="24468"/>
                </a:lnTo>
                <a:lnTo>
                  <a:pt x="137387" y="30540"/>
                </a:lnTo>
                <a:lnTo>
                  <a:pt x="131314" y="30540"/>
                </a:lnTo>
                <a:lnTo>
                  <a:pt x="131314" y="24456"/>
                </a:lnTo>
                <a:close/>
                <a:moveTo>
                  <a:pt x="17443" y="31516"/>
                </a:moveTo>
                <a:lnTo>
                  <a:pt x="17443" y="37589"/>
                </a:lnTo>
                <a:lnTo>
                  <a:pt x="11371" y="37589"/>
                </a:lnTo>
                <a:lnTo>
                  <a:pt x="11371" y="31516"/>
                </a:lnTo>
                <a:close/>
                <a:moveTo>
                  <a:pt x="24503" y="31516"/>
                </a:moveTo>
                <a:lnTo>
                  <a:pt x="24503" y="37589"/>
                </a:lnTo>
                <a:lnTo>
                  <a:pt x="18431" y="37589"/>
                </a:lnTo>
                <a:lnTo>
                  <a:pt x="18431" y="31516"/>
                </a:lnTo>
                <a:close/>
                <a:moveTo>
                  <a:pt x="31564" y="31516"/>
                </a:moveTo>
                <a:lnTo>
                  <a:pt x="31564" y="37589"/>
                </a:lnTo>
                <a:lnTo>
                  <a:pt x="25492" y="37589"/>
                </a:lnTo>
                <a:lnTo>
                  <a:pt x="25492" y="31516"/>
                </a:lnTo>
                <a:close/>
                <a:moveTo>
                  <a:pt x="38612" y="31516"/>
                </a:moveTo>
                <a:lnTo>
                  <a:pt x="38612" y="37589"/>
                </a:lnTo>
                <a:lnTo>
                  <a:pt x="32540" y="37589"/>
                </a:lnTo>
                <a:lnTo>
                  <a:pt x="32540" y="31516"/>
                </a:lnTo>
                <a:close/>
                <a:moveTo>
                  <a:pt x="45673" y="31516"/>
                </a:moveTo>
                <a:lnTo>
                  <a:pt x="45673" y="37589"/>
                </a:lnTo>
                <a:lnTo>
                  <a:pt x="39601" y="37589"/>
                </a:lnTo>
                <a:lnTo>
                  <a:pt x="39601" y="31516"/>
                </a:lnTo>
                <a:close/>
                <a:moveTo>
                  <a:pt x="52721" y="31516"/>
                </a:moveTo>
                <a:lnTo>
                  <a:pt x="52721" y="37589"/>
                </a:lnTo>
                <a:lnTo>
                  <a:pt x="46649" y="37589"/>
                </a:lnTo>
                <a:lnTo>
                  <a:pt x="46649" y="31516"/>
                </a:lnTo>
                <a:close/>
                <a:moveTo>
                  <a:pt x="59782" y="31516"/>
                </a:moveTo>
                <a:lnTo>
                  <a:pt x="59782" y="37589"/>
                </a:lnTo>
                <a:lnTo>
                  <a:pt x="53709" y="37589"/>
                </a:lnTo>
                <a:lnTo>
                  <a:pt x="53709" y="31516"/>
                </a:lnTo>
                <a:close/>
                <a:moveTo>
                  <a:pt x="66842" y="31516"/>
                </a:moveTo>
                <a:lnTo>
                  <a:pt x="66842" y="37589"/>
                </a:lnTo>
                <a:lnTo>
                  <a:pt x="60758" y="37589"/>
                </a:lnTo>
                <a:lnTo>
                  <a:pt x="60758" y="31516"/>
                </a:lnTo>
                <a:close/>
                <a:moveTo>
                  <a:pt x="73902" y="31516"/>
                </a:moveTo>
                <a:lnTo>
                  <a:pt x="73902" y="37589"/>
                </a:lnTo>
                <a:lnTo>
                  <a:pt x="67818" y="37589"/>
                </a:lnTo>
                <a:lnTo>
                  <a:pt x="67818" y="31516"/>
                </a:lnTo>
                <a:close/>
                <a:moveTo>
                  <a:pt x="80951" y="31516"/>
                </a:moveTo>
                <a:lnTo>
                  <a:pt x="80951" y="37589"/>
                </a:lnTo>
                <a:lnTo>
                  <a:pt x="74879" y="37589"/>
                </a:lnTo>
                <a:lnTo>
                  <a:pt x="74879" y="31516"/>
                </a:lnTo>
                <a:close/>
                <a:moveTo>
                  <a:pt x="88011" y="31516"/>
                </a:moveTo>
                <a:lnTo>
                  <a:pt x="88011" y="37589"/>
                </a:lnTo>
                <a:lnTo>
                  <a:pt x="81927" y="37589"/>
                </a:lnTo>
                <a:lnTo>
                  <a:pt x="81927" y="31516"/>
                </a:lnTo>
                <a:close/>
                <a:moveTo>
                  <a:pt x="95060" y="31516"/>
                </a:moveTo>
                <a:lnTo>
                  <a:pt x="95060" y="37589"/>
                </a:lnTo>
                <a:lnTo>
                  <a:pt x="88988" y="37589"/>
                </a:lnTo>
                <a:lnTo>
                  <a:pt x="88988" y="31516"/>
                </a:lnTo>
                <a:close/>
                <a:moveTo>
                  <a:pt x="102120" y="31516"/>
                </a:moveTo>
                <a:lnTo>
                  <a:pt x="102120" y="37589"/>
                </a:lnTo>
                <a:lnTo>
                  <a:pt x="96036" y="37589"/>
                </a:lnTo>
                <a:lnTo>
                  <a:pt x="96036" y="31516"/>
                </a:lnTo>
                <a:close/>
                <a:moveTo>
                  <a:pt x="109169" y="31516"/>
                </a:moveTo>
                <a:lnTo>
                  <a:pt x="109169" y="37589"/>
                </a:lnTo>
                <a:lnTo>
                  <a:pt x="103097" y="37589"/>
                </a:lnTo>
                <a:lnTo>
                  <a:pt x="103097" y="31516"/>
                </a:lnTo>
                <a:close/>
                <a:moveTo>
                  <a:pt x="116229" y="31516"/>
                </a:moveTo>
                <a:lnTo>
                  <a:pt x="116229" y="37589"/>
                </a:lnTo>
                <a:lnTo>
                  <a:pt x="110157" y="37589"/>
                </a:lnTo>
                <a:lnTo>
                  <a:pt x="110157" y="31516"/>
                </a:lnTo>
                <a:close/>
                <a:moveTo>
                  <a:pt x="123278" y="31516"/>
                </a:moveTo>
                <a:lnTo>
                  <a:pt x="123278" y="37589"/>
                </a:lnTo>
                <a:lnTo>
                  <a:pt x="117205" y="37589"/>
                </a:lnTo>
                <a:lnTo>
                  <a:pt x="117205" y="31516"/>
                </a:lnTo>
                <a:close/>
                <a:moveTo>
                  <a:pt x="130338" y="31516"/>
                </a:moveTo>
                <a:lnTo>
                  <a:pt x="130338" y="37589"/>
                </a:lnTo>
                <a:lnTo>
                  <a:pt x="124254" y="37589"/>
                </a:lnTo>
                <a:lnTo>
                  <a:pt x="124254" y="31516"/>
                </a:lnTo>
                <a:close/>
                <a:moveTo>
                  <a:pt x="137387" y="31516"/>
                </a:moveTo>
                <a:lnTo>
                  <a:pt x="137387" y="37589"/>
                </a:lnTo>
                <a:lnTo>
                  <a:pt x="131314" y="37589"/>
                </a:lnTo>
                <a:lnTo>
                  <a:pt x="131314" y="31516"/>
                </a:lnTo>
                <a:close/>
                <a:moveTo>
                  <a:pt x="144447" y="31516"/>
                </a:moveTo>
                <a:lnTo>
                  <a:pt x="144447" y="37589"/>
                </a:lnTo>
                <a:lnTo>
                  <a:pt x="138375" y="37589"/>
                </a:lnTo>
                <a:lnTo>
                  <a:pt x="138375" y="31516"/>
                </a:lnTo>
                <a:close/>
                <a:moveTo>
                  <a:pt x="151495" y="31516"/>
                </a:moveTo>
                <a:lnTo>
                  <a:pt x="151495" y="37589"/>
                </a:lnTo>
                <a:lnTo>
                  <a:pt x="145423" y="37589"/>
                </a:lnTo>
                <a:lnTo>
                  <a:pt x="145423" y="31516"/>
                </a:lnTo>
                <a:close/>
                <a:moveTo>
                  <a:pt x="158556" y="31516"/>
                </a:moveTo>
                <a:lnTo>
                  <a:pt x="158556" y="37589"/>
                </a:lnTo>
                <a:lnTo>
                  <a:pt x="152484" y="37589"/>
                </a:lnTo>
                <a:lnTo>
                  <a:pt x="152484" y="31516"/>
                </a:lnTo>
                <a:close/>
                <a:moveTo>
                  <a:pt x="165604" y="31516"/>
                </a:moveTo>
                <a:lnTo>
                  <a:pt x="165604" y="37589"/>
                </a:lnTo>
                <a:lnTo>
                  <a:pt x="159532" y="37589"/>
                </a:lnTo>
                <a:lnTo>
                  <a:pt x="159532" y="31516"/>
                </a:lnTo>
                <a:close/>
                <a:moveTo>
                  <a:pt x="172665" y="31516"/>
                </a:moveTo>
                <a:lnTo>
                  <a:pt x="172665" y="37589"/>
                </a:lnTo>
                <a:lnTo>
                  <a:pt x="166581" y="37589"/>
                </a:lnTo>
                <a:lnTo>
                  <a:pt x="166581" y="31516"/>
                </a:lnTo>
                <a:close/>
                <a:moveTo>
                  <a:pt x="179713" y="31516"/>
                </a:moveTo>
                <a:lnTo>
                  <a:pt x="179713" y="37589"/>
                </a:lnTo>
                <a:lnTo>
                  <a:pt x="173641" y="37589"/>
                </a:lnTo>
                <a:lnTo>
                  <a:pt x="173641" y="31516"/>
                </a:lnTo>
                <a:close/>
                <a:moveTo>
                  <a:pt x="186774" y="31516"/>
                </a:moveTo>
                <a:lnTo>
                  <a:pt x="186774" y="37589"/>
                </a:lnTo>
                <a:lnTo>
                  <a:pt x="180702" y="37589"/>
                </a:lnTo>
                <a:lnTo>
                  <a:pt x="180702" y="31516"/>
                </a:lnTo>
                <a:close/>
                <a:moveTo>
                  <a:pt x="193822" y="31516"/>
                </a:moveTo>
                <a:lnTo>
                  <a:pt x="193822" y="37589"/>
                </a:lnTo>
                <a:lnTo>
                  <a:pt x="187750" y="37589"/>
                </a:lnTo>
                <a:lnTo>
                  <a:pt x="187750" y="31516"/>
                </a:lnTo>
                <a:close/>
                <a:moveTo>
                  <a:pt x="200883" y="31516"/>
                </a:moveTo>
                <a:lnTo>
                  <a:pt x="200883" y="37589"/>
                </a:lnTo>
                <a:lnTo>
                  <a:pt x="194810" y="37589"/>
                </a:lnTo>
                <a:lnTo>
                  <a:pt x="194810" y="31516"/>
                </a:lnTo>
                <a:close/>
                <a:moveTo>
                  <a:pt x="207931" y="31516"/>
                </a:moveTo>
                <a:lnTo>
                  <a:pt x="207931" y="37589"/>
                </a:lnTo>
                <a:lnTo>
                  <a:pt x="201859" y="37589"/>
                </a:lnTo>
                <a:lnTo>
                  <a:pt x="201859" y="31516"/>
                </a:lnTo>
                <a:close/>
                <a:moveTo>
                  <a:pt x="214992" y="31516"/>
                </a:moveTo>
                <a:lnTo>
                  <a:pt x="214992" y="37589"/>
                </a:lnTo>
                <a:lnTo>
                  <a:pt x="208919" y="37589"/>
                </a:lnTo>
                <a:lnTo>
                  <a:pt x="208919" y="31516"/>
                </a:lnTo>
                <a:close/>
                <a:moveTo>
                  <a:pt x="222052" y="31516"/>
                </a:moveTo>
                <a:lnTo>
                  <a:pt x="222052" y="37589"/>
                </a:lnTo>
                <a:lnTo>
                  <a:pt x="215968" y="37589"/>
                </a:lnTo>
                <a:lnTo>
                  <a:pt x="215968" y="31516"/>
                </a:lnTo>
                <a:close/>
                <a:moveTo>
                  <a:pt x="229100" y="31516"/>
                </a:moveTo>
                <a:lnTo>
                  <a:pt x="229100" y="37589"/>
                </a:lnTo>
                <a:lnTo>
                  <a:pt x="223028" y="37589"/>
                </a:lnTo>
                <a:lnTo>
                  <a:pt x="223028" y="31516"/>
                </a:lnTo>
                <a:close/>
                <a:moveTo>
                  <a:pt x="236161" y="31516"/>
                </a:moveTo>
                <a:lnTo>
                  <a:pt x="236161" y="37589"/>
                </a:lnTo>
                <a:lnTo>
                  <a:pt x="230077" y="37589"/>
                </a:lnTo>
                <a:lnTo>
                  <a:pt x="230077" y="31516"/>
                </a:lnTo>
                <a:close/>
                <a:moveTo>
                  <a:pt x="243209" y="31516"/>
                </a:moveTo>
                <a:lnTo>
                  <a:pt x="243209" y="37589"/>
                </a:lnTo>
                <a:lnTo>
                  <a:pt x="237137" y="37589"/>
                </a:lnTo>
                <a:lnTo>
                  <a:pt x="237137" y="31516"/>
                </a:lnTo>
                <a:close/>
                <a:moveTo>
                  <a:pt x="250270" y="31516"/>
                </a:moveTo>
                <a:lnTo>
                  <a:pt x="250270" y="37589"/>
                </a:lnTo>
                <a:lnTo>
                  <a:pt x="244198" y="37589"/>
                </a:lnTo>
                <a:lnTo>
                  <a:pt x="244198" y="31516"/>
                </a:lnTo>
                <a:close/>
                <a:moveTo>
                  <a:pt x="257318" y="31516"/>
                </a:moveTo>
                <a:lnTo>
                  <a:pt x="257318" y="37589"/>
                </a:lnTo>
                <a:lnTo>
                  <a:pt x="251246" y="37589"/>
                </a:lnTo>
                <a:lnTo>
                  <a:pt x="251246" y="31516"/>
                </a:lnTo>
                <a:close/>
                <a:moveTo>
                  <a:pt x="264379" y="31516"/>
                </a:moveTo>
                <a:lnTo>
                  <a:pt x="264379" y="37589"/>
                </a:lnTo>
                <a:lnTo>
                  <a:pt x="258306" y="37589"/>
                </a:lnTo>
                <a:lnTo>
                  <a:pt x="258306" y="31516"/>
                </a:lnTo>
                <a:close/>
                <a:moveTo>
                  <a:pt x="271427" y="31516"/>
                </a:moveTo>
                <a:lnTo>
                  <a:pt x="271427" y="37589"/>
                </a:lnTo>
                <a:lnTo>
                  <a:pt x="265355" y="37589"/>
                </a:lnTo>
                <a:lnTo>
                  <a:pt x="265355" y="31516"/>
                </a:lnTo>
                <a:close/>
                <a:moveTo>
                  <a:pt x="278488" y="31516"/>
                </a:moveTo>
                <a:lnTo>
                  <a:pt x="278488" y="37589"/>
                </a:lnTo>
                <a:lnTo>
                  <a:pt x="272415" y="37589"/>
                </a:lnTo>
                <a:lnTo>
                  <a:pt x="272415" y="31516"/>
                </a:lnTo>
                <a:close/>
                <a:moveTo>
                  <a:pt x="17443" y="38565"/>
                </a:moveTo>
                <a:lnTo>
                  <a:pt x="17443" y="44637"/>
                </a:lnTo>
                <a:lnTo>
                  <a:pt x="11371" y="44637"/>
                </a:lnTo>
                <a:lnTo>
                  <a:pt x="11371" y="38565"/>
                </a:lnTo>
                <a:close/>
                <a:moveTo>
                  <a:pt x="24503" y="38565"/>
                </a:moveTo>
                <a:lnTo>
                  <a:pt x="24503" y="44637"/>
                </a:lnTo>
                <a:lnTo>
                  <a:pt x="18431" y="44637"/>
                </a:lnTo>
                <a:lnTo>
                  <a:pt x="18431" y="38565"/>
                </a:lnTo>
                <a:close/>
                <a:moveTo>
                  <a:pt x="31564" y="38565"/>
                </a:moveTo>
                <a:lnTo>
                  <a:pt x="31564" y="44637"/>
                </a:lnTo>
                <a:lnTo>
                  <a:pt x="25492" y="44637"/>
                </a:lnTo>
                <a:lnTo>
                  <a:pt x="25492" y="38565"/>
                </a:lnTo>
                <a:close/>
                <a:moveTo>
                  <a:pt x="38612" y="38565"/>
                </a:moveTo>
                <a:lnTo>
                  <a:pt x="38612" y="44637"/>
                </a:lnTo>
                <a:lnTo>
                  <a:pt x="32540" y="44637"/>
                </a:lnTo>
                <a:lnTo>
                  <a:pt x="32540" y="38565"/>
                </a:lnTo>
                <a:close/>
                <a:moveTo>
                  <a:pt x="45673" y="38565"/>
                </a:moveTo>
                <a:lnTo>
                  <a:pt x="45673" y="44637"/>
                </a:lnTo>
                <a:lnTo>
                  <a:pt x="39601" y="44637"/>
                </a:lnTo>
                <a:lnTo>
                  <a:pt x="39601" y="38565"/>
                </a:lnTo>
                <a:close/>
                <a:moveTo>
                  <a:pt x="52721" y="38565"/>
                </a:moveTo>
                <a:lnTo>
                  <a:pt x="52721" y="44637"/>
                </a:lnTo>
                <a:lnTo>
                  <a:pt x="46649" y="44637"/>
                </a:lnTo>
                <a:lnTo>
                  <a:pt x="46649" y="38565"/>
                </a:lnTo>
                <a:close/>
                <a:moveTo>
                  <a:pt x="59782" y="38565"/>
                </a:moveTo>
                <a:lnTo>
                  <a:pt x="59782" y="44637"/>
                </a:lnTo>
                <a:lnTo>
                  <a:pt x="53709" y="44637"/>
                </a:lnTo>
                <a:lnTo>
                  <a:pt x="53709" y="38565"/>
                </a:lnTo>
                <a:close/>
                <a:moveTo>
                  <a:pt x="88011" y="38565"/>
                </a:moveTo>
                <a:lnTo>
                  <a:pt x="88011" y="44637"/>
                </a:lnTo>
                <a:lnTo>
                  <a:pt x="81927" y="44637"/>
                </a:lnTo>
                <a:lnTo>
                  <a:pt x="81927" y="38565"/>
                </a:lnTo>
                <a:close/>
                <a:moveTo>
                  <a:pt x="95060" y="38565"/>
                </a:moveTo>
                <a:lnTo>
                  <a:pt x="95060" y="44637"/>
                </a:lnTo>
                <a:lnTo>
                  <a:pt x="88988" y="44637"/>
                </a:lnTo>
                <a:lnTo>
                  <a:pt x="88988" y="38565"/>
                </a:lnTo>
                <a:close/>
                <a:moveTo>
                  <a:pt x="123278" y="38565"/>
                </a:moveTo>
                <a:lnTo>
                  <a:pt x="123278" y="44637"/>
                </a:lnTo>
                <a:lnTo>
                  <a:pt x="117205" y="44637"/>
                </a:lnTo>
                <a:lnTo>
                  <a:pt x="117205" y="38565"/>
                </a:lnTo>
                <a:close/>
                <a:moveTo>
                  <a:pt x="130338" y="38565"/>
                </a:moveTo>
                <a:lnTo>
                  <a:pt x="130338" y="44637"/>
                </a:lnTo>
                <a:lnTo>
                  <a:pt x="124254" y="44637"/>
                </a:lnTo>
                <a:lnTo>
                  <a:pt x="124254" y="38565"/>
                </a:lnTo>
                <a:close/>
                <a:moveTo>
                  <a:pt x="144447" y="38565"/>
                </a:moveTo>
                <a:lnTo>
                  <a:pt x="144447" y="44637"/>
                </a:lnTo>
                <a:lnTo>
                  <a:pt x="138375" y="44637"/>
                </a:lnTo>
                <a:lnTo>
                  <a:pt x="138375" y="38565"/>
                </a:lnTo>
                <a:close/>
                <a:moveTo>
                  <a:pt x="151495" y="38565"/>
                </a:moveTo>
                <a:lnTo>
                  <a:pt x="151495" y="44637"/>
                </a:lnTo>
                <a:lnTo>
                  <a:pt x="145423" y="44637"/>
                </a:lnTo>
                <a:lnTo>
                  <a:pt x="145423" y="38565"/>
                </a:lnTo>
                <a:close/>
                <a:moveTo>
                  <a:pt x="158556" y="38565"/>
                </a:moveTo>
                <a:lnTo>
                  <a:pt x="158556" y="44637"/>
                </a:lnTo>
                <a:lnTo>
                  <a:pt x="152484" y="44637"/>
                </a:lnTo>
                <a:lnTo>
                  <a:pt x="152484" y="38565"/>
                </a:lnTo>
                <a:close/>
                <a:moveTo>
                  <a:pt x="165604" y="38565"/>
                </a:moveTo>
                <a:lnTo>
                  <a:pt x="165604" y="44637"/>
                </a:lnTo>
                <a:lnTo>
                  <a:pt x="159532" y="44637"/>
                </a:lnTo>
                <a:lnTo>
                  <a:pt x="159532" y="38565"/>
                </a:lnTo>
                <a:close/>
                <a:moveTo>
                  <a:pt x="172665" y="38565"/>
                </a:moveTo>
                <a:lnTo>
                  <a:pt x="172665" y="44637"/>
                </a:lnTo>
                <a:lnTo>
                  <a:pt x="166581" y="44637"/>
                </a:lnTo>
                <a:lnTo>
                  <a:pt x="166581" y="38565"/>
                </a:lnTo>
                <a:close/>
                <a:moveTo>
                  <a:pt x="179713" y="38565"/>
                </a:moveTo>
                <a:lnTo>
                  <a:pt x="179713" y="44637"/>
                </a:lnTo>
                <a:lnTo>
                  <a:pt x="173641" y="44637"/>
                </a:lnTo>
                <a:lnTo>
                  <a:pt x="173641" y="38565"/>
                </a:lnTo>
                <a:close/>
                <a:moveTo>
                  <a:pt x="186774" y="38565"/>
                </a:moveTo>
                <a:lnTo>
                  <a:pt x="186774" y="44637"/>
                </a:lnTo>
                <a:lnTo>
                  <a:pt x="180702" y="44637"/>
                </a:lnTo>
                <a:lnTo>
                  <a:pt x="180702" y="38565"/>
                </a:lnTo>
                <a:close/>
                <a:moveTo>
                  <a:pt x="193822" y="38565"/>
                </a:moveTo>
                <a:lnTo>
                  <a:pt x="193822" y="44637"/>
                </a:lnTo>
                <a:lnTo>
                  <a:pt x="187750" y="44637"/>
                </a:lnTo>
                <a:lnTo>
                  <a:pt x="187750" y="38565"/>
                </a:lnTo>
                <a:close/>
                <a:moveTo>
                  <a:pt x="200883" y="38565"/>
                </a:moveTo>
                <a:lnTo>
                  <a:pt x="200883" y="44637"/>
                </a:lnTo>
                <a:lnTo>
                  <a:pt x="194810" y="44637"/>
                </a:lnTo>
                <a:lnTo>
                  <a:pt x="194810" y="38565"/>
                </a:lnTo>
                <a:close/>
                <a:moveTo>
                  <a:pt x="207931" y="38565"/>
                </a:moveTo>
                <a:lnTo>
                  <a:pt x="207931" y="44637"/>
                </a:lnTo>
                <a:lnTo>
                  <a:pt x="201859" y="44637"/>
                </a:lnTo>
                <a:lnTo>
                  <a:pt x="201859" y="38565"/>
                </a:lnTo>
                <a:close/>
                <a:moveTo>
                  <a:pt x="214992" y="38565"/>
                </a:moveTo>
                <a:lnTo>
                  <a:pt x="214992" y="44637"/>
                </a:lnTo>
                <a:lnTo>
                  <a:pt x="208919" y="44637"/>
                </a:lnTo>
                <a:lnTo>
                  <a:pt x="208919" y="38565"/>
                </a:lnTo>
                <a:close/>
                <a:moveTo>
                  <a:pt x="222052" y="38565"/>
                </a:moveTo>
                <a:lnTo>
                  <a:pt x="222052" y="44637"/>
                </a:lnTo>
                <a:lnTo>
                  <a:pt x="215968" y="44637"/>
                </a:lnTo>
                <a:lnTo>
                  <a:pt x="215968" y="38565"/>
                </a:lnTo>
                <a:close/>
                <a:moveTo>
                  <a:pt x="229100" y="38565"/>
                </a:moveTo>
                <a:lnTo>
                  <a:pt x="229100" y="44637"/>
                </a:lnTo>
                <a:lnTo>
                  <a:pt x="223028" y="44637"/>
                </a:lnTo>
                <a:lnTo>
                  <a:pt x="223028" y="38565"/>
                </a:lnTo>
                <a:close/>
                <a:moveTo>
                  <a:pt x="236161" y="38565"/>
                </a:moveTo>
                <a:lnTo>
                  <a:pt x="236161" y="44637"/>
                </a:lnTo>
                <a:lnTo>
                  <a:pt x="230077" y="44637"/>
                </a:lnTo>
                <a:lnTo>
                  <a:pt x="230077" y="38565"/>
                </a:lnTo>
                <a:close/>
                <a:moveTo>
                  <a:pt x="243209" y="38565"/>
                </a:moveTo>
                <a:lnTo>
                  <a:pt x="243209" y="44637"/>
                </a:lnTo>
                <a:lnTo>
                  <a:pt x="237137" y="44637"/>
                </a:lnTo>
                <a:lnTo>
                  <a:pt x="237137" y="38565"/>
                </a:lnTo>
                <a:close/>
                <a:moveTo>
                  <a:pt x="250270" y="38565"/>
                </a:moveTo>
                <a:lnTo>
                  <a:pt x="250270" y="44637"/>
                </a:lnTo>
                <a:lnTo>
                  <a:pt x="244198" y="44637"/>
                </a:lnTo>
                <a:lnTo>
                  <a:pt x="244198" y="38565"/>
                </a:lnTo>
                <a:close/>
                <a:moveTo>
                  <a:pt x="257318" y="38565"/>
                </a:moveTo>
                <a:lnTo>
                  <a:pt x="257318" y="44637"/>
                </a:lnTo>
                <a:lnTo>
                  <a:pt x="251246" y="44637"/>
                </a:lnTo>
                <a:lnTo>
                  <a:pt x="251246" y="38565"/>
                </a:lnTo>
                <a:close/>
                <a:moveTo>
                  <a:pt x="264379" y="38565"/>
                </a:moveTo>
                <a:lnTo>
                  <a:pt x="264379" y="44637"/>
                </a:lnTo>
                <a:lnTo>
                  <a:pt x="258306" y="44637"/>
                </a:lnTo>
                <a:lnTo>
                  <a:pt x="258306" y="38565"/>
                </a:lnTo>
                <a:close/>
                <a:moveTo>
                  <a:pt x="271427" y="38565"/>
                </a:moveTo>
                <a:lnTo>
                  <a:pt x="271427" y="44637"/>
                </a:lnTo>
                <a:lnTo>
                  <a:pt x="265355" y="44637"/>
                </a:lnTo>
                <a:lnTo>
                  <a:pt x="265355" y="38565"/>
                </a:lnTo>
                <a:close/>
                <a:moveTo>
                  <a:pt x="278488" y="38565"/>
                </a:moveTo>
                <a:lnTo>
                  <a:pt x="278488" y="44637"/>
                </a:lnTo>
                <a:lnTo>
                  <a:pt x="272415" y="44637"/>
                </a:lnTo>
                <a:lnTo>
                  <a:pt x="272415" y="38565"/>
                </a:lnTo>
                <a:close/>
                <a:moveTo>
                  <a:pt x="66842" y="38565"/>
                </a:moveTo>
                <a:lnTo>
                  <a:pt x="66842" y="44649"/>
                </a:lnTo>
                <a:lnTo>
                  <a:pt x="60758" y="44649"/>
                </a:lnTo>
                <a:lnTo>
                  <a:pt x="60758" y="38565"/>
                </a:lnTo>
                <a:close/>
                <a:moveTo>
                  <a:pt x="73902" y="38565"/>
                </a:moveTo>
                <a:lnTo>
                  <a:pt x="73902" y="44649"/>
                </a:lnTo>
                <a:lnTo>
                  <a:pt x="67818" y="44649"/>
                </a:lnTo>
                <a:lnTo>
                  <a:pt x="67818" y="38565"/>
                </a:lnTo>
                <a:close/>
                <a:moveTo>
                  <a:pt x="80951" y="38565"/>
                </a:moveTo>
                <a:lnTo>
                  <a:pt x="80951" y="44649"/>
                </a:lnTo>
                <a:lnTo>
                  <a:pt x="74879" y="44649"/>
                </a:lnTo>
                <a:lnTo>
                  <a:pt x="74879" y="38565"/>
                </a:lnTo>
                <a:close/>
                <a:moveTo>
                  <a:pt x="96036" y="38565"/>
                </a:moveTo>
                <a:lnTo>
                  <a:pt x="102120" y="38577"/>
                </a:lnTo>
                <a:lnTo>
                  <a:pt x="102120" y="44649"/>
                </a:lnTo>
                <a:lnTo>
                  <a:pt x="96036" y="44649"/>
                </a:lnTo>
                <a:lnTo>
                  <a:pt x="96036" y="38565"/>
                </a:lnTo>
                <a:close/>
                <a:moveTo>
                  <a:pt x="103097" y="38565"/>
                </a:moveTo>
                <a:lnTo>
                  <a:pt x="109169" y="38577"/>
                </a:lnTo>
                <a:lnTo>
                  <a:pt x="109169" y="44649"/>
                </a:lnTo>
                <a:lnTo>
                  <a:pt x="103097" y="44649"/>
                </a:lnTo>
                <a:lnTo>
                  <a:pt x="103097" y="38565"/>
                </a:lnTo>
                <a:close/>
                <a:moveTo>
                  <a:pt x="110157" y="38565"/>
                </a:moveTo>
                <a:lnTo>
                  <a:pt x="116229" y="38577"/>
                </a:lnTo>
                <a:lnTo>
                  <a:pt x="116229" y="44649"/>
                </a:lnTo>
                <a:lnTo>
                  <a:pt x="110157" y="44649"/>
                </a:lnTo>
                <a:lnTo>
                  <a:pt x="110157" y="38565"/>
                </a:lnTo>
                <a:close/>
                <a:moveTo>
                  <a:pt x="131314" y="38565"/>
                </a:moveTo>
                <a:lnTo>
                  <a:pt x="137387" y="38577"/>
                </a:lnTo>
                <a:lnTo>
                  <a:pt x="137387" y="44649"/>
                </a:lnTo>
                <a:lnTo>
                  <a:pt x="131314" y="44649"/>
                </a:lnTo>
                <a:lnTo>
                  <a:pt x="131314" y="38565"/>
                </a:lnTo>
                <a:close/>
                <a:moveTo>
                  <a:pt x="17443" y="45625"/>
                </a:moveTo>
                <a:lnTo>
                  <a:pt x="17443" y="51697"/>
                </a:lnTo>
                <a:lnTo>
                  <a:pt x="11371" y="51697"/>
                </a:lnTo>
                <a:lnTo>
                  <a:pt x="11371" y="45625"/>
                </a:lnTo>
                <a:close/>
                <a:moveTo>
                  <a:pt x="24503" y="45625"/>
                </a:moveTo>
                <a:lnTo>
                  <a:pt x="24503" y="51697"/>
                </a:lnTo>
                <a:lnTo>
                  <a:pt x="18431" y="51697"/>
                </a:lnTo>
                <a:lnTo>
                  <a:pt x="18431" y="45625"/>
                </a:lnTo>
                <a:close/>
                <a:moveTo>
                  <a:pt x="31564" y="45625"/>
                </a:moveTo>
                <a:lnTo>
                  <a:pt x="31564" y="51697"/>
                </a:lnTo>
                <a:lnTo>
                  <a:pt x="25492" y="51697"/>
                </a:lnTo>
                <a:lnTo>
                  <a:pt x="25492" y="45625"/>
                </a:lnTo>
                <a:close/>
                <a:moveTo>
                  <a:pt x="38612" y="45625"/>
                </a:moveTo>
                <a:lnTo>
                  <a:pt x="38612" y="51697"/>
                </a:lnTo>
                <a:lnTo>
                  <a:pt x="32540" y="51697"/>
                </a:lnTo>
                <a:lnTo>
                  <a:pt x="32540" y="45625"/>
                </a:lnTo>
                <a:close/>
                <a:moveTo>
                  <a:pt x="45673" y="45625"/>
                </a:moveTo>
                <a:lnTo>
                  <a:pt x="45673" y="51697"/>
                </a:lnTo>
                <a:lnTo>
                  <a:pt x="39601" y="51697"/>
                </a:lnTo>
                <a:lnTo>
                  <a:pt x="39601" y="45625"/>
                </a:lnTo>
                <a:close/>
                <a:moveTo>
                  <a:pt x="52721" y="45625"/>
                </a:moveTo>
                <a:lnTo>
                  <a:pt x="52721" y="51697"/>
                </a:lnTo>
                <a:lnTo>
                  <a:pt x="46649" y="51697"/>
                </a:lnTo>
                <a:lnTo>
                  <a:pt x="46649" y="45625"/>
                </a:lnTo>
                <a:close/>
                <a:moveTo>
                  <a:pt x="59782" y="45625"/>
                </a:moveTo>
                <a:lnTo>
                  <a:pt x="59782" y="51697"/>
                </a:lnTo>
                <a:lnTo>
                  <a:pt x="53709" y="51697"/>
                </a:lnTo>
                <a:lnTo>
                  <a:pt x="53709" y="45625"/>
                </a:lnTo>
                <a:close/>
                <a:moveTo>
                  <a:pt x="66842" y="45625"/>
                </a:moveTo>
                <a:lnTo>
                  <a:pt x="66842" y="51697"/>
                </a:lnTo>
                <a:lnTo>
                  <a:pt x="60758" y="51697"/>
                </a:lnTo>
                <a:lnTo>
                  <a:pt x="60758" y="45625"/>
                </a:lnTo>
                <a:close/>
                <a:moveTo>
                  <a:pt x="73902" y="45625"/>
                </a:moveTo>
                <a:lnTo>
                  <a:pt x="73902" y="51697"/>
                </a:lnTo>
                <a:lnTo>
                  <a:pt x="67818" y="51697"/>
                </a:lnTo>
                <a:lnTo>
                  <a:pt x="67818" y="45625"/>
                </a:lnTo>
                <a:close/>
                <a:moveTo>
                  <a:pt x="80951" y="45625"/>
                </a:moveTo>
                <a:lnTo>
                  <a:pt x="80951" y="51697"/>
                </a:lnTo>
                <a:lnTo>
                  <a:pt x="74879" y="51697"/>
                </a:lnTo>
                <a:lnTo>
                  <a:pt x="74879" y="45625"/>
                </a:lnTo>
                <a:close/>
                <a:moveTo>
                  <a:pt x="88011" y="45625"/>
                </a:moveTo>
                <a:lnTo>
                  <a:pt x="88011" y="51697"/>
                </a:lnTo>
                <a:lnTo>
                  <a:pt x="81927" y="51697"/>
                </a:lnTo>
                <a:lnTo>
                  <a:pt x="81927" y="45625"/>
                </a:lnTo>
                <a:close/>
                <a:moveTo>
                  <a:pt x="95060" y="45625"/>
                </a:moveTo>
                <a:lnTo>
                  <a:pt x="95060" y="51697"/>
                </a:lnTo>
                <a:lnTo>
                  <a:pt x="88988" y="51697"/>
                </a:lnTo>
                <a:lnTo>
                  <a:pt x="88988" y="45625"/>
                </a:lnTo>
                <a:close/>
                <a:moveTo>
                  <a:pt x="102120" y="45625"/>
                </a:moveTo>
                <a:lnTo>
                  <a:pt x="102120" y="51697"/>
                </a:lnTo>
                <a:lnTo>
                  <a:pt x="96036" y="51697"/>
                </a:lnTo>
                <a:lnTo>
                  <a:pt x="96036" y="45625"/>
                </a:lnTo>
                <a:close/>
                <a:moveTo>
                  <a:pt x="109169" y="45625"/>
                </a:moveTo>
                <a:lnTo>
                  <a:pt x="109169" y="51697"/>
                </a:lnTo>
                <a:lnTo>
                  <a:pt x="103097" y="51697"/>
                </a:lnTo>
                <a:lnTo>
                  <a:pt x="103097" y="45625"/>
                </a:lnTo>
                <a:close/>
                <a:moveTo>
                  <a:pt x="116229" y="45625"/>
                </a:moveTo>
                <a:lnTo>
                  <a:pt x="116229" y="51697"/>
                </a:lnTo>
                <a:lnTo>
                  <a:pt x="110157" y="51697"/>
                </a:lnTo>
                <a:lnTo>
                  <a:pt x="110157" y="45625"/>
                </a:lnTo>
                <a:close/>
                <a:moveTo>
                  <a:pt x="123278" y="45625"/>
                </a:moveTo>
                <a:lnTo>
                  <a:pt x="123278" y="51697"/>
                </a:lnTo>
                <a:lnTo>
                  <a:pt x="117205" y="51697"/>
                </a:lnTo>
                <a:lnTo>
                  <a:pt x="117205" y="45625"/>
                </a:lnTo>
                <a:close/>
                <a:moveTo>
                  <a:pt x="130338" y="45625"/>
                </a:moveTo>
                <a:lnTo>
                  <a:pt x="130338" y="51697"/>
                </a:lnTo>
                <a:lnTo>
                  <a:pt x="124254" y="51697"/>
                </a:lnTo>
                <a:lnTo>
                  <a:pt x="124254" y="45625"/>
                </a:lnTo>
                <a:close/>
                <a:moveTo>
                  <a:pt x="137387" y="45625"/>
                </a:moveTo>
                <a:lnTo>
                  <a:pt x="137387" y="51697"/>
                </a:lnTo>
                <a:lnTo>
                  <a:pt x="131314" y="51697"/>
                </a:lnTo>
                <a:lnTo>
                  <a:pt x="131314" y="45625"/>
                </a:lnTo>
                <a:close/>
                <a:moveTo>
                  <a:pt x="144447" y="45625"/>
                </a:moveTo>
                <a:lnTo>
                  <a:pt x="144447" y="51697"/>
                </a:lnTo>
                <a:lnTo>
                  <a:pt x="138375" y="51697"/>
                </a:lnTo>
                <a:lnTo>
                  <a:pt x="138375" y="45625"/>
                </a:lnTo>
                <a:close/>
                <a:moveTo>
                  <a:pt x="151495" y="45625"/>
                </a:moveTo>
                <a:lnTo>
                  <a:pt x="151495" y="51697"/>
                </a:lnTo>
                <a:lnTo>
                  <a:pt x="145423" y="51697"/>
                </a:lnTo>
                <a:lnTo>
                  <a:pt x="145423" y="45625"/>
                </a:lnTo>
                <a:close/>
                <a:moveTo>
                  <a:pt x="158556" y="45625"/>
                </a:moveTo>
                <a:lnTo>
                  <a:pt x="158556" y="51697"/>
                </a:lnTo>
                <a:lnTo>
                  <a:pt x="152484" y="51697"/>
                </a:lnTo>
                <a:lnTo>
                  <a:pt x="152484" y="45625"/>
                </a:lnTo>
                <a:close/>
                <a:moveTo>
                  <a:pt x="165604" y="45625"/>
                </a:moveTo>
                <a:lnTo>
                  <a:pt x="165604" y="51697"/>
                </a:lnTo>
                <a:lnTo>
                  <a:pt x="159532" y="51697"/>
                </a:lnTo>
                <a:lnTo>
                  <a:pt x="159532" y="45625"/>
                </a:lnTo>
                <a:close/>
                <a:moveTo>
                  <a:pt x="172665" y="45625"/>
                </a:moveTo>
                <a:lnTo>
                  <a:pt x="172665" y="51697"/>
                </a:lnTo>
                <a:lnTo>
                  <a:pt x="166581" y="51697"/>
                </a:lnTo>
                <a:lnTo>
                  <a:pt x="166581" y="45625"/>
                </a:lnTo>
                <a:close/>
                <a:moveTo>
                  <a:pt x="179713" y="45625"/>
                </a:moveTo>
                <a:lnTo>
                  <a:pt x="179713" y="51697"/>
                </a:lnTo>
                <a:lnTo>
                  <a:pt x="173641" y="51697"/>
                </a:lnTo>
                <a:lnTo>
                  <a:pt x="173641" y="45625"/>
                </a:lnTo>
                <a:close/>
                <a:moveTo>
                  <a:pt x="186774" y="45625"/>
                </a:moveTo>
                <a:lnTo>
                  <a:pt x="186774" y="51697"/>
                </a:lnTo>
                <a:lnTo>
                  <a:pt x="180702" y="51697"/>
                </a:lnTo>
                <a:lnTo>
                  <a:pt x="180702" y="45625"/>
                </a:lnTo>
                <a:close/>
                <a:moveTo>
                  <a:pt x="193822" y="45625"/>
                </a:moveTo>
                <a:lnTo>
                  <a:pt x="193822" y="51697"/>
                </a:lnTo>
                <a:lnTo>
                  <a:pt x="187750" y="51697"/>
                </a:lnTo>
                <a:lnTo>
                  <a:pt x="187750" y="45625"/>
                </a:lnTo>
                <a:close/>
                <a:moveTo>
                  <a:pt x="200883" y="45625"/>
                </a:moveTo>
                <a:lnTo>
                  <a:pt x="200883" y="51697"/>
                </a:lnTo>
                <a:lnTo>
                  <a:pt x="194810" y="51697"/>
                </a:lnTo>
                <a:lnTo>
                  <a:pt x="194810" y="45625"/>
                </a:lnTo>
                <a:close/>
                <a:moveTo>
                  <a:pt x="207931" y="45625"/>
                </a:moveTo>
                <a:lnTo>
                  <a:pt x="207931" y="51697"/>
                </a:lnTo>
                <a:lnTo>
                  <a:pt x="201859" y="51697"/>
                </a:lnTo>
                <a:lnTo>
                  <a:pt x="201859" y="45625"/>
                </a:lnTo>
                <a:close/>
                <a:moveTo>
                  <a:pt x="214992" y="45625"/>
                </a:moveTo>
                <a:lnTo>
                  <a:pt x="214992" y="51697"/>
                </a:lnTo>
                <a:lnTo>
                  <a:pt x="208919" y="51697"/>
                </a:lnTo>
                <a:lnTo>
                  <a:pt x="208919" y="45625"/>
                </a:lnTo>
                <a:close/>
                <a:moveTo>
                  <a:pt x="222052" y="45625"/>
                </a:moveTo>
                <a:lnTo>
                  <a:pt x="222052" y="51697"/>
                </a:lnTo>
                <a:lnTo>
                  <a:pt x="215968" y="51697"/>
                </a:lnTo>
                <a:lnTo>
                  <a:pt x="215968" y="45625"/>
                </a:lnTo>
                <a:close/>
                <a:moveTo>
                  <a:pt x="229100" y="45625"/>
                </a:moveTo>
                <a:lnTo>
                  <a:pt x="229100" y="51697"/>
                </a:lnTo>
                <a:lnTo>
                  <a:pt x="223028" y="51697"/>
                </a:lnTo>
                <a:lnTo>
                  <a:pt x="223028" y="45625"/>
                </a:lnTo>
                <a:close/>
                <a:moveTo>
                  <a:pt x="236161" y="45625"/>
                </a:moveTo>
                <a:lnTo>
                  <a:pt x="236161" y="51697"/>
                </a:lnTo>
                <a:lnTo>
                  <a:pt x="230077" y="51697"/>
                </a:lnTo>
                <a:lnTo>
                  <a:pt x="230077" y="45625"/>
                </a:lnTo>
                <a:close/>
                <a:moveTo>
                  <a:pt x="243209" y="45625"/>
                </a:moveTo>
                <a:lnTo>
                  <a:pt x="243209" y="51697"/>
                </a:lnTo>
                <a:lnTo>
                  <a:pt x="237137" y="51697"/>
                </a:lnTo>
                <a:lnTo>
                  <a:pt x="237137" y="45625"/>
                </a:lnTo>
                <a:close/>
                <a:moveTo>
                  <a:pt x="250270" y="45625"/>
                </a:moveTo>
                <a:lnTo>
                  <a:pt x="250270" y="51697"/>
                </a:lnTo>
                <a:lnTo>
                  <a:pt x="244198" y="51697"/>
                </a:lnTo>
                <a:lnTo>
                  <a:pt x="244198" y="45625"/>
                </a:lnTo>
                <a:close/>
                <a:moveTo>
                  <a:pt x="257318" y="45625"/>
                </a:moveTo>
                <a:lnTo>
                  <a:pt x="257318" y="51697"/>
                </a:lnTo>
                <a:lnTo>
                  <a:pt x="251246" y="51697"/>
                </a:lnTo>
                <a:lnTo>
                  <a:pt x="251246" y="45625"/>
                </a:lnTo>
                <a:close/>
                <a:moveTo>
                  <a:pt x="264379" y="45625"/>
                </a:moveTo>
                <a:lnTo>
                  <a:pt x="264379" y="51697"/>
                </a:lnTo>
                <a:lnTo>
                  <a:pt x="258306" y="51697"/>
                </a:lnTo>
                <a:lnTo>
                  <a:pt x="258306" y="45625"/>
                </a:lnTo>
                <a:close/>
                <a:moveTo>
                  <a:pt x="271427" y="45625"/>
                </a:moveTo>
                <a:lnTo>
                  <a:pt x="271427" y="51697"/>
                </a:lnTo>
                <a:lnTo>
                  <a:pt x="265355" y="51697"/>
                </a:lnTo>
                <a:lnTo>
                  <a:pt x="265355" y="45625"/>
                </a:lnTo>
                <a:close/>
                <a:moveTo>
                  <a:pt x="278488" y="45625"/>
                </a:moveTo>
                <a:lnTo>
                  <a:pt x="278488" y="51697"/>
                </a:lnTo>
                <a:lnTo>
                  <a:pt x="272415" y="51697"/>
                </a:lnTo>
                <a:lnTo>
                  <a:pt x="272415" y="45625"/>
                </a:lnTo>
                <a:close/>
                <a:moveTo>
                  <a:pt x="17443" y="52674"/>
                </a:moveTo>
                <a:lnTo>
                  <a:pt x="17443" y="58746"/>
                </a:lnTo>
                <a:lnTo>
                  <a:pt x="11371" y="58746"/>
                </a:lnTo>
                <a:lnTo>
                  <a:pt x="11371" y="52674"/>
                </a:lnTo>
                <a:close/>
                <a:moveTo>
                  <a:pt x="24503" y="52674"/>
                </a:moveTo>
                <a:lnTo>
                  <a:pt x="24503" y="58746"/>
                </a:lnTo>
                <a:lnTo>
                  <a:pt x="18431" y="58746"/>
                </a:lnTo>
                <a:lnTo>
                  <a:pt x="18431" y="52674"/>
                </a:lnTo>
                <a:close/>
                <a:moveTo>
                  <a:pt x="31564" y="52674"/>
                </a:moveTo>
                <a:lnTo>
                  <a:pt x="31564" y="58746"/>
                </a:lnTo>
                <a:lnTo>
                  <a:pt x="25492" y="58746"/>
                </a:lnTo>
                <a:lnTo>
                  <a:pt x="25492" y="52674"/>
                </a:lnTo>
                <a:close/>
                <a:moveTo>
                  <a:pt x="38612" y="52674"/>
                </a:moveTo>
                <a:lnTo>
                  <a:pt x="38612" y="58746"/>
                </a:lnTo>
                <a:lnTo>
                  <a:pt x="32540" y="58746"/>
                </a:lnTo>
                <a:lnTo>
                  <a:pt x="32540" y="52674"/>
                </a:lnTo>
                <a:close/>
                <a:moveTo>
                  <a:pt x="45673" y="52674"/>
                </a:moveTo>
                <a:lnTo>
                  <a:pt x="45673" y="58746"/>
                </a:lnTo>
                <a:lnTo>
                  <a:pt x="39601" y="58746"/>
                </a:lnTo>
                <a:lnTo>
                  <a:pt x="39601" y="52674"/>
                </a:lnTo>
                <a:close/>
                <a:moveTo>
                  <a:pt x="52721" y="52674"/>
                </a:moveTo>
                <a:lnTo>
                  <a:pt x="52721" y="58746"/>
                </a:lnTo>
                <a:lnTo>
                  <a:pt x="46649" y="58746"/>
                </a:lnTo>
                <a:lnTo>
                  <a:pt x="46649" y="52674"/>
                </a:lnTo>
                <a:close/>
                <a:moveTo>
                  <a:pt x="59782" y="52674"/>
                </a:moveTo>
                <a:lnTo>
                  <a:pt x="59782" y="58746"/>
                </a:lnTo>
                <a:lnTo>
                  <a:pt x="53709" y="58746"/>
                </a:lnTo>
                <a:lnTo>
                  <a:pt x="53709" y="52674"/>
                </a:lnTo>
                <a:close/>
                <a:moveTo>
                  <a:pt x="88011" y="52674"/>
                </a:moveTo>
                <a:lnTo>
                  <a:pt x="88011" y="58746"/>
                </a:lnTo>
                <a:lnTo>
                  <a:pt x="81927" y="58746"/>
                </a:lnTo>
                <a:lnTo>
                  <a:pt x="81927" y="52674"/>
                </a:lnTo>
                <a:close/>
                <a:moveTo>
                  <a:pt x="95060" y="52674"/>
                </a:moveTo>
                <a:lnTo>
                  <a:pt x="95060" y="58746"/>
                </a:lnTo>
                <a:lnTo>
                  <a:pt x="88988" y="58746"/>
                </a:lnTo>
                <a:lnTo>
                  <a:pt x="88988" y="52674"/>
                </a:lnTo>
                <a:close/>
                <a:moveTo>
                  <a:pt x="123278" y="52674"/>
                </a:moveTo>
                <a:lnTo>
                  <a:pt x="123278" y="58746"/>
                </a:lnTo>
                <a:lnTo>
                  <a:pt x="117205" y="58746"/>
                </a:lnTo>
                <a:lnTo>
                  <a:pt x="117205" y="52674"/>
                </a:lnTo>
                <a:close/>
                <a:moveTo>
                  <a:pt x="130338" y="52674"/>
                </a:moveTo>
                <a:lnTo>
                  <a:pt x="130338" y="58746"/>
                </a:lnTo>
                <a:lnTo>
                  <a:pt x="124254" y="58746"/>
                </a:lnTo>
                <a:lnTo>
                  <a:pt x="124254" y="52674"/>
                </a:lnTo>
                <a:close/>
                <a:moveTo>
                  <a:pt x="144447" y="52674"/>
                </a:moveTo>
                <a:lnTo>
                  <a:pt x="144447" y="58746"/>
                </a:lnTo>
                <a:lnTo>
                  <a:pt x="138375" y="58746"/>
                </a:lnTo>
                <a:lnTo>
                  <a:pt x="138375" y="52674"/>
                </a:lnTo>
                <a:close/>
                <a:moveTo>
                  <a:pt x="151495" y="52674"/>
                </a:moveTo>
                <a:lnTo>
                  <a:pt x="151495" y="58746"/>
                </a:lnTo>
                <a:lnTo>
                  <a:pt x="145423" y="58746"/>
                </a:lnTo>
                <a:lnTo>
                  <a:pt x="145423" y="52674"/>
                </a:lnTo>
                <a:close/>
                <a:moveTo>
                  <a:pt x="158556" y="52674"/>
                </a:moveTo>
                <a:lnTo>
                  <a:pt x="158556" y="58746"/>
                </a:lnTo>
                <a:lnTo>
                  <a:pt x="152484" y="58746"/>
                </a:lnTo>
                <a:lnTo>
                  <a:pt x="152484" y="52674"/>
                </a:lnTo>
                <a:close/>
                <a:moveTo>
                  <a:pt x="165604" y="52674"/>
                </a:moveTo>
                <a:lnTo>
                  <a:pt x="165604" y="58746"/>
                </a:lnTo>
                <a:lnTo>
                  <a:pt x="159532" y="58746"/>
                </a:lnTo>
                <a:lnTo>
                  <a:pt x="159532" y="52674"/>
                </a:lnTo>
                <a:close/>
                <a:moveTo>
                  <a:pt x="172665" y="52674"/>
                </a:moveTo>
                <a:lnTo>
                  <a:pt x="172665" y="58746"/>
                </a:lnTo>
                <a:lnTo>
                  <a:pt x="166581" y="58746"/>
                </a:lnTo>
                <a:lnTo>
                  <a:pt x="166581" y="52674"/>
                </a:lnTo>
                <a:close/>
                <a:moveTo>
                  <a:pt x="179713" y="52674"/>
                </a:moveTo>
                <a:lnTo>
                  <a:pt x="179713" y="58746"/>
                </a:lnTo>
                <a:lnTo>
                  <a:pt x="173641" y="58746"/>
                </a:lnTo>
                <a:lnTo>
                  <a:pt x="173641" y="52674"/>
                </a:lnTo>
                <a:close/>
                <a:moveTo>
                  <a:pt x="186774" y="52674"/>
                </a:moveTo>
                <a:lnTo>
                  <a:pt x="186774" y="58746"/>
                </a:lnTo>
                <a:lnTo>
                  <a:pt x="180702" y="58746"/>
                </a:lnTo>
                <a:lnTo>
                  <a:pt x="180702" y="52674"/>
                </a:lnTo>
                <a:close/>
                <a:moveTo>
                  <a:pt x="193822" y="52674"/>
                </a:moveTo>
                <a:lnTo>
                  <a:pt x="193822" y="58746"/>
                </a:lnTo>
                <a:lnTo>
                  <a:pt x="187750" y="58746"/>
                </a:lnTo>
                <a:lnTo>
                  <a:pt x="187750" y="52674"/>
                </a:lnTo>
                <a:close/>
                <a:moveTo>
                  <a:pt x="200883" y="52674"/>
                </a:moveTo>
                <a:lnTo>
                  <a:pt x="200883" y="58746"/>
                </a:lnTo>
                <a:lnTo>
                  <a:pt x="194810" y="58746"/>
                </a:lnTo>
                <a:lnTo>
                  <a:pt x="194810" y="52674"/>
                </a:lnTo>
                <a:close/>
                <a:moveTo>
                  <a:pt x="207931" y="52674"/>
                </a:moveTo>
                <a:lnTo>
                  <a:pt x="207931" y="58746"/>
                </a:lnTo>
                <a:lnTo>
                  <a:pt x="201859" y="58746"/>
                </a:lnTo>
                <a:lnTo>
                  <a:pt x="201859" y="52674"/>
                </a:lnTo>
                <a:close/>
                <a:moveTo>
                  <a:pt x="214992" y="52674"/>
                </a:moveTo>
                <a:lnTo>
                  <a:pt x="214992" y="58746"/>
                </a:lnTo>
                <a:lnTo>
                  <a:pt x="208919" y="58746"/>
                </a:lnTo>
                <a:lnTo>
                  <a:pt x="208919" y="52674"/>
                </a:lnTo>
                <a:close/>
                <a:moveTo>
                  <a:pt x="222052" y="52674"/>
                </a:moveTo>
                <a:lnTo>
                  <a:pt x="222052" y="58746"/>
                </a:lnTo>
                <a:lnTo>
                  <a:pt x="215968" y="58746"/>
                </a:lnTo>
                <a:lnTo>
                  <a:pt x="215968" y="52674"/>
                </a:lnTo>
                <a:close/>
                <a:moveTo>
                  <a:pt x="229100" y="52674"/>
                </a:moveTo>
                <a:lnTo>
                  <a:pt x="229100" y="58746"/>
                </a:lnTo>
                <a:lnTo>
                  <a:pt x="223028" y="58746"/>
                </a:lnTo>
                <a:lnTo>
                  <a:pt x="223028" y="52674"/>
                </a:lnTo>
                <a:close/>
                <a:moveTo>
                  <a:pt x="236161" y="52674"/>
                </a:moveTo>
                <a:lnTo>
                  <a:pt x="236161" y="58746"/>
                </a:lnTo>
                <a:lnTo>
                  <a:pt x="230077" y="58746"/>
                </a:lnTo>
                <a:lnTo>
                  <a:pt x="230077" y="52674"/>
                </a:lnTo>
                <a:close/>
                <a:moveTo>
                  <a:pt x="243209" y="52674"/>
                </a:moveTo>
                <a:lnTo>
                  <a:pt x="243209" y="58746"/>
                </a:lnTo>
                <a:lnTo>
                  <a:pt x="237137" y="58746"/>
                </a:lnTo>
                <a:lnTo>
                  <a:pt x="237137" y="52674"/>
                </a:lnTo>
                <a:close/>
                <a:moveTo>
                  <a:pt x="250270" y="52674"/>
                </a:moveTo>
                <a:lnTo>
                  <a:pt x="250270" y="58746"/>
                </a:lnTo>
                <a:lnTo>
                  <a:pt x="244198" y="58746"/>
                </a:lnTo>
                <a:lnTo>
                  <a:pt x="244198" y="52674"/>
                </a:lnTo>
                <a:close/>
                <a:moveTo>
                  <a:pt x="257318" y="52674"/>
                </a:moveTo>
                <a:lnTo>
                  <a:pt x="257318" y="58746"/>
                </a:lnTo>
                <a:lnTo>
                  <a:pt x="251246" y="58746"/>
                </a:lnTo>
                <a:lnTo>
                  <a:pt x="251246" y="52674"/>
                </a:lnTo>
                <a:close/>
                <a:moveTo>
                  <a:pt x="264379" y="52674"/>
                </a:moveTo>
                <a:lnTo>
                  <a:pt x="264379" y="58746"/>
                </a:lnTo>
                <a:lnTo>
                  <a:pt x="258306" y="58746"/>
                </a:lnTo>
                <a:lnTo>
                  <a:pt x="258306" y="52674"/>
                </a:lnTo>
                <a:close/>
                <a:moveTo>
                  <a:pt x="271427" y="52674"/>
                </a:moveTo>
                <a:lnTo>
                  <a:pt x="271427" y="58746"/>
                </a:lnTo>
                <a:lnTo>
                  <a:pt x="265355" y="58746"/>
                </a:lnTo>
                <a:lnTo>
                  <a:pt x="265355" y="52674"/>
                </a:lnTo>
                <a:close/>
                <a:moveTo>
                  <a:pt x="278488" y="52674"/>
                </a:moveTo>
                <a:lnTo>
                  <a:pt x="278488" y="58746"/>
                </a:lnTo>
                <a:lnTo>
                  <a:pt x="272415" y="58746"/>
                </a:lnTo>
                <a:lnTo>
                  <a:pt x="272415" y="52674"/>
                </a:lnTo>
                <a:close/>
                <a:moveTo>
                  <a:pt x="60758" y="52674"/>
                </a:moveTo>
                <a:lnTo>
                  <a:pt x="66842" y="52686"/>
                </a:lnTo>
                <a:lnTo>
                  <a:pt x="66842" y="58758"/>
                </a:lnTo>
                <a:lnTo>
                  <a:pt x="60758" y="58758"/>
                </a:lnTo>
                <a:lnTo>
                  <a:pt x="60758" y="52674"/>
                </a:lnTo>
                <a:close/>
                <a:moveTo>
                  <a:pt x="67818" y="52674"/>
                </a:moveTo>
                <a:lnTo>
                  <a:pt x="73902" y="52686"/>
                </a:lnTo>
                <a:lnTo>
                  <a:pt x="73902" y="58758"/>
                </a:lnTo>
                <a:lnTo>
                  <a:pt x="67818" y="58758"/>
                </a:lnTo>
                <a:lnTo>
                  <a:pt x="67818" y="52674"/>
                </a:lnTo>
                <a:close/>
                <a:moveTo>
                  <a:pt x="74879" y="52674"/>
                </a:moveTo>
                <a:lnTo>
                  <a:pt x="80951" y="52686"/>
                </a:lnTo>
                <a:lnTo>
                  <a:pt x="80951" y="58758"/>
                </a:lnTo>
                <a:lnTo>
                  <a:pt x="74879" y="58758"/>
                </a:lnTo>
                <a:lnTo>
                  <a:pt x="74879" y="52674"/>
                </a:lnTo>
                <a:close/>
                <a:moveTo>
                  <a:pt x="96036" y="52674"/>
                </a:moveTo>
                <a:lnTo>
                  <a:pt x="102120" y="52686"/>
                </a:lnTo>
                <a:lnTo>
                  <a:pt x="102120" y="58758"/>
                </a:lnTo>
                <a:lnTo>
                  <a:pt x="96036" y="58758"/>
                </a:lnTo>
                <a:lnTo>
                  <a:pt x="96036" y="52674"/>
                </a:lnTo>
                <a:close/>
                <a:moveTo>
                  <a:pt x="103097" y="52674"/>
                </a:moveTo>
                <a:lnTo>
                  <a:pt x="109169" y="52686"/>
                </a:lnTo>
                <a:lnTo>
                  <a:pt x="109169" y="58758"/>
                </a:lnTo>
                <a:lnTo>
                  <a:pt x="103097" y="58758"/>
                </a:lnTo>
                <a:lnTo>
                  <a:pt x="103097" y="52674"/>
                </a:lnTo>
                <a:close/>
                <a:moveTo>
                  <a:pt x="110157" y="52674"/>
                </a:moveTo>
                <a:lnTo>
                  <a:pt x="116229" y="52686"/>
                </a:lnTo>
                <a:lnTo>
                  <a:pt x="116229" y="58758"/>
                </a:lnTo>
                <a:lnTo>
                  <a:pt x="110157" y="58758"/>
                </a:lnTo>
                <a:lnTo>
                  <a:pt x="110157" y="52674"/>
                </a:lnTo>
                <a:close/>
                <a:moveTo>
                  <a:pt x="131314" y="52674"/>
                </a:moveTo>
                <a:lnTo>
                  <a:pt x="137387" y="52686"/>
                </a:lnTo>
                <a:lnTo>
                  <a:pt x="137387" y="58758"/>
                </a:lnTo>
                <a:lnTo>
                  <a:pt x="131314" y="58758"/>
                </a:lnTo>
                <a:lnTo>
                  <a:pt x="131314" y="52674"/>
                </a:lnTo>
                <a:close/>
                <a:moveTo>
                  <a:pt x="17443" y="59734"/>
                </a:moveTo>
                <a:lnTo>
                  <a:pt x="17443" y="65806"/>
                </a:lnTo>
                <a:lnTo>
                  <a:pt x="11371" y="65806"/>
                </a:lnTo>
                <a:lnTo>
                  <a:pt x="11371" y="59734"/>
                </a:lnTo>
                <a:close/>
                <a:moveTo>
                  <a:pt x="24503" y="59734"/>
                </a:moveTo>
                <a:lnTo>
                  <a:pt x="24503" y="65806"/>
                </a:lnTo>
                <a:lnTo>
                  <a:pt x="18431" y="65806"/>
                </a:lnTo>
                <a:lnTo>
                  <a:pt x="18431" y="59734"/>
                </a:lnTo>
                <a:close/>
                <a:moveTo>
                  <a:pt x="31564" y="59734"/>
                </a:moveTo>
                <a:lnTo>
                  <a:pt x="31564" y="65806"/>
                </a:lnTo>
                <a:lnTo>
                  <a:pt x="25492" y="65806"/>
                </a:lnTo>
                <a:lnTo>
                  <a:pt x="25492" y="59734"/>
                </a:lnTo>
                <a:close/>
                <a:moveTo>
                  <a:pt x="38612" y="59734"/>
                </a:moveTo>
                <a:lnTo>
                  <a:pt x="38612" y="65806"/>
                </a:lnTo>
                <a:lnTo>
                  <a:pt x="32540" y="65806"/>
                </a:lnTo>
                <a:lnTo>
                  <a:pt x="32540" y="59734"/>
                </a:lnTo>
                <a:close/>
                <a:moveTo>
                  <a:pt x="45673" y="59734"/>
                </a:moveTo>
                <a:lnTo>
                  <a:pt x="45673" y="65806"/>
                </a:lnTo>
                <a:lnTo>
                  <a:pt x="39601" y="65806"/>
                </a:lnTo>
                <a:lnTo>
                  <a:pt x="39601" y="59734"/>
                </a:lnTo>
                <a:close/>
                <a:moveTo>
                  <a:pt x="52721" y="59734"/>
                </a:moveTo>
                <a:lnTo>
                  <a:pt x="52721" y="65806"/>
                </a:lnTo>
                <a:lnTo>
                  <a:pt x="46649" y="65806"/>
                </a:lnTo>
                <a:lnTo>
                  <a:pt x="46649" y="59734"/>
                </a:lnTo>
                <a:close/>
                <a:moveTo>
                  <a:pt x="59782" y="59734"/>
                </a:moveTo>
                <a:lnTo>
                  <a:pt x="59782" y="65806"/>
                </a:lnTo>
                <a:lnTo>
                  <a:pt x="53709" y="65806"/>
                </a:lnTo>
                <a:lnTo>
                  <a:pt x="53709" y="59734"/>
                </a:lnTo>
                <a:close/>
                <a:moveTo>
                  <a:pt x="66842" y="59734"/>
                </a:moveTo>
                <a:lnTo>
                  <a:pt x="66842" y="65806"/>
                </a:lnTo>
                <a:lnTo>
                  <a:pt x="60758" y="65806"/>
                </a:lnTo>
                <a:lnTo>
                  <a:pt x="60758" y="59734"/>
                </a:lnTo>
                <a:close/>
                <a:moveTo>
                  <a:pt x="73902" y="59734"/>
                </a:moveTo>
                <a:lnTo>
                  <a:pt x="73902" y="65806"/>
                </a:lnTo>
                <a:lnTo>
                  <a:pt x="67818" y="65806"/>
                </a:lnTo>
                <a:lnTo>
                  <a:pt x="67818" y="59734"/>
                </a:lnTo>
                <a:close/>
                <a:moveTo>
                  <a:pt x="80951" y="59734"/>
                </a:moveTo>
                <a:lnTo>
                  <a:pt x="80951" y="65806"/>
                </a:lnTo>
                <a:lnTo>
                  <a:pt x="74879" y="65806"/>
                </a:lnTo>
                <a:lnTo>
                  <a:pt x="74879" y="59734"/>
                </a:lnTo>
                <a:close/>
                <a:moveTo>
                  <a:pt x="88011" y="59734"/>
                </a:moveTo>
                <a:lnTo>
                  <a:pt x="88011" y="65806"/>
                </a:lnTo>
                <a:lnTo>
                  <a:pt x="81927" y="65806"/>
                </a:lnTo>
                <a:lnTo>
                  <a:pt x="81927" y="59734"/>
                </a:lnTo>
                <a:close/>
                <a:moveTo>
                  <a:pt x="95060" y="59734"/>
                </a:moveTo>
                <a:lnTo>
                  <a:pt x="95060" y="65806"/>
                </a:lnTo>
                <a:lnTo>
                  <a:pt x="88988" y="65806"/>
                </a:lnTo>
                <a:lnTo>
                  <a:pt x="88988" y="59734"/>
                </a:lnTo>
                <a:close/>
                <a:moveTo>
                  <a:pt x="123278" y="59734"/>
                </a:moveTo>
                <a:lnTo>
                  <a:pt x="123278" y="65806"/>
                </a:lnTo>
                <a:lnTo>
                  <a:pt x="117205" y="65806"/>
                </a:lnTo>
                <a:lnTo>
                  <a:pt x="117205" y="59734"/>
                </a:lnTo>
                <a:close/>
                <a:moveTo>
                  <a:pt x="130338" y="59734"/>
                </a:moveTo>
                <a:lnTo>
                  <a:pt x="130338" y="65806"/>
                </a:lnTo>
                <a:lnTo>
                  <a:pt x="124254" y="65806"/>
                </a:lnTo>
                <a:lnTo>
                  <a:pt x="124254" y="59734"/>
                </a:lnTo>
                <a:close/>
                <a:moveTo>
                  <a:pt x="144447" y="59734"/>
                </a:moveTo>
                <a:lnTo>
                  <a:pt x="144447" y="65806"/>
                </a:lnTo>
                <a:lnTo>
                  <a:pt x="138375" y="65806"/>
                </a:lnTo>
                <a:lnTo>
                  <a:pt x="138375" y="59734"/>
                </a:lnTo>
                <a:close/>
                <a:moveTo>
                  <a:pt x="151495" y="59734"/>
                </a:moveTo>
                <a:lnTo>
                  <a:pt x="151495" y="65806"/>
                </a:lnTo>
                <a:lnTo>
                  <a:pt x="145423" y="65806"/>
                </a:lnTo>
                <a:lnTo>
                  <a:pt x="145423" y="59734"/>
                </a:lnTo>
                <a:close/>
                <a:moveTo>
                  <a:pt x="158556" y="59734"/>
                </a:moveTo>
                <a:lnTo>
                  <a:pt x="158556" y="65806"/>
                </a:lnTo>
                <a:lnTo>
                  <a:pt x="152484" y="65806"/>
                </a:lnTo>
                <a:lnTo>
                  <a:pt x="152484" y="59734"/>
                </a:lnTo>
                <a:close/>
                <a:moveTo>
                  <a:pt x="165604" y="59734"/>
                </a:moveTo>
                <a:lnTo>
                  <a:pt x="165604" y="65806"/>
                </a:lnTo>
                <a:lnTo>
                  <a:pt x="159532" y="65806"/>
                </a:lnTo>
                <a:lnTo>
                  <a:pt x="159532" y="59734"/>
                </a:lnTo>
                <a:close/>
                <a:moveTo>
                  <a:pt x="172665" y="59734"/>
                </a:moveTo>
                <a:lnTo>
                  <a:pt x="172665" y="65806"/>
                </a:lnTo>
                <a:lnTo>
                  <a:pt x="166581" y="65806"/>
                </a:lnTo>
                <a:lnTo>
                  <a:pt x="166581" y="59734"/>
                </a:lnTo>
                <a:close/>
                <a:moveTo>
                  <a:pt x="179713" y="59734"/>
                </a:moveTo>
                <a:lnTo>
                  <a:pt x="179713" y="65806"/>
                </a:lnTo>
                <a:lnTo>
                  <a:pt x="173641" y="65806"/>
                </a:lnTo>
                <a:lnTo>
                  <a:pt x="173641" y="59734"/>
                </a:lnTo>
                <a:close/>
                <a:moveTo>
                  <a:pt x="186774" y="59734"/>
                </a:moveTo>
                <a:lnTo>
                  <a:pt x="186774" y="65806"/>
                </a:lnTo>
                <a:lnTo>
                  <a:pt x="180702" y="65806"/>
                </a:lnTo>
                <a:lnTo>
                  <a:pt x="180702" y="59734"/>
                </a:lnTo>
                <a:close/>
                <a:moveTo>
                  <a:pt x="193822" y="59734"/>
                </a:moveTo>
                <a:lnTo>
                  <a:pt x="193822" y="65806"/>
                </a:lnTo>
                <a:lnTo>
                  <a:pt x="187750" y="65806"/>
                </a:lnTo>
                <a:lnTo>
                  <a:pt x="187750" y="59734"/>
                </a:lnTo>
                <a:close/>
                <a:moveTo>
                  <a:pt x="200883" y="59734"/>
                </a:moveTo>
                <a:lnTo>
                  <a:pt x="200883" y="65806"/>
                </a:lnTo>
                <a:lnTo>
                  <a:pt x="194810" y="65806"/>
                </a:lnTo>
                <a:lnTo>
                  <a:pt x="194810" y="59734"/>
                </a:lnTo>
                <a:close/>
                <a:moveTo>
                  <a:pt x="207931" y="59734"/>
                </a:moveTo>
                <a:lnTo>
                  <a:pt x="207931" y="65806"/>
                </a:lnTo>
                <a:lnTo>
                  <a:pt x="201859" y="65806"/>
                </a:lnTo>
                <a:lnTo>
                  <a:pt x="201859" y="59734"/>
                </a:lnTo>
                <a:close/>
                <a:moveTo>
                  <a:pt x="214992" y="59734"/>
                </a:moveTo>
                <a:lnTo>
                  <a:pt x="214992" y="65806"/>
                </a:lnTo>
                <a:lnTo>
                  <a:pt x="208919" y="65806"/>
                </a:lnTo>
                <a:lnTo>
                  <a:pt x="208919" y="59734"/>
                </a:lnTo>
                <a:close/>
                <a:moveTo>
                  <a:pt x="222052" y="59734"/>
                </a:moveTo>
                <a:lnTo>
                  <a:pt x="222052" y="65806"/>
                </a:lnTo>
                <a:lnTo>
                  <a:pt x="215968" y="65806"/>
                </a:lnTo>
                <a:lnTo>
                  <a:pt x="215968" y="59734"/>
                </a:lnTo>
                <a:close/>
                <a:moveTo>
                  <a:pt x="229100" y="59734"/>
                </a:moveTo>
                <a:lnTo>
                  <a:pt x="229100" y="65806"/>
                </a:lnTo>
                <a:lnTo>
                  <a:pt x="223028" y="65806"/>
                </a:lnTo>
                <a:lnTo>
                  <a:pt x="223028" y="59734"/>
                </a:lnTo>
                <a:close/>
                <a:moveTo>
                  <a:pt x="236161" y="59734"/>
                </a:moveTo>
                <a:lnTo>
                  <a:pt x="236161" y="65806"/>
                </a:lnTo>
                <a:lnTo>
                  <a:pt x="230077" y="65806"/>
                </a:lnTo>
                <a:lnTo>
                  <a:pt x="230077" y="59734"/>
                </a:lnTo>
                <a:close/>
                <a:moveTo>
                  <a:pt x="243209" y="59734"/>
                </a:moveTo>
                <a:lnTo>
                  <a:pt x="243209" y="65806"/>
                </a:lnTo>
                <a:lnTo>
                  <a:pt x="237137" y="65806"/>
                </a:lnTo>
                <a:lnTo>
                  <a:pt x="237137" y="59734"/>
                </a:lnTo>
                <a:close/>
                <a:moveTo>
                  <a:pt x="250270" y="59734"/>
                </a:moveTo>
                <a:lnTo>
                  <a:pt x="250270" y="65806"/>
                </a:lnTo>
                <a:lnTo>
                  <a:pt x="244198" y="65806"/>
                </a:lnTo>
                <a:lnTo>
                  <a:pt x="244198" y="59734"/>
                </a:lnTo>
                <a:close/>
                <a:moveTo>
                  <a:pt x="257318" y="59734"/>
                </a:moveTo>
                <a:lnTo>
                  <a:pt x="257318" y="65806"/>
                </a:lnTo>
                <a:lnTo>
                  <a:pt x="251246" y="65806"/>
                </a:lnTo>
                <a:lnTo>
                  <a:pt x="251246" y="59734"/>
                </a:lnTo>
                <a:close/>
                <a:moveTo>
                  <a:pt x="264379" y="59734"/>
                </a:moveTo>
                <a:lnTo>
                  <a:pt x="264379" y="65806"/>
                </a:lnTo>
                <a:lnTo>
                  <a:pt x="258306" y="65806"/>
                </a:lnTo>
                <a:lnTo>
                  <a:pt x="258306" y="59734"/>
                </a:lnTo>
                <a:close/>
                <a:moveTo>
                  <a:pt x="271427" y="59734"/>
                </a:moveTo>
                <a:lnTo>
                  <a:pt x="271427" y="65806"/>
                </a:lnTo>
                <a:lnTo>
                  <a:pt x="265355" y="65806"/>
                </a:lnTo>
                <a:lnTo>
                  <a:pt x="265355" y="59734"/>
                </a:lnTo>
                <a:close/>
                <a:moveTo>
                  <a:pt x="278488" y="59734"/>
                </a:moveTo>
                <a:lnTo>
                  <a:pt x="278488" y="65806"/>
                </a:lnTo>
                <a:lnTo>
                  <a:pt x="272415" y="65806"/>
                </a:lnTo>
                <a:lnTo>
                  <a:pt x="272415" y="59734"/>
                </a:lnTo>
                <a:close/>
                <a:moveTo>
                  <a:pt x="102120" y="59734"/>
                </a:moveTo>
                <a:lnTo>
                  <a:pt x="102120" y="65818"/>
                </a:lnTo>
                <a:lnTo>
                  <a:pt x="96036" y="65818"/>
                </a:lnTo>
                <a:lnTo>
                  <a:pt x="96036" y="59734"/>
                </a:lnTo>
                <a:close/>
                <a:moveTo>
                  <a:pt x="109169" y="59734"/>
                </a:moveTo>
                <a:lnTo>
                  <a:pt x="109169" y="65818"/>
                </a:lnTo>
                <a:lnTo>
                  <a:pt x="103097" y="65818"/>
                </a:lnTo>
                <a:lnTo>
                  <a:pt x="103097" y="59734"/>
                </a:lnTo>
                <a:close/>
                <a:moveTo>
                  <a:pt x="116229" y="59734"/>
                </a:moveTo>
                <a:lnTo>
                  <a:pt x="116229" y="65818"/>
                </a:lnTo>
                <a:lnTo>
                  <a:pt x="110157" y="65818"/>
                </a:lnTo>
                <a:lnTo>
                  <a:pt x="110157" y="59734"/>
                </a:lnTo>
                <a:close/>
                <a:moveTo>
                  <a:pt x="137387" y="59734"/>
                </a:moveTo>
                <a:lnTo>
                  <a:pt x="137387" y="65818"/>
                </a:lnTo>
                <a:lnTo>
                  <a:pt x="131314" y="65818"/>
                </a:lnTo>
                <a:lnTo>
                  <a:pt x="131314" y="59734"/>
                </a:lnTo>
                <a:close/>
                <a:moveTo>
                  <a:pt x="17443" y="66783"/>
                </a:moveTo>
                <a:lnTo>
                  <a:pt x="17443" y="72867"/>
                </a:lnTo>
                <a:lnTo>
                  <a:pt x="11371" y="72867"/>
                </a:lnTo>
                <a:lnTo>
                  <a:pt x="11371" y="66783"/>
                </a:lnTo>
                <a:close/>
                <a:moveTo>
                  <a:pt x="24503" y="66783"/>
                </a:moveTo>
                <a:lnTo>
                  <a:pt x="24503" y="72867"/>
                </a:lnTo>
                <a:lnTo>
                  <a:pt x="18431" y="72867"/>
                </a:lnTo>
                <a:lnTo>
                  <a:pt x="18431" y="66783"/>
                </a:lnTo>
                <a:close/>
                <a:moveTo>
                  <a:pt x="31564" y="66783"/>
                </a:moveTo>
                <a:lnTo>
                  <a:pt x="31564" y="72867"/>
                </a:lnTo>
                <a:lnTo>
                  <a:pt x="25492" y="72867"/>
                </a:lnTo>
                <a:lnTo>
                  <a:pt x="25492" y="66783"/>
                </a:lnTo>
                <a:close/>
                <a:moveTo>
                  <a:pt x="38612" y="66783"/>
                </a:moveTo>
                <a:lnTo>
                  <a:pt x="38612" y="72867"/>
                </a:lnTo>
                <a:lnTo>
                  <a:pt x="32540" y="72867"/>
                </a:lnTo>
                <a:lnTo>
                  <a:pt x="32540" y="66783"/>
                </a:lnTo>
                <a:close/>
                <a:moveTo>
                  <a:pt x="45673" y="66783"/>
                </a:moveTo>
                <a:lnTo>
                  <a:pt x="45673" y="72867"/>
                </a:lnTo>
                <a:lnTo>
                  <a:pt x="39601" y="72867"/>
                </a:lnTo>
                <a:lnTo>
                  <a:pt x="39601" y="66783"/>
                </a:lnTo>
                <a:close/>
                <a:moveTo>
                  <a:pt x="52721" y="66783"/>
                </a:moveTo>
                <a:lnTo>
                  <a:pt x="52721" y="72867"/>
                </a:lnTo>
                <a:lnTo>
                  <a:pt x="46649" y="72867"/>
                </a:lnTo>
                <a:lnTo>
                  <a:pt x="46649" y="66783"/>
                </a:lnTo>
                <a:close/>
                <a:moveTo>
                  <a:pt x="59782" y="66783"/>
                </a:moveTo>
                <a:lnTo>
                  <a:pt x="59782" y="72867"/>
                </a:lnTo>
                <a:lnTo>
                  <a:pt x="53709" y="72867"/>
                </a:lnTo>
                <a:lnTo>
                  <a:pt x="53709" y="66783"/>
                </a:lnTo>
                <a:close/>
                <a:moveTo>
                  <a:pt x="60758" y="66783"/>
                </a:moveTo>
                <a:lnTo>
                  <a:pt x="66842" y="66795"/>
                </a:lnTo>
                <a:lnTo>
                  <a:pt x="66842" y="72867"/>
                </a:lnTo>
                <a:lnTo>
                  <a:pt x="60758" y="72867"/>
                </a:lnTo>
                <a:lnTo>
                  <a:pt x="60758" y="66783"/>
                </a:lnTo>
                <a:close/>
                <a:moveTo>
                  <a:pt x="67818" y="66783"/>
                </a:moveTo>
                <a:lnTo>
                  <a:pt x="73902" y="66795"/>
                </a:lnTo>
                <a:lnTo>
                  <a:pt x="73902" y="72867"/>
                </a:lnTo>
                <a:lnTo>
                  <a:pt x="67818" y="72867"/>
                </a:lnTo>
                <a:lnTo>
                  <a:pt x="67818" y="66783"/>
                </a:lnTo>
                <a:close/>
                <a:moveTo>
                  <a:pt x="74879" y="66783"/>
                </a:moveTo>
                <a:lnTo>
                  <a:pt x="80951" y="66795"/>
                </a:lnTo>
                <a:lnTo>
                  <a:pt x="80951" y="72867"/>
                </a:lnTo>
                <a:lnTo>
                  <a:pt x="74879" y="72867"/>
                </a:lnTo>
                <a:lnTo>
                  <a:pt x="74879" y="66783"/>
                </a:lnTo>
                <a:close/>
                <a:moveTo>
                  <a:pt x="88011" y="66783"/>
                </a:moveTo>
                <a:lnTo>
                  <a:pt x="88011" y="72867"/>
                </a:lnTo>
                <a:lnTo>
                  <a:pt x="81927" y="72867"/>
                </a:lnTo>
                <a:lnTo>
                  <a:pt x="81927" y="66783"/>
                </a:lnTo>
                <a:close/>
                <a:moveTo>
                  <a:pt x="95060" y="66783"/>
                </a:moveTo>
                <a:lnTo>
                  <a:pt x="95060" y="72867"/>
                </a:lnTo>
                <a:lnTo>
                  <a:pt x="88988" y="72867"/>
                </a:lnTo>
                <a:lnTo>
                  <a:pt x="88988" y="66783"/>
                </a:lnTo>
                <a:close/>
                <a:moveTo>
                  <a:pt x="96036" y="66783"/>
                </a:moveTo>
                <a:lnTo>
                  <a:pt x="102120" y="66795"/>
                </a:lnTo>
                <a:lnTo>
                  <a:pt x="102120" y="72867"/>
                </a:lnTo>
                <a:lnTo>
                  <a:pt x="96036" y="72867"/>
                </a:lnTo>
                <a:lnTo>
                  <a:pt x="96036" y="66783"/>
                </a:lnTo>
                <a:close/>
                <a:moveTo>
                  <a:pt x="103097" y="66783"/>
                </a:moveTo>
                <a:lnTo>
                  <a:pt x="109169" y="66795"/>
                </a:lnTo>
                <a:lnTo>
                  <a:pt x="109169" y="72867"/>
                </a:lnTo>
                <a:lnTo>
                  <a:pt x="103097" y="72867"/>
                </a:lnTo>
                <a:lnTo>
                  <a:pt x="103097" y="66783"/>
                </a:lnTo>
                <a:close/>
                <a:moveTo>
                  <a:pt x="110157" y="66783"/>
                </a:moveTo>
                <a:lnTo>
                  <a:pt x="116229" y="66795"/>
                </a:lnTo>
                <a:lnTo>
                  <a:pt x="116229" y="72867"/>
                </a:lnTo>
                <a:lnTo>
                  <a:pt x="110157" y="72867"/>
                </a:lnTo>
                <a:lnTo>
                  <a:pt x="110157" y="66783"/>
                </a:lnTo>
                <a:close/>
                <a:moveTo>
                  <a:pt x="123278" y="66783"/>
                </a:moveTo>
                <a:lnTo>
                  <a:pt x="123278" y="72867"/>
                </a:lnTo>
                <a:lnTo>
                  <a:pt x="117205" y="72867"/>
                </a:lnTo>
                <a:lnTo>
                  <a:pt x="117205" y="66783"/>
                </a:lnTo>
                <a:close/>
                <a:moveTo>
                  <a:pt x="130338" y="66783"/>
                </a:moveTo>
                <a:lnTo>
                  <a:pt x="130338" y="72867"/>
                </a:lnTo>
                <a:lnTo>
                  <a:pt x="124254" y="72867"/>
                </a:lnTo>
                <a:lnTo>
                  <a:pt x="124254" y="66783"/>
                </a:lnTo>
                <a:close/>
                <a:moveTo>
                  <a:pt x="131314" y="66783"/>
                </a:moveTo>
                <a:lnTo>
                  <a:pt x="137387" y="66795"/>
                </a:lnTo>
                <a:lnTo>
                  <a:pt x="137387" y="72867"/>
                </a:lnTo>
                <a:lnTo>
                  <a:pt x="131314" y="72867"/>
                </a:lnTo>
                <a:lnTo>
                  <a:pt x="131314" y="66783"/>
                </a:lnTo>
                <a:close/>
                <a:moveTo>
                  <a:pt x="144447" y="66783"/>
                </a:moveTo>
                <a:lnTo>
                  <a:pt x="144447" y="72867"/>
                </a:lnTo>
                <a:lnTo>
                  <a:pt x="138375" y="72867"/>
                </a:lnTo>
                <a:lnTo>
                  <a:pt x="138375" y="66783"/>
                </a:lnTo>
                <a:close/>
                <a:moveTo>
                  <a:pt x="151495" y="66783"/>
                </a:moveTo>
                <a:lnTo>
                  <a:pt x="151495" y="72867"/>
                </a:lnTo>
                <a:lnTo>
                  <a:pt x="145423" y="72867"/>
                </a:lnTo>
                <a:lnTo>
                  <a:pt x="145423" y="66783"/>
                </a:lnTo>
                <a:close/>
                <a:moveTo>
                  <a:pt x="158556" y="66783"/>
                </a:moveTo>
                <a:lnTo>
                  <a:pt x="158556" y="72867"/>
                </a:lnTo>
                <a:lnTo>
                  <a:pt x="152484" y="72867"/>
                </a:lnTo>
                <a:lnTo>
                  <a:pt x="152484" y="66783"/>
                </a:lnTo>
                <a:close/>
                <a:moveTo>
                  <a:pt x="165604" y="66783"/>
                </a:moveTo>
                <a:lnTo>
                  <a:pt x="165604" y="72867"/>
                </a:lnTo>
                <a:lnTo>
                  <a:pt x="159532" y="72867"/>
                </a:lnTo>
                <a:lnTo>
                  <a:pt x="159532" y="66783"/>
                </a:lnTo>
                <a:close/>
                <a:moveTo>
                  <a:pt x="172665" y="66783"/>
                </a:moveTo>
                <a:lnTo>
                  <a:pt x="172665" y="72867"/>
                </a:lnTo>
                <a:lnTo>
                  <a:pt x="166581" y="72867"/>
                </a:lnTo>
                <a:lnTo>
                  <a:pt x="166581" y="66783"/>
                </a:lnTo>
                <a:close/>
                <a:moveTo>
                  <a:pt x="179713" y="66783"/>
                </a:moveTo>
                <a:lnTo>
                  <a:pt x="179713" y="72867"/>
                </a:lnTo>
                <a:lnTo>
                  <a:pt x="173641" y="72867"/>
                </a:lnTo>
                <a:lnTo>
                  <a:pt x="173641" y="66783"/>
                </a:lnTo>
                <a:close/>
                <a:moveTo>
                  <a:pt x="186774" y="66783"/>
                </a:moveTo>
                <a:lnTo>
                  <a:pt x="186774" y="72867"/>
                </a:lnTo>
                <a:lnTo>
                  <a:pt x="180702" y="72867"/>
                </a:lnTo>
                <a:lnTo>
                  <a:pt x="180702" y="66783"/>
                </a:lnTo>
                <a:close/>
                <a:moveTo>
                  <a:pt x="193822" y="66783"/>
                </a:moveTo>
                <a:lnTo>
                  <a:pt x="193822" y="72867"/>
                </a:lnTo>
                <a:lnTo>
                  <a:pt x="187750" y="72867"/>
                </a:lnTo>
                <a:lnTo>
                  <a:pt x="187750" y="66783"/>
                </a:lnTo>
                <a:close/>
                <a:moveTo>
                  <a:pt x="200883" y="66783"/>
                </a:moveTo>
                <a:lnTo>
                  <a:pt x="200883" y="72867"/>
                </a:lnTo>
                <a:lnTo>
                  <a:pt x="194810" y="72867"/>
                </a:lnTo>
                <a:lnTo>
                  <a:pt x="194810" y="66783"/>
                </a:lnTo>
                <a:close/>
                <a:moveTo>
                  <a:pt x="207931" y="66783"/>
                </a:moveTo>
                <a:lnTo>
                  <a:pt x="207931" y="72867"/>
                </a:lnTo>
                <a:lnTo>
                  <a:pt x="201859" y="72867"/>
                </a:lnTo>
                <a:lnTo>
                  <a:pt x="201859" y="66783"/>
                </a:lnTo>
                <a:close/>
                <a:moveTo>
                  <a:pt x="214992" y="66783"/>
                </a:moveTo>
                <a:lnTo>
                  <a:pt x="214992" y="72867"/>
                </a:lnTo>
                <a:lnTo>
                  <a:pt x="208919" y="72867"/>
                </a:lnTo>
                <a:lnTo>
                  <a:pt x="208919" y="66783"/>
                </a:lnTo>
                <a:close/>
                <a:moveTo>
                  <a:pt x="222052" y="66783"/>
                </a:moveTo>
                <a:lnTo>
                  <a:pt x="222052" y="72867"/>
                </a:lnTo>
                <a:lnTo>
                  <a:pt x="215968" y="72867"/>
                </a:lnTo>
                <a:lnTo>
                  <a:pt x="215968" y="66783"/>
                </a:lnTo>
                <a:close/>
                <a:moveTo>
                  <a:pt x="229100" y="66783"/>
                </a:moveTo>
                <a:lnTo>
                  <a:pt x="229100" y="72867"/>
                </a:lnTo>
                <a:lnTo>
                  <a:pt x="223028" y="72867"/>
                </a:lnTo>
                <a:lnTo>
                  <a:pt x="223028" y="66783"/>
                </a:lnTo>
                <a:close/>
                <a:moveTo>
                  <a:pt x="236161" y="66783"/>
                </a:moveTo>
                <a:lnTo>
                  <a:pt x="236161" y="72867"/>
                </a:lnTo>
                <a:lnTo>
                  <a:pt x="230077" y="72867"/>
                </a:lnTo>
                <a:lnTo>
                  <a:pt x="230077" y="66783"/>
                </a:lnTo>
                <a:close/>
                <a:moveTo>
                  <a:pt x="243209" y="66783"/>
                </a:moveTo>
                <a:lnTo>
                  <a:pt x="243209" y="72867"/>
                </a:lnTo>
                <a:lnTo>
                  <a:pt x="237137" y="72867"/>
                </a:lnTo>
                <a:lnTo>
                  <a:pt x="237137" y="66783"/>
                </a:lnTo>
                <a:close/>
                <a:moveTo>
                  <a:pt x="250270" y="66783"/>
                </a:moveTo>
                <a:lnTo>
                  <a:pt x="250270" y="72867"/>
                </a:lnTo>
                <a:lnTo>
                  <a:pt x="244198" y="72867"/>
                </a:lnTo>
                <a:lnTo>
                  <a:pt x="244198" y="66783"/>
                </a:lnTo>
                <a:close/>
                <a:moveTo>
                  <a:pt x="257318" y="66783"/>
                </a:moveTo>
                <a:lnTo>
                  <a:pt x="257318" y="72867"/>
                </a:lnTo>
                <a:lnTo>
                  <a:pt x="251246" y="72867"/>
                </a:lnTo>
                <a:lnTo>
                  <a:pt x="251246" y="66783"/>
                </a:lnTo>
                <a:close/>
                <a:moveTo>
                  <a:pt x="264379" y="66783"/>
                </a:moveTo>
                <a:lnTo>
                  <a:pt x="264379" y="72867"/>
                </a:lnTo>
                <a:lnTo>
                  <a:pt x="258306" y="72867"/>
                </a:lnTo>
                <a:lnTo>
                  <a:pt x="258306" y="66783"/>
                </a:lnTo>
                <a:close/>
                <a:moveTo>
                  <a:pt x="271427" y="66783"/>
                </a:moveTo>
                <a:lnTo>
                  <a:pt x="271427" y="72867"/>
                </a:lnTo>
                <a:lnTo>
                  <a:pt x="265355" y="72867"/>
                </a:lnTo>
                <a:lnTo>
                  <a:pt x="265355" y="66783"/>
                </a:lnTo>
                <a:close/>
                <a:moveTo>
                  <a:pt x="278488" y="66783"/>
                </a:moveTo>
                <a:lnTo>
                  <a:pt x="278488" y="72867"/>
                </a:lnTo>
                <a:lnTo>
                  <a:pt x="272415" y="72867"/>
                </a:lnTo>
                <a:lnTo>
                  <a:pt x="272415" y="66783"/>
                </a:lnTo>
                <a:close/>
                <a:moveTo>
                  <a:pt x="17443" y="73843"/>
                </a:moveTo>
                <a:lnTo>
                  <a:pt x="17443" y="79915"/>
                </a:lnTo>
                <a:lnTo>
                  <a:pt x="11371" y="79915"/>
                </a:lnTo>
                <a:lnTo>
                  <a:pt x="11371" y="73843"/>
                </a:lnTo>
                <a:close/>
                <a:moveTo>
                  <a:pt x="24503" y="73843"/>
                </a:moveTo>
                <a:lnTo>
                  <a:pt x="24503" y="79915"/>
                </a:lnTo>
                <a:lnTo>
                  <a:pt x="18431" y="79915"/>
                </a:lnTo>
                <a:lnTo>
                  <a:pt x="18431" y="73843"/>
                </a:lnTo>
                <a:close/>
                <a:moveTo>
                  <a:pt x="31564" y="73843"/>
                </a:moveTo>
                <a:lnTo>
                  <a:pt x="31564" y="79915"/>
                </a:lnTo>
                <a:lnTo>
                  <a:pt x="25492" y="79915"/>
                </a:lnTo>
                <a:lnTo>
                  <a:pt x="25492" y="73843"/>
                </a:lnTo>
                <a:close/>
                <a:moveTo>
                  <a:pt x="38612" y="73843"/>
                </a:moveTo>
                <a:lnTo>
                  <a:pt x="38612" y="79915"/>
                </a:lnTo>
                <a:lnTo>
                  <a:pt x="32540" y="79915"/>
                </a:lnTo>
                <a:lnTo>
                  <a:pt x="32540" y="73843"/>
                </a:lnTo>
                <a:close/>
                <a:moveTo>
                  <a:pt x="45673" y="73843"/>
                </a:moveTo>
                <a:lnTo>
                  <a:pt x="45673" y="79915"/>
                </a:lnTo>
                <a:lnTo>
                  <a:pt x="39601" y="79915"/>
                </a:lnTo>
                <a:lnTo>
                  <a:pt x="39601" y="73843"/>
                </a:lnTo>
                <a:close/>
                <a:moveTo>
                  <a:pt x="52721" y="73843"/>
                </a:moveTo>
                <a:lnTo>
                  <a:pt x="52721" y="79915"/>
                </a:lnTo>
                <a:lnTo>
                  <a:pt x="46649" y="79915"/>
                </a:lnTo>
                <a:lnTo>
                  <a:pt x="46649" y="73843"/>
                </a:lnTo>
                <a:close/>
                <a:moveTo>
                  <a:pt x="59782" y="73843"/>
                </a:moveTo>
                <a:lnTo>
                  <a:pt x="59782" y="79915"/>
                </a:lnTo>
                <a:lnTo>
                  <a:pt x="53709" y="79915"/>
                </a:lnTo>
                <a:lnTo>
                  <a:pt x="53709" y="73843"/>
                </a:lnTo>
                <a:close/>
                <a:moveTo>
                  <a:pt x="66842" y="73843"/>
                </a:moveTo>
                <a:lnTo>
                  <a:pt x="66842" y="79915"/>
                </a:lnTo>
                <a:lnTo>
                  <a:pt x="60758" y="79915"/>
                </a:lnTo>
                <a:lnTo>
                  <a:pt x="60758" y="73843"/>
                </a:lnTo>
                <a:close/>
                <a:moveTo>
                  <a:pt x="73902" y="73843"/>
                </a:moveTo>
                <a:lnTo>
                  <a:pt x="73902" y="79915"/>
                </a:lnTo>
                <a:lnTo>
                  <a:pt x="67818" y="79915"/>
                </a:lnTo>
                <a:lnTo>
                  <a:pt x="67818" y="73843"/>
                </a:lnTo>
                <a:close/>
                <a:moveTo>
                  <a:pt x="80951" y="73843"/>
                </a:moveTo>
                <a:lnTo>
                  <a:pt x="80951" y="79915"/>
                </a:lnTo>
                <a:lnTo>
                  <a:pt x="74879" y="79915"/>
                </a:lnTo>
                <a:lnTo>
                  <a:pt x="74879" y="73843"/>
                </a:lnTo>
                <a:close/>
                <a:moveTo>
                  <a:pt x="88011" y="73843"/>
                </a:moveTo>
                <a:lnTo>
                  <a:pt x="88011" y="79915"/>
                </a:lnTo>
                <a:lnTo>
                  <a:pt x="81927" y="79915"/>
                </a:lnTo>
                <a:lnTo>
                  <a:pt x="81927" y="73843"/>
                </a:lnTo>
                <a:close/>
                <a:moveTo>
                  <a:pt x="95060" y="73843"/>
                </a:moveTo>
                <a:lnTo>
                  <a:pt x="95060" y="79915"/>
                </a:lnTo>
                <a:lnTo>
                  <a:pt x="88988" y="79915"/>
                </a:lnTo>
                <a:lnTo>
                  <a:pt x="88988" y="73843"/>
                </a:lnTo>
                <a:close/>
                <a:moveTo>
                  <a:pt x="123278" y="73843"/>
                </a:moveTo>
                <a:lnTo>
                  <a:pt x="123278" y="79915"/>
                </a:lnTo>
                <a:lnTo>
                  <a:pt x="117205" y="79915"/>
                </a:lnTo>
                <a:lnTo>
                  <a:pt x="117205" y="73843"/>
                </a:lnTo>
                <a:close/>
                <a:moveTo>
                  <a:pt x="130338" y="73843"/>
                </a:moveTo>
                <a:lnTo>
                  <a:pt x="130338" y="79915"/>
                </a:lnTo>
                <a:lnTo>
                  <a:pt x="124254" y="79915"/>
                </a:lnTo>
                <a:lnTo>
                  <a:pt x="124254" y="73843"/>
                </a:lnTo>
                <a:close/>
                <a:moveTo>
                  <a:pt x="144447" y="73843"/>
                </a:moveTo>
                <a:lnTo>
                  <a:pt x="144447" y="79915"/>
                </a:lnTo>
                <a:lnTo>
                  <a:pt x="138375" y="79915"/>
                </a:lnTo>
                <a:lnTo>
                  <a:pt x="138375" y="73843"/>
                </a:lnTo>
                <a:close/>
                <a:moveTo>
                  <a:pt x="151495" y="73843"/>
                </a:moveTo>
                <a:lnTo>
                  <a:pt x="151495" y="79915"/>
                </a:lnTo>
                <a:lnTo>
                  <a:pt x="145423" y="79915"/>
                </a:lnTo>
                <a:lnTo>
                  <a:pt x="145423" y="73843"/>
                </a:lnTo>
                <a:close/>
                <a:moveTo>
                  <a:pt x="158556" y="73843"/>
                </a:moveTo>
                <a:lnTo>
                  <a:pt x="158556" y="79915"/>
                </a:lnTo>
                <a:lnTo>
                  <a:pt x="152484" y="79915"/>
                </a:lnTo>
                <a:lnTo>
                  <a:pt x="152484" y="73843"/>
                </a:lnTo>
                <a:close/>
                <a:moveTo>
                  <a:pt x="165604" y="73843"/>
                </a:moveTo>
                <a:lnTo>
                  <a:pt x="165604" y="79915"/>
                </a:lnTo>
                <a:lnTo>
                  <a:pt x="159532" y="79915"/>
                </a:lnTo>
                <a:lnTo>
                  <a:pt x="159532" y="73843"/>
                </a:lnTo>
                <a:close/>
                <a:moveTo>
                  <a:pt x="172665" y="73843"/>
                </a:moveTo>
                <a:lnTo>
                  <a:pt x="172665" y="79915"/>
                </a:lnTo>
                <a:lnTo>
                  <a:pt x="166581" y="79915"/>
                </a:lnTo>
                <a:lnTo>
                  <a:pt x="166581" y="73843"/>
                </a:lnTo>
                <a:close/>
                <a:moveTo>
                  <a:pt x="179713" y="73843"/>
                </a:moveTo>
                <a:lnTo>
                  <a:pt x="179713" y="79915"/>
                </a:lnTo>
                <a:lnTo>
                  <a:pt x="173641" y="79915"/>
                </a:lnTo>
                <a:lnTo>
                  <a:pt x="173641" y="73843"/>
                </a:lnTo>
                <a:close/>
                <a:moveTo>
                  <a:pt x="186774" y="73843"/>
                </a:moveTo>
                <a:lnTo>
                  <a:pt x="186774" y="79915"/>
                </a:lnTo>
                <a:lnTo>
                  <a:pt x="180702" y="79915"/>
                </a:lnTo>
                <a:lnTo>
                  <a:pt x="180702" y="73843"/>
                </a:lnTo>
                <a:close/>
                <a:moveTo>
                  <a:pt x="193822" y="73843"/>
                </a:moveTo>
                <a:lnTo>
                  <a:pt x="193822" y="79915"/>
                </a:lnTo>
                <a:lnTo>
                  <a:pt x="187750" y="79915"/>
                </a:lnTo>
                <a:lnTo>
                  <a:pt x="187750" y="73843"/>
                </a:lnTo>
                <a:close/>
                <a:moveTo>
                  <a:pt x="200883" y="73843"/>
                </a:moveTo>
                <a:lnTo>
                  <a:pt x="200883" y="79915"/>
                </a:lnTo>
                <a:lnTo>
                  <a:pt x="194810" y="79915"/>
                </a:lnTo>
                <a:lnTo>
                  <a:pt x="194810" y="73843"/>
                </a:lnTo>
                <a:close/>
                <a:moveTo>
                  <a:pt x="207931" y="73843"/>
                </a:moveTo>
                <a:lnTo>
                  <a:pt x="207931" y="79915"/>
                </a:lnTo>
                <a:lnTo>
                  <a:pt x="201859" y="79915"/>
                </a:lnTo>
                <a:lnTo>
                  <a:pt x="201859" y="73843"/>
                </a:lnTo>
                <a:close/>
                <a:moveTo>
                  <a:pt x="214992" y="73843"/>
                </a:moveTo>
                <a:lnTo>
                  <a:pt x="214992" y="79915"/>
                </a:lnTo>
                <a:lnTo>
                  <a:pt x="208919" y="79915"/>
                </a:lnTo>
                <a:lnTo>
                  <a:pt x="208919" y="73843"/>
                </a:lnTo>
                <a:close/>
                <a:moveTo>
                  <a:pt x="222052" y="73843"/>
                </a:moveTo>
                <a:lnTo>
                  <a:pt x="222052" y="79915"/>
                </a:lnTo>
                <a:lnTo>
                  <a:pt x="215968" y="79915"/>
                </a:lnTo>
                <a:lnTo>
                  <a:pt x="215968" y="73843"/>
                </a:lnTo>
                <a:close/>
                <a:moveTo>
                  <a:pt x="229100" y="73843"/>
                </a:moveTo>
                <a:lnTo>
                  <a:pt x="229100" y="79915"/>
                </a:lnTo>
                <a:lnTo>
                  <a:pt x="223028" y="79915"/>
                </a:lnTo>
                <a:lnTo>
                  <a:pt x="223028" y="73843"/>
                </a:lnTo>
                <a:close/>
                <a:moveTo>
                  <a:pt x="236161" y="73843"/>
                </a:moveTo>
                <a:lnTo>
                  <a:pt x="236161" y="79915"/>
                </a:lnTo>
                <a:lnTo>
                  <a:pt x="230077" y="79915"/>
                </a:lnTo>
                <a:lnTo>
                  <a:pt x="230077" y="73843"/>
                </a:lnTo>
                <a:close/>
                <a:moveTo>
                  <a:pt x="243209" y="73843"/>
                </a:moveTo>
                <a:lnTo>
                  <a:pt x="243209" y="79915"/>
                </a:lnTo>
                <a:lnTo>
                  <a:pt x="237137" y="79915"/>
                </a:lnTo>
                <a:lnTo>
                  <a:pt x="237137" y="73843"/>
                </a:lnTo>
                <a:close/>
                <a:moveTo>
                  <a:pt x="250270" y="73843"/>
                </a:moveTo>
                <a:lnTo>
                  <a:pt x="250270" y="79915"/>
                </a:lnTo>
                <a:lnTo>
                  <a:pt x="244198" y="79915"/>
                </a:lnTo>
                <a:lnTo>
                  <a:pt x="244198" y="73843"/>
                </a:lnTo>
                <a:close/>
                <a:moveTo>
                  <a:pt x="257318" y="73843"/>
                </a:moveTo>
                <a:lnTo>
                  <a:pt x="257318" y="79915"/>
                </a:lnTo>
                <a:lnTo>
                  <a:pt x="251246" y="79915"/>
                </a:lnTo>
                <a:lnTo>
                  <a:pt x="251246" y="73843"/>
                </a:lnTo>
                <a:close/>
                <a:moveTo>
                  <a:pt x="264379" y="73843"/>
                </a:moveTo>
                <a:lnTo>
                  <a:pt x="264379" y="79915"/>
                </a:lnTo>
                <a:lnTo>
                  <a:pt x="258306" y="79915"/>
                </a:lnTo>
                <a:lnTo>
                  <a:pt x="258306" y="73843"/>
                </a:lnTo>
                <a:close/>
                <a:moveTo>
                  <a:pt x="271427" y="73843"/>
                </a:moveTo>
                <a:lnTo>
                  <a:pt x="271427" y="79915"/>
                </a:lnTo>
                <a:lnTo>
                  <a:pt x="265355" y="79915"/>
                </a:lnTo>
                <a:lnTo>
                  <a:pt x="265355" y="73843"/>
                </a:lnTo>
                <a:close/>
                <a:moveTo>
                  <a:pt x="278488" y="73843"/>
                </a:moveTo>
                <a:lnTo>
                  <a:pt x="278488" y="79915"/>
                </a:lnTo>
                <a:lnTo>
                  <a:pt x="272415" y="79915"/>
                </a:lnTo>
                <a:lnTo>
                  <a:pt x="272415" y="73843"/>
                </a:lnTo>
                <a:close/>
                <a:moveTo>
                  <a:pt x="96036" y="73843"/>
                </a:moveTo>
                <a:lnTo>
                  <a:pt x="102120" y="73855"/>
                </a:lnTo>
                <a:lnTo>
                  <a:pt x="102120" y="79927"/>
                </a:lnTo>
                <a:lnTo>
                  <a:pt x="96036" y="79927"/>
                </a:lnTo>
                <a:lnTo>
                  <a:pt x="96036" y="73843"/>
                </a:lnTo>
                <a:close/>
                <a:moveTo>
                  <a:pt x="103097" y="73843"/>
                </a:moveTo>
                <a:lnTo>
                  <a:pt x="109169" y="73855"/>
                </a:lnTo>
                <a:lnTo>
                  <a:pt x="109169" y="79927"/>
                </a:lnTo>
                <a:lnTo>
                  <a:pt x="103097" y="79927"/>
                </a:lnTo>
                <a:lnTo>
                  <a:pt x="103097" y="73843"/>
                </a:lnTo>
                <a:close/>
                <a:moveTo>
                  <a:pt x="110157" y="73843"/>
                </a:moveTo>
                <a:lnTo>
                  <a:pt x="116229" y="73855"/>
                </a:lnTo>
                <a:lnTo>
                  <a:pt x="116229" y="79927"/>
                </a:lnTo>
                <a:lnTo>
                  <a:pt x="110157" y="79927"/>
                </a:lnTo>
                <a:lnTo>
                  <a:pt x="110157" y="73843"/>
                </a:lnTo>
                <a:close/>
                <a:moveTo>
                  <a:pt x="131314" y="73843"/>
                </a:moveTo>
                <a:lnTo>
                  <a:pt x="137387" y="73855"/>
                </a:lnTo>
                <a:lnTo>
                  <a:pt x="137387" y="79927"/>
                </a:lnTo>
                <a:lnTo>
                  <a:pt x="131314" y="79927"/>
                </a:lnTo>
                <a:lnTo>
                  <a:pt x="131314" y="73843"/>
                </a:lnTo>
                <a:close/>
                <a:moveTo>
                  <a:pt x="17443" y="80903"/>
                </a:moveTo>
                <a:lnTo>
                  <a:pt x="17443" y="86976"/>
                </a:lnTo>
                <a:lnTo>
                  <a:pt x="11371" y="86976"/>
                </a:lnTo>
                <a:lnTo>
                  <a:pt x="11371" y="80903"/>
                </a:lnTo>
                <a:close/>
                <a:moveTo>
                  <a:pt x="24503" y="80903"/>
                </a:moveTo>
                <a:lnTo>
                  <a:pt x="24503" y="86976"/>
                </a:lnTo>
                <a:lnTo>
                  <a:pt x="18431" y="86976"/>
                </a:lnTo>
                <a:lnTo>
                  <a:pt x="18431" y="80903"/>
                </a:lnTo>
                <a:close/>
                <a:moveTo>
                  <a:pt x="31564" y="80903"/>
                </a:moveTo>
                <a:lnTo>
                  <a:pt x="31564" y="86976"/>
                </a:lnTo>
                <a:lnTo>
                  <a:pt x="25492" y="86976"/>
                </a:lnTo>
                <a:lnTo>
                  <a:pt x="25492" y="80903"/>
                </a:lnTo>
                <a:close/>
                <a:moveTo>
                  <a:pt x="38612" y="80903"/>
                </a:moveTo>
                <a:lnTo>
                  <a:pt x="38612" y="86976"/>
                </a:lnTo>
                <a:lnTo>
                  <a:pt x="32540" y="86976"/>
                </a:lnTo>
                <a:lnTo>
                  <a:pt x="32540" y="80903"/>
                </a:lnTo>
                <a:close/>
                <a:moveTo>
                  <a:pt x="45673" y="80903"/>
                </a:moveTo>
                <a:lnTo>
                  <a:pt x="45673" y="86976"/>
                </a:lnTo>
                <a:lnTo>
                  <a:pt x="39601" y="86976"/>
                </a:lnTo>
                <a:lnTo>
                  <a:pt x="39601" y="80903"/>
                </a:lnTo>
                <a:close/>
                <a:moveTo>
                  <a:pt x="52721" y="80903"/>
                </a:moveTo>
                <a:lnTo>
                  <a:pt x="52721" y="86976"/>
                </a:lnTo>
                <a:lnTo>
                  <a:pt x="46649" y="86976"/>
                </a:lnTo>
                <a:lnTo>
                  <a:pt x="46649" y="80903"/>
                </a:lnTo>
                <a:close/>
                <a:moveTo>
                  <a:pt x="59782" y="80903"/>
                </a:moveTo>
                <a:lnTo>
                  <a:pt x="59782" y="86976"/>
                </a:lnTo>
                <a:lnTo>
                  <a:pt x="53709" y="86976"/>
                </a:lnTo>
                <a:lnTo>
                  <a:pt x="53709" y="80903"/>
                </a:lnTo>
                <a:close/>
                <a:moveTo>
                  <a:pt x="66842" y="80903"/>
                </a:moveTo>
                <a:lnTo>
                  <a:pt x="66842" y="86976"/>
                </a:lnTo>
                <a:lnTo>
                  <a:pt x="60758" y="86976"/>
                </a:lnTo>
                <a:lnTo>
                  <a:pt x="60758" y="80903"/>
                </a:lnTo>
                <a:close/>
                <a:moveTo>
                  <a:pt x="73902" y="80903"/>
                </a:moveTo>
                <a:lnTo>
                  <a:pt x="73902" y="86976"/>
                </a:lnTo>
                <a:lnTo>
                  <a:pt x="67818" y="86976"/>
                </a:lnTo>
                <a:lnTo>
                  <a:pt x="67818" y="80903"/>
                </a:lnTo>
                <a:close/>
                <a:moveTo>
                  <a:pt x="80951" y="80903"/>
                </a:moveTo>
                <a:lnTo>
                  <a:pt x="80951" y="86976"/>
                </a:lnTo>
                <a:lnTo>
                  <a:pt x="74879" y="86976"/>
                </a:lnTo>
                <a:lnTo>
                  <a:pt x="74879" y="80903"/>
                </a:lnTo>
                <a:close/>
                <a:moveTo>
                  <a:pt x="88011" y="80903"/>
                </a:moveTo>
                <a:lnTo>
                  <a:pt x="88011" y="86976"/>
                </a:lnTo>
                <a:lnTo>
                  <a:pt x="81927" y="86976"/>
                </a:lnTo>
                <a:lnTo>
                  <a:pt x="81927" y="80903"/>
                </a:lnTo>
                <a:close/>
                <a:moveTo>
                  <a:pt x="95060" y="80903"/>
                </a:moveTo>
                <a:lnTo>
                  <a:pt x="95060" y="86976"/>
                </a:lnTo>
                <a:lnTo>
                  <a:pt x="88988" y="86976"/>
                </a:lnTo>
                <a:lnTo>
                  <a:pt x="88988" y="80903"/>
                </a:lnTo>
                <a:close/>
                <a:moveTo>
                  <a:pt x="102120" y="80903"/>
                </a:moveTo>
                <a:lnTo>
                  <a:pt x="102120" y="86976"/>
                </a:lnTo>
                <a:lnTo>
                  <a:pt x="96036" y="86976"/>
                </a:lnTo>
                <a:lnTo>
                  <a:pt x="96036" y="80903"/>
                </a:lnTo>
                <a:close/>
                <a:moveTo>
                  <a:pt x="109169" y="80903"/>
                </a:moveTo>
                <a:lnTo>
                  <a:pt x="109169" y="86976"/>
                </a:lnTo>
                <a:lnTo>
                  <a:pt x="103097" y="86976"/>
                </a:lnTo>
                <a:lnTo>
                  <a:pt x="103097" y="80903"/>
                </a:lnTo>
                <a:close/>
                <a:moveTo>
                  <a:pt x="116229" y="80903"/>
                </a:moveTo>
                <a:lnTo>
                  <a:pt x="116229" y="86976"/>
                </a:lnTo>
                <a:lnTo>
                  <a:pt x="110157" y="86976"/>
                </a:lnTo>
                <a:lnTo>
                  <a:pt x="110157" y="80903"/>
                </a:lnTo>
                <a:close/>
                <a:moveTo>
                  <a:pt x="123278" y="80903"/>
                </a:moveTo>
                <a:lnTo>
                  <a:pt x="123278" y="86976"/>
                </a:lnTo>
                <a:lnTo>
                  <a:pt x="117205" y="86976"/>
                </a:lnTo>
                <a:lnTo>
                  <a:pt x="117205" y="80903"/>
                </a:lnTo>
                <a:close/>
                <a:moveTo>
                  <a:pt x="130338" y="80903"/>
                </a:moveTo>
                <a:lnTo>
                  <a:pt x="130338" y="86976"/>
                </a:lnTo>
                <a:lnTo>
                  <a:pt x="124254" y="86976"/>
                </a:lnTo>
                <a:lnTo>
                  <a:pt x="124254" y="80903"/>
                </a:lnTo>
                <a:close/>
                <a:moveTo>
                  <a:pt x="137387" y="80903"/>
                </a:moveTo>
                <a:lnTo>
                  <a:pt x="137387" y="86976"/>
                </a:lnTo>
                <a:lnTo>
                  <a:pt x="131314" y="86976"/>
                </a:lnTo>
                <a:lnTo>
                  <a:pt x="131314" y="80903"/>
                </a:lnTo>
                <a:close/>
                <a:moveTo>
                  <a:pt x="144447" y="80903"/>
                </a:moveTo>
                <a:lnTo>
                  <a:pt x="144447" y="86976"/>
                </a:lnTo>
                <a:lnTo>
                  <a:pt x="138375" y="86976"/>
                </a:lnTo>
                <a:lnTo>
                  <a:pt x="138375" y="80903"/>
                </a:lnTo>
                <a:close/>
                <a:moveTo>
                  <a:pt x="151495" y="80903"/>
                </a:moveTo>
                <a:lnTo>
                  <a:pt x="151495" y="86976"/>
                </a:lnTo>
                <a:lnTo>
                  <a:pt x="145423" y="86976"/>
                </a:lnTo>
                <a:lnTo>
                  <a:pt x="145423" y="80903"/>
                </a:lnTo>
                <a:close/>
                <a:moveTo>
                  <a:pt x="158556" y="80903"/>
                </a:moveTo>
                <a:lnTo>
                  <a:pt x="158556" y="86976"/>
                </a:lnTo>
                <a:lnTo>
                  <a:pt x="152484" y="86976"/>
                </a:lnTo>
                <a:lnTo>
                  <a:pt x="152484" y="80903"/>
                </a:lnTo>
                <a:close/>
                <a:moveTo>
                  <a:pt x="165604" y="80903"/>
                </a:moveTo>
                <a:lnTo>
                  <a:pt x="165604" y="86976"/>
                </a:lnTo>
                <a:lnTo>
                  <a:pt x="159532" y="86976"/>
                </a:lnTo>
                <a:lnTo>
                  <a:pt x="159532" y="80903"/>
                </a:lnTo>
                <a:close/>
                <a:moveTo>
                  <a:pt x="172665" y="80903"/>
                </a:moveTo>
                <a:lnTo>
                  <a:pt x="172665" y="86976"/>
                </a:lnTo>
                <a:lnTo>
                  <a:pt x="166581" y="86976"/>
                </a:lnTo>
                <a:lnTo>
                  <a:pt x="166581" y="80903"/>
                </a:lnTo>
                <a:close/>
                <a:moveTo>
                  <a:pt x="179713" y="80903"/>
                </a:moveTo>
                <a:lnTo>
                  <a:pt x="179713" y="86976"/>
                </a:lnTo>
                <a:lnTo>
                  <a:pt x="173641" y="86976"/>
                </a:lnTo>
                <a:lnTo>
                  <a:pt x="173641" y="80903"/>
                </a:lnTo>
                <a:close/>
                <a:moveTo>
                  <a:pt x="186774" y="80903"/>
                </a:moveTo>
                <a:lnTo>
                  <a:pt x="186774" y="86976"/>
                </a:lnTo>
                <a:lnTo>
                  <a:pt x="180702" y="86976"/>
                </a:lnTo>
                <a:lnTo>
                  <a:pt x="180702" y="80903"/>
                </a:lnTo>
                <a:close/>
                <a:moveTo>
                  <a:pt x="193822" y="80903"/>
                </a:moveTo>
                <a:lnTo>
                  <a:pt x="193822" y="86976"/>
                </a:lnTo>
                <a:lnTo>
                  <a:pt x="187750" y="86976"/>
                </a:lnTo>
                <a:lnTo>
                  <a:pt x="187750" y="80903"/>
                </a:lnTo>
                <a:close/>
                <a:moveTo>
                  <a:pt x="200883" y="80903"/>
                </a:moveTo>
                <a:lnTo>
                  <a:pt x="200883" y="86976"/>
                </a:lnTo>
                <a:lnTo>
                  <a:pt x="194810" y="86976"/>
                </a:lnTo>
                <a:lnTo>
                  <a:pt x="194810" y="80903"/>
                </a:lnTo>
                <a:close/>
                <a:moveTo>
                  <a:pt x="207931" y="80903"/>
                </a:moveTo>
                <a:lnTo>
                  <a:pt x="207931" y="86976"/>
                </a:lnTo>
                <a:lnTo>
                  <a:pt x="201859" y="86976"/>
                </a:lnTo>
                <a:lnTo>
                  <a:pt x="201859" y="80903"/>
                </a:lnTo>
                <a:close/>
                <a:moveTo>
                  <a:pt x="214992" y="80903"/>
                </a:moveTo>
                <a:lnTo>
                  <a:pt x="214992" y="86976"/>
                </a:lnTo>
                <a:lnTo>
                  <a:pt x="208919" y="86976"/>
                </a:lnTo>
                <a:lnTo>
                  <a:pt x="208919" y="80903"/>
                </a:lnTo>
                <a:close/>
                <a:moveTo>
                  <a:pt x="222052" y="80903"/>
                </a:moveTo>
                <a:lnTo>
                  <a:pt x="222052" y="86976"/>
                </a:lnTo>
                <a:lnTo>
                  <a:pt x="215968" y="86976"/>
                </a:lnTo>
                <a:lnTo>
                  <a:pt x="215968" y="80903"/>
                </a:lnTo>
                <a:close/>
                <a:moveTo>
                  <a:pt x="229100" y="80903"/>
                </a:moveTo>
                <a:lnTo>
                  <a:pt x="229100" y="86976"/>
                </a:lnTo>
                <a:lnTo>
                  <a:pt x="223028" y="86976"/>
                </a:lnTo>
                <a:lnTo>
                  <a:pt x="223028" y="80903"/>
                </a:lnTo>
                <a:close/>
                <a:moveTo>
                  <a:pt x="236161" y="80903"/>
                </a:moveTo>
                <a:lnTo>
                  <a:pt x="236161" y="86976"/>
                </a:lnTo>
                <a:lnTo>
                  <a:pt x="230077" y="86976"/>
                </a:lnTo>
                <a:lnTo>
                  <a:pt x="230077" y="80903"/>
                </a:lnTo>
                <a:close/>
                <a:moveTo>
                  <a:pt x="243209" y="80903"/>
                </a:moveTo>
                <a:lnTo>
                  <a:pt x="243209" y="86976"/>
                </a:lnTo>
                <a:lnTo>
                  <a:pt x="237137" y="86976"/>
                </a:lnTo>
                <a:lnTo>
                  <a:pt x="237137" y="80903"/>
                </a:lnTo>
                <a:close/>
                <a:moveTo>
                  <a:pt x="250270" y="80903"/>
                </a:moveTo>
                <a:lnTo>
                  <a:pt x="250270" y="86976"/>
                </a:lnTo>
                <a:lnTo>
                  <a:pt x="244198" y="86976"/>
                </a:lnTo>
                <a:lnTo>
                  <a:pt x="244198" y="80903"/>
                </a:lnTo>
                <a:close/>
                <a:moveTo>
                  <a:pt x="257318" y="80903"/>
                </a:moveTo>
                <a:lnTo>
                  <a:pt x="257318" y="86976"/>
                </a:lnTo>
                <a:lnTo>
                  <a:pt x="251246" y="86976"/>
                </a:lnTo>
                <a:lnTo>
                  <a:pt x="251246" y="80903"/>
                </a:lnTo>
                <a:close/>
                <a:moveTo>
                  <a:pt x="264379" y="80903"/>
                </a:moveTo>
                <a:lnTo>
                  <a:pt x="264379" y="86976"/>
                </a:lnTo>
                <a:lnTo>
                  <a:pt x="258306" y="86976"/>
                </a:lnTo>
                <a:lnTo>
                  <a:pt x="258306" y="80903"/>
                </a:lnTo>
                <a:close/>
                <a:moveTo>
                  <a:pt x="271427" y="80903"/>
                </a:moveTo>
                <a:lnTo>
                  <a:pt x="271427" y="86976"/>
                </a:lnTo>
                <a:lnTo>
                  <a:pt x="265355" y="86976"/>
                </a:lnTo>
                <a:lnTo>
                  <a:pt x="265355" y="80903"/>
                </a:lnTo>
                <a:close/>
                <a:moveTo>
                  <a:pt x="278488" y="80903"/>
                </a:moveTo>
                <a:lnTo>
                  <a:pt x="278488" y="86976"/>
                </a:lnTo>
                <a:lnTo>
                  <a:pt x="272415" y="86976"/>
                </a:lnTo>
                <a:lnTo>
                  <a:pt x="272415" y="80903"/>
                </a:lnTo>
                <a:close/>
                <a:moveTo>
                  <a:pt x="17443" y="87952"/>
                </a:moveTo>
                <a:lnTo>
                  <a:pt x="17443" y="94024"/>
                </a:lnTo>
                <a:lnTo>
                  <a:pt x="11371" y="94024"/>
                </a:lnTo>
                <a:lnTo>
                  <a:pt x="11371" y="87952"/>
                </a:lnTo>
                <a:close/>
                <a:moveTo>
                  <a:pt x="24503" y="87952"/>
                </a:moveTo>
                <a:lnTo>
                  <a:pt x="24503" y="94024"/>
                </a:lnTo>
                <a:lnTo>
                  <a:pt x="18431" y="94024"/>
                </a:lnTo>
                <a:lnTo>
                  <a:pt x="18431" y="87952"/>
                </a:lnTo>
                <a:close/>
                <a:moveTo>
                  <a:pt x="31564" y="87952"/>
                </a:moveTo>
                <a:lnTo>
                  <a:pt x="31564" y="94024"/>
                </a:lnTo>
                <a:lnTo>
                  <a:pt x="25492" y="94024"/>
                </a:lnTo>
                <a:lnTo>
                  <a:pt x="25492" y="87952"/>
                </a:lnTo>
                <a:close/>
                <a:moveTo>
                  <a:pt x="38612" y="87952"/>
                </a:moveTo>
                <a:lnTo>
                  <a:pt x="38612" y="94024"/>
                </a:lnTo>
                <a:lnTo>
                  <a:pt x="32540" y="94024"/>
                </a:lnTo>
                <a:lnTo>
                  <a:pt x="32540" y="87952"/>
                </a:lnTo>
                <a:close/>
                <a:moveTo>
                  <a:pt x="45673" y="87952"/>
                </a:moveTo>
                <a:lnTo>
                  <a:pt x="45673" y="94024"/>
                </a:lnTo>
                <a:lnTo>
                  <a:pt x="39601" y="94024"/>
                </a:lnTo>
                <a:lnTo>
                  <a:pt x="39601" y="87952"/>
                </a:lnTo>
                <a:close/>
                <a:moveTo>
                  <a:pt x="52721" y="87952"/>
                </a:moveTo>
                <a:lnTo>
                  <a:pt x="52721" y="94024"/>
                </a:lnTo>
                <a:lnTo>
                  <a:pt x="46649" y="94024"/>
                </a:lnTo>
                <a:lnTo>
                  <a:pt x="46649" y="87952"/>
                </a:lnTo>
                <a:close/>
                <a:moveTo>
                  <a:pt x="59782" y="87952"/>
                </a:moveTo>
                <a:lnTo>
                  <a:pt x="59782" y="94024"/>
                </a:lnTo>
                <a:lnTo>
                  <a:pt x="53709" y="94024"/>
                </a:lnTo>
                <a:lnTo>
                  <a:pt x="53709" y="87952"/>
                </a:lnTo>
                <a:close/>
                <a:moveTo>
                  <a:pt x="88011" y="87952"/>
                </a:moveTo>
                <a:lnTo>
                  <a:pt x="88011" y="94024"/>
                </a:lnTo>
                <a:lnTo>
                  <a:pt x="81927" y="94024"/>
                </a:lnTo>
                <a:lnTo>
                  <a:pt x="81927" y="87952"/>
                </a:lnTo>
                <a:close/>
                <a:moveTo>
                  <a:pt x="95060" y="87952"/>
                </a:moveTo>
                <a:lnTo>
                  <a:pt x="95060" y="94024"/>
                </a:lnTo>
                <a:lnTo>
                  <a:pt x="88988" y="94024"/>
                </a:lnTo>
                <a:lnTo>
                  <a:pt x="88988" y="87952"/>
                </a:lnTo>
                <a:close/>
                <a:moveTo>
                  <a:pt x="123278" y="87952"/>
                </a:moveTo>
                <a:lnTo>
                  <a:pt x="123278" y="94024"/>
                </a:lnTo>
                <a:lnTo>
                  <a:pt x="117205" y="94024"/>
                </a:lnTo>
                <a:lnTo>
                  <a:pt x="117205" y="87952"/>
                </a:lnTo>
                <a:close/>
                <a:moveTo>
                  <a:pt x="130338" y="87952"/>
                </a:moveTo>
                <a:lnTo>
                  <a:pt x="130338" y="94024"/>
                </a:lnTo>
                <a:lnTo>
                  <a:pt x="124254" y="94024"/>
                </a:lnTo>
                <a:lnTo>
                  <a:pt x="124254" y="87952"/>
                </a:lnTo>
                <a:close/>
                <a:moveTo>
                  <a:pt x="144447" y="87952"/>
                </a:moveTo>
                <a:lnTo>
                  <a:pt x="144447" y="94024"/>
                </a:lnTo>
                <a:lnTo>
                  <a:pt x="138375" y="94024"/>
                </a:lnTo>
                <a:lnTo>
                  <a:pt x="138375" y="87952"/>
                </a:lnTo>
                <a:close/>
                <a:moveTo>
                  <a:pt x="151495" y="87952"/>
                </a:moveTo>
                <a:lnTo>
                  <a:pt x="151495" y="94024"/>
                </a:lnTo>
                <a:lnTo>
                  <a:pt x="145423" y="94024"/>
                </a:lnTo>
                <a:lnTo>
                  <a:pt x="145423" y="87952"/>
                </a:lnTo>
                <a:close/>
                <a:moveTo>
                  <a:pt x="158556" y="87952"/>
                </a:moveTo>
                <a:lnTo>
                  <a:pt x="158556" y="94024"/>
                </a:lnTo>
                <a:lnTo>
                  <a:pt x="152484" y="94024"/>
                </a:lnTo>
                <a:lnTo>
                  <a:pt x="152484" y="87952"/>
                </a:lnTo>
                <a:close/>
                <a:moveTo>
                  <a:pt x="165604" y="87952"/>
                </a:moveTo>
                <a:lnTo>
                  <a:pt x="165604" y="94024"/>
                </a:lnTo>
                <a:lnTo>
                  <a:pt x="159532" y="94024"/>
                </a:lnTo>
                <a:lnTo>
                  <a:pt x="159532" y="87952"/>
                </a:lnTo>
                <a:close/>
                <a:moveTo>
                  <a:pt x="172665" y="87952"/>
                </a:moveTo>
                <a:lnTo>
                  <a:pt x="172665" y="94024"/>
                </a:lnTo>
                <a:lnTo>
                  <a:pt x="166581" y="94024"/>
                </a:lnTo>
                <a:lnTo>
                  <a:pt x="166581" y="87952"/>
                </a:lnTo>
                <a:close/>
                <a:moveTo>
                  <a:pt x="179713" y="87952"/>
                </a:moveTo>
                <a:lnTo>
                  <a:pt x="179713" y="94024"/>
                </a:lnTo>
                <a:lnTo>
                  <a:pt x="173641" y="94024"/>
                </a:lnTo>
                <a:lnTo>
                  <a:pt x="173641" y="87952"/>
                </a:lnTo>
                <a:close/>
                <a:moveTo>
                  <a:pt x="186774" y="87952"/>
                </a:moveTo>
                <a:lnTo>
                  <a:pt x="186774" y="94024"/>
                </a:lnTo>
                <a:lnTo>
                  <a:pt x="180702" y="94024"/>
                </a:lnTo>
                <a:lnTo>
                  <a:pt x="180702" y="87952"/>
                </a:lnTo>
                <a:close/>
                <a:moveTo>
                  <a:pt x="193822" y="87952"/>
                </a:moveTo>
                <a:lnTo>
                  <a:pt x="193822" y="94024"/>
                </a:lnTo>
                <a:lnTo>
                  <a:pt x="187750" y="94024"/>
                </a:lnTo>
                <a:lnTo>
                  <a:pt x="187750" y="87952"/>
                </a:lnTo>
                <a:close/>
                <a:moveTo>
                  <a:pt x="200883" y="87952"/>
                </a:moveTo>
                <a:lnTo>
                  <a:pt x="200883" y="94024"/>
                </a:lnTo>
                <a:lnTo>
                  <a:pt x="194810" y="94024"/>
                </a:lnTo>
                <a:lnTo>
                  <a:pt x="194810" y="87952"/>
                </a:lnTo>
                <a:close/>
                <a:moveTo>
                  <a:pt x="207931" y="87952"/>
                </a:moveTo>
                <a:lnTo>
                  <a:pt x="207931" y="94024"/>
                </a:lnTo>
                <a:lnTo>
                  <a:pt x="201859" y="94024"/>
                </a:lnTo>
                <a:lnTo>
                  <a:pt x="201859" y="87952"/>
                </a:lnTo>
                <a:close/>
                <a:moveTo>
                  <a:pt x="214992" y="87952"/>
                </a:moveTo>
                <a:lnTo>
                  <a:pt x="214992" y="94024"/>
                </a:lnTo>
                <a:lnTo>
                  <a:pt x="208919" y="94024"/>
                </a:lnTo>
                <a:lnTo>
                  <a:pt x="208919" y="87952"/>
                </a:lnTo>
                <a:close/>
                <a:moveTo>
                  <a:pt x="222052" y="87952"/>
                </a:moveTo>
                <a:lnTo>
                  <a:pt x="222052" y="94024"/>
                </a:lnTo>
                <a:lnTo>
                  <a:pt x="215968" y="94024"/>
                </a:lnTo>
                <a:lnTo>
                  <a:pt x="215968" y="87952"/>
                </a:lnTo>
                <a:close/>
                <a:moveTo>
                  <a:pt x="229100" y="87952"/>
                </a:moveTo>
                <a:lnTo>
                  <a:pt x="229100" y="94024"/>
                </a:lnTo>
                <a:lnTo>
                  <a:pt x="223028" y="94024"/>
                </a:lnTo>
                <a:lnTo>
                  <a:pt x="223028" y="87952"/>
                </a:lnTo>
                <a:close/>
                <a:moveTo>
                  <a:pt x="236161" y="87952"/>
                </a:moveTo>
                <a:lnTo>
                  <a:pt x="236161" y="94024"/>
                </a:lnTo>
                <a:lnTo>
                  <a:pt x="230077" y="94024"/>
                </a:lnTo>
                <a:lnTo>
                  <a:pt x="230077" y="87952"/>
                </a:lnTo>
                <a:close/>
                <a:moveTo>
                  <a:pt x="243209" y="87952"/>
                </a:moveTo>
                <a:lnTo>
                  <a:pt x="243209" y="94024"/>
                </a:lnTo>
                <a:lnTo>
                  <a:pt x="237137" y="94024"/>
                </a:lnTo>
                <a:lnTo>
                  <a:pt x="237137" y="87952"/>
                </a:lnTo>
                <a:close/>
                <a:moveTo>
                  <a:pt x="250270" y="87952"/>
                </a:moveTo>
                <a:lnTo>
                  <a:pt x="250270" y="94024"/>
                </a:lnTo>
                <a:lnTo>
                  <a:pt x="244198" y="94024"/>
                </a:lnTo>
                <a:lnTo>
                  <a:pt x="244198" y="87952"/>
                </a:lnTo>
                <a:close/>
                <a:moveTo>
                  <a:pt x="257318" y="87952"/>
                </a:moveTo>
                <a:lnTo>
                  <a:pt x="257318" y="94024"/>
                </a:lnTo>
                <a:lnTo>
                  <a:pt x="251246" y="94024"/>
                </a:lnTo>
                <a:lnTo>
                  <a:pt x="251246" y="87952"/>
                </a:lnTo>
                <a:close/>
                <a:moveTo>
                  <a:pt x="264379" y="87952"/>
                </a:moveTo>
                <a:lnTo>
                  <a:pt x="264379" y="94024"/>
                </a:lnTo>
                <a:lnTo>
                  <a:pt x="258306" y="94024"/>
                </a:lnTo>
                <a:lnTo>
                  <a:pt x="258306" y="87952"/>
                </a:lnTo>
                <a:close/>
                <a:moveTo>
                  <a:pt x="271427" y="87952"/>
                </a:moveTo>
                <a:lnTo>
                  <a:pt x="271427" y="94024"/>
                </a:lnTo>
                <a:lnTo>
                  <a:pt x="265355" y="94024"/>
                </a:lnTo>
                <a:lnTo>
                  <a:pt x="265355" y="87952"/>
                </a:lnTo>
                <a:close/>
                <a:moveTo>
                  <a:pt x="278488" y="87952"/>
                </a:moveTo>
                <a:lnTo>
                  <a:pt x="278488" y="94024"/>
                </a:lnTo>
                <a:lnTo>
                  <a:pt x="272415" y="94024"/>
                </a:lnTo>
                <a:lnTo>
                  <a:pt x="272415" y="87952"/>
                </a:lnTo>
                <a:close/>
                <a:moveTo>
                  <a:pt x="66842" y="87952"/>
                </a:moveTo>
                <a:lnTo>
                  <a:pt x="66842" y="94036"/>
                </a:lnTo>
                <a:lnTo>
                  <a:pt x="60758" y="94036"/>
                </a:lnTo>
                <a:lnTo>
                  <a:pt x="60758" y="87952"/>
                </a:lnTo>
                <a:close/>
                <a:moveTo>
                  <a:pt x="73902" y="87952"/>
                </a:moveTo>
                <a:lnTo>
                  <a:pt x="73902" y="94036"/>
                </a:lnTo>
                <a:lnTo>
                  <a:pt x="67818" y="94036"/>
                </a:lnTo>
                <a:lnTo>
                  <a:pt x="67818" y="87952"/>
                </a:lnTo>
                <a:close/>
                <a:moveTo>
                  <a:pt x="80951" y="87952"/>
                </a:moveTo>
                <a:lnTo>
                  <a:pt x="80951" y="94036"/>
                </a:lnTo>
                <a:lnTo>
                  <a:pt x="74879" y="94036"/>
                </a:lnTo>
                <a:lnTo>
                  <a:pt x="74879" y="87952"/>
                </a:lnTo>
                <a:close/>
                <a:moveTo>
                  <a:pt x="102120" y="87952"/>
                </a:moveTo>
                <a:lnTo>
                  <a:pt x="102120" y="94036"/>
                </a:lnTo>
                <a:lnTo>
                  <a:pt x="96036" y="94036"/>
                </a:lnTo>
                <a:lnTo>
                  <a:pt x="96036" y="87952"/>
                </a:lnTo>
                <a:close/>
                <a:moveTo>
                  <a:pt x="103097" y="87952"/>
                </a:moveTo>
                <a:lnTo>
                  <a:pt x="109169" y="87964"/>
                </a:lnTo>
                <a:lnTo>
                  <a:pt x="109169" y="94036"/>
                </a:lnTo>
                <a:lnTo>
                  <a:pt x="103097" y="94036"/>
                </a:lnTo>
                <a:lnTo>
                  <a:pt x="103097" y="87952"/>
                </a:lnTo>
                <a:close/>
                <a:moveTo>
                  <a:pt x="110157" y="87952"/>
                </a:moveTo>
                <a:lnTo>
                  <a:pt x="116229" y="87964"/>
                </a:lnTo>
                <a:lnTo>
                  <a:pt x="116229" y="94036"/>
                </a:lnTo>
                <a:lnTo>
                  <a:pt x="110157" y="94036"/>
                </a:lnTo>
                <a:lnTo>
                  <a:pt x="110157" y="87952"/>
                </a:lnTo>
                <a:close/>
                <a:moveTo>
                  <a:pt x="137387" y="87952"/>
                </a:moveTo>
                <a:lnTo>
                  <a:pt x="137387" y="94036"/>
                </a:lnTo>
                <a:lnTo>
                  <a:pt x="131314" y="94036"/>
                </a:lnTo>
                <a:lnTo>
                  <a:pt x="131314" y="87952"/>
                </a:lnTo>
                <a:close/>
                <a:moveTo>
                  <a:pt x="17443" y="95012"/>
                </a:moveTo>
                <a:lnTo>
                  <a:pt x="17443" y="101085"/>
                </a:lnTo>
                <a:lnTo>
                  <a:pt x="11371" y="101085"/>
                </a:lnTo>
                <a:lnTo>
                  <a:pt x="11371" y="95012"/>
                </a:lnTo>
                <a:close/>
                <a:moveTo>
                  <a:pt x="24503" y="95012"/>
                </a:moveTo>
                <a:lnTo>
                  <a:pt x="24503" y="101085"/>
                </a:lnTo>
                <a:lnTo>
                  <a:pt x="18431" y="101085"/>
                </a:lnTo>
                <a:lnTo>
                  <a:pt x="18431" y="95012"/>
                </a:lnTo>
                <a:close/>
                <a:moveTo>
                  <a:pt x="31564" y="95012"/>
                </a:moveTo>
                <a:lnTo>
                  <a:pt x="31564" y="101085"/>
                </a:lnTo>
                <a:lnTo>
                  <a:pt x="25492" y="101085"/>
                </a:lnTo>
                <a:lnTo>
                  <a:pt x="25492" y="95012"/>
                </a:lnTo>
                <a:close/>
                <a:moveTo>
                  <a:pt x="38612" y="95012"/>
                </a:moveTo>
                <a:lnTo>
                  <a:pt x="38612" y="101085"/>
                </a:lnTo>
                <a:lnTo>
                  <a:pt x="32540" y="101085"/>
                </a:lnTo>
                <a:lnTo>
                  <a:pt x="32540" y="95012"/>
                </a:lnTo>
                <a:close/>
                <a:moveTo>
                  <a:pt x="45673" y="95012"/>
                </a:moveTo>
                <a:lnTo>
                  <a:pt x="45673" y="101085"/>
                </a:lnTo>
                <a:lnTo>
                  <a:pt x="39601" y="101085"/>
                </a:lnTo>
                <a:lnTo>
                  <a:pt x="39601" y="95012"/>
                </a:lnTo>
                <a:close/>
                <a:moveTo>
                  <a:pt x="52721" y="95012"/>
                </a:moveTo>
                <a:lnTo>
                  <a:pt x="52721" y="101085"/>
                </a:lnTo>
                <a:lnTo>
                  <a:pt x="46649" y="101085"/>
                </a:lnTo>
                <a:lnTo>
                  <a:pt x="46649" y="95012"/>
                </a:lnTo>
                <a:close/>
                <a:moveTo>
                  <a:pt x="59782" y="95012"/>
                </a:moveTo>
                <a:lnTo>
                  <a:pt x="59782" y="101085"/>
                </a:lnTo>
                <a:lnTo>
                  <a:pt x="53709" y="101085"/>
                </a:lnTo>
                <a:lnTo>
                  <a:pt x="53709" y="95012"/>
                </a:lnTo>
                <a:close/>
                <a:moveTo>
                  <a:pt x="66842" y="95012"/>
                </a:moveTo>
                <a:lnTo>
                  <a:pt x="66842" y="101085"/>
                </a:lnTo>
                <a:lnTo>
                  <a:pt x="60758" y="101085"/>
                </a:lnTo>
                <a:lnTo>
                  <a:pt x="60758" y="95012"/>
                </a:lnTo>
                <a:close/>
                <a:moveTo>
                  <a:pt x="73902" y="95012"/>
                </a:moveTo>
                <a:lnTo>
                  <a:pt x="73902" y="101085"/>
                </a:lnTo>
                <a:lnTo>
                  <a:pt x="67818" y="101085"/>
                </a:lnTo>
                <a:lnTo>
                  <a:pt x="67818" y="95012"/>
                </a:lnTo>
                <a:close/>
                <a:moveTo>
                  <a:pt x="80951" y="95012"/>
                </a:moveTo>
                <a:lnTo>
                  <a:pt x="80951" y="101085"/>
                </a:lnTo>
                <a:lnTo>
                  <a:pt x="74879" y="101085"/>
                </a:lnTo>
                <a:lnTo>
                  <a:pt x="74879" y="95012"/>
                </a:lnTo>
                <a:close/>
                <a:moveTo>
                  <a:pt x="88011" y="95012"/>
                </a:moveTo>
                <a:lnTo>
                  <a:pt x="88011" y="101085"/>
                </a:lnTo>
                <a:lnTo>
                  <a:pt x="81927" y="101085"/>
                </a:lnTo>
                <a:lnTo>
                  <a:pt x="81927" y="95012"/>
                </a:lnTo>
                <a:close/>
                <a:moveTo>
                  <a:pt x="95060" y="95012"/>
                </a:moveTo>
                <a:lnTo>
                  <a:pt x="95060" y="101085"/>
                </a:lnTo>
                <a:lnTo>
                  <a:pt x="88988" y="101085"/>
                </a:lnTo>
                <a:lnTo>
                  <a:pt x="88988" y="95012"/>
                </a:lnTo>
                <a:close/>
                <a:moveTo>
                  <a:pt x="102120" y="95012"/>
                </a:moveTo>
                <a:lnTo>
                  <a:pt x="102120" y="101085"/>
                </a:lnTo>
                <a:lnTo>
                  <a:pt x="96036" y="101085"/>
                </a:lnTo>
                <a:lnTo>
                  <a:pt x="96036" y="95012"/>
                </a:lnTo>
                <a:close/>
                <a:moveTo>
                  <a:pt x="109169" y="95012"/>
                </a:moveTo>
                <a:lnTo>
                  <a:pt x="109169" y="101085"/>
                </a:lnTo>
                <a:lnTo>
                  <a:pt x="103097" y="101085"/>
                </a:lnTo>
                <a:lnTo>
                  <a:pt x="103097" y="95012"/>
                </a:lnTo>
                <a:close/>
                <a:moveTo>
                  <a:pt x="116229" y="95012"/>
                </a:moveTo>
                <a:lnTo>
                  <a:pt x="116229" y="101085"/>
                </a:lnTo>
                <a:lnTo>
                  <a:pt x="110157" y="101085"/>
                </a:lnTo>
                <a:lnTo>
                  <a:pt x="110157" y="95012"/>
                </a:lnTo>
                <a:close/>
                <a:moveTo>
                  <a:pt x="123278" y="95012"/>
                </a:moveTo>
                <a:lnTo>
                  <a:pt x="123278" y="101085"/>
                </a:lnTo>
                <a:lnTo>
                  <a:pt x="117205" y="101085"/>
                </a:lnTo>
                <a:lnTo>
                  <a:pt x="117205" y="95012"/>
                </a:lnTo>
                <a:close/>
                <a:moveTo>
                  <a:pt x="130338" y="95012"/>
                </a:moveTo>
                <a:lnTo>
                  <a:pt x="130338" y="101085"/>
                </a:lnTo>
                <a:lnTo>
                  <a:pt x="124254" y="101085"/>
                </a:lnTo>
                <a:lnTo>
                  <a:pt x="124254" y="95012"/>
                </a:lnTo>
                <a:close/>
                <a:moveTo>
                  <a:pt x="137387" y="95012"/>
                </a:moveTo>
                <a:lnTo>
                  <a:pt x="137387" y="101085"/>
                </a:lnTo>
                <a:lnTo>
                  <a:pt x="131314" y="101085"/>
                </a:lnTo>
                <a:lnTo>
                  <a:pt x="131314" y="95012"/>
                </a:lnTo>
                <a:close/>
                <a:moveTo>
                  <a:pt x="144447" y="95012"/>
                </a:moveTo>
                <a:lnTo>
                  <a:pt x="144447" y="101085"/>
                </a:lnTo>
                <a:lnTo>
                  <a:pt x="138375" y="101085"/>
                </a:lnTo>
                <a:lnTo>
                  <a:pt x="138375" y="95012"/>
                </a:lnTo>
                <a:close/>
                <a:moveTo>
                  <a:pt x="151495" y="95012"/>
                </a:moveTo>
                <a:lnTo>
                  <a:pt x="151495" y="101085"/>
                </a:lnTo>
                <a:lnTo>
                  <a:pt x="145423" y="101085"/>
                </a:lnTo>
                <a:lnTo>
                  <a:pt x="145423" y="95012"/>
                </a:lnTo>
                <a:close/>
                <a:moveTo>
                  <a:pt x="158556" y="95012"/>
                </a:moveTo>
                <a:lnTo>
                  <a:pt x="158556" y="101085"/>
                </a:lnTo>
                <a:lnTo>
                  <a:pt x="152484" y="101085"/>
                </a:lnTo>
                <a:lnTo>
                  <a:pt x="152484" y="95012"/>
                </a:lnTo>
                <a:close/>
                <a:moveTo>
                  <a:pt x="165604" y="95012"/>
                </a:moveTo>
                <a:lnTo>
                  <a:pt x="165604" y="101085"/>
                </a:lnTo>
                <a:lnTo>
                  <a:pt x="159532" y="101085"/>
                </a:lnTo>
                <a:lnTo>
                  <a:pt x="159532" y="95012"/>
                </a:lnTo>
                <a:close/>
                <a:moveTo>
                  <a:pt x="172665" y="95012"/>
                </a:moveTo>
                <a:lnTo>
                  <a:pt x="172665" y="101085"/>
                </a:lnTo>
                <a:lnTo>
                  <a:pt x="166581" y="101085"/>
                </a:lnTo>
                <a:lnTo>
                  <a:pt x="166581" y="95012"/>
                </a:lnTo>
                <a:close/>
                <a:moveTo>
                  <a:pt x="179713" y="95012"/>
                </a:moveTo>
                <a:lnTo>
                  <a:pt x="179713" y="101085"/>
                </a:lnTo>
                <a:lnTo>
                  <a:pt x="173641" y="101085"/>
                </a:lnTo>
                <a:lnTo>
                  <a:pt x="173641" y="95012"/>
                </a:lnTo>
                <a:close/>
                <a:moveTo>
                  <a:pt x="186774" y="95012"/>
                </a:moveTo>
                <a:lnTo>
                  <a:pt x="186774" y="101085"/>
                </a:lnTo>
                <a:lnTo>
                  <a:pt x="180702" y="101085"/>
                </a:lnTo>
                <a:lnTo>
                  <a:pt x="180702" y="95012"/>
                </a:lnTo>
                <a:close/>
                <a:moveTo>
                  <a:pt x="193822" y="95012"/>
                </a:moveTo>
                <a:lnTo>
                  <a:pt x="193822" y="101085"/>
                </a:lnTo>
                <a:lnTo>
                  <a:pt x="187750" y="101085"/>
                </a:lnTo>
                <a:lnTo>
                  <a:pt x="187750" y="95012"/>
                </a:lnTo>
                <a:close/>
                <a:moveTo>
                  <a:pt x="200883" y="95012"/>
                </a:moveTo>
                <a:lnTo>
                  <a:pt x="200883" y="101085"/>
                </a:lnTo>
                <a:lnTo>
                  <a:pt x="194810" y="101085"/>
                </a:lnTo>
                <a:lnTo>
                  <a:pt x="194810" y="95012"/>
                </a:lnTo>
                <a:close/>
                <a:moveTo>
                  <a:pt x="207931" y="95012"/>
                </a:moveTo>
                <a:lnTo>
                  <a:pt x="207931" y="101085"/>
                </a:lnTo>
                <a:lnTo>
                  <a:pt x="201859" y="101085"/>
                </a:lnTo>
                <a:lnTo>
                  <a:pt x="201859" y="95012"/>
                </a:lnTo>
                <a:close/>
                <a:moveTo>
                  <a:pt x="214992" y="95012"/>
                </a:moveTo>
                <a:lnTo>
                  <a:pt x="214992" y="101085"/>
                </a:lnTo>
                <a:lnTo>
                  <a:pt x="208919" y="101085"/>
                </a:lnTo>
                <a:lnTo>
                  <a:pt x="208919" y="95012"/>
                </a:lnTo>
                <a:close/>
                <a:moveTo>
                  <a:pt x="222052" y="95012"/>
                </a:moveTo>
                <a:lnTo>
                  <a:pt x="222052" y="101085"/>
                </a:lnTo>
                <a:lnTo>
                  <a:pt x="215968" y="101085"/>
                </a:lnTo>
                <a:lnTo>
                  <a:pt x="215968" y="95012"/>
                </a:lnTo>
                <a:close/>
                <a:moveTo>
                  <a:pt x="229100" y="95012"/>
                </a:moveTo>
                <a:lnTo>
                  <a:pt x="229100" y="101085"/>
                </a:lnTo>
                <a:lnTo>
                  <a:pt x="223028" y="101085"/>
                </a:lnTo>
                <a:lnTo>
                  <a:pt x="223028" y="95012"/>
                </a:lnTo>
                <a:close/>
                <a:moveTo>
                  <a:pt x="236161" y="95012"/>
                </a:moveTo>
                <a:lnTo>
                  <a:pt x="236161" y="101085"/>
                </a:lnTo>
                <a:lnTo>
                  <a:pt x="230077" y="101085"/>
                </a:lnTo>
                <a:lnTo>
                  <a:pt x="230077" y="95012"/>
                </a:lnTo>
                <a:close/>
                <a:moveTo>
                  <a:pt x="243209" y="95012"/>
                </a:moveTo>
                <a:lnTo>
                  <a:pt x="243209" y="101085"/>
                </a:lnTo>
                <a:lnTo>
                  <a:pt x="237137" y="101085"/>
                </a:lnTo>
                <a:lnTo>
                  <a:pt x="237137" y="95012"/>
                </a:lnTo>
                <a:close/>
                <a:moveTo>
                  <a:pt x="250270" y="95012"/>
                </a:moveTo>
                <a:lnTo>
                  <a:pt x="250270" y="101085"/>
                </a:lnTo>
                <a:lnTo>
                  <a:pt x="244198" y="101085"/>
                </a:lnTo>
                <a:lnTo>
                  <a:pt x="244198" y="95012"/>
                </a:lnTo>
                <a:close/>
                <a:moveTo>
                  <a:pt x="257318" y="95012"/>
                </a:moveTo>
                <a:lnTo>
                  <a:pt x="257318" y="101085"/>
                </a:lnTo>
                <a:lnTo>
                  <a:pt x="251246" y="101085"/>
                </a:lnTo>
                <a:lnTo>
                  <a:pt x="251246" y="95012"/>
                </a:lnTo>
                <a:close/>
                <a:moveTo>
                  <a:pt x="264379" y="95012"/>
                </a:moveTo>
                <a:lnTo>
                  <a:pt x="264379" y="101085"/>
                </a:lnTo>
                <a:lnTo>
                  <a:pt x="258306" y="101085"/>
                </a:lnTo>
                <a:lnTo>
                  <a:pt x="258306" y="95012"/>
                </a:lnTo>
                <a:close/>
                <a:moveTo>
                  <a:pt x="271427" y="95012"/>
                </a:moveTo>
                <a:lnTo>
                  <a:pt x="271427" y="101085"/>
                </a:lnTo>
                <a:lnTo>
                  <a:pt x="265355" y="101085"/>
                </a:lnTo>
                <a:lnTo>
                  <a:pt x="265355" y="95012"/>
                </a:lnTo>
                <a:close/>
                <a:moveTo>
                  <a:pt x="278488" y="95012"/>
                </a:moveTo>
                <a:lnTo>
                  <a:pt x="278488" y="101085"/>
                </a:lnTo>
                <a:lnTo>
                  <a:pt x="272415" y="101085"/>
                </a:lnTo>
                <a:lnTo>
                  <a:pt x="272415" y="95012"/>
                </a:lnTo>
                <a:close/>
                <a:moveTo>
                  <a:pt x="17443" y="102061"/>
                </a:moveTo>
                <a:lnTo>
                  <a:pt x="17443" y="108145"/>
                </a:lnTo>
                <a:lnTo>
                  <a:pt x="11371" y="108145"/>
                </a:lnTo>
                <a:lnTo>
                  <a:pt x="11371" y="102061"/>
                </a:lnTo>
                <a:close/>
                <a:moveTo>
                  <a:pt x="24503" y="102061"/>
                </a:moveTo>
                <a:lnTo>
                  <a:pt x="24503" y="108145"/>
                </a:lnTo>
                <a:lnTo>
                  <a:pt x="18431" y="108145"/>
                </a:lnTo>
                <a:lnTo>
                  <a:pt x="18431" y="102061"/>
                </a:lnTo>
                <a:close/>
                <a:moveTo>
                  <a:pt x="31564" y="102061"/>
                </a:moveTo>
                <a:lnTo>
                  <a:pt x="31564" y="108145"/>
                </a:lnTo>
                <a:lnTo>
                  <a:pt x="25492" y="108145"/>
                </a:lnTo>
                <a:lnTo>
                  <a:pt x="25492" y="102061"/>
                </a:lnTo>
                <a:close/>
                <a:moveTo>
                  <a:pt x="38612" y="102061"/>
                </a:moveTo>
                <a:lnTo>
                  <a:pt x="38612" y="108145"/>
                </a:lnTo>
                <a:lnTo>
                  <a:pt x="32540" y="108145"/>
                </a:lnTo>
                <a:lnTo>
                  <a:pt x="32540" y="102061"/>
                </a:lnTo>
                <a:close/>
                <a:moveTo>
                  <a:pt x="45673" y="102061"/>
                </a:moveTo>
                <a:lnTo>
                  <a:pt x="45673" y="108145"/>
                </a:lnTo>
                <a:lnTo>
                  <a:pt x="39601" y="108145"/>
                </a:lnTo>
                <a:lnTo>
                  <a:pt x="39601" y="102061"/>
                </a:lnTo>
                <a:close/>
                <a:moveTo>
                  <a:pt x="52721" y="102061"/>
                </a:moveTo>
                <a:lnTo>
                  <a:pt x="52721" y="108145"/>
                </a:lnTo>
                <a:lnTo>
                  <a:pt x="46649" y="108145"/>
                </a:lnTo>
                <a:lnTo>
                  <a:pt x="46649" y="102061"/>
                </a:lnTo>
                <a:close/>
                <a:moveTo>
                  <a:pt x="59782" y="102061"/>
                </a:moveTo>
                <a:lnTo>
                  <a:pt x="59782" y="108145"/>
                </a:lnTo>
                <a:lnTo>
                  <a:pt x="53709" y="108145"/>
                </a:lnTo>
                <a:lnTo>
                  <a:pt x="53709" y="102061"/>
                </a:lnTo>
                <a:close/>
                <a:moveTo>
                  <a:pt x="66842" y="102061"/>
                </a:moveTo>
                <a:lnTo>
                  <a:pt x="66842" y="108145"/>
                </a:lnTo>
                <a:lnTo>
                  <a:pt x="60758" y="108145"/>
                </a:lnTo>
                <a:lnTo>
                  <a:pt x="60758" y="102061"/>
                </a:lnTo>
                <a:close/>
                <a:moveTo>
                  <a:pt x="73902" y="102061"/>
                </a:moveTo>
                <a:lnTo>
                  <a:pt x="73902" y="108145"/>
                </a:lnTo>
                <a:lnTo>
                  <a:pt x="67818" y="108145"/>
                </a:lnTo>
                <a:lnTo>
                  <a:pt x="67818" y="102061"/>
                </a:lnTo>
                <a:close/>
                <a:moveTo>
                  <a:pt x="80951" y="102061"/>
                </a:moveTo>
                <a:lnTo>
                  <a:pt x="80951" y="108145"/>
                </a:lnTo>
                <a:lnTo>
                  <a:pt x="74879" y="108145"/>
                </a:lnTo>
                <a:lnTo>
                  <a:pt x="74879" y="102061"/>
                </a:lnTo>
                <a:close/>
                <a:moveTo>
                  <a:pt x="88011" y="102061"/>
                </a:moveTo>
                <a:lnTo>
                  <a:pt x="88011" y="108145"/>
                </a:lnTo>
                <a:lnTo>
                  <a:pt x="81927" y="108145"/>
                </a:lnTo>
                <a:lnTo>
                  <a:pt x="81927" y="102061"/>
                </a:lnTo>
                <a:close/>
                <a:moveTo>
                  <a:pt x="95060" y="102061"/>
                </a:moveTo>
                <a:lnTo>
                  <a:pt x="95060" y="108145"/>
                </a:lnTo>
                <a:lnTo>
                  <a:pt x="88988" y="108145"/>
                </a:lnTo>
                <a:lnTo>
                  <a:pt x="88988" y="102061"/>
                </a:lnTo>
                <a:close/>
                <a:moveTo>
                  <a:pt x="102120" y="102061"/>
                </a:moveTo>
                <a:lnTo>
                  <a:pt x="102120" y="108145"/>
                </a:lnTo>
                <a:lnTo>
                  <a:pt x="96036" y="108145"/>
                </a:lnTo>
                <a:lnTo>
                  <a:pt x="96036" y="102061"/>
                </a:lnTo>
                <a:close/>
                <a:moveTo>
                  <a:pt x="103097" y="102061"/>
                </a:moveTo>
                <a:lnTo>
                  <a:pt x="109169" y="102073"/>
                </a:lnTo>
                <a:lnTo>
                  <a:pt x="109169" y="108145"/>
                </a:lnTo>
                <a:lnTo>
                  <a:pt x="103097" y="108145"/>
                </a:lnTo>
                <a:lnTo>
                  <a:pt x="103097" y="102061"/>
                </a:lnTo>
                <a:close/>
                <a:moveTo>
                  <a:pt x="110157" y="102061"/>
                </a:moveTo>
                <a:lnTo>
                  <a:pt x="116229" y="102073"/>
                </a:lnTo>
                <a:lnTo>
                  <a:pt x="116229" y="108145"/>
                </a:lnTo>
                <a:lnTo>
                  <a:pt x="110157" y="108145"/>
                </a:lnTo>
                <a:lnTo>
                  <a:pt x="110157" y="102061"/>
                </a:lnTo>
                <a:close/>
                <a:moveTo>
                  <a:pt x="123278" y="102061"/>
                </a:moveTo>
                <a:lnTo>
                  <a:pt x="123278" y="108145"/>
                </a:lnTo>
                <a:lnTo>
                  <a:pt x="117205" y="108145"/>
                </a:lnTo>
                <a:lnTo>
                  <a:pt x="117205" y="102061"/>
                </a:lnTo>
                <a:close/>
                <a:moveTo>
                  <a:pt x="130338" y="102061"/>
                </a:moveTo>
                <a:lnTo>
                  <a:pt x="130338" y="108145"/>
                </a:lnTo>
                <a:lnTo>
                  <a:pt x="124254" y="108145"/>
                </a:lnTo>
                <a:lnTo>
                  <a:pt x="124254" y="102061"/>
                </a:lnTo>
                <a:close/>
                <a:moveTo>
                  <a:pt x="137387" y="102061"/>
                </a:moveTo>
                <a:lnTo>
                  <a:pt x="137387" y="108145"/>
                </a:lnTo>
                <a:lnTo>
                  <a:pt x="131314" y="108145"/>
                </a:lnTo>
                <a:lnTo>
                  <a:pt x="131314" y="102061"/>
                </a:lnTo>
                <a:close/>
                <a:moveTo>
                  <a:pt x="144447" y="102061"/>
                </a:moveTo>
                <a:lnTo>
                  <a:pt x="144447" y="108145"/>
                </a:lnTo>
                <a:lnTo>
                  <a:pt x="138375" y="108145"/>
                </a:lnTo>
                <a:lnTo>
                  <a:pt x="138375" y="102061"/>
                </a:lnTo>
                <a:close/>
                <a:moveTo>
                  <a:pt x="151495" y="102061"/>
                </a:moveTo>
                <a:lnTo>
                  <a:pt x="151495" y="108145"/>
                </a:lnTo>
                <a:lnTo>
                  <a:pt x="145423" y="108145"/>
                </a:lnTo>
                <a:lnTo>
                  <a:pt x="145423" y="102061"/>
                </a:lnTo>
                <a:close/>
                <a:moveTo>
                  <a:pt x="158556" y="102061"/>
                </a:moveTo>
                <a:lnTo>
                  <a:pt x="158556" y="108145"/>
                </a:lnTo>
                <a:lnTo>
                  <a:pt x="152484" y="108145"/>
                </a:lnTo>
                <a:lnTo>
                  <a:pt x="152484" y="102061"/>
                </a:lnTo>
                <a:close/>
                <a:moveTo>
                  <a:pt x="165604" y="102061"/>
                </a:moveTo>
                <a:lnTo>
                  <a:pt x="165604" y="108145"/>
                </a:lnTo>
                <a:lnTo>
                  <a:pt x="159532" y="108145"/>
                </a:lnTo>
                <a:lnTo>
                  <a:pt x="159532" y="102061"/>
                </a:lnTo>
                <a:close/>
                <a:moveTo>
                  <a:pt x="172665" y="102061"/>
                </a:moveTo>
                <a:lnTo>
                  <a:pt x="172665" y="108145"/>
                </a:lnTo>
                <a:lnTo>
                  <a:pt x="166581" y="108145"/>
                </a:lnTo>
                <a:lnTo>
                  <a:pt x="166581" y="102061"/>
                </a:lnTo>
                <a:close/>
                <a:moveTo>
                  <a:pt x="179713" y="102061"/>
                </a:moveTo>
                <a:lnTo>
                  <a:pt x="179713" y="108145"/>
                </a:lnTo>
                <a:lnTo>
                  <a:pt x="173641" y="108145"/>
                </a:lnTo>
                <a:lnTo>
                  <a:pt x="173641" y="102061"/>
                </a:lnTo>
                <a:close/>
                <a:moveTo>
                  <a:pt x="186774" y="102061"/>
                </a:moveTo>
                <a:lnTo>
                  <a:pt x="186774" y="108145"/>
                </a:lnTo>
                <a:lnTo>
                  <a:pt x="180702" y="108145"/>
                </a:lnTo>
                <a:lnTo>
                  <a:pt x="180702" y="102061"/>
                </a:lnTo>
                <a:close/>
                <a:moveTo>
                  <a:pt x="193822" y="102061"/>
                </a:moveTo>
                <a:lnTo>
                  <a:pt x="193822" y="108145"/>
                </a:lnTo>
                <a:lnTo>
                  <a:pt x="187750" y="108145"/>
                </a:lnTo>
                <a:lnTo>
                  <a:pt x="187750" y="102061"/>
                </a:lnTo>
                <a:close/>
                <a:moveTo>
                  <a:pt x="200883" y="102061"/>
                </a:moveTo>
                <a:lnTo>
                  <a:pt x="200883" y="108145"/>
                </a:lnTo>
                <a:lnTo>
                  <a:pt x="194810" y="108145"/>
                </a:lnTo>
                <a:lnTo>
                  <a:pt x="194810" y="102061"/>
                </a:lnTo>
                <a:close/>
                <a:moveTo>
                  <a:pt x="207931" y="102061"/>
                </a:moveTo>
                <a:lnTo>
                  <a:pt x="207931" y="108145"/>
                </a:lnTo>
                <a:lnTo>
                  <a:pt x="201859" y="108145"/>
                </a:lnTo>
                <a:lnTo>
                  <a:pt x="201859" y="102061"/>
                </a:lnTo>
                <a:close/>
                <a:moveTo>
                  <a:pt x="214992" y="102061"/>
                </a:moveTo>
                <a:lnTo>
                  <a:pt x="214992" y="108145"/>
                </a:lnTo>
                <a:lnTo>
                  <a:pt x="208919" y="108145"/>
                </a:lnTo>
                <a:lnTo>
                  <a:pt x="208919" y="102061"/>
                </a:lnTo>
                <a:close/>
                <a:moveTo>
                  <a:pt x="222052" y="102061"/>
                </a:moveTo>
                <a:lnTo>
                  <a:pt x="222052" y="108145"/>
                </a:lnTo>
                <a:lnTo>
                  <a:pt x="215968" y="108145"/>
                </a:lnTo>
                <a:lnTo>
                  <a:pt x="215968" y="102061"/>
                </a:lnTo>
                <a:close/>
                <a:moveTo>
                  <a:pt x="229100" y="102061"/>
                </a:moveTo>
                <a:lnTo>
                  <a:pt x="229100" y="108145"/>
                </a:lnTo>
                <a:lnTo>
                  <a:pt x="223028" y="108145"/>
                </a:lnTo>
                <a:lnTo>
                  <a:pt x="223028" y="102061"/>
                </a:lnTo>
                <a:close/>
                <a:moveTo>
                  <a:pt x="236161" y="102061"/>
                </a:moveTo>
                <a:lnTo>
                  <a:pt x="236161" y="108145"/>
                </a:lnTo>
                <a:lnTo>
                  <a:pt x="230077" y="108145"/>
                </a:lnTo>
                <a:lnTo>
                  <a:pt x="230077" y="102061"/>
                </a:lnTo>
                <a:close/>
                <a:moveTo>
                  <a:pt x="243209" y="102061"/>
                </a:moveTo>
                <a:lnTo>
                  <a:pt x="243209" y="108145"/>
                </a:lnTo>
                <a:lnTo>
                  <a:pt x="237137" y="108145"/>
                </a:lnTo>
                <a:lnTo>
                  <a:pt x="237137" y="102061"/>
                </a:lnTo>
                <a:close/>
                <a:moveTo>
                  <a:pt x="250270" y="102061"/>
                </a:moveTo>
                <a:lnTo>
                  <a:pt x="250270" y="108145"/>
                </a:lnTo>
                <a:lnTo>
                  <a:pt x="244198" y="108145"/>
                </a:lnTo>
                <a:lnTo>
                  <a:pt x="244198" y="102061"/>
                </a:lnTo>
                <a:close/>
                <a:moveTo>
                  <a:pt x="257318" y="102061"/>
                </a:moveTo>
                <a:lnTo>
                  <a:pt x="257318" y="108145"/>
                </a:lnTo>
                <a:lnTo>
                  <a:pt x="251246" y="108145"/>
                </a:lnTo>
                <a:lnTo>
                  <a:pt x="251246" y="102061"/>
                </a:lnTo>
                <a:close/>
                <a:moveTo>
                  <a:pt x="264379" y="102061"/>
                </a:moveTo>
                <a:lnTo>
                  <a:pt x="264379" y="108145"/>
                </a:lnTo>
                <a:lnTo>
                  <a:pt x="258306" y="108145"/>
                </a:lnTo>
                <a:lnTo>
                  <a:pt x="258306" y="102061"/>
                </a:lnTo>
                <a:close/>
                <a:moveTo>
                  <a:pt x="271427" y="102061"/>
                </a:moveTo>
                <a:lnTo>
                  <a:pt x="271427" y="108145"/>
                </a:lnTo>
                <a:lnTo>
                  <a:pt x="265355" y="108145"/>
                </a:lnTo>
                <a:lnTo>
                  <a:pt x="265355" y="102061"/>
                </a:lnTo>
                <a:close/>
                <a:moveTo>
                  <a:pt x="278488" y="102061"/>
                </a:moveTo>
                <a:lnTo>
                  <a:pt x="278488" y="108145"/>
                </a:lnTo>
                <a:lnTo>
                  <a:pt x="272415" y="108145"/>
                </a:lnTo>
                <a:lnTo>
                  <a:pt x="272415" y="102061"/>
                </a:lnTo>
                <a:close/>
                <a:moveTo>
                  <a:pt x="17443" y="109121"/>
                </a:moveTo>
                <a:lnTo>
                  <a:pt x="17443" y="115193"/>
                </a:lnTo>
                <a:lnTo>
                  <a:pt x="11371" y="115193"/>
                </a:lnTo>
                <a:lnTo>
                  <a:pt x="11371" y="109121"/>
                </a:lnTo>
                <a:close/>
                <a:moveTo>
                  <a:pt x="24503" y="109121"/>
                </a:moveTo>
                <a:lnTo>
                  <a:pt x="24503" y="115193"/>
                </a:lnTo>
                <a:lnTo>
                  <a:pt x="18431" y="115193"/>
                </a:lnTo>
                <a:lnTo>
                  <a:pt x="18431" y="109121"/>
                </a:lnTo>
                <a:close/>
                <a:moveTo>
                  <a:pt x="31564" y="109121"/>
                </a:moveTo>
                <a:lnTo>
                  <a:pt x="31564" y="115193"/>
                </a:lnTo>
                <a:lnTo>
                  <a:pt x="25492" y="115193"/>
                </a:lnTo>
                <a:lnTo>
                  <a:pt x="25492" y="109121"/>
                </a:lnTo>
                <a:close/>
                <a:moveTo>
                  <a:pt x="38612" y="109121"/>
                </a:moveTo>
                <a:lnTo>
                  <a:pt x="38612" y="115193"/>
                </a:lnTo>
                <a:lnTo>
                  <a:pt x="32540" y="115193"/>
                </a:lnTo>
                <a:lnTo>
                  <a:pt x="32540" y="109121"/>
                </a:lnTo>
                <a:close/>
                <a:moveTo>
                  <a:pt x="45673" y="109121"/>
                </a:moveTo>
                <a:lnTo>
                  <a:pt x="45673" y="115193"/>
                </a:lnTo>
                <a:lnTo>
                  <a:pt x="39601" y="115193"/>
                </a:lnTo>
                <a:lnTo>
                  <a:pt x="39601" y="109121"/>
                </a:lnTo>
                <a:close/>
                <a:moveTo>
                  <a:pt x="52721" y="109121"/>
                </a:moveTo>
                <a:lnTo>
                  <a:pt x="52721" y="115193"/>
                </a:lnTo>
                <a:lnTo>
                  <a:pt x="46649" y="115193"/>
                </a:lnTo>
                <a:lnTo>
                  <a:pt x="46649" y="109121"/>
                </a:lnTo>
                <a:close/>
                <a:moveTo>
                  <a:pt x="59782" y="109121"/>
                </a:moveTo>
                <a:lnTo>
                  <a:pt x="59782" y="115193"/>
                </a:lnTo>
                <a:lnTo>
                  <a:pt x="53709" y="115193"/>
                </a:lnTo>
                <a:lnTo>
                  <a:pt x="53709" y="109121"/>
                </a:lnTo>
                <a:close/>
                <a:moveTo>
                  <a:pt x="66842" y="109121"/>
                </a:moveTo>
                <a:lnTo>
                  <a:pt x="66842" y="115193"/>
                </a:lnTo>
                <a:lnTo>
                  <a:pt x="60758" y="115193"/>
                </a:lnTo>
                <a:lnTo>
                  <a:pt x="60758" y="109121"/>
                </a:lnTo>
                <a:close/>
                <a:moveTo>
                  <a:pt x="73902" y="109121"/>
                </a:moveTo>
                <a:lnTo>
                  <a:pt x="73902" y="115193"/>
                </a:lnTo>
                <a:lnTo>
                  <a:pt x="67818" y="115193"/>
                </a:lnTo>
                <a:lnTo>
                  <a:pt x="67818" y="109121"/>
                </a:lnTo>
                <a:close/>
                <a:moveTo>
                  <a:pt x="80951" y="109121"/>
                </a:moveTo>
                <a:lnTo>
                  <a:pt x="80951" y="115193"/>
                </a:lnTo>
                <a:lnTo>
                  <a:pt x="74879" y="115193"/>
                </a:lnTo>
                <a:lnTo>
                  <a:pt x="74879" y="109121"/>
                </a:lnTo>
                <a:close/>
                <a:moveTo>
                  <a:pt x="88011" y="109121"/>
                </a:moveTo>
                <a:lnTo>
                  <a:pt x="88011" y="115193"/>
                </a:lnTo>
                <a:lnTo>
                  <a:pt x="81927" y="115193"/>
                </a:lnTo>
                <a:lnTo>
                  <a:pt x="81927" y="109121"/>
                </a:lnTo>
                <a:close/>
                <a:moveTo>
                  <a:pt x="95060" y="109121"/>
                </a:moveTo>
                <a:lnTo>
                  <a:pt x="95060" y="115193"/>
                </a:lnTo>
                <a:lnTo>
                  <a:pt x="88988" y="115193"/>
                </a:lnTo>
                <a:lnTo>
                  <a:pt x="88988" y="109121"/>
                </a:lnTo>
                <a:close/>
                <a:moveTo>
                  <a:pt x="102120" y="109121"/>
                </a:moveTo>
                <a:lnTo>
                  <a:pt x="102120" y="115193"/>
                </a:lnTo>
                <a:lnTo>
                  <a:pt x="96036" y="115193"/>
                </a:lnTo>
                <a:lnTo>
                  <a:pt x="96036" y="109121"/>
                </a:lnTo>
                <a:close/>
                <a:moveTo>
                  <a:pt x="109169" y="109121"/>
                </a:moveTo>
                <a:lnTo>
                  <a:pt x="109169" y="115193"/>
                </a:lnTo>
                <a:lnTo>
                  <a:pt x="103097" y="115193"/>
                </a:lnTo>
                <a:lnTo>
                  <a:pt x="103097" y="109121"/>
                </a:lnTo>
                <a:close/>
                <a:moveTo>
                  <a:pt x="116229" y="109121"/>
                </a:moveTo>
                <a:lnTo>
                  <a:pt x="116229" y="115193"/>
                </a:lnTo>
                <a:lnTo>
                  <a:pt x="110157" y="115193"/>
                </a:lnTo>
                <a:lnTo>
                  <a:pt x="110157" y="109121"/>
                </a:lnTo>
                <a:close/>
                <a:moveTo>
                  <a:pt x="123278" y="109121"/>
                </a:moveTo>
                <a:lnTo>
                  <a:pt x="123278" y="115193"/>
                </a:lnTo>
                <a:lnTo>
                  <a:pt x="117205" y="115193"/>
                </a:lnTo>
                <a:lnTo>
                  <a:pt x="117205" y="109121"/>
                </a:lnTo>
                <a:close/>
                <a:moveTo>
                  <a:pt x="130338" y="109121"/>
                </a:moveTo>
                <a:lnTo>
                  <a:pt x="130338" y="115193"/>
                </a:lnTo>
                <a:lnTo>
                  <a:pt x="124254" y="115193"/>
                </a:lnTo>
                <a:lnTo>
                  <a:pt x="124254" y="109121"/>
                </a:lnTo>
                <a:close/>
                <a:moveTo>
                  <a:pt x="137387" y="109121"/>
                </a:moveTo>
                <a:lnTo>
                  <a:pt x="137387" y="115193"/>
                </a:lnTo>
                <a:lnTo>
                  <a:pt x="131314" y="115193"/>
                </a:lnTo>
                <a:lnTo>
                  <a:pt x="131314" y="109121"/>
                </a:lnTo>
                <a:close/>
                <a:moveTo>
                  <a:pt x="144447" y="109121"/>
                </a:moveTo>
                <a:lnTo>
                  <a:pt x="144447" y="115193"/>
                </a:lnTo>
                <a:lnTo>
                  <a:pt x="138375" y="115193"/>
                </a:lnTo>
                <a:lnTo>
                  <a:pt x="138375" y="109121"/>
                </a:lnTo>
                <a:close/>
                <a:moveTo>
                  <a:pt x="151495" y="109121"/>
                </a:moveTo>
                <a:lnTo>
                  <a:pt x="151495" y="115193"/>
                </a:lnTo>
                <a:lnTo>
                  <a:pt x="145423" y="115193"/>
                </a:lnTo>
                <a:lnTo>
                  <a:pt x="145423" y="109121"/>
                </a:lnTo>
                <a:close/>
                <a:moveTo>
                  <a:pt x="158556" y="109121"/>
                </a:moveTo>
                <a:lnTo>
                  <a:pt x="158556" y="115193"/>
                </a:lnTo>
                <a:lnTo>
                  <a:pt x="152484" y="115193"/>
                </a:lnTo>
                <a:lnTo>
                  <a:pt x="152484" y="109121"/>
                </a:lnTo>
                <a:close/>
                <a:moveTo>
                  <a:pt x="165604" y="109121"/>
                </a:moveTo>
                <a:lnTo>
                  <a:pt x="165604" y="115193"/>
                </a:lnTo>
                <a:lnTo>
                  <a:pt x="159532" y="115193"/>
                </a:lnTo>
                <a:lnTo>
                  <a:pt x="159532" y="109121"/>
                </a:lnTo>
                <a:close/>
                <a:moveTo>
                  <a:pt x="172665" y="109121"/>
                </a:moveTo>
                <a:lnTo>
                  <a:pt x="172665" y="115193"/>
                </a:lnTo>
                <a:lnTo>
                  <a:pt x="166581" y="115193"/>
                </a:lnTo>
                <a:lnTo>
                  <a:pt x="166581" y="109121"/>
                </a:lnTo>
                <a:close/>
                <a:moveTo>
                  <a:pt x="179713" y="109121"/>
                </a:moveTo>
                <a:lnTo>
                  <a:pt x="179713" y="115193"/>
                </a:lnTo>
                <a:lnTo>
                  <a:pt x="173641" y="115193"/>
                </a:lnTo>
                <a:lnTo>
                  <a:pt x="173641" y="109121"/>
                </a:lnTo>
                <a:close/>
                <a:moveTo>
                  <a:pt x="186774" y="109121"/>
                </a:moveTo>
                <a:lnTo>
                  <a:pt x="186774" y="115193"/>
                </a:lnTo>
                <a:lnTo>
                  <a:pt x="180702" y="115193"/>
                </a:lnTo>
                <a:lnTo>
                  <a:pt x="180702" y="109121"/>
                </a:lnTo>
                <a:close/>
                <a:moveTo>
                  <a:pt x="193822" y="109121"/>
                </a:moveTo>
                <a:lnTo>
                  <a:pt x="193822" y="115193"/>
                </a:lnTo>
                <a:lnTo>
                  <a:pt x="187750" y="115193"/>
                </a:lnTo>
                <a:lnTo>
                  <a:pt x="187750" y="109121"/>
                </a:lnTo>
                <a:close/>
                <a:moveTo>
                  <a:pt x="200883" y="109121"/>
                </a:moveTo>
                <a:lnTo>
                  <a:pt x="200883" y="115193"/>
                </a:lnTo>
                <a:lnTo>
                  <a:pt x="194810" y="115193"/>
                </a:lnTo>
                <a:lnTo>
                  <a:pt x="194810" y="109121"/>
                </a:lnTo>
                <a:close/>
                <a:moveTo>
                  <a:pt x="207931" y="109121"/>
                </a:moveTo>
                <a:lnTo>
                  <a:pt x="207931" y="115193"/>
                </a:lnTo>
                <a:lnTo>
                  <a:pt x="201859" y="115193"/>
                </a:lnTo>
                <a:lnTo>
                  <a:pt x="201859" y="109121"/>
                </a:lnTo>
                <a:close/>
                <a:moveTo>
                  <a:pt x="214992" y="109121"/>
                </a:moveTo>
                <a:lnTo>
                  <a:pt x="214992" y="115193"/>
                </a:lnTo>
                <a:lnTo>
                  <a:pt x="208919" y="115193"/>
                </a:lnTo>
                <a:lnTo>
                  <a:pt x="208919" y="109121"/>
                </a:lnTo>
                <a:close/>
                <a:moveTo>
                  <a:pt x="222052" y="109121"/>
                </a:moveTo>
                <a:lnTo>
                  <a:pt x="222052" y="115193"/>
                </a:lnTo>
                <a:lnTo>
                  <a:pt x="215968" y="115193"/>
                </a:lnTo>
                <a:lnTo>
                  <a:pt x="215968" y="109121"/>
                </a:lnTo>
                <a:close/>
                <a:moveTo>
                  <a:pt x="229100" y="109121"/>
                </a:moveTo>
                <a:lnTo>
                  <a:pt x="229100" y="115193"/>
                </a:lnTo>
                <a:lnTo>
                  <a:pt x="223028" y="115193"/>
                </a:lnTo>
                <a:lnTo>
                  <a:pt x="223028" y="109121"/>
                </a:lnTo>
                <a:close/>
                <a:moveTo>
                  <a:pt x="236161" y="109121"/>
                </a:moveTo>
                <a:lnTo>
                  <a:pt x="236161" y="115193"/>
                </a:lnTo>
                <a:lnTo>
                  <a:pt x="230077" y="115193"/>
                </a:lnTo>
                <a:lnTo>
                  <a:pt x="230077" y="109121"/>
                </a:lnTo>
                <a:close/>
                <a:moveTo>
                  <a:pt x="243209" y="109121"/>
                </a:moveTo>
                <a:lnTo>
                  <a:pt x="243209" y="115193"/>
                </a:lnTo>
                <a:lnTo>
                  <a:pt x="237137" y="115193"/>
                </a:lnTo>
                <a:lnTo>
                  <a:pt x="237137" y="109121"/>
                </a:lnTo>
                <a:close/>
                <a:moveTo>
                  <a:pt x="250270" y="109121"/>
                </a:moveTo>
                <a:lnTo>
                  <a:pt x="250270" y="115193"/>
                </a:lnTo>
                <a:lnTo>
                  <a:pt x="244198" y="115193"/>
                </a:lnTo>
                <a:lnTo>
                  <a:pt x="244198" y="109121"/>
                </a:lnTo>
                <a:close/>
                <a:moveTo>
                  <a:pt x="257318" y="109121"/>
                </a:moveTo>
                <a:lnTo>
                  <a:pt x="257318" y="115193"/>
                </a:lnTo>
                <a:lnTo>
                  <a:pt x="251246" y="115193"/>
                </a:lnTo>
                <a:lnTo>
                  <a:pt x="251246" y="109121"/>
                </a:lnTo>
                <a:close/>
                <a:moveTo>
                  <a:pt x="264379" y="109121"/>
                </a:moveTo>
                <a:lnTo>
                  <a:pt x="264379" y="115193"/>
                </a:lnTo>
                <a:lnTo>
                  <a:pt x="258306" y="115193"/>
                </a:lnTo>
                <a:lnTo>
                  <a:pt x="258306" y="109121"/>
                </a:lnTo>
                <a:close/>
                <a:moveTo>
                  <a:pt x="271427" y="109121"/>
                </a:moveTo>
                <a:lnTo>
                  <a:pt x="271427" y="115193"/>
                </a:lnTo>
                <a:lnTo>
                  <a:pt x="265355" y="115193"/>
                </a:lnTo>
                <a:lnTo>
                  <a:pt x="265355" y="109121"/>
                </a:lnTo>
                <a:close/>
                <a:moveTo>
                  <a:pt x="278488" y="109121"/>
                </a:moveTo>
                <a:lnTo>
                  <a:pt x="278488" y="115193"/>
                </a:lnTo>
                <a:lnTo>
                  <a:pt x="272415" y="115193"/>
                </a:lnTo>
                <a:lnTo>
                  <a:pt x="272415" y="109121"/>
                </a:lnTo>
                <a:close/>
                <a:moveTo>
                  <a:pt x="17443" y="116170"/>
                </a:moveTo>
                <a:lnTo>
                  <a:pt x="17443" y="122254"/>
                </a:lnTo>
                <a:lnTo>
                  <a:pt x="11371" y="122254"/>
                </a:lnTo>
                <a:lnTo>
                  <a:pt x="11371" y="116182"/>
                </a:lnTo>
                <a:lnTo>
                  <a:pt x="17443" y="116170"/>
                </a:lnTo>
                <a:close/>
                <a:moveTo>
                  <a:pt x="24503" y="116170"/>
                </a:moveTo>
                <a:lnTo>
                  <a:pt x="24503" y="122254"/>
                </a:lnTo>
                <a:lnTo>
                  <a:pt x="18431" y="122254"/>
                </a:lnTo>
                <a:lnTo>
                  <a:pt x="18431" y="116182"/>
                </a:lnTo>
                <a:lnTo>
                  <a:pt x="24503" y="116170"/>
                </a:lnTo>
                <a:close/>
                <a:moveTo>
                  <a:pt x="31564" y="116170"/>
                </a:moveTo>
                <a:lnTo>
                  <a:pt x="31564" y="122254"/>
                </a:lnTo>
                <a:lnTo>
                  <a:pt x="25492" y="122254"/>
                </a:lnTo>
                <a:lnTo>
                  <a:pt x="25492" y="116182"/>
                </a:lnTo>
                <a:lnTo>
                  <a:pt x="31564" y="116170"/>
                </a:lnTo>
                <a:close/>
                <a:moveTo>
                  <a:pt x="38612" y="116170"/>
                </a:moveTo>
                <a:lnTo>
                  <a:pt x="38612" y="122254"/>
                </a:lnTo>
                <a:lnTo>
                  <a:pt x="32540" y="122254"/>
                </a:lnTo>
                <a:lnTo>
                  <a:pt x="32540" y="116182"/>
                </a:lnTo>
                <a:lnTo>
                  <a:pt x="38612" y="116170"/>
                </a:lnTo>
                <a:close/>
                <a:moveTo>
                  <a:pt x="45673" y="116170"/>
                </a:moveTo>
                <a:lnTo>
                  <a:pt x="45673" y="122254"/>
                </a:lnTo>
                <a:lnTo>
                  <a:pt x="39601" y="122254"/>
                </a:lnTo>
                <a:lnTo>
                  <a:pt x="39601" y="116182"/>
                </a:lnTo>
                <a:lnTo>
                  <a:pt x="45673" y="116170"/>
                </a:lnTo>
                <a:close/>
                <a:moveTo>
                  <a:pt x="52721" y="116170"/>
                </a:moveTo>
                <a:lnTo>
                  <a:pt x="52721" y="122254"/>
                </a:lnTo>
                <a:lnTo>
                  <a:pt x="46649" y="122254"/>
                </a:lnTo>
                <a:lnTo>
                  <a:pt x="46649" y="116182"/>
                </a:lnTo>
                <a:lnTo>
                  <a:pt x="52721" y="116170"/>
                </a:lnTo>
                <a:close/>
                <a:moveTo>
                  <a:pt x="59782" y="116170"/>
                </a:moveTo>
                <a:lnTo>
                  <a:pt x="59782" y="122254"/>
                </a:lnTo>
                <a:lnTo>
                  <a:pt x="53709" y="122254"/>
                </a:lnTo>
                <a:lnTo>
                  <a:pt x="53709" y="116182"/>
                </a:lnTo>
                <a:lnTo>
                  <a:pt x="59782" y="116170"/>
                </a:lnTo>
                <a:close/>
                <a:moveTo>
                  <a:pt x="66842" y="116182"/>
                </a:moveTo>
                <a:lnTo>
                  <a:pt x="66842" y="122254"/>
                </a:lnTo>
                <a:lnTo>
                  <a:pt x="60758" y="122254"/>
                </a:lnTo>
                <a:lnTo>
                  <a:pt x="60758" y="116182"/>
                </a:lnTo>
                <a:close/>
                <a:moveTo>
                  <a:pt x="73902" y="116182"/>
                </a:moveTo>
                <a:lnTo>
                  <a:pt x="73902" y="122254"/>
                </a:lnTo>
                <a:lnTo>
                  <a:pt x="67818" y="122254"/>
                </a:lnTo>
                <a:lnTo>
                  <a:pt x="67818" y="116182"/>
                </a:lnTo>
                <a:close/>
                <a:moveTo>
                  <a:pt x="80951" y="116182"/>
                </a:moveTo>
                <a:lnTo>
                  <a:pt x="80951" y="122254"/>
                </a:lnTo>
                <a:lnTo>
                  <a:pt x="74879" y="122254"/>
                </a:lnTo>
                <a:lnTo>
                  <a:pt x="74879" y="116182"/>
                </a:lnTo>
                <a:close/>
                <a:moveTo>
                  <a:pt x="88011" y="116170"/>
                </a:moveTo>
                <a:lnTo>
                  <a:pt x="88011" y="122254"/>
                </a:lnTo>
                <a:lnTo>
                  <a:pt x="81927" y="122254"/>
                </a:lnTo>
                <a:lnTo>
                  <a:pt x="81927" y="116182"/>
                </a:lnTo>
                <a:lnTo>
                  <a:pt x="88011" y="116170"/>
                </a:lnTo>
                <a:close/>
                <a:moveTo>
                  <a:pt x="95060" y="116170"/>
                </a:moveTo>
                <a:lnTo>
                  <a:pt x="95060" y="122254"/>
                </a:lnTo>
                <a:lnTo>
                  <a:pt x="88988" y="122254"/>
                </a:lnTo>
                <a:lnTo>
                  <a:pt x="88988" y="116182"/>
                </a:lnTo>
                <a:lnTo>
                  <a:pt x="95060" y="116170"/>
                </a:lnTo>
                <a:close/>
                <a:moveTo>
                  <a:pt x="102120" y="116182"/>
                </a:moveTo>
                <a:lnTo>
                  <a:pt x="102120" y="122254"/>
                </a:lnTo>
                <a:lnTo>
                  <a:pt x="96036" y="122254"/>
                </a:lnTo>
                <a:lnTo>
                  <a:pt x="96036" y="116182"/>
                </a:lnTo>
                <a:close/>
                <a:moveTo>
                  <a:pt x="109169" y="116182"/>
                </a:moveTo>
                <a:lnTo>
                  <a:pt x="109169" y="122254"/>
                </a:lnTo>
                <a:lnTo>
                  <a:pt x="103097" y="122254"/>
                </a:lnTo>
                <a:lnTo>
                  <a:pt x="103097" y="116182"/>
                </a:lnTo>
                <a:close/>
                <a:moveTo>
                  <a:pt x="116229" y="116182"/>
                </a:moveTo>
                <a:lnTo>
                  <a:pt x="116229" y="122254"/>
                </a:lnTo>
                <a:lnTo>
                  <a:pt x="110157" y="122254"/>
                </a:lnTo>
                <a:lnTo>
                  <a:pt x="110157" y="116182"/>
                </a:lnTo>
                <a:close/>
                <a:moveTo>
                  <a:pt x="123278" y="116170"/>
                </a:moveTo>
                <a:lnTo>
                  <a:pt x="123278" y="122254"/>
                </a:lnTo>
                <a:lnTo>
                  <a:pt x="117205" y="122254"/>
                </a:lnTo>
                <a:lnTo>
                  <a:pt x="117205" y="116182"/>
                </a:lnTo>
                <a:lnTo>
                  <a:pt x="123278" y="116170"/>
                </a:lnTo>
                <a:close/>
                <a:moveTo>
                  <a:pt x="130338" y="116170"/>
                </a:moveTo>
                <a:lnTo>
                  <a:pt x="130338" y="122254"/>
                </a:lnTo>
                <a:lnTo>
                  <a:pt x="124254" y="122254"/>
                </a:lnTo>
                <a:lnTo>
                  <a:pt x="124254" y="116182"/>
                </a:lnTo>
                <a:lnTo>
                  <a:pt x="130338" y="116170"/>
                </a:lnTo>
                <a:close/>
                <a:moveTo>
                  <a:pt x="137387" y="116182"/>
                </a:moveTo>
                <a:lnTo>
                  <a:pt x="137387" y="122254"/>
                </a:lnTo>
                <a:lnTo>
                  <a:pt x="131314" y="122254"/>
                </a:lnTo>
                <a:lnTo>
                  <a:pt x="131314" y="116182"/>
                </a:lnTo>
                <a:close/>
                <a:moveTo>
                  <a:pt x="144447" y="116170"/>
                </a:moveTo>
                <a:lnTo>
                  <a:pt x="144447" y="122254"/>
                </a:lnTo>
                <a:lnTo>
                  <a:pt x="138375" y="122254"/>
                </a:lnTo>
                <a:lnTo>
                  <a:pt x="138375" y="116182"/>
                </a:lnTo>
                <a:lnTo>
                  <a:pt x="144447" y="116170"/>
                </a:lnTo>
                <a:close/>
                <a:moveTo>
                  <a:pt x="151495" y="116170"/>
                </a:moveTo>
                <a:lnTo>
                  <a:pt x="151495" y="122254"/>
                </a:lnTo>
                <a:lnTo>
                  <a:pt x="145423" y="122254"/>
                </a:lnTo>
                <a:lnTo>
                  <a:pt x="145423" y="116182"/>
                </a:lnTo>
                <a:lnTo>
                  <a:pt x="151495" y="116170"/>
                </a:lnTo>
                <a:close/>
                <a:moveTo>
                  <a:pt x="158556" y="116170"/>
                </a:moveTo>
                <a:lnTo>
                  <a:pt x="158556" y="122254"/>
                </a:lnTo>
                <a:lnTo>
                  <a:pt x="152484" y="122254"/>
                </a:lnTo>
                <a:lnTo>
                  <a:pt x="152484" y="116182"/>
                </a:lnTo>
                <a:lnTo>
                  <a:pt x="158556" y="116170"/>
                </a:lnTo>
                <a:close/>
                <a:moveTo>
                  <a:pt x="165604" y="116170"/>
                </a:moveTo>
                <a:lnTo>
                  <a:pt x="165604" y="122254"/>
                </a:lnTo>
                <a:lnTo>
                  <a:pt x="159532" y="122254"/>
                </a:lnTo>
                <a:lnTo>
                  <a:pt x="159532" y="116182"/>
                </a:lnTo>
                <a:lnTo>
                  <a:pt x="165604" y="116170"/>
                </a:lnTo>
                <a:close/>
                <a:moveTo>
                  <a:pt x="172665" y="116170"/>
                </a:moveTo>
                <a:lnTo>
                  <a:pt x="172665" y="122254"/>
                </a:lnTo>
                <a:lnTo>
                  <a:pt x="166581" y="122254"/>
                </a:lnTo>
                <a:lnTo>
                  <a:pt x="166581" y="116182"/>
                </a:lnTo>
                <a:lnTo>
                  <a:pt x="172665" y="116170"/>
                </a:lnTo>
                <a:close/>
                <a:moveTo>
                  <a:pt x="179713" y="116170"/>
                </a:moveTo>
                <a:lnTo>
                  <a:pt x="179713" y="122254"/>
                </a:lnTo>
                <a:lnTo>
                  <a:pt x="173641" y="122254"/>
                </a:lnTo>
                <a:lnTo>
                  <a:pt x="173641" y="116182"/>
                </a:lnTo>
                <a:lnTo>
                  <a:pt x="179713" y="116170"/>
                </a:lnTo>
                <a:close/>
                <a:moveTo>
                  <a:pt x="186774" y="116170"/>
                </a:moveTo>
                <a:lnTo>
                  <a:pt x="186774" y="122254"/>
                </a:lnTo>
                <a:lnTo>
                  <a:pt x="180702" y="122254"/>
                </a:lnTo>
                <a:lnTo>
                  <a:pt x="180702" y="116182"/>
                </a:lnTo>
                <a:lnTo>
                  <a:pt x="186774" y="116170"/>
                </a:lnTo>
                <a:close/>
                <a:moveTo>
                  <a:pt x="193822" y="116170"/>
                </a:moveTo>
                <a:lnTo>
                  <a:pt x="193822" y="122254"/>
                </a:lnTo>
                <a:lnTo>
                  <a:pt x="187750" y="122254"/>
                </a:lnTo>
                <a:lnTo>
                  <a:pt x="187750" y="116182"/>
                </a:lnTo>
                <a:lnTo>
                  <a:pt x="193822" y="116170"/>
                </a:lnTo>
                <a:close/>
                <a:moveTo>
                  <a:pt x="200883" y="116170"/>
                </a:moveTo>
                <a:lnTo>
                  <a:pt x="200883" y="122254"/>
                </a:lnTo>
                <a:lnTo>
                  <a:pt x="194810" y="122254"/>
                </a:lnTo>
                <a:lnTo>
                  <a:pt x="194810" y="116182"/>
                </a:lnTo>
                <a:lnTo>
                  <a:pt x="200883" y="116170"/>
                </a:lnTo>
                <a:close/>
                <a:moveTo>
                  <a:pt x="207931" y="116170"/>
                </a:moveTo>
                <a:lnTo>
                  <a:pt x="207931" y="122254"/>
                </a:lnTo>
                <a:lnTo>
                  <a:pt x="201859" y="122254"/>
                </a:lnTo>
                <a:lnTo>
                  <a:pt x="201859" y="116182"/>
                </a:lnTo>
                <a:lnTo>
                  <a:pt x="207931" y="116170"/>
                </a:lnTo>
                <a:close/>
                <a:moveTo>
                  <a:pt x="214992" y="116170"/>
                </a:moveTo>
                <a:lnTo>
                  <a:pt x="214992" y="122254"/>
                </a:lnTo>
                <a:lnTo>
                  <a:pt x="208919" y="122254"/>
                </a:lnTo>
                <a:lnTo>
                  <a:pt x="208919" y="116182"/>
                </a:lnTo>
                <a:lnTo>
                  <a:pt x="214992" y="116170"/>
                </a:lnTo>
                <a:close/>
                <a:moveTo>
                  <a:pt x="222052" y="116170"/>
                </a:moveTo>
                <a:lnTo>
                  <a:pt x="222052" y="122254"/>
                </a:lnTo>
                <a:lnTo>
                  <a:pt x="215968" y="122254"/>
                </a:lnTo>
                <a:lnTo>
                  <a:pt x="215968" y="116182"/>
                </a:lnTo>
                <a:lnTo>
                  <a:pt x="222052" y="116170"/>
                </a:lnTo>
                <a:close/>
                <a:moveTo>
                  <a:pt x="229100" y="116170"/>
                </a:moveTo>
                <a:lnTo>
                  <a:pt x="229100" y="122254"/>
                </a:lnTo>
                <a:lnTo>
                  <a:pt x="223028" y="122254"/>
                </a:lnTo>
                <a:lnTo>
                  <a:pt x="223028" y="116182"/>
                </a:lnTo>
                <a:lnTo>
                  <a:pt x="229100" y="116170"/>
                </a:lnTo>
                <a:close/>
                <a:moveTo>
                  <a:pt x="236161" y="116170"/>
                </a:moveTo>
                <a:lnTo>
                  <a:pt x="236161" y="122254"/>
                </a:lnTo>
                <a:lnTo>
                  <a:pt x="230077" y="122254"/>
                </a:lnTo>
                <a:lnTo>
                  <a:pt x="230077" y="116182"/>
                </a:lnTo>
                <a:lnTo>
                  <a:pt x="236161" y="116170"/>
                </a:lnTo>
                <a:close/>
                <a:moveTo>
                  <a:pt x="243209" y="116170"/>
                </a:moveTo>
                <a:lnTo>
                  <a:pt x="243209" y="122254"/>
                </a:lnTo>
                <a:lnTo>
                  <a:pt x="237137" y="122254"/>
                </a:lnTo>
                <a:lnTo>
                  <a:pt x="237137" y="116182"/>
                </a:lnTo>
                <a:lnTo>
                  <a:pt x="243209" y="116170"/>
                </a:lnTo>
                <a:close/>
                <a:moveTo>
                  <a:pt x="250270" y="116170"/>
                </a:moveTo>
                <a:lnTo>
                  <a:pt x="250270" y="122254"/>
                </a:lnTo>
                <a:lnTo>
                  <a:pt x="244198" y="122254"/>
                </a:lnTo>
                <a:lnTo>
                  <a:pt x="244198" y="116182"/>
                </a:lnTo>
                <a:lnTo>
                  <a:pt x="250270" y="116170"/>
                </a:lnTo>
                <a:close/>
                <a:moveTo>
                  <a:pt x="257318" y="116170"/>
                </a:moveTo>
                <a:lnTo>
                  <a:pt x="257318" y="122254"/>
                </a:lnTo>
                <a:lnTo>
                  <a:pt x="251246" y="122254"/>
                </a:lnTo>
                <a:lnTo>
                  <a:pt x="251246" y="116182"/>
                </a:lnTo>
                <a:lnTo>
                  <a:pt x="257318" y="116170"/>
                </a:lnTo>
                <a:close/>
                <a:moveTo>
                  <a:pt x="264379" y="116170"/>
                </a:moveTo>
                <a:lnTo>
                  <a:pt x="264379" y="122254"/>
                </a:lnTo>
                <a:lnTo>
                  <a:pt x="258306" y="122254"/>
                </a:lnTo>
                <a:lnTo>
                  <a:pt x="258306" y="116182"/>
                </a:lnTo>
                <a:lnTo>
                  <a:pt x="264379" y="116170"/>
                </a:lnTo>
                <a:close/>
                <a:moveTo>
                  <a:pt x="271427" y="116170"/>
                </a:moveTo>
                <a:lnTo>
                  <a:pt x="271427" y="122254"/>
                </a:lnTo>
                <a:lnTo>
                  <a:pt x="265355" y="122254"/>
                </a:lnTo>
                <a:lnTo>
                  <a:pt x="265355" y="116182"/>
                </a:lnTo>
                <a:lnTo>
                  <a:pt x="271427" y="116170"/>
                </a:lnTo>
                <a:close/>
                <a:moveTo>
                  <a:pt x="278488" y="116170"/>
                </a:moveTo>
                <a:lnTo>
                  <a:pt x="278488" y="122254"/>
                </a:lnTo>
                <a:lnTo>
                  <a:pt x="272415" y="122254"/>
                </a:lnTo>
                <a:lnTo>
                  <a:pt x="272415" y="116182"/>
                </a:lnTo>
                <a:lnTo>
                  <a:pt x="278488" y="116170"/>
                </a:lnTo>
                <a:close/>
                <a:moveTo>
                  <a:pt x="17443" y="123230"/>
                </a:moveTo>
                <a:lnTo>
                  <a:pt x="17443" y="129302"/>
                </a:lnTo>
                <a:lnTo>
                  <a:pt x="11371" y="129302"/>
                </a:lnTo>
                <a:lnTo>
                  <a:pt x="11371" y="123230"/>
                </a:lnTo>
                <a:close/>
                <a:moveTo>
                  <a:pt x="24503" y="123230"/>
                </a:moveTo>
                <a:lnTo>
                  <a:pt x="24503" y="129302"/>
                </a:lnTo>
                <a:lnTo>
                  <a:pt x="18431" y="129302"/>
                </a:lnTo>
                <a:lnTo>
                  <a:pt x="18431" y="123230"/>
                </a:lnTo>
                <a:close/>
                <a:moveTo>
                  <a:pt x="31564" y="123230"/>
                </a:moveTo>
                <a:lnTo>
                  <a:pt x="31564" y="129302"/>
                </a:lnTo>
                <a:lnTo>
                  <a:pt x="25492" y="129302"/>
                </a:lnTo>
                <a:lnTo>
                  <a:pt x="25492" y="123230"/>
                </a:lnTo>
                <a:close/>
                <a:moveTo>
                  <a:pt x="38612" y="123230"/>
                </a:moveTo>
                <a:lnTo>
                  <a:pt x="38612" y="129302"/>
                </a:lnTo>
                <a:lnTo>
                  <a:pt x="32540" y="129302"/>
                </a:lnTo>
                <a:lnTo>
                  <a:pt x="32540" y="123230"/>
                </a:lnTo>
                <a:close/>
                <a:moveTo>
                  <a:pt x="45673" y="123230"/>
                </a:moveTo>
                <a:lnTo>
                  <a:pt x="45673" y="129302"/>
                </a:lnTo>
                <a:lnTo>
                  <a:pt x="39601" y="129302"/>
                </a:lnTo>
                <a:lnTo>
                  <a:pt x="39601" y="123230"/>
                </a:lnTo>
                <a:close/>
                <a:moveTo>
                  <a:pt x="52721" y="123230"/>
                </a:moveTo>
                <a:lnTo>
                  <a:pt x="52721" y="129302"/>
                </a:lnTo>
                <a:lnTo>
                  <a:pt x="46649" y="129302"/>
                </a:lnTo>
                <a:lnTo>
                  <a:pt x="46649" y="123230"/>
                </a:lnTo>
                <a:close/>
                <a:moveTo>
                  <a:pt x="59782" y="123230"/>
                </a:moveTo>
                <a:lnTo>
                  <a:pt x="59782" y="129302"/>
                </a:lnTo>
                <a:lnTo>
                  <a:pt x="53709" y="129302"/>
                </a:lnTo>
                <a:lnTo>
                  <a:pt x="53709" y="123230"/>
                </a:lnTo>
                <a:close/>
                <a:moveTo>
                  <a:pt x="66842" y="123230"/>
                </a:moveTo>
                <a:lnTo>
                  <a:pt x="66842" y="129302"/>
                </a:lnTo>
                <a:lnTo>
                  <a:pt x="60758" y="129302"/>
                </a:lnTo>
                <a:lnTo>
                  <a:pt x="60758" y="123230"/>
                </a:lnTo>
                <a:close/>
                <a:moveTo>
                  <a:pt x="73902" y="123230"/>
                </a:moveTo>
                <a:lnTo>
                  <a:pt x="73902" y="129302"/>
                </a:lnTo>
                <a:lnTo>
                  <a:pt x="67818" y="129302"/>
                </a:lnTo>
                <a:lnTo>
                  <a:pt x="67818" y="123230"/>
                </a:lnTo>
                <a:close/>
                <a:moveTo>
                  <a:pt x="80951" y="123230"/>
                </a:moveTo>
                <a:lnTo>
                  <a:pt x="80951" y="129302"/>
                </a:lnTo>
                <a:lnTo>
                  <a:pt x="74879" y="129302"/>
                </a:lnTo>
                <a:lnTo>
                  <a:pt x="74879" y="123230"/>
                </a:lnTo>
                <a:close/>
                <a:moveTo>
                  <a:pt x="88011" y="123230"/>
                </a:moveTo>
                <a:lnTo>
                  <a:pt x="88011" y="129302"/>
                </a:lnTo>
                <a:lnTo>
                  <a:pt x="81927" y="129302"/>
                </a:lnTo>
                <a:lnTo>
                  <a:pt x="81927" y="123230"/>
                </a:lnTo>
                <a:close/>
                <a:moveTo>
                  <a:pt x="95060" y="123230"/>
                </a:moveTo>
                <a:lnTo>
                  <a:pt x="95060" y="129302"/>
                </a:lnTo>
                <a:lnTo>
                  <a:pt x="88988" y="129302"/>
                </a:lnTo>
                <a:lnTo>
                  <a:pt x="88988" y="123230"/>
                </a:lnTo>
                <a:close/>
                <a:moveTo>
                  <a:pt x="102120" y="123230"/>
                </a:moveTo>
                <a:lnTo>
                  <a:pt x="102120" y="129302"/>
                </a:lnTo>
                <a:lnTo>
                  <a:pt x="96036" y="129302"/>
                </a:lnTo>
                <a:lnTo>
                  <a:pt x="96036" y="123230"/>
                </a:lnTo>
                <a:close/>
                <a:moveTo>
                  <a:pt x="109169" y="123230"/>
                </a:moveTo>
                <a:lnTo>
                  <a:pt x="109169" y="129302"/>
                </a:lnTo>
                <a:lnTo>
                  <a:pt x="103097" y="129302"/>
                </a:lnTo>
                <a:lnTo>
                  <a:pt x="103097" y="123230"/>
                </a:lnTo>
                <a:close/>
                <a:moveTo>
                  <a:pt x="116229" y="123230"/>
                </a:moveTo>
                <a:lnTo>
                  <a:pt x="116229" y="129302"/>
                </a:lnTo>
                <a:lnTo>
                  <a:pt x="110157" y="129302"/>
                </a:lnTo>
                <a:lnTo>
                  <a:pt x="110157" y="123230"/>
                </a:lnTo>
                <a:close/>
                <a:moveTo>
                  <a:pt x="123278" y="123230"/>
                </a:moveTo>
                <a:lnTo>
                  <a:pt x="123278" y="129302"/>
                </a:lnTo>
                <a:lnTo>
                  <a:pt x="117205" y="129302"/>
                </a:lnTo>
                <a:lnTo>
                  <a:pt x="117205" y="123230"/>
                </a:lnTo>
                <a:close/>
                <a:moveTo>
                  <a:pt x="130338" y="123230"/>
                </a:moveTo>
                <a:lnTo>
                  <a:pt x="130338" y="129302"/>
                </a:lnTo>
                <a:lnTo>
                  <a:pt x="124254" y="129302"/>
                </a:lnTo>
                <a:lnTo>
                  <a:pt x="124254" y="123230"/>
                </a:lnTo>
                <a:close/>
                <a:moveTo>
                  <a:pt x="137387" y="123230"/>
                </a:moveTo>
                <a:lnTo>
                  <a:pt x="137387" y="129302"/>
                </a:lnTo>
                <a:lnTo>
                  <a:pt x="131314" y="129302"/>
                </a:lnTo>
                <a:lnTo>
                  <a:pt x="131314" y="123230"/>
                </a:lnTo>
                <a:close/>
                <a:moveTo>
                  <a:pt x="144447" y="123230"/>
                </a:moveTo>
                <a:lnTo>
                  <a:pt x="144447" y="129302"/>
                </a:lnTo>
                <a:lnTo>
                  <a:pt x="138375" y="129302"/>
                </a:lnTo>
                <a:lnTo>
                  <a:pt x="138375" y="123230"/>
                </a:lnTo>
                <a:close/>
                <a:moveTo>
                  <a:pt x="151495" y="123230"/>
                </a:moveTo>
                <a:lnTo>
                  <a:pt x="151495" y="129302"/>
                </a:lnTo>
                <a:lnTo>
                  <a:pt x="145423" y="129302"/>
                </a:lnTo>
                <a:lnTo>
                  <a:pt x="145423" y="123230"/>
                </a:lnTo>
                <a:close/>
                <a:moveTo>
                  <a:pt x="158556" y="123230"/>
                </a:moveTo>
                <a:lnTo>
                  <a:pt x="158556" y="129302"/>
                </a:lnTo>
                <a:lnTo>
                  <a:pt x="152484" y="129302"/>
                </a:lnTo>
                <a:lnTo>
                  <a:pt x="152484" y="123230"/>
                </a:lnTo>
                <a:close/>
                <a:moveTo>
                  <a:pt x="165604" y="123230"/>
                </a:moveTo>
                <a:lnTo>
                  <a:pt x="165604" y="129302"/>
                </a:lnTo>
                <a:lnTo>
                  <a:pt x="159532" y="129302"/>
                </a:lnTo>
                <a:lnTo>
                  <a:pt x="159532" y="123230"/>
                </a:lnTo>
                <a:close/>
                <a:moveTo>
                  <a:pt x="172665" y="123230"/>
                </a:moveTo>
                <a:lnTo>
                  <a:pt x="172665" y="129302"/>
                </a:lnTo>
                <a:lnTo>
                  <a:pt x="166581" y="129302"/>
                </a:lnTo>
                <a:lnTo>
                  <a:pt x="166581" y="123230"/>
                </a:lnTo>
                <a:close/>
                <a:moveTo>
                  <a:pt x="179713" y="123230"/>
                </a:moveTo>
                <a:lnTo>
                  <a:pt x="179713" y="129302"/>
                </a:lnTo>
                <a:lnTo>
                  <a:pt x="173641" y="129302"/>
                </a:lnTo>
                <a:lnTo>
                  <a:pt x="173641" y="123230"/>
                </a:lnTo>
                <a:close/>
                <a:moveTo>
                  <a:pt x="186774" y="123230"/>
                </a:moveTo>
                <a:lnTo>
                  <a:pt x="186774" y="129302"/>
                </a:lnTo>
                <a:lnTo>
                  <a:pt x="180702" y="129302"/>
                </a:lnTo>
                <a:lnTo>
                  <a:pt x="180702" y="123230"/>
                </a:lnTo>
                <a:close/>
                <a:moveTo>
                  <a:pt x="193822" y="123230"/>
                </a:moveTo>
                <a:lnTo>
                  <a:pt x="193822" y="129302"/>
                </a:lnTo>
                <a:lnTo>
                  <a:pt x="187750" y="129302"/>
                </a:lnTo>
                <a:lnTo>
                  <a:pt x="187750" y="123230"/>
                </a:lnTo>
                <a:close/>
                <a:moveTo>
                  <a:pt x="200883" y="123230"/>
                </a:moveTo>
                <a:lnTo>
                  <a:pt x="200883" y="129302"/>
                </a:lnTo>
                <a:lnTo>
                  <a:pt x="194810" y="129302"/>
                </a:lnTo>
                <a:lnTo>
                  <a:pt x="194810" y="123230"/>
                </a:lnTo>
                <a:close/>
                <a:moveTo>
                  <a:pt x="207931" y="123230"/>
                </a:moveTo>
                <a:lnTo>
                  <a:pt x="207931" y="129302"/>
                </a:lnTo>
                <a:lnTo>
                  <a:pt x="201859" y="129302"/>
                </a:lnTo>
                <a:lnTo>
                  <a:pt x="201859" y="123230"/>
                </a:lnTo>
                <a:close/>
                <a:moveTo>
                  <a:pt x="214992" y="123230"/>
                </a:moveTo>
                <a:lnTo>
                  <a:pt x="214992" y="129302"/>
                </a:lnTo>
                <a:lnTo>
                  <a:pt x="208919" y="129302"/>
                </a:lnTo>
                <a:lnTo>
                  <a:pt x="208919" y="123230"/>
                </a:lnTo>
                <a:close/>
                <a:moveTo>
                  <a:pt x="222052" y="123230"/>
                </a:moveTo>
                <a:lnTo>
                  <a:pt x="222052" y="129302"/>
                </a:lnTo>
                <a:lnTo>
                  <a:pt x="215968" y="129302"/>
                </a:lnTo>
                <a:lnTo>
                  <a:pt x="215968" y="123230"/>
                </a:lnTo>
                <a:close/>
                <a:moveTo>
                  <a:pt x="229100" y="123230"/>
                </a:moveTo>
                <a:lnTo>
                  <a:pt x="229100" y="129302"/>
                </a:lnTo>
                <a:lnTo>
                  <a:pt x="223028" y="129302"/>
                </a:lnTo>
                <a:lnTo>
                  <a:pt x="223028" y="123230"/>
                </a:lnTo>
                <a:close/>
                <a:moveTo>
                  <a:pt x="236161" y="123230"/>
                </a:moveTo>
                <a:lnTo>
                  <a:pt x="236161" y="129302"/>
                </a:lnTo>
                <a:lnTo>
                  <a:pt x="230077" y="129302"/>
                </a:lnTo>
                <a:lnTo>
                  <a:pt x="230077" y="123230"/>
                </a:lnTo>
                <a:close/>
                <a:moveTo>
                  <a:pt x="243209" y="123230"/>
                </a:moveTo>
                <a:lnTo>
                  <a:pt x="243209" y="129302"/>
                </a:lnTo>
                <a:lnTo>
                  <a:pt x="237137" y="129302"/>
                </a:lnTo>
                <a:lnTo>
                  <a:pt x="237137" y="123230"/>
                </a:lnTo>
                <a:close/>
                <a:moveTo>
                  <a:pt x="250270" y="123230"/>
                </a:moveTo>
                <a:lnTo>
                  <a:pt x="250270" y="129302"/>
                </a:lnTo>
                <a:lnTo>
                  <a:pt x="244198" y="129302"/>
                </a:lnTo>
                <a:lnTo>
                  <a:pt x="244198" y="123230"/>
                </a:lnTo>
                <a:close/>
                <a:moveTo>
                  <a:pt x="257318" y="123230"/>
                </a:moveTo>
                <a:lnTo>
                  <a:pt x="257318" y="129302"/>
                </a:lnTo>
                <a:lnTo>
                  <a:pt x="251246" y="129302"/>
                </a:lnTo>
                <a:lnTo>
                  <a:pt x="251246" y="123230"/>
                </a:lnTo>
                <a:close/>
                <a:moveTo>
                  <a:pt x="264379" y="123230"/>
                </a:moveTo>
                <a:lnTo>
                  <a:pt x="264379" y="129302"/>
                </a:lnTo>
                <a:lnTo>
                  <a:pt x="258306" y="129302"/>
                </a:lnTo>
                <a:lnTo>
                  <a:pt x="258306" y="123230"/>
                </a:lnTo>
                <a:close/>
                <a:moveTo>
                  <a:pt x="271427" y="123230"/>
                </a:moveTo>
                <a:lnTo>
                  <a:pt x="271427" y="129302"/>
                </a:lnTo>
                <a:lnTo>
                  <a:pt x="265355" y="129302"/>
                </a:lnTo>
                <a:lnTo>
                  <a:pt x="265355" y="123230"/>
                </a:lnTo>
                <a:close/>
                <a:moveTo>
                  <a:pt x="278488" y="123230"/>
                </a:moveTo>
                <a:lnTo>
                  <a:pt x="278488" y="129302"/>
                </a:lnTo>
                <a:lnTo>
                  <a:pt x="272415" y="129302"/>
                </a:lnTo>
                <a:lnTo>
                  <a:pt x="272415" y="123230"/>
                </a:lnTo>
                <a:close/>
                <a:moveTo>
                  <a:pt x="17443" y="130279"/>
                </a:moveTo>
                <a:lnTo>
                  <a:pt x="17443" y="136363"/>
                </a:lnTo>
                <a:lnTo>
                  <a:pt x="11371" y="136363"/>
                </a:lnTo>
                <a:lnTo>
                  <a:pt x="11371" y="130279"/>
                </a:lnTo>
                <a:close/>
                <a:moveTo>
                  <a:pt x="24503" y="130279"/>
                </a:moveTo>
                <a:lnTo>
                  <a:pt x="24503" y="136363"/>
                </a:lnTo>
                <a:lnTo>
                  <a:pt x="18431" y="136363"/>
                </a:lnTo>
                <a:lnTo>
                  <a:pt x="18431" y="130279"/>
                </a:lnTo>
                <a:close/>
                <a:moveTo>
                  <a:pt x="31564" y="130279"/>
                </a:moveTo>
                <a:lnTo>
                  <a:pt x="31564" y="136363"/>
                </a:lnTo>
                <a:lnTo>
                  <a:pt x="25492" y="136363"/>
                </a:lnTo>
                <a:lnTo>
                  <a:pt x="25492" y="130279"/>
                </a:lnTo>
                <a:close/>
                <a:moveTo>
                  <a:pt x="38612" y="130279"/>
                </a:moveTo>
                <a:lnTo>
                  <a:pt x="38612" y="136363"/>
                </a:lnTo>
                <a:lnTo>
                  <a:pt x="32540" y="136363"/>
                </a:lnTo>
                <a:lnTo>
                  <a:pt x="32540" y="130279"/>
                </a:lnTo>
                <a:close/>
                <a:moveTo>
                  <a:pt x="45673" y="130279"/>
                </a:moveTo>
                <a:lnTo>
                  <a:pt x="45673" y="136363"/>
                </a:lnTo>
                <a:lnTo>
                  <a:pt x="39601" y="136363"/>
                </a:lnTo>
                <a:lnTo>
                  <a:pt x="39601" y="130279"/>
                </a:lnTo>
                <a:close/>
                <a:moveTo>
                  <a:pt x="52721" y="130279"/>
                </a:moveTo>
                <a:lnTo>
                  <a:pt x="52721" y="136363"/>
                </a:lnTo>
                <a:lnTo>
                  <a:pt x="46649" y="136363"/>
                </a:lnTo>
                <a:lnTo>
                  <a:pt x="46649" y="130279"/>
                </a:lnTo>
                <a:close/>
                <a:moveTo>
                  <a:pt x="59782" y="130279"/>
                </a:moveTo>
                <a:lnTo>
                  <a:pt x="59782" y="136363"/>
                </a:lnTo>
                <a:lnTo>
                  <a:pt x="53709" y="136363"/>
                </a:lnTo>
                <a:lnTo>
                  <a:pt x="53709" y="130279"/>
                </a:lnTo>
                <a:close/>
                <a:moveTo>
                  <a:pt x="66842" y="130279"/>
                </a:moveTo>
                <a:lnTo>
                  <a:pt x="66842" y="136363"/>
                </a:lnTo>
                <a:lnTo>
                  <a:pt x="60758" y="136363"/>
                </a:lnTo>
                <a:lnTo>
                  <a:pt x="60758" y="130279"/>
                </a:lnTo>
                <a:close/>
                <a:moveTo>
                  <a:pt x="67818" y="130279"/>
                </a:moveTo>
                <a:lnTo>
                  <a:pt x="73902" y="130290"/>
                </a:lnTo>
                <a:lnTo>
                  <a:pt x="73902" y="136363"/>
                </a:lnTo>
                <a:lnTo>
                  <a:pt x="67818" y="136363"/>
                </a:lnTo>
                <a:lnTo>
                  <a:pt x="67818" y="130279"/>
                </a:lnTo>
                <a:close/>
                <a:moveTo>
                  <a:pt x="74879" y="130279"/>
                </a:moveTo>
                <a:lnTo>
                  <a:pt x="80951" y="130290"/>
                </a:lnTo>
                <a:lnTo>
                  <a:pt x="80951" y="136363"/>
                </a:lnTo>
                <a:lnTo>
                  <a:pt x="74879" y="136363"/>
                </a:lnTo>
                <a:lnTo>
                  <a:pt x="74879" y="130279"/>
                </a:lnTo>
                <a:close/>
                <a:moveTo>
                  <a:pt x="88011" y="130279"/>
                </a:moveTo>
                <a:lnTo>
                  <a:pt x="88011" y="136363"/>
                </a:lnTo>
                <a:lnTo>
                  <a:pt x="81927" y="136363"/>
                </a:lnTo>
                <a:lnTo>
                  <a:pt x="81927" y="130279"/>
                </a:lnTo>
                <a:close/>
                <a:moveTo>
                  <a:pt x="95060" y="130279"/>
                </a:moveTo>
                <a:lnTo>
                  <a:pt x="95060" y="136363"/>
                </a:lnTo>
                <a:lnTo>
                  <a:pt x="88988" y="136363"/>
                </a:lnTo>
                <a:lnTo>
                  <a:pt x="88988" y="130279"/>
                </a:lnTo>
                <a:close/>
                <a:moveTo>
                  <a:pt x="102120" y="130279"/>
                </a:moveTo>
                <a:lnTo>
                  <a:pt x="102120" y="136363"/>
                </a:lnTo>
                <a:lnTo>
                  <a:pt x="96036" y="136363"/>
                </a:lnTo>
                <a:lnTo>
                  <a:pt x="96036" y="130279"/>
                </a:lnTo>
                <a:close/>
                <a:moveTo>
                  <a:pt x="103097" y="130279"/>
                </a:moveTo>
                <a:lnTo>
                  <a:pt x="109169" y="130290"/>
                </a:lnTo>
                <a:lnTo>
                  <a:pt x="109169" y="136363"/>
                </a:lnTo>
                <a:lnTo>
                  <a:pt x="103097" y="136363"/>
                </a:lnTo>
                <a:lnTo>
                  <a:pt x="103097" y="130279"/>
                </a:lnTo>
                <a:close/>
                <a:moveTo>
                  <a:pt x="110157" y="130279"/>
                </a:moveTo>
                <a:lnTo>
                  <a:pt x="116229" y="130290"/>
                </a:lnTo>
                <a:lnTo>
                  <a:pt x="116229" y="136363"/>
                </a:lnTo>
                <a:lnTo>
                  <a:pt x="110157" y="136363"/>
                </a:lnTo>
                <a:lnTo>
                  <a:pt x="110157" y="130279"/>
                </a:lnTo>
                <a:close/>
                <a:moveTo>
                  <a:pt x="123278" y="130279"/>
                </a:moveTo>
                <a:lnTo>
                  <a:pt x="123278" y="136363"/>
                </a:lnTo>
                <a:lnTo>
                  <a:pt x="117205" y="136363"/>
                </a:lnTo>
                <a:lnTo>
                  <a:pt x="117205" y="130279"/>
                </a:lnTo>
                <a:close/>
                <a:moveTo>
                  <a:pt x="130338" y="130279"/>
                </a:moveTo>
                <a:lnTo>
                  <a:pt x="130338" y="136363"/>
                </a:lnTo>
                <a:lnTo>
                  <a:pt x="124254" y="136363"/>
                </a:lnTo>
                <a:lnTo>
                  <a:pt x="124254" y="130279"/>
                </a:lnTo>
                <a:close/>
                <a:moveTo>
                  <a:pt x="137387" y="130279"/>
                </a:moveTo>
                <a:lnTo>
                  <a:pt x="137387" y="136363"/>
                </a:lnTo>
                <a:lnTo>
                  <a:pt x="131314" y="136363"/>
                </a:lnTo>
                <a:lnTo>
                  <a:pt x="131314" y="130279"/>
                </a:lnTo>
                <a:close/>
                <a:moveTo>
                  <a:pt x="144447" y="130279"/>
                </a:moveTo>
                <a:lnTo>
                  <a:pt x="144447" y="136363"/>
                </a:lnTo>
                <a:lnTo>
                  <a:pt x="138375" y="136363"/>
                </a:lnTo>
                <a:lnTo>
                  <a:pt x="138375" y="130279"/>
                </a:lnTo>
                <a:close/>
                <a:moveTo>
                  <a:pt x="151495" y="130279"/>
                </a:moveTo>
                <a:lnTo>
                  <a:pt x="151495" y="136363"/>
                </a:lnTo>
                <a:lnTo>
                  <a:pt x="145423" y="136363"/>
                </a:lnTo>
                <a:lnTo>
                  <a:pt x="145423" y="130279"/>
                </a:lnTo>
                <a:close/>
                <a:moveTo>
                  <a:pt x="158556" y="130279"/>
                </a:moveTo>
                <a:lnTo>
                  <a:pt x="158556" y="136363"/>
                </a:lnTo>
                <a:lnTo>
                  <a:pt x="152484" y="136363"/>
                </a:lnTo>
                <a:lnTo>
                  <a:pt x="152484" y="130279"/>
                </a:lnTo>
                <a:close/>
                <a:moveTo>
                  <a:pt x="165604" y="130279"/>
                </a:moveTo>
                <a:lnTo>
                  <a:pt x="165604" y="136363"/>
                </a:lnTo>
                <a:lnTo>
                  <a:pt x="159532" y="136363"/>
                </a:lnTo>
                <a:lnTo>
                  <a:pt x="159532" y="130279"/>
                </a:lnTo>
                <a:close/>
                <a:moveTo>
                  <a:pt x="172665" y="130279"/>
                </a:moveTo>
                <a:lnTo>
                  <a:pt x="172665" y="136363"/>
                </a:lnTo>
                <a:lnTo>
                  <a:pt x="166581" y="136363"/>
                </a:lnTo>
                <a:lnTo>
                  <a:pt x="166581" y="130279"/>
                </a:lnTo>
                <a:close/>
                <a:moveTo>
                  <a:pt x="179713" y="130279"/>
                </a:moveTo>
                <a:lnTo>
                  <a:pt x="179713" y="136363"/>
                </a:lnTo>
                <a:lnTo>
                  <a:pt x="173641" y="136363"/>
                </a:lnTo>
                <a:lnTo>
                  <a:pt x="173641" y="130279"/>
                </a:lnTo>
                <a:close/>
                <a:moveTo>
                  <a:pt x="186774" y="130279"/>
                </a:moveTo>
                <a:lnTo>
                  <a:pt x="186774" y="136363"/>
                </a:lnTo>
                <a:lnTo>
                  <a:pt x="180702" y="136363"/>
                </a:lnTo>
                <a:lnTo>
                  <a:pt x="180702" y="130279"/>
                </a:lnTo>
                <a:close/>
                <a:moveTo>
                  <a:pt x="193822" y="130279"/>
                </a:moveTo>
                <a:lnTo>
                  <a:pt x="193822" y="136363"/>
                </a:lnTo>
                <a:lnTo>
                  <a:pt x="187750" y="136363"/>
                </a:lnTo>
                <a:lnTo>
                  <a:pt x="187750" y="130279"/>
                </a:lnTo>
                <a:close/>
                <a:moveTo>
                  <a:pt x="200883" y="130279"/>
                </a:moveTo>
                <a:lnTo>
                  <a:pt x="200883" y="136363"/>
                </a:lnTo>
                <a:lnTo>
                  <a:pt x="194810" y="136363"/>
                </a:lnTo>
                <a:lnTo>
                  <a:pt x="194810" y="130279"/>
                </a:lnTo>
                <a:close/>
                <a:moveTo>
                  <a:pt x="207931" y="130279"/>
                </a:moveTo>
                <a:lnTo>
                  <a:pt x="207931" y="136363"/>
                </a:lnTo>
                <a:lnTo>
                  <a:pt x="201859" y="136363"/>
                </a:lnTo>
                <a:lnTo>
                  <a:pt x="201859" y="130279"/>
                </a:lnTo>
                <a:close/>
                <a:moveTo>
                  <a:pt x="214992" y="130279"/>
                </a:moveTo>
                <a:lnTo>
                  <a:pt x="214992" y="136363"/>
                </a:lnTo>
                <a:lnTo>
                  <a:pt x="208919" y="136363"/>
                </a:lnTo>
                <a:lnTo>
                  <a:pt x="208919" y="130279"/>
                </a:lnTo>
                <a:close/>
                <a:moveTo>
                  <a:pt x="222052" y="130279"/>
                </a:moveTo>
                <a:lnTo>
                  <a:pt x="222052" y="136363"/>
                </a:lnTo>
                <a:lnTo>
                  <a:pt x="215968" y="136363"/>
                </a:lnTo>
                <a:lnTo>
                  <a:pt x="215968" y="130279"/>
                </a:lnTo>
                <a:close/>
                <a:moveTo>
                  <a:pt x="229100" y="130279"/>
                </a:moveTo>
                <a:lnTo>
                  <a:pt x="229100" y="136363"/>
                </a:lnTo>
                <a:lnTo>
                  <a:pt x="223028" y="136363"/>
                </a:lnTo>
                <a:lnTo>
                  <a:pt x="223028" y="130279"/>
                </a:lnTo>
                <a:close/>
                <a:moveTo>
                  <a:pt x="236161" y="130279"/>
                </a:moveTo>
                <a:lnTo>
                  <a:pt x="236161" y="136363"/>
                </a:lnTo>
                <a:lnTo>
                  <a:pt x="230077" y="136363"/>
                </a:lnTo>
                <a:lnTo>
                  <a:pt x="230077" y="130279"/>
                </a:lnTo>
                <a:close/>
                <a:moveTo>
                  <a:pt x="243209" y="130279"/>
                </a:moveTo>
                <a:lnTo>
                  <a:pt x="243209" y="136363"/>
                </a:lnTo>
                <a:lnTo>
                  <a:pt x="237137" y="136363"/>
                </a:lnTo>
                <a:lnTo>
                  <a:pt x="237137" y="130279"/>
                </a:lnTo>
                <a:close/>
                <a:moveTo>
                  <a:pt x="250270" y="130279"/>
                </a:moveTo>
                <a:lnTo>
                  <a:pt x="250270" y="136363"/>
                </a:lnTo>
                <a:lnTo>
                  <a:pt x="244198" y="136363"/>
                </a:lnTo>
                <a:lnTo>
                  <a:pt x="244198" y="130279"/>
                </a:lnTo>
                <a:close/>
                <a:moveTo>
                  <a:pt x="257318" y="130279"/>
                </a:moveTo>
                <a:lnTo>
                  <a:pt x="257318" y="136363"/>
                </a:lnTo>
                <a:lnTo>
                  <a:pt x="251246" y="136363"/>
                </a:lnTo>
                <a:lnTo>
                  <a:pt x="251246" y="130279"/>
                </a:lnTo>
                <a:close/>
                <a:moveTo>
                  <a:pt x="264379" y="130279"/>
                </a:moveTo>
                <a:lnTo>
                  <a:pt x="264379" y="136363"/>
                </a:lnTo>
                <a:lnTo>
                  <a:pt x="258306" y="136363"/>
                </a:lnTo>
                <a:lnTo>
                  <a:pt x="258306" y="130279"/>
                </a:lnTo>
                <a:close/>
                <a:moveTo>
                  <a:pt x="271427" y="130279"/>
                </a:moveTo>
                <a:lnTo>
                  <a:pt x="271427" y="136363"/>
                </a:lnTo>
                <a:lnTo>
                  <a:pt x="265355" y="136363"/>
                </a:lnTo>
                <a:lnTo>
                  <a:pt x="265355" y="130279"/>
                </a:lnTo>
                <a:close/>
                <a:moveTo>
                  <a:pt x="278488" y="130279"/>
                </a:moveTo>
                <a:lnTo>
                  <a:pt x="278488" y="136363"/>
                </a:lnTo>
                <a:lnTo>
                  <a:pt x="272415" y="136363"/>
                </a:lnTo>
                <a:lnTo>
                  <a:pt x="272415" y="130279"/>
                </a:lnTo>
                <a:close/>
                <a:moveTo>
                  <a:pt x="17443" y="137339"/>
                </a:moveTo>
                <a:lnTo>
                  <a:pt x="17443" y="143411"/>
                </a:lnTo>
                <a:lnTo>
                  <a:pt x="11371" y="143411"/>
                </a:lnTo>
                <a:lnTo>
                  <a:pt x="11371" y="137339"/>
                </a:lnTo>
                <a:close/>
                <a:moveTo>
                  <a:pt x="24503" y="137339"/>
                </a:moveTo>
                <a:lnTo>
                  <a:pt x="24503" y="143411"/>
                </a:lnTo>
                <a:lnTo>
                  <a:pt x="18431" y="143411"/>
                </a:lnTo>
                <a:lnTo>
                  <a:pt x="18431" y="137339"/>
                </a:lnTo>
                <a:close/>
                <a:moveTo>
                  <a:pt x="31564" y="137339"/>
                </a:moveTo>
                <a:lnTo>
                  <a:pt x="31564" y="143411"/>
                </a:lnTo>
                <a:lnTo>
                  <a:pt x="25492" y="143411"/>
                </a:lnTo>
                <a:lnTo>
                  <a:pt x="25492" y="137339"/>
                </a:lnTo>
                <a:close/>
                <a:moveTo>
                  <a:pt x="38612" y="137339"/>
                </a:moveTo>
                <a:lnTo>
                  <a:pt x="38612" y="143411"/>
                </a:lnTo>
                <a:lnTo>
                  <a:pt x="32540" y="143411"/>
                </a:lnTo>
                <a:lnTo>
                  <a:pt x="32540" y="137339"/>
                </a:lnTo>
                <a:close/>
                <a:moveTo>
                  <a:pt x="45673" y="137339"/>
                </a:moveTo>
                <a:lnTo>
                  <a:pt x="45673" y="143411"/>
                </a:lnTo>
                <a:lnTo>
                  <a:pt x="39601" y="143411"/>
                </a:lnTo>
                <a:lnTo>
                  <a:pt x="39601" y="137339"/>
                </a:lnTo>
                <a:close/>
                <a:moveTo>
                  <a:pt x="52721" y="137339"/>
                </a:moveTo>
                <a:lnTo>
                  <a:pt x="52721" y="143411"/>
                </a:lnTo>
                <a:lnTo>
                  <a:pt x="46649" y="143411"/>
                </a:lnTo>
                <a:lnTo>
                  <a:pt x="46649" y="137339"/>
                </a:lnTo>
                <a:close/>
                <a:moveTo>
                  <a:pt x="59782" y="137339"/>
                </a:moveTo>
                <a:lnTo>
                  <a:pt x="59782" y="143411"/>
                </a:lnTo>
                <a:lnTo>
                  <a:pt x="53709" y="143411"/>
                </a:lnTo>
                <a:lnTo>
                  <a:pt x="53709" y="137339"/>
                </a:lnTo>
                <a:close/>
                <a:moveTo>
                  <a:pt x="66842" y="137339"/>
                </a:moveTo>
                <a:lnTo>
                  <a:pt x="66842" y="143411"/>
                </a:lnTo>
                <a:lnTo>
                  <a:pt x="60758" y="143411"/>
                </a:lnTo>
                <a:lnTo>
                  <a:pt x="60758" y="137339"/>
                </a:lnTo>
                <a:close/>
                <a:moveTo>
                  <a:pt x="73902" y="137339"/>
                </a:moveTo>
                <a:lnTo>
                  <a:pt x="73902" y="143411"/>
                </a:lnTo>
                <a:lnTo>
                  <a:pt x="67818" y="143411"/>
                </a:lnTo>
                <a:lnTo>
                  <a:pt x="67818" y="137339"/>
                </a:lnTo>
                <a:close/>
                <a:moveTo>
                  <a:pt x="80951" y="137339"/>
                </a:moveTo>
                <a:lnTo>
                  <a:pt x="80951" y="143411"/>
                </a:lnTo>
                <a:lnTo>
                  <a:pt x="74879" y="143411"/>
                </a:lnTo>
                <a:lnTo>
                  <a:pt x="74879" y="137339"/>
                </a:lnTo>
                <a:close/>
                <a:moveTo>
                  <a:pt x="88011" y="137339"/>
                </a:moveTo>
                <a:lnTo>
                  <a:pt x="88011" y="143411"/>
                </a:lnTo>
                <a:lnTo>
                  <a:pt x="81927" y="143411"/>
                </a:lnTo>
                <a:lnTo>
                  <a:pt x="81927" y="137339"/>
                </a:lnTo>
                <a:close/>
                <a:moveTo>
                  <a:pt x="95060" y="137339"/>
                </a:moveTo>
                <a:lnTo>
                  <a:pt x="95060" y="143411"/>
                </a:lnTo>
                <a:lnTo>
                  <a:pt x="88988" y="143411"/>
                </a:lnTo>
                <a:lnTo>
                  <a:pt x="88988" y="137339"/>
                </a:lnTo>
                <a:close/>
                <a:moveTo>
                  <a:pt x="102120" y="137339"/>
                </a:moveTo>
                <a:lnTo>
                  <a:pt x="102120" y="143411"/>
                </a:lnTo>
                <a:lnTo>
                  <a:pt x="96036" y="143411"/>
                </a:lnTo>
                <a:lnTo>
                  <a:pt x="96036" y="137339"/>
                </a:lnTo>
                <a:close/>
                <a:moveTo>
                  <a:pt x="103097" y="137339"/>
                </a:moveTo>
                <a:lnTo>
                  <a:pt x="109169" y="137351"/>
                </a:lnTo>
                <a:lnTo>
                  <a:pt x="109169" y="143411"/>
                </a:lnTo>
                <a:lnTo>
                  <a:pt x="103097" y="143411"/>
                </a:lnTo>
                <a:lnTo>
                  <a:pt x="103097" y="137339"/>
                </a:lnTo>
                <a:close/>
                <a:moveTo>
                  <a:pt x="110157" y="137339"/>
                </a:moveTo>
                <a:lnTo>
                  <a:pt x="116229" y="137351"/>
                </a:lnTo>
                <a:lnTo>
                  <a:pt x="116229" y="143411"/>
                </a:lnTo>
                <a:lnTo>
                  <a:pt x="110157" y="143411"/>
                </a:lnTo>
                <a:lnTo>
                  <a:pt x="110157" y="137339"/>
                </a:lnTo>
                <a:close/>
                <a:moveTo>
                  <a:pt x="123278" y="137339"/>
                </a:moveTo>
                <a:lnTo>
                  <a:pt x="123278" y="143411"/>
                </a:lnTo>
                <a:lnTo>
                  <a:pt x="117205" y="143411"/>
                </a:lnTo>
                <a:lnTo>
                  <a:pt x="117205" y="137339"/>
                </a:lnTo>
                <a:close/>
                <a:moveTo>
                  <a:pt x="130338" y="137339"/>
                </a:moveTo>
                <a:lnTo>
                  <a:pt x="130338" y="143411"/>
                </a:lnTo>
                <a:lnTo>
                  <a:pt x="124254" y="143411"/>
                </a:lnTo>
                <a:lnTo>
                  <a:pt x="124254" y="137339"/>
                </a:lnTo>
                <a:close/>
                <a:moveTo>
                  <a:pt x="137387" y="137339"/>
                </a:moveTo>
                <a:lnTo>
                  <a:pt x="137387" y="143411"/>
                </a:lnTo>
                <a:lnTo>
                  <a:pt x="131314" y="143411"/>
                </a:lnTo>
                <a:lnTo>
                  <a:pt x="131314" y="137339"/>
                </a:lnTo>
                <a:close/>
                <a:moveTo>
                  <a:pt x="144447" y="137339"/>
                </a:moveTo>
                <a:lnTo>
                  <a:pt x="144447" y="143411"/>
                </a:lnTo>
                <a:lnTo>
                  <a:pt x="138375" y="143411"/>
                </a:lnTo>
                <a:lnTo>
                  <a:pt x="138375" y="137339"/>
                </a:lnTo>
                <a:close/>
                <a:moveTo>
                  <a:pt x="151495" y="137339"/>
                </a:moveTo>
                <a:lnTo>
                  <a:pt x="151495" y="143411"/>
                </a:lnTo>
                <a:lnTo>
                  <a:pt x="145423" y="143411"/>
                </a:lnTo>
                <a:lnTo>
                  <a:pt x="145423" y="137339"/>
                </a:lnTo>
                <a:close/>
                <a:moveTo>
                  <a:pt x="158556" y="137339"/>
                </a:moveTo>
                <a:lnTo>
                  <a:pt x="158556" y="143411"/>
                </a:lnTo>
                <a:lnTo>
                  <a:pt x="152484" y="143411"/>
                </a:lnTo>
                <a:lnTo>
                  <a:pt x="152484" y="137339"/>
                </a:lnTo>
                <a:close/>
                <a:moveTo>
                  <a:pt x="165604" y="137339"/>
                </a:moveTo>
                <a:lnTo>
                  <a:pt x="165604" y="143411"/>
                </a:lnTo>
                <a:lnTo>
                  <a:pt x="159532" y="143411"/>
                </a:lnTo>
                <a:lnTo>
                  <a:pt x="159532" y="137339"/>
                </a:lnTo>
                <a:close/>
                <a:moveTo>
                  <a:pt x="172665" y="137339"/>
                </a:moveTo>
                <a:lnTo>
                  <a:pt x="172665" y="143411"/>
                </a:lnTo>
                <a:lnTo>
                  <a:pt x="166581" y="143411"/>
                </a:lnTo>
                <a:lnTo>
                  <a:pt x="166581" y="137339"/>
                </a:lnTo>
                <a:close/>
                <a:moveTo>
                  <a:pt x="179713" y="137339"/>
                </a:moveTo>
                <a:lnTo>
                  <a:pt x="179713" y="143411"/>
                </a:lnTo>
                <a:lnTo>
                  <a:pt x="173641" y="143411"/>
                </a:lnTo>
                <a:lnTo>
                  <a:pt x="173641" y="137339"/>
                </a:lnTo>
                <a:close/>
                <a:moveTo>
                  <a:pt x="186774" y="137339"/>
                </a:moveTo>
                <a:lnTo>
                  <a:pt x="186774" y="143411"/>
                </a:lnTo>
                <a:lnTo>
                  <a:pt x="180702" y="143411"/>
                </a:lnTo>
                <a:lnTo>
                  <a:pt x="180702" y="137339"/>
                </a:lnTo>
                <a:close/>
                <a:moveTo>
                  <a:pt x="193822" y="137339"/>
                </a:moveTo>
                <a:lnTo>
                  <a:pt x="193822" y="143411"/>
                </a:lnTo>
                <a:lnTo>
                  <a:pt x="187750" y="143411"/>
                </a:lnTo>
                <a:lnTo>
                  <a:pt x="187750" y="137339"/>
                </a:lnTo>
                <a:close/>
                <a:moveTo>
                  <a:pt x="200883" y="137339"/>
                </a:moveTo>
                <a:lnTo>
                  <a:pt x="200883" y="143411"/>
                </a:lnTo>
                <a:lnTo>
                  <a:pt x="194810" y="143411"/>
                </a:lnTo>
                <a:lnTo>
                  <a:pt x="194810" y="137339"/>
                </a:lnTo>
                <a:close/>
                <a:moveTo>
                  <a:pt x="207931" y="137339"/>
                </a:moveTo>
                <a:lnTo>
                  <a:pt x="207931" y="143411"/>
                </a:lnTo>
                <a:lnTo>
                  <a:pt x="201859" y="143411"/>
                </a:lnTo>
                <a:lnTo>
                  <a:pt x="201859" y="137339"/>
                </a:lnTo>
                <a:close/>
                <a:moveTo>
                  <a:pt x="214992" y="137339"/>
                </a:moveTo>
                <a:lnTo>
                  <a:pt x="214992" y="143411"/>
                </a:lnTo>
                <a:lnTo>
                  <a:pt x="208919" y="143411"/>
                </a:lnTo>
                <a:lnTo>
                  <a:pt x="208919" y="137339"/>
                </a:lnTo>
                <a:close/>
                <a:moveTo>
                  <a:pt x="222052" y="137339"/>
                </a:moveTo>
                <a:lnTo>
                  <a:pt x="222052" y="143411"/>
                </a:lnTo>
                <a:lnTo>
                  <a:pt x="215968" y="143411"/>
                </a:lnTo>
                <a:lnTo>
                  <a:pt x="215968" y="137339"/>
                </a:lnTo>
                <a:close/>
                <a:moveTo>
                  <a:pt x="229100" y="137339"/>
                </a:moveTo>
                <a:lnTo>
                  <a:pt x="229100" y="143411"/>
                </a:lnTo>
                <a:lnTo>
                  <a:pt x="223028" y="143411"/>
                </a:lnTo>
                <a:lnTo>
                  <a:pt x="223028" y="137339"/>
                </a:lnTo>
                <a:close/>
                <a:moveTo>
                  <a:pt x="236161" y="137339"/>
                </a:moveTo>
                <a:lnTo>
                  <a:pt x="236161" y="143411"/>
                </a:lnTo>
                <a:lnTo>
                  <a:pt x="230077" y="143411"/>
                </a:lnTo>
                <a:lnTo>
                  <a:pt x="230077" y="137339"/>
                </a:lnTo>
                <a:close/>
                <a:moveTo>
                  <a:pt x="243209" y="137339"/>
                </a:moveTo>
                <a:lnTo>
                  <a:pt x="243209" y="143411"/>
                </a:lnTo>
                <a:lnTo>
                  <a:pt x="237137" y="143411"/>
                </a:lnTo>
                <a:lnTo>
                  <a:pt x="237137" y="137339"/>
                </a:lnTo>
                <a:close/>
                <a:moveTo>
                  <a:pt x="250270" y="137339"/>
                </a:moveTo>
                <a:lnTo>
                  <a:pt x="250270" y="143411"/>
                </a:lnTo>
                <a:lnTo>
                  <a:pt x="244198" y="143411"/>
                </a:lnTo>
                <a:lnTo>
                  <a:pt x="244198" y="137339"/>
                </a:lnTo>
                <a:close/>
                <a:moveTo>
                  <a:pt x="257318" y="137339"/>
                </a:moveTo>
                <a:lnTo>
                  <a:pt x="257318" y="143411"/>
                </a:lnTo>
                <a:lnTo>
                  <a:pt x="251246" y="143411"/>
                </a:lnTo>
                <a:lnTo>
                  <a:pt x="251246" y="137339"/>
                </a:lnTo>
                <a:close/>
                <a:moveTo>
                  <a:pt x="264379" y="137339"/>
                </a:moveTo>
                <a:lnTo>
                  <a:pt x="264379" y="143411"/>
                </a:lnTo>
                <a:lnTo>
                  <a:pt x="258306" y="143411"/>
                </a:lnTo>
                <a:lnTo>
                  <a:pt x="258306" y="137339"/>
                </a:lnTo>
                <a:close/>
                <a:moveTo>
                  <a:pt x="271427" y="137339"/>
                </a:moveTo>
                <a:lnTo>
                  <a:pt x="271427" y="143411"/>
                </a:lnTo>
                <a:lnTo>
                  <a:pt x="265355" y="143411"/>
                </a:lnTo>
                <a:lnTo>
                  <a:pt x="265355" y="137339"/>
                </a:lnTo>
                <a:close/>
                <a:moveTo>
                  <a:pt x="278488" y="137339"/>
                </a:moveTo>
                <a:lnTo>
                  <a:pt x="278488" y="143411"/>
                </a:lnTo>
                <a:lnTo>
                  <a:pt x="272415" y="143411"/>
                </a:lnTo>
                <a:lnTo>
                  <a:pt x="272415" y="137339"/>
                </a:lnTo>
                <a:close/>
                <a:moveTo>
                  <a:pt x="17443" y="144399"/>
                </a:moveTo>
                <a:lnTo>
                  <a:pt x="17443" y="150472"/>
                </a:lnTo>
                <a:lnTo>
                  <a:pt x="11371" y="150472"/>
                </a:lnTo>
                <a:lnTo>
                  <a:pt x="11371" y="144399"/>
                </a:lnTo>
                <a:close/>
                <a:moveTo>
                  <a:pt x="24503" y="144399"/>
                </a:moveTo>
                <a:lnTo>
                  <a:pt x="24503" y="150472"/>
                </a:lnTo>
                <a:lnTo>
                  <a:pt x="18431" y="150472"/>
                </a:lnTo>
                <a:lnTo>
                  <a:pt x="18431" y="144399"/>
                </a:lnTo>
                <a:close/>
                <a:moveTo>
                  <a:pt x="31564" y="144399"/>
                </a:moveTo>
                <a:lnTo>
                  <a:pt x="31564" y="150472"/>
                </a:lnTo>
                <a:lnTo>
                  <a:pt x="25492" y="150472"/>
                </a:lnTo>
                <a:lnTo>
                  <a:pt x="25492" y="144399"/>
                </a:lnTo>
                <a:close/>
                <a:moveTo>
                  <a:pt x="38612" y="144399"/>
                </a:moveTo>
                <a:lnTo>
                  <a:pt x="38612" y="150472"/>
                </a:lnTo>
                <a:lnTo>
                  <a:pt x="32540" y="150472"/>
                </a:lnTo>
                <a:lnTo>
                  <a:pt x="32540" y="144399"/>
                </a:lnTo>
                <a:close/>
                <a:moveTo>
                  <a:pt x="45673" y="144399"/>
                </a:moveTo>
                <a:lnTo>
                  <a:pt x="45673" y="150472"/>
                </a:lnTo>
                <a:lnTo>
                  <a:pt x="39601" y="150472"/>
                </a:lnTo>
                <a:lnTo>
                  <a:pt x="39601" y="144399"/>
                </a:lnTo>
                <a:close/>
                <a:moveTo>
                  <a:pt x="52721" y="144399"/>
                </a:moveTo>
                <a:lnTo>
                  <a:pt x="52721" y="150472"/>
                </a:lnTo>
                <a:lnTo>
                  <a:pt x="46649" y="150472"/>
                </a:lnTo>
                <a:lnTo>
                  <a:pt x="46649" y="144399"/>
                </a:lnTo>
                <a:close/>
                <a:moveTo>
                  <a:pt x="59782" y="144399"/>
                </a:moveTo>
                <a:lnTo>
                  <a:pt x="59782" y="150472"/>
                </a:lnTo>
                <a:lnTo>
                  <a:pt x="53709" y="150472"/>
                </a:lnTo>
                <a:lnTo>
                  <a:pt x="53709" y="144399"/>
                </a:lnTo>
                <a:close/>
                <a:moveTo>
                  <a:pt x="66842" y="144387"/>
                </a:moveTo>
                <a:lnTo>
                  <a:pt x="66842" y="150472"/>
                </a:lnTo>
                <a:lnTo>
                  <a:pt x="60758" y="150472"/>
                </a:lnTo>
                <a:lnTo>
                  <a:pt x="60758" y="144399"/>
                </a:lnTo>
                <a:lnTo>
                  <a:pt x="66842" y="144387"/>
                </a:lnTo>
                <a:close/>
                <a:moveTo>
                  <a:pt x="73902" y="144399"/>
                </a:moveTo>
                <a:lnTo>
                  <a:pt x="73902" y="150472"/>
                </a:lnTo>
                <a:lnTo>
                  <a:pt x="67818" y="150472"/>
                </a:lnTo>
                <a:lnTo>
                  <a:pt x="67818" y="144399"/>
                </a:lnTo>
                <a:close/>
                <a:moveTo>
                  <a:pt x="80951" y="144399"/>
                </a:moveTo>
                <a:lnTo>
                  <a:pt x="80951" y="150472"/>
                </a:lnTo>
                <a:lnTo>
                  <a:pt x="74879" y="150472"/>
                </a:lnTo>
                <a:lnTo>
                  <a:pt x="74879" y="144399"/>
                </a:lnTo>
                <a:close/>
                <a:moveTo>
                  <a:pt x="88011" y="144399"/>
                </a:moveTo>
                <a:lnTo>
                  <a:pt x="88011" y="150472"/>
                </a:lnTo>
                <a:lnTo>
                  <a:pt x="81927" y="150472"/>
                </a:lnTo>
                <a:lnTo>
                  <a:pt x="81927" y="144399"/>
                </a:lnTo>
                <a:close/>
                <a:moveTo>
                  <a:pt x="95060" y="144399"/>
                </a:moveTo>
                <a:lnTo>
                  <a:pt x="95060" y="150472"/>
                </a:lnTo>
                <a:lnTo>
                  <a:pt x="88988" y="150472"/>
                </a:lnTo>
                <a:lnTo>
                  <a:pt x="88988" y="144399"/>
                </a:lnTo>
                <a:close/>
                <a:moveTo>
                  <a:pt x="102120" y="144387"/>
                </a:moveTo>
                <a:lnTo>
                  <a:pt x="102120" y="150472"/>
                </a:lnTo>
                <a:lnTo>
                  <a:pt x="96036" y="150472"/>
                </a:lnTo>
                <a:lnTo>
                  <a:pt x="96036" y="144399"/>
                </a:lnTo>
                <a:lnTo>
                  <a:pt x="102120" y="144387"/>
                </a:lnTo>
                <a:close/>
                <a:moveTo>
                  <a:pt x="109169" y="144399"/>
                </a:moveTo>
                <a:lnTo>
                  <a:pt x="109169" y="150472"/>
                </a:lnTo>
                <a:lnTo>
                  <a:pt x="103097" y="150472"/>
                </a:lnTo>
                <a:lnTo>
                  <a:pt x="103097" y="144399"/>
                </a:lnTo>
                <a:close/>
                <a:moveTo>
                  <a:pt x="116229" y="144399"/>
                </a:moveTo>
                <a:lnTo>
                  <a:pt x="116229" y="150472"/>
                </a:lnTo>
                <a:lnTo>
                  <a:pt x="110157" y="150472"/>
                </a:lnTo>
                <a:lnTo>
                  <a:pt x="110157" y="144399"/>
                </a:lnTo>
                <a:close/>
                <a:moveTo>
                  <a:pt x="123278" y="144399"/>
                </a:moveTo>
                <a:lnTo>
                  <a:pt x="123278" y="150472"/>
                </a:lnTo>
                <a:lnTo>
                  <a:pt x="117205" y="150472"/>
                </a:lnTo>
                <a:lnTo>
                  <a:pt x="117205" y="144399"/>
                </a:lnTo>
                <a:close/>
                <a:moveTo>
                  <a:pt x="130338" y="144399"/>
                </a:moveTo>
                <a:lnTo>
                  <a:pt x="130338" y="150472"/>
                </a:lnTo>
                <a:lnTo>
                  <a:pt x="124254" y="150472"/>
                </a:lnTo>
                <a:lnTo>
                  <a:pt x="124254" y="144399"/>
                </a:lnTo>
                <a:close/>
                <a:moveTo>
                  <a:pt x="137387" y="144387"/>
                </a:moveTo>
                <a:lnTo>
                  <a:pt x="137387" y="150472"/>
                </a:lnTo>
                <a:lnTo>
                  <a:pt x="131314" y="150472"/>
                </a:lnTo>
                <a:lnTo>
                  <a:pt x="131314" y="144399"/>
                </a:lnTo>
                <a:lnTo>
                  <a:pt x="137387" y="144387"/>
                </a:lnTo>
                <a:close/>
                <a:moveTo>
                  <a:pt x="144447" y="144399"/>
                </a:moveTo>
                <a:lnTo>
                  <a:pt x="144447" y="150472"/>
                </a:lnTo>
                <a:lnTo>
                  <a:pt x="138375" y="150472"/>
                </a:lnTo>
                <a:lnTo>
                  <a:pt x="138375" y="144399"/>
                </a:lnTo>
                <a:close/>
                <a:moveTo>
                  <a:pt x="151495" y="144399"/>
                </a:moveTo>
                <a:lnTo>
                  <a:pt x="151495" y="150472"/>
                </a:lnTo>
                <a:lnTo>
                  <a:pt x="145423" y="150472"/>
                </a:lnTo>
                <a:lnTo>
                  <a:pt x="145423" y="144399"/>
                </a:lnTo>
                <a:close/>
                <a:moveTo>
                  <a:pt x="158556" y="144399"/>
                </a:moveTo>
                <a:lnTo>
                  <a:pt x="158556" y="150472"/>
                </a:lnTo>
                <a:lnTo>
                  <a:pt x="152484" y="150472"/>
                </a:lnTo>
                <a:lnTo>
                  <a:pt x="152484" y="144399"/>
                </a:lnTo>
                <a:close/>
                <a:moveTo>
                  <a:pt x="165604" y="144399"/>
                </a:moveTo>
                <a:lnTo>
                  <a:pt x="165604" y="150472"/>
                </a:lnTo>
                <a:lnTo>
                  <a:pt x="159532" y="150472"/>
                </a:lnTo>
                <a:lnTo>
                  <a:pt x="159532" y="144399"/>
                </a:lnTo>
                <a:close/>
                <a:moveTo>
                  <a:pt x="172665" y="144399"/>
                </a:moveTo>
                <a:lnTo>
                  <a:pt x="172665" y="150472"/>
                </a:lnTo>
                <a:lnTo>
                  <a:pt x="166581" y="150472"/>
                </a:lnTo>
                <a:lnTo>
                  <a:pt x="166581" y="144399"/>
                </a:lnTo>
                <a:close/>
                <a:moveTo>
                  <a:pt x="179713" y="144399"/>
                </a:moveTo>
                <a:lnTo>
                  <a:pt x="179713" y="150472"/>
                </a:lnTo>
                <a:lnTo>
                  <a:pt x="173641" y="150472"/>
                </a:lnTo>
                <a:lnTo>
                  <a:pt x="173641" y="144399"/>
                </a:lnTo>
                <a:close/>
                <a:moveTo>
                  <a:pt x="186774" y="144399"/>
                </a:moveTo>
                <a:lnTo>
                  <a:pt x="186774" y="150472"/>
                </a:lnTo>
                <a:lnTo>
                  <a:pt x="180702" y="150472"/>
                </a:lnTo>
                <a:lnTo>
                  <a:pt x="180702" y="144399"/>
                </a:lnTo>
                <a:close/>
                <a:moveTo>
                  <a:pt x="193822" y="144399"/>
                </a:moveTo>
                <a:lnTo>
                  <a:pt x="193822" y="150472"/>
                </a:lnTo>
                <a:lnTo>
                  <a:pt x="187750" y="150472"/>
                </a:lnTo>
                <a:lnTo>
                  <a:pt x="187750" y="144399"/>
                </a:lnTo>
                <a:close/>
                <a:moveTo>
                  <a:pt x="200883" y="144399"/>
                </a:moveTo>
                <a:lnTo>
                  <a:pt x="200883" y="150472"/>
                </a:lnTo>
                <a:lnTo>
                  <a:pt x="194810" y="150472"/>
                </a:lnTo>
                <a:lnTo>
                  <a:pt x="194810" y="144399"/>
                </a:lnTo>
                <a:close/>
                <a:moveTo>
                  <a:pt x="207931" y="144399"/>
                </a:moveTo>
                <a:lnTo>
                  <a:pt x="207931" y="150472"/>
                </a:lnTo>
                <a:lnTo>
                  <a:pt x="201859" y="150472"/>
                </a:lnTo>
                <a:lnTo>
                  <a:pt x="201859" y="144399"/>
                </a:lnTo>
                <a:close/>
                <a:moveTo>
                  <a:pt x="214992" y="144399"/>
                </a:moveTo>
                <a:lnTo>
                  <a:pt x="214992" y="150472"/>
                </a:lnTo>
                <a:lnTo>
                  <a:pt x="208919" y="150472"/>
                </a:lnTo>
                <a:lnTo>
                  <a:pt x="208919" y="144399"/>
                </a:lnTo>
                <a:close/>
                <a:moveTo>
                  <a:pt x="222052" y="144399"/>
                </a:moveTo>
                <a:lnTo>
                  <a:pt x="222052" y="150472"/>
                </a:lnTo>
                <a:lnTo>
                  <a:pt x="215968" y="150472"/>
                </a:lnTo>
                <a:lnTo>
                  <a:pt x="215968" y="144399"/>
                </a:lnTo>
                <a:close/>
                <a:moveTo>
                  <a:pt x="229100" y="144399"/>
                </a:moveTo>
                <a:lnTo>
                  <a:pt x="229100" y="150472"/>
                </a:lnTo>
                <a:lnTo>
                  <a:pt x="223028" y="150472"/>
                </a:lnTo>
                <a:lnTo>
                  <a:pt x="223028" y="144399"/>
                </a:lnTo>
                <a:close/>
                <a:moveTo>
                  <a:pt x="236161" y="144399"/>
                </a:moveTo>
                <a:lnTo>
                  <a:pt x="236161" y="150472"/>
                </a:lnTo>
                <a:lnTo>
                  <a:pt x="230077" y="150472"/>
                </a:lnTo>
                <a:lnTo>
                  <a:pt x="230077" y="144399"/>
                </a:lnTo>
                <a:close/>
                <a:moveTo>
                  <a:pt x="243209" y="144399"/>
                </a:moveTo>
                <a:lnTo>
                  <a:pt x="243209" y="150472"/>
                </a:lnTo>
                <a:lnTo>
                  <a:pt x="237137" y="150472"/>
                </a:lnTo>
                <a:lnTo>
                  <a:pt x="237137" y="144399"/>
                </a:lnTo>
                <a:close/>
                <a:moveTo>
                  <a:pt x="250270" y="144399"/>
                </a:moveTo>
                <a:lnTo>
                  <a:pt x="250270" y="150472"/>
                </a:lnTo>
                <a:lnTo>
                  <a:pt x="244198" y="150472"/>
                </a:lnTo>
                <a:lnTo>
                  <a:pt x="244198" y="144399"/>
                </a:lnTo>
                <a:close/>
                <a:moveTo>
                  <a:pt x="257318" y="144399"/>
                </a:moveTo>
                <a:lnTo>
                  <a:pt x="257318" y="150472"/>
                </a:lnTo>
                <a:lnTo>
                  <a:pt x="251246" y="150472"/>
                </a:lnTo>
                <a:lnTo>
                  <a:pt x="251246" y="144399"/>
                </a:lnTo>
                <a:close/>
                <a:moveTo>
                  <a:pt x="264379" y="144399"/>
                </a:moveTo>
                <a:lnTo>
                  <a:pt x="264379" y="150472"/>
                </a:lnTo>
                <a:lnTo>
                  <a:pt x="258306" y="150472"/>
                </a:lnTo>
                <a:lnTo>
                  <a:pt x="258306" y="144399"/>
                </a:lnTo>
                <a:close/>
                <a:moveTo>
                  <a:pt x="271427" y="144399"/>
                </a:moveTo>
                <a:lnTo>
                  <a:pt x="271427" y="150472"/>
                </a:lnTo>
                <a:lnTo>
                  <a:pt x="265355" y="150472"/>
                </a:lnTo>
                <a:lnTo>
                  <a:pt x="265355" y="144399"/>
                </a:lnTo>
                <a:close/>
                <a:moveTo>
                  <a:pt x="278488" y="144399"/>
                </a:moveTo>
                <a:lnTo>
                  <a:pt x="278488" y="150472"/>
                </a:lnTo>
                <a:lnTo>
                  <a:pt x="272415" y="150472"/>
                </a:lnTo>
                <a:lnTo>
                  <a:pt x="272415" y="144399"/>
                </a:lnTo>
                <a:close/>
                <a:moveTo>
                  <a:pt x="17443" y="151448"/>
                </a:moveTo>
                <a:lnTo>
                  <a:pt x="17443" y="157520"/>
                </a:lnTo>
                <a:lnTo>
                  <a:pt x="11371" y="157520"/>
                </a:lnTo>
                <a:lnTo>
                  <a:pt x="11371" y="151448"/>
                </a:lnTo>
                <a:close/>
                <a:moveTo>
                  <a:pt x="24503" y="151448"/>
                </a:moveTo>
                <a:lnTo>
                  <a:pt x="24503" y="157520"/>
                </a:lnTo>
                <a:lnTo>
                  <a:pt x="18431" y="157520"/>
                </a:lnTo>
                <a:lnTo>
                  <a:pt x="18431" y="151448"/>
                </a:lnTo>
                <a:close/>
                <a:moveTo>
                  <a:pt x="31564" y="151448"/>
                </a:moveTo>
                <a:lnTo>
                  <a:pt x="31564" y="157520"/>
                </a:lnTo>
                <a:lnTo>
                  <a:pt x="25492" y="157520"/>
                </a:lnTo>
                <a:lnTo>
                  <a:pt x="25492" y="151448"/>
                </a:lnTo>
                <a:close/>
                <a:moveTo>
                  <a:pt x="38612" y="151448"/>
                </a:moveTo>
                <a:lnTo>
                  <a:pt x="38612" y="157520"/>
                </a:lnTo>
                <a:lnTo>
                  <a:pt x="32540" y="157520"/>
                </a:lnTo>
                <a:lnTo>
                  <a:pt x="32540" y="151448"/>
                </a:lnTo>
                <a:close/>
                <a:moveTo>
                  <a:pt x="45673" y="151448"/>
                </a:moveTo>
                <a:lnTo>
                  <a:pt x="45673" y="157520"/>
                </a:lnTo>
                <a:lnTo>
                  <a:pt x="39601" y="157520"/>
                </a:lnTo>
                <a:lnTo>
                  <a:pt x="39601" y="151448"/>
                </a:lnTo>
                <a:close/>
                <a:moveTo>
                  <a:pt x="52721" y="151448"/>
                </a:moveTo>
                <a:lnTo>
                  <a:pt x="52721" y="157520"/>
                </a:lnTo>
                <a:lnTo>
                  <a:pt x="46649" y="157520"/>
                </a:lnTo>
                <a:lnTo>
                  <a:pt x="46649" y="151448"/>
                </a:lnTo>
                <a:close/>
                <a:moveTo>
                  <a:pt x="59782" y="151448"/>
                </a:moveTo>
                <a:lnTo>
                  <a:pt x="59782" y="157520"/>
                </a:lnTo>
                <a:lnTo>
                  <a:pt x="53709" y="157520"/>
                </a:lnTo>
                <a:lnTo>
                  <a:pt x="53709" y="151448"/>
                </a:lnTo>
                <a:close/>
                <a:moveTo>
                  <a:pt x="66842" y="151448"/>
                </a:moveTo>
                <a:lnTo>
                  <a:pt x="66842" y="157520"/>
                </a:lnTo>
                <a:lnTo>
                  <a:pt x="60758" y="157520"/>
                </a:lnTo>
                <a:lnTo>
                  <a:pt x="60758" y="151448"/>
                </a:lnTo>
                <a:close/>
                <a:moveTo>
                  <a:pt x="88011" y="151448"/>
                </a:moveTo>
                <a:lnTo>
                  <a:pt x="88011" y="157520"/>
                </a:lnTo>
                <a:lnTo>
                  <a:pt x="81927" y="157520"/>
                </a:lnTo>
                <a:lnTo>
                  <a:pt x="81927" y="151448"/>
                </a:lnTo>
                <a:close/>
                <a:moveTo>
                  <a:pt x="95060" y="151448"/>
                </a:moveTo>
                <a:lnTo>
                  <a:pt x="95060" y="157520"/>
                </a:lnTo>
                <a:lnTo>
                  <a:pt x="88988" y="157520"/>
                </a:lnTo>
                <a:lnTo>
                  <a:pt x="88988" y="151448"/>
                </a:lnTo>
                <a:close/>
                <a:moveTo>
                  <a:pt x="102120" y="151448"/>
                </a:moveTo>
                <a:lnTo>
                  <a:pt x="102120" y="157520"/>
                </a:lnTo>
                <a:lnTo>
                  <a:pt x="96036" y="157520"/>
                </a:lnTo>
                <a:lnTo>
                  <a:pt x="96036" y="151448"/>
                </a:lnTo>
                <a:close/>
                <a:moveTo>
                  <a:pt x="123278" y="151448"/>
                </a:moveTo>
                <a:lnTo>
                  <a:pt x="123278" y="157520"/>
                </a:lnTo>
                <a:lnTo>
                  <a:pt x="117205" y="157520"/>
                </a:lnTo>
                <a:lnTo>
                  <a:pt x="117205" y="151448"/>
                </a:lnTo>
                <a:close/>
                <a:moveTo>
                  <a:pt x="130338" y="151448"/>
                </a:moveTo>
                <a:lnTo>
                  <a:pt x="130338" y="157520"/>
                </a:lnTo>
                <a:lnTo>
                  <a:pt x="124254" y="157520"/>
                </a:lnTo>
                <a:lnTo>
                  <a:pt x="124254" y="151448"/>
                </a:lnTo>
                <a:close/>
                <a:moveTo>
                  <a:pt x="137387" y="151448"/>
                </a:moveTo>
                <a:lnTo>
                  <a:pt x="137387" y="157520"/>
                </a:lnTo>
                <a:lnTo>
                  <a:pt x="131314" y="157520"/>
                </a:lnTo>
                <a:lnTo>
                  <a:pt x="131314" y="151448"/>
                </a:lnTo>
                <a:close/>
                <a:moveTo>
                  <a:pt x="144447" y="151448"/>
                </a:moveTo>
                <a:lnTo>
                  <a:pt x="144447" y="157520"/>
                </a:lnTo>
                <a:lnTo>
                  <a:pt x="138375" y="157520"/>
                </a:lnTo>
                <a:lnTo>
                  <a:pt x="138375" y="151448"/>
                </a:lnTo>
                <a:close/>
                <a:moveTo>
                  <a:pt x="151495" y="151448"/>
                </a:moveTo>
                <a:lnTo>
                  <a:pt x="151495" y="157520"/>
                </a:lnTo>
                <a:lnTo>
                  <a:pt x="145423" y="157520"/>
                </a:lnTo>
                <a:lnTo>
                  <a:pt x="145423" y="151448"/>
                </a:lnTo>
                <a:close/>
                <a:moveTo>
                  <a:pt x="158556" y="151448"/>
                </a:moveTo>
                <a:lnTo>
                  <a:pt x="158556" y="157520"/>
                </a:lnTo>
                <a:lnTo>
                  <a:pt x="152484" y="157520"/>
                </a:lnTo>
                <a:lnTo>
                  <a:pt x="152484" y="151448"/>
                </a:lnTo>
                <a:close/>
                <a:moveTo>
                  <a:pt x="165604" y="151448"/>
                </a:moveTo>
                <a:lnTo>
                  <a:pt x="165604" y="157520"/>
                </a:lnTo>
                <a:lnTo>
                  <a:pt x="159532" y="157520"/>
                </a:lnTo>
                <a:lnTo>
                  <a:pt x="159532" y="151448"/>
                </a:lnTo>
                <a:close/>
                <a:moveTo>
                  <a:pt x="172665" y="151448"/>
                </a:moveTo>
                <a:lnTo>
                  <a:pt x="172665" y="157520"/>
                </a:lnTo>
                <a:lnTo>
                  <a:pt x="166581" y="157520"/>
                </a:lnTo>
                <a:lnTo>
                  <a:pt x="166581" y="151448"/>
                </a:lnTo>
                <a:close/>
                <a:moveTo>
                  <a:pt x="179713" y="151448"/>
                </a:moveTo>
                <a:lnTo>
                  <a:pt x="179713" y="157520"/>
                </a:lnTo>
                <a:lnTo>
                  <a:pt x="173641" y="157520"/>
                </a:lnTo>
                <a:lnTo>
                  <a:pt x="173641" y="151448"/>
                </a:lnTo>
                <a:close/>
                <a:moveTo>
                  <a:pt x="186774" y="151448"/>
                </a:moveTo>
                <a:lnTo>
                  <a:pt x="186774" y="157520"/>
                </a:lnTo>
                <a:lnTo>
                  <a:pt x="180702" y="157520"/>
                </a:lnTo>
                <a:lnTo>
                  <a:pt x="180702" y="151448"/>
                </a:lnTo>
                <a:close/>
                <a:moveTo>
                  <a:pt x="193822" y="151448"/>
                </a:moveTo>
                <a:lnTo>
                  <a:pt x="193822" y="157520"/>
                </a:lnTo>
                <a:lnTo>
                  <a:pt x="187750" y="157520"/>
                </a:lnTo>
                <a:lnTo>
                  <a:pt x="187750" y="151448"/>
                </a:lnTo>
                <a:close/>
                <a:moveTo>
                  <a:pt x="200883" y="151448"/>
                </a:moveTo>
                <a:lnTo>
                  <a:pt x="200883" y="157520"/>
                </a:lnTo>
                <a:lnTo>
                  <a:pt x="194810" y="157520"/>
                </a:lnTo>
                <a:lnTo>
                  <a:pt x="194810" y="151448"/>
                </a:lnTo>
                <a:close/>
                <a:moveTo>
                  <a:pt x="207931" y="151448"/>
                </a:moveTo>
                <a:lnTo>
                  <a:pt x="207931" y="157520"/>
                </a:lnTo>
                <a:lnTo>
                  <a:pt x="201859" y="157520"/>
                </a:lnTo>
                <a:lnTo>
                  <a:pt x="201859" y="151448"/>
                </a:lnTo>
                <a:close/>
                <a:moveTo>
                  <a:pt x="214992" y="151448"/>
                </a:moveTo>
                <a:lnTo>
                  <a:pt x="214992" y="157520"/>
                </a:lnTo>
                <a:lnTo>
                  <a:pt x="208919" y="157520"/>
                </a:lnTo>
                <a:lnTo>
                  <a:pt x="208919" y="151448"/>
                </a:lnTo>
                <a:close/>
                <a:moveTo>
                  <a:pt x="222052" y="151448"/>
                </a:moveTo>
                <a:lnTo>
                  <a:pt x="222052" y="157520"/>
                </a:lnTo>
                <a:lnTo>
                  <a:pt x="215968" y="157520"/>
                </a:lnTo>
                <a:lnTo>
                  <a:pt x="215968" y="151448"/>
                </a:lnTo>
                <a:close/>
                <a:moveTo>
                  <a:pt x="229100" y="151448"/>
                </a:moveTo>
                <a:lnTo>
                  <a:pt x="229100" y="157520"/>
                </a:lnTo>
                <a:lnTo>
                  <a:pt x="223028" y="157520"/>
                </a:lnTo>
                <a:lnTo>
                  <a:pt x="223028" y="151448"/>
                </a:lnTo>
                <a:close/>
                <a:moveTo>
                  <a:pt x="236161" y="151448"/>
                </a:moveTo>
                <a:lnTo>
                  <a:pt x="236161" y="157520"/>
                </a:lnTo>
                <a:lnTo>
                  <a:pt x="230077" y="157520"/>
                </a:lnTo>
                <a:lnTo>
                  <a:pt x="230077" y="151448"/>
                </a:lnTo>
                <a:close/>
                <a:moveTo>
                  <a:pt x="243209" y="151448"/>
                </a:moveTo>
                <a:lnTo>
                  <a:pt x="243209" y="157520"/>
                </a:lnTo>
                <a:lnTo>
                  <a:pt x="237137" y="157520"/>
                </a:lnTo>
                <a:lnTo>
                  <a:pt x="237137" y="151448"/>
                </a:lnTo>
                <a:close/>
                <a:moveTo>
                  <a:pt x="250270" y="151448"/>
                </a:moveTo>
                <a:lnTo>
                  <a:pt x="250270" y="157520"/>
                </a:lnTo>
                <a:lnTo>
                  <a:pt x="244198" y="157520"/>
                </a:lnTo>
                <a:lnTo>
                  <a:pt x="244198" y="151448"/>
                </a:lnTo>
                <a:close/>
                <a:moveTo>
                  <a:pt x="257318" y="151448"/>
                </a:moveTo>
                <a:lnTo>
                  <a:pt x="257318" y="157520"/>
                </a:lnTo>
                <a:lnTo>
                  <a:pt x="251246" y="157520"/>
                </a:lnTo>
                <a:lnTo>
                  <a:pt x="251246" y="151448"/>
                </a:lnTo>
                <a:close/>
                <a:moveTo>
                  <a:pt x="264379" y="151448"/>
                </a:moveTo>
                <a:lnTo>
                  <a:pt x="264379" y="157520"/>
                </a:lnTo>
                <a:lnTo>
                  <a:pt x="258306" y="157520"/>
                </a:lnTo>
                <a:lnTo>
                  <a:pt x="258306" y="151448"/>
                </a:lnTo>
                <a:close/>
                <a:moveTo>
                  <a:pt x="271427" y="151448"/>
                </a:moveTo>
                <a:lnTo>
                  <a:pt x="271427" y="157520"/>
                </a:lnTo>
                <a:lnTo>
                  <a:pt x="265355" y="157520"/>
                </a:lnTo>
                <a:lnTo>
                  <a:pt x="265355" y="151448"/>
                </a:lnTo>
                <a:close/>
                <a:moveTo>
                  <a:pt x="278488" y="151448"/>
                </a:moveTo>
                <a:lnTo>
                  <a:pt x="278488" y="157520"/>
                </a:lnTo>
                <a:lnTo>
                  <a:pt x="272415" y="157520"/>
                </a:lnTo>
                <a:lnTo>
                  <a:pt x="272415" y="151448"/>
                </a:lnTo>
                <a:close/>
                <a:moveTo>
                  <a:pt x="73902" y="151448"/>
                </a:moveTo>
                <a:lnTo>
                  <a:pt x="73902" y="157532"/>
                </a:lnTo>
                <a:lnTo>
                  <a:pt x="67818" y="157532"/>
                </a:lnTo>
                <a:lnTo>
                  <a:pt x="67818" y="151448"/>
                </a:lnTo>
                <a:close/>
                <a:moveTo>
                  <a:pt x="80951" y="151448"/>
                </a:moveTo>
                <a:lnTo>
                  <a:pt x="80951" y="157532"/>
                </a:lnTo>
                <a:lnTo>
                  <a:pt x="74879" y="157532"/>
                </a:lnTo>
                <a:lnTo>
                  <a:pt x="74879" y="151448"/>
                </a:lnTo>
                <a:close/>
                <a:moveTo>
                  <a:pt x="103097" y="151448"/>
                </a:moveTo>
                <a:lnTo>
                  <a:pt x="109169" y="151460"/>
                </a:lnTo>
                <a:lnTo>
                  <a:pt x="109169" y="157532"/>
                </a:lnTo>
                <a:lnTo>
                  <a:pt x="103097" y="157532"/>
                </a:lnTo>
                <a:lnTo>
                  <a:pt x="103097" y="151448"/>
                </a:lnTo>
                <a:close/>
                <a:moveTo>
                  <a:pt x="110157" y="151448"/>
                </a:moveTo>
                <a:lnTo>
                  <a:pt x="116229" y="151460"/>
                </a:lnTo>
                <a:lnTo>
                  <a:pt x="116229" y="157532"/>
                </a:lnTo>
                <a:lnTo>
                  <a:pt x="110157" y="157532"/>
                </a:lnTo>
                <a:lnTo>
                  <a:pt x="110157" y="151448"/>
                </a:lnTo>
                <a:close/>
                <a:moveTo>
                  <a:pt x="17443" y="158508"/>
                </a:moveTo>
                <a:lnTo>
                  <a:pt x="17443" y="164580"/>
                </a:lnTo>
                <a:lnTo>
                  <a:pt x="11371" y="164580"/>
                </a:lnTo>
                <a:lnTo>
                  <a:pt x="11371" y="158508"/>
                </a:lnTo>
                <a:close/>
                <a:moveTo>
                  <a:pt x="24503" y="158508"/>
                </a:moveTo>
                <a:lnTo>
                  <a:pt x="24503" y="164580"/>
                </a:lnTo>
                <a:lnTo>
                  <a:pt x="18431" y="164580"/>
                </a:lnTo>
                <a:lnTo>
                  <a:pt x="18431" y="158508"/>
                </a:lnTo>
                <a:close/>
                <a:moveTo>
                  <a:pt x="31564" y="158508"/>
                </a:moveTo>
                <a:lnTo>
                  <a:pt x="31564" y="164580"/>
                </a:lnTo>
                <a:lnTo>
                  <a:pt x="25492" y="164580"/>
                </a:lnTo>
                <a:lnTo>
                  <a:pt x="25492" y="158508"/>
                </a:lnTo>
                <a:close/>
                <a:moveTo>
                  <a:pt x="38612" y="158508"/>
                </a:moveTo>
                <a:lnTo>
                  <a:pt x="38612" y="164580"/>
                </a:lnTo>
                <a:lnTo>
                  <a:pt x="32540" y="164580"/>
                </a:lnTo>
                <a:lnTo>
                  <a:pt x="32540" y="158508"/>
                </a:lnTo>
                <a:close/>
                <a:moveTo>
                  <a:pt x="45673" y="158508"/>
                </a:moveTo>
                <a:lnTo>
                  <a:pt x="45673" y="164580"/>
                </a:lnTo>
                <a:lnTo>
                  <a:pt x="39601" y="164580"/>
                </a:lnTo>
                <a:lnTo>
                  <a:pt x="39601" y="158508"/>
                </a:lnTo>
                <a:close/>
                <a:moveTo>
                  <a:pt x="52721" y="158508"/>
                </a:moveTo>
                <a:lnTo>
                  <a:pt x="52721" y="164580"/>
                </a:lnTo>
                <a:lnTo>
                  <a:pt x="46649" y="164580"/>
                </a:lnTo>
                <a:lnTo>
                  <a:pt x="46649" y="158508"/>
                </a:lnTo>
                <a:close/>
                <a:moveTo>
                  <a:pt x="59782" y="158508"/>
                </a:moveTo>
                <a:lnTo>
                  <a:pt x="59782" y="164580"/>
                </a:lnTo>
                <a:lnTo>
                  <a:pt x="53709" y="164580"/>
                </a:lnTo>
                <a:lnTo>
                  <a:pt x="53709" y="158508"/>
                </a:lnTo>
                <a:close/>
                <a:moveTo>
                  <a:pt x="66842" y="158508"/>
                </a:moveTo>
                <a:lnTo>
                  <a:pt x="66842" y="164580"/>
                </a:lnTo>
                <a:lnTo>
                  <a:pt x="60758" y="164580"/>
                </a:lnTo>
                <a:lnTo>
                  <a:pt x="60758" y="158508"/>
                </a:lnTo>
                <a:close/>
                <a:moveTo>
                  <a:pt x="73902" y="158508"/>
                </a:moveTo>
                <a:lnTo>
                  <a:pt x="73902" y="164580"/>
                </a:lnTo>
                <a:lnTo>
                  <a:pt x="67818" y="164580"/>
                </a:lnTo>
                <a:lnTo>
                  <a:pt x="67818" y="158508"/>
                </a:lnTo>
                <a:close/>
                <a:moveTo>
                  <a:pt x="80951" y="158508"/>
                </a:moveTo>
                <a:lnTo>
                  <a:pt x="80951" y="164580"/>
                </a:lnTo>
                <a:lnTo>
                  <a:pt x="74879" y="164580"/>
                </a:lnTo>
                <a:lnTo>
                  <a:pt x="74879" y="158508"/>
                </a:lnTo>
                <a:close/>
                <a:moveTo>
                  <a:pt x="88011" y="158508"/>
                </a:moveTo>
                <a:lnTo>
                  <a:pt x="88011" y="164580"/>
                </a:lnTo>
                <a:lnTo>
                  <a:pt x="81927" y="164580"/>
                </a:lnTo>
                <a:lnTo>
                  <a:pt x="81927" y="158508"/>
                </a:lnTo>
                <a:close/>
                <a:moveTo>
                  <a:pt x="95060" y="158508"/>
                </a:moveTo>
                <a:lnTo>
                  <a:pt x="95060" y="164580"/>
                </a:lnTo>
                <a:lnTo>
                  <a:pt x="88988" y="164580"/>
                </a:lnTo>
                <a:lnTo>
                  <a:pt x="88988" y="158508"/>
                </a:lnTo>
                <a:close/>
                <a:moveTo>
                  <a:pt x="102120" y="158508"/>
                </a:moveTo>
                <a:lnTo>
                  <a:pt x="102120" y="164580"/>
                </a:lnTo>
                <a:lnTo>
                  <a:pt x="96036" y="164580"/>
                </a:lnTo>
                <a:lnTo>
                  <a:pt x="96036" y="158508"/>
                </a:lnTo>
                <a:close/>
                <a:moveTo>
                  <a:pt x="109169" y="158508"/>
                </a:moveTo>
                <a:lnTo>
                  <a:pt x="109169" y="164580"/>
                </a:lnTo>
                <a:lnTo>
                  <a:pt x="103097" y="164580"/>
                </a:lnTo>
                <a:lnTo>
                  <a:pt x="103097" y="158508"/>
                </a:lnTo>
                <a:close/>
                <a:moveTo>
                  <a:pt x="116229" y="158508"/>
                </a:moveTo>
                <a:lnTo>
                  <a:pt x="116229" y="164580"/>
                </a:lnTo>
                <a:lnTo>
                  <a:pt x="110157" y="164580"/>
                </a:lnTo>
                <a:lnTo>
                  <a:pt x="110157" y="158508"/>
                </a:lnTo>
                <a:close/>
                <a:moveTo>
                  <a:pt x="123278" y="158508"/>
                </a:moveTo>
                <a:lnTo>
                  <a:pt x="123278" y="164580"/>
                </a:lnTo>
                <a:lnTo>
                  <a:pt x="117205" y="164580"/>
                </a:lnTo>
                <a:lnTo>
                  <a:pt x="117205" y="158508"/>
                </a:lnTo>
                <a:close/>
                <a:moveTo>
                  <a:pt x="130338" y="158508"/>
                </a:moveTo>
                <a:lnTo>
                  <a:pt x="130338" y="164580"/>
                </a:lnTo>
                <a:lnTo>
                  <a:pt x="124254" y="164580"/>
                </a:lnTo>
                <a:lnTo>
                  <a:pt x="124254" y="158508"/>
                </a:lnTo>
                <a:close/>
                <a:moveTo>
                  <a:pt x="137387" y="158508"/>
                </a:moveTo>
                <a:lnTo>
                  <a:pt x="137387" y="164580"/>
                </a:lnTo>
                <a:lnTo>
                  <a:pt x="131314" y="164580"/>
                </a:lnTo>
                <a:lnTo>
                  <a:pt x="131314" y="158508"/>
                </a:lnTo>
                <a:close/>
                <a:moveTo>
                  <a:pt x="144447" y="158508"/>
                </a:moveTo>
                <a:lnTo>
                  <a:pt x="144447" y="164580"/>
                </a:lnTo>
                <a:lnTo>
                  <a:pt x="138375" y="164580"/>
                </a:lnTo>
                <a:lnTo>
                  <a:pt x="138375" y="158508"/>
                </a:lnTo>
                <a:close/>
                <a:moveTo>
                  <a:pt x="151495" y="158508"/>
                </a:moveTo>
                <a:lnTo>
                  <a:pt x="151495" y="164580"/>
                </a:lnTo>
                <a:lnTo>
                  <a:pt x="145423" y="164580"/>
                </a:lnTo>
                <a:lnTo>
                  <a:pt x="145423" y="158508"/>
                </a:lnTo>
                <a:close/>
                <a:moveTo>
                  <a:pt x="158556" y="158508"/>
                </a:moveTo>
                <a:lnTo>
                  <a:pt x="158556" y="164580"/>
                </a:lnTo>
                <a:lnTo>
                  <a:pt x="152484" y="164580"/>
                </a:lnTo>
                <a:lnTo>
                  <a:pt x="152484" y="158508"/>
                </a:lnTo>
                <a:close/>
                <a:moveTo>
                  <a:pt x="165604" y="158508"/>
                </a:moveTo>
                <a:lnTo>
                  <a:pt x="165604" y="164580"/>
                </a:lnTo>
                <a:lnTo>
                  <a:pt x="159532" y="164580"/>
                </a:lnTo>
                <a:lnTo>
                  <a:pt x="159532" y="158508"/>
                </a:lnTo>
                <a:close/>
                <a:moveTo>
                  <a:pt x="172665" y="158508"/>
                </a:moveTo>
                <a:lnTo>
                  <a:pt x="172665" y="164580"/>
                </a:lnTo>
                <a:lnTo>
                  <a:pt x="166581" y="164580"/>
                </a:lnTo>
                <a:lnTo>
                  <a:pt x="166581" y="158508"/>
                </a:lnTo>
                <a:close/>
                <a:moveTo>
                  <a:pt x="179713" y="158508"/>
                </a:moveTo>
                <a:lnTo>
                  <a:pt x="179713" y="164580"/>
                </a:lnTo>
                <a:lnTo>
                  <a:pt x="173641" y="164580"/>
                </a:lnTo>
                <a:lnTo>
                  <a:pt x="173641" y="158508"/>
                </a:lnTo>
                <a:close/>
                <a:moveTo>
                  <a:pt x="186774" y="158508"/>
                </a:moveTo>
                <a:lnTo>
                  <a:pt x="186774" y="164580"/>
                </a:lnTo>
                <a:lnTo>
                  <a:pt x="180702" y="164580"/>
                </a:lnTo>
                <a:lnTo>
                  <a:pt x="180702" y="158508"/>
                </a:lnTo>
                <a:close/>
                <a:moveTo>
                  <a:pt x="193822" y="158508"/>
                </a:moveTo>
                <a:lnTo>
                  <a:pt x="193822" y="164580"/>
                </a:lnTo>
                <a:lnTo>
                  <a:pt x="187750" y="164580"/>
                </a:lnTo>
                <a:lnTo>
                  <a:pt x="187750" y="158508"/>
                </a:lnTo>
                <a:close/>
                <a:moveTo>
                  <a:pt x="200883" y="158508"/>
                </a:moveTo>
                <a:lnTo>
                  <a:pt x="200883" y="164580"/>
                </a:lnTo>
                <a:lnTo>
                  <a:pt x="194810" y="164580"/>
                </a:lnTo>
                <a:lnTo>
                  <a:pt x="194810" y="158508"/>
                </a:lnTo>
                <a:close/>
                <a:moveTo>
                  <a:pt x="207931" y="158508"/>
                </a:moveTo>
                <a:lnTo>
                  <a:pt x="207931" y="164580"/>
                </a:lnTo>
                <a:lnTo>
                  <a:pt x="201859" y="164580"/>
                </a:lnTo>
                <a:lnTo>
                  <a:pt x="201859" y="158508"/>
                </a:lnTo>
                <a:close/>
                <a:moveTo>
                  <a:pt x="214992" y="158508"/>
                </a:moveTo>
                <a:lnTo>
                  <a:pt x="214992" y="164580"/>
                </a:lnTo>
                <a:lnTo>
                  <a:pt x="208919" y="164580"/>
                </a:lnTo>
                <a:lnTo>
                  <a:pt x="208919" y="158508"/>
                </a:lnTo>
                <a:close/>
                <a:moveTo>
                  <a:pt x="222052" y="158508"/>
                </a:moveTo>
                <a:lnTo>
                  <a:pt x="222052" y="164580"/>
                </a:lnTo>
                <a:lnTo>
                  <a:pt x="215968" y="164580"/>
                </a:lnTo>
                <a:lnTo>
                  <a:pt x="215968" y="158508"/>
                </a:lnTo>
                <a:close/>
                <a:moveTo>
                  <a:pt x="229100" y="158508"/>
                </a:moveTo>
                <a:lnTo>
                  <a:pt x="229100" y="164580"/>
                </a:lnTo>
                <a:lnTo>
                  <a:pt x="223028" y="164580"/>
                </a:lnTo>
                <a:lnTo>
                  <a:pt x="223028" y="158508"/>
                </a:lnTo>
                <a:close/>
                <a:moveTo>
                  <a:pt x="236161" y="158508"/>
                </a:moveTo>
                <a:lnTo>
                  <a:pt x="236161" y="164580"/>
                </a:lnTo>
                <a:lnTo>
                  <a:pt x="230077" y="164580"/>
                </a:lnTo>
                <a:lnTo>
                  <a:pt x="230077" y="158508"/>
                </a:lnTo>
                <a:close/>
                <a:moveTo>
                  <a:pt x="243209" y="158508"/>
                </a:moveTo>
                <a:lnTo>
                  <a:pt x="243209" y="164580"/>
                </a:lnTo>
                <a:lnTo>
                  <a:pt x="237137" y="164580"/>
                </a:lnTo>
                <a:lnTo>
                  <a:pt x="237137" y="158508"/>
                </a:lnTo>
                <a:close/>
                <a:moveTo>
                  <a:pt x="250270" y="158508"/>
                </a:moveTo>
                <a:lnTo>
                  <a:pt x="250270" y="164580"/>
                </a:lnTo>
                <a:lnTo>
                  <a:pt x="244198" y="164580"/>
                </a:lnTo>
                <a:lnTo>
                  <a:pt x="244198" y="158508"/>
                </a:lnTo>
                <a:close/>
                <a:moveTo>
                  <a:pt x="257318" y="158508"/>
                </a:moveTo>
                <a:lnTo>
                  <a:pt x="257318" y="164580"/>
                </a:lnTo>
                <a:lnTo>
                  <a:pt x="251246" y="164580"/>
                </a:lnTo>
                <a:lnTo>
                  <a:pt x="251246" y="158508"/>
                </a:lnTo>
                <a:close/>
                <a:moveTo>
                  <a:pt x="264379" y="158508"/>
                </a:moveTo>
                <a:lnTo>
                  <a:pt x="264379" y="164580"/>
                </a:lnTo>
                <a:lnTo>
                  <a:pt x="258306" y="164580"/>
                </a:lnTo>
                <a:lnTo>
                  <a:pt x="258306" y="158508"/>
                </a:lnTo>
                <a:close/>
                <a:moveTo>
                  <a:pt x="271427" y="158508"/>
                </a:moveTo>
                <a:lnTo>
                  <a:pt x="271427" y="164580"/>
                </a:lnTo>
                <a:lnTo>
                  <a:pt x="265355" y="164580"/>
                </a:lnTo>
                <a:lnTo>
                  <a:pt x="265355" y="158508"/>
                </a:lnTo>
                <a:close/>
                <a:moveTo>
                  <a:pt x="278488" y="158508"/>
                </a:moveTo>
                <a:lnTo>
                  <a:pt x="278488" y="164580"/>
                </a:lnTo>
                <a:lnTo>
                  <a:pt x="272415" y="164580"/>
                </a:lnTo>
                <a:lnTo>
                  <a:pt x="272415" y="158508"/>
                </a:lnTo>
                <a:close/>
                <a:moveTo>
                  <a:pt x="10395" y="1"/>
                </a:moveTo>
                <a:lnTo>
                  <a:pt x="10395" y="2310"/>
                </a:lnTo>
                <a:lnTo>
                  <a:pt x="0" y="2310"/>
                </a:lnTo>
                <a:lnTo>
                  <a:pt x="0" y="3287"/>
                </a:lnTo>
                <a:lnTo>
                  <a:pt x="10395" y="3287"/>
                </a:lnTo>
                <a:lnTo>
                  <a:pt x="10395" y="9371"/>
                </a:lnTo>
                <a:lnTo>
                  <a:pt x="0" y="9371"/>
                </a:lnTo>
                <a:lnTo>
                  <a:pt x="0" y="10347"/>
                </a:lnTo>
                <a:lnTo>
                  <a:pt x="10395" y="10347"/>
                </a:lnTo>
                <a:lnTo>
                  <a:pt x="10395" y="16419"/>
                </a:lnTo>
                <a:lnTo>
                  <a:pt x="0" y="16419"/>
                </a:lnTo>
                <a:lnTo>
                  <a:pt x="0" y="17408"/>
                </a:lnTo>
                <a:lnTo>
                  <a:pt x="10395" y="17408"/>
                </a:lnTo>
                <a:lnTo>
                  <a:pt x="10395" y="23480"/>
                </a:lnTo>
                <a:lnTo>
                  <a:pt x="0" y="23480"/>
                </a:lnTo>
                <a:lnTo>
                  <a:pt x="0" y="24456"/>
                </a:lnTo>
                <a:lnTo>
                  <a:pt x="10395" y="24456"/>
                </a:lnTo>
                <a:lnTo>
                  <a:pt x="10395" y="30528"/>
                </a:lnTo>
                <a:lnTo>
                  <a:pt x="0" y="30528"/>
                </a:lnTo>
                <a:lnTo>
                  <a:pt x="0" y="31516"/>
                </a:lnTo>
                <a:lnTo>
                  <a:pt x="10395" y="31516"/>
                </a:lnTo>
                <a:lnTo>
                  <a:pt x="10395" y="37589"/>
                </a:lnTo>
                <a:lnTo>
                  <a:pt x="0" y="37589"/>
                </a:lnTo>
                <a:lnTo>
                  <a:pt x="0" y="38565"/>
                </a:lnTo>
                <a:lnTo>
                  <a:pt x="10395" y="38565"/>
                </a:lnTo>
                <a:lnTo>
                  <a:pt x="10395" y="44637"/>
                </a:lnTo>
                <a:lnTo>
                  <a:pt x="0" y="44637"/>
                </a:lnTo>
                <a:lnTo>
                  <a:pt x="0" y="45625"/>
                </a:lnTo>
                <a:lnTo>
                  <a:pt x="10395" y="45625"/>
                </a:lnTo>
                <a:lnTo>
                  <a:pt x="10395" y="51697"/>
                </a:lnTo>
                <a:lnTo>
                  <a:pt x="0" y="51697"/>
                </a:lnTo>
                <a:lnTo>
                  <a:pt x="0" y="52674"/>
                </a:lnTo>
                <a:lnTo>
                  <a:pt x="10395" y="52674"/>
                </a:lnTo>
                <a:lnTo>
                  <a:pt x="10395" y="58746"/>
                </a:lnTo>
                <a:lnTo>
                  <a:pt x="0" y="58746"/>
                </a:lnTo>
                <a:lnTo>
                  <a:pt x="0" y="59734"/>
                </a:lnTo>
                <a:lnTo>
                  <a:pt x="10395" y="59734"/>
                </a:lnTo>
                <a:lnTo>
                  <a:pt x="10395" y="65806"/>
                </a:lnTo>
                <a:lnTo>
                  <a:pt x="0" y="65806"/>
                </a:lnTo>
                <a:lnTo>
                  <a:pt x="0" y="66783"/>
                </a:lnTo>
                <a:lnTo>
                  <a:pt x="10395" y="66783"/>
                </a:lnTo>
                <a:lnTo>
                  <a:pt x="10395" y="72867"/>
                </a:lnTo>
                <a:lnTo>
                  <a:pt x="0" y="72867"/>
                </a:lnTo>
                <a:lnTo>
                  <a:pt x="0" y="73843"/>
                </a:lnTo>
                <a:lnTo>
                  <a:pt x="10395" y="73843"/>
                </a:lnTo>
                <a:lnTo>
                  <a:pt x="10395" y="79927"/>
                </a:lnTo>
                <a:lnTo>
                  <a:pt x="0" y="79927"/>
                </a:lnTo>
                <a:lnTo>
                  <a:pt x="0" y="80903"/>
                </a:lnTo>
                <a:lnTo>
                  <a:pt x="10395" y="80903"/>
                </a:lnTo>
                <a:lnTo>
                  <a:pt x="10395" y="86976"/>
                </a:lnTo>
                <a:lnTo>
                  <a:pt x="0" y="86976"/>
                </a:lnTo>
                <a:lnTo>
                  <a:pt x="0" y="87964"/>
                </a:lnTo>
                <a:lnTo>
                  <a:pt x="10395" y="87964"/>
                </a:lnTo>
                <a:lnTo>
                  <a:pt x="10395" y="94036"/>
                </a:lnTo>
                <a:lnTo>
                  <a:pt x="0" y="94036"/>
                </a:lnTo>
                <a:lnTo>
                  <a:pt x="0" y="95012"/>
                </a:lnTo>
                <a:lnTo>
                  <a:pt x="10395" y="95012"/>
                </a:lnTo>
                <a:lnTo>
                  <a:pt x="10395" y="101085"/>
                </a:lnTo>
                <a:lnTo>
                  <a:pt x="0" y="101085"/>
                </a:lnTo>
                <a:lnTo>
                  <a:pt x="0" y="102073"/>
                </a:lnTo>
                <a:lnTo>
                  <a:pt x="10395" y="102073"/>
                </a:lnTo>
                <a:lnTo>
                  <a:pt x="10395" y="108145"/>
                </a:lnTo>
                <a:lnTo>
                  <a:pt x="0" y="108145"/>
                </a:lnTo>
                <a:lnTo>
                  <a:pt x="0" y="109121"/>
                </a:lnTo>
                <a:lnTo>
                  <a:pt x="10395" y="109121"/>
                </a:lnTo>
                <a:lnTo>
                  <a:pt x="10395" y="115193"/>
                </a:lnTo>
                <a:lnTo>
                  <a:pt x="0" y="115193"/>
                </a:lnTo>
                <a:lnTo>
                  <a:pt x="0" y="116182"/>
                </a:lnTo>
                <a:lnTo>
                  <a:pt x="10395" y="116182"/>
                </a:lnTo>
                <a:lnTo>
                  <a:pt x="10395" y="122254"/>
                </a:lnTo>
                <a:lnTo>
                  <a:pt x="0" y="122254"/>
                </a:lnTo>
                <a:lnTo>
                  <a:pt x="0" y="123230"/>
                </a:lnTo>
                <a:lnTo>
                  <a:pt x="10395" y="123230"/>
                </a:lnTo>
                <a:lnTo>
                  <a:pt x="10395" y="129302"/>
                </a:lnTo>
                <a:lnTo>
                  <a:pt x="0" y="129302"/>
                </a:lnTo>
                <a:lnTo>
                  <a:pt x="0" y="130279"/>
                </a:lnTo>
                <a:lnTo>
                  <a:pt x="10395" y="130279"/>
                </a:lnTo>
                <a:lnTo>
                  <a:pt x="10395" y="136363"/>
                </a:lnTo>
                <a:lnTo>
                  <a:pt x="0" y="136363"/>
                </a:lnTo>
                <a:lnTo>
                  <a:pt x="0" y="137339"/>
                </a:lnTo>
                <a:lnTo>
                  <a:pt x="10395" y="137339"/>
                </a:lnTo>
                <a:lnTo>
                  <a:pt x="10395" y="143411"/>
                </a:lnTo>
                <a:lnTo>
                  <a:pt x="0" y="143411"/>
                </a:lnTo>
                <a:lnTo>
                  <a:pt x="0" y="144387"/>
                </a:lnTo>
                <a:lnTo>
                  <a:pt x="10395" y="144387"/>
                </a:lnTo>
                <a:lnTo>
                  <a:pt x="10395" y="150472"/>
                </a:lnTo>
                <a:lnTo>
                  <a:pt x="0" y="150472"/>
                </a:lnTo>
                <a:lnTo>
                  <a:pt x="0" y="151448"/>
                </a:lnTo>
                <a:lnTo>
                  <a:pt x="10395" y="151448"/>
                </a:lnTo>
                <a:lnTo>
                  <a:pt x="10395" y="157520"/>
                </a:lnTo>
                <a:lnTo>
                  <a:pt x="0" y="157520"/>
                </a:lnTo>
                <a:lnTo>
                  <a:pt x="0" y="158508"/>
                </a:lnTo>
                <a:lnTo>
                  <a:pt x="10395" y="158508"/>
                </a:lnTo>
                <a:lnTo>
                  <a:pt x="10395" y="164580"/>
                </a:lnTo>
                <a:lnTo>
                  <a:pt x="0" y="164580"/>
                </a:lnTo>
                <a:lnTo>
                  <a:pt x="0" y="165557"/>
                </a:lnTo>
                <a:lnTo>
                  <a:pt x="10395" y="165557"/>
                </a:lnTo>
                <a:lnTo>
                  <a:pt x="10395" y="169248"/>
                </a:lnTo>
                <a:lnTo>
                  <a:pt x="11371" y="169248"/>
                </a:lnTo>
                <a:lnTo>
                  <a:pt x="11371" y="165557"/>
                </a:lnTo>
                <a:lnTo>
                  <a:pt x="17455" y="165557"/>
                </a:lnTo>
                <a:lnTo>
                  <a:pt x="17455" y="169248"/>
                </a:lnTo>
                <a:lnTo>
                  <a:pt x="18431" y="169248"/>
                </a:lnTo>
                <a:lnTo>
                  <a:pt x="18431" y="165557"/>
                </a:lnTo>
                <a:lnTo>
                  <a:pt x="24503" y="165557"/>
                </a:lnTo>
                <a:lnTo>
                  <a:pt x="24503" y="169248"/>
                </a:lnTo>
                <a:lnTo>
                  <a:pt x="25492" y="169248"/>
                </a:lnTo>
                <a:lnTo>
                  <a:pt x="25492" y="165557"/>
                </a:lnTo>
                <a:lnTo>
                  <a:pt x="31564" y="165557"/>
                </a:lnTo>
                <a:lnTo>
                  <a:pt x="31564" y="169248"/>
                </a:lnTo>
                <a:lnTo>
                  <a:pt x="32540" y="169248"/>
                </a:lnTo>
                <a:lnTo>
                  <a:pt x="32540" y="165557"/>
                </a:lnTo>
                <a:lnTo>
                  <a:pt x="38612" y="165557"/>
                </a:lnTo>
                <a:lnTo>
                  <a:pt x="38612" y="169248"/>
                </a:lnTo>
                <a:lnTo>
                  <a:pt x="39601" y="169248"/>
                </a:lnTo>
                <a:lnTo>
                  <a:pt x="39601" y="165557"/>
                </a:lnTo>
                <a:lnTo>
                  <a:pt x="45673" y="165557"/>
                </a:lnTo>
                <a:lnTo>
                  <a:pt x="45673" y="169248"/>
                </a:lnTo>
                <a:lnTo>
                  <a:pt x="46649" y="169248"/>
                </a:lnTo>
                <a:lnTo>
                  <a:pt x="46649" y="165557"/>
                </a:lnTo>
                <a:lnTo>
                  <a:pt x="52721" y="165557"/>
                </a:lnTo>
                <a:lnTo>
                  <a:pt x="52721" y="169248"/>
                </a:lnTo>
                <a:lnTo>
                  <a:pt x="53709" y="169248"/>
                </a:lnTo>
                <a:lnTo>
                  <a:pt x="53709" y="165557"/>
                </a:lnTo>
                <a:lnTo>
                  <a:pt x="59782" y="165557"/>
                </a:lnTo>
                <a:lnTo>
                  <a:pt x="59782" y="169248"/>
                </a:lnTo>
                <a:lnTo>
                  <a:pt x="60758" y="169248"/>
                </a:lnTo>
                <a:lnTo>
                  <a:pt x="60758" y="165557"/>
                </a:lnTo>
                <a:lnTo>
                  <a:pt x="66842" y="165557"/>
                </a:lnTo>
                <a:lnTo>
                  <a:pt x="66842" y="169248"/>
                </a:lnTo>
                <a:lnTo>
                  <a:pt x="67818" y="169248"/>
                </a:lnTo>
                <a:lnTo>
                  <a:pt x="67818" y="165557"/>
                </a:lnTo>
                <a:lnTo>
                  <a:pt x="73902" y="165557"/>
                </a:lnTo>
                <a:lnTo>
                  <a:pt x="73902" y="169248"/>
                </a:lnTo>
                <a:lnTo>
                  <a:pt x="74879" y="169248"/>
                </a:lnTo>
                <a:lnTo>
                  <a:pt x="74879" y="165557"/>
                </a:lnTo>
                <a:lnTo>
                  <a:pt x="80951" y="165557"/>
                </a:lnTo>
                <a:lnTo>
                  <a:pt x="80951" y="169248"/>
                </a:lnTo>
                <a:lnTo>
                  <a:pt x="81939" y="169248"/>
                </a:lnTo>
                <a:lnTo>
                  <a:pt x="81939" y="165557"/>
                </a:lnTo>
                <a:lnTo>
                  <a:pt x="88011" y="165557"/>
                </a:lnTo>
                <a:lnTo>
                  <a:pt x="88011" y="169248"/>
                </a:lnTo>
                <a:lnTo>
                  <a:pt x="88988" y="169248"/>
                </a:lnTo>
                <a:lnTo>
                  <a:pt x="88988" y="165557"/>
                </a:lnTo>
                <a:lnTo>
                  <a:pt x="95060" y="165557"/>
                </a:lnTo>
                <a:lnTo>
                  <a:pt x="95060" y="169248"/>
                </a:lnTo>
                <a:lnTo>
                  <a:pt x="96048" y="169248"/>
                </a:lnTo>
                <a:lnTo>
                  <a:pt x="96048" y="165557"/>
                </a:lnTo>
                <a:lnTo>
                  <a:pt x="102120" y="165557"/>
                </a:lnTo>
                <a:lnTo>
                  <a:pt x="102120" y="169248"/>
                </a:lnTo>
                <a:lnTo>
                  <a:pt x="103097" y="169248"/>
                </a:lnTo>
                <a:lnTo>
                  <a:pt x="103097" y="165557"/>
                </a:lnTo>
                <a:lnTo>
                  <a:pt x="109169" y="165557"/>
                </a:lnTo>
                <a:lnTo>
                  <a:pt x="109169" y="169248"/>
                </a:lnTo>
                <a:lnTo>
                  <a:pt x="110157" y="169248"/>
                </a:lnTo>
                <a:lnTo>
                  <a:pt x="110157" y="165557"/>
                </a:lnTo>
                <a:lnTo>
                  <a:pt x="116229" y="165557"/>
                </a:lnTo>
                <a:lnTo>
                  <a:pt x="116229" y="169248"/>
                </a:lnTo>
                <a:lnTo>
                  <a:pt x="117205" y="169248"/>
                </a:lnTo>
                <a:lnTo>
                  <a:pt x="117205" y="165557"/>
                </a:lnTo>
                <a:lnTo>
                  <a:pt x="123278" y="165557"/>
                </a:lnTo>
                <a:lnTo>
                  <a:pt x="123278" y="169248"/>
                </a:lnTo>
                <a:lnTo>
                  <a:pt x="124254" y="169248"/>
                </a:lnTo>
                <a:lnTo>
                  <a:pt x="124254" y="165557"/>
                </a:lnTo>
                <a:lnTo>
                  <a:pt x="130338" y="165557"/>
                </a:lnTo>
                <a:lnTo>
                  <a:pt x="130338" y="169248"/>
                </a:lnTo>
                <a:lnTo>
                  <a:pt x="131314" y="169248"/>
                </a:lnTo>
                <a:lnTo>
                  <a:pt x="131314" y="165557"/>
                </a:lnTo>
                <a:lnTo>
                  <a:pt x="137387" y="165557"/>
                </a:lnTo>
                <a:lnTo>
                  <a:pt x="137387" y="169248"/>
                </a:lnTo>
                <a:lnTo>
                  <a:pt x="138363" y="169248"/>
                </a:lnTo>
                <a:lnTo>
                  <a:pt x="138363" y="165557"/>
                </a:lnTo>
                <a:lnTo>
                  <a:pt x="144447" y="165557"/>
                </a:lnTo>
                <a:lnTo>
                  <a:pt x="144447" y="169248"/>
                </a:lnTo>
                <a:lnTo>
                  <a:pt x="145423" y="169248"/>
                </a:lnTo>
                <a:lnTo>
                  <a:pt x="145423" y="165557"/>
                </a:lnTo>
                <a:lnTo>
                  <a:pt x="151495" y="165557"/>
                </a:lnTo>
                <a:lnTo>
                  <a:pt x="151495" y="169248"/>
                </a:lnTo>
                <a:lnTo>
                  <a:pt x="152484" y="169248"/>
                </a:lnTo>
                <a:lnTo>
                  <a:pt x="152484" y="165557"/>
                </a:lnTo>
                <a:lnTo>
                  <a:pt x="158556" y="165557"/>
                </a:lnTo>
                <a:lnTo>
                  <a:pt x="158556" y="169248"/>
                </a:lnTo>
                <a:lnTo>
                  <a:pt x="159532" y="169248"/>
                </a:lnTo>
                <a:lnTo>
                  <a:pt x="159532" y="165557"/>
                </a:lnTo>
                <a:lnTo>
                  <a:pt x="165604" y="165557"/>
                </a:lnTo>
                <a:lnTo>
                  <a:pt x="165604" y="169248"/>
                </a:lnTo>
                <a:lnTo>
                  <a:pt x="166593" y="169248"/>
                </a:lnTo>
                <a:lnTo>
                  <a:pt x="166593" y="165557"/>
                </a:lnTo>
                <a:lnTo>
                  <a:pt x="172665" y="165557"/>
                </a:lnTo>
                <a:lnTo>
                  <a:pt x="172665" y="169248"/>
                </a:lnTo>
                <a:lnTo>
                  <a:pt x="173641" y="169248"/>
                </a:lnTo>
                <a:lnTo>
                  <a:pt x="173641" y="165557"/>
                </a:lnTo>
                <a:lnTo>
                  <a:pt x="179713" y="165557"/>
                </a:lnTo>
                <a:lnTo>
                  <a:pt x="179713" y="169248"/>
                </a:lnTo>
                <a:lnTo>
                  <a:pt x="180702" y="169248"/>
                </a:lnTo>
                <a:lnTo>
                  <a:pt x="180702" y="165557"/>
                </a:lnTo>
                <a:lnTo>
                  <a:pt x="186774" y="165557"/>
                </a:lnTo>
                <a:lnTo>
                  <a:pt x="186774" y="169248"/>
                </a:lnTo>
                <a:lnTo>
                  <a:pt x="187750" y="169248"/>
                </a:lnTo>
                <a:lnTo>
                  <a:pt x="187750" y="165557"/>
                </a:lnTo>
                <a:lnTo>
                  <a:pt x="193822" y="165557"/>
                </a:lnTo>
                <a:lnTo>
                  <a:pt x="193822" y="169248"/>
                </a:lnTo>
                <a:lnTo>
                  <a:pt x="194810" y="169248"/>
                </a:lnTo>
                <a:lnTo>
                  <a:pt x="194810" y="165557"/>
                </a:lnTo>
                <a:lnTo>
                  <a:pt x="200883" y="165557"/>
                </a:lnTo>
                <a:lnTo>
                  <a:pt x="200883" y="169248"/>
                </a:lnTo>
                <a:lnTo>
                  <a:pt x="201859" y="169248"/>
                </a:lnTo>
                <a:lnTo>
                  <a:pt x="201859" y="165557"/>
                </a:lnTo>
                <a:lnTo>
                  <a:pt x="207931" y="165557"/>
                </a:lnTo>
                <a:lnTo>
                  <a:pt x="207931" y="169248"/>
                </a:lnTo>
                <a:lnTo>
                  <a:pt x="208919" y="169248"/>
                </a:lnTo>
                <a:lnTo>
                  <a:pt x="208919" y="165557"/>
                </a:lnTo>
                <a:lnTo>
                  <a:pt x="214992" y="165557"/>
                </a:lnTo>
                <a:lnTo>
                  <a:pt x="214992" y="169248"/>
                </a:lnTo>
                <a:lnTo>
                  <a:pt x="215968" y="169248"/>
                </a:lnTo>
                <a:lnTo>
                  <a:pt x="215968" y="165557"/>
                </a:lnTo>
                <a:lnTo>
                  <a:pt x="222040" y="165557"/>
                </a:lnTo>
                <a:lnTo>
                  <a:pt x="222040" y="169248"/>
                </a:lnTo>
                <a:lnTo>
                  <a:pt x="223028" y="169248"/>
                </a:lnTo>
                <a:lnTo>
                  <a:pt x="223028" y="165557"/>
                </a:lnTo>
                <a:lnTo>
                  <a:pt x="229100" y="165557"/>
                </a:lnTo>
                <a:lnTo>
                  <a:pt x="229100" y="169248"/>
                </a:lnTo>
                <a:lnTo>
                  <a:pt x="230077" y="169248"/>
                </a:lnTo>
                <a:lnTo>
                  <a:pt x="230077" y="165557"/>
                </a:lnTo>
                <a:lnTo>
                  <a:pt x="236161" y="165557"/>
                </a:lnTo>
                <a:lnTo>
                  <a:pt x="236161" y="169248"/>
                </a:lnTo>
                <a:lnTo>
                  <a:pt x="237137" y="169248"/>
                </a:lnTo>
                <a:lnTo>
                  <a:pt x="237137" y="165557"/>
                </a:lnTo>
                <a:lnTo>
                  <a:pt x="243209" y="165557"/>
                </a:lnTo>
                <a:lnTo>
                  <a:pt x="243209" y="169248"/>
                </a:lnTo>
                <a:lnTo>
                  <a:pt x="244198" y="169248"/>
                </a:lnTo>
                <a:lnTo>
                  <a:pt x="244198" y="165557"/>
                </a:lnTo>
                <a:lnTo>
                  <a:pt x="250270" y="165557"/>
                </a:lnTo>
                <a:lnTo>
                  <a:pt x="250270" y="169248"/>
                </a:lnTo>
                <a:lnTo>
                  <a:pt x="251246" y="169248"/>
                </a:lnTo>
                <a:lnTo>
                  <a:pt x="251246" y="165557"/>
                </a:lnTo>
                <a:lnTo>
                  <a:pt x="257318" y="165557"/>
                </a:lnTo>
                <a:lnTo>
                  <a:pt x="257318" y="169248"/>
                </a:lnTo>
                <a:lnTo>
                  <a:pt x="258306" y="169248"/>
                </a:lnTo>
                <a:lnTo>
                  <a:pt x="258306" y="165557"/>
                </a:lnTo>
                <a:lnTo>
                  <a:pt x="264379" y="165557"/>
                </a:lnTo>
                <a:lnTo>
                  <a:pt x="264379" y="169248"/>
                </a:lnTo>
                <a:lnTo>
                  <a:pt x="265355" y="169248"/>
                </a:lnTo>
                <a:lnTo>
                  <a:pt x="265355" y="165557"/>
                </a:lnTo>
                <a:lnTo>
                  <a:pt x="271427" y="165557"/>
                </a:lnTo>
                <a:lnTo>
                  <a:pt x="271427" y="169248"/>
                </a:lnTo>
                <a:lnTo>
                  <a:pt x="272415" y="169248"/>
                </a:lnTo>
                <a:lnTo>
                  <a:pt x="272415" y="165557"/>
                </a:lnTo>
                <a:lnTo>
                  <a:pt x="278488" y="165557"/>
                </a:lnTo>
                <a:lnTo>
                  <a:pt x="278488" y="169248"/>
                </a:lnTo>
                <a:lnTo>
                  <a:pt x="279464" y="169248"/>
                </a:lnTo>
                <a:lnTo>
                  <a:pt x="279464" y="165557"/>
                </a:lnTo>
                <a:lnTo>
                  <a:pt x="287858" y="165557"/>
                </a:lnTo>
                <a:lnTo>
                  <a:pt x="287858" y="164580"/>
                </a:lnTo>
                <a:lnTo>
                  <a:pt x="279476" y="164580"/>
                </a:lnTo>
                <a:lnTo>
                  <a:pt x="279476" y="158508"/>
                </a:lnTo>
                <a:lnTo>
                  <a:pt x="287870" y="158508"/>
                </a:lnTo>
                <a:lnTo>
                  <a:pt x="287870" y="157520"/>
                </a:lnTo>
                <a:lnTo>
                  <a:pt x="279476" y="157520"/>
                </a:lnTo>
                <a:lnTo>
                  <a:pt x="279476" y="151448"/>
                </a:lnTo>
                <a:lnTo>
                  <a:pt x="287870" y="151448"/>
                </a:lnTo>
                <a:lnTo>
                  <a:pt x="287870" y="150472"/>
                </a:lnTo>
                <a:lnTo>
                  <a:pt x="279476" y="150472"/>
                </a:lnTo>
                <a:lnTo>
                  <a:pt x="279476" y="144399"/>
                </a:lnTo>
                <a:lnTo>
                  <a:pt x="287870" y="144399"/>
                </a:lnTo>
                <a:lnTo>
                  <a:pt x="287870" y="143411"/>
                </a:lnTo>
                <a:lnTo>
                  <a:pt x="279476" y="143411"/>
                </a:lnTo>
                <a:lnTo>
                  <a:pt x="279476" y="137339"/>
                </a:lnTo>
                <a:lnTo>
                  <a:pt x="287870" y="137339"/>
                </a:lnTo>
                <a:lnTo>
                  <a:pt x="287870" y="136363"/>
                </a:lnTo>
                <a:lnTo>
                  <a:pt x="279476" y="136363"/>
                </a:lnTo>
                <a:lnTo>
                  <a:pt x="279476" y="130279"/>
                </a:lnTo>
                <a:lnTo>
                  <a:pt x="287870" y="130279"/>
                </a:lnTo>
                <a:lnTo>
                  <a:pt x="287870" y="129302"/>
                </a:lnTo>
                <a:lnTo>
                  <a:pt x="279476" y="129302"/>
                </a:lnTo>
                <a:lnTo>
                  <a:pt x="279476" y="123230"/>
                </a:lnTo>
                <a:lnTo>
                  <a:pt x="287870" y="123230"/>
                </a:lnTo>
                <a:lnTo>
                  <a:pt x="287870" y="122254"/>
                </a:lnTo>
                <a:lnTo>
                  <a:pt x="279476" y="122254"/>
                </a:lnTo>
                <a:lnTo>
                  <a:pt x="279476" y="116182"/>
                </a:lnTo>
                <a:lnTo>
                  <a:pt x="287870" y="116182"/>
                </a:lnTo>
                <a:lnTo>
                  <a:pt x="287870" y="115193"/>
                </a:lnTo>
                <a:lnTo>
                  <a:pt x="279476" y="115193"/>
                </a:lnTo>
                <a:lnTo>
                  <a:pt x="279476" y="109121"/>
                </a:lnTo>
                <a:lnTo>
                  <a:pt x="287870" y="109121"/>
                </a:lnTo>
                <a:lnTo>
                  <a:pt x="287870" y="108145"/>
                </a:lnTo>
                <a:lnTo>
                  <a:pt x="279476" y="108145"/>
                </a:lnTo>
                <a:lnTo>
                  <a:pt x="279476" y="102061"/>
                </a:lnTo>
                <a:lnTo>
                  <a:pt x="287870" y="102061"/>
                </a:lnTo>
                <a:lnTo>
                  <a:pt x="287870" y="101085"/>
                </a:lnTo>
                <a:lnTo>
                  <a:pt x="279476" y="101085"/>
                </a:lnTo>
                <a:lnTo>
                  <a:pt x="279476" y="95012"/>
                </a:lnTo>
                <a:lnTo>
                  <a:pt x="287870" y="95012"/>
                </a:lnTo>
                <a:lnTo>
                  <a:pt x="287870" y="94024"/>
                </a:lnTo>
                <a:lnTo>
                  <a:pt x="279476" y="94024"/>
                </a:lnTo>
                <a:lnTo>
                  <a:pt x="279476" y="87952"/>
                </a:lnTo>
                <a:lnTo>
                  <a:pt x="287870" y="87952"/>
                </a:lnTo>
                <a:lnTo>
                  <a:pt x="287870" y="86976"/>
                </a:lnTo>
                <a:lnTo>
                  <a:pt x="279476" y="86976"/>
                </a:lnTo>
                <a:lnTo>
                  <a:pt x="279476" y="80903"/>
                </a:lnTo>
                <a:lnTo>
                  <a:pt x="287870" y="80903"/>
                </a:lnTo>
                <a:lnTo>
                  <a:pt x="287870" y="79927"/>
                </a:lnTo>
                <a:lnTo>
                  <a:pt x="279476" y="79927"/>
                </a:lnTo>
                <a:lnTo>
                  <a:pt x="279476" y="73843"/>
                </a:lnTo>
                <a:lnTo>
                  <a:pt x="287870" y="73843"/>
                </a:lnTo>
                <a:lnTo>
                  <a:pt x="287870" y="72867"/>
                </a:lnTo>
                <a:lnTo>
                  <a:pt x="279476" y="72867"/>
                </a:lnTo>
                <a:lnTo>
                  <a:pt x="279476" y="66783"/>
                </a:lnTo>
                <a:lnTo>
                  <a:pt x="287870" y="66783"/>
                </a:lnTo>
                <a:lnTo>
                  <a:pt x="287870" y="65806"/>
                </a:lnTo>
                <a:lnTo>
                  <a:pt x="279476" y="65806"/>
                </a:lnTo>
                <a:lnTo>
                  <a:pt x="279476" y="59734"/>
                </a:lnTo>
                <a:lnTo>
                  <a:pt x="287870" y="59734"/>
                </a:lnTo>
                <a:lnTo>
                  <a:pt x="287870" y="58746"/>
                </a:lnTo>
                <a:lnTo>
                  <a:pt x="279476" y="58746"/>
                </a:lnTo>
                <a:lnTo>
                  <a:pt x="279476" y="52674"/>
                </a:lnTo>
                <a:lnTo>
                  <a:pt x="287870" y="52674"/>
                </a:lnTo>
                <a:lnTo>
                  <a:pt x="287870" y="51697"/>
                </a:lnTo>
                <a:lnTo>
                  <a:pt x="279476" y="51697"/>
                </a:lnTo>
                <a:lnTo>
                  <a:pt x="279476" y="45625"/>
                </a:lnTo>
                <a:lnTo>
                  <a:pt x="287870" y="45625"/>
                </a:lnTo>
                <a:lnTo>
                  <a:pt x="287870" y="44637"/>
                </a:lnTo>
                <a:lnTo>
                  <a:pt x="279476" y="44637"/>
                </a:lnTo>
                <a:lnTo>
                  <a:pt x="279476" y="38565"/>
                </a:lnTo>
                <a:lnTo>
                  <a:pt x="287870" y="38565"/>
                </a:lnTo>
                <a:lnTo>
                  <a:pt x="287870" y="37589"/>
                </a:lnTo>
                <a:lnTo>
                  <a:pt x="279476" y="37589"/>
                </a:lnTo>
                <a:lnTo>
                  <a:pt x="279476" y="31516"/>
                </a:lnTo>
                <a:lnTo>
                  <a:pt x="287870" y="31516"/>
                </a:lnTo>
                <a:lnTo>
                  <a:pt x="287870" y="30528"/>
                </a:lnTo>
                <a:lnTo>
                  <a:pt x="279476" y="30528"/>
                </a:lnTo>
                <a:lnTo>
                  <a:pt x="279476" y="24456"/>
                </a:lnTo>
                <a:lnTo>
                  <a:pt x="287870" y="24456"/>
                </a:lnTo>
                <a:lnTo>
                  <a:pt x="287870" y="23480"/>
                </a:lnTo>
                <a:lnTo>
                  <a:pt x="279476" y="23480"/>
                </a:lnTo>
                <a:lnTo>
                  <a:pt x="279476" y="17408"/>
                </a:lnTo>
                <a:lnTo>
                  <a:pt x="287870" y="17408"/>
                </a:lnTo>
                <a:lnTo>
                  <a:pt x="287870" y="16419"/>
                </a:lnTo>
                <a:lnTo>
                  <a:pt x="279476" y="16419"/>
                </a:lnTo>
                <a:lnTo>
                  <a:pt x="279476" y="10347"/>
                </a:lnTo>
                <a:lnTo>
                  <a:pt x="287870" y="10347"/>
                </a:lnTo>
                <a:lnTo>
                  <a:pt x="287870" y="9371"/>
                </a:lnTo>
                <a:lnTo>
                  <a:pt x="279476" y="9371"/>
                </a:lnTo>
                <a:lnTo>
                  <a:pt x="279476" y="3287"/>
                </a:lnTo>
                <a:lnTo>
                  <a:pt x="287870" y="3287"/>
                </a:lnTo>
                <a:lnTo>
                  <a:pt x="287870" y="2310"/>
                </a:lnTo>
                <a:lnTo>
                  <a:pt x="279476" y="2310"/>
                </a:lnTo>
                <a:lnTo>
                  <a:pt x="279476" y="1"/>
                </a:lnTo>
                <a:lnTo>
                  <a:pt x="278488" y="1"/>
                </a:lnTo>
                <a:lnTo>
                  <a:pt x="278488" y="2310"/>
                </a:lnTo>
                <a:lnTo>
                  <a:pt x="272415" y="2310"/>
                </a:lnTo>
                <a:lnTo>
                  <a:pt x="272415" y="1"/>
                </a:lnTo>
                <a:lnTo>
                  <a:pt x="271439" y="1"/>
                </a:lnTo>
                <a:lnTo>
                  <a:pt x="271439" y="2310"/>
                </a:lnTo>
                <a:lnTo>
                  <a:pt x="265367" y="2310"/>
                </a:lnTo>
                <a:lnTo>
                  <a:pt x="265367" y="1"/>
                </a:lnTo>
                <a:lnTo>
                  <a:pt x="264379" y="1"/>
                </a:lnTo>
                <a:lnTo>
                  <a:pt x="264379" y="2310"/>
                </a:lnTo>
                <a:lnTo>
                  <a:pt x="258306" y="2310"/>
                </a:lnTo>
                <a:lnTo>
                  <a:pt x="258306" y="1"/>
                </a:lnTo>
                <a:lnTo>
                  <a:pt x="257330" y="1"/>
                </a:lnTo>
                <a:lnTo>
                  <a:pt x="257330" y="2310"/>
                </a:lnTo>
                <a:lnTo>
                  <a:pt x="251258" y="2310"/>
                </a:lnTo>
                <a:lnTo>
                  <a:pt x="251258" y="1"/>
                </a:lnTo>
                <a:lnTo>
                  <a:pt x="250270" y="1"/>
                </a:lnTo>
                <a:lnTo>
                  <a:pt x="250270" y="2310"/>
                </a:lnTo>
                <a:lnTo>
                  <a:pt x="244198" y="2310"/>
                </a:lnTo>
                <a:lnTo>
                  <a:pt x="244198" y="1"/>
                </a:lnTo>
                <a:lnTo>
                  <a:pt x="243221" y="1"/>
                </a:lnTo>
                <a:lnTo>
                  <a:pt x="243221" y="2310"/>
                </a:lnTo>
                <a:lnTo>
                  <a:pt x="237137" y="2310"/>
                </a:lnTo>
                <a:lnTo>
                  <a:pt x="237137" y="1"/>
                </a:lnTo>
                <a:lnTo>
                  <a:pt x="236161" y="1"/>
                </a:lnTo>
                <a:lnTo>
                  <a:pt x="236161" y="2310"/>
                </a:lnTo>
                <a:lnTo>
                  <a:pt x="230089" y="2310"/>
                </a:lnTo>
                <a:lnTo>
                  <a:pt x="230089" y="1"/>
                </a:lnTo>
                <a:lnTo>
                  <a:pt x="229100" y="1"/>
                </a:lnTo>
                <a:lnTo>
                  <a:pt x="229100" y="2310"/>
                </a:lnTo>
                <a:lnTo>
                  <a:pt x="223028" y="2310"/>
                </a:lnTo>
                <a:lnTo>
                  <a:pt x="223028" y="1"/>
                </a:lnTo>
                <a:lnTo>
                  <a:pt x="222052" y="1"/>
                </a:lnTo>
                <a:lnTo>
                  <a:pt x="222052" y="2310"/>
                </a:lnTo>
                <a:lnTo>
                  <a:pt x="215980" y="2310"/>
                </a:lnTo>
                <a:lnTo>
                  <a:pt x="215980" y="1"/>
                </a:lnTo>
                <a:lnTo>
                  <a:pt x="214992" y="1"/>
                </a:lnTo>
                <a:lnTo>
                  <a:pt x="214992" y="2310"/>
                </a:lnTo>
                <a:lnTo>
                  <a:pt x="208919" y="2310"/>
                </a:lnTo>
                <a:lnTo>
                  <a:pt x="208919" y="1"/>
                </a:lnTo>
                <a:lnTo>
                  <a:pt x="207943" y="1"/>
                </a:lnTo>
                <a:lnTo>
                  <a:pt x="207943" y="2310"/>
                </a:lnTo>
                <a:lnTo>
                  <a:pt x="201871" y="2310"/>
                </a:lnTo>
                <a:lnTo>
                  <a:pt x="201871" y="1"/>
                </a:lnTo>
                <a:lnTo>
                  <a:pt x="200883" y="1"/>
                </a:lnTo>
                <a:lnTo>
                  <a:pt x="200883" y="2310"/>
                </a:lnTo>
                <a:lnTo>
                  <a:pt x="194810" y="2310"/>
                </a:lnTo>
                <a:lnTo>
                  <a:pt x="194810" y="1"/>
                </a:lnTo>
                <a:lnTo>
                  <a:pt x="193834" y="1"/>
                </a:lnTo>
                <a:lnTo>
                  <a:pt x="193834" y="2310"/>
                </a:lnTo>
                <a:lnTo>
                  <a:pt x="187762" y="2310"/>
                </a:lnTo>
                <a:lnTo>
                  <a:pt x="187762" y="1"/>
                </a:lnTo>
                <a:lnTo>
                  <a:pt x="186774" y="1"/>
                </a:lnTo>
                <a:lnTo>
                  <a:pt x="186774" y="2310"/>
                </a:lnTo>
                <a:lnTo>
                  <a:pt x="180702" y="2310"/>
                </a:lnTo>
                <a:lnTo>
                  <a:pt x="180702" y="1"/>
                </a:lnTo>
                <a:lnTo>
                  <a:pt x="179713" y="1"/>
                </a:lnTo>
                <a:lnTo>
                  <a:pt x="179713" y="2310"/>
                </a:lnTo>
                <a:lnTo>
                  <a:pt x="173641" y="2310"/>
                </a:lnTo>
                <a:lnTo>
                  <a:pt x="173641" y="1"/>
                </a:lnTo>
                <a:lnTo>
                  <a:pt x="172665" y="1"/>
                </a:lnTo>
                <a:lnTo>
                  <a:pt x="172665" y="2310"/>
                </a:lnTo>
                <a:lnTo>
                  <a:pt x="166581" y="2310"/>
                </a:lnTo>
                <a:lnTo>
                  <a:pt x="166581" y="1"/>
                </a:lnTo>
                <a:lnTo>
                  <a:pt x="165604" y="1"/>
                </a:lnTo>
                <a:lnTo>
                  <a:pt x="165604" y="2310"/>
                </a:lnTo>
                <a:lnTo>
                  <a:pt x="159532" y="2310"/>
                </a:lnTo>
                <a:lnTo>
                  <a:pt x="159532" y="1"/>
                </a:lnTo>
                <a:lnTo>
                  <a:pt x="158544" y="1"/>
                </a:lnTo>
                <a:lnTo>
                  <a:pt x="158544" y="2310"/>
                </a:lnTo>
                <a:lnTo>
                  <a:pt x="152472" y="2310"/>
                </a:lnTo>
                <a:lnTo>
                  <a:pt x="152472" y="1"/>
                </a:lnTo>
                <a:lnTo>
                  <a:pt x="151495" y="1"/>
                </a:lnTo>
                <a:lnTo>
                  <a:pt x="151495" y="2310"/>
                </a:lnTo>
                <a:lnTo>
                  <a:pt x="145423" y="2310"/>
                </a:lnTo>
                <a:lnTo>
                  <a:pt x="145423" y="1"/>
                </a:lnTo>
                <a:lnTo>
                  <a:pt x="144447" y="1"/>
                </a:lnTo>
                <a:lnTo>
                  <a:pt x="144447" y="2310"/>
                </a:lnTo>
                <a:lnTo>
                  <a:pt x="138375" y="2310"/>
                </a:lnTo>
                <a:lnTo>
                  <a:pt x="138375" y="1"/>
                </a:lnTo>
                <a:lnTo>
                  <a:pt x="137387" y="1"/>
                </a:lnTo>
                <a:lnTo>
                  <a:pt x="137387" y="2310"/>
                </a:lnTo>
                <a:lnTo>
                  <a:pt x="131314" y="2310"/>
                </a:lnTo>
                <a:lnTo>
                  <a:pt x="131314" y="1"/>
                </a:lnTo>
                <a:lnTo>
                  <a:pt x="130338" y="1"/>
                </a:lnTo>
                <a:lnTo>
                  <a:pt x="130338" y="2310"/>
                </a:lnTo>
                <a:lnTo>
                  <a:pt x="124254" y="2310"/>
                </a:lnTo>
                <a:lnTo>
                  <a:pt x="124254" y="1"/>
                </a:lnTo>
                <a:lnTo>
                  <a:pt x="123278" y="1"/>
                </a:lnTo>
                <a:lnTo>
                  <a:pt x="123278" y="2310"/>
                </a:lnTo>
                <a:lnTo>
                  <a:pt x="117205" y="2310"/>
                </a:lnTo>
                <a:lnTo>
                  <a:pt x="117205" y="1"/>
                </a:lnTo>
                <a:lnTo>
                  <a:pt x="116217" y="1"/>
                </a:lnTo>
                <a:lnTo>
                  <a:pt x="116217" y="2310"/>
                </a:lnTo>
                <a:lnTo>
                  <a:pt x="110157" y="2310"/>
                </a:lnTo>
                <a:lnTo>
                  <a:pt x="110157" y="1"/>
                </a:lnTo>
                <a:lnTo>
                  <a:pt x="109169" y="1"/>
                </a:lnTo>
                <a:lnTo>
                  <a:pt x="109169" y="2310"/>
                </a:lnTo>
                <a:lnTo>
                  <a:pt x="103097" y="2310"/>
                </a:lnTo>
                <a:lnTo>
                  <a:pt x="103097" y="1"/>
                </a:lnTo>
                <a:lnTo>
                  <a:pt x="102120" y="1"/>
                </a:lnTo>
                <a:lnTo>
                  <a:pt x="102120" y="2310"/>
                </a:lnTo>
                <a:lnTo>
                  <a:pt x="96036" y="2310"/>
                </a:lnTo>
                <a:lnTo>
                  <a:pt x="96036" y="1"/>
                </a:lnTo>
                <a:lnTo>
                  <a:pt x="95060" y="1"/>
                </a:lnTo>
                <a:lnTo>
                  <a:pt x="95060" y="2310"/>
                </a:lnTo>
                <a:lnTo>
                  <a:pt x="88988" y="2310"/>
                </a:lnTo>
                <a:lnTo>
                  <a:pt x="88988" y="1"/>
                </a:lnTo>
                <a:lnTo>
                  <a:pt x="87999" y="1"/>
                </a:lnTo>
                <a:lnTo>
                  <a:pt x="87999" y="2310"/>
                </a:lnTo>
                <a:lnTo>
                  <a:pt x="81927" y="2310"/>
                </a:lnTo>
                <a:lnTo>
                  <a:pt x="81927" y="1"/>
                </a:lnTo>
                <a:lnTo>
                  <a:pt x="80951" y="1"/>
                </a:lnTo>
                <a:lnTo>
                  <a:pt x="80951" y="2310"/>
                </a:lnTo>
                <a:lnTo>
                  <a:pt x="74879" y="2310"/>
                </a:lnTo>
                <a:lnTo>
                  <a:pt x="74879" y="1"/>
                </a:lnTo>
                <a:lnTo>
                  <a:pt x="73902" y="1"/>
                </a:lnTo>
                <a:lnTo>
                  <a:pt x="73902" y="2310"/>
                </a:lnTo>
                <a:lnTo>
                  <a:pt x="67818" y="2310"/>
                </a:lnTo>
                <a:lnTo>
                  <a:pt x="67818" y="1"/>
                </a:lnTo>
                <a:lnTo>
                  <a:pt x="66842" y="1"/>
                </a:lnTo>
                <a:lnTo>
                  <a:pt x="66842" y="2310"/>
                </a:lnTo>
                <a:lnTo>
                  <a:pt x="60758" y="2310"/>
                </a:lnTo>
                <a:lnTo>
                  <a:pt x="60758" y="1"/>
                </a:lnTo>
                <a:lnTo>
                  <a:pt x="59782" y="1"/>
                </a:lnTo>
                <a:lnTo>
                  <a:pt x="59782" y="2310"/>
                </a:lnTo>
                <a:lnTo>
                  <a:pt x="53709" y="2310"/>
                </a:lnTo>
                <a:lnTo>
                  <a:pt x="53709" y="1"/>
                </a:lnTo>
                <a:lnTo>
                  <a:pt x="52721" y="1"/>
                </a:lnTo>
                <a:lnTo>
                  <a:pt x="52721" y="2310"/>
                </a:lnTo>
                <a:lnTo>
                  <a:pt x="46649" y="2310"/>
                </a:lnTo>
                <a:lnTo>
                  <a:pt x="46649" y="1"/>
                </a:lnTo>
                <a:lnTo>
                  <a:pt x="45673" y="1"/>
                </a:lnTo>
                <a:lnTo>
                  <a:pt x="45673" y="2310"/>
                </a:lnTo>
                <a:lnTo>
                  <a:pt x="39601" y="2310"/>
                </a:lnTo>
                <a:lnTo>
                  <a:pt x="39601" y="1"/>
                </a:lnTo>
                <a:lnTo>
                  <a:pt x="38612" y="1"/>
                </a:lnTo>
                <a:lnTo>
                  <a:pt x="38612" y="2310"/>
                </a:lnTo>
                <a:lnTo>
                  <a:pt x="32540" y="2310"/>
                </a:lnTo>
                <a:lnTo>
                  <a:pt x="32540" y="1"/>
                </a:lnTo>
                <a:lnTo>
                  <a:pt x="31564" y="1"/>
                </a:lnTo>
                <a:lnTo>
                  <a:pt x="31564" y="2310"/>
                </a:lnTo>
                <a:lnTo>
                  <a:pt x="25492" y="2310"/>
                </a:lnTo>
                <a:lnTo>
                  <a:pt x="25492" y="1"/>
                </a:lnTo>
                <a:lnTo>
                  <a:pt x="24503" y="1"/>
                </a:lnTo>
                <a:lnTo>
                  <a:pt x="24503" y="2310"/>
                </a:lnTo>
                <a:lnTo>
                  <a:pt x="18431" y="2310"/>
                </a:lnTo>
                <a:lnTo>
                  <a:pt x="18431" y="1"/>
                </a:lnTo>
                <a:lnTo>
                  <a:pt x="17455" y="1"/>
                </a:lnTo>
                <a:lnTo>
                  <a:pt x="17455" y="2310"/>
                </a:lnTo>
                <a:lnTo>
                  <a:pt x="11371" y="2310"/>
                </a:lnTo>
                <a:lnTo>
                  <a:pt x="1137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1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grpSp>
        <p:nvGrpSpPr>
          <p:cNvPr id="1433" name="Google Shape;1433;p15"/>
          <p:cNvGrpSpPr/>
          <p:nvPr/>
        </p:nvGrpSpPr>
        <p:grpSpPr>
          <a:xfrm>
            <a:off x="7365098" y="3205040"/>
            <a:ext cx="1714699" cy="1842836"/>
            <a:chOff x="7365098" y="3205040"/>
            <a:chExt cx="1714699" cy="1842836"/>
          </a:xfrm>
        </p:grpSpPr>
        <p:sp>
          <p:nvSpPr>
            <p:cNvPr id="1434" name="Google Shape;1434;p15"/>
            <p:cNvSpPr/>
            <p:nvPr/>
          </p:nvSpPr>
          <p:spPr>
            <a:xfrm>
              <a:off x="8944346" y="4004957"/>
              <a:ext cx="97552" cy="98090"/>
            </a:xfrm>
            <a:custGeom>
              <a:avLst/>
              <a:gdLst/>
              <a:ahLst/>
              <a:cxnLst/>
              <a:rect l="l" t="t" r="r" b="b"/>
              <a:pathLst>
                <a:path w="1814" h="1824" extrusionOk="0">
                  <a:moveTo>
                    <a:pt x="969" y="235"/>
                  </a:moveTo>
                  <a:cubicBezTo>
                    <a:pt x="990" y="315"/>
                    <a:pt x="1018" y="417"/>
                    <a:pt x="1034" y="485"/>
                  </a:cubicBezTo>
                  <a:cubicBezTo>
                    <a:pt x="1080" y="667"/>
                    <a:pt x="1089" y="707"/>
                    <a:pt x="1111" y="738"/>
                  </a:cubicBezTo>
                  <a:cubicBezTo>
                    <a:pt x="1135" y="769"/>
                    <a:pt x="1166" y="784"/>
                    <a:pt x="1345" y="846"/>
                  </a:cubicBezTo>
                  <a:cubicBezTo>
                    <a:pt x="1410" y="870"/>
                    <a:pt x="1505" y="904"/>
                    <a:pt x="1576" y="935"/>
                  </a:cubicBezTo>
                  <a:cubicBezTo>
                    <a:pt x="1478" y="978"/>
                    <a:pt x="1314" y="1040"/>
                    <a:pt x="1169" y="1093"/>
                  </a:cubicBezTo>
                  <a:cubicBezTo>
                    <a:pt x="1148" y="1099"/>
                    <a:pt x="1129" y="1114"/>
                    <a:pt x="1120" y="1136"/>
                  </a:cubicBezTo>
                  <a:cubicBezTo>
                    <a:pt x="1049" y="1302"/>
                    <a:pt x="960" y="1490"/>
                    <a:pt x="901" y="1595"/>
                  </a:cubicBezTo>
                  <a:cubicBezTo>
                    <a:pt x="861" y="1481"/>
                    <a:pt x="802" y="1281"/>
                    <a:pt x="759" y="1108"/>
                  </a:cubicBezTo>
                  <a:cubicBezTo>
                    <a:pt x="753" y="1077"/>
                    <a:pt x="728" y="1052"/>
                    <a:pt x="697" y="1046"/>
                  </a:cubicBezTo>
                  <a:cubicBezTo>
                    <a:pt x="528" y="1015"/>
                    <a:pt x="333" y="972"/>
                    <a:pt x="229" y="941"/>
                  </a:cubicBezTo>
                  <a:cubicBezTo>
                    <a:pt x="392" y="852"/>
                    <a:pt x="565" y="775"/>
                    <a:pt x="738" y="707"/>
                  </a:cubicBezTo>
                  <a:cubicBezTo>
                    <a:pt x="759" y="698"/>
                    <a:pt x="775" y="682"/>
                    <a:pt x="784" y="661"/>
                  </a:cubicBezTo>
                  <a:cubicBezTo>
                    <a:pt x="839" y="516"/>
                    <a:pt x="901" y="374"/>
                    <a:pt x="969" y="235"/>
                  </a:cubicBezTo>
                  <a:close/>
                  <a:moveTo>
                    <a:pt x="987" y="1"/>
                  </a:moveTo>
                  <a:cubicBezTo>
                    <a:pt x="938" y="1"/>
                    <a:pt x="864" y="1"/>
                    <a:pt x="648" y="571"/>
                  </a:cubicBezTo>
                  <a:cubicBezTo>
                    <a:pt x="40" y="815"/>
                    <a:pt x="16" y="895"/>
                    <a:pt x="7" y="929"/>
                  </a:cubicBezTo>
                  <a:cubicBezTo>
                    <a:pt x="0" y="957"/>
                    <a:pt x="7" y="985"/>
                    <a:pt x="22" y="1009"/>
                  </a:cubicBezTo>
                  <a:cubicBezTo>
                    <a:pt x="37" y="1031"/>
                    <a:pt x="84" y="1093"/>
                    <a:pt x="617" y="1194"/>
                  </a:cubicBezTo>
                  <a:cubicBezTo>
                    <a:pt x="775" y="1823"/>
                    <a:pt x="830" y="1823"/>
                    <a:pt x="889" y="1823"/>
                  </a:cubicBezTo>
                  <a:lnTo>
                    <a:pt x="895" y="1823"/>
                  </a:lnTo>
                  <a:cubicBezTo>
                    <a:pt x="944" y="1820"/>
                    <a:pt x="1000" y="1817"/>
                    <a:pt x="1256" y="1231"/>
                  </a:cubicBezTo>
                  <a:cubicBezTo>
                    <a:pt x="1416" y="1176"/>
                    <a:pt x="1718" y="1065"/>
                    <a:pt x="1780" y="1006"/>
                  </a:cubicBezTo>
                  <a:cubicBezTo>
                    <a:pt x="1805" y="985"/>
                    <a:pt x="1814" y="951"/>
                    <a:pt x="1811" y="920"/>
                  </a:cubicBezTo>
                  <a:cubicBezTo>
                    <a:pt x="1795" y="846"/>
                    <a:pt x="1715" y="806"/>
                    <a:pt x="1404" y="695"/>
                  </a:cubicBezTo>
                  <a:cubicBezTo>
                    <a:pt x="1345" y="673"/>
                    <a:pt x="1274" y="648"/>
                    <a:pt x="1243" y="633"/>
                  </a:cubicBezTo>
                  <a:cubicBezTo>
                    <a:pt x="1231" y="599"/>
                    <a:pt x="1209" y="516"/>
                    <a:pt x="1194" y="448"/>
                  </a:cubicBezTo>
                  <a:cubicBezTo>
                    <a:pt x="1142" y="229"/>
                    <a:pt x="1105" y="93"/>
                    <a:pt x="1064" y="41"/>
                  </a:cubicBezTo>
                  <a:cubicBezTo>
                    <a:pt x="1046" y="16"/>
                    <a:pt x="1018" y="4"/>
                    <a:pt x="9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15"/>
            <p:cNvSpPr/>
            <p:nvPr/>
          </p:nvSpPr>
          <p:spPr>
            <a:xfrm>
              <a:off x="8906457" y="3205040"/>
              <a:ext cx="173330" cy="167924"/>
            </a:xfrm>
            <a:custGeom>
              <a:avLst/>
              <a:gdLst/>
              <a:ahLst/>
              <a:cxnLst/>
              <a:rect l="l" t="t" r="r" b="b"/>
              <a:pathLst>
                <a:path w="2725" h="2640" extrusionOk="0">
                  <a:moveTo>
                    <a:pt x="889" y="243"/>
                  </a:moveTo>
                  <a:cubicBezTo>
                    <a:pt x="988" y="326"/>
                    <a:pt x="1151" y="474"/>
                    <a:pt x="1370" y="681"/>
                  </a:cubicBezTo>
                  <a:cubicBezTo>
                    <a:pt x="1244" y="739"/>
                    <a:pt x="1108" y="807"/>
                    <a:pt x="960" y="884"/>
                  </a:cubicBezTo>
                  <a:cubicBezTo>
                    <a:pt x="914" y="557"/>
                    <a:pt x="895" y="358"/>
                    <a:pt x="889" y="243"/>
                  </a:cubicBezTo>
                  <a:close/>
                  <a:moveTo>
                    <a:pt x="2227" y="520"/>
                  </a:moveTo>
                  <a:lnTo>
                    <a:pt x="2227" y="520"/>
                  </a:lnTo>
                  <a:cubicBezTo>
                    <a:pt x="2172" y="708"/>
                    <a:pt x="2101" y="890"/>
                    <a:pt x="2018" y="1066"/>
                  </a:cubicBezTo>
                  <a:cubicBezTo>
                    <a:pt x="1904" y="955"/>
                    <a:pt x="1786" y="841"/>
                    <a:pt x="1672" y="730"/>
                  </a:cubicBezTo>
                  <a:cubicBezTo>
                    <a:pt x="1996" y="585"/>
                    <a:pt x="2150" y="536"/>
                    <a:pt x="2227" y="520"/>
                  </a:cubicBezTo>
                  <a:close/>
                  <a:moveTo>
                    <a:pt x="827" y="1143"/>
                  </a:moveTo>
                  <a:cubicBezTo>
                    <a:pt x="849" y="1298"/>
                    <a:pt x="877" y="1455"/>
                    <a:pt x="904" y="1609"/>
                  </a:cubicBezTo>
                  <a:cubicBezTo>
                    <a:pt x="497" y="1544"/>
                    <a:pt x="318" y="1489"/>
                    <a:pt x="241" y="1455"/>
                  </a:cubicBezTo>
                  <a:cubicBezTo>
                    <a:pt x="358" y="1390"/>
                    <a:pt x="577" y="1273"/>
                    <a:pt x="827" y="1143"/>
                  </a:cubicBezTo>
                  <a:close/>
                  <a:moveTo>
                    <a:pt x="1506" y="810"/>
                  </a:moveTo>
                  <a:cubicBezTo>
                    <a:pt x="1651" y="946"/>
                    <a:pt x="1802" y="1094"/>
                    <a:pt x="1941" y="1233"/>
                  </a:cubicBezTo>
                  <a:cubicBezTo>
                    <a:pt x="1867" y="1396"/>
                    <a:pt x="1786" y="1557"/>
                    <a:pt x="1706" y="1711"/>
                  </a:cubicBezTo>
                  <a:cubicBezTo>
                    <a:pt x="1478" y="1689"/>
                    <a:pt x="1268" y="1661"/>
                    <a:pt x="1086" y="1637"/>
                  </a:cubicBezTo>
                  <a:lnTo>
                    <a:pt x="1083" y="1637"/>
                  </a:lnTo>
                  <a:cubicBezTo>
                    <a:pt x="1049" y="1449"/>
                    <a:pt x="1015" y="1251"/>
                    <a:pt x="988" y="1063"/>
                  </a:cubicBezTo>
                  <a:cubicBezTo>
                    <a:pt x="1179" y="968"/>
                    <a:pt x="1352" y="881"/>
                    <a:pt x="1506" y="810"/>
                  </a:cubicBezTo>
                  <a:close/>
                  <a:moveTo>
                    <a:pt x="2070" y="1362"/>
                  </a:moveTo>
                  <a:cubicBezTo>
                    <a:pt x="2280" y="1578"/>
                    <a:pt x="2394" y="1708"/>
                    <a:pt x="2453" y="1779"/>
                  </a:cubicBezTo>
                  <a:cubicBezTo>
                    <a:pt x="2314" y="1769"/>
                    <a:pt x="2110" y="1751"/>
                    <a:pt x="1888" y="1729"/>
                  </a:cubicBezTo>
                  <a:cubicBezTo>
                    <a:pt x="1950" y="1612"/>
                    <a:pt x="2012" y="1486"/>
                    <a:pt x="2070" y="1362"/>
                  </a:cubicBezTo>
                  <a:close/>
                  <a:moveTo>
                    <a:pt x="1117" y="1816"/>
                  </a:moveTo>
                  <a:lnTo>
                    <a:pt x="1117" y="1816"/>
                  </a:lnTo>
                  <a:cubicBezTo>
                    <a:pt x="1268" y="1834"/>
                    <a:pt x="1438" y="1856"/>
                    <a:pt x="1620" y="1874"/>
                  </a:cubicBezTo>
                  <a:cubicBezTo>
                    <a:pt x="1438" y="2207"/>
                    <a:pt x="1321" y="2371"/>
                    <a:pt x="1259" y="2436"/>
                  </a:cubicBezTo>
                  <a:cubicBezTo>
                    <a:pt x="1231" y="2340"/>
                    <a:pt x="1182" y="2143"/>
                    <a:pt x="1117" y="1816"/>
                  </a:cubicBezTo>
                  <a:close/>
                  <a:moveTo>
                    <a:pt x="826" y="0"/>
                  </a:moveTo>
                  <a:cubicBezTo>
                    <a:pt x="798" y="0"/>
                    <a:pt x="770" y="10"/>
                    <a:pt x="750" y="30"/>
                  </a:cubicBezTo>
                  <a:cubicBezTo>
                    <a:pt x="719" y="67"/>
                    <a:pt x="673" y="119"/>
                    <a:pt x="799" y="968"/>
                  </a:cubicBezTo>
                  <a:cubicBezTo>
                    <a:pt x="395" y="1174"/>
                    <a:pt x="65" y="1356"/>
                    <a:pt x="62" y="1356"/>
                  </a:cubicBezTo>
                  <a:cubicBezTo>
                    <a:pt x="38" y="1372"/>
                    <a:pt x="22" y="1393"/>
                    <a:pt x="19" y="1421"/>
                  </a:cubicBezTo>
                  <a:cubicBezTo>
                    <a:pt x="1" y="1557"/>
                    <a:pt x="149" y="1668"/>
                    <a:pt x="938" y="1788"/>
                  </a:cubicBezTo>
                  <a:cubicBezTo>
                    <a:pt x="988" y="2059"/>
                    <a:pt x="1071" y="2466"/>
                    <a:pt x="1129" y="2574"/>
                  </a:cubicBezTo>
                  <a:cubicBezTo>
                    <a:pt x="1148" y="2615"/>
                    <a:pt x="1188" y="2639"/>
                    <a:pt x="1234" y="2639"/>
                  </a:cubicBezTo>
                  <a:cubicBezTo>
                    <a:pt x="1290" y="2639"/>
                    <a:pt x="1404" y="2639"/>
                    <a:pt x="1802" y="1893"/>
                  </a:cubicBezTo>
                  <a:cubicBezTo>
                    <a:pt x="2144" y="1930"/>
                    <a:pt x="2453" y="1951"/>
                    <a:pt x="2573" y="1961"/>
                  </a:cubicBezTo>
                  <a:cubicBezTo>
                    <a:pt x="2616" y="1961"/>
                    <a:pt x="2656" y="1939"/>
                    <a:pt x="2675" y="1902"/>
                  </a:cubicBezTo>
                  <a:cubicBezTo>
                    <a:pt x="2702" y="1837"/>
                    <a:pt x="2724" y="1785"/>
                    <a:pt x="2144" y="1199"/>
                  </a:cubicBezTo>
                  <a:cubicBezTo>
                    <a:pt x="2274" y="912"/>
                    <a:pt x="2416" y="573"/>
                    <a:pt x="2406" y="459"/>
                  </a:cubicBezTo>
                  <a:cubicBezTo>
                    <a:pt x="2403" y="406"/>
                    <a:pt x="2363" y="344"/>
                    <a:pt x="2264" y="344"/>
                  </a:cubicBezTo>
                  <a:cubicBezTo>
                    <a:pt x="2194" y="344"/>
                    <a:pt x="2039" y="372"/>
                    <a:pt x="1537" y="604"/>
                  </a:cubicBezTo>
                  <a:cubicBezTo>
                    <a:pt x="1305" y="385"/>
                    <a:pt x="941" y="48"/>
                    <a:pt x="870" y="8"/>
                  </a:cubicBezTo>
                  <a:cubicBezTo>
                    <a:pt x="856" y="3"/>
                    <a:pt x="841" y="0"/>
                    <a:pt x="8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15"/>
            <p:cNvSpPr/>
            <p:nvPr/>
          </p:nvSpPr>
          <p:spPr>
            <a:xfrm rot="-3925217">
              <a:off x="8308376" y="4170355"/>
              <a:ext cx="773793" cy="491747"/>
            </a:xfrm>
            <a:custGeom>
              <a:avLst/>
              <a:gdLst/>
              <a:ahLst/>
              <a:cxnLst/>
              <a:rect l="l" t="t" r="r" b="b"/>
              <a:pathLst>
                <a:path w="12073" h="8280" extrusionOk="0">
                  <a:moveTo>
                    <a:pt x="8926" y="1"/>
                  </a:moveTo>
                  <a:cubicBezTo>
                    <a:pt x="8924" y="1"/>
                    <a:pt x="8922" y="1"/>
                    <a:pt x="8921" y="1"/>
                  </a:cubicBezTo>
                  <a:cubicBezTo>
                    <a:pt x="8831" y="4"/>
                    <a:pt x="8742" y="13"/>
                    <a:pt x="8652" y="29"/>
                  </a:cubicBezTo>
                  <a:lnTo>
                    <a:pt x="8588" y="41"/>
                  </a:lnTo>
                  <a:cubicBezTo>
                    <a:pt x="8492" y="60"/>
                    <a:pt x="8507" y="201"/>
                    <a:pt x="8606" y="201"/>
                  </a:cubicBezTo>
                  <a:cubicBezTo>
                    <a:pt x="8609" y="201"/>
                    <a:pt x="8615" y="201"/>
                    <a:pt x="8621" y="198"/>
                  </a:cubicBezTo>
                  <a:lnTo>
                    <a:pt x="8677" y="189"/>
                  </a:lnTo>
                  <a:cubicBezTo>
                    <a:pt x="8760" y="174"/>
                    <a:pt x="8844" y="164"/>
                    <a:pt x="8930" y="161"/>
                  </a:cubicBezTo>
                  <a:cubicBezTo>
                    <a:pt x="8973" y="158"/>
                    <a:pt x="9007" y="121"/>
                    <a:pt x="9007" y="78"/>
                  </a:cubicBezTo>
                  <a:cubicBezTo>
                    <a:pt x="9004" y="34"/>
                    <a:pt x="8967" y="1"/>
                    <a:pt x="8926" y="1"/>
                  </a:cubicBezTo>
                  <a:close/>
                  <a:moveTo>
                    <a:pt x="9248" y="13"/>
                  </a:moveTo>
                  <a:cubicBezTo>
                    <a:pt x="9151" y="13"/>
                    <a:pt x="9136" y="159"/>
                    <a:pt x="9238" y="174"/>
                  </a:cubicBezTo>
                  <a:cubicBezTo>
                    <a:pt x="9343" y="186"/>
                    <a:pt x="9445" y="205"/>
                    <a:pt x="9544" y="232"/>
                  </a:cubicBezTo>
                  <a:cubicBezTo>
                    <a:pt x="9553" y="235"/>
                    <a:pt x="9559" y="235"/>
                    <a:pt x="9565" y="235"/>
                  </a:cubicBezTo>
                  <a:cubicBezTo>
                    <a:pt x="9661" y="235"/>
                    <a:pt x="9679" y="100"/>
                    <a:pt x="9587" y="75"/>
                  </a:cubicBezTo>
                  <a:cubicBezTo>
                    <a:pt x="9479" y="47"/>
                    <a:pt x="9368" y="26"/>
                    <a:pt x="9257" y="13"/>
                  </a:cubicBezTo>
                  <a:cubicBezTo>
                    <a:pt x="9254" y="13"/>
                    <a:pt x="9251" y="13"/>
                    <a:pt x="9248" y="13"/>
                  </a:cubicBezTo>
                  <a:close/>
                  <a:moveTo>
                    <a:pt x="8303" y="128"/>
                  </a:moveTo>
                  <a:cubicBezTo>
                    <a:pt x="8291" y="128"/>
                    <a:pt x="8279" y="131"/>
                    <a:pt x="8267" y="137"/>
                  </a:cubicBezTo>
                  <a:cubicBezTo>
                    <a:pt x="8162" y="180"/>
                    <a:pt x="8060" y="232"/>
                    <a:pt x="7964" y="294"/>
                  </a:cubicBezTo>
                  <a:cubicBezTo>
                    <a:pt x="7900" y="340"/>
                    <a:pt x="7931" y="442"/>
                    <a:pt x="8011" y="442"/>
                  </a:cubicBezTo>
                  <a:lnTo>
                    <a:pt x="8011" y="445"/>
                  </a:lnTo>
                  <a:cubicBezTo>
                    <a:pt x="8026" y="445"/>
                    <a:pt x="8042" y="439"/>
                    <a:pt x="8054" y="430"/>
                  </a:cubicBezTo>
                  <a:cubicBezTo>
                    <a:pt x="8140" y="374"/>
                    <a:pt x="8233" y="325"/>
                    <a:pt x="8325" y="288"/>
                  </a:cubicBezTo>
                  <a:cubicBezTo>
                    <a:pt x="8420" y="255"/>
                    <a:pt x="8382" y="128"/>
                    <a:pt x="8303" y="128"/>
                  </a:cubicBezTo>
                  <a:close/>
                  <a:moveTo>
                    <a:pt x="9873" y="178"/>
                  </a:moveTo>
                  <a:cubicBezTo>
                    <a:pt x="9795" y="178"/>
                    <a:pt x="9757" y="295"/>
                    <a:pt x="9840" y="334"/>
                  </a:cubicBezTo>
                  <a:cubicBezTo>
                    <a:pt x="9938" y="374"/>
                    <a:pt x="10031" y="417"/>
                    <a:pt x="10123" y="470"/>
                  </a:cubicBezTo>
                  <a:cubicBezTo>
                    <a:pt x="10136" y="476"/>
                    <a:pt x="10148" y="479"/>
                    <a:pt x="10164" y="479"/>
                  </a:cubicBezTo>
                  <a:cubicBezTo>
                    <a:pt x="10247" y="479"/>
                    <a:pt x="10275" y="368"/>
                    <a:pt x="10201" y="328"/>
                  </a:cubicBezTo>
                  <a:cubicBezTo>
                    <a:pt x="10105" y="275"/>
                    <a:pt x="10003" y="226"/>
                    <a:pt x="9901" y="183"/>
                  </a:cubicBezTo>
                  <a:cubicBezTo>
                    <a:pt x="9891" y="179"/>
                    <a:pt x="9882" y="178"/>
                    <a:pt x="9873" y="178"/>
                  </a:cubicBezTo>
                  <a:close/>
                  <a:moveTo>
                    <a:pt x="5475" y="516"/>
                  </a:moveTo>
                  <a:cubicBezTo>
                    <a:pt x="5406" y="516"/>
                    <a:pt x="5337" y="518"/>
                    <a:pt x="5269" y="522"/>
                  </a:cubicBezTo>
                  <a:cubicBezTo>
                    <a:pt x="5167" y="531"/>
                    <a:pt x="5173" y="683"/>
                    <a:pt x="5275" y="686"/>
                  </a:cubicBezTo>
                  <a:lnTo>
                    <a:pt x="5281" y="683"/>
                  </a:lnTo>
                  <a:cubicBezTo>
                    <a:pt x="5341" y="679"/>
                    <a:pt x="5401" y="677"/>
                    <a:pt x="5463" y="677"/>
                  </a:cubicBezTo>
                  <a:cubicBezTo>
                    <a:pt x="5506" y="677"/>
                    <a:pt x="5549" y="678"/>
                    <a:pt x="5593" y="679"/>
                  </a:cubicBezTo>
                  <a:cubicBezTo>
                    <a:pt x="5698" y="679"/>
                    <a:pt x="5704" y="528"/>
                    <a:pt x="5602" y="519"/>
                  </a:cubicBezTo>
                  <a:cubicBezTo>
                    <a:pt x="5560" y="517"/>
                    <a:pt x="5517" y="516"/>
                    <a:pt x="5475" y="516"/>
                  </a:cubicBezTo>
                  <a:close/>
                  <a:moveTo>
                    <a:pt x="5916" y="551"/>
                  </a:moveTo>
                  <a:cubicBezTo>
                    <a:pt x="5879" y="551"/>
                    <a:pt x="5845" y="580"/>
                    <a:pt x="5839" y="621"/>
                  </a:cubicBezTo>
                  <a:cubicBezTo>
                    <a:pt x="5833" y="664"/>
                    <a:pt x="5861" y="704"/>
                    <a:pt x="5907" y="713"/>
                  </a:cubicBezTo>
                  <a:cubicBezTo>
                    <a:pt x="6009" y="729"/>
                    <a:pt x="6111" y="754"/>
                    <a:pt x="6213" y="781"/>
                  </a:cubicBezTo>
                  <a:cubicBezTo>
                    <a:pt x="6219" y="784"/>
                    <a:pt x="6228" y="784"/>
                    <a:pt x="6234" y="784"/>
                  </a:cubicBezTo>
                  <a:cubicBezTo>
                    <a:pt x="6327" y="784"/>
                    <a:pt x="6345" y="655"/>
                    <a:pt x="6256" y="627"/>
                  </a:cubicBezTo>
                  <a:cubicBezTo>
                    <a:pt x="6151" y="596"/>
                    <a:pt x="6043" y="572"/>
                    <a:pt x="5932" y="553"/>
                  </a:cubicBezTo>
                  <a:cubicBezTo>
                    <a:pt x="5927" y="552"/>
                    <a:pt x="5922" y="551"/>
                    <a:pt x="5916" y="551"/>
                  </a:cubicBezTo>
                  <a:close/>
                  <a:moveTo>
                    <a:pt x="4962" y="562"/>
                  </a:moveTo>
                  <a:cubicBezTo>
                    <a:pt x="4955" y="562"/>
                    <a:pt x="4947" y="563"/>
                    <a:pt x="4939" y="565"/>
                  </a:cubicBezTo>
                  <a:cubicBezTo>
                    <a:pt x="4831" y="587"/>
                    <a:pt x="4723" y="612"/>
                    <a:pt x="4615" y="642"/>
                  </a:cubicBezTo>
                  <a:cubicBezTo>
                    <a:pt x="4526" y="670"/>
                    <a:pt x="4544" y="803"/>
                    <a:pt x="4640" y="803"/>
                  </a:cubicBezTo>
                  <a:cubicBezTo>
                    <a:pt x="4646" y="803"/>
                    <a:pt x="4655" y="803"/>
                    <a:pt x="4661" y="800"/>
                  </a:cubicBezTo>
                  <a:cubicBezTo>
                    <a:pt x="4763" y="769"/>
                    <a:pt x="4865" y="744"/>
                    <a:pt x="4970" y="726"/>
                  </a:cubicBezTo>
                  <a:cubicBezTo>
                    <a:pt x="5075" y="711"/>
                    <a:pt x="5054" y="562"/>
                    <a:pt x="4962" y="562"/>
                  </a:cubicBezTo>
                  <a:close/>
                  <a:moveTo>
                    <a:pt x="10439" y="486"/>
                  </a:moveTo>
                  <a:cubicBezTo>
                    <a:pt x="10370" y="486"/>
                    <a:pt x="10324" y="585"/>
                    <a:pt x="10395" y="633"/>
                  </a:cubicBezTo>
                  <a:cubicBezTo>
                    <a:pt x="10478" y="692"/>
                    <a:pt x="10565" y="757"/>
                    <a:pt x="10651" y="821"/>
                  </a:cubicBezTo>
                  <a:cubicBezTo>
                    <a:pt x="10663" y="834"/>
                    <a:pt x="10682" y="840"/>
                    <a:pt x="10700" y="840"/>
                  </a:cubicBezTo>
                  <a:lnTo>
                    <a:pt x="10700" y="843"/>
                  </a:lnTo>
                  <a:cubicBezTo>
                    <a:pt x="10725" y="843"/>
                    <a:pt x="10747" y="831"/>
                    <a:pt x="10762" y="809"/>
                  </a:cubicBezTo>
                  <a:cubicBezTo>
                    <a:pt x="10790" y="775"/>
                    <a:pt x="10784" y="723"/>
                    <a:pt x="10750" y="695"/>
                  </a:cubicBezTo>
                  <a:cubicBezTo>
                    <a:pt x="10663" y="627"/>
                    <a:pt x="10574" y="559"/>
                    <a:pt x="10484" y="501"/>
                  </a:cubicBezTo>
                  <a:cubicBezTo>
                    <a:pt x="10469" y="490"/>
                    <a:pt x="10453" y="486"/>
                    <a:pt x="10439" y="486"/>
                  </a:cubicBezTo>
                  <a:close/>
                  <a:moveTo>
                    <a:pt x="7760" y="484"/>
                  </a:moveTo>
                  <a:cubicBezTo>
                    <a:pt x="7741" y="484"/>
                    <a:pt x="7720" y="492"/>
                    <a:pt x="7702" y="510"/>
                  </a:cubicBezTo>
                  <a:cubicBezTo>
                    <a:pt x="7622" y="590"/>
                    <a:pt x="7551" y="676"/>
                    <a:pt x="7490" y="772"/>
                  </a:cubicBezTo>
                  <a:cubicBezTo>
                    <a:pt x="7452" y="824"/>
                    <a:pt x="7490" y="898"/>
                    <a:pt x="7554" y="898"/>
                  </a:cubicBezTo>
                  <a:cubicBezTo>
                    <a:pt x="7582" y="898"/>
                    <a:pt x="7610" y="886"/>
                    <a:pt x="7625" y="861"/>
                  </a:cubicBezTo>
                  <a:cubicBezTo>
                    <a:pt x="7684" y="778"/>
                    <a:pt x="7749" y="698"/>
                    <a:pt x="7820" y="624"/>
                  </a:cubicBezTo>
                  <a:cubicBezTo>
                    <a:pt x="7879" y="565"/>
                    <a:pt x="7824" y="484"/>
                    <a:pt x="7760" y="484"/>
                  </a:cubicBezTo>
                  <a:close/>
                  <a:moveTo>
                    <a:pt x="6543" y="733"/>
                  </a:moveTo>
                  <a:cubicBezTo>
                    <a:pt x="6464" y="733"/>
                    <a:pt x="6426" y="848"/>
                    <a:pt x="6509" y="886"/>
                  </a:cubicBezTo>
                  <a:cubicBezTo>
                    <a:pt x="6604" y="929"/>
                    <a:pt x="6700" y="976"/>
                    <a:pt x="6789" y="1028"/>
                  </a:cubicBezTo>
                  <a:cubicBezTo>
                    <a:pt x="6802" y="1034"/>
                    <a:pt x="6814" y="1037"/>
                    <a:pt x="6829" y="1037"/>
                  </a:cubicBezTo>
                  <a:lnTo>
                    <a:pt x="6833" y="1037"/>
                  </a:lnTo>
                  <a:cubicBezTo>
                    <a:pt x="6913" y="1037"/>
                    <a:pt x="6941" y="926"/>
                    <a:pt x="6870" y="886"/>
                  </a:cubicBezTo>
                  <a:cubicBezTo>
                    <a:pt x="6774" y="831"/>
                    <a:pt x="6675" y="781"/>
                    <a:pt x="6573" y="738"/>
                  </a:cubicBezTo>
                  <a:cubicBezTo>
                    <a:pt x="6563" y="734"/>
                    <a:pt x="6553" y="733"/>
                    <a:pt x="6543" y="733"/>
                  </a:cubicBezTo>
                  <a:close/>
                  <a:moveTo>
                    <a:pt x="4337" y="747"/>
                  </a:moveTo>
                  <a:cubicBezTo>
                    <a:pt x="4326" y="747"/>
                    <a:pt x="4315" y="749"/>
                    <a:pt x="4303" y="754"/>
                  </a:cubicBezTo>
                  <a:cubicBezTo>
                    <a:pt x="4236" y="781"/>
                    <a:pt x="4168" y="812"/>
                    <a:pt x="4100" y="846"/>
                  </a:cubicBezTo>
                  <a:cubicBezTo>
                    <a:pt x="4069" y="861"/>
                    <a:pt x="4035" y="877"/>
                    <a:pt x="4004" y="892"/>
                  </a:cubicBezTo>
                  <a:cubicBezTo>
                    <a:pt x="3964" y="914"/>
                    <a:pt x="3949" y="963"/>
                    <a:pt x="3970" y="1003"/>
                  </a:cubicBezTo>
                  <a:cubicBezTo>
                    <a:pt x="3983" y="1031"/>
                    <a:pt x="4010" y="1047"/>
                    <a:pt x="4041" y="1047"/>
                  </a:cubicBezTo>
                  <a:cubicBezTo>
                    <a:pt x="4054" y="1047"/>
                    <a:pt x="4069" y="1043"/>
                    <a:pt x="4081" y="1037"/>
                  </a:cubicBezTo>
                  <a:cubicBezTo>
                    <a:pt x="4109" y="1022"/>
                    <a:pt x="4140" y="1006"/>
                    <a:pt x="4174" y="991"/>
                  </a:cubicBezTo>
                  <a:cubicBezTo>
                    <a:pt x="4236" y="960"/>
                    <a:pt x="4300" y="929"/>
                    <a:pt x="4365" y="905"/>
                  </a:cubicBezTo>
                  <a:cubicBezTo>
                    <a:pt x="4452" y="869"/>
                    <a:pt x="4417" y="747"/>
                    <a:pt x="4337" y="747"/>
                  </a:cubicBezTo>
                  <a:close/>
                  <a:moveTo>
                    <a:pt x="10948" y="890"/>
                  </a:moveTo>
                  <a:cubicBezTo>
                    <a:pt x="10885" y="890"/>
                    <a:pt x="10833" y="972"/>
                    <a:pt x="10891" y="1028"/>
                  </a:cubicBezTo>
                  <a:cubicBezTo>
                    <a:pt x="10972" y="1102"/>
                    <a:pt x="11049" y="1176"/>
                    <a:pt x="11120" y="1250"/>
                  </a:cubicBezTo>
                  <a:cubicBezTo>
                    <a:pt x="11135" y="1266"/>
                    <a:pt x="11157" y="1275"/>
                    <a:pt x="11178" y="1275"/>
                  </a:cubicBezTo>
                  <a:cubicBezTo>
                    <a:pt x="11249" y="1275"/>
                    <a:pt x="11286" y="1188"/>
                    <a:pt x="11237" y="1139"/>
                  </a:cubicBezTo>
                  <a:cubicBezTo>
                    <a:pt x="11163" y="1062"/>
                    <a:pt x="11083" y="988"/>
                    <a:pt x="10999" y="911"/>
                  </a:cubicBezTo>
                  <a:cubicBezTo>
                    <a:pt x="10983" y="896"/>
                    <a:pt x="10965" y="890"/>
                    <a:pt x="10948" y="890"/>
                  </a:cubicBezTo>
                  <a:close/>
                  <a:moveTo>
                    <a:pt x="3769" y="1046"/>
                  </a:moveTo>
                  <a:cubicBezTo>
                    <a:pt x="3753" y="1046"/>
                    <a:pt x="3735" y="1052"/>
                    <a:pt x="3717" y="1065"/>
                  </a:cubicBezTo>
                  <a:cubicBezTo>
                    <a:pt x="3628" y="1130"/>
                    <a:pt x="3539" y="1198"/>
                    <a:pt x="3458" y="1272"/>
                  </a:cubicBezTo>
                  <a:cubicBezTo>
                    <a:pt x="3403" y="1321"/>
                    <a:pt x="3437" y="1414"/>
                    <a:pt x="3511" y="1414"/>
                  </a:cubicBezTo>
                  <a:cubicBezTo>
                    <a:pt x="3529" y="1414"/>
                    <a:pt x="3551" y="1407"/>
                    <a:pt x="3566" y="1392"/>
                  </a:cubicBezTo>
                  <a:cubicBezTo>
                    <a:pt x="3643" y="1321"/>
                    <a:pt x="3724" y="1256"/>
                    <a:pt x="3810" y="1198"/>
                  </a:cubicBezTo>
                  <a:cubicBezTo>
                    <a:pt x="3890" y="1150"/>
                    <a:pt x="3840" y="1046"/>
                    <a:pt x="3769" y="1046"/>
                  </a:cubicBezTo>
                  <a:close/>
                  <a:moveTo>
                    <a:pt x="7396" y="1017"/>
                  </a:moveTo>
                  <a:cubicBezTo>
                    <a:pt x="7368" y="1017"/>
                    <a:pt x="7341" y="1031"/>
                    <a:pt x="7326" y="1065"/>
                  </a:cubicBezTo>
                  <a:cubicBezTo>
                    <a:pt x="7311" y="1102"/>
                    <a:pt x="7295" y="1136"/>
                    <a:pt x="7280" y="1176"/>
                  </a:cubicBezTo>
                  <a:cubicBezTo>
                    <a:pt x="7237" y="1139"/>
                    <a:pt x="7193" y="1102"/>
                    <a:pt x="7147" y="1068"/>
                  </a:cubicBezTo>
                  <a:cubicBezTo>
                    <a:pt x="7131" y="1056"/>
                    <a:pt x="7114" y="1050"/>
                    <a:pt x="7098" y="1050"/>
                  </a:cubicBezTo>
                  <a:cubicBezTo>
                    <a:pt x="7031" y="1050"/>
                    <a:pt x="6982" y="1145"/>
                    <a:pt x="7052" y="1198"/>
                  </a:cubicBezTo>
                  <a:cubicBezTo>
                    <a:pt x="7110" y="1244"/>
                    <a:pt x="7169" y="1290"/>
                    <a:pt x="7224" y="1343"/>
                  </a:cubicBezTo>
                  <a:cubicBezTo>
                    <a:pt x="7221" y="1355"/>
                    <a:pt x="7218" y="1370"/>
                    <a:pt x="7215" y="1383"/>
                  </a:cubicBezTo>
                  <a:cubicBezTo>
                    <a:pt x="7203" y="1426"/>
                    <a:pt x="7227" y="1472"/>
                    <a:pt x="7271" y="1481"/>
                  </a:cubicBezTo>
                  <a:cubicBezTo>
                    <a:pt x="7277" y="1484"/>
                    <a:pt x="7283" y="1484"/>
                    <a:pt x="7292" y="1484"/>
                  </a:cubicBezTo>
                  <a:cubicBezTo>
                    <a:pt x="7294" y="1485"/>
                    <a:pt x="7296" y="1485"/>
                    <a:pt x="7298" y="1485"/>
                  </a:cubicBezTo>
                  <a:cubicBezTo>
                    <a:pt x="7333" y="1485"/>
                    <a:pt x="7364" y="1461"/>
                    <a:pt x="7372" y="1426"/>
                  </a:cubicBezTo>
                  <a:lnTo>
                    <a:pt x="7372" y="1420"/>
                  </a:lnTo>
                  <a:cubicBezTo>
                    <a:pt x="7425" y="1401"/>
                    <a:pt x="7443" y="1340"/>
                    <a:pt x="7409" y="1293"/>
                  </a:cubicBezTo>
                  <a:cubicBezTo>
                    <a:pt x="7428" y="1238"/>
                    <a:pt x="7449" y="1182"/>
                    <a:pt x="7474" y="1133"/>
                  </a:cubicBezTo>
                  <a:cubicBezTo>
                    <a:pt x="7502" y="1068"/>
                    <a:pt x="7449" y="1017"/>
                    <a:pt x="7396" y="1017"/>
                  </a:cubicBezTo>
                  <a:close/>
                  <a:moveTo>
                    <a:pt x="11402" y="1354"/>
                  </a:moveTo>
                  <a:cubicBezTo>
                    <a:pt x="11342" y="1354"/>
                    <a:pt x="11290" y="1425"/>
                    <a:pt x="11339" y="1488"/>
                  </a:cubicBezTo>
                  <a:cubicBezTo>
                    <a:pt x="11413" y="1571"/>
                    <a:pt x="11481" y="1654"/>
                    <a:pt x="11542" y="1731"/>
                  </a:cubicBezTo>
                  <a:cubicBezTo>
                    <a:pt x="11558" y="1753"/>
                    <a:pt x="11579" y="1762"/>
                    <a:pt x="11607" y="1762"/>
                  </a:cubicBezTo>
                  <a:cubicBezTo>
                    <a:pt x="11672" y="1762"/>
                    <a:pt x="11712" y="1685"/>
                    <a:pt x="11669" y="1633"/>
                  </a:cubicBezTo>
                  <a:cubicBezTo>
                    <a:pt x="11607" y="1552"/>
                    <a:pt x="11536" y="1466"/>
                    <a:pt x="11459" y="1380"/>
                  </a:cubicBezTo>
                  <a:cubicBezTo>
                    <a:pt x="11441" y="1361"/>
                    <a:pt x="11421" y="1354"/>
                    <a:pt x="11402" y="1354"/>
                  </a:cubicBezTo>
                  <a:close/>
                  <a:moveTo>
                    <a:pt x="3285" y="1486"/>
                  </a:moveTo>
                  <a:cubicBezTo>
                    <a:pt x="3264" y="1486"/>
                    <a:pt x="3242" y="1494"/>
                    <a:pt x="3224" y="1515"/>
                  </a:cubicBezTo>
                  <a:cubicBezTo>
                    <a:pt x="3153" y="1602"/>
                    <a:pt x="3088" y="1694"/>
                    <a:pt x="3033" y="1790"/>
                  </a:cubicBezTo>
                  <a:cubicBezTo>
                    <a:pt x="3008" y="1827"/>
                    <a:pt x="3023" y="1876"/>
                    <a:pt x="3060" y="1901"/>
                  </a:cubicBezTo>
                  <a:cubicBezTo>
                    <a:pt x="3073" y="1907"/>
                    <a:pt x="3088" y="1910"/>
                    <a:pt x="3104" y="1910"/>
                  </a:cubicBezTo>
                  <a:lnTo>
                    <a:pt x="3101" y="1913"/>
                  </a:lnTo>
                  <a:cubicBezTo>
                    <a:pt x="3131" y="1913"/>
                    <a:pt x="3156" y="1898"/>
                    <a:pt x="3172" y="1870"/>
                  </a:cubicBezTo>
                  <a:cubicBezTo>
                    <a:pt x="3224" y="1784"/>
                    <a:pt x="3283" y="1697"/>
                    <a:pt x="3350" y="1617"/>
                  </a:cubicBezTo>
                  <a:cubicBezTo>
                    <a:pt x="3398" y="1556"/>
                    <a:pt x="3345" y="1486"/>
                    <a:pt x="3285" y="1486"/>
                  </a:cubicBezTo>
                  <a:close/>
                  <a:moveTo>
                    <a:pt x="7559" y="1500"/>
                  </a:moveTo>
                  <a:cubicBezTo>
                    <a:pt x="7501" y="1500"/>
                    <a:pt x="7445" y="1570"/>
                    <a:pt x="7496" y="1633"/>
                  </a:cubicBezTo>
                  <a:cubicBezTo>
                    <a:pt x="7557" y="1716"/>
                    <a:pt x="7610" y="1802"/>
                    <a:pt x="7656" y="1895"/>
                  </a:cubicBezTo>
                  <a:cubicBezTo>
                    <a:pt x="7668" y="1922"/>
                    <a:pt x="7696" y="1941"/>
                    <a:pt x="7730" y="1941"/>
                  </a:cubicBezTo>
                  <a:cubicBezTo>
                    <a:pt x="7742" y="1941"/>
                    <a:pt x="7752" y="1938"/>
                    <a:pt x="7764" y="1932"/>
                  </a:cubicBezTo>
                  <a:cubicBezTo>
                    <a:pt x="7804" y="1913"/>
                    <a:pt x="7820" y="1864"/>
                    <a:pt x="7801" y="1824"/>
                  </a:cubicBezTo>
                  <a:cubicBezTo>
                    <a:pt x="7752" y="1722"/>
                    <a:pt x="7693" y="1626"/>
                    <a:pt x="7622" y="1537"/>
                  </a:cubicBezTo>
                  <a:cubicBezTo>
                    <a:pt x="7605" y="1511"/>
                    <a:pt x="7582" y="1500"/>
                    <a:pt x="7559" y="1500"/>
                  </a:cubicBezTo>
                  <a:close/>
                  <a:moveTo>
                    <a:pt x="7233" y="1638"/>
                  </a:moveTo>
                  <a:cubicBezTo>
                    <a:pt x="7190" y="1638"/>
                    <a:pt x="7153" y="1669"/>
                    <a:pt x="7150" y="1713"/>
                  </a:cubicBezTo>
                  <a:cubicBezTo>
                    <a:pt x="7141" y="1787"/>
                    <a:pt x="7138" y="1861"/>
                    <a:pt x="7138" y="1938"/>
                  </a:cubicBezTo>
                  <a:cubicBezTo>
                    <a:pt x="7138" y="1975"/>
                    <a:pt x="7138" y="2012"/>
                    <a:pt x="7141" y="2049"/>
                  </a:cubicBezTo>
                  <a:cubicBezTo>
                    <a:pt x="7141" y="2092"/>
                    <a:pt x="7178" y="2126"/>
                    <a:pt x="7221" y="2126"/>
                  </a:cubicBezTo>
                  <a:lnTo>
                    <a:pt x="7224" y="2123"/>
                  </a:lnTo>
                  <a:cubicBezTo>
                    <a:pt x="7271" y="2123"/>
                    <a:pt x="7304" y="2083"/>
                    <a:pt x="7301" y="2040"/>
                  </a:cubicBezTo>
                  <a:cubicBezTo>
                    <a:pt x="7298" y="2006"/>
                    <a:pt x="7298" y="1972"/>
                    <a:pt x="7298" y="1938"/>
                  </a:cubicBezTo>
                  <a:cubicBezTo>
                    <a:pt x="7298" y="1867"/>
                    <a:pt x="7301" y="1799"/>
                    <a:pt x="7311" y="1728"/>
                  </a:cubicBezTo>
                  <a:cubicBezTo>
                    <a:pt x="7314" y="1685"/>
                    <a:pt x="7283" y="1645"/>
                    <a:pt x="7240" y="1639"/>
                  </a:cubicBezTo>
                  <a:cubicBezTo>
                    <a:pt x="7238" y="1639"/>
                    <a:pt x="7235" y="1638"/>
                    <a:pt x="7233" y="1638"/>
                  </a:cubicBezTo>
                  <a:close/>
                  <a:moveTo>
                    <a:pt x="11801" y="1860"/>
                  </a:moveTo>
                  <a:cubicBezTo>
                    <a:pt x="11742" y="1860"/>
                    <a:pt x="11687" y="1926"/>
                    <a:pt x="11733" y="1990"/>
                  </a:cubicBezTo>
                  <a:cubicBezTo>
                    <a:pt x="11848" y="2148"/>
                    <a:pt x="11909" y="2252"/>
                    <a:pt x="11909" y="2252"/>
                  </a:cubicBezTo>
                  <a:cubicBezTo>
                    <a:pt x="11925" y="2277"/>
                    <a:pt x="11952" y="2293"/>
                    <a:pt x="11980" y="2293"/>
                  </a:cubicBezTo>
                  <a:cubicBezTo>
                    <a:pt x="11996" y="2293"/>
                    <a:pt x="12008" y="2289"/>
                    <a:pt x="12020" y="2280"/>
                  </a:cubicBezTo>
                  <a:cubicBezTo>
                    <a:pt x="12060" y="2259"/>
                    <a:pt x="12073" y="2209"/>
                    <a:pt x="12048" y="2169"/>
                  </a:cubicBezTo>
                  <a:cubicBezTo>
                    <a:pt x="12045" y="2166"/>
                    <a:pt x="11983" y="2061"/>
                    <a:pt x="11866" y="1895"/>
                  </a:cubicBezTo>
                  <a:cubicBezTo>
                    <a:pt x="11848" y="1870"/>
                    <a:pt x="11824" y="1860"/>
                    <a:pt x="11801" y="1860"/>
                  </a:cubicBezTo>
                  <a:close/>
                  <a:moveTo>
                    <a:pt x="2955" y="2033"/>
                  </a:moveTo>
                  <a:cubicBezTo>
                    <a:pt x="2925" y="2033"/>
                    <a:pt x="2895" y="2050"/>
                    <a:pt x="2882" y="2089"/>
                  </a:cubicBezTo>
                  <a:cubicBezTo>
                    <a:pt x="2841" y="2194"/>
                    <a:pt x="2804" y="2299"/>
                    <a:pt x="2780" y="2407"/>
                  </a:cubicBezTo>
                  <a:cubicBezTo>
                    <a:pt x="2767" y="2453"/>
                    <a:pt x="2795" y="2496"/>
                    <a:pt x="2838" y="2505"/>
                  </a:cubicBezTo>
                  <a:cubicBezTo>
                    <a:pt x="2845" y="2508"/>
                    <a:pt x="2851" y="2508"/>
                    <a:pt x="2857" y="2508"/>
                  </a:cubicBezTo>
                  <a:lnTo>
                    <a:pt x="2860" y="2508"/>
                  </a:lnTo>
                  <a:cubicBezTo>
                    <a:pt x="2897" y="2508"/>
                    <a:pt x="2928" y="2484"/>
                    <a:pt x="2937" y="2447"/>
                  </a:cubicBezTo>
                  <a:cubicBezTo>
                    <a:pt x="2962" y="2345"/>
                    <a:pt x="2993" y="2246"/>
                    <a:pt x="3033" y="2151"/>
                  </a:cubicBezTo>
                  <a:cubicBezTo>
                    <a:pt x="3062" y="2084"/>
                    <a:pt x="3008" y="2033"/>
                    <a:pt x="2955" y="2033"/>
                  </a:cubicBezTo>
                  <a:close/>
                  <a:moveTo>
                    <a:pt x="7821" y="2084"/>
                  </a:moveTo>
                  <a:cubicBezTo>
                    <a:pt x="7777" y="2084"/>
                    <a:pt x="7733" y="2116"/>
                    <a:pt x="7739" y="2175"/>
                  </a:cubicBezTo>
                  <a:cubicBezTo>
                    <a:pt x="7742" y="2191"/>
                    <a:pt x="7742" y="2209"/>
                    <a:pt x="7742" y="2225"/>
                  </a:cubicBezTo>
                  <a:cubicBezTo>
                    <a:pt x="7746" y="2299"/>
                    <a:pt x="7724" y="2370"/>
                    <a:pt x="7684" y="2428"/>
                  </a:cubicBezTo>
                  <a:cubicBezTo>
                    <a:pt x="7656" y="2465"/>
                    <a:pt x="7665" y="2515"/>
                    <a:pt x="7699" y="2539"/>
                  </a:cubicBezTo>
                  <a:cubicBezTo>
                    <a:pt x="7715" y="2552"/>
                    <a:pt x="7730" y="2558"/>
                    <a:pt x="7749" y="2558"/>
                  </a:cubicBezTo>
                  <a:cubicBezTo>
                    <a:pt x="7773" y="2558"/>
                    <a:pt x="7798" y="2545"/>
                    <a:pt x="7813" y="2524"/>
                  </a:cubicBezTo>
                  <a:cubicBezTo>
                    <a:pt x="7875" y="2438"/>
                    <a:pt x="7906" y="2333"/>
                    <a:pt x="7903" y="2225"/>
                  </a:cubicBezTo>
                  <a:cubicBezTo>
                    <a:pt x="7903" y="2203"/>
                    <a:pt x="7900" y="2182"/>
                    <a:pt x="7900" y="2160"/>
                  </a:cubicBezTo>
                  <a:cubicBezTo>
                    <a:pt x="7897" y="2108"/>
                    <a:pt x="7859" y="2084"/>
                    <a:pt x="7821" y="2084"/>
                  </a:cubicBezTo>
                  <a:close/>
                  <a:moveTo>
                    <a:pt x="7283" y="2281"/>
                  </a:moveTo>
                  <a:cubicBezTo>
                    <a:pt x="7233" y="2281"/>
                    <a:pt x="7182" y="2325"/>
                    <a:pt x="7203" y="2388"/>
                  </a:cubicBezTo>
                  <a:cubicBezTo>
                    <a:pt x="7258" y="2549"/>
                    <a:pt x="7341" y="2650"/>
                    <a:pt x="7449" y="2684"/>
                  </a:cubicBezTo>
                  <a:cubicBezTo>
                    <a:pt x="7456" y="2687"/>
                    <a:pt x="7465" y="2687"/>
                    <a:pt x="7474" y="2687"/>
                  </a:cubicBezTo>
                  <a:cubicBezTo>
                    <a:pt x="7567" y="2687"/>
                    <a:pt x="7588" y="2555"/>
                    <a:pt x="7499" y="2530"/>
                  </a:cubicBezTo>
                  <a:cubicBezTo>
                    <a:pt x="7443" y="2512"/>
                    <a:pt x="7394" y="2444"/>
                    <a:pt x="7357" y="2336"/>
                  </a:cubicBezTo>
                  <a:cubicBezTo>
                    <a:pt x="7344" y="2297"/>
                    <a:pt x="7314" y="2281"/>
                    <a:pt x="7283" y="2281"/>
                  </a:cubicBezTo>
                  <a:close/>
                  <a:moveTo>
                    <a:pt x="2802" y="2670"/>
                  </a:moveTo>
                  <a:cubicBezTo>
                    <a:pt x="2766" y="2670"/>
                    <a:pt x="2731" y="2692"/>
                    <a:pt x="2724" y="2737"/>
                  </a:cubicBezTo>
                  <a:cubicBezTo>
                    <a:pt x="2712" y="2829"/>
                    <a:pt x="2709" y="2925"/>
                    <a:pt x="2709" y="3017"/>
                  </a:cubicBezTo>
                  <a:lnTo>
                    <a:pt x="2709" y="3070"/>
                  </a:lnTo>
                  <a:cubicBezTo>
                    <a:pt x="2709" y="3116"/>
                    <a:pt x="2746" y="3150"/>
                    <a:pt x="2789" y="3150"/>
                  </a:cubicBezTo>
                  <a:cubicBezTo>
                    <a:pt x="2835" y="3150"/>
                    <a:pt x="2869" y="3113"/>
                    <a:pt x="2869" y="3067"/>
                  </a:cubicBezTo>
                  <a:lnTo>
                    <a:pt x="2869" y="3017"/>
                  </a:lnTo>
                  <a:cubicBezTo>
                    <a:pt x="2869" y="2931"/>
                    <a:pt x="2875" y="2842"/>
                    <a:pt x="2885" y="2755"/>
                  </a:cubicBezTo>
                  <a:cubicBezTo>
                    <a:pt x="2886" y="2700"/>
                    <a:pt x="2844" y="2670"/>
                    <a:pt x="2802" y="2670"/>
                  </a:cubicBezTo>
                  <a:close/>
                  <a:moveTo>
                    <a:pt x="1978" y="3267"/>
                  </a:moveTo>
                  <a:cubicBezTo>
                    <a:pt x="1864" y="3273"/>
                    <a:pt x="1753" y="3292"/>
                    <a:pt x="1645" y="3320"/>
                  </a:cubicBezTo>
                  <a:cubicBezTo>
                    <a:pt x="1552" y="3344"/>
                    <a:pt x="1568" y="3477"/>
                    <a:pt x="1663" y="3480"/>
                  </a:cubicBezTo>
                  <a:cubicBezTo>
                    <a:pt x="1669" y="3480"/>
                    <a:pt x="1676" y="3480"/>
                    <a:pt x="1685" y="3477"/>
                  </a:cubicBezTo>
                  <a:cubicBezTo>
                    <a:pt x="1784" y="3452"/>
                    <a:pt x="1885" y="3437"/>
                    <a:pt x="1987" y="3428"/>
                  </a:cubicBezTo>
                  <a:cubicBezTo>
                    <a:pt x="2089" y="3415"/>
                    <a:pt x="2077" y="3267"/>
                    <a:pt x="1978" y="3267"/>
                  </a:cubicBezTo>
                  <a:close/>
                  <a:moveTo>
                    <a:pt x="2305" y="3270"/>
                  </a:moveTo>
                  <a:cubicBezTo>
                    <a:pt x="2209" y="3270"/>
                    <a:pt x="2196" y="3419"/>
                    <a:pt x="2299" y="3431"/>
                  </a:cubicBezTo>
                  <a:cubicBezTo>
                    <a:pt x="2400" y="3440"/>
                    <a:pt x="2505" y="3458"/>
                    <a:pt x="2607" y="3483"/>
                  </a:cubicBezTo>
                  <a:cubicBezTo>
                    <a:pt x="2613" y="3483"/>
                    <a:pt x="2619" y="3486"/>
                    <a:pt x="2625" y="3486"/>
                  </a:cubicBezTo>
                  <a:lnTo>
                    <a:pt x="2625" y="3486"/>
                  </a:lnTo>
                  <a:cubicBezTo>
                    <a:pt x="2718" y="3484"/>
                    <a:pt x="2733" y="3347"/>
                    <a:pt x="2641" y="3326"/>
                  </a:cubicBezTo>
                  <a:cubicBezTo>
                    <a:pt x="2533" y="3298"/>
                    <a:pt x="2422" y="3280"/>
                    <a:pt x="2311" y="3270"/>
                  </a:cubicBezTo>
                  <a:cubicBezTo>
                    <a:pt x="2309" y="3270"/>
                    <a:pt x="2307" y="3270"/>
                    <a:pt x="2305" y="3270"/>
                  </a:cubicBezTo>
                  <a:close/>
                  <a:moveTo>
                    <a:pt x="2625" y="3486"/>
                  </a:moveTo>
                  <a:cubicBezTo>
                    <a:pt x="2624" y="3486"/>
                    <a:pt x="2623" y="3486"/>
                    <a:pt x="2623" y="3486"/>
                  </a:cubicBezTo>
                  <a:lnTo>
                    <a:pt x="2626" y="3486"/>
                  </a:lnTo>
                  <a:cubicBezTo>
                    <a:pt x="2625" y="3486"/>
                    <a:pt x="2625" y="3486"/>
                    <a:pt x="2625" y="3486"/>
                  </a:cubicBezTo>
                  <a:close/>
                  <a:moveTo>
                    <a:pt x="1361" y="3427"/>
                  </a:moveTo>
                  <a:cubicBezTo>
                    <a:pt x="1350" y="3427"/>
                    <a:pt x="1339" y="3429"/>
                    <a:pt x="1327" y="3434"/>
                  </a:cubicBezTo>
                  <a:cubicBezTo>
                    <a:pt x="1225" y="3483"/>
                    <a:pt x="1127" y="3539"/>
                    <a:pt x="1034" y="3606"/>
                  </a:cubicBezTo>
                  <a:cubicBezTo>
                    <a:pt x="972" y="3653"/>
                    <a:pt x="1003" y="3751"/>
                    <a:pt x="1083" y="3751"/>
                  </a:cubicBezTo>
                  <a:lnTo>
                    <a:pt x="1083" y="3755"/>
                  </a:lnTo>
                  <a:cubicBezTo>
                    <a:pt x="1099" y="3751"/>
                    <a:pt x="1117" y="3745"/>
                    <a:pt x="1130" y="3736"/>
                  </a:cubicBezTo>
                  <a:cubicBezTo>
                    <a:pt x="1213" y="3674"/>
                    <a:pt x="1302" y="3625"/>
                    <a:pt x="1395" y="3582"/>
                  </a:cubicBezTo>
                  <a:cubicBezTo>
                    <a:pt x="1476" y="3539"/>
                    <a:pt x="1436" y="3427"/>
                    <a:pt x="1361" y="3427"/>
                  </a:cubicBezTo>
                  <a:close/>
                  <a:moveTo>
                    <a:pt x="2818" y="3311"/>
                  </a:moveTo>
                  <a:cubicBezTo>
                    <a:pt x="2773" y="3311"/>
                    <a:pt x="2728" y="3345"/>
                    <a:pt x="2737" y="3403"/>
                  </a:cubicBezTo>
                  <a:cubicBezTo>
                    <a:pt x="2752" y="3514"/>
                    <a:pt x="2774" y="3622"/>
                    <a:pt x="2801" y="3730"/>
                  </a:cubicBezTo>
                  <a:cubicBezTo>
                    <a:pt x="2811" y="3764"/>
                    <a:pt x="2841" y="3792"/>
                    <a:pt x="2878" y="3792"/>
                  </a:cubicBezTo>
                  <a:cubicBezTo>
                    <a:pt x="2885" y="3792"/>
                    <a:pt x="2894" y="3792"/>
                    <a:pt x="2900" y="3788"/>
                  </a:cubicBezTo>
                  <a:cubicBezTo>
                    <a:pt x="2943" y="3779"/>
                    <a:pt x="2968" y="3733"/>
                    <a:pt x="2959" y="3690"/>
                  </a:cubicBezTo>
                  <a:cubicBezTo>
                    <a:pt x="2949" y="3656"/>
                    <a:pt x="2943" y="3622"/>
                    <a:pt x="2934" y="3588"/>
                  </a:cubicBezTo>
                  <a:lnTo>
                    <a:pt x="2934" y="3588"/>
                  </a:lnTo>
                  <a:cubicBezTo>
                    <a:pt x="3020" y="3625"/>
                    <a:pt x="3107" y="3665"/>
                    <a:pt x="3190" y="3711"/>
                  </a:cubicBezTo>
                  <a:cubicBezTo>
                    <a:pt x="3207" y="3724"/>
                    <a:pt x="3224" y="3729"/>
                    <a:pt x="3239" y="3729"/>
                  </a:cubicBezTo>
                  <a:cubicBezTo>
                    <a:pt x="3313" y="3729"/>
                    <a:pt x="3359" y="3608"/>
                    <a:pt x="3267" y="3569"/>
                  </a:cubicBezTo>
                  <a:cubicBezTo>
                    <a:pt x="3168" y="3517"/>
                    <a:pt x="3067" y="3468"/>
                    <a:pt x="2965" y="3428"/>
                  </a:cubicBezTo>
                  <a:cubicBezTo>
                    <a:pt x="2954" y="3423"/>
                    <a:pt x="2943" y="3421"/>
                    <a:pt x="2933" y="3421"/>
                  </a:cubicBezTo>
                  <a:cubicBezTo>
                    <a:pt x="2922" y="3421"/>
                    <a:pt x="2912" y="3423"/>
                    <a:pt x="2903" y="3428"/>
                  </a:cubicBezTo>
                  <a:lnTo>
                    <a:pt x="2897" y="3381"/>
                  </a:lnTo>
                  <a:cubicBezTo>
                    <a:pt x="2890" y="3333"/>
                    <a:pt x="2854" y="3311"/>
                    <a:pt x="2818" y="3311"/>
                  </a:cubicBezTo>
                  <a:close/>
                  <a:moveTo>
                    <a:pt x="3498" y="3734"/>
                  </a:moveTo>
                  <a:cubicBezTo>
                    <a:pt x="3430" y="3734"/>
                    <a:pt x="3379" y="3829"/>
                    <a:pt x="3449" y="3881"/>
                  </a:cubicBezTo>
                  <a:cubicBezTo>
                    <a:pt x="3529" y="3943"/>
                    <a:pt x="3603" y="4014"/>
                    <a:pt x="3671" y="4091"/>
                  </a:cubicBezTo>
                  <a:cubicBezTo>
                    <a:pt x="3687" y="4109"/>
                    <a:pt x="3708" y="4118"/>
                    <a:pt x="3733" y="4118"/>
                  </a:cubicBezTo>
                  <a:cubicBezTo>
                    <a:pt x="3801" y="4118"/>
                    <a:pt x="3838" y="4035"/>
                    <a:pt x="3795" y="3983"/>
                  </a:cubicBezTo>
                  <a:cubicBezTo>
                    <a:pt x="3721" y="3899"/>
                    <a:pt x="3637" y="3822"/>
                    <a:pt x="3548" y="3751"/>
                  </a:cubicBezTo>
                  <a:cubicBezTo>
                    <a:pt x="3531" y="3739"/>
                    <a:pt x="3514" y="3734"/>
                    <a:pt x="3498" y="3734"/>
                  </a:cubicBezTo>
                  <a:close/>
                  <a:moveTo>
                    <a:pt x="837" y="3800"/>
                  </a:moveTo>
                  <a:cubicBezTo>
                    <a:pt x="818" y="3800"/>
                    <a:pt x="799" y="3807"/>
                    <a:pt x="781" y="3825"/>
                  </a:cubicBezTo>
                  <a:cubicBezTo>
                    <a:pt x="744" y="3862"/>
                    <a:pt x="710" y="3899"/>
                    <a:pt x="676" y="3940"/>
                  </a:cubicBezTo>
                  <a:cubicBezTo>
                    <a:pt x="636" y="3986"/>
                    <a:pt x="599" y="4035"/>
                    <a:pt x="565" y="4081"/>
                  </a:cubicBezTo>
                  <a:cubicBezTo>
                    <a:pt x="538" y="4118"/>
                    <a:pt x="544" y="4168"/>
                    <a:pt x="581" y="4196"/>
                  </a:cubicBezTo>
                  <a:cubicBezTo>
                    <a:pt x="596" y="4205"/>
                    <a:pt x="612" y="4211"/>
                    <a:pt x="630" y="4211"/>
                  </a:cubicBezTo>
                  <a:cubicBezTo>
                    <a:pt x="655" y="4211"/>
                    <a:pt x="679" y="4199"/>
                    <a:pt x="695" y="4177"/>
                  </a:cubicBezTo>
                  <a:cubicBezTo>
                    <a:pt x="729" y="4134"/>
                    <a:pt x="763" y="4088"/>
                    <a:pt x="800" y="4044"/>
                  </a:cubicBezTo>
                  <a:cubicBezTo>
                    <a:pt x="831" y="4007"/>
                    <a:pt x="864" y="3974"/>
                    <a:pt x="895" y="3940"/>
                  </a:cubicBezTo>
                  <a:cubicBezTo>
                    <a:pt x="952" y="3881"/>
                    <a:pt x="898" y="3800"/>
                    <a:pt x="837" y="3800"/>
                  </a:cubicBezTo>
                  <a:close/>
                  <a:moveTo>
                    <a:pt x="2978" y="3936"/>
                  </a:moveTo>
                  <a:cubicBezTo>
                    <a:pt x="2927" y="3936"/>
                    <a:pt x="2877" y="3983"/>
                    <a:pt x="2900" y="4048"/>
                  </a:cubicBezTo>
                  <a:cubicBezTo>
                    <a:pt x="2940" y="4152"/>
                    <a:pt x="2990" y="4254"/>
                    <a:pt x="3045" y="4350"/>
                  </a:cubicBezTo>
                  <a:cubicBezTo>
                    <a:pt x="3060" y="4374"/>
                    <a:pt x="3085" y="4390"/>
                    <a:pt x="3116" y="4390"/>
                  </a:cubicBezTo>
                  <a:cubicBezTo>
                    <a:pt x="3178" y="4390"/>
                    <a:pt x="3215" y="4322"/>
                    <a:pt x="3187" y="4270"/>
                  </a:cubicBezTo>
                  <a:cubicBezTo>
                    <a:pt x="3134" y="4180"/>
                    <a:pt x="3088" y="4085"/>
                    <a:pt x="3051" y="3989"/>
                  </a:cubicBezTo>
                  <a:cubicBezTo>
                    <a:pt x="3037" y="3952"/>
                    <a:pt x="3007" y="3936"/>
                    <a:pt x="2978" y="3936"/>
                  </a:cubicBezTo>
                  <a:close/>
                  <a:moveTo>
                    <a:pt x="3900" y="4233"/>
                  </a:moveTo>
                  <a:cubicBezTo>
                    <a:pt x="3851" y="4233"/>
                    <a:pt x="3802" y="4275"/>
                    <a:pt x="3819" y="4337"/>
                  </a:cubicBezTo>
                  <a:cubicBezTo>
                    <a:pt x="3832" y="4368"/>
                    <a:pt x="3838" y="4402"/>
                    <a:pt x="3838" y="4436"/>
                  </a:cubicBezTo>
                  <a:cubicBezTo>
                    <a:pt x="3838" y="4482"/>
                    <a:pt x="3822" y="4529"/>
                    <a:pt x="3791" y="4569"/>
                  </a:cubicBezTo>
                  <a:cubicBezTo>
                    <a:pt x="3761" y="4603"/>
                    <a:pt x="3767" y="4655"/>
                    <a:pt x="3804" y="4683"/>
                  </a:cubicBezTo>
                  <a:cubicBezTo>
                    <a:pt x="3819" y="4695"/>
                    <a:pt x="3835" y="4701"/>
                    <a:pt x="3853" y="4701"/>
                  </a:cubicBezTo>
                  <a:cubicBezTo>
                    <a:pt x="3878" y="4701"/>
                    <a:pt x="3902" y="4689"/>
                    <a:pt x="3918" y="4667"/>
                  </a:cubicBezTo>
                  <a:cubicBezTo>
                    <a:pt x="3970" y="4603"/>
                    <a:pt x="4001" y="4519"/>
                    <a:pt x="3998" y="4436"/>
                  </a:cubicBezTo>
                  <a:cubicBezTo>
                    <a:pt x="3998" y="4384"/>
                    <a:pt x="3989" y="4334"/>
                    <a:pt x="3973" y="4288"/>
                  </a:cubicBezTo>
                  <a:cubicBezTo>
                    <a:pt x="3960" y="4250"/>
                    <a:pt x="3930" y="4233"/>
                    <a:pt x="3900" y="4233"/>
                  </a:cubicBezTo>
                  <a:close/>
                  <a:moveTo>
                    <a:pt x="448" y="4328"/>
                  </a:moveTo>
                  <a:cubicBezTo>
                    <a:pt x="424" y="4328"/>
                    <a:pt x="401" y="4338"/>
                    <a:pt x="383" y="4362"/>
                  </a:cubicBezTo>
                  <a:cubicBezTo>
                    <a:pt x="328" y="4458"/>
                    <a:pt x="282" y="4560"/>
                    <a:pt x="238" y="4661"/>
                  </a:cubicBezTo>
                  <a:cubicBezTo>
                    <a:pt x="223" y="4704"/>
                    <a:pt x="241" y="4751"/>
                    <a:pt x="282" y="4766"/>
                  </a:cubicBezTo>
                  <a:cubicBezTo>
                    <a:pt x="288" y="4771"/>
                    <a:pt x="297" y="4774"/>
                    <a:pt x="304" y="4774"/>
                  </a:cubicBezTo>
                  <a:cubicBezTo>
                    <a:pt x="307" y="4774"/>
                    <a:pt x="310" y="4773"/>
                    <a:pt x="312" y="4772"/>
                  </a:cubicBezTo>
                  <a:cubicBezTo>
                    <a:pt x="346" y="4772"/>
                    <a:pt x="377" y="4754"/>
                    <a:pt x="389" y="4723"/>
                  </a:cubicBezTo>
                  <a:cubicBezTo>
                    <a:pt x="426" y="4624"/>
                    <a:pt x="473" y="4532"/>
                    <a:pt x="525" y="4439"/>
                  </a:cubicBezTo>
                  <a:cubicBezTo>
                    <a:pt x="549" y="4378"/>
                    <a:pt x="499" y="4328"/>
                    <a:pt x="448" y="4328"/>
                  </a:cubicBezTo>
                  <a:close/>
                  <a:moveTo>
                    <a:pt x="3306" y="4490"/>
                  </a:moveTo>
                  <a:cubicBezTo>
                    <a:pt x="3244" y="4490"/>
                    <a:pt x="3189" y="4569"/>
                    <a:pt x="3246" y="4627"/>
                  </a:cubicBezTo>
                  <a:cubicBezTo>
                    <a:pt x="3350" y="4738"/>
                    <a:pt x="3455" y="4803"/>
                    <a:pt x="3557" y="4825"/>
                  </a:cubicBezTo>
                  <a:lnTo>
                    <a:pt x="3572" y="4825"/>
                  </a:lnTo>
                  <a:cubicBezTo>
                    <a:pt x="3574" y="4825"/>
                    <a:pt x="3575" y="4825"/>
                    <a:pt x="3576" y="4825"/>
                  </a:cubicBezTo>
                  <a:cubicBezTo>
                    <a:pt x="3671" y="4825"/>
                    <a:pt x="3686" y="4683"/>
                    <a:pt x="3588" y="4664"/>
                  </a:cubicBezTo>
                  <a:cubicBezTo>
                    <a:pt x="3517" y="4652"/>
                    <a:pt x="3440" y="4600"/>
                    <a:pt x="3363" y="4516"/>
                  </a:cubicBezTo>
                  <a:cubicBezTo>
                    <a:pt x="3345" y="4498"/>
                    <a:pt x="3325" y="4490"/>
                    <a:pt x="3306" y="4490"/>
                  </a:cubicBezTo>
                  <a:close/>
                  <a:moveTo>
                    <a:pt x="203" y="4930"/>
                  </a:moveTo>
                  <a:cubicBezTo>
                    <a:pt x="174" y="4930"/>
                    <a:pt x="145" y="4945"/>
                    <a:pt x="130" y="4979"/>
                  </a:cubicBezTo>
                  <a:cubicBezTo>
                    <a:pt x="100" y="5084"/>
                    <a:pt x="75" y="5192"/>
                    <a:pt x="56" y="5303"/>
                  </a:cubicBezTo>
                  <a:cubicBezTo>
                    <a:pt x="50" y="5346"/>
                    <a:pt x="78" y="5386"/>
                    <a:pt x="121" y="5395"/>
                  </a:cubicBezTo>
                  <a:lnTo>
                    <a:pt x="137" y="5395"/>
                  </a:lnTo>
                  <a:cubicBezTo>
                    <a:pt x="174" y="5395"/>
                    <a:pt x="208" y="5368"/>
                    <a:pt x="214" y="5331"/>
                  </a:cubicBezTo>
                  <a:cubicBezTo>
                    <a:pt x="232" y="5226"/>
                    <a:pt x="257" y="5124"/>
                    <a:pt x="285" y="5022"/>
                  </a:cubicBezTo>
                  <a:cubicBezTo>
                    <a:pt x="292" y="4966"/>
                    <a:pt x="247" y="4930"/>
                    <a:pt x="203" y="4930"/>
                  </a:cubicBezTo>
                  <a:close/>
                  <a:moveTo>
                    <a:pt x="97" y="5556"/>
                  </a:moveTo>
                  <a:cubicBezTo>
                    <a:pt x="56" y="5556"/>
                    <a:pt x="19" y="5586"/>
                    <a:pt x="16" y="5630"/>
                  </a:cubicBezTo>
                  <a:cubicBezTo>
                    <a:pt x="7" y="5735"/>
                    <a:pt x="1" y="5846"/>
                    <a:pt x="1" y="5960"/>
                  </a:cubicBezTo>
                  <a:cubicBezTo>
                    <a:pt x="1" y="6003"/>
                    <a:pt x="38" y="6040"/>
                    <a:pt x="84" y="6040"/>
                  </a:cubicBezTo>
                  <a:cubicBezTo>
                    <a:pt x="127" y="6040"/>
                    <a:pt x="164" y="6003"/>
                    <a:pt x="164" y="5960"/>
                  </a:cubicBezTo>
                  <a:cubicBezTo>
                    <a:pt x="164" y="5852"/>
                    <a:pt x="167" y="5744"/>
                    <a:pt x="177" y="5642"/>
                  </a:cubicBezTo>
                  <a:cubicBezTo>
                    <a:pt x="180" y="5596"/>
                    <a:pt x="146" y="5559"/>
                    <a:pt x="103" y="5556"/>
                  </a:cubicBezTo>
                  <a:cubicBezTo>
                    <a:pt x="101" y="5556"/>
                    <a:pt x="99" y="5556"/>
                    <a:pt x="97" y="5556"/>
                  </a:cubicBezTo>
                  <a:close/>
                  <a:moveTo>
                    <a:pt x="96" y="6200"/>
                  </a:moveTo>
                  <a:cubicBezTo>
                    <a:pt x="94" y="6200"/>
                    <a:pt x="92" y="6200"/>
                    <a:pt x="90" y="6200"/>
                  </a:cubicBezTo>
                  <a:cubicBezTo>
                    <a:pt x="44" y="6203"/>
                    <a:pt x="10" y="6244"/>
                    <a:pt x="13" y="6287"/>
                  </a:cubicBezTo>
                  <a:cubicBezTo>
                    <a:pt x="22" y="6398"/>
                    <a:pt x="35" y="6509"/>
                    <a:pt x="47" y="6614"/>
                  </a:cubicBezTo>
                  <a:cubicBezTo>
                    <a:pt x="53" y="6654"/>
                    <a:pt x="87" y="6685"/>
                    <a:pt x="127" y="6685"/>
                  </a:cubicBezTo>
                  <a:lnTo>
                    <a:pt x="140" y="6685"/>
                  </a:lnTo>
                  <a:cubicBezTo>
                    <a:pt x="183" y="6678"/>
                    <a:pt x="214" y="6635"/>
                    <a:pt x="208" y="6592"/>
                  </a:cubicBezTo>
                  <a:cubicBezTo>
                    <a:pt x="195" y="6490"/>
                    <a:pt x="183" y="6382"/>
                    <a:pt x="177" y="6277"/>
                  </a:cubicBezTo>
                  <a:cubicBezTo>
                    <a:pt x="174" y="6233"/>
                    <a:pt x="137" y="6200"/>
                    <a:pt x="96" y="6200"/>
                  </a:cubicBezTo>
                  <a:close/>
                  <a:moveTo>
                    <a:pt x="184" y="6844"/>
                  </a:moveTo>
                  <a:cubicBezTo>
                    <a:pt x="138" y="6844"/>
                    <a:pt x="92" y="6879"/>
                    <a:pt x="103" y="6938"/>
                  </a:cubicBezTo>
                  <a:cubicBezTo>
                    <a:pt x="124" y="7049"/>
                    <a:pt x="149" y="7156"/>
                    <a:pt x="174" y="7258"/>
                  </a:cubicBezTo>
                  <a:cubicBezTo>
                    <a:pt x="183" y="7295"/>
                    <a:pt x="214" y="7320"/>
                    <a:pt x="251" y="7320"/>
                  </a:cubicBezTo>
                  <a:cubicBezTo>
                    <a:pt x="260" y="7320"/>
                    <a:pt x="266" y="7320"/>
                    <a:pt x="272" y="7317"/>
                  </a:cubicBezTo>
                  <a:cubicBezTo>
                    <a:pt x="315" y="7308"/>
                    <a:pt x="343" y="7261"/>
                    <a:pt x="331" y="7218"/>
                  </a:cubicBezTo>
                  <a:cubicBezTo>
                    <a:pt x="306" y="7119"/>
                    <a:pt x="285" y="7015"/>
                    <a:pt x="263" y="6907"/>
                  </a:cubicBezTo>
                  <a:cubicBezTo>
                    <a:pt x="253" y="6863"/>
                    <a:pt x="219" y="6844"/>
                    <a:pt x="184" y="6844"/>
                  </a:cubicBezTo>
                  <a:close/>
                  <a:moveTo>
                    <a:pt x="341" y="7477"/>
                  </a:moveTo>
                  <a:cubicBezTo>
                    <a:pt x="295" y="7477"/>
                    <a:pt x="249" y="7514"/>
                    <a:pt x="260" y="7573"/>
                  </a:cubicBezTo>
                  <a:cubicBezTo>
                    <a:pt x="297" y="7693"/>
                    <a:pt x="331" y="7795"/>
                    <a:pt x="365" y="7884"/>
                  </a:cubicBezTo>
                  <a:cubicBezTo>
                    <a:pt x="374" y="7918"/>
                    <a:pt x="405" y="7940"/>
                    <a:pt x="442" y="7940"/>
                  </a:cubicBezTo>
                  <a:cubicBezTo>
                    <a:pt x="451" y="7940"/>
                    <a:pt x="457" y="7937"/>
                    <a:pt x="467" y="7934"/>
                  </a:cubicBezTo>
                  <a:cubicBezTo>
                    <a:pt x="510" y="7918"/>
                    <a:pt x="531" y="7872"/>
                    <a:pt x="516" y="7832"/>
                  </a:cubicBezTo>
                  <a:cubicBezTo>
                    <a:pt x="485" y="7742"/>
                    <a:pt x="448" y="7644"/>
                    <a:pt x="414" y="7527"/>
                  </a:cubicBezTo>
                  <a:cubicBezTo>
                    <a:pt x="400" y="7492"/>
                    <a:pt x="371" y="7477"/>
                    <a:pt x="341" y="7477"/>
                  </a:cubicBezTo>
                  <a:close/>
                  <a:moveTo>
                    <a:pt x="564" y="8082"/>
                  </a:moveTo>
                  <a:cubicBezTo>
                    <a:pt x="513" y="8082"/>
                    <a:pt x="463" y="8130"/>
                    <a:pt x="485" y="8193"/>
                  </a:cubicBezTo>
                  <a:cubicBezTo>
                    <a:pt x="507" y="8239"/>
                    <a:pt x="510" y="8242"/>
                    <a:pt x="519" y="8254"/>
                  </a:cubicBezTo>
                  <a:cubicBezTo>
                    <a:pt x="534" y="8270"/>
                    <a:pt x="556" y="8279"/>
                    <a:pt x="578" y="8279"/>
                  </a:cubicBezTo>
                  <a:lnTo>
                    <a:pt x="578" y="8276"/>
                  </a:lnTo>
                  <a:cubicBezTo>
                    <a:pt x="636" y="8276"/>
                    <a:pt x="673" y="8214"/>
                    <a:pt x="649" y="8162"/>
                  </a:cubicBezTo>
                  <a:lnTo>
                    <a:pt x="633" y="8128"/>
                  </a:lnTo>
                  <a:cubicBezTo>
                    <a:pt x="617" y="8096"/>
                    <a:pt x="590" y="8082"/>
                    <a:pt x="564" y="808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15"/>
            <p:cNvSpPr/>
            <p:nvPr/>
          </p:nvSpPr>
          <p:spPr>
            <a:xfrm>
              <a:off x="8941796" y="4505825"/>
              <a:ext cx="102663" cy="102663"/>
            </a:xfrm>
            <a:custGeom>
              <a:avLst/>
              <a:gdLst/>
              <a:ahLst/>
              <a:cxnLst/>
              <a:rect l="l" t="t" r="r" b="b"/>
              <a:pathLst>
                <a:path w="1614" h="1614" extrusionOk="0">
                  <a:moveTo>
                    <a:pt x="867" y="0"/>
                  </a:moveTo>
                  <a:cubicBezTo>
                    <a:pt x="821" y="0"/>
                    <a:pt x="781" y="40"/>
                    <a:pt x="781" y="87"/>
                  </a:cubicBezTo>
                  <a:lnTo>
                    <a:pt x="778" y="577"/>
                  </a:lnTo>
                  <a:lnTo>
                    <a:pt x="485" y="268"/>
                  </a:lnTo>
                  <a:cubicBezTo>
                    <a:pt x="473" y="251"/>
                    <a:pt x="456" y="243"/>
                    <a:pt x="438" y="243"/>
                  </a:cubicBezTo>
                  <a:cubicBezTo>
                    <a:pt x="376" y="243"/>
                    <a:pt x="301" y="335"/>
                    <a:pt x="362" y="383"/>
                  </a:cubicBezTo>
                  <a:lnTo>
                    <a:pt x="661" y="703"/>
                  </a:lnTo>
                  <a:lnTo>
                    <a:pt x="115" y="706"/>
                  </a:lnTo>
                  <a:cubicBezTo>
                    <a:pt x="1" y="706"/>
                    <a:pt x="1" y="879"/>
                    <a:pt x="115" y="879"/>
                  </a:cubicBezTo>
                  <a:lnTo>
                    <a:pt x="614" y="873"/>
                  </a:lnTo>
                  <a:lnTo>
                    <a:pt x="226" y="1144"/>
                  </a:lnTo>
                  <a:cubicBezTo>
                    <a:pt x="161" y="1191"/>
                    <a:pt x="195" y="1296"/>
                    <a:pt x="275" y="1299"/>
                  </a:cubicBezTo>
                  <a:cubicBezTo>
                    <a:pt x="294" y="1299"/>
                    <a:pt x="309" y="1292"/>
                    <a:pt x="325" y="1283"/>
                  </a:cubicBezTo>
                  <a:lnTo>
                    <a:pt x="775" y="969"/>
                  </a:lnTo>
                  <a:lnTo>
                    <a:pt x="775" y="969"/>
                  </a:lnTo>
                  <a:lnTo>
                    <a:pt x="772" y="1527"/>
                  </a:lnTo>
                  <a:cubicBezTo>
                    <a:pt x="772" y="1573"/>
                    <a:pt x="809" y="1613"/>
                    <a:pt x="855" y="1613"/>
                  </a:cubicBezTo>
                  <a:cubicBezTo>
                    <a:pt x="904" y="1613"/>
                    <a:pt x="941" y="1573"/>
                    <a:pt x="941" y="1527"/>
                  </a:cubicBezTo>
                  <a:lnTo>
                    <a:pt x="944" y="1003"/>
                  </a:lnTo>
                  <a:lnTo>
                    <a:pt x="1259" y="1333"/>
                  </a:lnTo>
                  <a:cubicBezTo>
                    <a:pt x="1275" y="1350"/>
                    <a:pt x="1297" y="1358"/>
                    <a:pt x="1320" y="1358"/>
                  </a:cubicBezTo>
                  <a:cubicBezTo>
                    <a:pt x="1341" y="1358"/>
                    <a:pt x="1363" y="1351"/>
                    <a:pt x="1379" y="1336"/>
                  </a:cubicBezTo>
                  <a:cubicBezTo>
                    <a:pt x="1413" y="1302"/>
                    <a:pt x="1416" y="1249"/>
                    <a:pt x="1382" y="1212"/>
                  </a:cubicBezTo>
                  <a:lnTo>
                    <a:pt x="1055" y="867"/>
                  </a:lnTo>
                  <a:lnTo>
                    <a:pt x="1500" y="864"/>
                  </a:lnTo>
                  <a:cubicBezTo>
                    <a:pt x="1614" y="864"/>
                    <a:pt x="1614" y="691"/>
                    <a:pt x="1500" y="691"/>
                  </a:cubicBezTo>
                  <a:lnTo>
                    <a:pt x="1500" y="694"/>
                  </a:lnTo>
                  <a:lnTo>
                    <a:pt x="1170" y="697"/>
                  </a:lnTo>
                  <a:lnTo>
                    <a:pt x="1515" y="454"/>
                  </a:lnTo>
                  <a:cubicBezTo>
                    <a:pt x="1586" y="400"/>
                    <a:pt x="1536" y="300"/>
                    <a:pt x="1465" y="300"/>
                  </a:cubicBezTo>
                  <a:cubicBezTo>
                    <a:pt x="1451" y="300"/>
                    <a:pt x="1435" y="305"/>
                    <a:pt x="1419" y="315"/>
                  </a:cubicBezTo>
                  <a:lnTo>
                    <a:pt x="948" y="642"/>
                  </a:lnTo>
                  <a:lnTo>
                    <a:pt x="954" y="87"/>
                  </a:lnTo>
                  <a:cubicBezTo>
                    <a:pt x="954" y="40"/>
                    <a:pt x="914" y="3"/>
                    <a:pt x="8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15"/>
            <p:cNvSpPr/>
            <p:nvPr/>
          </p:nvSpPr>
          <p:spPr>
            <a:xfrm>
              <a:off x="8784632" y="4879952"/>
              <a:ext cx="173330" cy="167924"/>
            </a:xfrm>
            <a:custGeom>
              <a:avLst/>
              <a:gdLst/>
              <a:ahLst/>
              <a:cxnLst/>
              <a:rect l="l" t="t" r="r" b="b"/>
              <a:pathLst>
                <a:path w="2725" h="2640" extrusionOk="0">
                  <a:moveTo>
                    <a:pt x="889" y="243"/>
                  </a:moveTo>
                  <a:cubicBezTo>
                    <a:pt x="988" y="326"/>
                    <a:pt x="1151" y="474"/>
                    <a:pt x="1370" y="681"/>
                  </a:cubicBezTo>
                  <a:cubicBezTo>
                    <a:pt x="1244" y="739"/>
                    <a:pt x="1108" y="807"/>
                    <a:pt x="960" y="884"/>
                  </a:cubicBezTo>
                  <a:cubicBezTo>
                    <a:pt x="914" y="557"/>
                    <a:pt x="895" y="358"/>
                    <a:pt x="889" y="243"/>
                  </a:cubicBezTo>
                  <a:close/>
                  <a:moveTo>
                    <a:pt x="2227" y="520"/>
                  </a:moveTo>
                  <a:lnTo>
                    <a:pt x="2227" y="520"/>
                  </a:lnTo>
                  <a:cubicBezTo>
                    <a:pt x="2172" y="708"/>
                    <a:pt x="2101" y="890"/>
                    <a:pt x="2018" y="1066"/>
                  </a:cubicBezTo>
                  <a:cubicBezTo>
                    <a:pt x="1904" y="955"/>
                    <a:pt x="1786" y="841"/>
                    <a:pt x="1672" y="730"/>
                  </a:cubicBezTo>
                  <a:cubicBezTo>
                    <a:pt x="1996" y="585"/>
                    <a:pt x="2150" y="536"/>
                    <a:pt x="2227" y="520"/>
                  </a:cubicBezTo>
                  <a:close/>
                  <a:moveTo>
                    <a:pt x="827" y="1143"/>
                  </a:moveTo>
                  <a:cubicBezTo>
                    <a:pt x="849" y="1298"/>
                    <a:pt x="877" y="1455"/>
                    <a:pt x="904" y="1609"/>
                  </a:cubicBezTo>
                  <a:cubicBezTo>
                    <a:pt x="497" y="1544"/>
                    <a:pt x="318" y="1489"/>
                    <a:pt x="241" y="1455"/>
                  </a:cubicBezTo>
                  <a:cubicBezTo>
                    <a:pt x="358" y="1390"/>
                    <a:pt x="577" y="1273"/>
                    <a:pt x="827" y="1143"/>
                  </a:cubicBezTo>
                  <a:close/>
                  <a:moveTo>
                    <a:pt x="1506" y="810"/>
                  </a:moveTo>
                  <a:cubicBezTo>
                    <a:pt x="1651" y="946"/>
                    <a:pt x="1802" y="1094"/>
                    <a:pt x="1941" y="1233"/>
                  </a:cubicBezTo>
                  <a:cubicBezTo>
                    <a:pt x="1867" y="1396"/>
                    <a:pt x="1786" y="1557"/>
                    <a:pt x="1706" y="1711"/>
                  </a:cubicBezTo>
                  <a:cubicBezTo>
                    <a:pt x="1478" y="1689"/>
                    <a:pt x="1268" y="1661"/>
                    <a:pt x="1086" y="1637"/>
                  </a:cubicBezTo>
                  <a:lnTo>
                    <a:pt x="1083" y="1637"/>
                  </a:lnTo>
                  <a:cubicBezTo>
                    <a:pt x="1049" y="1449"/>
                    <a:pt x="1015" y="1251"/>
                    <a:pt x="988" y="1063"/>
                  </a:cubicBezTo>
                  <a:cubicBezTo>
                    <a:pt x="1179" y="968"/>
                    <a:pt x="1352" y="881"/>
                    <a:pt x="1506" y="810"/>
                  </a:cubicBezTo>
                  <a:close/>
                  <a:moveTo>
                    <a:pt x="2070" y="1362"/>
                  </a:moveTo>
                  <a:cubicBezTo>
                    <a:pt x="2280" y="1578"/>
                    <a:pt x="2394" y="1708"/>
                    <a:pt x="2453" y="1779"/>
                  </a:cubicBezTo>
                  <a:cubicBezTo>
                    <a:pt x="2314" y="1769"/>
                    <a:pt x="2110" y="1751"/>
                    <a:pt x="1888" y="1729"/>
                  </a:cubicBezTo>
                  <a:cubicBezTo>
                    <a:pt x="1950" y="1612"/>
                    <a:pt x="2012" y="1486"/>
                    <a:pt x="2070" y="1362"/>
                  </a:cubicBezTo>
                  <a:close/>
                  <a:moveTo>
                    <a:pt x="1117" y="1816"/>
                  </a:moveTo>
                  <a:lnTo>
                    <a:pt x="1117" y="1816"/>
                  </a:lnTo>
                  <a:cubicBezTo>
                    <a:pt x="1268" y="1834"/>
                    <a:pt x="1438" y="1856"/>
                    <a:pt x="1620" y="1874"/>
                  </a:cubicBezTo>
                  <a:cubicBezTo>
                    <a:pt x="1438" y="2207"/>
                    <a:pt x="1321" y="2371"/>
                    <a:pt x="1259" y="2436"/>
                  </a:cubicBezTo>
                  <a:cubicBezTo>
                    <a:pt x="1231" y="2340"/>
                    <a:pt x="1182" y="2143"/>
                    <a:pt x="1117" y="1816"/>
                  </a:cubicBezTo>
                  <a:close/>
                  <a:moveTo>
                    <a:pt x="826" y="0"/>
                  </a:moveTo>
                  <a:cubicBezTo>
                    <a:pt x="798" y="0"/>
                    <a:pt x="770" y="10"/>
                    <a:pt x="750" y="30"/>
                  </a:cubicBezTo>
                  <a:cubicBezTo>
                    <a:pt x="719" y="67"/>
                    <a:pt x="673" y="119"/>
                    <a:pt x="799" y="968"/>
                  </a:cubicBezTo>
                  <a:cubicBezTo>
                    <a:pt x="395" y="1174"/>
                    <a:pt x="65" y="1356"/>
                    <a:pt x="62" y="1356"/>
                  </a:cubicBezTo>
                  <a:cubicBezTo>
                    <a:pt x="38" y="1372"/>
                    <a:pt x="22" y="1393"/>
                    <a:pt x="19" y="1421"/>
                  </a:cubicBezTo>
                  <a:cubicBezTo>
                    <a:pt x="1" y="1557"/>
                    <a:pt x="149" y="1668"/>
                    <a:pt x="938" y="1788"/>
                  </a:cubicBezTo>
                  <a:cubicBezTo>
                    <a:pt x="988" y="2059"/>
                    <a:pt x="1071" y="2466"/>
                    <a:pt x="1129" y="2574"/>
                  </a:cubicBezTo>
                  <a:cubicBezTo>
                    <a:pt x="1148" y="2615"/>
                    <a:pt x="1188" y="2639"/>
                    <a:pt x="1234" y="2639"/>
                  </a:cubicBezTo>
                  <a:cubicBezTo>
                    <a:pt x="1290" y="2639"/>
                    <a:pt x="1404" y="2639"/>
                    <a:pt x="1802" y="1893"/>
                  </a:cubicBezTo>
                  <a:cubicBezTo>
                    <a:pt x="2144" y="1930"/>
                    <a:pt x="2453" y="1951"/>
                    <a:pt x="2573" y="1961"/>
                  </a:cubicBezTo>
                  <a:cubicBezTo>
                    <a:pt x="2616" y="1961"/>
                    <a:pt x="2656" y="1939"/>
                    <a:pt x="2675" y="1902"/>
                  </a:cubicBezTo>
                  <a:cubicBezTo>
                    <a:pt x="2702" y="1837"/>
                    <a:pt x="2724" y="1785"/>
                    <a:pt x="2144" y="1199"/>
                  </a:cubicBezTo>
                  <a:cubicBezTo>
                    <a:pt x="2274" y="912"/>
                    <a:pt x="2416" y="573"/>
                    <a:pt x="2406" y="459"/>
                  </a:cubicBezTo>
                  <a:cubicBezTo>
                    <a:pt x="2403" y="406"/>
                    <a:pt x="2363" y="344"/>
                    <a:pt x="2264" y="344"/>
                  </a:cubicBezTo>
                  <a:cubicBezTo>
                    <a:pt x="2194" y="344"/>
                    <a:pt x="2039" y="372"/>
                    <a:pt x="1537" y="604"/>
                  </a:cubicBezTo>
                  <a:cubicBezTo>
                    <a:pt x="1305" y="385"/>
                    <a:pt x="941" y="48"/>
                    <a:pt x="870" y="8"/>
                  </a:cubicBezTo>
                  <a:cubicBezTo>
                    <a:pt x="856" y="3"/>
                    <a:pt x="841" y="0"/>
                    <a:pt x="8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15"/>
            <p:cNvSpPr/>
            <p:nvPr/>
          </p:nvSpPr>
          <p:spPr>
            <a:xfrm>
              <a:off x="8414295" y="4897906"/>
              <a:ext cx="122063" cy="122635"/>
            </a:xfrm>
            <a:custGeom>
              <a:avLst/>
              <a:gdLst/>
              <a:ahLst/>
              <a:cxnLst/>
              <a:rect l="l" t="t" r="r" b="b"/>
              <a:pathLst>
                <a:path w="1919" h="1928" extrusionOk="0">
                  <a:moveTo>
                    <a:pt x="1024" y="247"/>
                  </a:moveTo>
                  <a:cubicBezTo>
                    <a:pt x="1049" y="330"/>
                    <a:pt x="1076" y="438"/>
                    <a:pt x="1095" y="512"/>
                  </a:cubicBezTo>
                  <a:cubicBezTo>
                    <a:pt x="1141" y="700"/>
                    <a:pt x="1150" y="747"/>
                    <a:pt x="1175" y="777"/>
                  </a:cubicBezTo>
                  <a:cubicBezTo>
                    <a:pt x="1200" y="811"/>
                    <a:pt x="1237" y="827"/>
                    <a:pt x="1425" y="895"/>
                  </a:cubicBezTo>
                  <a:cubicBezTo>
                    <a:pt x="1490" y="919"/>
                    <a:pt x="1595" y="953"/>
                    <a:pt x="1669" y="987"/>
                  </a:cubicBezTo>
                  <a:cubicBezTo>
                    <a:pt x="1561" y="1033"/>
                    <a:pt x="1391" y="1098"/>
                    <a:pt x="1237" y="1154"/>
                  </a:cubicBezTo>
                  <a:cubicBezTo>
                    <a:pt x="1212" y="1160"/>
                    <a:pt x="1194" y="1178"/>
                    <a:pt x="1184" y="1200"/>
                  </a:cubicBezTo>
                  <a:cubicBezTo>
                    <a:pt x="1110" y="1376"/>
                    <a:pt x="1015" y="1573"/>
                    <a:pt x="953" y="1687"/>
                  </a:cubicBezTo>
                  <a:cubicBezTo>
                    <a:pt x="910" y="1567"/>
                    <a:pt x="848" y="1354"/>
                    <a:pt x="802" y="1169"/>
                  </a:cubicBezTo>
                  <a:cubicBezTo>
                    <a:pt x="796" y="1135"/>
                    <a:pt x="768" y="1111"/>
                    <a:pt x="737" y="1104"/>
                  </a:cubicBezTo>
                  <a:cubicBezTo>
                    <a:pt x="558" y="1074"/>
                    <a:pt x="352" y="1024"/>
                    <a:pt x="241" y="993"/>
                  </a:cubicBezTo>
                  <a:cubicBezTo>
                    <a:pt x="416" y="901"/>
                    <a:pt x="595" y="818"/>
                    <a:pt x="780" y="747"/>
                  </a:cubicBezTo>
                  <a:cubicBezTo>
                    <a:pt x="805" y="737"/>
                    <a:pt x="820" y="719"/>
                    <a:pt x="830" y="697"/>
                  </a:cubicBezTo>
                  <a:cubicBezTo>
                    <a:pt x="888" y="543"/>
                    <a:pt x="953" y="392"/>
                    <a:pt x="1024" y="247"/>
                  </a:cubicBezTo>
                  <a:close/>
                  <a:moveTo>
                    <a:pt x="1046" y="0"/>
                  </a:moveTo>
                  <a:cubicBezTo>
                    <a:pt x="990" y="0"/>
                    <a:pt x="913" y="0"/>
                    <a:pt x="682" y="602"/>
                  </a:cubicBezTo>
                  <a:cubicBezTo>
                    <a:pt x="40" y="861"/>
                    <a:pt x="15" y="944"/>
                    <a:pt x="6" y="981"/>
                  </a:cubicBezTo>
                  <a:cubicBezTo>
                    <a:pt x="0" y="1012"/>
                    <a:pt x="6" y="1043"/>
                    <a:pt x="22" y="1067"/>
                  </a:cubicBezTo>
                  <a:cubicBezTo>
                    <a:pt x="40" y="1092"/>
                    <a:pt x="86" y="1157"/>
                    <a:pt x="651" y="1265"/>
                  </a:cubicBezTo>
                  <a:cubicBezTo>
                    <a:pt x="817" y="1928"/>
                    <a:pt x="876" y="1928"/>
                    <a:pt x="941" y="1928"/>
                  </a:cubicBezTo>
                  <a:lnTo>
                    <a:pt x="944" y="1928"/>
                  </a:lnTo>
                  <a:cubicBezTo>
                    <a:pt x="996" y="1925"/>
                    <a:pt x="1055" y="1922"/>
                    <a:pt x="1326" y="1302"/>
                  </a:cubicBezTo>
                  <a:cubicBezTo>
                    <a:pt x="1496" y="1243"/>
                    <a:pt x="1817" y="1123"/>
                    <a:pt x="1881" y="1064"/>
                  </a:cubicBezTo>
                  <a:cubicBezTo>
                    <a:pt x="1906" y="1040"/>
                    <a:pt x="1918" y="1006"/>
                    <a:pt x="1915" y="972"/>
                  </a:cubicBezTo>
                  <a:cubicBezTo>
                    <a:pt x="1900" y="892"/>
                    <a:pt x="1814" y="851"/>
                    <a:pt x="1484" y="734"/>
                  </a:cubicBezTo>
                  <a:cubicBezTo>
                    <a:pt x="1422" y="710"/>
                    <a:pt x="1345" y="685"/>
                    <a:pt x="1314" y="669"/>
                  </a:cubicBezTo>
                  <a:cubicBezTo>
                    <a:pt x="1299" y="629"/>
                    <a:pt x="1280" y="543"/>
                    <a:pt x="1261" y="472"/>
                  </a:cubicBezTo>
                  <a:cubicBezTo>
                    <a:pt x="1203" y="241"/>
                    <a:pt x="1166" y="96"/>
                    <a:pt x="1126" y="40"/>
                  </a:cubicBezTo>
                  <a:cubicBezTo>
                    <a:pt x="1104" y="16"/>
                    <a:pt x="1076" y="0"/>
                    <a:pt x="104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40" name="Google Shape;1440;p15"/>
            <p:cNvGrpSpPr/>
            <p:nvPr/>
          </p:nvGrpSpPr>
          <p:grpSpPr>
            <a:xfrm>
              <a:off x="8592133" y="3635621"/>
              <a:ext cx="405379" cy="244724"/>
              <a:chOff x="8838794" y="3786045"/>
              <a:chExt cx="326497" cy="197120"/>
            </a:xfrm>
          </p:grpSpPr>
          <p:sp>
            <p:nvSpPr>
              <p:cNvPr id="1441" name="Google Shape;1441;p15"/>
              <p:cNvSpPr/>
              <p:nvPr/>
            </p:nvSpPr>
            <p:spPr>
              <a:xfrm>
                <a:off x="8838794" y="3786045"/>
                <a:ext cx="326497" cy="197120"/>
              </a:xfrm>
              <a:custGeom>
                <a:avLst/>
                <a:gdLst/>
                <a:ahLst/>
                <a:cxnLst/>
                <a:rect l="l" t="t" r="r" b="b"/>
                <a:pathLst>
                  <a:path w="5133" h="3099" extrusionOk="0">
                    <a:moveTo>
                      <a:pt x="1910" y="1"/>
                    </a:moveTo>
                    <a:cubicBezTo>
                      <a:pt x="954" y="1"/>
                      <a:pt x="0" y="927"/>
                      <a:pt x="0" y="927"/>
                    </a:cubicBezTo>
                    <a:cubicBezTo>
                      <a:pt x="0" y="927"/>
                      <a:pt x="484" y="2118"/>
                      <a:pt x="1515" y="2537"/>
                    </a:cubicBezTo>
                    <a:cubicBezTo>
                      <a:pt x="1669" y="2600"/>
                      <a:pt x="1827" y="2627"/>
                      <a:pt x="1985" y="2627"/>
                    </a:cubicBezTo>
                    <a:cubicBezTo>
                      <a:pt x="2875" y="2627"/>
                      <a:pt x="3735" y="1769"/>
                      <a:pt x="3735" y="1769"/>
                    </a:cubicBezTo>
                    <a:cubicBezTo>
                      <a:pt x="3735" y="1769"/>
                      <a:pt x="3920" y="2997"/>
                      <a:pt x="4821" y="3099"/>
                    </a:cubicBezTo>
                    <a:cubicBezTo>
                      <a:pt x="4821" y="3099"/>
                      <a:pt x="4867" y="1779"/>
                      <a:pt x="4263" y="1581"/>
                    </a:cubicBezTo>
                    <a:cubicBezTo>
                      <a:pt x="4263" y="1581"/>
                      <a:pt x="4883" y="1412"/>
                      <a:pt x="5132" y="252"/>
                    </a:cubicBezTo>
                    <a:cubicBezTo>
                      <a:pt x="5132" y="252"/>
                      <a:pt x="5075" y="235"/>
                      <a:pt x="4980" y="235"/>
                    </a:cubicBezTo>
                    <a:cubicBezTo>
                      <a:pt x="4722" y="235"/>
                      <a:pt x="4186" y="362"/>
                      <a:pt x="3769" y="1307"/>
                    </a:cubicBezTo>
                    <a:cubicBezTo>
                      <a:pt x="3769" y="1307"/>
                      <a:pt x="3526" y="576"/>
                      <a:pt x="2428" y="104"/>
                    </a:cubicBezTo>
                    <a:cubicBezTo>
                      <a:pt x="2259" y="31"/>
                      <a:pt x="2085" y="1"/>
                      <a:pt x="191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15"/>
              <p:cNvSpPr/>
              <p:nvPr/>
            </p:nvSpPr>
            <p:spPr>
              <a:xfrm>
                <a:off x="8936049" y="3802329"/>
                <a:ext cx="54257" cy="119646"/>
              </a:xfrm>
              <a:custGeom>
                <a:avLst/>
                <a:gdLst/>
                <a:ahLst/>
                <a:cxnLst/>
                <a:rect l="l" t="t" r="r" b="b"/>
                <a:pathLst>
                  <a:path w="853" h="1881" extrusionOk="0">
                    <a:moveTo>
                      <a:pt x="122" y="0"/>
                    </a:moveTo>
                    <a:cubicBezTo>
                      <a:pt x="60" y="0"/>
                      <a:pt x="0" y="74"/>
                      <a:pt x="53" y="141"/>
                    </a:cubicBezTo>
                    <a:cubicBezTo>
                      <a:pt x="57" y="150"/>
                      <a:pt x="646" y="949"/>
                      <a:pt x="131" y="1751"/>
                    </a:cubicBezTo>
                    <a:cubicBezTo>
                      <a:pt x="106" y="1788"/>
                      <a:pt x="118" y="1843"/>
                      <a:pt x="155" y="1868"/>
                    </a:cubicBezTo>
                    <a:cubicBezTo>
                      <a:pt x="171" y="1877"/>
                      <a:pt x="186" y="1881"/>
                      <a:pt x="202" y="1881"/>
                    </a:cubicBezTo>
                    <a:cubicBezTo>
                      <a:pt x="232" y="1881"/>
                      <a:pt x="260" y="1868"/>
                      <a:pt x="276" y="1840"/>
                    </a:cubicBezTo>
                    <a:cubicBezTo>
                      <a:pt x="852" y="943"/>
                      <a:pt x="198" y="48"/>
                      <a:pt x="189" y="39"/>
                    </a:cubicBezTo>
                    <a:cubicBezTo>
                      <a:pt x="171" y="11"/>
                      <a:pt x="146" y="0"/>
                      <a:pt x="122"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15"/>
              <p:cNvSpPr/>
              <p:nvPr/>
            </p:nvSpPr>
            <p:spPr>
              <a:xfrm>
                <a:off x="8884018" y="3819757"/>
                <a:ext cx="39627" cy="39627"/>
              </a:xfrm>
              <a:custGeom>
                <a:avLst/>
                <a:gdLst/>
                <a:ahLst/>
                <a:cxnLst/>
                <a:rect l="l" t="t" r="r" b="b"/>
                <a:pathLst>
                  <a:path w="623" h="623" extrusionOk="0">
                    <a:moveTo>
                      <a:pt x="97" y="0"/>
                    </a:moveTo>
                    <a:cubicBezTo>
                      <a:pt x="49" y="0"/>
                      <a:pt x="1" y="36"/>
                      <a:pt x="11" y="98"/>
                    </a:cubicBezTo>
                    <a:cubicBezTo>
                      <a:pt x="20" y="169"/>
                      <a:pt x="88" y="530"/>
                      <a:pt x="270" y="610"/>
                    </a:cubicBezTo>
                    <a:cubicBezTo>
                      <a:pt x="289" y="616"/>
                      <a:pt x="310" y="623"/>
                      <a:pt x="332" y="623"/>
                    </a:cubicBezTo>
                    <a:cubicBezTo>
                      <a:pt x="356" y="623"/>
                      <a:pt x="381" y="616"/>
                      <a:pt x="406" y="604"/>
                    </a:cubicBezTo>
                    <a:cubicBezTo>
                      <a:pt x="538" y="530"/>
                      <a:pt x="600" y="231"/>
                      <a:pt x="615" y="141"/>
                    </a:cubicBezTo>
                    <a:cubicBezTo>
                      <a:pt x="622" y="80"/>
                      <a:pt x="575" y="45"/>
                      <a:pt x="528" y="45"/>
                    </a:cubicBezTo>
                    <a:cubicBezTo>
                      <a:pt x="492" y="45"/>
                      <a:pt x="456" y="65"/>
                      <a:pt x="446" y="111"/>
                    </a:cubicBezTo>
                    <a:cubicBezTo>
                      <a:pt x="421" y="268"/>
                      <a:pt x="359" y="431"/>
                      <a:pt x="338" y="453"/>
                    </a:cubicBezTo>
                    <a:cubicBezTo>
                      <a:pt x="276" y="425"/>
                      <a:pt x="205" y="234"/>
                      <a:pt x="181" y="74"/>
                    </a:cubicBezTo>
                    <a:cubicBezTo>
                      <a:pt x="172" y="23"/>
                      <a:pt x="135" y="0"/>
                      <a:pt x="97"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15"/>
              <p:cNvSpPr/>
              <p:nvPr/>
            </p:nvSpPr>
            <p:spPr>
              <a:xfrm>
                <a:off x="8847953" y="3866190"/>
                <a:ext cx="46179" cy="18128"/>
              </a:xfrm>
              <a:custGeom>
                <a:avLst/>
                <a:gdLst/>
                <a:ahLst/>
                <a:cxnLst/>
                <a:rect l="l" t="t" r="r" b="b"/>
                <a:pathLst>
                  <a:path w="726" h="285" extrusionOk="0">
                    <a:moveTo>
                      <a:pt x="115" y="0"/>
                    </a:moveTo>
                    <a:cubicBezTo>
                      <a:pt x="57" y="0"/>
                      <a:pt x="1" y="62"/>
                      <a:pt x="41" y="130"/>
                    </a:cubicBezTo>
                    <a:cubicBezTo>
                      <a:pt x="78" y="198"/>
                      <a:pt x="183" y="284"/>
                      <a:pt x="356" y="284"/>
                    </a:cubicBezTo>
                    <a:cubicBezTo>
                      <a:pt x="451" y="284"/>
                      <a:pt x="547" y="260"/>
                      <a:pt x="633" y="220"/>
                    </a:cubicBezTo>
                    <a:cubicBezTo>
                      <a:pt x="725" y="179"/>
                      <a:pt x="682" y="54"/>
                      <a:pt x="600" y="54"/>
                    </a:cubicBezTo>
                    <a:cubicBezTo>
                      <a:pt x="588" y="54"/>
                      <a:pt x="576" y="56"/>
                      <a:pt x="563" y="62"/>
                    </a:cubicBezTo>
                    <a:cubicBezTo>
                      <a:pt x="475" y="102"/>
                      <a:pt x="406" y="116"/>
                      <a:pt x="353" y="116"/>
                    </a:cubicBezTo>
                    <a:cubicBezTo>
                      <a:pt x="240" y="116"/>
                      <a:pt x="195" y="54"/>
                      <a:pt x="186" y="44"/>
                    </a:cubicBezTo>
                    <a:cubicBezTo>
                      <a:pt x="168" y="13"/>
                      <a:pt x="141" y="0"/>
                      <a:pt x="115"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15"/>
              <p:cNvSpPr/>
              <p:nvPr/>
            </p:nvSpPr>
            <p:spPr>
              <a:xfrm>
                <a:off x="8983309" y="3816768"/>
                <a:ext cx="63862" cy="114621"/>
              </a:xfrm>
              <a:custGeom>
                <a:avLst/>
                <a:gdLst/>
                <a:ahLst/>
                <a:cxnLst/>
                <a:rect l="l" t="t" r="r" b="b"/>
                <a:pathLst>
                  <a:path w="1004" h="1802" extrusionOk="0">
                    <a:moveTo>
                      <a:pt x="454" y="0"/>
                    </a:moveTo>
                    <a:cubicBezTo>
                      <a:pt x="370" y="0"/>
                      <a:pt x="301" y="6"/>
                      <a:pt x="273" y="10"/>
                    </a:cubicBezTo>
                    <a:cubicBezTo>
                      <a:pt x="226" y="13"/>
                      <a:pt x="193" y="56"/>
                      <a:pt x="196" y="102"/>
                    </a:cubicBezTo>
                    <a:cubicBezTo>
                      <a:pt x="202" y="146"/>
                      <a:pt x="239" y="179"/>
                      <a:pt x="285" y="179"/>
                    </a:cubicBezTo>
                    <a:cubicBezTo>
                      <a:pt x="287" y="179"/>
                      <a:pt x="289" y="179"/>
                      <a:pt x="291" y="179"/>
                    </a:cubicBezTo>
                    <a:cubicBezTo>
                      <a:pt x="337" y="175"/>
                      <a:pt x="391" y="172"/>
                      <a:pt x="447" y="172"/>
                    </a:cubicBezTo>
                    <a:cubicBezTo>
                      <a:pt x="593" y="172"/>
                      <a:pt x="749" y="190"/>
                      <a:pt x="794" y="244"/>
                    </a:cubicBezTo>
                    <a:cubicBezTo>
                      <a:pt x="800" y="250"/>
                      <a:pt x="806" y="256"/>
                      <a:pt x="800" y="278"/>
                    </a:cubicBezTo>
                    <a:cubicBezTo>
                      <a:pt x="760" y="457"/>
                      <a:pt x="439" y="559"/>
                      <a:pt x="319" y="580"/>
                    </a:cubicBezTo>
                    <a:cubicBezTo>
                      <a:pt x="223" y="599"/>
                      <a:pt x="230" y="741"/>
                      <a:pt x="328" y="750"/>
                    </a:cubicBezTo>
                    <a:cubicBezTo>
                      <a:pt x="566" y="771"/>
                      <a:pt x="806" y="842"/>
                      <a:pt x="828" y="895"/>
                    </a:cubicBezTo>
                    <a:cubicBezTo>
                      <a:pt x="819" y="947"/>
                      <a:pt x="584" y="1034"/>
                      <a:pt x="307" y="1061"/>
                    </a:cubicBezTo>
                    <a:cubicBezTo>
                      <a:pt x="217" y="1067"/>
                      <a:pt x="199" y="1191"/>
                      <a:pt x="282" y="1225"/>
                    </a:cubicBezTo>
                    <a:cubicBezTo>
                      <a:pt x="424" y="1283"/>
                      <a:pt x="637" y="1404"/>
                      <a:pt x="671" y="1496"/>
                    </a:cubicBezTo>
                    <a:cubicBezTo>
                      <a:pt x="677" y="1509"/>
                      <a:pt x="677" y="1521"/>
                      <a:pt x="671" y="1533"/>
                    </a:cubicBezTo>
                    <a:cubicBezTo>
                      <a:pt x="635" y="1605"/>
                      <a:pt x="483" y="1631"/>
                      <a:pt x="331" y="1631"/>
                    </a:cubicBezTo>
                    <a:cubicBezTo>
                      <a:pt x="262" y="1631"/>
                      <a:pt x="192" y="1625"/>
                      <a:pt x="134" y="1616"/>
                    </a:cubicBezTo>
                    <a:cubicBezTo>
                      <a:pt x="128" y="1616"/>
                      <a:pt x="122" y="1615"/>
                      <a:pt x="117" y="1615"/>
                    </a:cubicBezTo>
                    <a:cubicBezTo>
                      <a:pt x="18" y="1615"/>
                      <a:pt x="1" y="1769"/>
                      <a:pt x="106" y="1786"/>
                    </a:cubicBezTo>
                    <a:cubicBezTo>
                      <a:pt x="183" y="1795"/>
                      <a:pt x="260" y="1802"/>
                      <a:pt x="338" y="1802"/>
                    </a:cubicBezTo>
                    <a:cubicBezTo>
                      <a:pt x="516" y="1802"/>
                      <a:pt x="745" y="1768"/>
                      <a:pt x="825" y="1607"/>
                    </a:cubicBezTo>
                    <a:cubicBezTo>
                      <a:pt x="853" y="1552"/>
                      <a:pt x="856" y="1487"/>
                      <a:pt x="831" y="1431"/>
                    </a:cubicBezTo>
                    <a:cubicBezTo>
                      <a:pt x="794" y="1336"/>
                      <a:pt x="692" y="1253"/>
                      <a:pt x="590" y="1188"/>
                    </a:cubicBezTo>
                    <a:cubicBezTo>
                      <a:pt x="772" y="1145"/>
                      <a:pt x="976" y="1064"/>
                      <a:pt x="998" y="916"/>
                    </a:cubicBezTo>
                    <a:cubicBezTo>
                      <a:pt x="1004" y="870"/>
                      <a:pt x="988" y="821"/>
                      <a:pt x="957" y="784"/>
                    </a:cubicBezTo>
                    <a:cubicBezTo>
                      <a:pt x="905" y="716"/>
                      <a:pt x="791" y="670"/>
                      <a:pt x="674" y="639"/>
                    </a:cubicBezTo>
                    <a:cubicBezTo>
                      <a:pt x="806" y="571"/>
                      <a:pt x="933" y="469"/>
                      <a:pt x="967" y="318"/>
                    </a:cubicBezTo>
                    <a:cubicBezTo>
                      <a:pt x="985" y="253"/>
                      <a:pt x="970" y="182"/>
                      <a:pt x="924" y="130"/>
                    </a:cubicBezTo>
                    <a:cubicBezTo>
                      <a:pt x="830" y="23"/>
                      <a:pt x="615" y="0"/>
                      <a:pt x="454"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46" name="Google Shape;1446;p15"/>
            <p:cNvSpPr/>
            <p:nvPr/>
          </p:nvSpPr>
          <p:spPr>
            <a:xfrm>
              <a:off x="8833478" y="3478290"/>
              <a:ext cx="75629" cy="75566"/>
            </a:xfrm>
            <a:custGeom>
              <a:avLst/>
              <a:gdLst/>
              <a:ahLst/>
              <a:cxnLst/>
              <a:rect l="l" t="t" r="r" b="b"/>
              <a:pathLst>
                <a:path w="1189" h="1188" extrusionOk="0">
                  <a:moveTo>
                    <a:pt x="596" y="173"/>
                  </a:moveTo>
                  <a:cubicBezTo>
                    <a:pt x="707" y="173"/>
                    <a:pt x="815" y="220"/>
                    <a:pt x="892" y="300"/>
                  </a:cubicBezTo>
                  <a:cubicBezTo>
                    <a:pt x="1157" y="565"/>
                    <a:pt x="969" y="1015"/>
                    <a:pt x="596" y="1015"/>
                  </a:cubicBezTo>
                  <a:lnTo>
                    <a:pt x="596" y="1102"/>
                  </a:lnTo>
                  <a:lnTo>
                    <a:pt x="593" y="1015"/>
                  </a:lnTo>
                  <a:cubicBezTo>
                    <a:pt x="365" y="1009"/>
                    <a:pt x="186" y="821"/>
                    <a:pt x="186" y="593"/>
                  </a:cubicBezTo>
                  <a:cubicBezTo>
                    <a:pt x="186" y="364"/>
                    <a:pt x="368" y="179"/>
                    <a:pt x="596" y="173"/>
                  </a:cubicBezTo>
                  <a:close/>
                  <a:moveTo>
                    <a:pt x="593" y="1"/>
                  </a:moveTo>
                  <a:cubicBezTo>
                    <a:pt x="266" y="1"/>
                    <a:pt x="1" y="266"/>
                    <a:pt x="1" y="593"/>
                  </a:cubicBezTo>
                  <a:cubicBezTo>
                    <a:pt x="1" y="920"/>
                    <a:pt x="266" y="1188"/>
                    <a:pt x="593" y="1188"/>
                  </a:cubicBezTo>
                  <a:lnTo>
                    <a:pt x="596" y="1188"/>
                  </a:lnTo>
                  <a:cubicBezTo>
                    <a:pt x="923" y="1188"/>
                    <a:pt x="1188" y="920"/>
                    <a:pt x="1185" y="593"/>
                  </a:cubicBezTo>
                  <a:cubicBezTo>
                    <a:pt x="1185" y="266"/>
                    <a:pt x="920" y="1"/>
                    <a:pt x="59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15"/>
            <p:cNvSpPr/>
            <p:nvPr/>
          </p:nvSpPr>
          <p:spPr>
            <a:xfrm>
              <a:off x="8753373" y="4274710"/>
              <a:ext cx="82881" cy="75566"/>
            </a:xfrm>
            <a:custGeom>
              <a:avLst/>
              <a:gdLst/>
              <a:ahLst/>
              <a:cxnLst/>
              <a:rect l="l" t="t" r="r" b="b"/>
              <a:pathLst>
                <a:path w="1303" h="1188" extrusionOk="0">
                  <a:moveTo>
                    <a:pt x="710" y="173"/>
                  </a:moveTo>
                  <a:cubicBezTo>
                    <a:pt x="941" y="173"/>
                    <a:pt x="1129" y="364"/>
                    <a:pt x="1129" y="595"/>
                  </a:cubicBezTo>
                  <a:cubicBezTo>
                    <a:pt x="1126" y="827"/>
                    <a:pt x="938" y="1012"/>
                    <a:pt x="707" y="1015"/>
                  </a:cubicBezTo>
                  <a:cubicBezTo>
                    <a:pt x="476" y="1015"/>
                    <a:pt x="287" y="823"/>
                    <a:pt x="287" y="592"/>
                  </a:cubicBezTo>
                  <a:cubicBezTo>
                    <a:pt x="287" y="358"/>
                    <a:pt x="479" y="173"/>
                    <a:pt x="710" y="173"/>
                  </a:cubicBezTo>
                  <a:close/>
                  <a:moveTo>
                    <a:pt x="712" y="1"/>
                  </a:moveTo>
                  <a:cubicBezTo>
                    <a:pt x="485" y="1"/>
                    <a:pt x="263" y="130"/>
                    <a:pt x="164" y="364"/>
                  </a:cubicBezTo>
                  <a:cubicBezTo>
                    <a:pt x="1" y="752"/>
                    <a:pt x="284" y="1184"/>
                    <a:pt x="707" y="1187"/>
                  </a:cubicBezTo>
                  <a:lnTo>
                    <a:pt x="710" y="1187"/>
                  </a:lnTo>
                  <a:cubicBezTo>
                    <a:pt x="1034" y="1187"/>
                    <a:pt x="1299" y="922"/>
                    <a:pt x="1302" y="595"/>
                  </a:cubicBezTo>
                  <a:cubicBezTo>
                    <a:pt x="1302" y="438"/>
                    <a:pt x="1240" y="287"/>
                    <a:pt x="1129" y="176"/>
                  </a:cubicBezTo>
                  <a:cubicBezTo>
                    <a:pt x="1012" y="57"/>
                    <a:pt x="861" y="1"/>
                    <a:pt x="7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48" name="Google Shape;1448;p15"/>
            <p:cNvGrpSpPr/>
            <p:nvPr/>
          </p:nvGrpSpPr>
          <p:grpSpPr>
            <a:xfrm>
              <a:off x="7890068" y="4686148"/>
              <a:ext cx="360349" cy="357087"/>
              <a:chOff x="10649934" y="1571625"/>
              <a:chExt cx="449705" cy="445634"/>
            </a:xfrm>
          </p:grpSpPr>
          <p:sp>
            <p:nvSpPr>
              <p:cNvPr id="1449" name="Google Shape;1449;p15"/>
              <p:cNvSpPr/>
              <p:nvPr/>
            </p:nvSpPr>
            <p:spPr>
              <a:xfrm>
                <a:off x="10649934" y="1571625"/>
                <a:ext cx="449705" cy="445634"/>
              </a:xfrm>
              <a:custGeom>
                <a:avLst/>
                <a:gdLst/>
                <a:ahLst/>
                <a:cxnLst/>
                <a:rect l="l" t="t" r="r" b="b"/>
                <a:pathLst>
                  <a:path w="7070" h="7006" extrusionOk="0">
                    <a:moveTo>
                      <a:pt x="3541" y="217"/>
                    </a:moveTo>
                    <a:cubicBezTo>
                      <a:pt x="3631" y="377"/>
                      <a:pt x="3809" y="793"/>
                      <a:pt x="3948" y="1161"/>
                    </a:cubicBezTo>
                    <a:cubicBezTo>
                      <a:pt x="3958" y="1182"/>
                      <a:pt x="3976" y="1201"/>
                      <a:pt x="4001" y="1210"/>
                    </a:cubicBezTo>
                    <a:cubicBezTo>
                      <a:pt x="4009" y="1214"/>
                      <a:pt x="4019" y="1215"/>
                      <a:pt x="4028" y="1215"/>
                    </a:cubicBezTo>
                    <a:cubicBezTo>
                      <a:pt x="4043" y="1215"/>
                      <a:pt x="4059" y="1211"/>
                      <a:pt x="4072" y="1204"/>
                    </a:cubicBezTo>
                    <a:cubicBezTo>
                      <a:pt x="4414" y="1016"/>
                      <a:pt x="4941" y="750"/>
                      <a:pt x="5077" y="726"/>
                    </a:cubicBezTo>
                    <a:lnTo>
                      <a:pt x="5077" y="726"/>
                    </a:lnTo>
                    <a:cubicBezTo>
                      <a:pt x="5093" y="846"/>
                      <a:pt x="5019" y="1262"/>
                      <a:pt x="4932" y="1611"/>
                    </a:cubicBezTo>
                    <a:cubicBezTo>
                      <a:pt x="4918" y="1665"/>
                      <a:pt x="4959" y="1717"/>
                      <a:pt x="5014" y="1717"/>
                    </a:cubicBezTo>
                    <a:cubicBezTo>
                      <a:pt x="5019" y="1717"/>
                      <a:pt x="5023" y="1716"/>
                      <a:pt x="5028" y="1716"/>
                    </a:cubicBezTo>
                    <a:cubicBezTo>
                      <a:pt x="5034" y="1716"/>
                      <a:pt x="5737" y="1611"/>
                      <a:pt x="6095" y="1611"/>
                    </a:cubicBezTo>
                    <a:cubicBezTo>
                      <a:pt x="6135" y="1611"/>
                      <a:pt x="6175" y="1614"/>
                      <a:pt x="6215" y="1617"/>
                    </a:cubicBezTo>
                    <a:cubicBezTo>
                      <a:pt x="6169" y="1762"/>
                      <a:pt x="5975" y="2166"/>
                      <a:pt x="5790" y="2521"/>
                    </a:cubicBezTo>
                    <a:cubicBezTo>
                      <a:pt x="5765" y="2570"/>
                      <a:pt x="5790" y="2629"/>
                      <a:pt x="5842" y="2641"/>
                    </a:cubicBezTo>
                    <a:cubicBezTo>
                      <a:pt x="6252" y="2755"/>
                      <a:pt x="6727" y="2919"/>
                      <a:pt x="6820" y="2990"/>
                    </a:cubicBezTo>
                    <a:cubicBezTo>
                      <a:pt x="6755" y="3107"/>
                      <a:pt x="6329" y="3455"/>
                      <a:pt x="5950" y="3727"/>
                    </a:cubicBezTo>
                    <a:cubicBezTo>
                      <a:pt x="5904" y="3764"/>
                      <a:pt x="5904" y="3835"/>
                      <a:pt x="5953" y="3869"/>
                    </a:cubicBezTo>
                    <a:cubicBezTo>
                      <a:pt x="6385" y="4158"/>
                      <a:pt x="6755" y="4495"/>
                      <a:pt x="6752" y="4584"/>
                    </a:cubicBezTo>
                    <a:cubicBezTo>
                      <a:pt x="6706" y="4677"/>
                      <a:pt x="6172" y="4834"/>
                      <a:pt x="5583" y="4933"/>
                    </a:cubicBezTo>
                    <a:cubicBezTo>
                      <a:pt x="5524" y="4942"/>
                      <a:pt x="5493" y="5007"/>
                      <a:pt x="5521" y="5059"/>
                    </a:cubicBezTo>
                    <a:cubicBezTo>
                      <a:pt x="5719" y="5411"/>
                      <a:pt x="5913" y="5846"/>
                      <a:pt x="5907" y="5957"/>
                    </a:cubicBezTo>
                    <a:cubicBezTo>
                      <a:pt x="5871" y="5966"/>
                      <a:pt x="5836" y="5970"/>
                      <a:pt x="5801" y="5970"/>
                    </a:cubicBezTo>
                    <a:cubicBezTo>
                      <a:pt x="5790" y="5970"/>
                      <a:pt x="5779" y="5970"/>
                      <a:pt x="5768" y="5969"/>
                    </a:cubicBezTo>
                    <a:cubicBezTo>
                      <a:pt x="5444" y="5969"/>
                      <a:pt x="4846" y="5842"/>
                      <a:pt x="4840" y="5842"/>
                    </a:cubicBezTo>
                    <a:cubicBezTo>
                      <a:pt x="4833" y="5841"/>
                      <a:pt x="4827" y="5841"/>
                      <a:pt x="4821" y="5841"/>
                    </a:cubicBezTo>
                    <a:cubicBezTo>
                      <a:pt x="4785" y="5841"/>
                      <a:pt x="4752" y="5864"/>
                      <a:pt x="4741" y="5898"/>
                    </a:cubicBezTo>
                    <a:cubicBezTo>
                      <a:pt x="4624" y="6265"/>
                      <a:pt x="4470" y="6684"/>
                      <a:pt x="4399" y="6817"/>
                    </a:cubicBezTo>
                    <a:cubicBezTo>
                      <a:pt x="4272" y="6721"/>
                      <a:pt x="3951" y="6327"/>
                      <a:pt x="3692" y="5972"/>
                    </a:cubicBezTo>
                    <a:cubicBezTo>
                      <a:pt x="3680" y="5950"/>
                      <a:pt x="3655" y="5938"/>
                      <a:pt x="3631" y="5938"/>
                    </a:cubicBezTo>
                    <a:lnTo>
                      <a:pt x="3624" y="5938"/>
                    </a:lnTo>
                    <a:cubicBezTo>
                      <a:pt x="3622" y="5938"/>
                      <a:pt x="3619" y="5937"/>
                      <a:pt x="3616" y="5937"/>
                    </a:cubicBezTo>
                    <a:cubicBezTo>
                      <a:pt x="3597" y="5937"/>
                      <a:pt x="3576" y="5946"/>
                      <a:pt x="3563" y="5960"/>
                    </a:cubicBezTo>
                    <a:cubicBezTo>
                      <a:pt x="3245" y="6277"/>
                      <a:pt x="2863" y="6632"/>
                      <a:pt x="2727" y="6728"/>
                    </a:cubicBezTo>
                    <a:cubicBezTo>
                      <a:pt x="2684" y="6580"/>
                      <a:pt x="2607" y="6206"/>
                      <a:pt x="2548" y="5870"/>
                    </a:cubicBezTo>
                    <a:cubicBezTo>
                      <a:pt x="2541" y="5827"/>
                      <a:pt x="2505" y="5799"/>
                      <a:pt x="2465" y="5799"/>
                    </a:cubicBezTo>
                    <a:cubicBezTo>
                      <a:pt x="2454" y="5799"/>
                      <a:pt x="2442" y="5801"/>
                      <a:pt x="2431" y="5805"/>
                    </a:cubicBezTo>
                    <a:cubicBezTo>
                      <a:pt x="2061" y="5950"/>
                      <a:pt x="1447" y="6176"/>
                      <a:pt x="1222" y="6216"/>
                    </a:cubicBezTo>
                    <a:cubicBezTo>
                      <a:pt x="1253" y="6037"/>
                      <a:pt x="1376" y="5562"/>
                      <a:pt x="1502" y="5136"/>
                    </a:cubicBezTo>
                    <a:cubicBezTo>
                      <a:pt x="1509" y="5111"/>
                      <a:pt x="1506" y="5090"/>
                      <a:pt x="1493" y="5068"/>
                    </a:cubicBezTo>
                    <a:cubicBezTo>
                      <a:pt x="1481" y="5050"/>
                      <a:pt x="1462" y="5034"/>
                      <a:pt x="1441" y="5028"/>
                    </a:cubicBezTo>
                    <a:cubicBezTo>
                      <a:pt x="987" y="4917"/>
                      <a:pt x="466" y="4763"/>
                      <a:pt x="324" y="4686"/>
                    </a:cubicBezTo>
                    <a:cubicBezTo>
                      <a:pt x="420" y="4566"/>
                      <a:pt x="802" y="4251"/>
                      <a:pt x="1142" y="4001"/>
                    </a:cubicBezTo>
                    <a:cubicBezTo>
                      <a:pt x="1163" y="3983"/>
                      <a:pt x="1179" y="3955"/>
                      <a:pt x="1175" y="3927"/>
                    </a:cubicBezTo>
                    <a:cubicBezTo>
                      <a:pt x="1175" y="3899"/>
                      <a:pt x="1160" y="3872"/>
                      <a:pt x="1132" y="3859"/>
                    </a:cubicBezTo>
                    <a:cubicBezTo>
                      <a:pt x="636" y="3572"/>
                      <a:pt x="204" y="3233"/>
                      <a:pt x="207" y="3134"/>
                    </a:cubicBezTo>
                    <a:cubicBezTo>
                      <a:pt x="222" y="3042"/>
                      <a:pt x="701" y="2857"/>
                      <a:pt x="1206" y="2740"/>
                    </a:cubicBezTo>
                    <a:cubicBezTo>
                      <a:pt x="1262" y="2727"/>
                      <a:pt x="1290" y="2666"/>
                      <a:pt x="1262" y="2616"/>
                    </a:cubicBezTo>
                    <a:cubicBezTo>
                      <a:pt x="1043" y="2203"/>
                      <a:pt x="812" y="1734"/>
                      <a:pt x="756" y="1558"/>
                    </a:cubicBezTo>
                    <a:lnTo>
                      <a:pt x="756" y="1558"/>
                    </a:lnTo>
                    <a:cubicBezTo>
                      <a:pt x="981" y="1577"/>
                      <a:pt x="1580" y="1716"/>
                      <a:pt x="1805" y="1774"/>
                    </a:cubicBezTo>
                    <a:cubicBezTo>
                      <a:pt x="1811" y="1776"/>
                      <a:pt x="1818" y="1777"/>
                      <a:pt x="1824" y="1777"/>
                    </a:cubicBezTo>
                    <a:cubicBezTo>
                      <a:pt x="1843" y="1777"/>
                      <a:pt x="1862" y="1770"/>
                      <a:pt x="1876" y="1759"/>
                    </a:cubicBezTo>
                    <a:cubicBezTo>
                      <a:pt x="1897" y="1743"/>
                      <a:pt x="1910" y="1719"/>
                      <a:pt x="1910" y="1694"/>
                    </a:cubicBezTo>
                    <a:cubicBezTo>
                      <a:pt x="1925" y="1241"/>
                      <a:pt x="1956" y="738"/>
                      <a:pt x="1990" y="562"/>
                    </a:cubicBezTo>
                    <a:cubicBezTo>
                      <a:pt x="2162" y="649"/>
                      <a:pt x="2644" y="954"/>
                      <a:pt x="3072" y="1238"/>
                    </a:cubicBezTo>
                    <a:cubicBezTo>
                      <a:pt x="3086" y="1247"/>
                      <a:pt x="3103" y="1253"/>
                      <a:pt x="3121" y="1253"/>
                    </a:cubicBezTo>
                    <a:cubicBezTo>
                      <a:pt x="3130" y="1253"/>
                      <a:pt x="3140" y="1251"/>
                      <a:pt x="3149" y="1247"/>
                    </a:cubicBezTo>
                    <a:cubicBezTo>
                      <a:pt x="3174" y="1238"/>
                      <a:pt x="3196" y="1219"/>
                      <a:pt x="3202" y="1191"/>
                    </a:cubicBezTo>
                    <a:cubicBezTo>
                      <a:pt x="3313" y="812"/>
                      <a:pt x="3461" y="380"/>
                      <a:pt x="3541" y="217"/>
                    </a:cubicBezTo>
                    <a:close/>
                    <a:moveTo>
                      <a:pt x="3541" y="1"/>
                    </a:moveTo>
                    <a:cubicBezTo>
                      <a:pt x="3476" y="1"/>
                      <a:pt x="3381" y="1"/>
                      <a:pt x="3072" y="1034"/>
                    </a:cubicBezTo>
                    <a:cubicBezTo>
                      <a:pt x="2403" y="593"/>
                      <a:pt x="2027" y="368"/>
                      <a:pt x="1943" y="368"/>
                    </a:cubicBezTo>
                    <a:cubicBezTo>
                      <a:pt x="1937" y="368"/>
                      <a:pt x="1928" y="371"/>
                      <a:pt x="1919" y="371"/>
                    </a:cubicBezTo>
                    <a:cubicBezTo>
                      <a:pt x="1854" y="389"/>
                      <a:pt x="1783" y="405"/>
                      <a:pt x="1743" y="1583"/>
                    </a:cubicBezTo>
                    <a:cubicBezTo>
                      <a:pt x="1499" y="1524"/>
                      <a:pt x="904" y="1386"/>
                      <a:pt x="713" y="1386"/>
                    </a:cubicBezTo>
                    <a:cubicBezTo>
                      <a:pt x="709" y="1385"/>
                      <a:pt x="704" y="1385"/>
                      <a:pt x="700" y="1385"/>
                    </a:cubicBezTo>
                    <a:cubicBezTo>
                      <a:pt x="670" y="1385"/>
                      <a:pt x="638" y="1394"/>
                      <a:pt x="614" y="1410"/>
                    </a:cubicBezTo>
                    <a:cubicBezTo>
                      <a:pt x="556" y="1457"/>
                      <a:pt x="482" y="1509"/>
                      <a:pt x="1058" y="2601"/>
                    </a:cubicBezTo>
                    <a:cubicBezTo>
                      <a:pt x="697" y="2690"/>
                      <a:pt x="77" y="2875"/>
                      <a:pt x="40" y="3110"/>
                    </a:cubicBezTo>
                    <a:cubicBezTo>
                      <a:pt x="0" y="3344"/>
                      <a:pt x="583" y="3733"/>
                      <a:pt x="935" y="3943"/>
                    </a:cubicBezTo>
                    <a:cubicBezTo>
                      <a:pt x="108" y="4562"/>
                      <a:pt x="127" y="4674"/>
                      <a:pt x="136" y="4723"/>
                    </a:cubicBezTo>
                    <a:cubicBezTo>
                      <a:pt x="145" y="4775"/>
                      <a:pt x="164" y="4889"/>
                      <a:pt x="1311" y="5176"/>
                    </a:cubicBezTo>
                    <a:cubicBezTo>
                      <a:pt x="1209" y="5534"/>
                      <a:pt x="1024" y="6194"/>
                      <a:pt x="1043" y="6308"/>
                    </a:cubicBezTo>
                    <a:cubicBezTo>
                      <a:pt x="1046" y="6327"/>
                      <a:pt x="1068" y="6395"/>
                      <a:pt x="1172" y="6395"/>
                    </a:cubicBezTo>
                    <a:cubicBezTo>
                      <a:pt x="1373" y="6395"/>
                      <a:pt x="2116" y="6114"/>
                      <a:pt x="2397" y="6006"/>
                    </a:cubicBezTo>
                    <a:cubicBezTo>
                      <a:pt x="2459" y="6342"/>
                      <a:pt x="2551" y="6811"/>
                      <a:pt x="2607" y="6885"/>
                    </a:cubicBezTo>
                    <a:cubicBezTo>
                      <a:pt x="2628" y="6910"/>
                      <a:pt x="2656" y="6922"/>
                      <a:pt x="2687" y="6925"/>
                    </a:cubicBezTo>
                    <a:cubicBezTo>
                      <a:pt x="2785" y="6925"/>
                      <a:pt x="3097" y="6666"/>
                      <a:pt x="3612" y="6154"/>
                    </a:cubicBezTo>
                    <a:cubicBezTo>
                      <a:pt x="4028" y="6718"/>
                      <a:pt x="4297" y="7005"/>
                      <a:pt x="4417" y="7005"/>
                    </a:cubicBezTo>
                    <a:cubicBezTo>
                      <a:pt x="4445" y="7005"/>
                      <a:pt x="4473" y="6996"/>
                      <a:pt x="4494" y="6974"/>
                    </a:cubicBezTo>
                    <a:cubicBezTo>
                      <a:pt x="4590" y="6882"/>
                      <a:pt x="4790" y="6296"/>
                      <a:pt x="4880" y="6028"/>
                    </a:cubicBezTo>
                    <a:cubicBezTo>
                      <a:pt x="5056" y="6061"/>
                      <a:pt x="5493" y="6142"/>
                      <a:pt x="5768" y="6142"/>
                    </a:cubicBezTo>
                    <a:cubicBezTo>
                      <a:pt x="5885" y="6142"/>
                      <a:pt x="6015" y="6129"/>
                      <a:pt x="6058" y="6043"/>
                    </a:cubicBezTo>
                    <a:cubicBezTo>
                      <a:pt x="6135" y="5889"/>
                      <a:pt x="5907" y="5414"/>
                      <a:pt x="5728" y="5081"/>
                    </a:cubicBezTo>
                    <a:cubicBezTo>
                      <a:pt x="6194" y="5000"/>
                      <a:pt x="6857" y="4849"/>
                      <a:pt x="6915" y="4633"/>
                    </a:cubicBezTo>
                    <a:cubicBezTo>
                      <a:pt x="6974" y="4421"/>
                      <a:pt x="6499" y="4041"/>
                      <a:pt x="6147" y="3798"/>
                    </a:cubicBezTo>
                    <a:cubicBezTo>
                      <a:pt x="7070" y="3125"/>
                      <a:pt x="7011" y="2993"/>
                      <a:pt x="6986" y="2934"/>
                    </a:cubicBezTo>
                    <a:cubicBezTo>
                      <a:pt x="6931" y="2801"/>
                      <a:pt x="6434" y="2635"/>
                      <a:pt x="5990" y="2508"/>
                    </a:cubicBezTo>
                    <a:cubicBezTo>
                      <a:pt x="6141" y="2215"/>
                      <a:pt x="6394" y="1703"/>
                      <a:pt x="6394" y="1577"/>
                    </a:cubicBezTo>
                    <a:cubicBezTo>
                      <a:pt x="6394" y="1444"/>
                      <a:pt x="6206" y="1444"/>
                      <a:pt x="6092" y="1444"/>
                    </a:cubicBezTo>
                    <a:cubicBezTo>
                      <a:pt x="5814" y="1444"/>
                      <a:pt x="5352" y="1503"/>
                      <a:pt x="5130" y="1531"/>
                    </a:cubicBezTo>
                    <a:cubicBezTo>
                      <a:pt x="5336" y="655"/>
                      <a:pt x="5222" y="596"/>
                      <a:pt x="5170" y="571"/>
                    </a:cubicBezTo>
                    <a:cubicBezTo>
                      <a:pt x="5151" y="562"/>
                      <a:pt x="5130" y="559"/>
                      <a:pt x="5108" y="559"/>
                    </a:cubicBezTo>
                    <a:cubicBezTo>
                      <a:pt x="4932" y="559"/>
                      <a:pt x="4328" y="874"/>
                      <a:pt x="4075" y="1009"/>
                    </a:cubicBezTo>
                    <a:cubicBezTo>
                      <a:pt x="3705" y="59"/>
                      <a:pt x="3612" y="22"/>
                      <a:pt x="3578" y="7"/>
                    </a:cubicBezTo>
                    <a:cubicBezTo>
                      <a:pt x="3566" y="4"/>
                      <a:pt x="3553" y="1"/>
                      <a:pt x="35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15"/>
              <p:cNvSpPr/>
              <p:nvPr/>
            </p:nvSpPr>
            <p:spPr>
              <a:xfrm>
                <a:off x="10732687" y="1664810"/>
                <a:ext cx="279682" cy="279619"/>
              </a:xfrm>
              <a:custGeom>
                <a:avLst/>
                <a:gdLst/>
                <a:ahLst/>
                <a:cxnLst/>
                <a:rect l="l" t="t" r="r" b="b"/>
                <a:pathLst>
                  <a:path w="4397" h="4396" extrusionOk="0">
                    <a:moveTo>
                      <a:pt x="2197" y="1"/>
                    </a:moveTo>
                    <a:cubicBezTo>
                      <a:pt x="985" y="1"/>
                      <a:pt x="1" y="985"/>
                      <a:pt x="1" y="2197"/>
                    </a:cubicBezTo>
                    <a:cubicBezTo>
                      <a:pt x="1" y="3412"/>
                      <a:pt x="985" y="4396"/>
                      <a:pt x="2197" y="4396"/>
                    </a:cubicBezTo>
                    <a:cubicBezTo>
                      <a:pt x="3412" y="4396"/>
                      <a:pt x="4396" y="3412"/>
                      <a:pt x="4396" y="2197"/>
                    </a:cubicBezTo>
                    <a:cubicBezTo>
                      <a:pt x="4396" y="985"/>
                      <a:pt x="3412" y="1"/>
                      <a:pt x="21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15"/>
              <p:cNvSpPr/>
              <p:nvPr/>
            </p:nvSpPr>
            <p:spPr>
              <a:xfrm>
                <a:off x="10883180" y="1708190"/>
                <a:ext cx="23217" cy="14184"/>
              </a:xfrm>
              <a:custGeom>
                <a:avLst/>
                <a:gdLst/>
                <a:ahLst/>
                <a:cxnLst/>
                <a:rect l="l" t="t" r="r" b="b"/>
                <a:pathLst>
                  <a:path w="365" h="223" extrusionOk="0">
                    <a:moveTo>
                      <a:pt x="1" y="0"/>
                    </a:moveTo>
                    <a:lnTo>
                      <a:pt x="365" y="223"/>
                    </a:lnTo>
                    <a:cubicBezTo>
                      <a:pt x="318" y="65"/>
                      <a:pt x="1" y="1"/>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15"/>
              <p:cNvSpPr/>
              <p:nvPr/>
            </p:nvSpPr>
            <p:spPr>
              <a:xfrm>
                <a:off x="10875102" y="1702720"/>
                <a:ext cx="37401" cy="25125"/>
              </a:xfrm>
              <a:custGeom>
                <a:avLst/>
                <a:gdLst/>
                <a:ahLst/>
                <a:cxnLst/>
                <a:rect l="l" t="t" r="r" b="b"/>
                <a:pathLst>
                  <a:path w="588" h="395" extrusionOk="0">
                    <a:moveTo>
                      <a:pt x="119" y="0"/>
                    </a:moveTo>
                    <a:cubicBezTo>
                      <a:pt x="24" y="0"/>
                      <a:pt x="0" y="153"/>
                      <a:pt x="109" y="170"/>
                    </a:cubicBezTo>
                    <a:cubicBezTo>
                      <a:pt x="223" y="194"/>
                      <a:pt x="390" y="262"/>
                      <a:pt x="408" y="333"/>
                    </a:cubicBezTo>
                    <a:cubicBezTo>
                      <a:pt x="421" y="370"/>
                      <a:pt x="455" y="395"/>
                      <a:pt x="492" y="395"/>
                    </a:cubicBezTo>
                    <a:cubicBezTo>
                      <a:pt x="501" y="395"/>
                      <a:pt x="507" y="392"/>
                      <a:pt x="516" y="389"/>
                    </a:cubicBezTo>
                    <a:cubicBezTo>
                      <a:pt x="562" y="376"/>
                      <a:pt x="587" y="330"/>
                      <a:pt x="575" y="284"/>
                    </a:cubicBezTo>
                    <a:cubicBezTo>
                      <a:pt x="516" y="86"/>
                      <a:pt x="205" y="16"/>
                      <a:pt x="143" y="3"/>
                    </a:cubicBezTo>
                    <a:cubicBezTo>
                      <a:pt x="135" y="1"/>
                      <a:pt x="127" y="0"/>
                      <a:pt x="1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15"/>
              <p:cNvSpPr/>
              <p:nvPr/>
            </p:nvSpPr>
            <p:spPr>
              <a:xfrm>
                <a:off x="10899655" y="1751125"/>
                <a:ext cx="23217" cy="14248"/>
              </a:xfrm>
              <a:custGeom>
                <a:avLst/>
                <a:gdLst/>
                <a:ahLst/>
                <a:cxnLst/>
                <a:rect l="l" t="t" r="r" b="b"/>
                <a:pathLst>
                  <a:path w="365" h="224" extrusionOk="0">
                    <a:moveTo>
                      <a:pt x="1" y="1"/>
                    </a:moveTo>
                    <a:lnTo>
                      <a:pt x="365" y="223"/>
                    </a:lnTo>
                    <a:cubicBezTo>
                      <a:pt x="318" y="69"/>
                      <a:pt x="1" y="1"/>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15"/>
              <p:cNvSpPr/>
              <p:nvPr/>
            </p:nvSpPr>
            <p:spPr>
              <a:xfrm>
                <a:off x="10891704" y="1745718"/>
                <a:ext cx="37274" cy="25125"/>
              </a:xfrm>
              <a:custGeom>
                <a:avLst/>
                <a:gdLst/>
                <a:ahLst/>
                <a:cxnLst/>
                <a:rect l="l" t="t" r="r" b="b"/>
                <a:pathLst>
                  <a:path w="586" h="395" extrusionOk="0">
                    <a:moveTo>
                      <a:pt x="119" y="0"/>
                    </a:moveTo>
                    <a:cubicBezTo>
                      <a:pt x="23" y="0"/>
                      <a:pt x="1" y="152"/>
                      <a:pt x="107" y="172"/>
                    </a:cubicBezTo>
                    <a:cubicBezTo>
                      <a:pt x="221" y="194"/>
                      <a:pt x="388" y="262"/>
                      <a:pt x="409" y="333"/>
                    </a:cubicBezTo>
                    <a:cubicBezTo>
                      <a:pt x="419" y="370"/>
                      <a:pt x="453" y="394"/>
                      <a:pt x="490" y="394"/>
                    </a:cubicBezTo>
                    <a:cubicBezTo>
                      <a:pt x="499" y="394"/>
                      <a:pt x="508" y="391"/>
                      <a:pt x="514" y="391"/>
                    </a:cubicBezTo>
                    <a:cubicBezTo>
                      <a:pt x="561" y="376"/>
                      <a:pt x="585" y="330"/>
                      <a:pt x="573" y="283"/>
                    </a:cubicBezTo>
                    <a:cubicBezTo>
                      <a:pt x="514" y="89"/>
                      <a:pt x="203" y="15"/>
                      <a:pt x="141" y="3"/>
                    </a:cubicBezTo>
                    <a:cubicBezTo>
                      <a:pt x="134" y="1"/>
                      <a:pt x="126" y="0"/>
                      <a:pt x="1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15"/>
              <p:cNvSpPr/>
              <p:nvPr/>
            </p:nvSpPr>
            <p:spPr>
              <a:xfrm>
                <a:off x="10945769" y="1750743"/>
                <a:ext cx="20482" cy="17937"/>
              </a:xfrm>
              <a:custGeom>
                <a:avLst/>
                <a:gdLst/>
                <a:ahLst/>
                <a:cxnLst/>
                <a:rect l="l" t="t" r="r" b="b"/>
                <a:pathLst>
                  <a:path w="322" h="282" extrusionOk="0">
                    <a:moveTo>
                      <a:pt x="0" y="1"/>
                    </a:moveTo>
                    <a:lnTo>
                      <a:pt x="321" y="281"/>
                    </a:lnTo>
                    <a:cubicBezTo>
                      <a:pt x="303" y="121"/>
                      <a:pt x="1" y="1"/>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15"/>
              <p:cNvSpPr/>
              <p:nvPr/>
            </p:nvSpPr>
            <p:spPr>
              <a:xfrm>
                <a:off x="10937755" y="1745209"/>
                <a:ext cx="34157" cy="28941"/>
              </a:xfrm>
              <a:custGeom>
                <a:avLst/>
                <a:gdLst/>
                <a:ahLst/>
                <a:cxnLst/>
                <a:rect l="l" t="t" r="r" b="b"/>
                <a:pathLst>
                  <a:path w="537" h="455" extrusionOk="0">
                    <a:moveTo>
                      <a:pt x="122" y="0"/>
                    </a:moveTo>
                    <a:cubicBezTo>
                      <a:pt x="40" y="0"/>
                      <a:pt x="0" y="130"/>
                      <a:pt x="96" y="168"/>
                    </a:cubicBezTo>
                    <a:cubicBezTo>
                      <a:pt x="200" y="208"/>
                      <a:pt x="355" y="307"/>
                      <a:pt x="361" y="378"/>
                    </a:cubicBezTo>
                    <a:cubicBezTo>
                      <a:pt x="367" y="421"/>
                      <a:pt x="404" y="455"/>
                      <a:pt x="447" y="455"/>
                    </a:cubicBezTo>
                    <a:lnTo>
                      <a:pt x="456" y="455"/>
                    </a:lnTo>
                    <a:cubicBezTo>
                      <a:pt x="503" y="449"/>
                      <a:pt x="537" y="405"/>
                      <a:pt x="534" y="359"/>
                    </a:cubicBezTo>
                    <a:cubicBezTo>
                      <a:pt x="509" y="156"/>
                      <a:pt x="216" y="32"/>
                      <a:pt x="157" y="8"/>
                    </a:cubicBezTo>
                    <a:cubicBezTo>
                      <a:pt x="145" y="3"/>
                      <a:pt x="133" y="0"/>
                      <a:pt x="1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15"/>
              <p:cNvSpPr/>
              <p:nvPr/>
            </p:nvSpPr>
            <p:spPr>
              <a:xfrm>
                <a:off x="10846861" y="1739994"/>
                <a:ext cx="23217" cy="14184"/>
              </a:xfrm>
              <a:custGeom>
                <a:avLst/>
                <a:gdLst/>
                <a:ahLst/>
                <a:cxnLst/>
                <a:rect l="l" t="t" r="r" b="b"/>
                <a:pathLst>
                  <a:path w="365" h="223" extrusionOk="0">
                    <a:moveTo>
                      <a:pt x="1" y="0"/>
                    </a:moveTo>
                    <a:lnTo>
                      <a:pt x="365" y="222"/>
                    </a:lnTo>
                    <a:cubicBezTo>
                      <a:pt x="319" y="65"/>
                      <a:pt x="1" y="0"/>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15"/>
              <p:cNvSpPr/>
              <p:nvPr/>
            </p:nvSpPr>
            <p:spPr>
              <a:xfrm>
                <a:off x="10839101" y="1734523"/>
                <a:ext cx="37083" cy="25125"/>
              </a:xfrm>
              <a:custGeom>
                <a:avLst/>
                <a:gdLst/>
                <a:ahLst/>
                <a:cxnLst/>
                <a:rect l="l" t="t" r="r" b="b"/>
                <a:pathLst>
                  <a:path w="583" h="395" extrusionOk="0">
                    <a:moveTo>
                      <a:pt x="119" y="1"/>
                    </a:moveTo>
                    <a:cubicBezTo>
                      <a:pt x="24" y="1"/>
                      <a:pt x="0" y="149"/>
                      <a:pt x="104" y="169"/>
                    </a:cubicBezTo>
                    <a:cubicBezTo>
                      <a:pt x="212" y="194"/>
                      <a:pt x="385" y="259"/>
                      <a:pt x="407" y="333"/>
                    </a:cubicBezTo>
                    <a:cubicBezTo>
                      <a:pt x="416" y="367"/>
                      <a:pt x="450" y="395"/>
                      <a:pt x="487" y="395"/>
                    </a:cubicBezTo>
                    <a:cubicBezTo>
                      <a:pt x="496" y="391"/>
                      <a:pt x="505" y="391"/>
                      <a:pt x="512" y="388"/>
                    </a:cubicBezTo>
                    <a:cubicBezTo>
                      <a:pt x="558" y="376"/>
                      <a:pt x="583" y="330"/>
                      <a:pt x="570" y="284"/>
                    </a:cubicBezTo>
                    <a:cubicBezTo>
                      <a:pt x="512" y="86"/>
                      <a:pt x="200" y="15"/>
                      <a:pt x="138" y="3"/>
                    </a:cubicBezTo>
                    <a:cubicBezTo>
                      <a:pt x="132" y="2"/>
                      <a:pt x="125" y="1"/>
                      <a:pt x="11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15"/>
              <p:cNvSpPr/>
              <p:nvPr/>
            </p:nvSpPr>
            <p:spPr>
              <a:xfrm>
                <a:off x="10822945" y="1705646"/>
                <a:ext cx="25952" cy="8523"/>
              </a:xfrm>
              <a:custGeom>
                <a:avLst/>
                <a:gdLst/>
                <a:ahLst/>
                <a:cxnLst/>
                <a:rect l="l" t="t" r="r" b="b"/>
                <a:pathLst>
                  <a:path w="408" h="134" extrusionOk="0">
                    <a:moveTo>
                      <a:pt x="13" y="0"/>
                    </a:moveTo>
                    <a:cubicBezTo>
                      <a:pt x="5" y="0"/>
                      <a:pt x="1" y="0"/>
                      <a:pt x="1" y="0"/>
                    </a:cubicBezTo>
                    <a:lnTo>
                      <a:pt x="408" y="133"/>
                    </a:lnTo>
                    <a:cubicBezTo>
                      <a:pt x="337" y="8"/>
                      <a:pt x="73" y="0"/>
                      <a:pt x="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15"/>
              <p:cNvSpPr/>
              <p:nvPr/>
            </p:nvSpPr>
            <p:spPr>
              <a:xfrm>
                <a:off x="10817475" y="1700176"/>
                <a:ext cx="37528" cy="19464"/>
              </a:xfrm>
              <a:custGeom>
                <a:avLst/>
                <a:gdLst/>
                <a:ahLst/>
                <a:cxnLst/>
                <a:rect l="l" t="t" r="r" b="b"/>
                <a:pathLst>
                  <a:path w="590" h="306" extrusionOk="0">
                    <a:moveTo>
                      <a:pt x="84" y="0"/>
                    </a:moveTo>
                    <a:cubicBezTo>
                      <a:pt x="37" y="3"/>
                      <a:pt x="0" y="40"/>
                      <a:pt x="0" y="89"/>
                    </a:cubicBezTo>
                    <a:cubicBezTo>
                      <a:pt x="3" y="136"/>
                      <a:pt x="40" y="173"/>
                      <a:pt x="90" y="173"/>
                    </a:cubicBezTo>
                    <a:cubicBezTo>
                      <a:pt x="99" y="172"/>
                      <a:pt x="108" y="172"/>
                      <a:pt x="118" y="172"/>
                    </a:cubicBezTo>
                    <a:cubicBezTo>
                      <a:pt x="227" y="172"/>
                      <a:pt x="383" y="203"/>
                      <a:pt x="417" y="262"/>
                    </a:cubicBezTo>
                    <a:cubicBezTo>
                      <a:pt x="432" y="290"/>
                      <a:pt x="460" y="305"/>
                      <a:pt x="491" y="305"/>
                    </a:cubicBezTo>
                    <a:cubicBezTo>
                      <a:pt x="506" y="305"/>
                      <a:pt x="522" y="299"/>
                      <a:pt x="534" y="293"/>
                    </a:cubicBezTo>
                    <a:cubicBezTo>
                      <a:pt x="574" y="268"/>
                      <a:pt x="589" y="219"/>
                      <a:pt x="568" y="179"/>
                    </a:cubicBezTo>
                    <a:cubicBezTo>
                      <a:pt x="466" y="0"/>
                      <a:pt x="148" y="0"/>
                      <a:pt x="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61" name="Google Shape;1461;p15"/>
            <p:cNvSpPr/>
            <p:nvPr/>
          </p:nvSpPr>
          <p:spPr>
            <a:xfrm>
              <a:off x="7623536" y="4813362"/>
              <a:ext cx="102663" cy="102663"/>
            </a:xfrm>
            <a:custGeom>
              <a:avLst/>
              <a:gdLst/>
              <a:ahLst/>
              <a:cxnLst/>
              <a:rect l="l" t="t" r="r" b="b"/>
              <a:pathLst>
                <a:path w="1614" h="1614" extrusionOk="0">
                  <a:moveTo>
                    <a:pt x="867" y="0"/>
                  </a:moveTo>
                  <a:cubicBezTo>
                    <a:pt x="821" y="0"/>
                    <a:pt x="781" y="40"/>
                    <a:pt x="781" y="87"/>
                  </a:cubicBezTo>
                  <a:lnTo>
                    <a:pt x="778" y="577"/>
                  </a:lnTo>
                  <a:lnTo>
                    <a:pt x="485" y="268"/>
                  </a:lnTo>
                  <a:cubicBezTo>
                    <a:pt x="473" y="251"/>
                    <a:pt x="456" y="243"/>
                    <a:pt x="438" y="243"/>
                  </a:cubicBezTo>
                  <a:cubicBezTo>
                    <a:pt x="376" y="243"/>
                    <a:pt x="301" y="335"/>
                    <a:pt x="362" y="383"/>
                  </a:cubicBezTo>
                  <a:lnTo>
                    <a:pt x="661" y="703"/>
                  </a:lnTo>
                  <a:lnTo>
                    <a:pt x="115" y="706"/>
                  </a:lnTo>
                  <a:cubicBezTo>
                    <a:pt x="1" y="706"/>
                    <a:pt x="1" y="879"/>
                    <a:pt x="115" y="879"/>
                  </a:cubicBezTo>
                  <a:lnTo>
                    <a:pt x="614" y="873"/>
                  </a:lnTo>
                  <a:lnTo>
                    <a:pt x="226" y="1144"/>
                  </a:lnTo>
                  <a:cubicBezTo>
                    <a:pt x="161" y="1191"/>
                    <a:pt x="195" y="1296"/>
                    <a:pt x="275" y="1299"/>
                  </a:cubicBezTo>
                  <a:cubicBezTo>
                    <a:pt x="294" y="1299"/>
                    <a:pt x="309" y="1292"/>
                    <a:pt x="325" y="1283"/>
                  </a:cubicBezTo>
                  <a:lnTo>
                    <a:pt x="775" y="969"/>
                  </a:lnTo>
                  <a:lnTo>
                    <a:pt x="775" y="969"/>
                  </a:lnTo>
                  <a:lnTo>
                    <a:pt x="772" y="1527"/>
                  </a:lnTo>
                  <a:cubicBezTo>
                    <a:pt x="772" y="1573"/>
                    <a:pt x="809" y="1613"/>
                    <a:pt x="855" y="1613"/>
                  </a:cubicBezTo>
                  <a:cubicBezTo>
                    <a:pt x="904" y="1613"/>
                    <a:pt x="941" y="1573"/>
                    <a:pt x="941" y="1527"/>
                  </a:cubicBezTo>
                  <a:lnTo>
                    <a:pt x="944" y="1003"/>
                  </a:lnTo>
                  <a:lnTo>
                    <a:pt x="1259" y="1333"/>
                  </a:lnTo>
                  <a:cubicBezTo>
                    <a:pt x="1275" y="1350"/>
                    <a:pt x="1297" y="1358"/>
                    <a:pt x="1320" y="1358"/>
                  </a:cubicBezTo>
                  <a:cubicBezTo>
                    <a:pt x="1341" y="1358"/>
                    <a:pt x="1363" y="1351"/>
                    <a:pt x="1379" y="1336"/>
                  </a:cubicBezTo>
                  <a:cubicBezTo>
                    <a:pt x="1413" y="1302"/>
                    <a:pt x="1416" y="1249"/>
                    <a:pt x="1382" y="1212"/>
                  </a:cubicBezTo>
                  <a:lnTo>
                    <a:pt x="1055" y="867"/>
                  </a:lnTo>
                  <a:lnTo>
                    <a:pt x="1500" y="864"/>
                  </a:lnTo>
                  <a:cubicBezTo>
                    <a:pt x="1614" y="864"/>
                    <a:pt x="1614" y="691"/>
                    <a:pt x="1500" y="691"/>
                  </a:cubicBezTo>
                  <a:lnTo>
                    <a:pt x="1500" y="694"/>
                  </a:lnTo>
                  <a:lnTo>
                    <a:pt x="1170" y="697"/>
                  </a:lnTo>
                  <a:lnTo>
                    <a:pt x="1515" y="454"/>
                  </a:lnTo>
                  <a:cubicBezTo>
                    <a:pt x="1586" y="400"/>
                    <a:pt x="1536" y="300"/>
                    <a:pt x="1465" y="300"/>
                  </a:cubicBezTo>
                  <a:cubicBezTo>
                    <a:pt x="1451" y="300"/>
                    <a:pt x="1435" y="305"/>
                    <a:pt x="1419" y="315"/>
                  </a:cubicBezTo>
                  <a:lnTo>
                    <a:pt x="948" y="642"/>
                  </a:lnTo>
                  <a:lnTo>
                    <a:pt x="954" y="87"/>
                  </a:lnTo>
                  <a:cubicBezTo>
                    <a:pt x="954" y="40"/>
                    <a:pt x="914" y="3"/>
                    <a:pt x="8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15"/>
            <p:cNvSpPr/>
            <p:nvPr/>
          </p:nvSpPr>
          <p:spPr>
            <a:xfrm>
              <a:off x="7365098" y="4954010"/>
              <a:ext cx="82881" cy="75566"/>
            </a:xfrm>
            <a:custGeom>
              <a:avLst/>
              <a:gdLst/>
              <a:ahLst/>
              <a:cxnLst/>
              <a:rect l="l" t="t" r="r" b="b"/>
              <a:pathLst>
                <a:path w="1303" h="1188" extrusionOk="0">
                  <a:moveTo>
                    <a:pt x="710" y="173"/>
                  </a:moveTo>
                  <a:cubicBezTo>
                    <a:pt x="941" y="173"/>
                    <a:pt x="1129" y="364"/>
                    <a:pt x="1129" y="595"/>
                  </a:cubicBezTo>
                  <a:cubicBezTo>
                    <a:pt x="1126" y="827"/>
                    <a:pt x="938" y="1012"/>
                    <a:pt x="707" y="1015"/>
                  </a:cubicBezTo>
                  <a:cubicBezTo>
                    <a:pt x="476" y="1015"/>
                    <a:pt x="287" y="823"/>
                    <a:pt x="287" y="592"/>
                  </a:cubicBezTo>
                  <a:cubicBezTo>
                    <a:pt x="287" y="358"/>
                    <a:pt x="479" y="173"/>
                    <a:pt x="710" y="173"/>
                  </a:cubicBezTo>
                  <a:close/>
                  <a:moveTo>
                    <a:pt x="712" y="1"/>
                  </a:moveTo>
                  <a:cubicBezTo>
                    <a:pt x="485" y="1"/>
                    <a:pt x="263" y="130"/>
                    <a:pt x="164" y="364"/>
                  </a:cubicBezTo>
                  <a:cubicBezTo>
                    <a:pt x="1" y="752"/>
                    <a:pt x="284" y="1184"/>
                    <a:pt x="707" y="1187"/>
                  </a:cubicBezTo>
                  <a:lnTo>
                    <a:pt x="710" y="1187"/>
                  </a:lnTo>
                  <a:cubicBezTo>
                    <a:pt x="1034" y="1187"/>
                    <a:pt x="1299" y="922"/>
                    <a:pt x="1302" y="595"/>
                  </a:cubicBezTo>
                  <a:cubicBezTo>
                    <a:pt x="1302" y="438"/>
                    <a:pt x="1240" y="287"/>
                    <a:pt x="1129" y="176"/>
                  </a:cubicBezTo>
                  <a:cubicBezTo>
                    <a:pt x="1012" y="57"/>
                    <a:pt x="861" y="1"/>
                    <a:pt x="7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3" name="Google Shape;1463;p15"/>
          <p:cNvGrpSpPr/>
          <p:nvPr/>
        </p:nvGrpSpPr>
        <p:grpSpPr>
          <a:xfrm>
            <a:off x="110901" y="76892"/>
            <a:ext cx="1949883" cy="1518498"/>
            <a:chOff x="110901" y="76892"/>
            <a:chExt cx="1949883" cy="1518498"/>
          </a:xfrm>
        </p:grpSpPr>
        <p:sp>
          <p:nvSpPr>
            <p:cNvPr id="1464" name="Google Shape;1464;p15"/>
            <p:cNvSpPr/>
            <p:nvPr/>
          </p:nvSpPr>
          <p:spPr>
            <a:xfrm>
              <a:off x="901763" y="369973"/>
              <a:ext cx="76150" cy="76625"/>
            </a:xfrm>
            <a:custGeom>
              <a:avLst/>
              <a:gdLst/>
              <a:ahLst/>
              <a:cxnLst/>
              <a:rect l="l" t="t" r="r" b="b"/>
              <a:pathLst>
                <a:path w="1518" h="1528" extrusionOk="0">
                  <a:moveTo>
                    <a:pt x="812" y="1"/>
                  </a:moveTo>
                  <a:cubicBezTo>
                    <a:pt x="765" y="1"/>
                    <a:pt x="731" y="38"/>
                    <a:pt x="731" y="81"/>
                  </a:cubicBezTo>
                  <a:lnTo>
                    <a:pt x="728" y="543"/>
                  </a:lnTo>
                  <a:lnTo>
                    <a:pt x="451" y="250"/>
                  </a:lnTo>
                  <a:cubicBezTo>
                    <a:pt x="433" y="232"/>
                    <a:pt x="413" y="224"/>
                    <a:pt x="394" y="224"/>
                  </a:cubicBezTo>
                  <a:cubicBezTo>
                    <a:pt x="332" y="224"/>
                    <a:pt x="277" y="303"/>
                    <a:pt x="333" y="365"/>
                  </a:cubicBezTo>
                  <a:lnTo>
                    <a:pt x="617" y="664"/>
                  </a:lnTo>
                  <a:lnTo>
                    <a:pt x="99" y="670"/>
                  </a:lnTo>
                  <a:cubicBezTo>
                    <a:pt x="0" y="676"/>
                    <a:pt x="0" y="824"/>
                    <a:pt x="99" y="830"/>
                  </a:cubicBezTo>
                  <a:lnTo>
                    <a:pt x="574" y="827"/>
                  </a:lnTo>
                  <a:lnTo>
                    <a:pt x="574" y="827"/>
                  </a:lnTo>
                  <a:lnTo>
                    <a:pt x="207" y="1083"/>
                  </a:lnTo>
                  <a:cubicBezTo>
                    <a:pt x="142" y="1126"/>
                    <a:pt x="173" y="1228"/>
                    <a:pt x="253" y="1228"/>
                  </a:cubicBezTo>
                  <a:cubicBezTo>
                    <a:pt x="269" y="1228"/>
                    <a:pt x="284" y="1225"/>
                    <a:pt x="300" y="1216"/>
                  </a:cubicBezTo>
                  <a:lnTo>
                    <a:pt x="722" y="920"/>
                  </a:lnTo>
                  <a:lnTo>
                    <a:pt x="719" y="1444"/>
                  </a:lnTo>
                  <a:cubicBezTo>
                    <a:pt x="719" y="1490"/>
                    <a:pt x="756" y="1527"/>
                    <a:pt x="802" y="1527"/>
                  </a:cubicBezTo>
                  <a:cubicBezTo>
                    <a:pt x="845" y="1527"/>
                    <a:pt x="882" y="1490"/>
                    <a:pt x="882" y="1447"/>
                  </a:cubicBezTo>
                  <a:lnTo>
                    <a:pt x="886" y="951"/>
                  </a:lnTo>
                  <a:lnTo>
                    <a:pt x="1182" y="1262"/>
                  </a:lnTo>
                  <a:cubicBezTo>
                    <a:pt x="1194" y="1277"/>
                    <a:pt x="1216" y="1287"/>
                    <a:pt x="1240" y="1287"/>
                  </a:cubicBezTo>
                  <a:cubicBezTo>
                    <a:pt x="1311" y="1287"/>
                    <a:pt x="1345" y="1203"/>
                    <a:pt x="1299" y="1151"/>
                  </a:cubicBezTo>
                  <a:lnTo>
                    <a:pt x="990" y="824"/>
                  </a:lnTo>
                  <a:lnTo>
                    <a:pt x="1410" y="818"/>
                  </a:lnTo>
                  <a:cubicBezTo>
                    <a:pt x="1518" y="818"/>
                    <a:pt x="1518" y="658"/>
                    <a:pt x="1410" y="658"/>
                  </a:cubicBezTo>
                  <a:lnTo>
                    <a:pt x="1095" y="661"/>
                  </a:lnTo>
                  <a:lnTo>
                    <a:pt x="1095" y="661"/>
                  </a:lnTo>
                  <a:lnTo>
                    <a:pt x="1425" y="429"/>
                  </a:lnTo>
                  <a:cubicBezTo>
                    <a:pt x="1492" y="378"/>
                    <a:pt x="1443" y="284"/>
                    <a:pt x="1376" y="284"/>
                  </a:cubicBezTo>
                  <a:cubicBezTo>
                    <a:pt x="1362" y="284"/>
                    <a:pt x="1347" y="288"/>
                    <a:pt x="1333" y="297"/>
                  </a:cubicBezTo>
                  <a:lnTo>
                    <a:pt x="889" y="605"/>
                  </a:lnTo>
                  <a:lnTo>
                    <a:pt x="889" y="605"/>
                  </a:lnTo>
                  <a:lnTo>
                    <a:pt x="892" y="84"/>
                  </a:lnTo>
                  <a:cubicBezTo>
                    <a:pt x="892" y="38"/>
                    <a:pt x="855" y="4"/>
                    <a:pt x="8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15"/>
            <p:cNvSpPr/>
            <p:nvPr/>
          </p:nvSpPr>
          <p:spPr>
            <a:xfrm>
              <a:off x="110901" y="80480"/>
              <a:ext cx="161423" cy="148928"/>
            </a:xfrm>
            <a:custGeom>
              <a:avLst/>
              <a:gdLst/>
              <a:ahLst/>
              <a:cxnLst/>
              <a:rect l="l" t="t" r="r" b="b"/>
              <a:pathLst>
                <a:path w="2558" h="2360" extrusionOk="0">
                  <a:moveTo>
                    <a:pt x="1855" y="179"/>
                  </a:moveTo>
                  <a:lnTo>
                    <a:pt x="1855" y="179"/>
                  </a:lnTo>
                  <a:cubicBezTo>
                    <a:pt x="1827" y="306"/>
                    <a:pt x="1771" y="531"/>
                    <a:pt x="1707" y="790"/>
                  </a:cubicBezTo>
                  <a:cubicBezTo>
                    <a:pt x="1583" y="710"/>
                    <a:pt x="1457" y="630"/>
                    <a:pt x="1330" y="553"/>
                  </a:cubicBezTo>
                  <a:cubicBezTo>
                    <a:pt x="1629" y="306"/>
                    <a:pt x="1781" y="213"/>
                    <a:pt x="1855" y="179"/>
                  </a:cubicBezTo>
                  <a:close/>
                  <a:moveTo>
                    <a:pt x="522" y="287"/>
                  </a:moveTo>
                  <a:cubicBezTo>
                    <a:pt x="704" y="374"/>
                    <a:pt x="880" y="469"/>
                    <a:pt x="1053" y="577"/>
                  </a:cubicBezTo>
                  <a:cubicBezTo>
                    <a:pt x="942" y="670"/>
                    <a:pt x="824" y="778"/>
                    <a:pt x="698" y="892"/>
                  </a:cubicBezTo>
                  <a:cubicBezTo>
                    <a:pt x="575" y="559"/>
                    <a:pt x="531" y="371"/>
                    <a:pt x="522" y="287"/>
                  </a:cubicBezTo>
                  <a:close/>
                  <a:moveTo>
                    <a:pt x="1811" y="1046"/>
                  </a:moveTo>
                  <a:cubicBezTo>
                    <a:pt x="2070" y="1219"/>
                    <a:pt x="2225" y="1330"/>
                    <a:pt x="2308" y="1398"/>
                  </a:cubicBezTo>
                  <a:cubicBezTo>
                    <a:pt x="2188" y="1413"/>
                    <a:pt x="1981" y="1438"/>
                    <a:pt x="1694" y="1462"/>
                  </a:cubicBezTo>
                  <a:cubicBezTo>
                    <a:pt x="1731" y="1336"/>
                    <a:pt x="1771" y="1197"/>
                    <a:pt x="1808" y="1046"/>
                  </a:cubicBezTo>
                  <a:close/>
                  <a:moveTo>
                    <a:pt x="1201" y="664"/>
                  </a:moveTo>
                  <a:cubicBezTo>
                    <a:pt x="1355" y="756"/>
                    <a:pt x="1515" y="855"/>
                    <a:pt x="1666" y="954"/>
                  </a:cubicBezTo>
                  <a:cubicBezTo>
                    <a:pt x="1617" y="1148"/>
                    <a:pt x="1571" y="1324"/>
                    <a:pt x="1525" y="1478"/>
                  </a:cubicBezTo>
                  <a:cubicBezTo>
                    <a:pt x="1336" y="1493"/>
                    <a:pt x="1136" y="1509"/>
                    <a:pt x="951" y="1521"/>
                  </a:cubicBezTo>
                  <a:cubicBezTo>
                    <a:pt x="883" y="1367"/>
                    <a:pt x="815" y="1210"/>
                    <a:pt x="757" y="1055"/>
                  </a:cubicBezTo>
                  <a:cubicBezTo>
                    <a:pt x="917" y="910"/>
                    <a:pt x="1065" y="778"/>
                    <a:pt x="1201" y="664"/>
                  </a:cubicBezTo>
                  <a:close/>
                  <a:moveTo>
                    <a:pt x="630" y="1173"/>
                  </a:moveTo>
                  <a:cubicBezTo>
                    <a:pt x="676" y="1293"/>
                    <a:pt x="726" y="1413"/>
                    <a:pt x="775" y="1530"/>
                  </a:cubicBezTo>
                  <a:cubicBezTo>
                    <a:pt x="613" y="1539"/>
                    <a:pt x="473" y="1543"/>
                    <a:pt x="370" y="1543"/>
                  </a:cubicBezTo>
                  <a:cubicBezTo>
                    <a:pt x="319" y="1543"/>
                    <a:pt x="276" y="1542"/>
                    <a:pt x="245" y="1540"/>
                  </a:cubicBezTo>
                  <a:cubicBezTo>
                    <a:pt x="337" y="1450"/>
                    <a:pt x="476" y="1317"/>
                    <a:pt x="630" y="1173"/>
                  </a:cubicBezTo>
                  <a:close/>
                  <a:moveTo>
                    <a:pt x="1472" y="1644"/>
                  </a:moveTo>
                  <a:lnTo>
                    <a:pt x="1472" y="1644"/>
                  </a:lnTo>
                  <a:cubicBezTo>
                    <a:pt x="1370" y="1981"/>
                    <a:pt x="1306" y="2116"/>
                    <a:pt x="1275" y="2172"/>
                  </a:cubicBezTo>
                  <a:cubicBezTo>
                    <a:pt x="1176" y="2015"/>
                    <a:pt x="1090" y="1848"/>
                    <a:pt x="1019" y="1678"/>
                  </a:cubicBezTo>
                  <a:cubicBezTo>
                    <a:pt x="1167" y="1672"/>
                    <a:pt x="1321" y="1657"/>
                    <a:pt x="1472" y="1644"/>
                  </a:cubicBezTo>
                  <a:close/>
                  <a:moveTo>
                    <a:pt x="1916" y="0"/>
                  </a:moveTo>
                  <a:cubicBezTo>
                    <a:pt x="1833" y="0"/>
                    <a:pt x="1673" y="53"/>
                    <a:pt x="1182" y="466"/>
                  </a:cubicBezTo>
                  <a:cubicBezTo>
                    <a:pt x="960" y="334"/>
                    <a:pt x="618" y="136"/>
                    <a:pt x="507" y="108"/>
                  </a:cubicBezTo>
                  <a:cubicBezTo>
                    <a:pt x="494" y="108"/>
                    <a:pt x="485" y="105"/>
                    <a:pt x="476" y="105"/>
                  </a:cubicBezTo>
                  <a:cubicBezTo>
                    <a:pt x="439" y="105"/>
                    <a:pt x="408" y="124"/>
                    <a:pt x="386" y="155"/>
                  </a:cubicBezTo>
                  <a:cubicBezTo>
                    <a:pt x="359" y="192"/>
                    <a:pt x="297" y="281"/>
                    <a:pt x="568" y="1009"/>
                  </a:cubicBezTo>
                  <a:cubicBezTo>
                    <a:pt x="328" y="1231"/>
                    <a:pt x="118" y="1435"/>
                    <a:pt x="38" y="1515"/>
                  </a:cubicBezTo>
                  <a:cubicBezTo>
                    <a:pt x="10" y="1543"/>
                    <a:pt x="1" y="1583"/>
                    <a:pt x="13" y="1620"/>
                  </a:cubicBezTo>
                  <a:cubicBezTo>
                    <a:pt x="38" y="1681"/>
                    <a:pt x="93" y="1706"/>
                    <a:pt x="374" y="1706"/>
                  </a:cubicBezTo>
                  <a:cubicBezTo>
                    <a:pt x="497" y="1706"/>
                    <a:pt x="655" y="1700"/>
                    <a:pt x="846" y="1691"/>
                  </a:cubicBezTo>
                  <a:cubicBezTo>
                    <a:pt x="966" y="1959"/>
                    <a:pt x="1117" y="2271"/>
                    <a:pt x="1207" y="2338"/>
                  </a:cubicBezTo>
                  <a:cubicBezTo>
                    <a:pt x="1225" y="2351"/>
                    <a:pt x="1247" y="2360"/>
                    <a:pt x="1272" y="2360"/>
                  </a:cubicBezTo>
                  <a:lnTo>
                    <a:pt x="1275" y="2360"/>
                  </a:lnTo>
                  <a:cubicBezTo>
                    <a:pt x="1358" y="2360"/>
                    <a:pt x="1444" y="2304"/>
                    <a:pt x="1648" y="1629"/>
                  </a:cubicBezTo>
                  <a:cubicBezTo>
                    <a:pt x="1947" y="1604"/>
                    <a:pt x="2413" y="1555"/>
                    <a:pt x="2487" y="1530"/>
                  </a:cubicBezTo>
                  <a:cubicBezTo>
                    <a:pt x="2518" y="1515"/>
                    <a:pt x="2539" y="1487"/>
                    <a:pt x="2545" y="1456"/>
                  </a:cubicBezTo>
                  <a:cubicBezTo>
                    <a:pt x="2549" y="1398"/>
                    <a:pt x="2558" y="1339"/>
                    <a:pt x="1851" y="883"/>
                  </a:cubicBezTo>
                  <a:cubicBezTo>
                    <a:pt x="1959" y="466"/>
                    <a:pt x="2037" y="118"/>
                    <a:pt x="2037" y="115"/>
                  </a:cubicBezTo>
                  <a:cubicBezTo>
                    <a:pt x="2040" y="90"/>
                    <a:pt x="2033" y="62"/>
                    <a:pt x="2018" y="44"/>
                  </a:cubicBezTo>
                  <a:cubicBezTo>
                    <a:pt x="1990" y="16"/>
                    <a:pt x="1953" y="0"/>
                    <a:pt x="19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15"/>
            <p:cNvSpPr/>
            <p:nvPr/>
          </p:nvSpPr>
          <p:spPr>
            <a:xfrm>
              <a:off x="679734" y="119474"/>
              <a:ext cx="70741" cy="70930"/>
            </a:xfrm>
            <a:custGeom>
              <a:avLst/>
              <a:gdLst/>
              <a:ahLst/>
              <a:cxnLst/>
              <a:rect l="l" t="t" r="r" b="b"/>
              <a:pathLst>
                <a:path w="1121" h="1124" extrusionOk="0">
                  <a:moveTo>
                    <a:pt x="562" y="164"/>
                  </a:moveTo>
                  <a:cubicBezTo>
                    <a:pt x="781" y="168"/>
                    <a:pt x="960" y="346"/>
                    <a:pt x="957" y="565"/>
                  </a:cubicBezTo>
                  <a:cubicBezTo>
                    <a:pt x="957" y="784"/>
                    <a:pt x="778" y="960"/>
                    <a:pt x="562" y="960"/>
                  </a:cubicBezTo>
                  <a:cubicBezTo>
                    <a:pt x="340" y="960"/>
                    <a:pt x="164" y="781"/>
                    <a:pt x="164" y="562"/>
                  </a:cubicBezTo>
                  <a:cubicBezTo>
                    <a:pt x="164" y="344"/>
                    <a:pt x="341" y="166"/>
                    <a:pt x="562" y="164"/>
                  </a:cubicBezTo>
                  <a:close/>
                  <a:moveTo>
                    <a:pt x="559" y="1"/>
                  </a:moveTo>
                  <a:cubicBezTo>
                    <a:pt x="250" y="1"/>
                    <a:pt x="0" y="251"/>
                    <a:pt x="0" y="562"/>
                  </a:cubicBezTo>
                  <a:cubicBezTo>
                    <a:pt x="0" y="871"/>
                    <a:pt x="250" y="1120"/>
                    <a:pt x="559" y="1123"/>
                  </a:cubicBezTo>
                  <a:lnTo>
                    <a:pt x="562" y="1123"/>
                  </a:lnTo>
                  <a:cubicBezTo>
                    <a:pt x="870" y="1120"/>
                    <a:pt x="1120" y="871"/>
                    <a:pt x="1120" y="562"/>
                  </a:cubicBezTo>
                  <a:cubicBezTo>
                    <a:pt x="1120" y="251"/>
                    <a:pt x="870" y="1"/>
                    <a:pt x="5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15"/>
            <p:cNvSpPr/>
            <p:nvPr/>
          </p:nvSpPr>
          <p:spPr>
            <a:xfrm>
              <a:off x="134378" y="679946"/>
              <a:ext cx="114472" cy="115104"/>
            </a:xfrm>
            <a:custGeom>
              <a:avLst/>
              <a:gdLst/>
              <a:ahLst/>
              <a:cxnLst/>
              <a:rect l="l" t="t" r="r" b="b"/>
              <a:pathLst>
                <a:path w="1814" h="1824" extrusionOk="0">
                  <a:moveTo>
                    <a:pt x="969" y="232"/>
                  </a:moveTo>
                  <a:cubicBezTo>
                    <a:pt x="993" y="309"/>
                    <a:pt x="1018" y="414"/>
                    <a:pt x="1034" y="482"/>
                  </a:cubicBezTo>
                  <a:cubicBezTo>
                    <a:pt x="1080" y="664"/>
                    <a:pt x="1089" y="704"/>
                    <a:pt x="1111" y="735"/>
                  </a:cubicBezTo>
                  <a:cubicBezTo>
                    <a:pt x="1135" y="766"/>
                    <a:pt x="1169" y="778"/>
                    <a:pt x="1348" y="843"/>
                  </a:cubicBezTo>
                  <a:cubicBezTo>
                    <a:pt x="1410" y="868"/>
                    <a:pt x="1509" y="901"/>
                    <a:pt x="1579" y="929"/>
                  </a:cubicBezTo>
                  <a:cubicBezTo>
                    <a:pt x="1478" y="975"/>
                    <a:pt x="1314" y="1037"/>
                    <a:pt x="1169" y="1090"/>
                  </a:cubicBezTo>
                  <a:cubicBezTo>
                    <a:pt x="1148" y="1096"/>
                    <a:pt x="1132" y="1111"/>
                    <a:pt x="1123" y="1133"/>
                  </a:cubicBezTo>
                  <a:cubicBezTo>
                    <a:pt x="1049" y="1299"/>
                    <a:pt x="960" y="1487"/>
                    <a:pt x="901" y="1592"/>
                  </a:cubicBezTo>
                  <a:cubicBezTo>
                    <a:pt x="861" y="1478"/>
                    <a:pt x="805" y="1278"/>
                    <a:pt x="762" y="1105"/>
                  </a:cubicBezTo>
                  <a:cubicBezTo>
                    <a:pt x="753" y="1071"/>
                    <a:pt x="728" y="1049"/>
                    <a:pt x="697" y="1043"/>
                  </a:cubicBezTo>
                  <a:cubicBezTo>
                    <a:pt x="528" y="1012"/>
                    <a:pt x="333" y="969"/>
                    <a:pt x="229" y="938"/>
                  </a:cubicBezTo>
                  <a:cubicBezTo>
                    <a:pt x="395" y="849"/>
                    <a:pt x="565" y="772"/>
                    <a:pt x="741" y="704"/>
                  </a:cubicBezTo>
                  <a:cubicBezTo>
                    <a:pt x="759" y="695"/>
                    <a:pt x="778" y="676"/>
                    <a:pt x="784" y="658"/>
                  </a:cubicBezTo>
                  <a:cubicBezTo>
                    <a:pt x="839" y="513"/>
                    <a:pt x="901" y="371"/>
                    <a:pt x="969" y="232"/>
                  </a:cubicBezTo>
                  <a:close/>
                  <a:moveTo>
                    <a:pt x="990" y="1"/>
                  </a:moveTo>
                  <a:cubicBezTo>
                    <a:pt x="941" y="1"/>
                    <a:pt x="867" y="1"/>
                    <a:pt x="648" y="571"/>
                  </a:cubicBezTo>
                  <a:cubicBezTo>
                    <a:pt x="40" y="815"/>
                    <a:pt x="19" y="895"/>
                    <a:pt x="10" y="929"/>
                  </a:cubicBezTo>
                  <a:cubicBezTo>
                    <a:pt x="0" y="957"/>
                    <a:pt x="6" y="985"/>
                    <a:pt x="22" y="1009"/>
                  </a:cubicBezTo>
                  <a:cubicBezTo>
                    <a:pt x="37" y="1031"/>
                    <a:pt x="84" y="1093"/>
                    <a:pt x="617" y="1198"/>
                  </a:cubicBezTo>
                  <a:cubicBezTo>
                    <a:pt x="774" y="1824"/>
                    <a:pt x="830" y="1824"/>
                    <a:pt x="892" y="1824"/>
                  </a:cubicBezTo>
                  <a:lnTo>
                    <a:pt x="898" y="1824"/>
                  </a:lnTo>
                  <a:cubicBezTo>
                    <a:pt x="944" y="1821"/>
                    <a:pt x="1000" y="1817"/>
                    <a:pt x="1259" y="1231"/>
                  </a:cubicBezTo>
                  <a:cubicBezTo>
                    <a:pt x="1416" y="1176"/>
                    <a:pt x="1718" y="1065"/>
                    <a:pt x="1783" y="1006"/>
                  </a:cubicBezTo>
                  <a:cubicBezTo>
                    <a:pt x="1805" y="985"/>
                    <a:pt x="1814" y="951"/>
                    <a:pt x="1811" y="920"/>
                  </a:cubicBezTo>
                  <a:cubicBezTo>
                    <a:pt x="1795" y="846"/>
                    <a:pt x="1715" y="806"/>
                    <a:pt x="1404" y="695"/>
                  </a:cubicBezTo>
                  <a:cubicBezTo>
                    <a:pt x="1345" y="673"/>
                    <a:pt x="1274" y="649"/>
                    <a:pt x="1243" y="633"/>
                  </a:cubicBezTo>
                  <a:cubicBezTo>
                    <a:pt x="1234" y="599"/>
                    <a:pt x="1212" y="516"/>
                    <a:pt x="1194" y="448"/>
                  </a:cubicBezTo>
                  <a:cubicBezTo>
                    <a:pt x="1141" y="229"/>
                    <a:pt x="1104" y="93"/>
                    <a:pt x="1067" y="41"/>
                  </a:cubicBezTo>
                  <a:cubicBezTo>
                    <a:pt x="1046" y="16"/>
                    <a:pt x="1018" y="4"/>
                    <a:pt x="99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68" name="Google Shape;1468;p15"/>
            <p:cNvGrpSpPr/>
            <p:nvPr/>
          </p:nvGrpSpPr>
          <p:grpSpPr>
            <a:xfrm>
              <a:off x="134368" y="1006497"/>
              <a:ext cx="394617" cy="260138"/>
              <a:chOff x="282131" y="266071"/>
              <a:chExt cx="336102" cy="221545"/>
            </a:xfrm>
          </p:grpSpPr>
          <p:sp>
            <p:nvSpPr>
              <p:cNvPr id="1469" name="Google Shape;1469;p15"/>
              <p:cNvSpPr/>
              <p:nvPr/>
            </p:nvSpPr>
            <p:spPr>
              <a:xfrm>
                <a:off x="282131" y="266071"/>
                <a:ext cx="336102" cy="221545"/>
              </a:xfrm>
              <a:custGeom>
                <a:avLst/>
                <a:gdLst/>
                <a:ahLst/>
                <a:cxnLst/>
                <a:rect l="l" t="t" r="r" b="b"/>
                <a:pathLst>
                  <a:path w="5284" h="3483" extrusionOk="0">
                    <a:moveTo>
                      <a:pt x="780" y="0"/>
                    </a:moveTo>
                    <a:lnTo>
                      <a:pt x="780" y="0"/>
                    </a:lnTo>
                    <a:cubicBezTo>
                      <a:pt x="577" y="1172"/>
                      <a:pt x="1086" y="1561"/>
                      <a:pt x="1086" y="1561"/>
                    </a:cubicBezTo>
                    <a:cubicBezTo>
                      <a:pt x="1075" y="1560"/>
                      <a:pt x="1064" y="1560"/>
                      <a:pt x="1053" y="1560"/>
                    </a:cubicBezTo>
                    <a:cubicBezTo>
                      <a:pt x="438" y="1560"/>
                      <a:pt x="0" y="2758"/>
                      <a:pt x="0" y="2758"/>
                    </a:cubicBezTo>
                    <a:cubicBezTo>
                      <a:pt x="89" y="2783"/>
                      <a:pt x="176" y="2794"/>
                      <a:pt x="260" y="2794"/>
                    </a:cubicBezTo>
                    <a:cubicBezTo>
                      <a:pt x="993" y="2794"/>
                      <a:pt x="1505" y="1934"/>
                      <a:pt x="1505" y="1934"/>
                    </a:cubicBezTo>
                    <a:cubicBezTo>
                      <a:pt x="1505" y="1934"/>
                      <a:pt x="2162" y="3482"/>
                      <a:pt x="3272" y="3482"/>
                    </a:cubicBezTo>
                    <a:cubicBezTo>
                      <a:pt x="4386" y="3479"/>
                      <a:pt x="5283" y="2560"/>
                      <a:pt x="5283" y="2560"/>
                    </a:cubicBezTo>
                    <a:cubicBezTo>
                      <a:pt x="5283" y="2560"/>
                      <a:pt x="4548" y="882"/>
                      <a:pt x="3369" y="882"/>
                    </a:cubicBezTo>
                    <a:cubicBezTo>
                      <a:pt x="3361" y="882"/>
                      <a:pt x="3352" y="882"/>
                      <a:pt x="3343" y="882"/>
                    </a:cubicBezTo>
                    <a:cubicBezTo>
                      <a:pt x="2147" y="907"/>
                      <a:pt x="1647" y="1493"/>
                      <a:pt x="1647" y="1493"/>
                    </a:cubicBezTo>
                    <a:cubicBezTo>
                      <a:pt x="1604" y="84"/>
                      <a:pt x="780" y="0"/>
                      <a:pt x="7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15"/>
              <p:cNvSpPr/>
              <p:nvPr/>
            </p:nvSpPr>
            <p:spPr>
              <a:xfrm>
                <a:off x="471234" y="349524"/>
                <a:ext cx="71876" cy="109659"/>
              </a:xfrm>
              <a:custGeom>
                <a:avLst/>
                <a:gdLst/>
                <a:ahLst/>
                <a:cxnLst/>
                <a:rect l="l" t="t" r="r" b="b"/>
                <a:pathLst>
                  <a:path w="1130" h="1724" extrusionOk="0">
                    <a:moveTo>
                      <a:pt x="1007" y="1"/>
                    </a:moveTo>
                    <a:cubicBezTo>
                      <a:pt x="991" y="1"/>
                      <a:pt x="974" y="6"/>
                      <a:pt x="956" y="18"/>
                    </a:cubicBezTo>
                    <a:cubicBezTo>
                      <a:pt x="944" y="21"/>
                      <a:pt x="0" y="600"/>
                      <a:pt x="198" y="1652"/>
                    </a:cubicBezTo>
                    <a:cubicBezTo>
                      <a:pt x="204" y="1692"/>
                      <a:pt x="241" y="1723"/>
                      <a:pt x="281" y="1723"/>
                    </a:cubicBezTo>
                    <a:lnTo>
                      <a:pt x="296" y="1723"/>
                    </a:lnTo>
                    <a:cubicBezTo>
                      <a:pt x="343" y="1714"/>
                      <a:pt x="373" y="1668"/>
                      <a:pt x="364" y="1621"/>
                    </a:cubicBezTo>
                    <a:cubicBezTo>
                      <a:pt x="192" y="690"/>
                      <a:pt x="1009" y="184"/>
                      <a:pt x="1043" y="163"/>
                    </a:cubicBezTo>
                    <a:cubicBezTo>
                      <a:pt x="1129" y="114"/>
                      <a:pt x="1081" y="1"/>
                      <a:pt x="10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15"/>
              <p:cNvSpPr/>
              <p:nvPr/>
            </p:nvSpPr>
            <p:spPr>
              <a:xfrm>
                <a:off x="541074" y="377638"/>
                <a:ext cx="44207" cy="40327"/>
              </a:xfrm>
              <a:custGeom>
                <a:avLst/>
                <a:gdLst/>
                <a:ahLst/>
                <a:cxnLst/>
                <a:rect l="l" t="t" r="r" b="b"/>
                <a:pathLst>
                  <a:path w="695" h="634" extrusionOk="0">
                    <a:moveTo>
                      <a:pt x="159" y="1"/>
                    </a:moveTo>
                    <a:cubicBezTo>
                      <a:pt x="123" y="1"/>
                      <a:pt x="88" y="21"/>
                      <a:pt x="77" y="69"/>
                    </a:cubicBezTo>
                    <a:cubicBezTo>
                      <a:pt x="59" y="158"/>
                      <a:pt x="0" y="458"/>
                      <a:pt x="99" y="578"/>
                    </a:cubicBezTo>
                    <a:cubicBezTo>
                      <a:pt x="130" y="612"/>
                      <a:pt x="173" y="633"/>
                      <a:pt x="219" y="633"/>
                    </a:cubicBezTo>
                    <a:lnTo>
                      <a:pt x="222" y="633"/>
                    </a:lnTo>
                    <a:cubicBezTo>
                      <a:pt x="423" y="630"/>
                      <a:pt x="617" y="322"/>
                      <a:pt x="654" y="260"/>
                    </a:cubicBezTo>
                    <a:cubicBezTo>
                      <a:pt x="695" y="192"/>
                      <a:pt x="638" y="128"/>
                      <a:pt x="579" y="128"/>
                    </a:cubicBezTo>
                    <a:cubicBezTo>
                      <a:pt x="553" y="128"/>
                      <a:pt x="527" y="141"/>
                      <a:pt x="509" y="171"/>
                    </a:cubicBezTo>
                    <a:cubicBezTo>
                      <a:pt x="435" y="291"/>
                      <a:pt x="293" y="461"/>
                      <a:pt x="232" y="470"/>
                    </a:cubicBezTo>
                    <a:cubicBezTo>
                      <a:pt x="207" y="436"/>
                      <a:pt x="210" y="260"/>
                      <a:pt x="244" y="106"/>
                    </a:cubicBezTo>
                    <a:cubicBezTo>
                      <a:pt x="260" y="41"/>
                      <a:pt x="209" y="1"/>
                      <a:pt x="1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15"/>
              <p:cNvSpPr/>
              <p:nvPr/>
            </p:nvSpPr>
            <p:spPr>
              <a:xfrm>
                <a:off x="555195" y="433485"/>
                <a:ext cx="43826" cy="21945"/>
              </a:xfrm>
              <a:custGeom>
                <a:avLst/>
                <a:gdLst/>
                <a:ahLst/>
                <a:cxnLst/>
                <a:rect l="l" t="t" r="r" b="b"/>
                <a:pathLst>
                  <a:path w="689" h="345" extrusionOk="0">
                    <a:moveTo>
                      <a:pt x="123" y="0"/>
                    </a:moveTo>
                    <a:cubicBezTo>
                      <a:pt x="58" y="0"/>
                      <a:pt x="0" y="84"/>
                      <a:pt x="59" y="147"/>
                    </a:cubicBezTo>
                    <a:cubicBezTo>
                      <a:pt x="204" y="298"/>
                      <a:pt x="346" y="345"/>
                      <a:pt x="454" y="345"/>
                    </a:cubicBezTo>
                    <a:cubicBezTo>
                      <a:pt x="458" y="345"/>
                      <a:pt x="462" y="345"/>
                      <a:pt x="467" y="345"/>
                    </a:cubicBezTo>
                    <a:cubicBezTo>
                      <a:pt x="530" y="345"/>
                      <a:pt x="593" y="324"/>
                      <a:pt x="645" y="286"/>
                    </a:cubicBezTo>
                    <a:cubicBezTo>
                      <a:pt x="682" y="258"/>
                      <a:pt x="688" y="206"/>
                      <a:pt x="660" y="169"/>
                    </a:cubicBezTo>
                    <a:cubicBezTo>
                      <a:pt x="644" y="146"/>
                      <a:pt x="618" y="134"/>
                      <a:pt x="591" y="134"/>
                    </a:cubicBezTo>
                    <a:cubicBezTo>
                      <a:pt x="574" y="134"/>
                      <a:pt x="556" y="139"/>
                      <a:pt x="540" y="150"/>
                    </a:cubicBezTo>
                    <a:cubicBezTo>
                      <a:pt x="534" y="154"/>
                      <a:pt x="503" y="175"/>
                      <a:pt x="451" y="175"/>
                    </a:cubicBezTo>
                    <a:cubicBezTo>
                      <a:pt x="389" y="175"/>
                      <a:pt x="296" y="146"/>
                      <a:pt x="182" y="27"/>
                    </a:cubicBezTo>
                    <a:cubicBezTo>
                      <a:pt x="164" y="8"/>
                      <a:pt x="143" y="0"/>
                      <a:pt x="1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15"/>
              <p:cNvSpPr/>
              <p:nvPr/>
            </p:nvSpPr>
            <p:spPr>
              <a:xfrm>
                <a:off x="407436" y="332222"/>
                <a:ext cx="76647" cy="118882"/>
              </a:xfrm>
              <a:custGeom>
                <a:avLst/>
                <a:gdLst/>
                <a:ahLst/>
                <a:cxnLst/>
                <a:rect l="l" t="t" r="r" b="b"/>
                <a:pathLst>
                  <a:path w="1205" h="1869" extrusionOk="0">
                    <a:moveTo>
                      <a:pt x="601" y="1"/>
                    </a:moveTo>
                    <a:cubicBezTo>
                      <a:pt x="552" y="1"/>
                      <a:pt x="507" y="9"/>
                      <a:pt x="470" y="27"/>
                    </a:cubicBezTo>
                    <a:cubicBezTo>
                      <a:pt x="408" y="58"/>
                      <a:pt x="365" y="117"/>
                      <a:pt x="356" y="188"/>
                    </a:cubicBezTo>
                    <a:cubicBezTo>
                      <a:pt x="334" y="339"/>
                      <a:pt x="414" y="481"/>
                      <a:pt x="510" y="592"/>
                    </a:cubicBezTo>
                    <a:cubicBezTo>
                      <a:pt x="468" y="588"/>
                      <a:pt x="426" y="585"/>
                      <a:pt x="386" y="585"/>
                    </a:cubicBezTo>
                    <a:cubicBezTo>
                      <a:pt x="311" y="585"/>
                      <a:pt x="242" y="595"/>
                      <a:pt x="192" y="623"/>
                    </a:cubicBezTo>
                    <a:cubicBezTo>
                      <a:pt x="149" y="644"/>
                      <a:pt x="118" y="684"/>
                      <a:pt x="106" y="731"/>
                    </a:cubicBezTo>
                    <a:cubicBezTo>
                      <a:pt x="69" y="876"/>
                      <a:pt x="229" y="1027"/>
                      <a:pt x="383" y="1135"/>
                    </a:cubicBezTo>
                    <a:cubicBezTo>
                      <a:pt x="263" y="1153"/>
                      <a:pt x="134" y="1193"/>
                      <a:pt x="66" y="1270"/>
                    </a:cubicBezTo>
                    <a:cubicBezTo>
                      <a:pt x="22" y="1314"/>
                      <a:pt x="1" y="1375"/>
                      <a:pt x="4" y="1434"/>
                    </a:cubicBezTo>
                    <a:cubicBezTo>
                      <a:pt x="26" y="1724"/>
                      <a:pt x="544" y="1853"/>
                      <a:pt x="605" y="1866"/>
                    </a:cubicBezTo>
                    <a:cubicBezTo>
                      <a:pt x="612" y="1869"/>
                      <a:pt x="618" y="1869"/>
                      <a:pt x="624" y="1869"/>
                    </a:cubicBezTo>
                    <a:cubicBezTo>
                      <a:pt x="726" y="1869"/>
                      <a:pt x="741" y="1724"/>
                      <a:pt x="642" y="1702"/>
                    </a:cubicBezTo>
                    <a:cubicBezTo>
                      <a:pt x="460" y="1659"/>
                      <a:pt x="186" y="1539"/>
                      <a:pt x="177" y="1421"/>
                    </a:cubicBezTo>
                    <a:cubicBezTo>
                      <a:pt x="174" y="1409"/>
                      <a:pt x="180" y="1397"/>
                      <a:pt x="189" y="1388"/>
                    </a:cubicBezTo>
                    <a:cubicBezTo>
                      <a:pt x="257" y="1314"/>
                      <a:pt x="504" y="1286"/>
                      <a:pt x="649" y="1286"/>
                    </a:cubicBezTo>
                    <a:cubicBezTo>
                      <a:pt x="689" y="1286"/>
                      <a:pt x="726" y="1258"/>
                      <a:pt x="735" y="1221"/>
                    </a:cubicBezTo>
                    <a:cubicBezTo>
                      <a:pt x="744" y="1181"/>
                      <a:pt x="726" y="1141"/>
                      <a:pt x="692" y="1122"/>
                    </a:cubicBezTo>
                    <a:cubicBezTo>
                      <a:pt x="442" y="996"/>
                      <a:pt x="260" y="826"/>
                      <a:pt x="269" y="777"/>
                    </a:cubicBezTo>
                    <a:cubicBezTo>
                      <a:pt x="281" y="764"/>
                      <a:pt x="319" y="757"/>
                      <a:pt x="373" y="757"/>
                    </a:cubicBezTo>
                    <a:cubicBezTo>
                      <a:pt x="472" y="757"/>
                      <a:pt x="626" y="780"/>
                      <a:pt x="787" y="829"/>
                    </a:cubicBezTo>
                    <a:cubicBezTo>
                      <a:pt x="797" y="832"/>
                      <a:pt x="807" y="834"/>
                      <a:pt x="815" y="834"/>
                    </a:cubicBezTo>
                    <a:cubicBezTo>
                      <a:pt x="894" y="834"/>
                      <a:pt x="936" y="722"/>
                      <a:pt x="858" y="675"/>
                    </a:cubicBezTo>
                    <a:cubicBezTo>
                      <a:pt x="763" y="613"/>
                      <a:pt x="497" y="394"/>
                      <a:pt x="525" y="216"/>
                    </a:cubicBezTo>
                    <a:cubicBezTo>
                      <a:pt x="528" y="191"/>
                      <a:pt x="538" y="188"/>
                      <a:pt x="547" y="182"/>
                    </a:cubicBezTo>
                    <a:cubicBezTo>
                      <a:pt x="561" y="174"/>
                      <a:pt x="580" y="171"/>
                      <a:pt x="603" y="171"/>
                    </a:cubicBezTo>
                    <a:cubicBezTo>
                      <a:pt x="714" y="171"/>
                      <a:pt x="914" y="250"/>
                      <a:pt x="1037" y="314"/>
                    </a:cubicBezTo>
                    <a:cubicBezTo>
                      <a:pt x="1052" y="322"/>
                      <a:pt x="1066" y="325"/>
                      <a:pt x="1079" y="325"/>
                    </a:cubicBezTo>
                    <a:cubicBezTo>
                      <a:pt x="1158" y="325"/>
                      <a:pt x="1205" y="208"/>
                      <a:pt x="1117" y="160"/>
                    </a:cubicBezTo>
                    <a:cubicBezTo>
                      <a:pt x="1058" y="130"/>
                      <a:pt x="799" y="1"/>
                      <a:pt x="6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74" name="Google Shape;1474;p15"/>
            <p:cNvSpPr/>
            <p:nvPr/>
          </p:nvSpPr>
          <p:spPr>
            <a:xfrm>
              <a:off x="132954" y="1478085"/>
              <a:ext cx="117305" cy="117305"/>
            </a:xfrm>
            <a:custGeom>
              <a:avLst/>
              <a:gdLst/>
              <a:ahLst/>
              <a:cxnLst/>
              <a:rect l="l" t="t" r="r" b="b"/>
              <a:pathLst>
                <a:path w="1611" h="1611" extrusionOk="0">
                  <a:moveTo>
                    <a:pt x="871" y="1"/>
                  </a:moveTo>
                  <a:cubicBezTo>
                    <a:pt x="821" y="1"/>
                    <a:pt x="784" y="38"/>
                    <a:pt x="784" y="84"/>
                  </a:cubicBezTo>
                  <a:lnTo>
                    <a:pt x="781" y="574"/>
                  </a:lnTo>
                  <a:lnTo>
                    <a:pt x="488" y="263"/>
                  </a:lnTo>
                  <a:cubicBezTo>
                    <a:pt x="469" y="243"/>
                    <a:pt x="447" y="234"/>
                    <a:pt x="426" y="234"/>
                  </a:cubicBezTo>
                  <a:cubicBezTo>
                    <a:pt x="360" y="234"/>
                    <a:pt x="303" y="317"/>
                    <a:pt x="362" y="380"/>
                  </a:cubicBezTo>
                  <a:lnTo>
                    <a:pt x="664" y="701"/>
                  </a:lnTo>
                  <a:lnTo>
                    <a:pt x="115" y="704"/>
                  </a:lnTo>
                  <a:cubicBezTo>
                    <a:pt x="1" y="704"/>
                    <a:pt x="1" y="877"/>
                    <a:pt x="115" y="877"/>
                  </a:cubicBezTo>
                  <a:lnTo>
                    <a:pt x="618" y="870"/>
                  </a:lnTo>
                  <a:lnTo>
                    <a:pt x="618" y="870"/>
                  </a:lnTo>
                  <a:lnTo>
                    <a:pt x="232" y="1142"/>
                  </a:lnTo>
                  <a:cubicBezTo>
                    <a:pt x="167" y="1191"/>
                    <a:pt x="201" y="1293"/>
                    <a:pt x="282" y="1296"/>
                  </a:cubicBezTo>
                  <a:cubicBezTo>
                    <a:pt x="297" y="1296"/>
                    <a:pt x="315" y="1290"/>
                    <a:pt x="331" y="1281"/>
                  </a:cubicBezTo>
                  <a:lnTo>
                    <a:pt x="781" y="966"/>
                  </a:lnTo>
                  <a:lnTo>
                    <a:pt x="775" y="1524"/>
                  </a:lnTo>
                  <a:cubicBezTo>
                    <a:pt x="775" y="1571"/>
                    <a:pt x="815" y="1611"/>
                    <a:pt x="861" y="1611"/>
                  </a:cubicBezTo>
                  <a:cubicBezTo>
                    <a:pt x="908" y="1611"/>
                    <a:pt x="948" y="1571"/>
                    <a:pt x="948" y="1524"/>
                  </a:cubicBezTo>
                  <a:lnTo>
                    <a:pt x="951" y="997"/>
                  </a:lnTo>
                  <a:lnTo>
                    <a:pt x="1262" y="1330"/>
                  </a:lnTo>
                  <a:cubicBezTo>
                    <a:pt x="1281" y="1345"/>
                    <a:pt x="1302" y="1355"/>
                    <a:pt x="1327" y="1355"/>
                  </a:cubicBezTo>
                  <a:cubicBezTo>
                    <a:pt x="1349" y="1355"/>
                    <a:pt x="1367" y="1349"/>
                    <a:pt x="1386" y="1333"/>
                  </a:cubicBezTo>
                  <a:cubicBezTo>
                    <a:pt x="1420" y="1299"/>
                    <a:pt x="1420" y="1247"/>
                    <a:pt x="1389" y="1210"/>
                  </a:cubicBezTo>
                  <a:lnTo>
                    <a:pt x="1059" y="864"/>
                  </a:lnTo>
                  <a:lnTo>
                    <a:pt x="1506" y="861"/>
                  </a:lnTo>
                  <a:cubicBezTo>
                    <a:pt x="1611" y="852"/>
                    <a:pt x="1611" y="695"/>
                    <a:pt x="1506" y="689"/>
                  </a:cubicBezTo>
                  <a:lnTo>
                    <a:pt x="1503" y="692"/>
                  </a:lnTo>
                  <a:lnTo>
                    <a:pt x="1170" y="695"/>
                  </a:lnTo>
                  <a:lnTo>
                    <a:pt x="1518" y="451"/>
                  </a:lnTo>
                  <a:cubicBezTo>
                    <a:pt x="1592" y="398"/>
                    <a:pt x="1540" y="297"/>
                    <a:pt x="1468" y="297"/>
                  </a:cubicBezTo>
                  <a:cubicBezTo>
                    <a:pt x="1453" y="297"/>
                    <a:pt x="1436" y="301"/>
                    <a:pt x="1420" y="312"/>
                  </a:cubicBezTo>
                  <a:lnTo>
                    <a:pt x="951" y="639"/>
                  </a:lnTo>
                  <a:lnTo>
                    <a:pt x="954" y="87"/>
                  </a:lnTo>
                  <a:cubicBezTo>
                    <a:pt x="954" y="38"/>
                    <a:pt x="917" y="1"/>
                    <a:pt x="8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15"/>
            <p:cNvSpPr/>
            <p:nvPr/>
          </p:nvSpPr>
          <p:spPr>
            <a:xfrm rot="-5594267">
              <a:off x="1955171" y="103595"/>
              <a:ext cx="102915" cy="102661"/>
            </a:xfrm>
            <a:custGeom>
              <a:avLst/>
              <a:gdLst/>
              <a:ahLst/>
              <a:cxnLst/>
              <a:rect l="l" t="t" r="r" b="b"/>
              <a:pathLst>
                <a:path w="1618" h="1614" extrusionOk="0">
                  <a:moveTo>
                    <a:pt x="868" y="1"/>
                  </a:moveTo>
                  <a:cubicBezTo>
                    <a:pt x="821" y="1"/>
                    <a:pt x="784" y="38"/>
                    <a:pt x="784" y="87"/>
                  </a:cubicBezTo>
                  <a:lnTo>
                    <a:pt x="781" y="575"/>
                  </a:lnTo>
                  <a:lnTo>
                    <a:pt x="488" y="266"/>
                  </a:lnTo>
                  <a:cubicBezTo>
                    <a:pt x="470" y="251"/>
                    <a:pt x="451" y="245"/>
                    <a:pt x="432" y="245"/>
                  </a:cubicBezTo>
                  <a:cubicBezTo>
                    <a:pt x="369" y="245"/>
                    <a:pt x="316" y="318"/>
                    <a:pt x="362" y="380"/>
                  </a:cubicBezTo>
                  <a:lnTo>
                    <a:pt x="664" y="701"/>
                  </a:lnTo>
                  <a:lnTo>
                    <a:pt x="115" y="707"/>
                  </a:lnTo>
                  <a:cubicBezTo>
                    <a:pt x="1" y="707"/>
                    <a:pt x="1" y="877"/>
                    <a:pt x="115" y="877"/>
                  </a:cubicBezTo>
                  <a:lnTo>
                    <a:pt x="618" y="874"/>
                  </a:lnTo>
                  <a:lnTo>
                    <a:pt x="229" y="1142"/>
                  </a:lnTo>
                  <a:cubicBezTo>
                    <a:pt x="189" y="1170"/>
                    <a:pt x="180" y="1222"/>
                    <a:pt x="208" y="1262"/>
                  </a:cubicBezTo>
                  <a:cubicBezTo>
                    <a:pt x="225" y="1285"/>
                    <a:pt x="252" y="1298"/>
                    <a:pt x="279" y="1298"/>
                  </a:cubicBezTo>
                  <a:cubicBezTo>
                    <a:pt x="296" y="1298"/>
                    <a:pt x="313" y="1293"/>
                    <a:pt x="328" y="1284"/>
                  </a:cubicBezTo>
                  <a:lnTo>
                    <a:pt x="775" y="969"/>
                  </a:lnTo>
                  <a:lnTo>
                    <a:pt x="775" y="1528"/>
                  </a:lnTo>
                  <a:cubicBezTo>
                    <a:pt x="772" y="1574"/>
                    <a:pt x="812" y="1614"/>
                    <a:pt x="858" y="1614"/>
                  </a:cubicBezTo>
                  <a:cubicBezTo>
                    <a:pt x="905" y="1614"/>
                    <a:pt x="945" y="1574"/>
                    <a:pt x="945" y="1528"/>
                  </a:cubicBezTo>
                  <a:lnTo>
                    <a:pt x="948" y="1000"/>
                  </a:lnTo>
                  <a:lnTo>
                    <a:pt x="1259" y="1333"/>
                  </a:lnTo>
                  <a:cubicBezTo>
                    <a:pt x="1278" y="1353"/>
                    <a:pt x="1300" y="1361"/>
                    <a:pt x="1321" y="1361"/>
                  </a:cubicBezTo>
                  <a:cubicBezTo>
                    <a:pt x="1387" y="1361"/>
                    <a:pt x="1444" y="1277"/>
                    <a:pt x="1386" y="1213"/>
                  </a:cubicBezTo>
                  <a:lnTo>
                    <a:pt x="1059" y="868"/>
                  </a:lnTo>
                  <a:lnTo>
                    <a:pt x="1503" y="865"/>
                  </a:lnTo>
                  <a:cubicBezTo>
                    <a:pt x="1617" y="861"/>
                    <a:pt x="1617" y="692"/>
                    <a:pt x="1503" y="692"/>
                  </a:cubicBezTo>
                  <a:lnTo>
                    <a:pt x="1173" y="695"/>
                  </a:lnTo>
                  <a:lnTo>
                    <a:pt x="1518" y="454"/>
                  </a:lnTo>
                  <a:cubicBezTo>
                    <a:pt x="1597" y="401"/>
                    <a:pt x="1544" y="296"/>
                    <a:pt x="1472" y="296"/>
                  </a:cubicBezTo>
                  <a:cubicBezTo>
                    <a:pt x="1456" y="296"/>
                    <a:pt x="1439" y="301"/>
                    <a:pt x="1423" y="312"/>
                  </a:cubicBezTo>
                  <a:lnTo>
                    <a:pt x="951" y="639"/>
                  </a:lnTo>
                  <a:lnTo>
                    <a:pt x="954" y="87"/>
                  </a:lnTo>
                  <a:cubicBezTo>
                    <a:pt x="954" y="41"/>
                    <a:pt x="917" y="1"/>
                    <a:pt x="8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15"/>
            <p:cNvSpPr/>
            <p:nvPr/>
          </p:nvSpPr>
          <p:spPr>
            <a:xfrm rot="-5594267">
              <a:off x="1663375" y="241335"/>
              <a:ext cx="82879" cy="75565"/>
            </a:xfrm>
            <a:custGeom>
              <a:avLst/>
              <a:gdLst/>
              <a:ahLst/>
              <a:cxnLst/>
              <a:rect l="l" t="t" r="r" b="b"/>
              <a:pathLst>
                <a:path w="1303" h="1188" extrusionOk="0">
                  <a:moveTo>
                    <a:pt x="710" y="173"/>
                  </a:moveTo>
                  <a:cubicBezTo>
                    <a:pt x="941" y="173"/>
                    <a:pt x="1129" y="364"/>
                    <a:pt x="1129" y="595"/>
                  </a:cubicBezTo>
                  <a:cubicBezTo>
                    <a:pt x="1126" y="827"/>
                    <a:pt x="938" y="1012"/>
                    <a:pt x="707" y="1015"/>
                  </a:cubicBezTo>
                  <a:cubicBezTo>
                    <a:pt x="476" y="1015"/>
                    <a:pt x="287" y="823"/>
                    <a:pt x="287" y="592"/>
                  </a:cubicBezTo>
                  <a:cubicBezTo>
                    <a:pt x="287" y="358"/>
                    <a:pt x="479" y="173"/>
                    <a:pt x="710" y="173"/>
                  </a:cubicBezTo>
                  <a:close/>
                  <a:moveTo>
                    <a:pt x="712" y="1"/>
                  </a:moveTo>
                  <a:cubicBezTo>
                    <a:pt x="485" y="1"/>
                    <a:pt x="263" y="130"/>
                    <a:pt x="164" y="364"/>
                  </a:cubicBezTo>
                  <a:cubicBezTo>
                    <a:pt x="1" y="752"/>
                    <a:pt x="284" y="1184"/>
                    <a:pt x="707" y="1187"/>
                  </a:cubicBezTo>
                  <a:lnTo>
                    <a:pt x="710" y="1187"/>
                  </a:lnTo>
                  <a:cubicBezTo>
                    <a:pt x="1034" y="1187"/>
                    <a:pt x="1299" y="922"/>
                    <a:pt x="1302" y="595"/>
                  </a:cubicBezTo>
                  <a:cubicBezTo>
                    <a:pt x="1302" y="438"/>
                    <a:pt x="1240" y="287"/>
                    <a:pt x="1129" y="176"/>
                  </a:cubicBezTo>
                  <a:cubicBezTo>
                    <a:pt x="1012" y="57"/>
                    <a:pt x="861" y="1"/>
                    <a:pt x="7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77" name="Google Shape;1477;p15"/>
            <p:cNvGrpSpPr/>
            <p:nvPr/>
          </p:nvGrpSpPr>
          <p:grpSpPr>
            <a:xfrm>
              <a:off x="1082854" y="76892"/>
              <a:ext cx="446685" cy="265947"/>
              <a:chOff x="190604" y="1003529"/>
              <a:chExt cx="446685" cy="265947"/>
            </a:xfrm>
          </p:grpSpPr>
          <p:sp>
            <p:nvSpPr>
              <p:cNvPr id="1478" name="Google Shape;1478;p15"/>
              <p:cNvSpPr/>
              <p:nvPr/>
            </p:nvSpPr>
            <p:spPr>
              <a:xfrm>
                <a:off x="190604" y="1009210"/>
                <a:ext cx="446685" cy="254309"/>
              </a:xfrm>
              <a:custGeom>
                <a:avLst/>
                <a:gdLst/>
                <a:ahLst/>
                <a:cxnLst/>
                <a:rect l="l" t="t" r="r" b="b"/>
                <a:pathLst>
                  <a:path w="6448" h="3671" extrusionOk="0">
                    <a:moveTo>
                      <a:pt x="3915" y="0"/>
                    </a:moveTo>
                    <a:cubicBezTo>
                      <a:pt x="3615" y="0"/>
                      <a:pt x="3350" y="167"/>
                      <a:pt x="3169" y="387"/>
                    </a:cubicBezTo>
                    <a:lnTo>
                      <a:pt x="3169" y="387"/>
                    </a:lnTo>
                    <a:cubicBezTo>
                      <a:pt x="3046" y="288"/>
                      <a:pt x="2886" y="200"/>
                      <a:pt x="2681" y="132"/>
                    </a:cubicBezTo>
                    <a:cubicBezTo>
                      <a:pt x="2511" y="76"/>
                      <a:pt x="2368" y="52"/>
                      <a:pt x="2248" y="52"/>
                    </a:cubicBezTo>
                    <a:cubicBezTo>
                      <a:pt x="1490" y="52"/>
                      <a:pt x="1623" y="1005"/>
                      <a:pt x="1623" y="1005"/>
                    </a:cubicBezTo>
                    <a:cubicBezTo>
                      <a:pt x="1545" y="958"/>
                      <a:pt x="1462" y="937"/>
                      <a:pt x="1377" y="937"/>
                    </a:cubicBezTo>
                    <a:cubicBezTo>
                      <a:pt x="735" y="937"/>
                      <a:pt x="1" y="2154"/>
                      <a:pt x="840" y="2769"/>
                    </a:cubicBezTo>
                    <a:cubicBezTo>
                      <a:pt x="1102" y="2963"/>
                      <a:pt x="1351" y="3051"/>
                      <a:pt x="1564" y="3064"/>
                    </a:cubicBezTo>
                    <a:lnTo>
                      <a:pt x="1564" y="3064"/>
                    </a:lnTo>
                    <a:cubicBezTo>
                      <a:pt x="1637" y="3387"/>
                      <a:pt x="1868" y="3665"/>
                      <a:pt x="2357" y="3670"/>
                    </a:cubicBezTo>
                    <a:cubicBezTo>
                      <a:pt x="2374" y="3670"/>
                      <a:pt x="2392" y="3670"/>
                      <a:pt x="2408" y="3670"/>
                    </a:cubicBezTo>
                    <a:cubicBezTo>
                      <a:pt x="3079" y="3670"/>
                      <a:pt x="3528" y="3515"/>
                      <a:pt x="3781" y="3285"/>
                    </a:cubicBezTo>
                    <a:lnTo>
                      <a:pt x="3781" y="3285"/>
                    </a:lnTo>
                    <a:cubicBezTo>
                      <a:pt x="3834" y="3357"/>
                      <a:pt x="3900" y="3426"/>
                      <a:pt x="3983" y="3491"/>
                    </a:cubicBezTo>
                    <a:cubicBezTo>
                      <a:pt x="4094" y="3579"/>
                      <a:pt x="4230" y="3618"/>
                      <a:pt x="4376" y="3618"/>
                    </a:cubicBezTo>
                    <a:cubicBezTo>
                      <a:pt x="5223" y="3618"/>
                      <a:pt x="6448" y="2304"/>
                      <a:pt x="5722" y="1542"/>
                    </a:cubicBezTo>
                    <a:cubicBezTo>
                      <a:pt x="5522" y="1331"/>
                      <a:pt x="5310" y="1251"/>
                      <a:pt x="5112" y="1251"/>
                    </a:cubicBezTo>
                    <a:cubicBezTo>
                      <a:pt x="5090" y="1251"/>
                      <a:pt x="5068" y="1252"/>
                      <a:pt x="5046" y="1254"/>
                    </a:cubicBezTo>
                    <a:lnTo>
                      <a:pt x="5046" y="1254"/>
                    </a:lnTo>
                    <a:cubicBezTo>
                      <a:pt x="5054" y="878"/>
                      <a:pt x="4866" y="444"/>
                      <a:pt x="4402" y="151"/>
                    </a:cubicBezTo>
                    <a:cubicBezTo>
                      <a:pt x="4235" y="45"/>
                      <a:pt x="4070" y="0"/>
                      <a:pt x="39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15"/>
              <p:cNvSpPr/>
              <p:nvPr/>
            </p:nvSpPr>
            <p:spPr>
              <a:xfrm>
                <a:off x="210486" y="1003529"/>
                <a:ext cx="402834" cy="265947"/>
              </a:xfrm>
              <a:custGeom>
                <a:avLst/>
                <a:gdLst/>
                <a:ahLst/>
                <a:cxnLst/>
                <a:rect l="l" t="t" r="r" b="b"/>
                <a:pathLst>
                  <a:path w="5815" h="3839" extrusionOk="0">
                    <a:moveTo>
                      <a:pt x="2894" y="594"/>
                    </a:moveTo>
                    <a:cubicBezTo>
                      <a:pt x="3125" y="816"/>
                      <a:pt x="3174" y="1078"/>
                      <a:pt x="3110" y="1251"/>
                    </a:cubicBezTo>
                    <a:cubicBezTo>
                      <a:pt x="3077" y="1342"/>
                      <a:pt x="3020" y="1391"/>
                      <a:pt x="2952" y="1391"/>
                    </a:cubicBezTo>
                    <a:cubicBezTo>
                      <a:pt x="2910" y="1391"/>
                      <a:pt x="2864" y="1373"/>
                      <a:pt x="2817" y="1334"/>
                    </a:cubicBezTo>
                    <a:cubicBezTo>
                      <a:pt x="2656" y="1195"/>
                      <a:pt x="2693" y="877"/>
                      <a:pt x="2894" y="594"/>
                    </a:cubicBezTo>
                    <a:close/>
                    <a:moveTo>
                      <a:pt x="4667" y="1439"/>
                    </a:moveTo>
                    <a:lnTo>
                      <a:pt x="4667" y="1439"/>
                    </a:lnTo>
                    <a:cubicBezTo>
                      <a:pt x="4627" y="1750"/>
                      <a:pt x="4436" y="1981"/>
                      <a:pt x="4177" y="2018"/>
                    </a:cubicBezTo>
                    <a:cubicBezTo>
                      <a:pt x="4161" y="2018"/>
                      <a:pt x="4149" y="2022"/>
                      <a:pt x="4134" y="2022"/>
                    </a:cubicBezTo>
                    <a:cubicBezTo>
                      <a:pt x="4063" y="2022"/>
                      <a:pt x="4063" y="2000"/>
                      <a:pt x="4063" y="1981"/>
                    </a:cubicBezTo>
                    <a:cubicBezTo>
                      <a:pt x="4060" y="1852"/>
                      <a:pt x="4309" y="1519"/>
                      <a:pt x="4667" y="1439"/>
                    </a:cubicBezTo>
                    <a:close/>
                    <a:moveTo>
                      <a:pt x="1620" y="2253"/>
                    </a:moveTo>
                    <a:cubicBezTo>
                      <a:pt x="1663" y="2253"/>
                      <a:pt x="1706" y="2293"/>
                      <a:pt x="1731" y="2327"/>
                    </a:cubicBezTo>
                    <a:cubicBezTo>
                      <a:pt x="1857" y="2484"/>
                      <a:pt x="1888" y="2660"/>
                      <a:pt x="1820" y="2805"/>
                    </a:cubicBezTo>
                    <a:cubicBezTo>
                      <a:pt x="1743" y="2959"/>
                      <a:pt x="1564" y="3055"/>
                      <a:pt x="1348" y="3061"/>
                    </a:cubicBezTo>
                    <a:cubicBezTo>
                      <a:pt x="1305" y="2774"/>
                      <a:pt x="1385" y="2472"/>
                      <a:pt x="1500" y="2330"/>
                    </a:cubicBezTo>
                    <a:cubicBezTo>
                      <a:pt x="1543" y="2278"/>
                      <a:pt x="1583" y="2253"/>
                      <a:pt x="1620" y="2253"/>
                    </a:cubicBezTo>
                    <a:close/>
                    <a:moveTo>
                      <a:pt x="3548" y="2490"/>
                    </a:moveTo>
                    <a:cubicBezTo>
                      <a:pt x="3563" y="2490"/>
                      <a:pt x="3597" y="2524"/>
                      <a:pt x="3625" y="2614"/>
                    </a:cubicBezTo>
                    <a:cubicBezTo>
                      <a:pt x="3699" y="2827"/>
                      <a:pt x="3652" y="3061"/>
                      <a:pt x="3507" y="3231"/>
                    </a:cubicBezTo>
                    <a:cubicBezTo>
                      <a:pt x="3372" y="2993"/>
                      <a:pt x="3384" y="2737"/>
                      <a:pt x="3461" y="2586"/>
                    </a:cubicBezTo>
                    <a:cubicBezTo>
                      <a:pt x="3495" y="2518"/>
                      <a:pt x="3532" y="2490"/>
                      <a:pt x="3548" y="2490"/>
                    </a:cubicBezTo>
                    <a:close/>
                    <a:moveTo>
                      <a:pt x="3628" y="170"/>
                    </a:moveTo>
                    <a:cubicBezTo>
                      <a:pt x="3775" y="170"/>
                      <a:pt x="3925" y="213"/>
                      <a:pt x="4066" y="304"/>
                    </a:cubicBezTo>
                    <a:cubicBezTo>
                      <a:pt x="4430" y="532"/>
                      <a:pt x="4652" y="887"/>
                      <a:pt x="4673" y="1260"/>
                    </a:cubicBezTo>
                    <a:cubicBezTo>
                      <a:pt x="4229" y="1340"/>
                      <a:pt x="3881" y="1747"/>
                      <a:pt x="3893" y="1988"/>
                    </a:cubicBezTo>
                    <a:cubicBezTo>
                      <a:pt x="3899" y="2086"/>
                      <a:pt x="3960" y="2190"/>
                      <a:pt x="4132" y="2190"/>
                    </a:cubicBezTo>
                    <a:cubicBezTo>
                      <a:pt x="4153" y="2190"/>
                      <a:pt x="4177" y="2188"/>
                      <a:pt x="4201" y="2185"/>
                    </a:cubicBezTo>
                    <a:cubicBezTo>
                      <a:pt x="4550" y="2139"/>
                      <a:pt x="4803" y="1827"/>
                      <a:pt x="4840" y="1417"/>
                    </a:cubicBezTo>
                    <a:cubicBezTo>
                      <a:pt x="5034" y="1423"/>
                      <a:pt x="5213" y="1510"/>
                      <a:pt x="5373" y="1682"/>
                    </a:cubicBezTo>
                    <a:cubicBezTo>
                      <a:pt x="5651" y="1972"/>
                      <a:pt x="5586" y="2321"/>
                      <a:pt x="5485" y="2561"/>
                    </a:cubicBezTo>
                    <a:cubicBezTo>
                      <a:pt x="5247" y="3113"/>
                      <a:pt x="4581" y="3616"/>
                      <a:pt x="4090" y="3616"/>
                    </a:cubicBezTo>
                    <a:cubicBezTo>
                      <a:pt x="4086" y="3616"/>
                      <a:pt x="4082" y="3616"/>
                      <a:pt x="4077" y="3616"/>
                    </a:cubicBezTo>
                    <a:cubicBezTo>
                      <a:pt x="3958" y="3616"/>
                      <a:pt x="3843" y="3576"/>
                      <a:pt x="3748" y="3505"/>
                    </a:cubicBezTo>
                    <a:cubicBezTo>
                      <a:pt x="3699" y="3465"/>
                      <a:pt x="3652" y="3422"/>
                      <a:pt x="3609" y="3372"/>
                    </a:cubicBezTo>
                    <a:cubicBezTo>
                      <a:pt x="3816" y="3157"/>
                      <a:pt x="3884" y="2845"/>
                      <a:pt x="3788" y="2564"/>
                    </a:cubicBezTo>
                    <a:cubicBezTo>
                      <a:pt x="3723" y="2352"/>
                      <a:pt x="3609" y="2321"/>
                      <a:pt x="3548" y="2321"/>
                    </a:cubicBezTo>
                    <a:cubicBezTo>
                      <a:pt x="3455" y="2321"/>
                      <a:pt x="3366" y="2389"/>
                      <a:pt x="3307" y="2506"/>
                    </a:cubicBezTo>
                    <a:cubicBezTo>
                      <a:pt x="3202" y="2716"/>
                      <a:pt x="3187" y="3049"/>
                      <a:pt x="3381" y="3351"/>
                    </a:cubicBezTo>
                    <a:cubicBezTo>
                      <a:pt x="3181" y="3505"/>
                      <a:pt x="2807" y="3669"/>
                      <a:pt x="2120" y="3669"/>
                    </a:cubicBezTo>
                    <a:lnTo>
                      <a:pt x="2070" y="3669"/>
                    </a:lnTo>
                    <a:cubicBezTo>
                      <a:pt x="1651" y="3662"/>
                      <a:pt x="1469" y="3447"/>
                      <a:pt x="1392" y="3231"/>
                    </a:cubicBezTo>
                    <a:cubicBezTo>
                      <a:pt x="1657" y="3215"/>
                      <a:pt x="1873" y="3086"/>
                      <a:pt x="1972" y="2879"/>
                    </a:cubicBezTo>
                    <a:cubicBezTo>
                      <a:pt x="2073" y="2672"/>
                      <a:pt x="2033" y="2432"/>
                      <a:pt x="1864" y="2222"/>
                    </a:cubicBezTo>
                    <a:cubicBezTo>
                      <a:pt x="1771" y="2105"/>
                      <a:pt x="1679" y="2080"/>
                      <a:pt x="1617" y="2080"/>
                    </a:cubicBezTo>
                    <a:cubicBezTo>
                      <a:pt x="1527" y="2080"/>
                      <a:pt x="1441" y="2130"/>
                      <a:pt x="1367" y="2222"/>
                    </a:cubicBezTo>
                    <a:cubicBezTo>
                      <a:pt x="1216" y="2410"/>
                      <a:pt x="1139" y="2749"/>
                      <a:pt x="1173" y="3049"/>
                    </a:cubicBezTo>
                    <a:cubicBezTo>
                      <a:pt x="966" y="3002"/>
                      <a:pt x="769" y="2913"/>
                      <a:pt x="602" y="2783"/>
                    </a:cubicBezTo>
                    <a:cubicBezTo>
                      <a:pt x="161" y="2456"/>
                      <a:pt x="254" y="2003"/>
                      <a:pt x="312" y="1821"/>
                    </a:cubicBezTo>
                    <a:cubicBezTo>
                      <a:pt x="442" y="1426"/>
                      <a:pt x="790" y="1106"/>
                      <a:pt x="1086" y="1106"/>
                    </a:cubicBezTo>
                    <a:cubicBezTo>
                      <a:pt x="1157" y="1106"/>
                      <a:pt x="1228" y="1124"/>
                      <a:pt x="1290" y="1161"/>
                    </a:cubicBezTo>
                    <a:cubicBezTo>
                      <a:pt x="1304" y="1169"/>
                      <a:pt x="1319" y="1173"/>
                      <a:pt x="1333" y="1173"/>
                    </a:cubicBezTo>
                    <a:cubicBezTo>
                      <a:pt x="1382" y="1173"/>
                      <a:pt x="1427" y="1130"/>
                      <a:pt x="1419" y="1075"/>
                    </a:cubicBezTo>
                    <a:cubicBezTo>
                      <a:pt x="1419" y="1072"/>
                      <a:pt x="1358" y="621"/>
                      <a:pt x="1574" y="375"/>
                    </a:cubicBezTo>
                    <a:cubicBezTo>
                      <a:pt x="1664" y="270"/>
                      <a:pt x="1793" y="218"/>
                      <a:pt x="1959" y="218"/>
                    </a:cubicBezTo>
                    <a:cubicBezTo>
                      <a:pt x="2076" y="218"/>
                      <a:pt x="2212" y="243"/>
                      <a:pt x="2366" y="294"/>
                    </a:cubicBezTo>
                    <a:cubicBezTo>
                      <a:pt x="2508" y="338"/>
                      <a:pt x="2641" y="402"/>
                      <a:pt x="2761" y="486"/>
                    </a:cubicBezTo>
                    <a:cubicBezTo>
                      <a:pt x="2527" y="809"/>
                      <a:pt x="2446" y="1244"/>
                      <a:pt x="2709" y="1463"/>
                    </a:cubicBezTo>
                    <a:cubicBezTo>
                      <a:pt x="2777" y="1525"/>
                      <a:pt x="2863" y="1562"/>
                      <a:pt x="2955" y="1565"/>
                    </a:cubicBezTo>
                    <a:cubicBezTo>
                      <a:pt x="3094" y="1565"/>
                      <a:pt x="3218" y="1466"/>
                      <a:pt x="3273" y="1306"/>
                    </a:cubicBezTo>
                    <a:cubicBezTo>
                      <a:pt x="3353" y="1075"/>
                      <a:pt x="3298" y="735"/>
                      <a:pt x="3002" y="458"/>
                    </a:cubicBezTo>
                    <a:cubicBezTo>
                      <a:pt x="3182" y="270"/>
                      <a:pt x="3403" y="170"/>
                      <a:pt x="3628" y="170"/>
                    </a:cubicBezTo>
                    <a:close/>
                    <a:moveTo>
                      <a:pt x="3632" y="0"/>
                    </a:moveTo>
                    <a:cubicBezTo>
                      <a:pt x="3356" y="0"/>
                      <a:pt x="3085" y="122"/>
                      <a:pt x="2872" y="350"/>
                    </a:cubicBezTo>
                    <a:cubicBezTo>
                      <a:pt x="2733" y="257"/>
                      <a:pt x="2582" y="183"/>
                      <a:pt x="2422" y="131"/>
                    </a:cubicBezTo>
                    <a:cubicBezTo>
                      <a:pt x="2252" y="76"/>
                      <a:pt x="2099" y="48"/>
                      <a:pt x="1963" y="48"/>
                    </a:cubicBezTo>
                    <a:cubicBezTo>
                      <a:pt x="1743" y="48"/>
                      <a:pt x="1568" y="120"/>
                      <a:pt x="1444" y="264"/>
                    </a:cubicBezTo>
                    <a:cubicBezTo>
                      <a:pt x="1262" y="470"/>
                      <a:pt x="1237" y="776"/>
                      <a:pt x="1241" y="954"/>
                    </a:cubicBezTo>
                    <a:cubicBezTo>
                      <a:pt x="1191" y="939"/>
                      <a:pt x="1139" y="933"/>
                      <a:pt x="1089" y="933"/>
                    </a:cubicBezTo>
                    <a:cubicBezTo>
                      <a:pt x="716" y="933"/>
                      <a:pt x="306" y="1300"/>
                      <a:pt x="152" y="1766"/>
                    </a:cubicBezTo>
                    <a:cubicBezTo>
                      <a:pt x="1" y="2225"/>
                      <a:pt x="127" y="2645"/>
                      <a:pt x="500" y="2919"/>
                    </a:cubicBezTo>
                    <a:cubicBezTo>
                      <a:pt x="735" y="3092"/>
                      <a:pt x="978" y="3197"/>
                      <a:pt x="1210" y="3224"/>
                    </a:cubicBezTo>
                    <a:cubicBezTo>
                      <a:pt x="1321" y="3613"/>
                      <a:pt x="1632" y="3835"/>
                      <a:pt x="2070" y="3838"/>
                    </a:cubicBezTo>
                    <a:lnTo>
                      <a:pt x="2120" y="3838"/>
                    </a:lnTo>
                    <a:cubicBezTo>
                      <a:pt x="2715" y="3838"/>
                      <a:pt x="3184" y="3718"/>
                      <a:pt x="3483" y="3490"/>
                    </a:cubicBezTo>
                    <a:cubicBezTo>
                      <a:pt x="3532" y="3542"/>
                      <a:pt x="3585" y="3595"/>
                      <a:pt x="3643" y="3641"/>
                    </a:cubicBezTo>
                    <a:cubicBezTo>
                      <a:pt x="3766" y="3737"/>
                      <a:pt x="3921" y="3786"/>
                      <a:pt x="4076" y="3786"/>
                    </a:cubicBezTo>
                    <a:cubicBezTo>
                      <a:pt x="4081" y="3786"/>
                      <a:pt x="4086" y="3786"/>
                      <a:pt x="4090" y="3786"/>
                    </a:cubicBezTo>
                    <a:cubicBezTo>
                      <a:pt x="4652" y="3786"/>
                      <a:pt x="5377" y="3246"/>
                      <a:pt x="5642" y="2629"/>
                    </a:cubicBezTo>
                    <a:cubicBezTo>
                      <a:pt x="5815" y="2222"/>
                      <a:pt x="5765" y="1843"/>
                      <a:pt x="5500" y="1565"/>
                    </a:cubicBezTo>
                    <a:cubicBezTo>
                      <a:pt x="5303" y="1358"/>
                      <a:pt x="5084" y="1254"/>
                      <a:pt x="4843" y="1247"/>
                    </a:cubicBezTo>
                    <a:cubicBezTo>
                      <a:pt x="4821" y="819"/>
                      <a:pt x="4572" y="418"/>
                      <a:pt x="4161" y="159"/>
                    </a:cubicBezTo>
                    <a:cubicBezTo>
                      <a:pt x="3992" y="52"/>
                      <a:pt x="3811" y="0"/>
                      <a:pt x="36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0" name="Google Shape;1480;p15"/>
            <p:cNvGrpSpPr/>
            <p:nvPr/>
          </p:nvGrpSpPr>
          <p:grpSpPr>
            <a:xfrm>
              <a:off x="346424" y="366160"/>
              <a:ext cx="336697" cy="237041"/>
              <a:chOff x="8341725" y="115829"/>
              <a:chExt cx="267198" cy="188098"/>
            </a:xfrm>
          </p:grpSpPr>
          <p:sp>
            <p:nvSpPr>
              <p:cNvPr id="1481" name="Google Shape;1481;p15"/>
              <p:cNvSpPr/>
              <p:nvPr/>
            </p:nvSpPr>
            <p:spPr>
              <a:xfrm>
                <a:off x="8405670" y="188118"/>
                <a:ext cx="107912" cy="91561"/>
              </a:xfrm>
              <a:custGeom>
                <a:avLst/>
                <a:gdLst/>
                <a:ahLst/>
                <a:cxnLst/>
                <a:rect l="l" t="t" r="r" b="b"/>
                <a:pathLst>
                  <a:path w="2884" h="2447" extrusionOk="0">
                    <a:moveTo>
                      <a:pt x="1471" y="0"/>
                    </a:moveTo>
                    <a:cubicBezTo>
                      <a:pt x="674" y="0"/>
                      <a:pt x="207" y="963"/>
                      <a:pt x="0" y="1543"/>
                    </a:cubicBezTo>
                    <a:lnTo>
                      <a:pt x="509" y="1710"/>
                    </a:lnTo>
                    <a:cubicBezTo>
                      <a:pt x="509" y="1710"/>
                      <a:pt x="918" y="578"/>
                      <a:pt x="1479" y="578"/>
                    </a:cubicBezTo>
                    <a:cubicBezTo>
                      <a:pt x="1552" y="578"/>
                      <a:pt x="1626" y="597"/>
                      <a:pt x="1703" y="639"/>
                    </a:cubicBezTo>
                    <a:cubicBezTo>
                      <a:pt x="2375" y="1009"/>
                      <a:pt x="2030" y="2212"/>
                      <a:pt x="2030" y="2212"/>
                    </a:cubicBezTo>
                    <a:lnTo>
                      <a:pt x="2647" y="2447"/>
                    </a:lnTo>
                    <a:cubicBezTo>
                      <a:pt x="2770" y="1759"/>
                      <a:pt x="2884" y="312"/>
                      <a:pt x="1724" y="32"/>
                    </a:cubicBezTo>
                    <a:cubicBezTo>
                      <a:pt x="1636" y="10"/>
                      <a:pt x="1552" y="0"/>
                      <a:pt x="1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15"/>
              <p:cNvSpPr/>
              <p:nvPr/>
            </p:nvSpPr>
            <p:spPr>
              <a:xfrm>
                <a:off x="8341725" y="115829"/>
                <a:ext cx="267198" cy="188098"/>
              </a:xfrm>
              <a:custGeom>
                <a:avLst/>
                <a:gdLst/>
                <a:ahLst/>
                <a:cxnLst/>
                <a:rect l="l" t="t" r="r" b="b"/>
                <a:pathLst>
                  <a:path w="7141" h="5027" extrusionOk="0">
                    <a:moveTo>
                      <a:pt x="3198" y="0"/>
                    </a:moveTo>
                    <a:cubicBezTo>
                      <a:pt x="998" y="0"/>
                      <a:pt x="1" y="2926"/>
                      <a:pt x="1" y="2926"/>
                    </a:cubicBezTo>
                    <a:lnTo>
                      <a:pt x="475" y="3080"/>
                    </a:lnTo>
                    <a:cubicBezTo>
                      <a:pt x="742" y="2290"/>
                      <a:pt x="1495" y="619"/>
                      <a:pt x="3054" y="619"/>
                    </a:cubicBezTo>
                    <a:cubicBezTo>
                      <a:pt x="3284" y="619"/>
                      <a:pt x="3531" y="655"/>
                      <a:pt x="3797" y="736"/>
                    </a:cubicBezTo>
                    <a:cubicBezTo>
                      <a:pt x="6456" y="1541"/>
                      <a:pt x="5916" y="4018"/>
                      <a:pt x="5648" y="4866"/>
                    </a:cubicBezTo>
                    <a:lnTo>
                      <a:pt x="6067" y="5026"/>
                    </a:lnTo>
                    <a:cubicBezTo>
                      <a:pt x="6067" y="5026"/>
                      <a:pt x="7141" y="1301"/>
                      <a:pt x="4223" y="199"/>
                    </a:cubicBezTo>
                    <a:cubicBezTo>
                      <a:pt x="3856" y="61"/>
                      <a:pt x="3515" y="0"/>
                      <a:pt x="31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15"/>
              <p:cNvSpPr/>
              <p:nvPr/>
            </p:nvSpPr>
            <p:spPr>
              <a:xfrm>
                <a:off x="8359386" y="138953"/>
                <a:ext cx="223906" cy="158950"/>
              </a:xfrm>
              <a:custGeom>
                <a:avLst/>
                <a:gdLst/>
                <a:ahLst/>
                <a:cxnLst/>
                <a:rect l="l" t="t" r="r" b="b"/>
                <a:pathLst>
                  <a:path w="5984" h="4248" extrusionOk="0">
                    <a:moveTo>
                      <a:pt x="2582" y="1"/>
                    </a:moveTo>
                    <a:cubicBezTo>
                      <a:pt x="1023" y="1"/>
                      <a:pt x="269" y="1672"/>
                      <a:pt x="0" y="2459"/>
                    </a:cubicBezTo>
                    <a:lnTo>
                      <a:pt x="627" y="2660"/>
                    </a:lnTo>
                    <a:cubicBezTo>
                      <a:pt x="890" y="1900"/>
                      <a:pt x="1508" y="619"/>
                      <a:pt x="2695" y="619"/>
                    </a:cubicBezTo>
                    <a:cubicBezTo>
                      <a:pt x="2983" y="619"/>
                      <a:pt x="3304" y="694"/>
                      <a:pt x="3661" y="871"/>
                    </a:cubicBezTo>
                    <a:cubicBezTo>
                      <a:pt x="4861" y="1463"/>
                      <a:pt x="4710" y="3199"/>
                      <a:pt x="4562" y="4017"/>
                    </a:cubicBezTo>
                    <a:lnTo>
                      <a:pt x="5173" y="4248"/>
                    </a:lnTo>
                    <a:cubicBezTo>
                      <a:pt x="5444" y="3400"/>
                      <a:pt x="5984" y="923"/>
                      <a:pt x="3325" y="118"/>
                    </a:cubicBezTo>
                    <a:cubicBezTo>
                      <a:pt x="3059" y="37"/>
                      <a:pt x="2812" y="1"/>
                      <a:pt x="258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15"/>
              <p:cNvSpPr/>
              <p:nvPr/>
            </p:nvSpPr>
            <p:spPr>
              <a:xfrm>
                <a:off x="8382696" y="162076"/>
                <a:ext cx="158613" cy="127182"/>
              </a:xfrm>
              <a:custGeom>
                <a:avLst/>
                <a:gdLst/>
                <a:ahLst/>
                <a:cxnLst/>
                <a:rect l="l" t="t" r="r" b="b"/>
                <a:pathLst>
                  <a:path w="4239" h="3399" extrusionOk="0">
                    <a:moveTo>
                      <a:pt x="2072" y="1"/>
                    </a:moveTo>
                    <a:cubicBezTo>
                      <a:pt x="884" y="1"/>
                      <a:pt x="264" y="1282"/>
                      <a:pt x="0" y="2042"/>
                    </a:cubicBezTo>
                    <a:lnTo>
                      <a:pt x="614" y="2239"/>
                    </a:lnTo>
                    <a:cubicBezTo>
                      <a:pt x="824" y="1659"/>
                      <a:pt x="1288" y="696"/>
                      <a:pt x="2085" y="696"/>
                    </a:cubicBezTo>
                    <a:cubicBezTo>
                      <a:pt x="2166" y="696"/>
                      <a:pt x="2250" y="706"/>
                      <a:pt x="2338" y="728"/>
                    </a:cubicBezTo>
                    <a:cubicBezTo>
                      <a:pt x="3498" y="1008"/>
                      <a:pt x="3384" y="2455"/>
                      <a:pt x="3261" y="3140"/>
                    </a:cubicBezTo>
                    <a:lnTo>
                      <a:pt x="3939" y="3399"/>
                    </a:lnTo>
                    <a:cubicBezTo>
                      <a:pt x="4084" y="2581"/>
                      <a:pt x="4238" y="845"/>
                      <a:pt x="3038" y="253"/>
                    </a:cubicBezTo>
                    <a:cubicBezTo>
                      <a:pt x="2681" y="76"/>
                      <a:pt x="2360" y="1"/>
                      <a:pt x="20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15"/>
              <p:cNvSpPr/>
              <p:nvPr/>
            </p:nvSpPr>
            <p:spPr>
              <a:xfrm>
                <a:off x="8355644" y="135024"/>
                <a:ext cx="241044" cy="163814"/>
              </a:xfrm>
              <a:custGeom>
                <a:avLst/>
                <a:gdLst/>
                <a:ahLst/>
                <a:cxnLst/>
                <a:rect l="l" t="t" r="r" b="b"/>
                <a:pathLst>
                  <a:path w="6442" h="4378" extrusionOk="0">
                    <a:moveTo>
                      <a:pt x="2825" y="0"/>
                    </a:moveTo>
                    <a:cubicBezTo>
                      <a:pt x="2536" y="0"/>
                      <a:pt x="2256" y="58"/>
                      <a:pt x="1985" y="174"/>
                    </a:cubicBezTo>
                    <a:cubicBezTo>
                      <a:pt x="671" y="738"/>
                      <a:pt x="48" y="2465"/>
                      <a:pt x="23" y="2536"/>
                    </a:cubicBezTo>
                    <a:cubicBezTo>
                      <a:pt x="0" y="2602"/>
                      <a:pt x="51" y="2647"/>
                      <a:pt x="102" y="2647"/>
                    </a:cubicBezTo>
                    <a:cubicBezTo>
                      <a:pt x="133" y="2647"/>
                      <a:pt x="164" y="2630"/>
                      <a:pt x="178" y="2592"/>
                    </a:cubicBezTo>
                    <a:cubicBezTo>
                      <a:pt x="184" y="2573"/>
                      <a:pt x="801" y="862"/>
                      <a:pt x="2050" y="322"/>
                    </a:cubicBezTo>
                    <a:cubicBezTo>
                      <a:pt x="2299" y="216"/>
                      <a:pt x="2558" y="163"/>
                      <a:pt x="2824" y="163"/>
                    </a:cubicBezTo>
                    <a:cubicBezTo>
                      <a:pt x="3140" y="163"/>
                      <a:pt x="3467" y="238"/>
                      <a:pt x="3802" y="387"/>
                    </a:cubicBezTo>
                    <a:cubicBezTo>
                      <a:pt x="4822" y="843"/>
                      <a:pt x="5368" y="1630"/>
                      <a:pt x="5424" y="2728"/>
                    </a:cubicBezTo>
                    <a:cubicBezTo>
                      <a:pt x="5445" y="3249"/>
                      <a:pt x="5368" y="3773"/>
                      <a:pt x="5199" y="4267"/>
                    </a:cubicBezTo>
                    <a:cubicBezTo>
                      <a:pt x="5183" y="4310"/>
                      <a:pt x="5205" y="4356"/>
                      <a:pt x="5245" y="4371"/>
                    </a:cubicBezTo>
                    <a:cubicBezTo>
                      <a:pt x="5254" y="4375"/>
                      <a:pt x="5263" y="4378"/>
                      <a:pt x="5276" y="4378"/>
                    </a:cubicBezTo>
                    <a:cubicBezTo>
                      <a:pt x="5307" y="4375"/>
                      <a:pt x="5334" y="4356"/>
                      <a:pt x="5347" y="4325"/>
                    </a:cubicBezTo>
                    <a:cubicBezTo>
                      <a:pt x="5359" y="4294"/>
                      <a:pt x="6442" y="1389"/>
                      <a:pt x="3863" y="239"/>
                    </a:cubicBezTo>
                    <a:cubicBezTo>
                      <a:pt x="3508" y="79"/>
                      <a:pt x="3161" y="0"/>
                      <a:pt x="2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15"/>
              <p:cNvSpPr/>
              <p:nvPr/>
            </p:nvSpPr>
            <p:spPr>
              <a:xfrm>
                <a:off x="8378917" y="160430"/>
                <a:ext cx="167107" cy="131822"/>
              </a:xfrm>
              <a:custGeom>
                <a:avLst/>
                <a:gdLst/>
                <a:ahLst/>
                <a:cxnLst/>
                <a:rect l="l" t="t" r="r" b="b"/>
                <a:pathLst>
                  <a:path w="4466" h="3523" extrusionOk="0">
                    <a:moveTo>
                      <a:pt x="2270" y="0"/>
                    </a:moveTo>
                    <a:cubicBezTo>
                      <a:pt x="2003" y="0"/>
                      <a:pt x="1745" y="61"/>
                      <a:pt x="1499" y="183"/>
                    </a:cubicBezTo>
                    <a:cubicBezTo>
                      <a:pt x="493" y="679"/>
                      <a:pt x="43" y="2005"/>
                      <a:pt x="21" y="2064"/>
                    </a:cubicBezTo>
                    <a:cubicBezTo>
                      <a:pt x="0" y="2127"/>
                      <a:pt x="51" y="2169"/>
                      <a:pt x="100" y="2169"/>
                    </a:cubicBezTo>
                    <a:cubicBezTo>
                      <a:pt x="131" y="2169"/>
                      <a:pt x="162" y="2153"/>
                      <a:pt x="175" y="2113"/>
                    </a:cubicBezTo>
                    <a:cubicBezTo>
                      <a:pt x="182" y="2101"/>
                      <a:pt x="626" y="793"/>
                      <a:pt x="1573" y="328"/>
                    </a:cubicBezTo>
                    <a:cubicBezTo>
                      <a:pt x="1793" y="217"/>
                      <a:pt x="2027" y="162"/>
                      <a:pt x="2269" y="162"/>
                    </a:cubicBezTo>
                    <a:cubicBezTo>
                      <a:pt x="2467" y="162"/>
                      <a:pt x="2671" y="199"/>
                      <a:pt x="2880" y="272"/>
                    </a:cubicBezTo>
                    <a:cubicBezTo>
                      <a:pt x="4466" y="818"/>
                      <a:pt x="3966" y="3403"/>
                      <a:pt x="3960" y="3427"/>
                    </a:cubicBezTo>
                    <a:cubicBezTo>
                      <a:pt x="3951" y="3470"/>
                      <a:pt x="3978" y="3514"/>
                      <a:pt x="4022" y="3523"/>
                    </a:cubicBezTo>
                    <a:lnTo>
                      <a:pt x="4040" y="3523"/>
                    </a:lnTo>
                    <a:cubicBezTo>
                      <a:pt x="4077" y="3523"/>
                      <a:pt x="4108" y="3495"/>
                      <a:pt x="4114" y="3461"/>
                    </a:cubicBezTo>
                    <a:cubicBezTo>
                      <a:pt x="4200" y="2986"/>
                      <a:pt x="4222" y="2505"/>
                      <a:pt x="4179" y="2027"/>
                    </a:cubicBezTo>
                    <a:cubicBezTo>
                      <a:pt x="4077" y="1025"/>
                      <a:pt x="3648" y="365"/>
                      <a:pt x="2933" y="118"/>
                    </a:cubicBezTo>
                    <a:cubicBezTo>
                      <a:pt x="2706" y="40"/>
                      <a:pt x="2485" y="0"/>
                      <a:pt x="22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15"/>
              <p:cNvSpPr/>
              <p:nvPr/>
            </p:nvSpPr>
            <p:spPr>
              <a:xfrm>
                <a:off x="8401853" y="185237"/>
                <a:ext cx="121906" cy="97435"/>
              </a:xfrm>
              <a:custGeom>
                <a:avLst/>
                <a:gdLst/>
                <a:ahLst/>
                <a:cxnLst/>
                <a:rect l="l" t="t" r="r" b="b"/>
                <a:pathLst>
                  <a:path w="3258" h="2604" extrusionOk="0">
                    <a:moveTo>
                      <a:pt x="1629" y="1"/>
                    </a:moveTo>
                    <a:cubicBezTo>
                      <a:pt x="1471" y="1"/>
                      <a:pt x="1312" y="37"/>
                      <a:pt x="1166" y="109"/>
                    </a:cubicBezTo>
                    <a:cubicBezTo>
                      <a:pt x="429" y="457"/>
                      <a:pt x="41" y="1549"/>
                      <a:pt x="22" y="1595"/>
                    </a:cubicBezTo>
                    <a:cubicBezTo>
                      <a:pt x="1" y="1659"/>
                      <a:pt x="52" y="1703"/>
                      <a:pt x="103" y="1703"/>
                    </a:cubicBezTo>
                    <a:cubicBezTo>
                      <a:pt x="133" y="1703"/>
                      <a:pt x="163" y="1686"/>
                      <a:pt x="176" y="1648"/>
                    </a:cubicBezTo>
                    <a:cubicBezTo>
                      <a:pt x="182" y="1638"/>
                      <a:pt x="562" y="574"/>
                      <a:pt x="1237" y="254"/>
                    </a:cubicBezTo>
                    <a:cubicBezTo>
                      <a:pt x="1360" y="194"/>
                      <a:pt x="1495" y="163"/>
                      <a:pt x="1630" y="163"/>
                    </a:cubicBezTo>
                    <a:cubicBezTo>
                      <a:pt x="1738" y="163"/>
                      <a:pt x="1847" y="183"/>
                      <a:pt x="1950" y="223"/>
                    </a:cubicBezTo>
                    <a:cubicBezTo>
                      <a:pt x="3069" y="624"/>
                      <a:pt x="2674" y="2487"/>
                      <a:pt x="2668" y="2505"/>
                    </a:cubicBezTo>
                    <a:cubicBezTo>
                      <a:pt x="2659" y="2548"/>
                      <a:pt x="2687" y="2592"/>
                      <a:pt x="2730" y="2601"/>
                    </a:cubicBezTo>
                    <a:cubicBezTo>
                      <a:pt x="2736" y="2604"/>
                      <a:pt x="2742" y="2604"/>
                      <a:pt x="2749" y="2604"/>
                    </a:cubicBezTo>
                    <a:cubicBezTo>
                      <a:pt x="2786" y="2601"/>
                      <a:pt x="2816" y="2576"/>
                      <a:pt x="2826" y="2539"/>
                    </a:cubicBezTo>
                    <a:cubicBezTo>
                      <a:pt x="2844" y="2456"/>
                      <a:pt x="3257" y="519"/>
                      <a:pt x="2002" y="69"/>
                    </a:cubicBezTo>
                    <a:cubicBezTo>
                      <a:pt x="1882" y="23"/>
                      <a:pt x="1755" y="1"/>
                      <a:pt x="16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88" name="Google Shape;1488;p15"/>
          <p:cNvGrpSpPr/>
          <p:nvPr/>
        </p:nvGrpSpPr>
        <p:grpSpPr>
          <a:xfrm>
            <a:off x="85064" y="3771167"/>
            <a:ext cx="2090186" cy="1273920"/>
            <a:chOff x="85064" y="3771167"/>
            <a:chExt cx="2090186" cy="1273920"/>
          </a:xfrm>
        </p:grpSpPr>
        <p:grpSp>
          <p:nvGrpSpPr>
            <p:cNvPr id="1489" name="Google Shape;1489;p15"/>
            <p:cNvGrpSpPr/>
            <p:nvPr/>
          </p:nvGrpSpPr>
          <p:grpSpPr>
            <a:xfrm>
              <a:off x="1532090" y="4567025"/>
              <a:ext cx="345427" cy="299475"/>
              <a:chOff x="1011528" y="129375"/>
              <a:chExt cx="345427" cy="299475"/>
            </a:xfrm>
          </p:grpSpPr>
          <p:sp>
            <p:nvSpPr>
              <p:cNvPr id="1490" name="Google Shape;1490;p15"/>
              <p:cNvSpPr/>
              <p:nvPr/>
            </p:nvSpPr>
            <p:spPr>
              <a:xfrm>
                <a:off x="1244129" y="155966"/>
                <a:ext cx="106534" cy="77311"/>
              </a:xfrm>
              <a:custGeom>
                <a:avLst/>
                <a:gdLst/>
                <a:ahLst/>
                <a:cxnLst/>
                <a:rect l="l" t="t" r="r" b="b"/>
                <a:pathLst>
                  <a:path w="1254" h="910" extrusionOk="0">
                    <a:moveTo>
                      <a:pt x="1097" y="0"/>
                    </a:moveTo>
                    <a:cubicBezTo>
                      <a:pt x="975" y="0"/>
                      <a:pt x="707" y="47"/>
                      <a:pt x="93" y="188"/>
                    </a:cubicBezTo>
                    <a:cubicBezTo>
                      <a:pt x="0" y="214"/>
                      <a:pt x="25" y="347"/>
                      <a:pt x="113" y="347"/>
                    </a:cubicBezTo>
                    <a:cubicBezTo>
                      <a:pt x="119" y="347"/>
                      <a:pt x="124" y="346"/>
                      <a:pt x="130" y="345"/>
                    </a:cubicBezTo>
                    <a:cubicBezTo>
                      <a:pt x="445" y="274"/>
                      <a:pt x="790" y="203"/>
                      <a:pt x="979" y="176"/>
                    </a:cubicBezTo>
                    <a:lnTo>
                      <a:pt x="979" y="176"/>
                    </a:lnTo>
                    <a:cubicBezTo>
                      <a:pt x="818" y="364"/>
                      <a:pt x="485" y="722"/>
                      <a:pt x="433" y="765"/>
                    </a:cubicBezTo>
                    <a:cubicBezTo>
                      <a:pt x="399" y="793"/>
                      <a:pt x="390" y="842"/>
                      <a:pt x="417" y="879"/>
                    </a:cubicBezTo>
                    <a:cubicBezTo>
                      <a:pt x="433" y="897"/>
                      <a:pt x="457" y="910"/>
                      <a:pt x="482" y="910"/>
                    </a:cubicBezTo>
                    <a:cubicBezTo>
                      <a:pt x="501" y="910"/>
                      <a:pt x="516" y="904"/>
                      <a:pt x="531" y="894"/>
                    </a:cubicBezTo>
                    <a:cubicBezTo>
                      <a:pt x="538" y="888"/>
                      <a:pt x="1253" y="194"/>
                      <a:pt x="1210" y="62"/>
                    </a:cubicBezTo>
                    <a:cubicBezTo>
                      <a:pt x="1198" y="27"/>
                      <a:pt x="1189" y="0"/>
                      <a:pt x="10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15"/>
              <p:cNvSpPr/>
              <p:nvPr/>
            </p:nvSpPr>
            <p:spPr>
              <a:xfrm>
                <a:off x="1011528" y="129375"/>
                <a:ext cx="345427" cy="299475"/>
              </a:xfrm>
              <a:custGeom>
                <a:avLst/>
                <a:gdLst/>
                <a:ahLst/>
                <a:cxnLst/>
                <a:rect l="l" t="t" r="r" b="b"/>
                <a:pathLst>
                  <a:path w="4066" h="3525" extrusionOk="0">
                    <a:moveTo>
                      <a:pt x="790" y="0"/>
                    </a:moveTo>
                    <a:cubicBezTo>
                      <a:pt x="781" y="0"/>
                      <a:pt x="773" y="1"/>
                      <a:pt x="765" y="1"/>
                    </a:cubicBezTo>
                    <a:cubicBezTo>
                      <a:pt x="265" y="41"/>
                      <a:pt x="885" y="1161"/>
                      <a:pt x="885" y="1161"/>
                    </a:cubicBezTo>
                    <a:cubicBezTo>
                      <a:pt x="885" y="1161"/>
                      <a:pt x="676" y="991"/>
                      <a:pt x="509" y="991"/>
                    </a:cubicBezTo>
                    <a:cubicBezTo>
                      <a:pt x="412" y="991"/>
                      <a:pt x="329" y="1048"/>
                      <a:pt x="308" y="1229"/>
                    </a:cubicBezTo>
                    <a:cubicBezTo>
                      <a:pt x="253" y="1719"/>
                      <a:pt x="922" y="2308"/>
                      <a:pt x="922" y="2308"/>
                    </a:cubicBezTo>
                    <a:lnTo>
                      <a:pt x="0" y="2534"/>
                    </a:lnTo>
                    <a:cubicBezTo>
                      <a:pt x="0" y="2534"/>
                      <a:pt x="453" y="3524"/>
                      <a:pt x="1613" y="3524"/>
                    </a:cubicBezTo>
                    <a:cubicBezTo>
                      <a:pt x="1834" y="3524"/>
                      <a:pt x="2080" y="3489"/>
                      <a:pt x="2353" y="3403"/>
                    </a:cubicBezTo>
                    <a:cubicBezTo>
                      <a:pt x="4065" y="2867"/>
                      <a:pt x="3612" y="526"/>
                      <a:pt x="2696" y="220"/>
                    </a:cubicBezTo>
                    <a:cubicBezTo>
                      <a:pt x="2643" y="203"/>
                      <a:pt x="2594" y="195"/>
                      <a:pt x="2549" y="195"/>
                    </a:cubicBezTo>
                    <a:cubicBezTo>
                      <a:pt x="2026" y="195"/>
                      <a:pt x="1974" y="1263"/>
                      <a:pt x="1974" y="1263"/>
                    </a:cubicBezTo>
                    <a:cubicBezTo>
                      <a:pt x="1974" y="1263"/>
                      <a:pt x="1290" y="0"/>
                      <a:pt x="7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15"/>
              <p:cNvSpPr/>
              <p:nvPr/>
            </p:nvSpPr>
            <p:spPr>
              <a:xfrm>
                <a:off x="1207769" y="166841"/>
                <a:ext cx="52757" cy="56242"/>
              </a:xfrm>
              <a:custGeom>
                <a:avLst/>
                <a:gdLst/>
                <a:ahLst/>
                <a:cxnLst/>
                <a:rect l="l" t="t" r="r" b="b"/>
                <a:pathLst>
                  <a:path w="621" h="662" extrusionOk="0">
                    <a:moveTo>
                      <a:pt x="375" y="0"/>
                    </a:moveTo>
                    <a:cubicBezTo>
                      <a:pt x="323" y="0"/>
                      <a:pt x="269" y="51"/>
                      <a:pt x="299" y="116"/>
                    </a:cubicBezTo>
                    <a:cubicBezTo>
                      <a:pt x="364" y="264"/>
                      <a:pt x="413" y="430"/>
                      <a:pt x="413" y="495"/>
                    </a:cubicBezTo>
                    <a:cubicBezTo>
                      <a:pt x="352" y="473"/>
                      <a:pt x="244" y="353"/>
                      <a:pt x="176" y="245"/>
                    </a:cubicBezTo>
                    <a:cubicBezTo>
                      <a:pt x="157" y="219"/>
                      <a:pt x="133" y="208"/>
                      <a:pt x="109" y="208"/>
                    </a:cubicBezTo>
                    <a:cubicBezTo>
                      <a:pt x="53" y="208"/>
                      <a:pt x="1" y="267"/>
                      <a:pt x="37" y="331"/>
                    </a:cubicBezTo>
                    <a:cubicBezTo>
                      <a:pt x="90" y="409"/>
                      <a:pt x="262" y="661"/>
                      <a:pt x="435" y="661"/>
                    </a:cubicBezTo>
                    <a:lnTo>
                      <a:pt x="450" y="661"/>
                    </a:lnTo>
                    <a:cubicBezTo>
                      <a:pt x="494" y="658"/>
                      <a:pt x="531" y="634"/>
                      <a:pt x="552" y="600"/>
                    </a:cubicBezTo>
                    <a:cubicBezTo>
                      <a:pt x="620" y="483"/>
                      <a:pt x="515" y="205"/>
                      <a:pt x="447" y="51"/>
                    </a:cubicBezTo>
                    <a:cubicBezTo>
                      <a:pt x="432" y="15"/>
                      <a:pt x="404" y="0"/>
                      <a:pt x="37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15"/>
              <p:cNvSpPr/>
              <p:nvPr/>
            </p:nvSpPr>
            <p:spPr>
              <a:xfrm>
                <a:off x="1068616" y="214076"/>
                <a:ext cx="115454" cy="110445"/>
              </a:xfrm>
              <a:custGeom>
                <a:avLst/>
                <a:gdLst/>
                <a:ahLst/>
                <a:cxnLst/>
                <a:rect l="l" t="t" r="r" b="b"/>
                <a:pathLst>
                  <a:path w="1359" h="1300" extrusionOk="0">
                    <a:moveTo>
                      <a:pt x="604" y="0"/>
                    </a:moveTo>
                    <a:cubicBezTo>
                      <a:pt x="588" y="0"/>
                      <a:pt x="576" y="4"/>
                      <a:pt x="568" y="7"/>
                    </a:cubicBezTo>
                    <a:cubicBezTo>
                      <a:pt x="457" y="47"/>
                      <a:pt x="432" y="223"/>
                      <a:pt x="491" y="531"/>
                    </a:cubicBezTo>
                    <a:cubicBezTo>
                      <a:pt x="396" y="468"/>
                      <a:pt x="285" y="414"/>
                      <a:pt x="195" y="414"/>
                    </a:cubicBezTo>
                    <a:cubicBezTo>
                      <a:pt x="170" y="414"/>
                      <a:pt x="148" y="418"/>
                      <a:pt x="127" y="426"/>
                    </a:cubicBezTo>
                    <a:cubicBezTo>
                      <a:pt x="68" y="451"/>
                      <a:pt x="28" y="513"/>
                      <a:pt x="28" y="577"/>
                    </a:cubicBezTo>
                    <a:cubicBezTo>
                      <a:pt x="0" y="880"/>
                      <a:pt x="438" y="1244"/>
                      <a:pt x="488" y="1284"/>
                    </a:cubicBezTo>
                    <a:cubicBezTo>
                      <a:pt x="503" y="1293"/>
                      <a:pt x="522" y="1299"/>
                      <a:pt x="540" y="1299"/>
                    </a:cubicBezTo>
                    <a:cubicBezTo>
                      <a:pt x="617" y="1299"/>
                      <a:pt x="651" y="1203"/>
                      <a:pt x="590" y="1157"/>
                    </a:cubicBezTo>
                    <a:cubicBezTo>
                      <a:pt x="429" y="1025"/>
                      <a:pt x="176" y="756"/>
                      <a:pt x="192" y="593"/>
                    </a:cubicBezTo>
                    <a:lnTo>
                      <a:pt x="192" y="574"/>
                    </a:lnTo>
                    <a:cubicBezTo>
                      <a:pt x="194" y="574"/>
                      <a:pt x="196" y="574"/>
                      <a:pt x="199" y="574"/>
                    </a:cubicBezTo>
                    <a:cubicBezTo>
                      <a:pt x="256" y="574"/>
                      <a:pt x="426" y="672"/>
                      <a:pt x="568" y="790"/>
                    </a:cubicBezTo>
                    <a:cubicBezTo>
                      <a:pt x="583" y="803"/>
                      <a:pt x="601" y="809"/>
                      <a:pt x="618" y="809"/>
                    </a:cubicBezTo>
                    <a:cubicBezTo>
                      <a:pt x="666" y="809"/>
                      <a:pt x="711" y="764"/>
                      <a:pt x="697" y="707"/>
                    </a:cubicBezTo>
                    <a:cubicBezTo>
                      <a:pt x="636" y="473"/>
                      <a:pt x="605" y="229"/>
                      <a:pt x="617" y="170"/>
                    </a:cubicBezTo>
                    <a:lnTo>
                      <a:pt x="617" y="170"/>
                    </a:lnTo>
                    <a:cubicBezTo>
                      <a:pt x="716" y="226"/>
                      <a:pt x="975" y="559"/>
                      <a:pt x="1176" y="858"/>
                    </a:cubicBezTo>
                    <a:cubicBezTo>
                      <a:pt x="1192" y="887"/>
                      <a:pt x="1216" y="899"/>
                      <a:pt x="1241" y="899"/>
                    </a:cubicBezTo>
                    <a:cubicBezTo>
                      <a:pt x="1299" y="899"/>
                      <a:pt x="1358" y="832"/>
                      <a:pt x="1308" y="769"/>
                    </a:cubicBezTo>
                    <a:cubicBezTo>
                      <a:pt x="857" y="85"/>
                      <a:pt x="679" y="0"/>
                      <a:pt x="6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15"/>
              <p:cNvSpPr/>
              <p:nvPr/>
            </p:nvSpPr>
            <p:spPr>
              <a:xfrm>
                <a:off x="1134540" y="274310"/>
                <a:ext cx="164558" cy="119875"/>
              </a:xfrm>
              <a:custGeom>
                <a:avLst/>
                <a:gdLst/>
                <a:ahLst/>
                <a:cxnLst/>
                <a:rect l="l" t="t" r="r" b="b"/>
                <a:pathLst>
                  <a:path w="1937" h="1411" extrusionOk="0">
                    <a:moveTo>
                      <a:pt x="1849" y="0"/>
                    </a:moveTo>
                    <a:cubicBezTo>
                      <a:pt x="1813" y="0"/>
                      <a:pt x="1777" y="22"/>
                      <a:pt x="1769" y="69"/>
                    </a:cubicBezTo>
                    <a:cubicBezTo>
                      <a:pt x="1707" y="522"/>
                      <a:pt x="1528" y="852"/>
                      <a:pt x="1242" y="1043"/>
                    </a:cubicBezTo>
                    <a:cubicBezTo>
                      <a:pt x="1002" y="1205"/>
                      <a:pt x="722" y="1246"/>
                      <a:pt x="503" y="1246"/>
                    </a:cubicBezTo>
                    <a:cubicBezTo>
                      <a:pt x="288" y="1246"/>
                      <a:pt x="131" y="1207"/>
                      <a:pt x="128" y="1207"/>
                    </a:cubicBezTo>
                    <a:cubicBezTo>
                      <a:pt x="123" y="1206"/>
                      <a:pt x="118" y="1206"/>
                      <a:pt x="113" y="1206"/>
                    </a:cubicBezTo>
                    <a:cubicBezTo>
                      <a:pt x="26" y="1206"/>
                      <a:pt x="0" y="1332"/>
                      <a:pt x="88" y="1364"/>
                    </a:cubicBezTo>
                    <a:cubicBezTo>
                      <a:pt x="227" y="1395"/>
                      <a:pt x="366" y="1411"/>
                      <a:pt x="504" y="1411"/>
                    </a:cubicBezTo>
                    <a:cubicBezTo>
                      <a:pt x="748" y="1411"/>
                      <a:pt x="1060" y="1364"/>
                      <a:pt x="1331" y="1179"/>
                    </a:cubicBezTo>
                    <a:cubicBezTo>
                      <a:pt x="1661" y="960"/>
                      <a:pt x="1861" y="590"/>
                      <a:pt x="1929" y="90"/>
                    </a:cubicBezTo>
                    <a:cubicBezTo>
                      <a:pt x="1936" y="33"/>
                      <a:pt x="1892" y="0"/>
                      <a:pt x="18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95" name="Google Shape;1495;p15"/>
            <p:cNvSpPr/>
            <p:nvPr/>
          </p:nvSpPr>
          <p:spPr>
            <a:xfrm>
              <a:off x="1247541" y="4876772"/>
              <a:ext cx="117305" cy="117305"/>
            </a:xfrm>
            <a:custGeom>
              <a:avLst/>
              <a:gdLst/>
              <a:ahLst/>
              <a:cxnLst/>
              <a:rect l="l" t="t" r="r" b="b"/>
              <a:pathLst>
                <a:path w="1611" h="1611" extrusionOk="0">
                  <a:moveTo>
                    <a:pt x="871" y="1"/>
                  </a:moveTo>
                  <a:cubicBezTo>
                    <a:pt x="821" y="1"/>
                    <a:pt x="784" y="38"/>
                    <a:pt x="784" y="84"/>
                  </a:cubicBezTo>
                  <a:lnTo>
                    <a:pt x="781" y="574"/>
                  </a:lnTo>
                  <a:lnTo>
                    <a:pt x="488" y="263"/>
                  </a:lnTo>
                  <a:cubicBezTo>
                    <a:pt x="469" y="243"/>
                    <a:pt x="447" y="234"/>
                    <a:pt x="426" y="234"/>
                  </a:cubicBezTo>
                  <a:cubicBezTo>
                    <a:pt x="360" y="234"/>
                    <a:pt x="303" y="317"/>
                    <a:pt x="362" y="380"/>
                  </a:cubicBezTo>
                  <a:lnTo>
                    <a:pt x="664" y="701"/>
                  </a:lnTo>
                  <a:lnTo>
                    <a:pt x="115" y="704"/>
                  </a:lnTo>
                  <a:cubicBezTo>
                    <a:pt x="1" y="704"/>
                    <a:pt x="1" y="877"/>
                    <a:pt x="115" y="877"/>
                  </a:cubicBezTo>
                  <a:lnTo>
                    <a:pt x="618" y="870"/>
                  </a:lnTo>
                  <a:lnTo>
                    <a:pt x="618" y="870"/>
                  </a:lnTo>
                  <a:lnTo>
                    <a:pt x="232" y="1142"/>
                  </a:lnTo>
                  <a:cubicBezTo>
                    <a:pt x="167" y="1191"/>
                    <a:pt x="201" y="1293"/>
                    <a:pt x="282" y="1296"/>
                  </a:cubicBezTo>
                  <a:cubicBezTo>
                    <a:pt x="297" y="1296"/>
                    <a:pt x="315" y="1290"/>
                    <a:pt x="331" y="1281"/>
                  </a:cubicBezTo>
                  <a:lnTo>
                    <a:pt x="781" y="966"/>
                  </a:lnTo>
                  <a:lnTo>
                    <a:pt x="775" y="1524"/>
                  </a:lnTo>
                  <a:cubicBezTo>
                    <a:pt x="775" y="1571"/>
                    <a:pt x="815" y="1611"/>
                    <a:pt x="861" y="1611"/>
                  </a:cubicBezTo>
                  <a:cubicBezTo>
                    <a:pt x="908" y="1611"/>
                    <a:pt x="948" y="1571"/>
                    <a:pt x="948" y="1524"/>
                  </a:cubicBezTo>
                  <a:lnTo>
                    <a:pt x="951" y="997"/>
                  </a:lnTo>
                  <a:lnTo>
                    <a:pt x="1262" y="1330"/>
                  </a:lnTo>
                  <a:cubicBezTo>
                    <a:pt x="1281" y="1345"/>
                    <a:pt x="1302" y="1355"/>
                    <a:pt x="1327" y="1355"/>
                  </a:cubicBezTo>
                  <a:cubicBezTo>
                    <a:pt x="1349" y="1355"/>
                    <a:pt x="1367" y="1349"/>
                    <a:pt x="1386" y="1333"/>
                  </a:cubicBezTo>
                  <a:cubicBezTo>
                    <a:pt x="1420" y="1299"/>
                    <a:pt x="1420" y="1247"/>
                    <a:pt x="1389" y="1210"/>
                  </a:cubicBezTo>
                  <a:lnTo>
                    <a:pt x="1059" y="864"/>
                  </a:lnTo>
                  <a:lnTo>
                    <a:pt x="1506" y="861"/>
                  </a:lnTo>
                  <a:cubicBezTo>
                    <a:pt x="1611" y="852"/>
                    <a:pt x="1611" y="695"/>
                    <a:pt x="1506" y="689"/>
                  </a:cubicBezTo>
                  <a:lnTo>
                    <a:pt x="1503" y="692"/>
                  </a:lnTo>
                  <a:lnTo>
                    <a:pt x="1170" y="695"/>
                  </a:lnTo>
                  <a:lnTo>
                    <a:pt x="1518" y="451"/>
                  </a:lnTo>
                  <a:cubicBezTo>
                    <a:pt x="1592" y="398"/>
                    <a:pt x="1540" y="297"/>
                    <a:pt x="1468" y="297"/>
                  </a:cubicBezTo>
                  <a:cubicBezTo>
                    <a:pt x="1453" y="297"/>
                    <a:pt x="1436" y="301"/>
                    <a:pt x="1420" y="312"/>
                  </a:cubicBezTo>
                  <a:lnTo>
                    <a:pt x="951" y="639"/>
                  </a:lnTo>
                  <a:lnTo>
                    <a:pt x="954" y="87"/>
                  </a:lnTo>
                  <a:cubicBezTo>
                    <a:pt x="954" y="38"/>
                    <a:pt x="917" y="1"/>
                    <a:pt x="8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15"/>
            <p:cNvSpPr/>
            <p:nvPr/>
          </p:nvSpPr>
          <p:spPr>
            <a:xfrm>
              <a:off x="85064" y="4802233"/>
              <a:ext cx="86504" cy="86286"/>
            </a:xfrm>
            <a:custGeom>
              <a:avLst/>
              <a:gdLst/>
              <a:ahLst/>
              <a:cxnLst/>
              <a:rect l="l" t="t" r="r" b="b"/>
              <a:pathLst>
                <a:path w="1188" h="1185" extrusionOk="0">
                  <a:moveTo>
                    <a:pt x="596" y="170"/>
                  </a:moveTo>
                  <a:cubicBezTo>
                    <a:pt x="827" y="173"/>
                    <a:pt x="1015" y="361"/>
                    <a:pt x="1012" y="596"/>
                  </a:cubicBezTo>
                  <a:cubicBezTo>
                    <a:pt x="1009" y="827"/>
                    <a:pt x="824" y="1012"/>
                    <a:pt x="592" y="1015"/>
                  </a:cubicBezTo>
                  <a:cubicBezTo>
                    <a:pt x="364" y="1006"/>
                    <a:pt x="185" y="818"/>
                    <a:pt x="185" y="592"/>
                  </a:cubicBezTo>
                  <a:cubicBezTo>
                    <a:pt x="185" y="364"/>
                    <a:pt x="367" y="179"/>
                    <a:pt x="596" y="173"/>
                  </a:cubicBezTo>
                  <a:lnTo>
                    <a:pt x="596" y="170"/>
                  </a:lnTo>
                  <a:close/>
                  <a:moveTo>
                    <a:pt x="596" y="0"/>
                  </a:moveTo>
                  <a:cubicBezTo>
                    <a:pt x="269" y="0"/>
                    <a:pt x="0" y="262"/>
                    <a:pt x="0" y="592"/>
                  </a:cubicBezTo>
                  <a:cubicBezTo>
                    <a:pt x="0" y="919"/>
                    <a:pt x="266" y="1185"/>
                    <a:pt x="592" y="1185"/>
                  </a:cubicBezTo>
                  <a:lnTo>
                    <a:pt x="596" y="1185"/>
                  </a:lnTo>
                  <a:cubicBezTo>
                    <a:pt x="923" y="1185"/>
                    <a:pt x="1188" y="919"/>
                    <a:pt x="1188" y="592"/>
                  </a:cubicBezTo>
                  <a:cubicBezTo>
                    <a:pt x="1188" y="262"/>
                    <a:pt x="923" y="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15"/>
            <p:cNvSpPr/>
            <p:nvPr/>
          </p:nvSpPr>
          <p:spPr>
            <a:xfrm>
              <a:off x="554752" y="4010858"/>
              <a:ext cx="86504" cy="86286"/>
            </a:xfrm>
            <a:custGeom>
              <a:avLst/>
              <a:gdLst/>
              <a:ahLst/>
              <a:cxnLst/>
              <a:rect l="l" t="t" r="r" b="b"/>
              <a:pathLst>
                <a:path w="1188" h="1185" extrusionOk="0">
                  <a:moveTo>
                    <a:pt x="596" y="170"/>
                  </a:moveTo>
                  <a:cubicBezTo>
                    <a:pt x="827" y="173"/>
                    <a:pt x="1015" y="361"/>
                    <a:pt x="1012" y="596"/>
                  </a:cubicBezTo>
                  <a:cubicBezTo>
                    <a:pt x="1009" y="827"/>
                    <a:pt x="824" y="1012"/>
                    <a:pt x="592" y="1015"/>
                  </a:cubicBezTo>
                  <a:cubicBezTo>
                    <a:pt x="364" y="1006"/>
                    <a:pt x="185" y="818"/>
                    <a:pt x="185" y="592"/>
                  </a:cubicBezTo>
                  <a:cubicBezTo>
                    <a:pt x="185" y="364"/>
                    <a:pt x="367" y="179"/>
                    <a:pt x="596" y="173"/>
                  </a:cubicBezTo>
                  <a:lnTo>
                    <a:pt x="596" y="170"/>
                  </a:lnTo>
                  <a:close/>
                  <a:moveTo>
                    <a:pt x="596" y="0"/>
                  </a:moveTo>
                  <a:cubicBezTo>
                    <a:pt x="269" y="0"/>
                    <a:pt x="0" y="262"/>
                    <a:pt x="0" y="592"/>
                  </a:cubicBezTo>
                  <a:cubicBezTo>
                    <a:pt x="0" y="919"/>
                    <a:pt x="266" y="1185"/>
                    <a:pt x="592" y="1185"/>
                  </a:cubicBezTo>
                  <a:lnTo>
                    <a:pt x="596" y="1185"/>
                  </a:lnTo>
                  <a:cubicBezTo>
                    <a:pt x="923" y="1185"/>
                    <a:pt x="1188" y="919"/>
                    <a:pt x="1188" y="592"/>
                  </a:cubicBezTo>
                  <a:cubicBezTo>
                    <a:pt x="1188" y="262"/>
                    <a:pt x="923" y="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15"/>
            <p:cNvSpPr/>
            <p:nvPr/>
          </p:nvSpPr>
          <p:spPr>
            <a:xfrm>
              <a:off x="171570" y="3771167"/>
              <a:ext cx="161423" cy="148928"/>
            </a:xfrm>
            <a:custGeom>
              <a:avLst/>
              <a:gdLst/>
              <a:ahLst/>
              <a:cxnLst/>
              <a:rect l="l" t="t" r="r" b="b"/>
              <a:pathLst>
                <a:path w="2558" h="2360" extrusionOk="0">
                  <a:moveTo>
                    <a:pt x="1855" y="179"/>
                  </a:moveTo>
                  <a:lnTo>
                    <a:pt x="1855" y="179"/>
                  </a:lnTo>
                  <a:cubicBezTo>
                    <a:pt x="1827" y="306"/>
                    <a:pt x="1771" y="531"/>
                    <a:pt x="1707" y="790"/>
                  </a:cubicBezTo>
                  <a:cubicBezTo>
                    <a:pt x="1583" y="710"/>
                    <a:pt x="1457" y="630"/>
                    <a:pt x="1330" y="553"/>
                  </a:cubicBezTo>
                  <a:cubicBezTo>
                    <a:pt x="1629" y="306"/>
                    <a:pt x="1781" y="213"/>
                    <a:pt x="1855" y="179"/>
                  </a:cubicBezTo>
                  <a:close/>
                  <a:moveTo>
                    <a:pt x="522" y="287"/>
                  </a:moveTo>
                  <a:cubicBezTo>
                    <a:pt x="704" y="374"/>
                    <a:pt x="880" y="469"/>
                    <a:pt x="1053" y="577"/>
                  </a:cubicBezTo>
                  <a:cubicBezTo>
                    <a:pt x="942" y="670"/>
                    <a:pt x="824" y="778"/>
                    <a:pt x="698" y="892"/>
                  </a:cubicBezTo>
                  <a:cubicBezTo>
                    <a:pt x="575" y="559"/>
                    <a:pt x="531" y="371"/>
                    <a:pt x="522" y="287"/>
                  </a:cubicBezTo>
                  <a:close/>
                  <a:moveTo>
                    <a:pt x="1811" y="1046"/>
                  </a:moveTo>
                  <a:cubicBezTo>
                    <a:pt x="2070" y="1219"/>
                    <a:pt x="2225" y="1330"/>
                    <a:pt x="2308" y="1398"/>
                  </a:cubicBezTo>
                  <a:cubicBezTo>
                    <a:pt x="2188" y="1413"/>
                    <a:pt x="1981" y="1438"/>
                    <a:pt x="1694" y="1462"/>
                  </a:cubicBezTo>
                  <a:cubicBezTo>
                    <a:pt x="1731" y="1336"/>
                    <a:pt x="1771" y="1197"/>
                    <a:pt x="1808" y="1046"/>
                  </a:cubicBezTo>
                  <a:close/>
                  <a:moveTo>
                    <a:pt x="1201" y="664"/>
                  </a:moveTo>
                  <a:cubicBezTo>
                    <a:pt x="1355" y="756"/>
                    <a:pt x="1515" y="855"/>
                    <a:pt x="1666" y="954"/>
                  </a:cubicBezTo>
                  <a:cubicBezTo>
                    <a:pt x="1617" y="1148"/>
                    <a:pt x="1571" y="1324"/>
                    <a:pt x="1525" y="1478"/>
                  </a:cubicBezTo>
                  <a:cubicBezTo>
                    <a:pt x="1336" y="1493"/>
                    <a:pt x="1136" y="1509"/>
                    <a:pt x="951" y="1521"/>
                  </a:cubicBezTo>
                  <a:cubicBezTo>
                    <a:pt x="883" y="1367"/>
                    <a:pt x="815" y="1210"/>
                    <a:pt x="757" y="1055"/>
                  </a:cubicBezTo>
                  <a:cubicBezTo>
                    <a:pt x="917" y="910"/>
                    <a:pt x="1065" y="778"/>
                    <a:pt x="1201" y="664"/>
                  </a:cubicBezTo>
                  <a:close/>
                  <a:moveTo>
                    <a:pt x="630" y="1173"/>
                  </a:moveTo>
                  <a:cubicBezTo>
                    <a:pt x="676" y="1293"/>
                    <a:pt x="726" y="1413"/>
                    <a:pt x="775" y="1530"/>
                  </a:cubicBezTo>
                  <a:cubicBezTo>
                    <a:pt x="613" y="1539"/>
                    <a:pt x="473" y="1543"/>
                    <a:pt x="370" y="1543"/>
                  </a:cubicBezTo>
                  <a:cubicBezTo>
                    <a:pt x="319" y="1543"/>
                    <a:pt x="276" y="1542"/>
                    <a:pt x="245" y="1540"/>
                  </a:cubicBezTo>
                  <a:cubicBezTo>
                    <a:pt x="337" y="1450"/>
                    <a:pt x="476" y="1317"/>
                    <a:pt x="630" y="1173"/>
                  </a:cubicBezTo>
                  <a:close/>
                  <a:moveTo>
                    <a:pt x="1472" y="1644"/>
                  </a:moveTo>
                  <a:lnTo>
                    <a:pt x="1472" y="1644"/>
                  </a:lnTo>
                  <a:cubicBezTo>
                    <a:pt x="1370" y="1981"/>
                    <a:pt x="1306" y="2116"/>
                    <a:pt x="1275" y="2172"/>
                  </a:cubicBezTo>
                  <a:cubicBezTo>
                    <a:pt x="1176" y="2015"/>
                    <a:pt x="1090" y="1848"/>
                    <a:pt x="1019" y="1678"/>
                  </a:cubicBezTo>
                  <a:cubicBezTo>
                    <a:pt x="1167" y="1672"/>
                    <a:pt x="1321" y="1657"/>
                    <a:pt x="1472" y="1644"/>
                  </a:cubicBezTo>
                  <a:close/>
                  <a:moveTo>
                    <a:pt x="1916" y="0"/>
                  </a:moveTo>
                  <a:cubicBezTo>
                    <a:pt x="1833" y="0"/>
                    <a:pt x="1673" y="53"/>
                    <a:pt x="1182" y="466"/>
                  </a:cubicBezTo>
                  <a:cubicBezTo>
                    <a:pt x="960" y="334"/>
                    <a:pt x="618" y="136"/>
                    <a:pt x="507" y="108"/>
                  </a:cubicBezTo>
                  <a:cubicBezTo>
                    <a:pt x="494" y="108"/>
                    <a:pt x="485" y="105"/>
                    <a:pt x="476" y="105"/>
                  </a:cubicBezTo>
                  <a:cubicBezTo>
                    <a:pt x="439" y="105"/>
                    <a:pt x="408" y="124"/>
                    <a:pt x="386" y="155"/>
                  </a:cubicBezTo>
                  <a:cubicBezTo>
                    <a:pt x="359" y="192"/>
                    <a:pt x="297" y="281"/>
                    <a:pt x="568" y="1009"/>
                  </a:cubicBezTo>
                  <a:cubicBezTo>
                    <a:pt x="328" y="1231"/>
                    <a:pt x="118" y="1435"/>
                    <a:pt x="38" y="1515"/>
                  </a:cubicBezTo>
                  <a:cubicBezTo>
                    <a:pt x="10" y="1543"/>
                    <a:pt x="1" y="1583"/>
                    <a:pt x="13" y="1620"/>
                  </a:cubicBezTo>
                  <a:cubicBezTo>
                    <a:pt x="38" y="1681"/>
                    <a:pt x="93" y="1706"/>
                    <a:pt x="374" y="1706"/>
                  </a:cubicBezTo>
                  <a:cubicBezTo>
                    <a:pt x="497" y="1706"/>
                    <a:pt x="655" y="1700"/>
                    <a:pt x="846" y="1691"/>
                  </a:cubicBezTo>
                  <a:cubicBezTo>
                    <a:pt x="966" y="1959"/>
                    <a:pt x="1117" y="2271"/>
                    <a:pt x="1207" y="2338"/>
                  </a:cubicBezTo>
                  <a:cubicBezTo>
                    <a:pt x="1225" y="2351"/>
                    <a:pt x="1247" y="2360"/>
                    <a:pt x="1272" y="2360"/>
                  </a:cubicBezTo>
                  <a:lnTo>
                    <a:pt x="1275" y="2360"/>
                  </a:lnTo>
                  <a:cubicBezTo>
                    <a:pt x="1358" y="2360"/>
                    <a:pt x="1444" y="2304"/>
                    <a:pt x="1648" y="1629"/>
                  </a:cubicBezTo>
                  <a:cubicBezTo>
                    <a:pt x="1947" y="1604"/>
                    <a:pt x="2413" y="1555"/>
                    <a:pt x="2487" y="1530"/>
                  </a:cubicBezTo>
                  <a:cubicBezTo>
                    <a:pt x="2518" y="1515"/>
                    <a:pt x="2539" y="1487"/>
                    <a:pt x="2545" y="1456"/>
                  </a:cubicBezTo>
                  <a:cubicBezTo>
                    <a:pt x="2549" y="1398"/>
                    <a:pt x="2558" y="1339"/>
                    <a:pt x="1851" y="883"/>
                  </a:cubicBezTo>
                  <a:cubicBezTo>
                    <a:pt x="1959" y="466"/>
                    <a:pt x="2037" y="118"/>
                    <a:pt x="2037" y="115"/>
                  </a:cubicBezTo>
                  <a:cubicBezTo>
                    <a:pt x="2040" y="90"/>
                    <a:pt x="2033" y="62"/>
                    <a:pt x="2018" y="44"/>
                  </a:cubicBezTo>
                  <a:cubicBezTo>
                    <a:pt x="1990" y="16"/>
                    <a:pt x="1953" y="0"/>
                    <a:pt x="19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15"/>
            <p:cNvSpPr/>
            <p:nvPr/>
          </p:nvSpPr>
          <p:spPr>
            <a:xfrm>
              <a:off x="2060778" y="4929983"/>
              <a:ext cx="114472" cy="115104"/>
            </a:xfrm>
            <a:custGeom>
              <a:avLst/>
              <a:gdLst/>
              <a:ahLst/>
              <a:cxnLst/>
              <a:rect l="l" t="t" r="r" b="b"/>
              <a:pathLst>
                <a:path w="1814" h="1824" extrusionOk="0">
                  <a:moveTo>
                    <a:pt x="969" y="232"/>
                  </a:moveTo>
                  <a:cubicBezTo>
                    <a:pt x="993" y="309"/>
                    <a:pt x="1018" y="414"/>
                    <a:pt x="1034" y="482"/>
                  </a:cubicBezTo>
                  <a:cubicBezTo>
                    <a:pt x="1080" y="664"/>
                    <a:pt x="1089" y="704"/>
                    <a:pt x="1111" y="735"/>
                  </a:cubicBezTo>
                  <a:cubicBezTo>
                    <a:pt x="1135" y="766"/>
                    <a:pt x="1169" y="778"/>
                    <a:pt x="1348" y="843"/>
                  </a:cubicBezTo>
                  <a:cubicBezTo>
                    <a:pt x="1410" y="868"/>
                    <a:pt x="1509" y="901"/>
                    <a:pt x="1579" y="929"/>
                  </a:cubicBezTo>
                  <a:cubicBezTo>
                    <a:pt x="1478" y="975"/>
                    <a:pt x="1314" y="1037"/>
                    <a:pt x="1169" y="1090"/>
                  </a:cubicBezTo>
                  <a:cubicBezTo>
                    <a:pt x="1148" y="1096"/>
                    <a:pt x="1132" y="1111"/>
                    <a:pt x="1123" y="1133"/>
                  </a:cubicBezTo>
                  <a:cubicBezTo>
                    <a:pt x="1049" y="1299"/>
                    <a:pt x="960" y="1487"/>
                    <a:pt x="901" y="1592"/>
                  </a:cubicBezTo>
                  <a:cubicBezTo>
                    <a:pt x="861" y="1478"/>
                    <a:pt x="805" y="1278"/>
                    <a:pt x="762" y="1105"/>
                  </a:cubicBezTo>
                  <a:cubicBezTo>
                    <a:pt x="753" y="1071"/>
                    <a:pt x="728" y="1049"/>
                    <a:pt x="697" y="1043"/>
                  </a:cubicBezTo>
                  <a:cubicBezTo>
                    <a:pt x="528" y="1012"/>
                    <a:pt x="333" y="969"/>
                    <a:pt x="229" y="938"/>
                  </a:cubicBezTo>
                  <a:cubicBezTo>
                    <a:pt x="395" y="849"/>
                    <a:pt x="565" y="772"/>
                    <a:pt x="741" y="704"/>
                  </a:cubicBezTo>
                  <a:cubicBezTo>
                    <a:pt x="759" y="695"/>
                    <a:pt x="778" y="676"/>
                    <a:pt x="784" y="658"/>
                  </a:cubicBezTo>
                  <a:cubicBezTo>
                    <a:pt x="839" y="513"/>
                    <a:pt x="901" y="371"/>
                    <a:pt x="969" y="232"/>
                  </a:cubicBezTo>
                  <a:close/>
                  <a:moveTo>
                    <a:pt x="990" y="1"/>
                  </a:moveTo>
                  <a:cubicBezTo>
                    <a:pt x="941" y="1"/>
                    <a:pt x="867" y="1"/>
                    <a:pt x="648" y="571"/>
                  </a:cubicBezTo>
                  <a:cubicBezTo>
                    <a:pt x="40" y="815"/>
                    <a:pt x="19" y="895"/>
                    <a:pt x="10" y="929"/>
                  </a:cubicBezTo>
                  <a:cubicBezTo>
                    <a:pt x="0" y="957"/>
                    <a:pt x="6" y="985"/>
                    <a:pt x="22" y="1009"/>
                  </a:cubicBezTo>
                  <a:cubicBezTo>
                    <a:pt x="37" y="1031"/>
                    <a:pt x="84" y="1093"/>
                    <a:pt x="617" y="1198"/>
                  </a:cubicBezTo>
                  <a:cubicBezTo>
                    <a:pt x="774" y="1824"/>
                    <a:pt x="830" y="1824"/>
                    <a:pt x="892" y="1824"/>
                  </a:cubicBezTo>
                  <a:lnTo>
                    <a:pt x="898" y="1824"/>
                  </a:lnTo>
                  <a:cubicBezTo>
                    <a:pt x="944" y="1821"/>
                    <a:pt x="1000" y="1817"/>
                    <a:pt x="1259" y="1231"/>
                  </a:cubicBezTo>
                  <a:cubicBezTo>
                    <a:pt x="1416" y="1176"/>
                    <a:pt x="1718" y="1065"/>
                    <a:pt x="1783" y="1006"/>
                  </a:cubicBezTo>
                  <a:cubicBezTo>
                    <a:pt x="1805" y="985"/>
                    <a:pt x="1814" y="951"/>
                    <a:pt x="1811" y="920"/>
                  </a:cubicBezTo>
                  <a:cubicBezTo>
                    <a:pt x="1795" y="846"/>
                    <a:pt x="1715" y="806"/>
                    <a:pt x="1404" y="695"/>
                  </a:cubicBezTo>
                  <a:cubicBezTo>
                    <a:pt x="1345" y="673"/>
                    <a:pt x="1274" y="649"/>
                    <a:pt x="1243" y="633"/>
                  </a:cubicBezTo>
                  <a:cubicBezTo>
                    <a:pt x="1234" y="599"/>
                    <a:pt x="1212" y="516"/>
                    <a:pt x="1194" y="448"/>
                  </a:cubicBezTo>
                  <a:cubicBezTo>
                    <a:pt x="1141" y="229"/>
                    <a:pt x="1104" y="93"/>
                    <a:pt x="1067" y="41"/>
                  </a:cubicBezTo>
                  <a:cubicBezTo>
                    <a:pt x="1046" y="16"/>
                    <a:pt x="1018" y="4"/>
                    <a:pt x="99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15"/>
            <p:cNvSpPr/>
            <p:nvPr/>
          </p:nvSpPr>
          <p:spPr>
            <a:xfrm>
              <a:off x="132941" y="4274710"/>
              <a:ext cx="117305" cy="117305"/>
            </a:xfrm>
            <a:custGeom>
              <a:avLst/>
              <a:gdLst/>
              <a:ahLst/>
              <a:cxnLst/>
              <a:rect l="l" t="t" r="r" b="b"/>
              <a:pathLst>
                <a:path w="1611" h="1611" extrusionOk="0">
                  <a:moveTo>
                    <a:pt x="871" y="1"/>
                  </a:moveTo>
                  <a:cubicBezTo>
                    <a:pt x="821" y="1"/>
                    <a:pt x="784" y="38"/>
                    <a:pt x="784" y="84"/>
                  </a:cubicBezTo>
                  <a:lnTo>
                    <a:pt x="781" y="574"/>
                  </a:lnTo>
                  <a:lnTo>
                    <a:pt x="488" y="263"/>
                  </a:lnTo>
                  <a:cubicBezTo>
                    <a:pt x="469" y="243"/>
                    <a:pt x="447" y="234"/>
                    <a:pt x="426" y="234"/>
                  </a:cubicBezTo>
                  <a:cubicBezTo>
                    <a:pt x="360" y="234"/>
                    <a:pt x="303" y="317"/>
                    <a:pt x="362" y="380"/>
                  </a:cubicBezTo>
                  <a:lnTo>
                    <a:pt x="664" y="701"/>
                  </a:lnTo>
                  <a:lnTo>
                    <a:pt x="115" y="704"/>
                  </a:lnTo>
                  <a:cubicBezTo>
                    <a:pt x="1" y="704"/>
                    <a:pt x="1" y="877"/>
                    <a:pt x="115" y="877"/>
                  </a:cubicBezTo>
                  <a:lnTo>
                    <a:pt x="618" y="870"/>
                  </a:lnTo>
                  <a:lnTo>
                    <a:pt x="618" y="870"/>
                  </a:lnTo>
                  <a:lnTo>
                    <a:pt x="232" y="1142"/>
                  </a:lnTo>
                  <a:cubicBezTo>
                    <a:pt x="167" y="1191"/>
                    <a:pt x="201" y="1293"/>
                    <a:pt x="282" y="1296"/>
                  </a:cubicBezTo>
                  <a:cubicBezTo>
                    <a:pt x="297" y="1296"/>
                    <a:pt x="315" y="1290"/>
                    <a:pt x="331" y="1281"/>
                  </a:cubicBezTo>
                  <a:lnTo>
                    <a:pt x="781" y="966"/>
                  </a:lnTo>
                  <a:lnTo>
                    <a:pt x="775" y="1524"/>
                  </a:lnTo>
                  <a:cubicBezTo>
                    <a:pt x="775" y="1571"/>
                    <a:pt x="815" y="1611"/>
                    <a:pt x="861" y="1611"/>
                  </a:cubicBezTo>
                  <a:cubicBezTo>
                    <a:pt x="908" y="1611"/>
                    <a:pt x="948" y="1571"/>
                    <a:pt x="948" y="1524"/>
                  </a:cubicBezTo>
                  <a:lnTo>
                    <a:pt x="951" y="997"/>
                  </a:lnTo>
                  <a:lnTo>
                    <a:pt x="1262" y="1330"/>
                  </a:lnTo>
                  <a:cubicBezTo>
                    <a:pt x="1281" y="1345"/>
                    <a:pt x="1302" y="1355"/>
                    <a:pt x="1327" y="1355"/>
                  </a:cubicBezTo>
                  <a:cubicBezTo>
                    <a:pt x="1349" y="1355"/>
                    <a:pt x="1367" y="1349"/>
                    <a:pt x="1386" y="1333"/>
                  </a:cubicBezTo>
                  <a:cubicBezTo>
                    <a:pt x="1420" y="1299"/>
                    <a:pt x="1420" y="1247"/>
                    <a:pt x="1389" y="1210"/>
                  </a:cubicBezTo>
                  <a:lnTo>
                    <a:pt x="1059" y="864"/>
                  </a:lnTo>
                  <a:lnTo>
                    <a:pt x="1506" y="861"/>
                  </a:lnTo>
                  <a:cubicBezTo>
                    <a:pt x="1611" y="852"/>
                    <a:pt x="1611" y="695"/>
                    <a:pt x="1506" y="689"/>
                  </a:cubicBezTo>
                  <a:lnTo>
                    <a:pt x="1503" y="692"/>
                  </a:lnTo>
                  <a:lnTo>
                    <a:pt x="1170" y="695"/>
                  </a:lnTo>
                  <a:lnTo>
                    <a:pt x="1518" y="451"/>
                  </a:lnTo>
                  <a:cubicBezTo>
                    <a:pt x="1592" y="398"/>
                    <a:pt x="1540" y="297"/>
                    <a:pt x="1468" y="297"/>
                  </a:cubicBezTo>
                  <a:cubicBezTo>
                    <a:pt x="1453" y="297"/>
                    <a:pt x="1436" y="301"/>
                    <a:pt x="1420" y="312"/>
                  </a:cubicBezTo>
                  <a:lnTo>
                    <a:pt x="951" y="639"/>
                  </a:lnTo>
                  <a:lnTo>
                    <a:pt x="954" y="87"/>
                  </a:lnTo>
                  <a:cubicBezTo>
                    <a:pt x="954" y="38"/>
                    <a:pt x="917" y="1"/>
                    <a:pt x="8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1" name="Google Shape;1501;p15"/>
          <p:cNvGrpSpPr/>
          <p:nvPr/>
        </p:nvGrpSpPr>
        <p:grpSpPr>
          <a:xfrm>
            <a:off x="6791146" y="93491"/>
            <a:ext cx="2288629" cy="1604581"/>
            <a:chOff x="6791146" y="93491"/>
            <a:chExt cx="2288629" cy="1604581"/>
          </a:xfrm>
        </p:grpSpPr>
        <p:grpSp>
          <p:nvGrpSpPr>
            <p:cNvPr id="1502" name="Google Shape;1502;p15"/>
            <p:cNvGrpSpPr/>
            <p:nvPr/>
          </p:nvGrpSpPr>
          <p:grpSpPr>
            <a:xfrm>
              <a:off x="6791146" y="229394"/>
              <a:ext cx="356308" cy="212146"/>
              <a:chOff x="5852753" y="-1422679"/>
              <a:chExt cx="195881" cy="116634"/>
            </a:xfrm>
          </p:grpSpPr>
          <p:sp>
            <p:nvSpPr>
              <p:cNvPr id="1503" name="Google Shape;1503;p15"/>
              <p:cNvSpPr/>
              <p:nvPr/>
            </p:nvSpPr>
            <p:spPr>
              <a:xfrm>
                <a:off x="5852753" y="-1420330"/>
                <a:ext cx="195881" cy="111615"/>
              </a:xfrm>
              <a:custGeom>
                <a:avLst/>
                <a:gdLst/>
                <a:ahLst/>
                <a:cxnLst/>
                <a:rect l="l" t="t" r="r" b="b"/>
                <a:pathLst>
                  <a:path w="6088" h="3469" extrusionOk="0">
                    <a:moveTo>
                      <a:pt x="3696" y="1"/>
                    </a:moveTo>
                    <a:cubicBezTo>
                      <a:pt x="3413" y="1"/>
                      <a:pt x="3163" y="158"/>
                      <a:pt x="2991" y="365"/>
                    </a:cubicBezTo>
                    <a:lnTo>
                      <a:pt x="2991" y="365"/>
                    </a:lnTo>
                    <a:cubicBezTo>
                      <a:pt x="2876" y="273"/>
                      <a:pt x="2725" y="190"/>
                      <a:pt x="2533" y="128"/>
                    </a:cubicBezTo>
                    <a:cubicBezTo>
                      <a:pt x="2372" y="75"/>
                      <a:pt x="2237" y="52"/>
                      <a:pt x="2122" y="52"/>
                    </a:cubicBezTo>
                    <a:cubicBezTo>
                      <a:pt x="1407" y="52"/>
                      <a:pt x="1530" y="951"/>
                      <a:pt x="1530" y="951"/>
                    </a:cubicBezTo>
                    <a:cubicBezTo>
                      <a:pt x="1457" y="907"/>
                      <a:pt x="1378" y="886"/>
                      <a:pt x="1298" y="886"/>
                    </a:cubicBezTo>
                    <a:cubicBezTo>
                      <a:pt x="694" y="886"/>
                      <a:pt x="1" y="2034"/>
                      <a:pt x="790" y="2617"/>
                    </a:cubicBezTo>
                    <a:cubicBezTo>
                      <a:pt x="1039" y="2800"/>
                      <a:pt x="1275" y="2883"/>
                      <a:pt x="1477" y="2895"/>
                    </a:cubicBezTo>
                    <a:lnTo>
                      <a:pt x="1477" y="2895"/>
                    </a:lnTo>
                    <a:cubicBezTo>
                      <a:pt x="1545" y="3200"/>
                      <a:pt x="1763" y="3463"/>
                      <a:pt x="2224" y="3468"/>
                    </a:cubicBezTo>
                    <a:cubicBezTo>
                      <a:pt x="2242" y="3468"/>
                      <a:pt x="2259" y="3468"/>
                      <a:pt x="2276" y="3468"/>
                    </a:cubicBezTo>
                    <a:cubicBezTo>
                      <a:pt x="2909" y="3468"/>
                      <a:pt x="3333" y="3322"/>
                      <a:pt x="3571" y="3105"/>
                    </a:cubicBezTo>
                    <a:lnTo>
                      <a:pt x="3571" y="3105"/>
                    </a:lnTo>
                    <a:cubicBezTo>
                      <a:pt x="3621" y="3172"/>
                      <a:pt x="3683" y="3237"/>
                      <a:pt x="3760" y="3298"/>
                    </a:cubicBezTo>
                    <a:cubicBezTo>
                      <a:pt x="3866" y="3382"/>
                      <a:pt x="3994" y="3419"/>
                      <a:pt x="4133" y="3419"/>
                    </a:cubicBezTo>
                    <a:cubicBezTo>
                      <a:pt x="4932" y="3419"/>
                      <a:pt x="6088" y="2177"/>
                      <a:pt x="5404" y="1457"/>
                    </a:cubicBezTo>
                    <a:cubicBezTo>
                      <a:pt x="5215" y="1258"/>
                      <a:pt x="5015" y="1183"/>
                      <a:pt x="4827" y="1183"/>
                    </a:cubicBezTo>
                    <a:cubicBezTo>
                      <a:pt x="4806" y="1183"/>
                      <a:pt x="4786" y="1184"/>
                      <a:pt x="4765" y="1185"/>
                    </a:cubicBezTo>
                    <a:lnTo>
                      <a:pt x="4765" y="1185"/>
                    </a:lnTo>
                    <a:cubicBezTo>
                      <a:pt x="4773" y="830"/>
                      <a:pt x="4595" y="421"/>
                      <a:pt x="4155" y="143"/>
                    </a:cubicBezTo>
                    <a:cubicBezTo>
                      <a:pt x="3998" y="43"/>
                      <a:pt x="3843" y="1"/>
                      <a:pt x="36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15"/>
              <p:cNvSpPr/>
              <p:nvPr/>
            </p:nvSpPr>
            <p:spPr>
              <a:xfrm>
                <a:off x="5861505" y="-1422679"/>
                <a:ext cx="176673" cy="116634"/>
              </a:xfrm>
              <a:custGeom>
                <a:avLst/>
                <a:gdLst/>
                <a:ahLst/>
                <a:cxnLst/>
                <a:rect l="l" t="t" r="r" b="b"/>
                <a:pathLst>
                  <a:path w="5491" h="3625" extrusionOk="0">
                    <a:moveTo>
                      <a:pt x="2733" y="558"/>
                    </a:moveTo>
                    <a:cubicBezTo>
                      <a:pt x="2952" y="768"/>
                      <a:pt x="2995" y="1015"/>
                      <a:pt x="2936" y="1178"/>
                    </a:cubicBezTo>
                    <a:cubicBezTo>
                      <a:pt x="2906" y="1264"/>
                      <a:pt x="2852" y="1311"/>
                      <a:pt x="2788" y="1311"/>
                    </a:cubicBezTo>
                    <a:cubicBezTo>
                      <a:pt x="2749" y="1311"/>
                      <a:pt x="2705" y="1293"/>
                      <a:pt x="2662" y="1255"/>
                    </a:cubicBezTo>
                    <a:cubicBezTo>
                      <a:pt x="2508" y="1129"/>
                      <a:pt x="2542" y="827"/>
                      <a:pt x="2733" y="558"/>
                    </a:cubicBezTo>
                    <a:close/>
                    <a:moveTo>
                      <a:pt x="4404" y="1354"/>
                    </a:moveTo>
                    <a:lnTo>
                      <a:pt x="4404" y="1354"/>
                    </a:lnTo>
                    <a:cubicBezTo>
                      <a:pt x="4367" y="1650"/>
                      <a:pt x="4185" y="1872"/>
                      <a:pt x="3945" y="1906"/>
                    </a:cubicBezTo>
                    <a:cubicBezTo>
                      <a:pt x="3929" y="1906"/>
                      <a:pt x="3917" y="1909"/>
                      <a:pt x="3902" y="1909"/>
                    </a:cubicBezTo>
                    <a:cubicBezTo>
                      <a:pt x="3837" y="1909"/>
                      <a:pt x="3837" y="1888"/>
                      <a:pt x="3837" y="1869"/>
                    </a:cubicBezTo>
                    <a:cubicBezTo>
                      <a:pt x="3831" y="1746"/>
                      <a:pt x="4068" y="1431"/>
                      <a:pt x="4404" y="1354"/>
                    </a:cubicBezTo>
                    <a:close/>
                    <a:moveTo>
                      <a:pt x="1527" y="2125"/>
                    </a:moveTo>
                    <a:cubicBezTo>
                      <a:pt x="1570" y="2125"/>
                      <a:pt x="1610" y="2162"/>
                      <a:pt x="1635" y="2196"/>
                    </a:cubicBezTo>
                    <a:cubicBezTo>
                      <a:pt x="1755" y="2347"/>
                      <a:pt x="1783" y="2511"/>
                      <a:pt x="1718" y="2646"/>
                    </a:cubicBezTo>
                    <a:cubicBezTo>
                      <a:pt x="1647" y="2795"/>
                      <a:pt x="1477" y="2884"/>
                      <a:pt x="1274" y="2890"/>
                    </a:cubicBezTo>
                    <a:cubicBezTo>
                      <a:pt x="1231" y="2619"/>
                      <a:pt x="1308" y="2332"/>
                      <a:pt x="1416" y="2199"/>
                    </a:cubicBezTo>
                    <a:cubicBezTo>
                      <a:pt x="1440" y="2159"/>
                      <a:pt x="1481" y="2131"/>
                      <a:pt x="1527" y="2125"/>
                    </a:cubicBezTo>
                    <a:close/>
                    <a:moveTo>
                      <a:pt x="3350" y="2350"/>
                    </a:moveTo>
                    <a:cubicBezTo>
                      <a:pt x="3362" y="2350"/>
                      <a:pt x="3396" y="2384"/>
                      <a:pt x="3424" y="2468"/>
                    </a:cubicBezTo>
                    <a:cubicBezTo>
                      <a:pt x="3491" y="2668"/>
                      <a:pt x="3448" y="2890"/>
                      <a:pt x="3313" y="3051"/>
                    </a:cubicBezTo>
                    <a:cubicBezTo>
                      <a:pt x="3183" y="2825"/>
                      <a:pt x="3195" y="2582"/>
                      <a:pt x="3266" y="2440"/>
                    </a:cubicBezTo>
                    <a:cubicBezTo>
                      <a:pt x="3297" y="2375"/>
                      <a:pt x="3334" y="2350"/>
                      <a:pt x="3350" y="2350"/>
                    </a:cubicBezTo>
                    <a:close/>
                    <a:moveTo>
                      <a:pt x="3426" y="160"/>
                    </a:moveTo>
                    <a:cubicBezTo>
                      <a:pt x="3566" y="160"/>
                      <a:pt x="3707" y="201"/>
                      <a:pt x="3840" y="287"/>
                    </a:cubicBezTo>
                    <a:cubicBezTo>
                      <a:pt x="4185" y="503"/>
                      <a:pt x="4395" y="836"/>
                      <a:pt x="4411" y="1191"/>
                    </a:cubicBezTo>
                    <a:cubicBezTo>
                      <a:pt x="3994" y="1265"/>
                      <a:pt x="3667" y="1650"/>
                      <a:pt x="3677" y="1878"/>
                    </a:cubicBezTo>
                    <a:cubicBezTo>
                      <a:pt x="3679" y="1969"/>
                      <a:pt x="3738" y="2069"/>
                      <a:pt x="3899" y="2069"/>
                    </a:cubicBezTo>
                    <a:cubicBezTo>
                      <a:pt x="3920" y="2069"/>
                      <a:pt x="3942" y="2067"/>
                      <a:pt x="3966" y="2064"/>
                    </a:cubicBezTo>
                    <a:cubicBezTo>
                      <a:pt x="4293" y="2020"/>
                      <a:pt x="4534" y="1727"/>
                      <a:pt x="4571" y="1339"/>
                    </a:cubicBezTo>
                    <a:cubicBezTo>
                      <a:pt x="4753" y="1342"/>
                      <a:pt x="4920" y="1428"/>
                      <a:pt x="5074" y="1589"/>
                    </a:cubicBezTo>
                    <a:cubicBezTo>
                      <a:pt x="5336" y="1863"/>
                      <a:pt x="5274" y="2190"/>
                      <a:pt x="5176" y="2418"/>
                    </a:cubicBezTo>
                    <a:cubicBezTo>
                      <a:pt x="4953" y="2939"/>
                      <a:pt x="4327" y="3414"/>
                      <a:pt x="3862" y="3414"/>
                    </a:cubicBezTo>
                    <a:cubicBezTo>
                      <a:pt x="3857" y="3415"/>
                      <a:pt x="3853" y="3415"/>
                      <a:pt x="3848" y="3415"/>
                    </a:cubicBezTo>
                    <a:cubicBezTo>
                      <a:pt x="3736" y="3415"/>
                      <a:pt x="3627" y="3378"/>
                      <a:pt x="3541" y="3310"/>
                    </a:cubicBezTo>
                    <a:cubicBezTo>
                      <a:pt x="3491" y="3273"/>
                      <a:pt x="3448" y="3232"/>
                      <a:pt x="3408" y="3186"/>
                    </a:cubicBezTo>
                    <a:cubicBezTo>
                      <a:pt x="3603" y="2983"/>
                      <a:pt x="3667" y="2687"/>
                      <a:pt x="3578" y="2421"/>
                    </a:cubicBezTo>
                    <a:cubicBezTo>
                      <a:pt x="3513" y="2218"/>
                      <a:pt x="3408" y="2190"/>
                      <a:pt x="3350" y="2190"/>
                    </a:cubicBezTo>
                    <a:cubicBezTo>
                      <a:pt x="3260" y="2190"/>
                      <a:pt x="3177" y="2255"/>
                      <a:pt x="3121" y="2366"/>
                    </a:cubicBezTo>
                    <a:cubicBezTo>
                      <a:pt x="3023" y="2563"/>
                      <a:pt x="3010" y="2878"/>
                      <a:pt x="3192" y="3165"/>
                    </a:cubicBezTo>
                    <a:cubicBezTo>
                      <a:pt x="3001" y="3306"/>
                      <a:pt x="2649" y="3461"/>
                      <a:pt x="1999" y="3461"/>
                    </a:cubicBezTo>
                    <a:lnTo>
                      <a:pt x="1956" y="3461"/>
                    </a:lnTo>
                    <a:cubicBezTo>
                      <a:pt x="1558" y="3458"/>
                      <a:pt x="1385" y="3254"/>
                      <a:pt x="1314" y="3051"/>
                    </a:cubicBezTo>
                    <a:cubicBezTo>
                      <a:pt x="1564" y="3035"/>
                      <a:pt x="1767" y="2915"/>
                      <a:pt x="1863" y="2720"/>
                    </a:cubicBezTo>
                    <a:cubicBezTo>
                      <a:pt x="1959" y="2523"/>
                      <a:pt x="1922" y="2298"/>
                      <a:pt x="1761" y="2097"/>
                    </a:cubicBezTo>
                    <a:cubicBezTo>
                      <a:pt x="1675" y="1986"/>
                      <a:pt x="1585" y="1965"/>
                      <a:pt x="1527" y="1965"/>
                    </a:cubicBezTo>
                    <a:cubicBezTo>
                      <a:pt x="1444" y="1965"/>
                      <a:pt x="1360" y="2011"/>
                      <a:pt x="1289" y="2097"/>
                    </a:cubicBezTo>
                    <a:cubicBezTo>
                      <a:pt x="1147" y="2276"/>
                      <a:pt x="1076" y="2594"/>
                      <a:pt x="1107" y="2878"/>
                    </a:cubicBezTo>
                    <a:cubicBezTo>
                      <a:pt x="913" y="2835"/>
                      <a:pt x="728" y="2751"/>
                      <a:pt x="568" y="2628"/>
                    </a:cubicBezTo>
                    <a:cubicBezTo>
                      <a:pt x="154" y="2320"/>
                      <a:pt x="241" y="1891"/>
                      <a:pt x="296" y="1718"/>
                    </a:cubicBezTo>
                    <a:cubicBezTo>
                      <a:pt x="420" y="1345"/>
                      <a:pt x="746" y="1043"/>
                      <a:pt x="1027" y="1043"/>
                    </a:cubicBezTo>
                    <a:cubicBezTo>
                      <a:pt x="1095" y="1043"/>
                      <a:pt x="1163" y="1061"/>
                      <a:pt x="1218" y="1095"/>
                    </a:cubicBezTo>
                    <a:cubicBezTo>
                      <a:pt x="1232" y="1103"/>
                      <a:pt x="1246" y="1106"/>
                      <a:pt x="1260" y="1106"/>
                    </a:cubicBezTo>
                    <a:cubicBezTo>
                      <a:pt x="1307" y="1106"/>
                      <a:pt x="1349" y="1067"/>
                      <a:pt x="1342" y="1015"/>
                    </a:cubicBezTo>
                    <a:cubicBezTo>
                      <a:pt x="1342" y="1012"/>
                      <a:pt x="1283" y="586"/>
                      <a:pt x="1487" y="355"/>
                    </a:cubicBezTo>
                    <a:cubicBezTo>
                      <a:pt x="1572" y="255"/>
                      <a:pt x="1695" y="205"/>
                      <a:pt x="1853" y="205"/>
                    </a:cubicBezTo>
                    <a:cubicBezTo>
                      <a:pt x="1964" y="205"/>
                      <a:pt x="2092" y="230"/>
                      <a:pt x="2236" y="278"/>
                    </a:cubicBezTo>
                    <a:cubicBezTo>
                      <a:pt x="2369" y="318"/>
                      <a:pt x="2495" y="380"/>
                      <a:pt x="2609" y="457"/>
                    </a:cubicBezTo>
                    <a:cubicBezTo>
                      <a:pt x="2387" y="765"/>
                      <a:pt x="2313" y="1172"/>
                      <a:pt x="2560" y="1382"/>
                    </a:cubicBezTo>
                    <a:cubicBezTo>
                      <a:pt x="2622" y="1437"/>
                      <a:pt x="2705" y="1474"/>
                      <a:pt x="2791" y="1478"/>
                    </a:cubicBezTo>
                    <a:cubicBezTo>
                      <a:pt x="2921" y="1478"/>
                      <a:pt x="3038" y="1382"/>
                      <a:pt x="3091" y="1234"/>
                    </a:cubicBezTo>
                    <a:cubicBezTo>
                      <a:pt x="3168" y="1018"/>
                      <a:pt x="3112" y="694"/>
                      <a:pt x="2835" y="432"/>
                    </a:cubicBezTo>
                    <a:cubicBezTo>
                      <a:pt x="3006" y="255"/>
                      <a:pt x="3214" y="160"/>
                      <a:pt x="3426" y="160"/>
                    </a:cubicBezTo>
                    <a:close/>
                    <a:moveTo>
                      <a:pt x="3431" y="0"/>
                    </a:moveTo>
                    <a:cubicBezTo>
                      <a:pt x="3171" y="0"/>
                      <a:pt x="2915" y="116"/>
                      <a:pt x="2711" y="333"/>
                    </a:cubicBezTo>
                    <a:cubicBezTo>
                      <a:pt x="2582" y="241"/>
                      <a:pt x="2440" y="173"/>
                      <a:pt x="2289" y="124"/>
                    </a:cubicBezTo>
                    <a:cubicBezTo>
                      <a:pt x="2129" y="71"/>
                      <a:pt x="1984" y="45"/>
                      <a:pt x="1856" y="45"/>
                    </a:cubicBezTo>
                    <a:cubicBezTo>
                      <a:pt x="1647" y="45"/>
                      <a:pt x="1482" y="113"/>
                      <a:pt x="1363" y="247"/>
                    </a:cubicBezTo>
                    <a:cubicBezTo>
                      <a:pt x="1194" y="444"/>
                      <a:pt x="1169" y="731"/>
                      <a:pt x="1172" y="901"/>
                    </a:cubicBezTo>
                    <a:cubicBezTo>
                      <a:pt x="1126" y="888"/>
                      <a:pt x="1076" y="882"/>
                      <a:pt x="1027" y="882"/>
                    </a:cubicBezTo>
                    <a:cubicBezTo>
                      <a:pt x="676" y="882"/>
                      <a:pt x="287" y="1228"/>
                      <a:pt x="142" y="1669"/>
                    </a:cubicBezTo>
                    <a:cubicBezTo>
                      <a:pt x="0" y="2104"/>
                      <a:pt x="120" y="2498"/>
                      <a:pt x="472" y="2757"/>
                    </a:cubicBezTo>
                    <a:cubicBezTo>
                      <a:pt x="694" y="2921"/>
                      <a:pt x="922" y="3020"/>
                      <a:pt x="1141" y="3047"/>
                    </a:cubicBezTo>
                    <a:cubicBezTo>
                      <a:pt x="1246" y="3408"/>
                      <a:pt x="1539" y="3621"/>
                      <a:pt x="1952" y="3624"/>
                    </a:cubicBezTo>
                    <a:lnTo>
                      <a:pt x="1999" y="3624"/>
                    </a:lnTo>
                    <a:cubicBezTo>
                      <a:pt x="2563" y="3624"/>
                      <a:pt x="3007" y="3513"/>
                      <a:pt x="3288" y="3297"/>
                    </a:cubicBezTo>
                    <a:cubicBezTo>
                      <a:pt x="3334" y="3347"/>
                      <a:pt x="3384" y="3396"/>
                      <a:pt x="3439" y="3439"/>
                    </a:cubicBezTo>
                    <a:cubicBezTo>
                      <a:pt x="3556" y="3529"/>
                      <a:pt x="3699" y="3578"/>
                      <a:pt x="3848" y="3578"/>
                    </a:cubicBezTo>
                    <a:cubicBezTo>
                      <a:pt x="3853" y="3578"/>
                      <a:pt x="3857" y="3578"/>
                      <a:pt x="3862" y="3578"/>
                    </a:cubicBezTo>
                    <a:cubicBezTo>
                      <a:pt x="4392" y="3578"/>
                      <a:pt x="5077" y="3066"/>
                      <a:pt x="5327" y="2483"/>
                    </a:cubicBezTo>
                    <a:cubicBezTo>
                      <a:pt x="5490" y="2097"/>
                      <a:pt x="5444" y="1743"/>
                      <a:pt x="5191" y="1478"/>
                    </a:cubicBezTo>
                    <a:cubicBezTo>
                      <a:pt x="5009" y="1283"/>
                      <a:pt x="4802" y="1185"/>
                      <a:pt x="4574" y="1178"/>
                    </a:cubicBezTo>
                    <a:cubicBezTo>
                      <a:pt x="4552" y="774"/>
                      <a:pt x="4315" y="395"/>
                      <a:pt x="3929" y="151"/>
                    </a:cubicBezTo>
                    <a:cubicBezTo>
                      <a:pt x="3770" y="49"/>
                      <a:pt x="3600" y="0"/>
                      <a:pt x="34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05" name="Google Shape;1505;p15"/>
            <p:cNvSpPr/>
            <p:nvPr/>
          </p:nvSpPr>
          <p:spPr>
            <a:xfrm>
              <a:off x="7305875" y="106700"/>
              <a:ext cx="96224" cy="96476"/>
            </a:xfrm>
            <a:custGeom>
              <a:avLst/>
              <a:gdLst/>
              <a:ahLst/>
              <a:cxnLst/>
              <a:rect l="l" t="t" r="r" b="b"/>
              <a:pathLst>
                <a:path w="1121" h="1124" extrusionOk="0">
                  <a:moveTo>
                    <a:pt x="563" y="164"/>
                  </a:moveTo>
                  <a:lnTo>
                    <a:pt x="563" y="164"/>
                  </a:lnTo>
                  <a:cubicBezTo>
                    <a:pt x="782" y="168"/>
                    <a:pt x="960" y="347"/>
                    <a:pt x="957" y="565"/>
                  </a:cubicBezTo>
                  <a:cubicBezTo>
                    <a:pt x="957" y="784"/>
                    <a:pt x="778" y="960"/>
                    <a:pt x="562" y="960"/>
                  </a:cubicBezTo>
                  <a:cubicBezTo>
                    <a:pt x="340" y="960"/>
                    <a:pt x="164" y="781"/>
                    <a:pt x="164" y="562"/>
                  </a:cubicBezTo>
                  <a:cubicBezTo>
                    <a:pt x="164" y="341"/>
                    <a:pt x="342" y="166"/>
                    <a:pt x="563" y="164"/>
                  </a:cubicBezTo>
                  <a:close/>
                  <a:moveTo>
                    <a:pt x="562" y="1"/>
                  </a:moveTo>
                  <a:cubicBezTo>
                    <a:pt x="251" y="1"/>
                    <a:pt x="1" y="251"/>
                    <a:pt x="1" y="562"/>
                  </a:cubicBezTo>
                  <a:cubicBezTo>
                    <a:pt x="1" y="871"/>
                    <a:pt x="251" y="1121"/>
                    <a:pt x="559" y="1124"/>
                  </a:cubicBezTo>
                  <a:lnTo>
                    <a:pt x="562" y="1124"/>
                  </a:lnTo>
                  <a:cubicBezTo>
                    <a:pt x="871" y="1121"/>
                    <a:pt x="1121" y="871"/>
                    <a:pt x="1121" y="562"/>
                  </a:cubicBezTo>
                  <a:cubicBezTo>
                    <a:pt x="1121" y="251"/>
                    <a:pt x="871" y="1"/>
                    <a:pt x="5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15"/>
            <p:cNvSpPr/>
            <p:nvPr/>
          </p:nvSpPr>
          <p:spPr>
            <a:xfrm>
              <a:off x="8608116" y="857134"/>
              <a:ext cx="102917" cy="102663"/>
            </a:xfrm>
            <a:custGeom>
              <a:avLst/>
              <a:gdLst/>
              <a:ahLst/>
              <a:cxnLst/>
              <a:rect l="l" t="t" r="r" b="b"/>
              <a:pathLst>
                <a:path w="1618" h="1614" extrusionOk="0">
                  <a:moveTo>
                    <a:pt x="868" y="1"/>
                  </a:moveTo>
                  <a:cubicBezTo>
                    <a:pt x="821" y="1"/>
                    <a:pt x="784" y="38"/>
                    <a:pt x="784" y="87"/>
                  </a:cubicBezTo>
                  <a:lnTo>
                    <a:pt x="781" y="575"/>
                  </a:lnTo>
                  <a:lnTo>
                    <a:pt x="488" y="266"/>
                  </a:lnTo>
                  <a:cubicBezTo>
                    <a:pt x="470" y="251"/>
                    <a:pt x="451" y="245"/>
                    <a:pt x="432" y="245"/>
                  </a:cubicBezTo>
                  <a:cubicBezTo>
                    <a:pt x="369" y="245"/>
                    <a:pt x="316" y="318"/>
                    <a:pt x="362" y="380"/>
                  </a:cubicBezTo>
                  <a:lnTo>
                    <a:pt x="664" y="701"/>
                  </a:lnTo>
                  <a:lnTo>
                    <a:pt x="115" y="707"/>
                  </a:lnTo>
                  <a:cubicBezTo>
                    <a:pt x="1" y="707"/>
                    <a:pt x="1" y="877"/>
                    <a:pt x="115" y="877"/>
                  </a:cubicBezTo>
                  <a:lnTo>
                    <a:pt x="618" y="874"/>
                  </a:lnTo>
                  <a:lnTo>
                    <a:pt x="229" y="1142"/>
                  </a:lnTo>
                  <a:cubicBezTo>
                    <a:pt x="189" y="1170"/>
                    <a:pt x="180" y="1222"/>
                    <a:pt x="208" y="1262"/>
                  </a:cubicBezTo>
                  <a:cubicBezTo>
                    <a:pt x="225" y="1285"/>
                    <a:pt x="252" y="1298"/>
                    <a:pt x="279" y="1298"/>
                  </a:cubicBezTo>
                  <a:cubicBezTo>
                    <a:pt x="296" y="1298"/>
                    <a:pt x="313" y="1293"/>
                    <a:pt x="328" y="1284"/>
                  </a:cubicBezTo>
                  <a:lnTo>
                    <a:pt x="775" y="969"/>
                  </a:lnTo>
                  <a:lnTo>
                    <a:pt x="775" y="1528"/>
                  </a:lnTo>
                  <a:cubicBezTo>
                    <a:pt x="772" y="1574"/>
                    <a:pt x="812" y="1614"/>
                    <a:pt x="858" y="1614"/>
                  </a:cubicBezTo>
                  <a:cubicBezTo>
                    <a:pt x="905" y="1614"/>
                    <a:pt x="945" y="1574"/>
                    <a:pt x="945" y="1528"/>
                  </a:cubicBezTo>
                  <a:lnTo>
                    <a:pt x="948" y="1000"/>
                  </a:lnTo>
                  <a:lnTo>
                    <a:pt x="1259" y="1333"/>
                  </a:lnTo>
                  <a:cubicBezTo>
                    <a:pt x="1278" y="1353"/>
                    <a:pt x="1300" y="1361"/>
                    <a:pt x="1321" y="1361"/>
                  </a:cubicBezTo>
                  <a:cubicBezTo>
                    <a:pt x="1387" y="1361"/>
                    <a:pt x="1444" y="1277"/>
                    <a:pt x="1386" y="1213"/>
                  </a:cubicBezTo>
                  <a:lnTo>
                    <a:pt x="1059" y="868"/>
                  </a:lnTo>
                  <a:lnTo>
                    <a:pt x="1503" y="865"/>
                  </a:lnTo>
                  <a:cubicBezTo>
                    <a:pt x="1617" y="861"/>
                    <a:pt x="1617" y="692"/>
                    <a:pt x="1503" y="692"/>
                  </a:cubicBezTo>
                  <a:lnTo>
                    <a:pt x="1173" y="695"/>
                  </a:lnTo>
                  <a:lnTo>
                    <a:pt x="1518" y="454"/>
                  </a:lnTo>
                  <a:cubicBezTo>
                    <a:pt x="1597" y="401"/>
                    <a:pt x="1544" y="296"/>
                    <a:pt x="1472" y="296"/>
                  </a:cubicBezTo>
                  <a:cubicBezTo>
                    <a:pt x="1456" y="296"/>
                    <a:pt x="1439" y="301"/>
                    <a:pt x="1423" y="312"/>
                  </a:cubicBezTo>
                  <a:lnTo>
                    <a:pt x="951" y="639"/>
                  </a:lnTo>
                  <a:lnTo>
                    <a:pt x="954" y="87"/>
                  </a:lnTo>
                  <a:cubicBezTo>
                    <a:pt x="954" y="41"/>
                    <a:pt x="917" y="1"/>
                    <a:pt x="868"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15"/>
            <p:cNvSpPr/>
            <p:nvPr/>
          </p:nvSpPr>
          <p:spPr>
            <a:xfrm>
              <a:off x="8895152" y="760837"/>
              <a:ext cx="184623" cy="198973"/>
            </a:xfrm>
            <a:custGeom>
              <a:avLst/>
              <a:gdLst/>
              <a:ahLst/>
              <a:cxnLst/>
              <a:rect l="l" t="t" r="r" b="b"/>
              <a:pathLst>
                <a:path w="2496" h="2690" extrusionOk="0">
                  <a:moveTo>
                    <a:pt x="1564" y="244"/>
                  </a:moveTo>
                  <a:cubicBezTo>
                    <a:pt x="1574" y="374"/>
                    <a:pt x="1580" y="596"/>
                    <a:pt x="1583" y="898"/>
                  </a:cubicBezTo>
                  <a:cubicBezTo>
                    <a:pt x="1450" y="849"/>
                    <a:pt x="1308" y="796"/>
                    <a:pt x="1151" y="741"/>
                  </a:cubicBezTo>
                  <a:cubicBezTo>
                    <a:pt x="1355" y="478"/>
                    <a:pt x="1487" y="327"/>
                    <a:pt x="1564" y="244"/>
                  </a:cubicBezTo>
                  <a:close/>
                  <a:moveTo>
                    <a:pt x="241" y="617"/>
                  </a:moveTo>
                  <a:cubicBezTo>
                    <a:pt x="371" y="657"/>
                    <a:pt x="605" y="734"/>
                    <a:pt x="870" y="824"/>
                  </a:cubicBezTo>
                  <a:cubicBezTo>
                    <a:pt x="775" y="947"/>
                    <a:pt x="679" y="1077"/>
                    <a:pt x="590" y="1203"/>
                  </a:cubicBezTo>
                  <a:cubicBezTo>
                    <a:pt x="352" y="864"/>
                    <a:pt x="269" y="697"/>
                    <a:pt x="241" y="617"/>
                  </a:cubicBezTo>
                  <a:close/>
                  <a:moveTo>
                    <a:pt x="1756" y="1149"/>
                  </a:moveTo>
                  <a:cubicBezTo>
                    <a:pt x="2099" y="1287"/>
                    <a:pt x="2237" y="1367"/>
                    <a:pt x="2289" y="1404"/>
                  </a:cubicBezTo>
                  <a:cubicBezTo>
                    <a:pt x="2117" y="1493"/>
                    <a:pt x="1935" y="1567"/>
                    <a:pt x="1749" y="1629"/>
                  </a:cubicBezTo>
                  <a:cubicBezTo>
                    <a:pt x="1756" y="1472"/>
                    <a:pt x="1756" y="1309"/>
                    <a:pt x="1756" y="1149"/>
                  </a:cubicBezTo>
                  <a:close/>
                  <a:moveTo>
                    <a:pt x="1043" y="883"/>
                  </a:moveTo>
                  <a:cubicBezTo>
                    <a:pt x="1244" y="953"/>
                    <a:pt x="1426" y="1021"/>
                    <a:pt x="1583" y="1080"/>
                  </a:cubicBezTo>
                  <a:cubicBezTo>
                    <a:pt x="1583" y="1283"/>
                    <a:pt x="1583" y="1493"/>
                    <a:pt x="1577" y="1691"/>
                  </a:cubicBezTo>
                  <a:cubicBezTo>
                    <a:pt x="1410" y="1749"/>
                    <a:pt x="1234" y="1802"/>
                    <a:pt x="1068" y="1851"/>
                  </a:cubicBezTo>
                  <a:cubicBezTo>
                    <a:pt x="929" y="1669"/>
                    <a:pt x="803" y="1502"/>
                    <a:pt x="695" y="1351"/>
                  </a:cubicBezTo>
                  <a:lnTo>
                    <a:pt x="692" y="1351"/>
                  </a:lnTo>
                  <a:cubicBezTo>
                    <a:pt x="806" y="1194"/>
                    <a:pt x="923" y="1037"/>
                    <a:pt x="1043" y="883"/>
                  </a:cubicBezTo>
                  <a:close/>
                  <a:moveTo>
                    <a:pt x="590" y="1496"/>
                  </a:moveTo>
                  <a:cubicBezTo>
                    <a:pt x="679" y="1623"/>
                    <a:pt x="778" y="1755"/>
                    <a:pt x="892" y="1900"/>
                  </a:cubicBezTo>
                  <a:cubicBezTo>
                    <a:pt x="590" y="1984"/>
                    <a:pt x="358" y="2030"/>
                    <a:pt x="238" y="2030"/>
                  </a:cubicBezTo>
                  <a:cubicBezTo>
                    <a:pt x="346" y="1848"/>
                    <a:pt x="463" y="1669"/>
                    <a:pt x="590" y="1496"/>
                  </a:cubicBezTo>
                  <a:close/>
                  <a:moveTo>
                    <a:pt x="1574" y="1873"/>
                  </a:moveTo>
                  <a:lnTo>
                    <a:pt x="1574" y="1873"/>
                  </a:lnTo>
                  <a:cubicBezTo>
                    <a:pt x="1561" y="2175"/>
                    <a:pt x="1546" y="2341"/>
                    <a:pt x="1534" y="2434"/>
                  </a:cubicBezTo>
                  <a:cubicBezTo>
                    <a:pt x="1456" y="2338"/>
                    <a:pt x="1327" y="2181"/>
                    <a:pt x="1182" y="1996"/>
                  </a:cubicBezTo>
                  <a:cubicBezTo>
                    <a:pt x="1312" y="1959"/>
                    <a:pt x="1441" y="1916"/>
                    <a:pt x="1574" y="1873"/>
                  </a:cubicBezTo>
                  <a:close/>
                  <a:moveTo>
                    <a:pt x="1629" y="0"/>
                  </a:moveTo>
                  <a:cubicBezTo>
                    <a:pt x="1583" y="0"/>
                    <a:pt x="1512" y="0"/>
                    <a:pt x="982" y="682"/>
                  </a:cubicBezTo>
                  <a:cubicBezTo>
                    <a:pt x="553" y="537"/>
                    <a:pt x="192" y="420"/>
                    <a:pt x="189" y="420"/>
                  </a:cubicBezTo>
                  <a:cubicBezTo>
                    <a:pt x="181" y="417"/>
                    <a:pt x="172" y="416"/>
                    <a:pt x="164" y="416"/>
                  </a:cubicBezTo>
                  <a:cubicBezTo>
                    <a:pt x="145" y="416"/>
                    <a:pt x="126" y="422"/>
                    <a:pt x="112" y="432"/>
                  </a:cubicBezTo>
                  <a:cubicBezTo>
                    <a:pt x="1" y="516"/>
                    <a:pt x="25" y="701"/>
                    <a:pt x="485" y="1351"/>
                  </a:cubicBezTo>
                  <a:cubicBezTo>
                    <a:pt x="325" y="1573"/>
                    <a:pt x="87" y="1919"/>
                    <a:pt x="50" y="2033"/>
                  </a:cubicBezTo>
                  <a:cubicBezTo>
                    <a:pt x="35" y="2070"/>
                    <a:pt x="41" y="2110"/>
                    <a:pt x="62" y="2141"/>
                  </a:cubicBezTo>
                  <a:cubicBezTo>
                    <a:pt x="102" y="2196"/>
                    <a:pt x="173" y="2203"/>
                    <a:pt x="232" y="2203"/>
                  </a:cubicBezTo>
                  <a:cubicBezTo>
                    <a:pt x="411" y="2203"/>
                    <a:pt x="741" y="2122"/>
                    <a:pt x="1003" y="2048"/>
                  </a:cubicBezTo>
                  <a:cubicBezTo>
                    <a:pt x="1271" y="2388"/>
                    <a:pt x="1487" y="2647"/>
                    <a:pt x="1490" y="2650"/>
                  </a:cubicBezTo>
                  <a:cubicBezTo>
                    <a:pt x="1512" y="2671"/>
                    <a:pt x="1540" y="2687"/>
                    <a:pt x="1571" y="2690"/>
                  </a:cubicBezTo>
                  <a:cubicBezTo>
                    <a:pt x="1660" y="2690"/>
                    <a:pt x="1719" y="2690"/>
                    <a:pt x="1746" y="1814"/>
                  </a:cubicBezTo>
                  <a:cubicBezTo>
                    <a:pt x="2039" y="1709"/>
                    <a:pt x="2382" y="1577"/>
                    <a:pt x="2459" y="1490"/>
                  </a:cubicBezTo>
                  <a:cubicBezTo>
                    <a:pt x="2487" y="1462"/>
                    <a:pt x="2496" y="1422"/>
                    <a:pt x="2487" y="1385"/>
                  </a:cubicBezTo>
                  <a:cubicBezTo>
                    <a:pt x="2471" y="1311"/>
                    <a:pt x="2397" y="1216"/>
                    <a:pt x="1756" y="963"/>
                  </a:cubicBezTo>
                  <a:cubicBezTo>
                    <a:pt x="1753" y="645"/>
                    <a:pt x="1743" y="148"/>
                    <a:pt x="1722" y="71"/>
                  </a:cubicBezTo>
                  <a:cubicBezTo>
                    <a:pt x="1706" y="31"/>
                    <a:pt x="1672" y="4"/>
                    <a:pt x="16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15"/>
            <p:cNvSpPr/>
            <p:nvPr/>
          </p:nvSpPr>
          <p:spPr>
            <a:xfrm>
              <a:off x="7578924" y="93491"/>
              <a:ext cx="122063" cy="122890"/>
            </a:xfrm>
            <a:custGeom>
              <a:avLst/>
              <a:gdLst/>
              <a:ahLst/>
              <a:cxnLst/>
              <a:rect l="l" t="t" r="r" b="b"/>
              <a:pathLst>
                <a:path w="1919" h="1932" extrusionOk="0">
                  <a:moveTo>
                    <a:pt x="1024" y="248"/>
                  </a:moveTo>
                  <a:cubicBezTo>
                    <a:pt x="1049" y="331"/>
                    <a:pt x="1076" y="442"/>
                    <a:pt x="1095" y="513"/>
                  </a:cubicBezTo>
                  <a:cubicBezTo>
                    <a:pt x="1141" y="704"/>
                    <a:pt x="1150" y="747"/>
                    <a:pt x="1175" y="781"/>
                  </a:cubicBezTo>
                  <a:cubicBezTo>
                    <a:pt x="1200" y="815"/>
                    <a:pt x="1234" y="828"/>
                    <a:pt x="1425" y="895"/>
                  </a:cubicBezTo>
                  <a:cubicBezTo>
                    <a:pt x="1490" y="920"/>
                    <a:pt x="1592" y="957"/>
                    <a:pt x="1669" y="988"/>
                  </a:cubicBezTo>
                  <a:cubicBezTo>
                    <a:pt x="1561" y="1037"/>
                    <a:pt x="1388" y="1102"/>
                    <a:pt x="1234" y="1154"/>
                  </a:cubicBezTo>
                  <a:cubicBezTo>
                    <a:pt x="1212" y="1164"/>
                    <a:pt x="1194" y="1179"/>
                    <a:pt x="1184" y="1201"/>
                  </a:cubicBezTo>
                  <a:cubicBezTo>
                    <a:pt x="1110" y="1377"/>
                    <a:pt x="1015" y="1577"/>
                    <a:pt x="953" y="1688"/>
                  </a:cubicBezTo>
                  <a:cubicBezTo>
                    <a:pt x="910" y="1568"/>
                    <a:pt x="851" y="1358"/>
                    <a:pt x="805" y="1173"/>
                  </a:cubicBezTo>
                  <a:cubicBezTo>
                    <a:pt x="796" y="1139"/>
                    <a:pt x="771" y="1114"/>
                    <a:pt x="737" y="1108"/>
                  </a:cubicBezTo>
                  <a:cubicBezTo>
                    <a:pt x="558" y="1071"/>
                    <a:pt x="355" y="1028"/>
                    <a:pt x="241" y="994"/>
                  </a:cubicBezTo>
                  <a:cubicBezTo>
                    <a:pt x="416" y="905"/>
                    <a:pt x="595" y="821"/>
                    <a:pt x="780" y="747"/>
                  </a:cubicBezTo>
                  <a:cubicBezTo>
                    <a:pt x="802" y="738"/>
                    <a:pt x="820" y="723"/>
                    <a:pt x="830" y="698"/>
                  </a:cubicBezTo>
                  <a:cubicBezTo>
                    <a:pt x="885" y="547"/>
                    <a:pt x="953" y="396"/>
                    <a:pt x="1024" y="248"/>
                  </a:cubicBezTo>
                  <a:close/>
                  <a:moveTo>
                    <a:pt x="1046" y="1"/>
                  </a:moveTo>
                  <a:cubicBezTo>
                    <a:pt x="993" y="1"/>
                    <a:pt x="916" y="1"/>
                    <a:pt x="685" y="605"/>
                  </a:cubicBezTo>
                  <a:cubicBezTo>
                    <a:pt x="40" y="865"/>
                    <a:pt x="19" y="948"/>
                    <a:pt x="6" y="982"/>
                  </a:cubicBezTo>
                  <a:cubicBezTo>
                    <a:pt x="0" y="1013"/>
                    <a:pt x="6" y="1043"/>
                    <a:pt x="22" y="1068"/>
                  </a:cubicBezTo>
                  <a:cubicBezTo>
                    <a:pt x="40" y="1093"/>
                    <a:pt x="89" y="1158"/>
                    <a:pt x="651" y="1265"/>
                  </a:cubicBezTo>
                  <a:cubicBezTo>
                    <a:pt x="817" y="1932"/>
                    <a:pt x="879" y="1932"/>
                    <a:pt x="941" y="1932"/>
                  </a:cubicBezTo>
                  <a:lnTo>
                    <a:pt x="947" y="1932"/>
                  </a:lnTo>
                  <a:cubicBezTo>
                    <a:pt x="999" y="1929"/>
                    <a:pt x="1058" y="1926"/>
                    <a:pt x="1329" y="1306"/>
                  </a:cubicBezTo>
                  <a:cubicBezTo>
                    <a:pt x="1499" y="1244"/>
                    <a:pt x="1817" y="1127"/>
                    <a:pt x="1885" y="1065"/>
                  </a:cubicBezTo>
                  <a:cubicBezTo>
                    <a:pt x="1909" y="1040"/>
                    <a:pt x="1918" y="1006"/>
                    <a:pt x="1915" y="972"/>
                  </a:cubicBezTo>
                  <a:cubicBezTo>
                    <a:pt x="1900" y="895"/>
                    <a:pt x="1814" y="855"/>
                    <a:pt x="1484" y="735"/>
                  </a:cubicBezTo>
                  <a:cubicBezTo>
                    <a:pt x="1422" y="713"/>
                    <a:pt x="1348" y="686"/>
                    <a:pt x="1314" y="670"/>
                  </a:cubicBezTo>
                  <a:cubicBezTo>
                    <a:pt x="1302" y="633"/>
                    <a:pt x="1280" y="547"/>
                    <a:pt x="1262" y="473"/>
                  </a:cubicBezTo>
                  <a:cubicBezTo>
                    <a:pt x="1203" y="241"/>
                    <a:pt x="1169" y="100"/>
                    <a:pt x="1126" y="44"/>
                  </a:cubicBezTo>
                  <a:cubicBezTo>
                    <a:pt x="1107" y="19"/>
                    <a:pt x="1076" y="4"/>
                    <a:pt x="10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15"/>
            <p:cNvSpPr/>
            <p:nvPr/>
          </p:nvSpPr>
          <p:spPr>
            <a:xfrm>
              <a:off x="7877809" y="149369"/>
              <a:ext cx="902625" cy="372204"/>
            </a:xfrm>
            <a:custGeom>
              <a:avLst/>
              <a:gdLst/>
              <a:ahLst/>
              <a:cxnLst/>
              <a:rect l="l" t="t" r="r" b="b"/>
              <a:pathLst>
                <a:path w="12203" h="5032" extrusionOk="0">
                  <a:moveTo>
                    <a:pt x="2722" y="1"/>
                  </a:moveTo>
                  <a:cubicBezTo>
                    <a:pt x="2678" y="1"/>
                    <a:pt x="2641" y="36"/>
                    <a:pt x="2638" y="79"/>
                  </a:cubicBezTo>
                  <a:cubicBezTo>
                    <a:pt x="2635" y="125"/>
                    <a:pt x="2669" y="168"/>
                    <a:pt x="2715" y="171"/>
                  </a:cubicBezTo>
                  <a:cubicBezTo>
                    <a:pt x="2823" y="180"/>
                    <a:pt x="2924" y="205"/>
                    <a:pt x="3026" y="242"/>
                  </a:cubicBezTo>
                  <a:cubicBezTo>
                    <a:pt x="3036" y="245"/>
                    <a:pt x="3045" y="248"/>
                    <a:pt x="3057" y="248"/>
                  </a:cubicBezTo>
                  <a:cubicBezTo>
                    <a:pt x="3153" y="248"/>
                    <a:pt x="3174" y="116"/>
                    <a:pt x="3085" y="82"/>
                  </a:cubicBezTo>
                  <a:cubicBezTo>
                    <a:pt x="2971" y="38"/>
                    <a:pt x="2854" y="14"/>
                    <a:pt x="2733" y="1"/>
                  </a:cubicBezTo>
                  <a:cubicBezTo>
                    <a:pt x="2730" y="1"/>
                    <a:pt x="2726" y="1"/>
                    <a:pt x="2722" y="1"/>
                  </a:cubicBezTo>
                  <a:close/>
                  <a:moveTo>
                    <a:pt x="2384" y="7"/>
                  </a:moveTo>
                  <a:cubicBezTo>
                    <a:pt x="2380" y="7"/>
                    <a:pt x="2376" y="7"/>
                    <a:pt x="2372" y="8"/>
                  </a:cubicBezTo>
                  <a:cubicBezTo>
                    <a:pt x="2271" y="20"/>
                    <a:pt x="2172" y="42"/>
                    <a:pt x="2076" y="69"/>
                  </a:cubicBezTo>
                  <a:lnTo>
                    <a:pt x="2024" y="82"/>
                  </a:lnTo>
                  <a:cubicBezTo>
                    <a:pt x="1928" y="109"/>
                    <a:pt x="1947" y="251"/>
                    <a:pt x="2049" y="251"/>
                  </a:cubicBezTo>
                  <a:cubicBezTo>
                    <a:pt x="2055" y="251"/>
                    <a:pt x="2064" y="251"/>
                    <a:pt x="2073" y="248"/>
                  </a:cubicBezTo>
                  <a:lnTo>
                    <a:pt x="2123" y="233"/>
                  </a:lnTo>
                  <a:cubicBezTo>
                    <a:pt x="2212" y="208"/>
                    <a:pt x="2301" y="190"/>
                    <a:pt x="2394" y="177"/>
                  </a:cubicBezTo>
                  <a:cubicBezTo>
                    <a:pt x="2501" y="165"/>
                    <a:pt x="2485" y="7"/>
                    <a:pt x="2384" y="7"/>
                  </a:cubicBezTo>
                  <a:close/>
                  <a:moveTo>
                    <a:pt x="1721" y="188"/>
                  </a:moveTo>
                  <a:cubicBezTo>
                    <a:pt x="1711" y="188"/>
                    <a:pt x="1701" y="189"/>
                    <a:pt x="1691" y="193"/>
                  </a:cubicBezTo>
                  <a:cubicBezTo>
                    <a:pt x="1580" y="233"/>
                    <a:pt x="1472" y="279"/>
                    <a:pt x="1370" y="328"/>
                  </a:cubicBezTo>
                  <a:cubicBezTo>
                    <a:pt x="1288" y="368"/>
                    <a:pt x="1314" y="492"/>
                    <a:pt x="1404" y="492"/>
                  </a:cubicBezTo>
                  <a:cubicBezTo>
                    <a:pt x="1405" y="492"/>
                    <a:pt x="1406" y="492"/>
                    <a:pt x="1407" y="492"/>
                  </a:cubicBezTo>
                  <a:lnTo>
                    <a:pt x="1407" y="495"/>
                  </a:lnTo>
                  <a:cubicBezTo>
                    <a:pt x="1419" y="492"/>
                    <a:pt x="1432" y="489"/>
                    <a:pt x="1444" y="483"/>
                  </a:cubicBezTo>
                  <a:cubicBezTo>
                    <a:pt x="1540" y="436"/>
                    <a:pt x="1645" y="390"/>
                    <a:pt x="1752" y="353"/>
                  </a:cubicBezTo>
                  <a:cubicBezTo>
                    <a:pt x="1841" y="314"/>
                    <a:pt x="1805" y="188"/>
                    <a:pt x="1721" y="188"/>
                  </a:cubicBezTo>
                  <a:close/>
                  <a:moveTo>
                    <a:pt x="3354" y="236"/>
                  </a:moveTo>
                  <a:cubicBezTo>
                    <a:pt x="3283" y="236"/>
                    <a:pt x="3232" y="338"/>
                    <a:pt x="3307" y="393"/>
                  </a:cubicBezTo>
                  <a:cubicBezTo>
                    <a:pt x="3393" y="455"/>
                    <a:pt x="3474" y="529"/>
                    <a:pt x="3548" y="609"/>
                  </a:cubicBezTo>
                  <a:cubicBezTo>
                    <a:pt x="3563" y="628"/>
                    <a:pt x="3585" y="637"/>
                    <a:pt x="3609" y="637"/>
                  </a:cubicBezTo>
                  <a:cubicBezTo>
                    <a:pt x="3631" y="637"/>
                    <a:pt x="3652" y="631"/>
                    <a:pt x="3668" y="615"/>
                  </a:cubicBezTo>
                  <a:cubicBezTo>
                    <a:pt x="3702" y="584"/>
                    <a:pt x="3705" y="529"/>
                    <a:pt x="3674" y="495"/>
                  </a:cubicBezTo>
                  <a:cubicBezTo>
                    <a:pt x="3594" y="406"/>
                    <a:pt x="3504" y="322"/>
                    <a:pt x="3406" y="254"/>
                  </a:cubicBezTo>
                  <a:cubicBezTo>
                    <a:pt x="3388" y="242"/>
                    <a:pt x="3371" y="236"/>
                    <a:pt x="3354" y="236"/>
                  </a:cubicBezTo>
                  <a:close/>
                  <a:moveTo>
                    <a:pt x="1117" y="483"/>
                  </a:moveTo>
                  <a:cubicBezTo>
                    <a:pt x="1100" y="483"/>
                    <a:pt x="1082" y="488"/>
                    <a:pt x="1065" y="501"/>
                  </a:cubicBezTo>
                  <a:cubicBezTo>
                    <a:pt x="966" y="563"/>
                    <a:pt x="870" y="634"/>
                    <a:pt x="781" y="708"/>
                  </a:cubicBezTo>
                  <a:cubicBezTo>
                    <a:pt x="719" y="760"/>
                    <a:pt x="753" y="859"/>
                    <a:pt x="833" y="859"/>
                  </a:cubicBezTo>
                  <a:lnTo>
                    <a:pt x="833" y="862"/>
                  </a:lnTo>
                  <a:cubicBezTo>
                    <a:pt x="855" y="862"/>
                    <a:pt x="873" y="853"/>
                    <a:pt x="889" y="840"/>
                  </a:cubicBezTo>
                  <a:cubicBezTo>
                    <a:pt x="975" y="769"/>
                    <a:pt x="1065" y="705"/>
                    <a:pt x="1157" y="646"/>
                  </a:cubicBezTo>
                  <a:cubicBezTo>
                    <a:pt x="1243" y="596"/>
                    <a:pt x="1192" y="483"/>
                    <a:pt x="1117" y="483"/>
                  </a:cubicBezTo>
                  <a:close/>
                  <a:moveTo>
                    <a:pt x="3819" y="740"/>
                  </a:moveTo>
                  <a:cubicBezTo>
                    <a:pt x="3759" y="740"/>
                    <a:pt x="3702" y="805"/>
                    <a:pt x="3745" y="871"/>
                  </a:cubicBezTo>
                  <a:cubicBezTo>
                    <a:pt x="3804" y="964"/>
                    <a:pt x="3856" y="1062"/>
                    <a:pt x="3902" y="1164"/>
                  </a:cubicBezTo>
                  <a:cubicBezTo>
                    <a:pt x="3915" y="1195"/>
                    <a:pt x="3945" y="1214"/>
                    <a:pt x="3979" y="1214"/>
                  </a:cubicBezTo>
                  <a:lnTo>
                    <a:pt x="3976" y="1217"/>
                  </a:lnTo>
                  <a:cubicBezTo>
                    <a:pt x="3989" y="1217"/>
                    <a:pt x="4001" y="1211"/>
                    <a:pt x="4013" y="1207"/>
                  </a:cubicBezTo>
                  <a:cubicBezTo>
                    <a:pt x="4056" y="1186"/>
                    <a:pt x="4075" y="1136"/>
                    <a:pt x="4056" y="1093"/>
                  </a:cubicBezTo>
                  <a:cubicBezTo>
                    <a:pt x="4007" y="985"/>
                    <a:pt x="3952" y="881"/>
                    <a:pt x="3890" y="782"/>
                  </a:cubicBezTo>
                  <a:cubicBezTo>
                    <a:pt x="3871" y="752"/>
                    <a:pt x="3845" y="740"/>
                    <a:pt x="3819" y="740"/>
                  </a:cubicBezTo>
                  <a:close/>
                  <a:moveTo>
                    <a:pt x="6999" y="1087"/>
                  </a:moveTo>
                  <a:cubicBezTo>
                    <a:pt x="6953" y="1090"/>
                    <a:pt x="6916" y="1124"/>
                    <a:pt x="6909" y="1170"/>
                  </a:cubicBezTo>
                  <a:cubicBezTo>
                    <a:pt x="6909" y="1220"/>
                    <a:pt x="6946" y="1257"/>
                    <a:pt x="6993" y="1260"/>
                  </a:cubicBezTo>
                  <a:cubicBezTo>
                    <a:pt x="7104" y="1263"/>
                    <a:pt x="7212" y="1272"/>
                    <a:pt x="7323" y="1291"/>
                  </a:cubicBezTo>
                  <a:lnTo>
                    <a:pt x="7335" y="1291"/>
                  </a:lnTo>
                  <a:cubicBezTo>
                    <a:pt x="7440" y="1291"/>
                    <a:pt x="7455" y="1140"/>
                    <a:pt x="7350" y="1121"/>
                  </a:cubicBezTo>
                  <a:cubicBezTo>
                    <a:pt x="7233" y="1103"/>
                    <a:pt x="7116" y="1090"/>
                    <a:pt x="6999" y="1087"/>
                  </a:cubicBezTo>
                  <a:close/>
                  <a:moveTo>
                    <a:pt x="6653" y="1096"/>
                  </a:moveTo>
                  <a:cubicBezTo>
                    <a:pt x="6651" y="1096"/>
                    <a:pt x="6649" y="1096"/>
                    <a:pt x="6647" y="1096"/>
                  </a:cubicBezTo>
                  <a:cubicBezTo>
                    <a:pt x="6530" y="1106"/>
                    <a:pt x="6413" y="1118"/>
                    <a:pt x="6302" y="1136"/>
                  </a:cubicBezTo>
                  <a:cubicBezTo>
                    <a:pt x="6195" y="1152"/>
                    <a:pt x="6206" y="1306"/>
                    <a:pt x="6311" y="1306"/>
                  </a:cubicBezTo>
                  <a:cubicBezTo>
                    <a:pt x="6312" y="1306"/>
                    <a:pt x="6313" y="1306"/>
                    <a:pt x="6314" y="1306"/>
                  </a:cubicBezTo>
                  <a:lnTo>
                    <a:pt x="6314" y="1306"/>
                  </a:lnTo>
                  <a:lnTo>
                    <a:pt x="6311" y="1309"/>
                  </a:lnTo>
                  <a:cubicBezTo>
                    <a:pt x="6317" y="1309"/>
                    <a:pt x="6323" y="1309"/>
                    <a:pt x="6330" y="1306"/>
                  </a:cubicBezTo>
                  <a:cubicBezTo>
                    <a:pt x="6438" y="1291"/>
                    <a:pt x="6549" y="1278"/>
                    <a:pt x="6663" y="1269"/>
                  </a:cubicBezTo>
                  <a:cubicBezTo>
                    <a:pt x="6709" y="1263"/>
                    <a:pt x="6743" y="1223"/>
                    <a:pt x="6740" y="1177"/>
                  </a:cubicBezTo>
                  <a:cubicBezTo>
                    <a:pt x="6734" y="1132"/>
                    <a:pt x="6697" y="1096"/>
                    <a:pt x="6653" y="1096"/>
                  </a:cubicBezTo>
                  <a:close/>
                  <a:moveTo>
                    <a:pt x="587" y="930"/>
                  </a:moveTo>
                  <a:cubicBezTo>
                    <a:pt x="566" y="930"/>
                    <a:pt x="544" y="938"/>
                    <a:pt x="525" y="958"/>
                  </a:cubicBezTo>
                  <a:cubicBezTo>
                    <a:pt x="448" y="1047"/>
                    <a:pt x="377" y="1143"/>
                    <a:pt x="315" y="1244"/>
                  </a:cubicBezTo>
                  <a:cubicBezTo>
                    <a:pt x="278" y="1300"/>
                    <a:pt x="321" y="1374"/>
                    <a:pt x="386" y="1374"/>
                  </a:cubicBezTo>
                  <a:lnTo>
                    <a:pt x="386" y="1377"/>
                  </a:lnTo>
                  <a:cubicBezTo>
                    <a:pt x="417" y="1377"/>
                    <a:pt x="448" y="1359"/>
                    <a:pt x="463" y="1334"/>
                  </a:cubicBezTo>
                  <a:cubicBezTo>
                    <a:pt x="519" y="1238"/>
                    <a:pt x="584" y="1152"/>
                    <a:pt x="654" y="1069"/>
                  </a:cubicBezTo>
                  <a:cubicBezTo>
                    <a:pt x="703" y="1004"/>
                    <a:pt x="649" y="930"/>
                    <a:pt x="587" y="930"/>
                  </a:cubicBezTo>
                  <a:close/>
                  <a:moveTo>
                    <a:pt x="5981" y="1204"/>
                  </a:moveTo>
                  <a:cubicBezTo>
                    <a:pt x="5973" y="1204"/>
                    <a:pt x="5965" y="1205"/>
                    <a:pt x="5956" y="1207"/>
                  </a:cubicBezTo>
                  <a:cubicBezTo>
                    <a:pt x="5842" y="1235"/>
                    <a:pt x="5731" y="1269"/>
                    <a:pt x="5623" y="1309"/>
                  </a:cubicBezTo>
                  <a:cubicBezTo>
                    <a:pt x="5531" y="1343"/>
                    <a:pt x="5555" y="1476"/>
                    <a:pt x="5651" y="1476"/>
                  </a:cubicBezTo>
                  <a:lnTo>
                    <a:pt x="5648" y="1479"/>
                  </a:lnTo>
                  <a:cubicBezTo>
                    <a:pt x="5660" y="1479"/>
                    <a:pt x="5670" y="1476"/>
                    <a:pt x="5682" y="1473"/>
                  </a:cubicBezTo>
                  <a:cubicBezTo>
                    <a:pt x="5787" y="1433"/>
                    <a:pt x="5892" y="1402"/>
                    <a:pt x="6000" y="1374"/>
                  </a:cubicBezTo>
                  <a:cubicBezTo>
                    <a:pt x="6102" y="1348"/>
                    <a:pt x="6073" y="1204"/>
                    <a:pt x="5981" y="1204"/>
                  </a:cubicBezTo>
                  <a:close/>
                  <a:moveTo>
                    <a:pt x="7665" y="1202"/>
                  </a:moveTo>
                  <a:cubicBezTo>
                    <a:pt x="7578" y="1202"/>
                    <a:pt x="7543" y="1338"/>
                    <a:pt x="7640" y="1371"/>
                  </a:cubicBezTo>
                  <a:cubicBezTo>
                    <a:pt x="7742" y="1405"/>
                    <a:pt x="7841" y="1451"/>
                    <a:pt x="7933" y="1507"/>
                  </a:cubicBezTo>
                  <a:cubicBezTo>
                    <a:pt x="7946" y="1513"/>
                    <a:pt x="7961" y="1519"/>
                    <a:pt x="7977" y="1519"/>
                  </a:cubicBezTo>
                  <a:cubicBezTo>
                    <a:pt x="8063" y="1519"/>
                    <a:pt x="8097" y="1405"/>
                    <a:pt x="8020" y="1359"/>
                  </a:cubicBezTo>
                  <a:cubicBezTo>
                    <a:pt x="7918" y="1297"/>
                    <a:pt x="7807" y="1248"/>
                    <a:pt x="7696" y="1207"/>
                  </a:cubicBezTo>
                  <a:cubicBezTo>
                    <a:pt x="7685" y="1204"/>
                    <a:pt x="7675" y="1202"/>
                    <a:pt x="7665" y="1202"/>
                  </a:cubicBezTo>
                  <a:close/>
                  <a:moveTo>
                    <a:pt x="5341" y="1437"/>
                  </a:moveTo>
                  <a:cubicBezTo>
                    <a:pt x="5328" y="1437"/>
                    <a:pt x="5314" y="1441"/>
                    <a:pt x="5299" y="1448"/>
                  </a:cubicBezTo>
                  <a:cubicBezTo>
                    <a:pt x="5195" y="1500"/>
                    <a:pt x="5090" y="1559"/>
                    <a:pt x="4994" y="1624"/>
                  </a:cubicBezTo>
                  <a:cubicBezTo>
                    <a:pt x="4923" y="1670"/>
                    <a:pt x="4954" y="1781"/>
                    <a:pt x="5040" y="1781"/>
                  </a:cubicBezTo>
                  <a:lnTo>
                    <a:pt x="5037" y="1781"/>
                  </a:lnTo>
                  <a:cubicBezTo>
                    <a:pt x="5041" y="1782"/>
                    <a:pt x="5044" y="1782"/>
                    <a:pt x="5047" y="1782"/>
                  </a:cubicBezTo>
                  <a:cubicBezTo>
                    <a:pt x="5062" y="1782"/>
                    <a:pt x="5076" y="1776"/>
                    <a:pt x="5087" y="1769"/>
                  </a:cubicBezTo>
                  <a:cubicBezTo>
                    <a:pt x="5179" y="1707"/>
                    <a:pt x="5278" y="1652"/>
                    <a:pt x="5377" y="1602"/>
                  </a:cubicBezTo>
                  <a:cubicBezTo>
                    <a:pt x="5464" y="1557"/>
                    <a:pt x="5419" y="1437"/>
                    <a:pt x="5341" y="1437"/>
                  </a:cubicBezTo>
                  <a:close/>
                  <a:moveTo>
                    <a:pt x="4106" y="1359"/>
                  </a:moveTo>
                  <a:cubicBezTo>
                    <a:pt x="4054" y="1359"/>
                    <a:pt x="4000" y="1406"/>
                    <a:pt x="4023" y="1473"/>
                  </a:cubicBezTo>
                  <a:cubicBezTo>
                    <a:pt x="4056" y="1574"/>
                    <a:pt x="4087" y="1682"/>
                    <a:pt x="4115" y="1797"/>
                  </a:cubicBezTo>
                  <a:cubicBezTo>
                    <a:pt x="4124" y="1834"/>
                    <a:pt x="4158" y="1861"/>
                    <a:pt x="4198" y="1861"/>
                  </a:cubicBezTo>
                  <a:lnTo>
                    <a:pt x="4195" y="1864"/>
                  </a:lnTo>
                  <a:cubicBezTo>
                    <a:pt x="4204" y="1861"/>
                    <a:pt x="4211" y="1861"/>
                    <a:pt x="4220" y="1858"/>
                  </a:cubicBezTo>
                  <a:cubicBezTo>
                    <a:pt x="4263" y="1846"/>
                    <a:pt x="4291" y="1800"/>
                    <a:pt x="4282" y="1753"/>
                  </a:cubicBezTo>
                  <a:cubicBezTo>
                    <a:pt x="4254" y="1639"/>
                    <a:pt x="4220" y="1525"/>
                    <a:pt x="4183" y="1417"/>
                  </a:cubicBezTo>
                  <a:cubicBezTo>
                    <a:pt x="4170" y="1376"/>
                    <a:pt x="4139" y="1359"/>
                    <a:pt x="4106" y="1359"/>
                  </a:cubicBezTo>
                  <a:close/>
                  <a:moveTo>
                    <a:pt x="8252" y="1547"/>
                  </a:moveTo>
                  <a:cubicBezTo>
                    <a:pt x="8185" y="1547"/>
                    <a:pt x="8128" y="1638"/>
                    <a:pt x="8196" y="1698"/>
                  </a:cubicBezTo>
                  <a:cubicBezTo>
                    <a:pt x="8276" y="1772"/>
                    <a:pt x="8347" y="1852"/>
                    <a:pt x="8411" y="1941"/>
                  </a:cubicBezTo>
                  <a:cubicBezTo>
                    <a:pt x="8427" y="1963"/>
                    <a:pt x="8452" y="1975"/>
                    <a:pt x="8479" y="1975"/>
                  </a:cubicBezTo>
                  <a:lnTo>
                    <a:pt x="8479" y="1979"/>
                  </a:lnTo>
                  <a:cubicBezTo>
                    <a:pt x="8498" y="1979"/>
                    <a:pt x="8516" y="1972"/>
                    <a:pt x="8532" y="1960"/>
                  </a:cubicBezTo>
                  <a:cubicBezTo>
                    <a:pt x="8569" y="1932"/>
                    <a:pt x="8578" y="1880"/>
                    <a:pt x="8550" y="1840"/>
                  </a:cubicBezTo>
                  <a:cubicBezTo>
                    <a:pt x="8479" y="1744"/>
                    <a:pt x="8399" y="1655"/>
                    <a:pt x="8310" y="1571"/>
                  </a:cubicBezTo>
                  <a:cubicBezTo>
                    <a:pt x="8291" y="1554"/>
                    <a:pt x="8272" y="1547"/>
                    <a:pt x="8252" y="1547"/>
                  </a:cubicBezTo>
                  <a:close/>
                  <a:moveTo>
                    <a:pt x="232" y="1506"/>
                  </a:moveTo>
                  <a:cubicBezTo>
                    <a:pt x="200" y="1506"/>
                    <a:pt x="168" y="1523"/>
                    <a:pt x="155" y="1565"/>
                  </a:cubicBezTo>
                  <a:cubicBezTo>
                    <a:pt x="112" y="1673"/>
                    <a:pt x="75" y="1787"/>
                    <a:pt x="50" y="1904"/>
                  </a:cubicBezTo>
                  <a:cubicBezTo>
                    <a:pt x="41" y="1951"/>
                    <a:pt x="72" y="1997"/>
                    <a:pt x="118" y="2006"/>
                  </a:cubicBezTo>
                  <a:lnTo>
                    <a:pt x="136" y="2006"/>
                  </a:lnTo>
                  <a:lnTo>
                    <a:pt x="133" y="2009"/>
                  </a:lnTo>
                  <a:cubicBezTo>
                    <a:pt x="173" y="2009"/>
                    <a:pt x="210" y="1982"/>
                    <a:pt x="220" y="1941"/>
                  </a:cubicBezTo>
                  <a:cubicBezTo>
                    <a:pt x="241" y="1834"/>
                    <a:pt x="272" y="1729"/>
                    <a:pt x="312" y="1627"/>
                  </a:cubicBezTo>
                  <a:cubicBezTo>
                    <a:pt x="345" y="1558"/>
                    <a:pt x="288" y="1506"/>
                    <a:pt x="232" y="1506"/>
                  </a:cubicBezTo>
                  <a:close/>
                  <a:moveTo>
                    <a:pt x="4766" y="1811"/>
                  </a:moveTo>
                  <a:cubicBezTo>
                    <a:pt x="4748" y="1811"/>
                    <a:pt x="4728" y="1818"/>
                    <a:pt x="4710" y="1834"/>
                  </a:cubicBezTo>
                  <a:cubicBezTo>
                    <a:pt x="4618" y="1908"/>
                    <a:pt x="4534" y="1991"/>
                    <a:pt x="4454" y="2077"/>
                  </a:cubicBezTo>
                  <a:cubicBezTo>
                    <a:pt x="4402" y="2133"/>
                    <a:pt x="4442" y="2222"/>
                    <a:pt x="4516" y="2222"/>
                  </a:cubicBezTo>
                  <a:cubicBezTo>
                    <a:pt x="4541" y="2222"/>
                    <a:pt x="4565" y="2213"/>
                    <a:pt x="4581" y="2194"/>
                  </a:cubicBezTo>
                  <a:cubicBezTo>
                    <a:pt x="4655" y="2111"/>
                    <a:pt x="4735" y="2034"/>
                    <a:pt x="4821" y="1963"/>
                  </a:cubicBezTo>
                  <a:cubicBezTo>
                    <a:pt x="4890" y="1905"/>
                    <a:pt x="4835" y="1811"/>
                    <a:pt x="4766" y="1811"/>
                  </a:cubicBezTo>
                  <a:close/>
                  <a:moveTo>
                    <a:pt x="8658" y="2096"/>
                  </a:moveTo>
                  <a:cubicBezTo>
                    <a:pt x="8602" y="2096"/>
                    <a:pt x="8545" y="2152"/>
                    <a:pt x="8578" y="2219"/>
                  </a:cubicBezTo>
                  <a:cubicBezTo>
                    <a:pt x="8624" y="2318"/>
                    <a:pt x="8664" y="2423"/>
                    <a:pt x="8695" y="2528"/>
                  </a:cubicBezTo>
                  <a:cubicBezTo>
                    <a:pt x="8708" y="2565"/>
                    <a:pt x="8741" y="2589"/>
                    <a:pt x="8778" y="2589"/>
                  </a:cubicBezTo>
                  <a:lnTo>
                    <a:pt x="8775" y="2592"/>
                  </a:lnTo>
                  <a:cubicBezTo>
                    <a:pt x="8785" y="2589"/>
                    <a:pt x="8794" y="2586"/>
                    <a:pt x="8803" y="2583"/>
                  </a:cubicBezTo>
                  <a:cubicBezTo>
                    <a:pt x="8849" y="2571"/>
                    <a:pt x="8874" y="2521"/>
                    <a:pt x="8862" y="2475"/>
                  </a:cubicBezTo>
                  <a:cubicBezTo>
                    <a:pt x="8825" y="2364"/>
                    <a:pt x="8782" y="2253"/>
                    <a:pt x="8732" y="2145"/>
                  </a:cubicBezTo>
                  <a:cubicBezTo>
                    <a:pt x="8716" y="2111"/>
                    <a:pt x="8687" y="2096"/>
                    <a:pt x="8658" y="2096"/>
                  </a:cubicBezTo>
                  <a:close/>
                  <a:moveTo>
                    <a:pt x="9705" y="2444"/>
                  </a:moveTo>
                  <a:cubicBezTo>
                    <a:pt x="9661" y="2444"/>
                    <a:pt x="9624" y="2483"/>
                    <a:pt x="9624" y="2528"/>
                  </a:cubicBezTo>
                  <a:cubicBezTo>
                    <a:pt x="9624" y="2574"/>
                    <a:pt x="9661" y="2614"/>
                    <a:pt x="9710" y="2614"/>
                  </a:cubicBezTo>
                  <a:cubicBezTo>
                    <a:pt x="9818" y="2617"/>
                    <a:pt x="9926" y="2629"/>
                    <a:pt x="10034" y="2651"/>
                  </a:cubicBezTo>
                  <a:lnTo>
                    <a:pt x="10049" y="2651"/>
                  </a:lnTo>
                  <a:cubicBezTo>
                    <a:pt x="10050" y="2651"/>
                    <a:pt x="10051" y="2651"/>
                    <a:pt x="10052" y="2651"/>
                  </a:cubicBezTo>
                  <a:cubicBezTo>
                    <a:pt x="10157" y="2651"/>
                    <a:pt x="10172" y="2500"/>
                    <a:pt x="10068" y="2481"/>
                  </a:cubicBezTo>
                  <a:cubicBezTo>
                    <a:pt x="9951" y="2460"/>
                    <a:pt x="9830" y="2447"/>
                    <a:pt x="9710" y="2444"/>
                  </a:cubicBezTo>
                  <a:cubicBezTo>
                    <a:pt x="9708" y="2444"/>
                    <a:pt x="9707" y="2444"/>
                    <a:pt x="9705" y="2444"/>
                  </a:cubicBezTo>
                  <a:close/>
                  <a:moveTo>
                    <a:pt x="83" y="2175"/>
                  </a:moveTo>
                  <a:cubicBezTo>
                    <a:pt x="41" y="2175"/>
                    <a:pt x="7" y="2210"/>
                    <a:pt x="4" y="2256"/>
                  </a:cubicBezTo>
                  <a:cubicBezTo>
                    <a:pt x="1" y="2299"/>
                    <a:pt x="1" y="2342"/>
                    <a:pt x="1" y="2379"/>
                  </a:cubicBezTo>
                  <a:cubicBezTo>
                    <a:pt x="1" y="2457"/>
                    <a:pt x="4" y="2534"/>
                    <a:pt x="13" y="2611"/>
                  </a:cubicBezTo>
                  <a:cubicBezTo>
                    <a:pt x="16" y="2654"/>
                    <a:pt x="53" y="2688"/>
                    <a:pt x="99" y="2688"/>
                  </a:cubicBezTo>
                  <a:lnTo>
                    <a:pt x="105" y="2688"/>
                  </a:lnTo>
                  <a:cubicBezTo>
                    <a:pt x="152" y="2685"/>
                    <a:pt x="189" y="2642"/>
                    <a:pt x="183" y="2595"/>
                  </a:cubicBezTo>
                  <a:cubicBezTo>
                    <a:pt x="176" y="2524"/>
                    <a:pt x="173" y="2453"/>
                    <a:pt x="173" y="2379"/>
                  </a:cubicBezTo>
                  <a:cubicBezTo>
                    <a:pt x="173" y="2342"/>
                    <a:pt x="173" y="2302"/>
                    <a:pt x="176" y="2265"/>
                  </a:cubicBezTo>
                  <a:cubicBezTo>
                    <a:pt x="176" y="2219"/>
                    <a:pt x="142" y="2176"/>
                    <a:pt x="93" y="2176"/>
                  </a:cubicBezTo>
                  <a:cubicBezTo>
                    <a:pt x="90" y="2175"/>
                    <a:pt x="86" y="2175"/>
                    <a:pt x="83" y="2175"/>
                  </a:cubicBezTo>
                  <a:close/>
                  <a:moveTo>
                    <a:pt x="9372" y="2470"/>
                  </a:moveTo>
                  <a:cubicBezTo>
                    <a:pt x="9365" y="2470"/>
                    <a:pt x="9359" y="2471"/>
                    <a:pt x="9352" y="2472"/>
                  </a:cubicBezTo>
                  <a:cubicBezTo>
                    <a:pt x="9235" y="2494"/>
                    <a:pt x="9118" y="2531"/>
                    <a:pt x="9007" y="2577"/>
                  </a:cubicBezTo>
                  <a:cubicBezTo>
                    <a:pt x="8924" y="2614"/>
                    <a:pt x="8948" y="2742"/>
                    <a:pt x="9042" y="2743"/>
                  </a:cubicBezTo>
                  <a:lnTo>
                    <a:pt x="9042" y="2743"/>
                  </a:lnTo>
                  <a:cubicBezTo>
                    <a:pt x="9054" y="2743"/>
                    <a:pt x="9066" y="2740"/>
                    <a:pt x="9078" y="2734"/>
                  </a:cubicBezTo>
                  <a:cubicBezTo>
                    <a:pt x="9176" y="2691"/>
                    <a:pt x="9278" y="2660"/>
                    <a:pt x="9386" y="2642"/>
                  </a:cubicBezTo>
                  <a:cubicBezTo>
                    <a:pt x="9490" y="2621"/>
                    <a:pt x="9469" y="2470"/>
                    <a:pt x="9372" y="2470"/>
                  </a:cubicBezTo>
                  <a:close/>
                  <a:moveTo>
                    <a:pt x="9042" y="2743"/>
                  </a:moveTo>
                  <a:lnTo>
                    <a:pt x="9042" y="2743"/>
                  </a:lnTo>
                  <a:cubicBezTo>
                    <a:pt x="9042" y="2743"/>
                    <a:pt x="9041" y="2743"/>
                    <a:pt x="9041" y="2743"/>
                  </a:cubicBezTo>
                  <a:lnTo>
                    <a:pt x="9044" y="2743"/>
                  </a:lnTo>
                  <a:cubicBezTo>
                    <a:pt x="9043" y="2743"/>
                    <a:pt x="9043" y="2743"/>
                    <a:pt x="9042" y="2743"/>
                  </a:cubicBezTo>
                  <a:close/>
                  <a:moveTo>
                    <a:pt x="4269" y="2026"/>
                  </a:moveTo>
                  <a:cubicBezTo>
                    <a:pt x="4221" y="2026"/>
                    <a:pt x="4173" y="2063"/>
                    <a:pt x="4183" y="2127"/>
                  </a:cubicBezTo>
                  <a:cubicBezTo>
                    <a:pt x="4198" y="2210"/>
                    <a:pt x="4211" y="2290"/>
                    <a:pt x="4220" y="2373"/>
                  </a:cubicBezTo>
                  <a:cubicBezTo>
                    <a:pt x="4155" y="2463"/>
                    <a:pt x="4100" y="2558"/>
                    <a:pt x="4047" y="2654"/>
                  </a:cubicBezTo>
                  <a:cubicBezTo>
                    <a:pt x="4026" y="2697"/>
                    <a:pt x="4041" y="2750"/>
                    <a:pt x="4084" y="2771"/>
                  </a:cubicBezTo>
                  <a:cubicBezTo>
                    <a:pt x="4097" y="2777"/>
                    <a:pt x="4109" y="2780"/>
                    <a:pt x="4124" y="2780"/>
                  </a:cubicBezTo>
                  <a:lnTo>
                    <a:pt x="4121" y="2780"/>
                  </a:lnTo>
                  <a:cubicBezTo>
                    <a:pt x="4124" y="2781"/>
                    <a:pt x="4126" y="2781"/>
                    <a:pt x="4129" y="2781"/>
                  </a:cubicBezTo>
                  <a:cubicBezTo>
                    <a:pt x="4159" y="2781"/>
                    <a:pt x="4184" y="2763"/>
                    <a:pt x="4198" y="2737"/>
                  </a:cubicBezTo>
                  <a:cubicBezTo>
                    <a:pt x="4235" y="2669"/>
                    <a:pt x="4272" y="2602"/>
                    <a:pt x="4316" y="2540"/>
                  </a:cubicBezTo>
                  <a:lnTo>
                    <a:pt x="4322" y="2540"/>
                  </a:lnTo>
                  <a:cubicBezTo>
                    <a:pt x="4368" y="2534"/>
                    <a:pt x="4405" y="2490"/>
                    <a:pt x="4399" y="2444"/>
                  </a:cubicBezTo>
                  <a:cubicBezTo>
                    <a:pt x="4386" y="2330"/>
                    <a:pt x="4371" y="2213"/>
                    <a:pt x="4353" y="2099"/>
                  </a:cubicBezTo>
                  <a:cubicBezTo>
                    <a:pt x="4344" y="2049"/>
                    <a:pt x="4307" y="2026"/>
                    <a:pt x="4269" y="2026"/>
                  </a:cubicBezTo>
                  <a:close/>
                  <a:moveTo>
                    <a:pt x="10380" y="2570"/>
                  </a:moveTo>
                  <a:cubicBezTo>
                    <a:pt x="10297" y="2570"/>
                    <a:pt x="10262" y="2698"/>
                    <a:pt x="10355" y="2734"/>
                  </a:cubicBezTo>
                  <a:cubicBezTo>
                    <a:pt x="10459" y="2771"/>
                    <a:pt x="10561" y="2811"/>
                    <a:pt x="10663" y="2858"/>
                  </a:cubicBezTo>
                  <a:cubicBezTo>
                    <a:pt x="10672" y="2864"/>
                    <a:pt x="10685" y="2867"/>
                    <a:pt x="10697" y="2867"/>
                  </a:cubicBezTo>
                  <a:lnTo>
                    <a:pt x="10700" y="2867"/>
                  </a:lnTo>
                  <a:cubicBezTo>
                    <a:pt x="10789" y="2867"/>
                    <a:pt x="10820" y="2740"/>
                    <a:pt x="10734" y="2703"/>
                  </a:cubicBezTo>
                  <a:cubicBezTo>
                    <a:pt x="10629" y="2654"/>
                    <a:pt x="10518" y="2611"/>
                    <a:pt x="10407" y="2574"/>
                  </a:cubicBezTo>
                  <a:cubicBezTo>
                    <a:pt x="10398" y="2571"/>
                    <a:pt x="10389" y="2570"/>
                    <a:pt x="10380" y="2570"/>
                  </a:cubicBezTo>
                  <a:close/>
                  <a:moveTo>
                    <a:pt x="4339" y="2709"/>
                  </a:moveTo>
                  <a:cubicBezTo>
                    <a:pt x="4338" y="2709"/>
                    <a:pt x="4336" y="2709"/>
                    <a:pt x="4334" y="2709"/>
                  </a:cubicBezTo>
                  <a:cubicBezTo>
                    <a:pt x="4285" y="2709"/>
                    <a:pt x="4248" y="2750"/>
                    <a:pt x="4251" y="2796"/>
                  </a:cubicBezTo>
                  <a:cubicBezTo>
                    <a:pt x="4254" y="2858"/>
                    <a:pt x="4254" y="2916"/>
                    <a:pt x="4254" y="2972"/>
                  </a:cubicBezTo>
                  <a:cubicBezTo>
                    <a:pt x="4254" y="3027"/>
                    <a:pt x="4251" y="3083"/>
                    <a:pt x="4251" y="3135"/>
                  </a:cubicBezTo>
                  <a:cubicBezTo>
                    <a:pt x="4248" y="3181"/>
                    <a:pt x="4285" y="3221"/>
                    <a:pt x="4334" y="3221"/>
                  </a:cubicBezTo>
                  <a:lnTo>
                    <a:pt x="4337" y="3221"/>
                  </a:lnTo>
                  <a:lnTo>
                    <a:pt x="4337" y="3225"/>
                  </a:lnTo>
                  <a:cubicBezTo>
                    <a:pt x="4383" y="3225"/>
                    <a:pt x="4420" y="3188"/>
                    <a:pt x="4420" y="3138"/>
                  </a:cubicBezTo>
                  <a:cubicBezTo>
                    <a:pt x="4423" y="3086"/>
                    <a:pt x="4423" y="3030"/>
                    <a:pt x="4423" y="2972"/>
                  </a:cubicBezTo>
                  <a:cubicBezTo>
                    <a:pt x="4423" y="2913"/>
                    <a:pt x="4423" y="2851"/>
                    <a:pt x="4420" y="2790"/>
                  </a:cubicBezTo>
                  <a:cubicBezTo>
                    <a:pt x="4420" y="2745"/>
                    <a:pt x="4383" y="2709"/>
                    <a:pt x="4339" y="2709"/>
                  </a:cubicBezTo>
                  <a:close/>
                  <a:moveTo>
                    <a:pt x="10993" y="2854"/>
                  </a:moveTo>
                  <a:cubicBezTo>
                    <a:pt x="10917" y="2854"/>
                    <a:pt x="10866" y="2966"/>
                    <a:pt x="10953" y="3015"/>
                  </a:cubicBezTo>
                  <a:cubicBezTo>
                    <a:pt x="11045" y="3073"/>
                    <a:pt x="11135" y="3138"/>
                    <a:pt x="11221" y="3209"/>
                  </a:cubicBezTo>
                  <a:cubicBezTo>
                    <a:pt x="11236" y="3221"/>
                    <a:pt x="11254" y="3227"/>
                    <a:pt x="11275" y="3228"/>
                  </a:cubicBezTo>
                  <a:lnTo>
                    <a:pt x="11275" y="3228"/>
                  </a:lnTo>
                  <a:cubicBezTo>
                    <a:pt x="11354" y="3226"/>
                    <a:pt x="11390" y="3129"/>
                    <a:pt x="11329" y="3077"/>
                  </a:cubicBezTo>
                  <a:cubicBezTo>
                    <a:pt x="11237" y="2999"/>
                    <a:pt x="11141" y="2932"/>
                    <a:pt x="11042" y="2870"/>
                  </a:cubicBezTo>
                  <a:cubicBezTo>
                    <a:pt x="11025" y="2859"/>
                    <a:pt x="11009" y="2854"/>
                    <a:pt x="10993" y="2854"/>
                  </a:cubicBezTo>
                  <a:close/>
                  <a:moveTo>
                    <a:pt x="11275" y="3228"/>
                  </a:moveTo>
                  <a:cubicBezTo>
                    <a:pt x="11275" y="3228"/>
                    <a:pt x="11274" y="3228"/>
                    <a:pt x="11274" y="3228"/>
                  </a:cubicBezTo>
                  <a:lnTo>
                    <a:pt x="11277" y="3228"/>
                  </a:lnTo>
                  <a:cubicBezTo>
                    <a:pt x="11276" y="3228"/>
                    <a:pt x="11276" y="3228"/>
                    <a:pt x="11275" y="3228"/>
                  </a:cubicBezTo>
                  <a:close/>
                  <a:moveTo>
                    <a:pt x="8745" y="2745"/>
                  </a:moveTo>
                  <a:cubicBezTo>
                    <a:pt x="8728" y="2745"/>
                    <a:pt x="8710" y="2751"/>
                    <a:pt x="8695" y="2762"/>
                  </a:cubicBezTo>
                  <a:cubicBezTo>
                    <a:pt x="8597" y="2833"/>
                    <a:pt x="8507" y="2913"/>
                    <a:pt x="8427" y="3006"/>
                  </a:cubicBezTo>
                  <a:cubicBezTo>
                    <a:pt x="8371" y="3068"/>
                    <a:pt x="8429" y="3149"/>
                    <a:pt x="8494" y="3149"/>
                  </a:cubicBezTo>
                  <a:cubicBezTo>
                    <a:pt x="8516" y="3149"/>
                    <a:pt x="8537" y="3140"/>
                    <a:pt x="8556" y="3120"/>
                  </a:cubicBezTo>
                  <a:cubicBezTo>
                    <a:pt x="8624" y="3043"/>
                    <a:pt x="8698" y="2975"/>
                    <a:pt x="8778" y="2913"/>
                  </a:cubicBezTo>
                  <a:cubicBezTo>
                    <a:pt x="8788" y="3002"/>
                    <a:pt x="8797" y="3092"/>
                    <a:pt x="8800" y="3184"/>
                  </a:cubicBezTo>
                  <a:cubicBezTo>
                    <a:pt x="8803" y="3231"/>
                    <a:pt x="8840" y="3265"/>
                    <a:pt x="8886" y="3268"/>
                  </a:cubicBezTo>
                  <a:lnTo>
                    <a:pt x="8890" y="3268"/>
                  </a:lnTo>
                  <a:cubicBezTo>
                    <a:pt x="8936" y="3265"/>
                    <a:pt x="8973" y="3228"/>
                    <a:pt x="8970" y="3178"/>
                  </a:cubicBezTo>
                  <a:cubicBezTo>
                    <a:pt x="8967" y="3061"/>
                    <a:pt x="8957" y="2944"/>
                    <a:pt x="8936" y="2827"/>
                  </a:cubicBezTo>
                  <a:cubicBezTo>
                    <a:pt x="8930" y="2784"/>
                    <a:pt x="8894" y="2755"/>
                    <a:pt x="8852" y="2755"/>
                  </a:cubicBezTo>
                  <a:cubicBezTo>
                    <a:pt x="8848" y="2755"/>
                    <a:pt x="8844" y="2755"/>
                    <a:pt x="8840" y="2756"/>
                  </a:cubicBezTo>
                  <a:cubicBezTo>
                    <a:pt x="8828" y="2759"/>
                    <a:pt x="8815" y="2762"/>
                    <a:pt x="8803" y="2771"/>
                  </a:cubicBezTo>
                  <a:cubicBezTo>
                    <a:pt x="8788" y="2754"/>
                    <a:pt x="8767" y="2745"/>
                    <a:pt x="8745" y="2745"/>
                  </a:cubicBezTo>
                  <a:close/>
                  <a:moveTo>
                    <a:pt x="3982" y="2926"/>
                  </a:moveTo>
                  <a:cubicBezTo>
                    <a:pt x="3950" y="2926"/>
                    <a:pt x="3917" y="2943"/>
                    <a:pt x="3902" y="2984"/>
                  </a:cubicBezTo>
                  <a:cubicBezTo>
                    <a:pt x="3862" y="3095"/>
                    <a:pt x="3831" y="3209"/>
                    <a:pt x="3810" y="3326"/>
                  </a:cubicBezTo>
                  <a:cubicBezTo>
                    <a:pt x="3800" y="3373"/>
                    <a:pt x="3831" y="3419"/>
                    <a:pt x="3878" y="3425"/>
                  </a:cubicBezTo>
                  <a:lnTo>
                    <a:pt x="3893" y="3425"/>
                  </a:lnTo>
                  <a:cubicBezTo>
                    <a:pt x="3936" y="3425"/>
                    <a:pt x="3970" y="3397"/>
                    <a:pt x="3979" y="3357"/>
                  </a:cubicBezTo>
                  <a:cubicBezTo>
                    <a:pt x="3998" y="3249"/>
                    <a:pt x="4026" y="3144"/>
                    <a:pt x="4066" y="3039"/>
                  </a:cubicBezTo>
                  <a:cubicBezTo>
                    <a:pt x="4089" y="2972"/>
                    <a:pt x="4036" y="2926"/>
                    <a:pt x="3982" y="2926"/>
                  </a:cubicBezTo>
                  <a:close/>
                  <a:moveTo>
                    <a:pt x="8291" y="3247"/>
                  </a:moveTo>
                  <a:cubicBezTo>
                    <a:pt x="8263" y="3247"/>
                    <a:pt x="8235" y="3261"/>
                    <a:pt x="8217" y="3295"/>
                  </a:cubicBezTo>
                  <a:cubicBezTo>
                    <a:pt x="8159" y="3400"/>
                    <a:pt x="8109" y="3511"/>
                    <a:pt x="8075" y="3626"/>
                  </a:cubicBezTo>
                  <a:cubicBezTo>
                    <a:pt x="8060" y="3672"/>
                    <a:pt x="8085" y="3718"/>
                    <a:pt x="8131" y="3733"/>
                  </a:cubicBezTo>
                  <a:cubicBezTo>
                    <a:pt x="8140" y="3737"/>
                    <a:pt x="8146" y="3737"/>
                    <a:pt x="8155" y="3737"/>
                  </a:cubicBezTo>
                  <a:cubicBezTo>
                    <a:pt x="8192" y="3737"/>
                    <a:pt x="8226" y="3712"/>
                    <a:pt x="8239" y="3675"/>
                  </a:cubicBezTo>
                  <a:cubicBezTo>
                    <a:pt x="8270" y="3573"/>
                    <a:pt x="8313" y="3474"/>
                    <a:pt x="8368" y="3379"/>
                  </a:cubicBezTo>
                  <a:cubicBezTo>
                    <a:pt x="8412" y="3311"/>
                    <a:pt x="8352" y="3247"/>
                    <a:pt x="8291" y="3247"/>
                  </a:cubicBezTo>
                  <a:close/>
                  <a:moveTo>
                    <a:pt x="11522" y="3293"/>
                  </a:moveTo>
                  <a:cubicBezTo>
                    <a:pt x="11457" y="3293"/>
                    <a:pt x="11401" y="3373"/>
                    <a:pt x="11459" y="3437"/>
                  </a:cubicBezTo>
                  <a:cubicBezTo>
                    <a:pt x="11530" y="3521"/>
                    <a:pt x="11598" y="3607"/>
                    <a:pt x="11659" y="3700"/>
                  </a:cubicBezTo>
                  <a:cubicBezTo>
                    <a:pt x="11675" y="3721"/>
                    <a:pt x="11702" y="3737"/>
                    <a:pt x="11730" y="3737"/>
                  </a:cubicBezTo>
                  <a:cubicBezTo>
                    <a:pt x="11746" y="3737"/>
                    <a:pt x="11764" y="3730"/>
                    <a:pt x="11776" y="3721"/>
                  </a:cubicBezTo>
                  <a:cubicBezTo>
                    <a:pt x="11816" y="3696"/>
                    <a:pt x="11829" y="3644"/>
                    <a:pt x="11801" y="3604"/>
                  </a:cubicBezTo>
                  <a:cubicBezTo>
                    <a:pt x="11736" y="3505"/>
                    <a:pt x="11665" y="3410"/>
                    <a:pt x="11585" y="3323"/>
                  </a:cubicBezTo>
                  <a:cubicBezTo>
                    <a:pt x="11566" y="3302"/>
                    <a:pt x="11543" y="3293"/>
                    <a:pt x="11522" y="3293"/>
                  </a:cubicBezTo>
                  <a:close/>
                  <a:moveTo>
                    <a:pt x="4307" y="3393"/>
                  </a:moveTo>
                  <a:cubicBezTo>
                    <a:pt x="4269" y="3393"/>
                    <a:pt x="4230" y="3417"/>
                    <a:pt x="4223" y="3468"/>
                  </a:cubicBezTo>
                  <a:cubicBezTo>
                    <a:pt x="4211" y="3573"/>
                    <a:pt x="4186" y="3681"/>
                    <a:pt x="4152" y="3783"/>
                  </a:cubicBezTo>
                  <a:cubicBezTo>
                    <a:pt x="4137" y="3829"/>
                    <a:pt x="4158" y="3875"/>
                    <a:pt x="4204" y="3894"/>
                  </a:cubicBezTo>
                  <a:cubicBezTo>
                    <a:pt x="4214" y="3897"/>
                    <a:pt x="4223" y="3897"/>
                    <a:pt x="4232" y="3897"/>
                  </a:cubicBezTo>
                  <a:cubicBezTo>
                    <a:pt x="4269" y="3897"/>
                    <a:pt x="4300" y="3875"/>
                    <a:pt x="4312" y="3841"/>
                  </a:cubicBezTo>
                  <a:cubicBezTo>
                    <a:pt x="4353" y="3727"/>
                    <a:pt x="4377" y="3610"/>
                    <a:pt x="4393" y="3490"/>
                  </a:cubicBezTo>
                  <a:cubicBezTo>
                    <a:pt x="4401" y="3427"/>
                    <a:pt x="4354" y="3393"/>
                    <a:pt x="4307" y="3393"/>
                  </a:cubicBezTo>
                  <a:close/>
                  <a:moveTo>
                    <a:pt x="8877" y="3436"/>
                  </a:moveTo>
                  <a:cubicBezTo>
                    <a:pt x="8837" y="3436"/>
                    <a:pt x="8797" y="3461"/>
                    <a:pt x="8791" y="3514"/>
                  </a:cubicBezTo>
                  <a:cubicBezTo>
                    <a:pt x="8782" y="3622"/>
                    <a:pt x="8766" y="3733"/>
                    <a:pt x="8741" y="3841"/>
                  </a:cubicBezTo>
                  <a:cubicBezTo>
                    <a:pt x="8729" y="3885"/>
                    <a:pt x="8757" y="3931"/>
                    <a:pt x="8803" y="3943"/>
                  </a:cubicBezTo>
                  <a:cubicBezTo>
                    <a:pt x="8809" y="3943"/>
                    <a:pt x="8819" y="3946"/>
                    <a:pt x="8825" y="3946"/>
                  </a:cubicBezTo>
                  <a:cubicBezTo>
                    <a:pt x="8865" y="3946"/>
                    <a:pt x="8899" y="3919"/>
                    <a:pt x="8908" y="3878"/>
                  </a:cubicBezTo>
                  <a:cubicBezTo>
                    <a:pt x="8933" y="3764"/>
                    <a:pt x="8951" y="3647"/>
                    <a:pt x="8964" y="3530"/>
                  </a:cubicBezTo>
                  <a:cubicBezTo>
                    <a:pt x="8968" y="3469"/>
                    <a:pt x="8922" y="3436"/>
                    <a:pt x="8877" y="3436"/>
                  </a:cubicBezTo>
                  <a:close/>
                  <a:moveTo>
                    <a:pt x="3871" y="3594"/>
                  </a:moveTo>
                  <a:cubicBezTo>
                    <a:pt x="3869" y="3594"/>
                    <a:pt x="3867" y="3595"/>
                    <a:pt x="3865" y="3595"/>
                  </a:cubicBezTo>
                  <a:cubicBezTo>
                    <a:pt x="3819" y="3598"/>
                    <a:pt x="3782" y="3638"/>
                    <a:pt x="3785" y="3687"/>
                  </a:cubicBezTo>
                  <a:cubicBezTo>
                    <a:pt x="3800" y="3872"/>
                    <a:pt x="3856" y="4002"/>
                    <a:pt x="3955" y="4060"/>
                  </a:cubicBezTo>
                  <a:cubicBezTo>
                    <a:pt x="3967" y="4067"/>
                    <a:pt x="3982" y="4070"/>
                    <a:pt x="3998" y="4073"/>
                  </a:cubicBezTo>
                  <a:cubicBezTo>
                    <a:pt x="4084" y="4070"/>
                    <a:pt x="4115" y="3956"/>
                    <a:pt x="4041" y="3912"/>
                  </a:cubicBezTo>
                  <a:cubicBezTo>
                    <a:pt x="4007" y="3891"/>
                    <a:pt x="3967" y="3820"/>
                    <a:pt x="3958" y="3675"/>
                  </a:cubicBezTo>
                  <a:cubicBezTo>
                    <a:pt x="3952" y="3630"/>
                    <a:pt x="3915" y="3594"/>
                    <a:pt x="3871" y="3594"/>
                  </a:cubicBezTo>
                  <a:close/>
                  <a:moveTo>
                    <a:pt x="11897" y="3855"/>
                  </a:moveTo>
                  <a:cubicBezTo>
                    <a:pt x="11837" y="3855"/>
                    <a:pt x="11775" y="3916"/>
                    <a:pt x="11820" y="3986"/>
                  </a:cubicBezTo>
                  <a:cubicBezTo>
                    <a:pt x="11866" y="4085"/>
                    <a:pt x="11903" y="4190"/>
                    <a:pt x="11934" y="4295"/>
                  </a:cubicBezTo>
                  <a:cubicBezTo>
                    <a:pt x="11946" y="4332"/>
                    <a:pt x="11980" y="4356"/>
                    <a:pt x="12017" y="4356"/>
                  </a:cubicBezTo>
                  <a:cubicBezTo>
                    <a:pt x="12026" y="4356"/>
                    <a:pt x="12032" y="4356"/>
                    <a:pt x="12042" y="4353"/>
                  </a:cubicBezTo>
                  <a:cubicBezTo>
                    <a:pt x="12085" y="4338"/>
                    <a:pt x="12113" y="4292"/>
                    <a:pt x="12100" y="4245"/>
                  </a:cubicBezTo>
                  <a:cubicBezTo>
                    <a:pt x="12063" y="4134"/>
                    <a:pt x="12023" y="4023"/>
                    <a:pt x="11974" y="3915"/>
                  </a:cubicBezTo>
                  <a:cubicBezTo>
                    <a:pt x="11960" y="3872"/>
                    <a:pt x="11929" y="3855"/>
                    <a:pt x="11897" y="3855"/>
                  </a:cubicBezTo>
                  <a:close/>
                  <a:moveTo>
                    <a:pt x="8103" y="3903"/>
                  </a:moveTo>
                  <a:cubicBezTo>
                    <a:pt x="8054" y="3903"/>
                    <a:pt x="8017" y="3940"/>
                    <a:pt x="8017" y="3989"/>
                  </a:cubicBezTo>
                  <a:cubicBezTo>
                    <a:pt x="8014" y="4119"/>
                    <a:pt x="8051" y="4252"/>
                    <a:pt x="8125" y="4363"/>
                  </a:cubicBezTo>
                  <a:cubicBezTo>
                    <a:pt x="8140" y="4384"/>
                    <a:pt x="8165" y="4397"/>
                    <a:pt x="8192" y="4397"/>
                  </a:cubicBezTo>
                  <a:cubicBezTo>
                    <a:pt x="8194" y="4397"/>
                    <a:pt x="8195" y="4397"/>
                    <a:pt x="8196" y="4397"/>
                  </a:cubicBezTo>
                  <a:cubicBezTo>
                    <a:pt x="8265" y="4397"/>
                    <a:pt x="8303" y="4318"/>
                    <a:pt x="8263" y="4264"/>
                  </a:cubicBezTo>
                  <a:cubicBezTo>
                    <a:pt x="8211" y="4181"/>
                    <a:pt x="8186" y="4085"/>
                    <a:pt x="8189" y="3986"/>
                  </a:cubicBezTo>
                  <a:cubicBezTo>
                    <a:pt x="8186" y="3940"/>
                    <a:pt x="8149" y="3903"/>
                    <a:pt x="8103" y="3903"/>
                  </a:cubicBezTo>
                  <a:close/>
                  <a:moveTo>
                    <a:pt x="8709" y="4096"/>
                  </a:moveTo>
                  <a:cubicBezTo>
                    <a:pt x="8681" y="4096"/>
                    <a:pt x="8653" y="4110"/>
                    <a:pt x="8637" y="4144"/>
                  </a:cubicBezTo>
                  <a:cubicBezTo>
                    <a:pt x="8581" y="4255"/>
                    <a:pt x="8516" y="4329"/>
                    <a:pt x="8458" y="4353"/>
                  </a:cubicBezTo>
                  <a:cubicBezTo>
                    <a:pt x="8368" y="4387"/>
                    <a:pt x="8393" y="4517"/>
                    <a:pt x="8489" y="4517"/>
                  </a:cubicBezTo>
                  <a:lnTo>
                    <a:pt x="8489" y="4520"/>
                  </a:lnTo>
                  <a:cubicBezTo>
                    <a:pt x="8498" y="4520"/>
                    <a:pt x="8510" y="4517"/>
                    <a:pt x="8519" y="4514"/>
                  </a:cubicBezTo>
                  <a:cubicBezTo>
                    <a:pt x="8621" y="4474"/>
                    <a:pt x="8714" y="4375"/>
                    <a:pt x="8791" y="4221"/>
                  </a:cubicBezTo>
                  <a:cubicBezTo>
                    <a:pt x="8824" y="4153"/>
                    <a:pt x="8766" y="4096"/>
                    <a:pt x="8709" y="4096"/>
                  </a:cubicBezTo>
                  <a:close/>
                  <a:moveTo>
                    <a:pt x="12093" y="4519"/>
                  </a:moveTo>
                  <a:cubicBezTo>
                    <a:pt x="12046" y="4519"/>
                    <a:pt x="11997" y="4555"/>
                    <a:pt x="12008" y="4619"/>
                  </a:cubicBezTo>
                  <a:cubicBezTo>
                    <a:pt x="12023" y="4714"/>
                    <a:pt x="12032" y="4813"/>
                    <a:pt x="12032" y="4912"/>
                  </a:cubicBezTo>
                  <a:lnTo>
                    <a:pt x="12032" y="4942"/>
                  </a:lnTo>
                  <a:cubicBezTo>
                    <a:pt x="12029" y="4989"/>
                    <a:pt x="12066" y="5029"/>
                    <a:pt x="12113" y="5032"/>
                  </a:cubicBezTo>
                  <a:lnTo>
                    <a:pt x="12119" y="5032"/>
                  </a:lnTo>
                  <a:cubicBezTo>
                    <a:pt x="12162" y="5032"/>
                    <a:pt x="12202" y="4995"/>
                    <a:pt x="12202" y="4952"/>
                  </a:cubicBezTo>
                  <a:lnTo>
                    <a:pt x="12202" y="4912"/>
                  </a:lnTo>
                  <a:cubicBezTo>
                    <a:pt x="12202" y="4804"/>
                    <a:pt x="12193" y="4699"/>
                    <a:pt x="12177" y="4591"/>
                  </a:cubicBezTo>
                  <a:cubicBezTo>
                    <a:pt x="12169" y="4542"/>
                    <a:pt x="12131" y="4519"/>
                    <a:pt x="12093" y="451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15"/>
            <p:cNvSpPr/>
            <p:nvPr/>
          </p:nvSpPr>
          <p:spPr>
            <a:xfrm>
              <a:off x="8812879" y="1595409"/>
              <a:ext cx="102917" cy="102663"/>
            </a:xfrm>
            <a:custGeom>
              <a:avLst/>
              <a:gdLst/>
              <a:ahLst/>
              <a:cxnLst/>
              <a:rect l="l" t="t" r="r" b="b"/>
              <a:pathLst>
                <a:path w="1618" h="1614" extrusionOk="0">
                  <a:moveTo>
                    <a:pt x="868" y="1"/>
                  </a:moveTo>
                  <a:cubicBezTo>
                    <a:pt x="821" y="1"/>
                    <a:pt x="784" y="38"/>
                    <a:pt x="784" y="87"/>
                  </a:cubicBezTo>
                  <a:lnTo>
                    <a:pt x="781" y="575"/>
                  </a:lnTo>
                  <a:lnTo>
                    <a:pt x="488" y="266"/>
                  </a:lnTo>
                  <a:cubicBezTo>
                    <a:pt x="470" y="251"/>
                    <a:pt x="451" y="245"/>
                    <a:pt x="432" y="245"/>
                  </a:cubicBezTo>
                  <a:cubicBezTo>
                    <a:pt x="369" y="245"/>
                    <a:pt x="316" y="318"/>
                    <a:pt x="362" y="380"/>
                  </a:cubicBezTo>
                  <a:lnTo>
                    <a:pt x="664" y="701"/>
                  </a:lnTo>
                  <a:lnTo>
                    <a:pt x="115" y="707"/>
                  </a:lnTo>
                  <a:cubicBezTo>
                    <a:pt x="1" y="707"/>
                    <a:pt x="1" y="877"/>
                    <a:pt x="115" y="877"/>
                  </a:cubicBezTo>
                  <a:lnTo>
                    <a:pt x="618" y="874"/>
                  </a:lnTo>
                  <a:lnTo>
                    <a:pt x="229" y="1142"/>
                  </a:lnTo>
                  <a:cubicBezTo>
                    <a:pt x="189" y="1170"/>
                    <a:pt x="180" y="1222"/>
                    <a:pt x="208" y="1262"/>
                  </a:cubicBezTo>
                  <a:cubicBezTo>
                    <a:pt x="225" y="1285"/>
                    <a:pt x="252" y="1298"/>
                    <a:pt x="279" y="1298"/>
                  </a:cubicBezTo>
                  <a:cubicBezTo>
                    <a:pt x="296" y="1298"/>
                    <a:pt x="313" y="1293"/>
                    <a:pt x="328" y="1284"/>
                  </a:cubicBezTo>
                  <a:lnTo>
                    <a:pt x="775" y="969"/>
                  </a:lnTo>
                  <a:lnTo>
                    <a:pt x="775" y="1528"/>
                  </a:lnTo>
                  <a:cubicBezTo>
                    <a:pt x="772" y="1574"/>
                    <a:pt x="812" y="1614"/>
                    <a:pt x="858" y="1614"/>
                  </a:cubicBezTo>
                  <a:cubicBezTo>
                    <a:pt x="905" y="1614"/>
                    <a:pt x="945" y="1574"/>
                    <a:pt x="945" y="1528"/>
                  </a:cubicBezTo>
                  <a:lnTo>
                    <a:pt x="948" y="1000"/>
                  </a:lnTo>
                  <a:lnTo>
                    <a:pt x="1259" y="1333"/>
                  </a:lnTo>
                  <a:cubicBezTo>
                    <a:pt x="1278" y="1353"/>
                    <a:pt x="1300" y="1361"/>
                    <a:pt x="1321" y="1361"/>
                  </a:cubicBezTo>
                  <a:cubicBezTo>
                    <a:pt x="1387" y="1361"/>
                    <a:pt x="1444" y="1277"/>
                    <a:pt x="1386" y="1213"/>
                  </a:cubicBezTo>
                  <a:lnTo>
                    <a:pt x="1059" y="868"/>
                  </a:lnTo>
                  <a:lnTo>
                    <a:pt x="1503" y="865"/>
                  </a:lnTo>
                  <a:cubicBezTo>
                    <a:pt x="1617" y="861"/>
                    <a:pt x="1617" y="692"/>
                    <a:pt x="1503" y="692"/>
                  </a:cubicBezTo>
                  <a:lnTo>
                    <a:pt x="1173" y="695"/>
                  </a:lnTo>
                  <a:lnTo>
                    <a:pt x="1518" y="454"/>
                  </a:lnTo>
                  <a:cubicBezTo>
                    <a:pt x="1597" y="401"/>
                    <a:pt x="1544" y="296"/>
                    <a:pt x="1472" y="296"/>
                  </a:cubicBezTo>
                  <a:cubicBezTo>
                    <a:pt x="1456" y="296"/>
                    <a:pt x="1439" y="301"/>
                    <a:pt x="1423" y="312"/>
                  </a:cubicBezTo>
                  <a:lnTo>
                    <a:pt x="951" y="639"/>
                  </a:lnTo>
                  <a:lnTo>
                    <a:pt x="954" y="87"/>
                  </a:lnTo>
                  <a:cubicBezTo>
                    <a:pt x="954" y="41"/>
                    <a:pt x="917" y="1"/>
                    <a:pt x="8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15"/>
            <p:cNvSpPr/>
            <p:nvPr/>
          </p:nvSpPr>
          <p:spPr>
            <a:xfrm>
              <a:off x="8965298" y="1448810"/>
              <a:ext cx="82881" cy="75566"/>
            </a:xfrm>
            <a:custGeom>
              <a:avLst/>
              <a:gdLst/>
              <a:ahLst/>
              <a:cxnLst/>
              <a:rect l="l" t="t" r="r" b="b"/>
              <a:pathLst>
                <a:path w="1303" h="1188" extrusionOk="0">
                  <a:moveTo>
                    <a:pt x="710" y="173"/>
                  </a:moveTo>
                  <a:cubicBezTo>
                    <a:pt x="941" y="173"/>
                    <a:pt x="1129" y="364"/>
                    <a:pt x="1129" y="595"/>
                  </a:cubicBezTo>
                  <a:cubicBezTo>
                    <a:pt x="1126" y="827"/>
                    <a:pt x="938" y="1012"/>
                    <a:pt x="707" y="1015"/>
                  </a:cubicBezTo>
                  <a:cubicBezTo>
                    <a:pt x="476" y="1015"/>
                    <a:pt x="287" y="823"/>
                    <a:pt x="287" y="592"/>
                  </a:cubicBezTo>
                  <a:cubicBezTo>
                    <a:pt x="287" y="358"/>
                    <a:pt x="479" y="173"/>
                    <a:pt x="710" y="173"/>
                  </a:cubicBezTo>
                  <a:close/>
                  <a:moveTo>
                    <a:pt x="712" y="1"/>
                  </a:moveTo>
                  <a:cubicBezTo>
                    <a:pt x="485" y="1"/>
                    <a:pt x="263" y="130"/>
                    <a:pt x="164" y="364"/>
                  </a:cubicBezTo>
                  <a:cubicBezTo>
                    <a:pt x="1" y="752"/>
                    <a:pt x="284" y="1184"/>
                    <a:pt x="707" y="1187"/>
                  </a:cubicBezTo>
                  <a:lnTo>
                    <a:pt x="710" y="1187"/>
                  </a:lnTo>
                  <a:cubicBezTo>
                    <a:pt x="1034" y="1187"/>
                    <a:pt x="1299" y="922"/>
                    <a:pt x="1302" y="595"/>
                  </a:cubicBezTo>
                  <a:cubicBezTo>
                    <a:pt x="1302" y="438"/>
                    <a:pt x="1240" y="287"/>
                    <a:pt x="1129" y="176"/>
                  </a:cubicBezTo>
                  <a:cubicBezTo>
                    <a:pt x="1012" y="57"/>
                    <a:pt x="861" y="1"/>
                    <a:pt x="7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12" name="Google Shape;1512;p15"/>
            <p:cNvGrpSpPr/>
            <p:nvPr/>
          </p:nvGrpSpPr>
          <p:grpSpPr>
            <a:xfrm>
              <a:off x="8673994" y="118049"/>
              <a:ext cx="394623" cy="297061"/>
              <a:chOff x="85157" y="4436674"/>
              <a:chExt cx="394623" cy="297061"/>
            </a:xfrm>
          </p:grpSpPr>
          <p:sp>
            <p:nvSpPr>
              <p:cNvPr id="1513" name="Google Shape;1513;p15"/>
              <p:cNvSpPr/>
              <p:nvPr/>
            </p:nvSpPr>
            <p:spPr>
              <a:xfrm flipH="1">
                <a:off x="381812" y="4602895"/>
                <a:ext cx="97968" cy="74569"/>
              </a:xfrm>
              <a:custGeom>
                <a:avLst/>
                <a:gdLst/>
                <a:ahLst/>
                <a:cxnLst/>
                <a:rect l="l" t="t" r="r" b="b"/>
                <a:pathLst>
                  <a:path w="1210" h="921" extrusionOk="0">
                    <a:moveTo>
                      <a:pt x="861" y="1"/>
                    </a:moveTo>
                    <a:cubicBezTo>
                      <a:pt x="840" y="1"/>
                      <a:pt x="818" y="10"/>
                      <a:pt x="800" y="32"/>
                    </a:cubicBezTo>
                    <a:cubicBezTo>
                      <a:pt x="1" y="788"/>
                      <a:pt x="26" y="822"/>
                      <a:pt x="78" y="890"/>
                    </a:cubicBezTo>
                    <a:cubicBezTo>
                      <a:pt x="97" y="911"/>
                      <a:pt x="152" y="921"/>
                      <a:pt x="229" y="921"/>
                    </a:cubicBezTo>
                    <a:cubicBezTo>
                      <a:pt x="525" y="921"/>
                      <a:pt x="1139" y="788"/>
                      <a:pt x="1145" y="782"/>
                    </a:cubicBezTo>
                    <a:cubicBezTo>
                      <a:pt x="1188" y="769"/>
                      <a:pt x="1210" y="723"/>
                      <a:pt x="1195" y="683"/>
                    </a:cubicBezTo>
                    <a:cubicBezTo>
                      <a:pt x="1182" y="648"/>
                      <a:pt x="1151" y="627"/>
                      <a:pt x="1117" y="627"/>
                    </a:cubicBezTo>
                    <a:cubicBezTo>
                      <a:pt x="1109" y="627"/>
                      <a:pt x="1101" y="628"/>
                      <a:pt x="1093" y="631"/>
                    </a:cubicBezTo>
                    <a:cubicBezTo>
                      <a:pt x="1028" y="649"/>
                      <a:pt x="544" y="729"/>
                      <a:pt x="300" y="757"/>
                    </a:cubicBezTo>
                    <a:cubicBezTo>
                      <a:pt x="427" y="615"/>
                      <a:pt x="676" y="368"/>
                      <a:pt x="911" y="146"/>
                    </a:cubicBezTo>
                    <a:cubicBezTo>
                      <a:pt x="981" y="90"/>
                      <a:pt x="925" y="1"/>
                      <a:pt x="861"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514" name="Google Shape;1514;p15"/>
              <p:cNvSpPr/>
              <p:nvPr/>
            </p:nvSpPr>
            <p:spPr>
              <a:xfrm flipH="1">
                <a:off x="85157" y="4436674"/>
                <a:ext cx="358432" cy="297061"/>
              </a:xfrm>
              <a:custGeom>
                <a:avLst/>
                <a:gdLst/>
                <a:ahLst/>
                <a:cxnLst/>
                <a:rect l="l" t="t" r="r" b="b"/>
                <a:pathLst>
                  <a:path w="4427" h="3669" extrusionOk="0">
                    <a:moveTo>
                      <a:pt x="1234" y="0"/>
                    </a:moveTo>
                    <a:cubicBezTo>
                      <a:pt x="1179" y="0"/>
                      <a:pt x="1127" y="25"/>
                      <a:pt x="1081" y="84"/>
                    </a:cubicBezTo>
                    <a:cubicBezTo>
                      <a:pt x="769" y="478"/>
                      <a:pt x="1463" y="1792"/>
                      <a:pt x="1463" y="1792"/>
                    </a:cubicBezTo>
                    <a:cubicBezTo>
                      <a:pt x="1463" y="1792"/>
                      <a:pt x="991" y="1509"/>
                      <a:pt x="617" y="1509"/>
                    </a:cubicBezTo>
                    <a:cubicBezTo>
                      <a:pt x="424" y="1509"/>
                      <a:pt x="257" y="1585"/>
                      <a:pt x="195" y="1814"/>
                    </a:cubicBezTo>
                    <a:cubicBezTo>
                      <a:pt x="0" y="2525"/>
                      <a:pt x="944" y="3669"/>
                      <a:pt x="2021" y="3669"/>
                    </a:cubicBezTo>
                    <a:cubicBezTo>
                      <a:pt x="2356" y="3669"/>
                      <a:pt x="2703" y="3559"/>
                      <a:pt x="3033" y="3291"/>
                    </a:cubicBezTo>
                    <a:cubicBezTo>
                      <a:pt x="4427" y="2162"/>
                      <a:pt x="3613" y="852"/>
                      <a:pt x="3613" y="852"/>
                    </a:cubicBezTo>
                    <a:lnTo>
                      <a:pt x="3613" y="852"/>
                    </a:lnTo>
                    <a:lnTo>
                      <a:pt x="2913" y="1490"/>
                    </a:lnTo>
                    <a:cubicBezTo>
                      <a:pt x="2913" y="1490"/>
                      <a:pt x="2795" y="608"/>
                      <a:pt x="2358" y="383"/>
                    </a:cubicBezTo>
                    <a:cubicBezTo>
                      <a:pt x="2294" y="350"/>
                      <a:pt x="2242" y="336"/>
                      <a:pt x="2198" y="336"/>
                    </a:cubicBezTo>
                    <a:cubicBezTo>
                      <a:pt x="1936" y="336"/>
                      <a:pt x="1981" y="827"/>
                      <a:pt x="1981" y="827"/>
                    </a:cubicBezTo>
                    <a:cubicBezTo>
                      <a:pt x="1981" y="827"/>
                      <a:pt x="1553" y="0"/>
                      <a:pt x="123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15"/>
              <p:cNvSpPr/>
              <p:nvPr/>
            </p:nvSpPr>
            <p:spPr>
              <a:xfrm flipH="1">
                <a:off x="362057" y="4580549"/>
                <a:ext cx="53437" cy="51008"/>
              </a:xfrm>
              <a:custGeom>
                <a:avLst/>
                <a:gdLst/>
                <a:ahLst/>
                <a:cxnLst/>
                <a:rect l="l" t="t" r="r" b="b"/>
                <a:pathLst>
                  <a:path w="660" h="630" extrusionOk="0">
                    <a:moveTo>
                      <a:pt x="428" y="0"/>
                    </a:moveTo>
                    <a:cubicBezTo>
                      <a:pt x="374" y="0"/>
                      <a:pt x="319" y="53"/>
                      <a:pt x="351" y="117"/>
                    </a:cubicBezTo>
                    <a:cubicBezTo>
                      <a:pt x="407" y="237"/>
                      <a:pt x="444" y="392"/>
                      <a:pt x="428" y="456"/>
                    </a:cubicBezTo>
                    <a:cubicBezTo>
                      <a:pt x="373" y="419"/>
                      <a:pt x="262" y="287"/>
                      <a:pt x="175" y="154"/>
                    </a:cubicBezTo>
                    <a:cubicBezTo>
                      <a:pt x="158" y="126"/>
                      <a:pt x="133" y="114"/>
                      <a:pt x="109" y="114"/>
                    </a:cubicBezTo>
                    <a:cubicBezTo>
                      <a:pt x="54" y="114"/>
                      <a:pt x="1" y="176"/>
                      <a:pt x="40" y="240"/>
                    </a:cubicBezTo>
                    <a:cubicBezTo>
                      <a:pt x="132" y="382"/>
                      <a:pt x="305" y="623"/>
                      <a:pt x="441" y="629"/>
                    </a:cubicBezTo>
                    <a:lnTo>
                      <a:pt x="447" y="629"/>
                    </a:lnTo>
                    <a:cubicBezTo>
                      <a:pt x="487" y="629"/>
                      <a:pt x="524" y="611"/>
                      <a:pt x="549" y="580"/>
                    </a:cubicBezTo>
                    <a:cubicBezTo>
                      <a:pt x="660" y="438"/>
                      <a:pt x="539" y="139"/>
                      <a:pt x="499" y="52"/>
                    </a:cubicBezTo>
                    <a:cubicBezTo>
                      <a:pt x="485" y="16"/>
                      <a:pt x="457" y="0"/>
                      <a:pt x="428"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516" name="Google Shape;1516;p15"/>
              <p:cNvSpPr/>
              <p:nvPr/>
            </p:nvSpPr>
            <p:spPr>
              <a:xfrm flipH="1">
                <a:off x="219396" y="4507518"/>
                <a:ext cx="103554" cy="101287"/>
              </a:xfrm>
              <a:custGeom>
                <a:avLst/>
                <a:gdLst/>
                <a:ahLst/>
                <a:cxnLst/>
                <a:rect l="l" t="t" r="r" b="b"/>
                <a:pathLst>
                  <a:path w="1279" h="1251" extrusionOk="0">
                    <a:moveTo>
                      <a:pt x="847" y="0"/>
                    </a:moveTo>
                    <a:cubicBezTo>
                      <a:pt x="816" y="0"/>
                      <a:pt x="784" y="9"/>
                      <a:pt x="756" y="26"/>
                    </a:cubicBezTo>
                    <a:cubicBezTo>
                      <a:pt x="667" y="88"/>
                      <a:pt x="642" y="242"/>
                      <a:pt x="642" y="387"/>
                    </a:cubicBezTo>
                    <a:cubicBezTo>
                      <a:pt x="473" y="222"/>
                      <a:pt x="340" y="137"/>
                      <a:pt x="245" y="137"/>
                    </a:cubicBezTo>
                    <a:cubicBezTo>
                      <a:pt x="214" y="137"/>
                      <a:pt x="187" y="146"/>
                      <a:pt x="164" y="165"/>
                    </a:cubicBezTo>
                    <a:cubicBezTo>
                      <a:pt x="124" y="192"/>
                      <a:pt x="1" y="288"/>
                      <a:pt x="386" y="1201"/>
                    </a:cubicBezTo>
                    <a:cubicBezTo>
                      <a:pt x="399" y="1232"/>
                      <a:pt x="430" y="1250"/>
                      <a:pt x="460" y="1250"/>
                    </a:cubicBezTo>
                    <a:cubicBezTo>
                      <a:pt x="473" y="1250"/>
                      <a:pt x="485" y="1247"/>
                      <a:pt x="494" y="1241"/>
                    </a:cubicBezTo>
                    <a:cubicBezTo>
                      <a:pt x="534" y="1226"/>
                      <a:pt x="553" y="1176"/>
                      <a:pt x="537" y="1136"/>
                    </a:cubicBezTo>
                    <a:cubicBezTo>
                      <a:pt x="402" y="812"/>
                      <a:pt x="272" y="424"/>
                      <a:pt x="272" y="300"/>
                    </a:cubicBezTo>
                    <a:lnTo>
                      <a:pt x="272" y="300"/>
                    </a:lnTo>
                    <a:cubicBezTo>
                      <a:pt x="349" y="331"/>
                      <a:pt x="525" y="485"/>
                      <a:pt x="676" y="655"/>
                    </a:cubicBezTo>
                    <a:cubicBezTo>
                      <a:pt x="693" y="674"/>
                      <a:pt x="715" y="682"/>
                      <a:pt x="736" y="682"/>
                    </a:cubicBezTo>
                    <a:cubicBezTo>
                      <a:pt x="779" y="682"/>
                      <a:pt x="821" y="646"/>
                      <a:pt x="815" y="593"/>
                    </a:cubicBezTo>
                    <a:cubicBezTo>
                      <a:pt x="793" y="399"/>
                      <a:pt x="812" y="189"/>
                      <a:pt x="843" y="162"/>
                    </a:cubicBezTo>
                    <a:cubicBezTo>
                      <a:pt x="849" y="162"/>
                      <a:pt x="855" y="165"/>
                      <a:pt x="861" y="168"/>
                    </a:cubicBezTo>
                    <a:cubicBezTo>
                      <a:pt x="1006" y="248"/>
                      <a:pt x="1093" y="606"/>
                      <a:pt x="1111" y="815"/>
                    </a:cubicBezTo>
                    <a:cubicBezTo>
                      <a:pt x="1114" y="867"/>
                      <a:pt x="1152" y="891"/>
                      <a:pt x="1190" y="891"/>
                    </a:cubicBezTo>
                    <a:cubicBezTo>
                      <a:pt x="1234" y="891"/>
                      <a:pt x="1278" y="859"/>
                      <a:pt x="1272" y="800"/>
                    </a:cubicBezTo>
                    <a:cubicBezTo>
                      <a:pt x="1265" y="735"/>
                      <a:pt x="1207" y="171"/>
                      <a:pt x="938" y="26"/>
                    </a:cubicBezTo>
                    <a:cubicBezTo>
                      <a:pt x="911" y="9"/>
                      <a:pt x="879" y="0"/>
                      <a:pt x="847"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517" name="Google Shape;1517;p15"/>
              <p:cNvSpPr/>
              <p:nvPr/>
            </p:nvSpPr>
            <p:spPr>
              <a:xfrm flipH="1">
                <a:off x="182072" y="4624513"/>
                <a:ext cx="177556" cy="91895"/>
              </a:xfrm>
              <a:custGeom>
                <a:avLst/>
                <a:gdLst/>
                <a:ahLst/>
                <a:cxnLst/>
                <a:rect l="l" t="t" r="r" b="b"/>
                <a:pathLst>
                  <a:path w="2193" h="1135" extrusionOk="0">
                    <a:moveTo>
                      <a:pt x="2091" y="0"/>
                    </a:moveTo>
                    <a:cubicBezTo>
                      <a:pt x="2061" y="0"/>
                      <a:pt x="2030" y="17"/>
                      <a:pt x="2018" y="55"/>
                    </a:cubicBezTo>
                    <a:cubicBezTo>
                      <a:pt x="2014" y="61"/>
                      <a:pt x="1795" y="672"/>
                      <a:pt x="1265" y="891"/>
                    </a:cubicBezTo>
                    <a:cubicBezTo>
                      <a:pt x="1137" y="944"/>
                      <a:pt x="1000" y="970"/>
                      <a:pt x="856" y="970"/>
                    </a:cubicBezTo>
                    <a:cubicBezTo>
                      <a:pt x="640" y="970"/>
                      <a:pt x="406" y="911"/>
                      <a:pt x="158" y="792"/>
                    </a:cubicBezTo>
                    <a:cubicBezTo>
                      <a:pt x="143" y="784"/>
                      <a:pt x="129" y="780"/>
                      <a:pt x="116" y="780"/>
                    </a:cubicBezTo>
                    <a:cubicBezTo>
                      <a:pt x="41" y="780"/>
                      <a:pt x="1" y="898"/>
                      <a:pt x="90" y="937"/>
                    </a:cubicBezTo>
                    <a:cubicBezTo>
                      <a:pt x="361" y="1067"/>
                      <a:pt x="620" y="1135"/>
                      <a:pt x="861" y="1135"/>
                    </a:cubicBezTo>
                    <a:cubicBezTo>
                      <a:pt x="1021" y="1135"/>
                      <a:pt x="1182" y="1104"/>
                      <a:pt x="1330" y="1042"/>
                    </a:cubicBezTo>
                    <a:cubicBezTo>
                      <a:pt x="1928" y="792"/>
                      <a:pt x="2163" y="135"/>
                      <a:pt x="2172" y="108"/>
                    </a:cubicBezTo>
                    <a:cubicBezTo>
                      <a:pt x="2193" y="44"/>
                      <a:pt x="2141" y="0"/>
                      <a:pt x="2091"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1518" name="Google Shape;1518;p15"/>
            <p:cNvGrpSpPr/>
            <p:nvPr/>
          </p:nvGrpSpPr>
          <p:grpSpPr>
            <a:xfrm>
              <a:off x="8506921" y="1139269"/>
              <a:ext cx="356308" cy="212146"/>
              <a:chOff x="5852753" y="-1422679"/>
              <a:chExt cx="195881" cy="116634"/>
            </a:xfrm>
          </p:grpSpPr>
          <p:sp>
            <p:nvSpPr>
              <p:cNvPr id="1519" name="Google Shape;1519;p15"/>
              <p:cNvSpPr/>
              <p:nvPr/>
            </p:nvSpPr>
            <p:spPr>
              <a:xfrm>
                <a:off x="5852753" y="-1420330"/>
                <a:ext cx="195881" cy="111615"/>
              </a:xfrm>
              <a:custGeom>
                <a:avLst/>
                <a:gdLst/>
                <a:ahLst/>
                <a:cxnLst/>
                <a:rect l="l" t="t" r="r" b="b"/>
                <a:pathLst>
                  <a:path w="6088" h="3469" extrusionOk="0">
                    <a:moveTo>
                      <a:pt x="3696" y="1"/>
                    </a:moveTo>
                    <a:cubicBezTo>
                      <a:pt x="3413" y="1"/>
                      <a:pt x="3163" y="158"/>
                      <a:pt x="2991" y="365"/>
                    </a:cubicBezTo>
                    <a:lnTo>
                      <a:pt x="2991" y="365"/>
                    </a:lnTo>
                    <a:cubicBezTo>
                      <a:pt x="2876" y="273"/>
                      <a:pt x="2725" y="190"/>
                      <a:pt x="2533" y="128"/>
                    </a:cubicBezTo>
                    <a:cubicBezTo>
                      <a:pt x="2372" y="75"/>
                      <a:pt x="2237" y="52"/>
                      <a:pt x="2122" y="52"/>
                    </a:cubicBezTo>
                    <a:cubicBezTo>
                      <a:pt x="1407" y="52"/>
                      <a:pt x="1530" y="951"/>
                      <a:pt x="1530" y="951"/>
                    </a:cubicBezTo>
                    <a:cubicBezTo>
                      <a:pt x="1457" y="907"/>
                      <a:pt x="1378" y="886"/>
                      <a:pt x="1298" y="886"/>
                    </a:cubicBezTo>
                    <a:cubicBezTo>
                      <a:pt x="694" y="886"/>
                      <a:pt x="1" y="2034"/>
                      <a:pt x="790" y="2617"/>
                    </a:cubicBezTo>
                    <a:cubicBezTo>
                      <a:pt x="1039" y="2800"/>
                      <a:pt x="1275" y="2883"/>
                      <a:pt x="1477" y="2895"/>
                    </a:cubicBezTo>
                    <a:lnTo>
                      <a:pt x="1477" y="2895"/>
                    </a:lnTo>
                    <a:cubicBezTo>
                      <a:pt x="1545" y="3200"/>
                      <a:pt x="1763" y="3463"/>
                      <a:pt x="2224" y="3468"/>
                    </a:cubicBezTo>
                    <a:cubicBezTo>
                      <a:pt x="2242" y="3468"/>
                      <a:pt x="2259" y="3468"/>
                      <a:pt x="2276" y="3468"/>
                    </a:cubicBezTo>
                    <a:cubicBezTo>
                      <a:pt x="2909" y="3468"/>
                      <a:pt x="3333" y="3322"/>
                      <a:pt x="3571" y="3105"/>
                    </a:cubicBezTo>
                    <a:lnTo>
                      <a:pt x="3571" y="3105"/>
                    </a:lnTo>
                    <a:cubicBezTo>
                      <a:pt x="3621" y="3172"/>
                      <a:pt x="3683" y="3237"/>
                      <a:pt x="3760" y="3298"/>
                    </a:cubicBezTo>
                    <a:cubicBezTo>
                      <a:pt x="3866" y="3382"/>
                      <a:pt x="3994" y="3419"/>
                      <a:pt x="4133" y="3419"/>
                    </a:cubicBezTo>
                    <a:cubicBezTo>
                      <a:pt x="4932" y="3419"/>
                      <a:pt x="6088" y="2177"/>
                      <a:pt x="5404" y="1457"/>
                    </a:cubicBezTo>
                    <a:cubicBezTo>
                      <a:pt x="5215" y="1258"/>
                      <a:pt x="5015" y="1183"/>
                      <a:pt x="4827" y="1183"/>
                    </a:cubicBezTo>
                    <a:cubicBezTo>
                      <a:pt x="4806" y="1183"/>
                      <a:pt x="4786" y="1184"/>
                      <a:pt x="4765" y="1185"/>
                    </a:cubicBezTo>
                    <a:lnTo>
                      <a:pt x="4765" y="1185"/>
                    </a:lnTo>
                    <a:cubicBezTo>
                      <a:pt x="4773" y="830"/>
                      <a:pt x="4595" y="421"/>
                      <a:pt x="4155" y="143"/>
                    </a:cubicBezTo>
                    <a:cubicBezTo>
                      <a:pt x="3998" y="43"/>
                      <a:pt x="3843" y="1"/>
                      <a:pt x="36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15"/>
              <p:cNvSpPr/>
              <p:nvPr/>
            </p:nvSpPr>
            <p:spPr>
              <a:xfrm>
                <a:off x="5861505" y="-1422679"/>
                <a:ext cx="176673" cy="116634"/>
              </a:xfrm>
              <a:custGeom>
                <a:avLst/>
                <a:gdLst/>
                <a:ahLst/>
                <a:cxnLst/>
                <a:rect l="l" t="t" r="r" b="b"/>
                <a:pathLst>
                  <a:path w="5491" h="3625" extrusionOk="0">
                    <a:moveTo>
                      <a:pt x="2733" y="558"/>
                    </a:moveTo>
                    <a:cubicBezTo>
                      <a:pt x="2952" y="768"/>
                      <a:pt x="2995" y="1015"/>
                      <a:pt x="2936" y="1178"/>
                    </a:cubicBezTo>
                    <a:cubicBezTo>
                      <a:pt x="2906" y="1264"/>
                      <a:pt x="2852" y="1311"/>
                      <a:pt x="2788" y="1311"/>
                    </a:cubicBezTo>
                    <a:cubicBezTo>
                      <a:pt x="2749" y="1311"/>
                      <a:pt x="2705" y="1293"/>
                      <a:pt x="2662" y="1255"/>
                    </a:cubicBezTo>
                    <a:cubicBezTo>
                      <a:pt x="2508" y="1129"/>
                      <a:pt x="2542" y="827"/>
                      <a:pt x="2733" y="558"/>
                    </a:cubicBezTo>
                    <a:close/>
                    <a:moveTo>
                      <a:pt x="4404" y="1354"/>
                    </a:moveTo>
                    <a:lnTo>
                      <a:pt x="4404" y="1354"/>
                    </a:lnTo>
                    <a:cubicBezTo>
                      <a:pt x="4367" y="1650"/>
                      <a:pt x="4185" y="1872"/>
                      <a:pt x="3945" y="1906"/>
                    </a:cubicBezTo>
                    <a:cubicBezTo>
                      <a:pt x="3929" y="1906"/>
                      <a:pt x="3917" y="1909"/>
                      <a:pt x="3902" y="1909"/>
                    </a:cubicBezTo>
                    <a:cubicBezTo>
                      <a:pt x="3837" y="1909"/>
                      <a:pt x="3837" y="1888"/>
                      <a:pt x="3837" y="1869"/>
                    </a:cubicBezTo>
                    <a:cubicBezTo>
                      <a:pt x="3831" y="1746"/>
                      <a:pt x="4068" y="1431"/>
                      <a:pt x="4404" y="1354"/>
                    </a:cubicBezTo>
                    <a:close/>
                    <a:moveTo>
                      <a:pt x="1527" y="2125"/>
                    </a:moveTo>
                    <a:cubicBezTo>
                      <a:pt x="1570" y="2125"/>
                      <a:pt x="1610" y="2162"/>
                      <a:pt x="1635" y="2196"/>
                    </a:cubicBezTo>
                    <a:cubicBezTo>
                      <a:pt x="1755" y="2347"/>
                      <a:pt x="1783" y="2511"/>
                      <a:pt x="1718" y="2646"/>
                    </a:cubicBezTo>
                    <a:cubicBezTo>
                      <a:pt x="1647" y="2795"/>
                      <a:pt x="1477" y="2884"/>
                      <a:pt x="1274" y="2890"/>
                    </a:cubicBezTo>
                    <a:cubicBezTo>
                      <a:pt x="1231" y="2619"/>
                      <a:pt x="1308" y="2332"/>
                      <a:pt x="1416" y="2199"/>
                    </a:cubicBezTo>
                    <a:cubicBezTo>
                      <a:pt x="1440" y="2159"/>
                      <a:pt x="1481" y="2131"/>
                      <a:pt x="1527" y="2125"/>
                    </a:cubicBezTo>
                    <a:close/>
                    <a:moveTo>
                      <a:pt x="3350" y="2350"/>
                    </a:moveTo>
                    <a:cubicBezTo>
                      <a:pt x="3362" y="2350"/>
                      <a:pt x="3396" y="2384"/>
                      <a:pt x="3424" y="2468"/>
                    </a:cubicBezTo>
                    <a:cubicBezTo>
                      <a:pt x="3491" y="2668"/>
                      <a:pt x="3448" y="2890"/>
                      <a:pt x="3313" y="3051"/>
                    </a:cubicBezTo>
                    <a:cubicBezTo>
                      <a:pt x="3183" y="2825"/>
                      <a:pt x="3195" y="2582"/>
                      <a:pt x="3266" y="2440"/>
                    </a:cubicBezTo>
                    <a:cubicBezTo>
                      <a:pt x="3297" y="2375"/>
                      <a:pt x="3334" y="2350"/>
                      <a:pt x="3350" y="2350"/>
                    </a:cubicBezTo>
                    <a:close/>
                    <a:moveTo>
                      <a:pt x="3426" y="160"/>
                    </a:moveTo>
                    <a:cubicBezTo>
                      <a:pt x="3566" y="160"/>
                      <a:pt x="3707" y="201"/>
                      <a:pt x="3840" y="287"/>
                    </a:cubicBezTo>
                    <a:cubicBezTo>
                      <a:pt x="4185" y="503"/>
                      <a:pt x="4395" y="836"/>
                      <a:pt x="4411" y="1191"/>
                    </a:cubicBezTo>
                    <a:cubicBezTo>
                      <a:pt x="3994" y="1265"/>
                      <a:pt x="3667" y="1650"/>
                      <a:pt x="3677" y="1878"/>
                    </a:cubicBezTo>
                    <a:cubicBezTo>
                      <a:pt x="3679" y="1969"/>
                      <a:pt x="3738" y="2069"/>
                      <a:pt x="3899" y="2069"/>
                    </a:cubicBezTo>
                    <a:cubicBezTo>
                      <a:pt x="3920" y="2069"/>
                      <a:pt x="3942" y="2067"/>
                      <a:pt x="3966" y="2064"/>
                    </a:cubicBezTo>
                    <a:cubicBezTo>
                      <a:pt x="4293" y="2020"/>
                      <a:pt x="4534" y="1727"/>
                      <a:pt x="4571" y="1339"/>
                    </a:cubicBezTo>
                    <a:cubicBezTo>
                      <a:pt x="4753" y="1342"/>
                      <a:pt x="4920" y="1428"/>
                      <a:pt x="5074" y="1589"/>
                    </a:cubicBezTo>
                    <a:cubicBezTo>
                      <a:pt x="5336" y="1863"/>
                      <a:pt x="5274" y="2190"/>
                      <a:pt x="5176" y="2418"/>
                    </a:cubicBezTo>
                    <a:cubicBezTo>
                      <a:pt x="4953" y="2939"/>
                      <a:pt x="4327" y="3414"/>
                      <a:pt x="3862" y="3414"/>
                    </a:cubicBezTo>
                    <a:cubicBezTo>
                      <a:pt x="3857" y="3415"/>
                      <a:pt x="3853" y="3415"/>
                      <a:pt x="3848" y="3415"/>
                    </a:cubicBezTo>
                    <a:cubicBezTo>
                      <a:pt x="3736" y="3415"/>
                      <a:pt x="3627" y="3378"/>
                      <a:pt x="3541" y="3310"/>
                    </a:cubicBezTo>
                    <a:cubicBezTo>
                      <a:pt x="3491" y="3273"/>
                      <a:pt x="3448" y="3232"/>
                      <a:pt x="3408" y="3186"/>
                    </a:cubicBezTo>
                    <a:cubicBezTo>
                      <a:pt x="3603" y="2983"/>
                      <a:pt x="3667" y="2687"/>
                      <a:pt x="3578" y="2421"/>
                    </a:cubicBezTo>
                    <a:cubicBezTo>
                      <a:pt x="3513" y="2218"/>
                      <a:pt x="3408" y="2190"/>
                      <a:pt x="3350" y="2190"/>
                    </a:cubicBezTo>
                    <a:cubicBezTo>
                      <a:pt x="3260" y="2190"/>
                      <a:pt x="3177" y="2255"/>
                      <a:pt x="3121" y="2366"/>
                    </a:cubicBezTo>
                    <a:cubicBezTo>
                      <a:pt x="3023" y="2563"/>
                      <a:pt x="3010" y="2878"/>
                      <a:pt x="3192" y="3165"/>
                    </a:cubicBezTo>
                    <a:cubicBezTo>
                      <a:pt x="3001" y="3306"/>
                      <a:pt x="2649" y="3461"/>
                      <a:pt x="1999" y="3461"/>
                    </a:cubicBezTo>
                    <a:lnTo>
                      <a:pt x="1956" y="3461"/>
                    </a:lnTo>
                    <a:cubicBezTo>
                      <a:pt x="1558" y="3458"/>
                      <a:pt x="1385" y="3254"/>
                      <a:pt x="1314" y="3051"/>
                    </a:cubicBezTo>
                    <a:cubicBezTo>
                      <a:pt x="1564" y="3035"/>
                      <a:pt x="1767" y="2915"/>
                      <a:pt x="1863" y="2720"/>
                    </a:cubicBezTo>
                    <a:cubicBezTo>
                      <a:pt x="1959" y="2523"/>
                      <a:pt x="1922" y="2298"/>
                      <a:pt x="1761" y="2097"/>
                    </a:cubicBezTo>
                    <a:cubicBezTo>
                      <a:pt x="1675" y="1986"/>
                      <a:pt x="1585" y="1965"/>
                      <a:pt x="1527" y="1965"/>
                    </a:cubicBezTo>
                    <a:cubicBezTo>
                      <a:pt x="1444" y="1965"/>
                      <a:pt x="1360" y="2011"/>
                      <a:pt x="1289" y="2097"/>
                    </a:cubicBezTo>
                    <a:cubicBezTo>
                      <a:pt x="1147" y="2276"/>
                      <a:pt x="1076" y="2594"/>
                      <a:pt x="1107" y="2878"/>
                    </a:cubicBezTo>
                    <a:cubicBezTo>
                      <a:pt x="913" y="2835"/>
                      <a:pt x="728" y="2751"/>
                      <a:pt x="568" y="2628"/>
                    </a:cubicBezTo>
                    <a:cubicBezTo>
                      <a:pt x="154" y="2320"/>
                      <a:pt x="241" y="1891"/>
                      <a:pt x="296" y="1718"/>
                    </a:cubicBezTo>
                    <a:cubicBezTo>
                      <a:pt x="420" y="1345"/>
                      <a:pt x="746" y="1043"/>
                      <a:pt x="1027" y="1043"/>
                    </a:cubicBezTo>
                    <a:cubicBezTo>
                      <a:pt x="1095" y="1043"/>
                      <a:pt x="1163" y="1061"/>
                      <a:pt x="1218" y="1095"/>
                    </a:cubicBezTo>
                    <a:cubicBezTo>
                      <a:pt x="1232" y="1103"/>
                      <a:pt x="1246" y="1106"/>
                      <a:pt x="1260" y="1106"/>
                    </a:cubicBezTo>
                    <a:cubicBezTo>
                      <a:pt x="1307" y="1106"/>
                      <a:pt x="1349" y="1067"/>
                      <a:pt x="1342" y="1015"/>
                    </a:cubicBezTo>
                    <a:cubicBezTo>
                      <a:pt x="1342" y="1012"/>
                      <a:pt x="1283" y="586"/>
                      <a:pt x="1487" y="355"/>
                    </a:cubicBezTo>
                    <a:cubicBezTo>
                      <a:pt x="1572" y="255"/>
                      <a:pt x="1695" y="205"/>
                      <a:pt x="1853" y="205"/>
                    </a:cubicBezTo>
                    <a:cubicBezTo>
                      <a:pt x="1964" y="205"/>
                      <a:pt x="2092" y="230"/>
                      <a:pt x="2236" y="278"/>
                    </a:cubicBezTo>
                    <a:cubicBezTo>
                      <a:pt x="2369" y="318"/>
                      <a:pt x="2495" y="380"/>
                      <a:pt x="2609" y="457"/>
                    </a:cubicBezTo>
                    <a:cubicBezTo>
                      <a:pt x="2387" y="765"/>
                      <a:pt x="2313" y="1172"/>
                      <a:pt x="2560" y="1382"/>
                    </a:cubicBezTo>
                    <a:cubicBezTo>
                      <a:pt x="2622" y="1437"/>
                      <a:pt x="2705" y="1474"/>
                      <a:pt x="2791" y="1478"/>
                    </a:cubicBezTo>
                    <a:cubicBezTo>
                      <a:pt x="2921" y="1478"/>
                      <a:pt x="3038" y="1382"/>
                      <a:pt x="3091" y="1234"/>
                    </a:cubicBezTo>
                    <a:cubicBezTo>
                      <a:pt x="3168" y="1018"/>
                      <a:pt x="3112" y="694"/>
                      <a:pt x="2835" y="432"/>
                    </a:cubicBezTo>
                    <a:cubicBezTo>
                      <a:pt x="3006" y="255"/>
                      <a:pt x="3214" y="160"/>
                      <a:pt x="3426" y="160"/>
                    </a:cubicBezTo>
                    <a:close/>
                    <a:moveTo>
                      <a:pt x="3431" y="0"/>
                    </a:moveTo>
                    <a:cubicBezTo>
                      <a:pt x="3171" y="0"/>
                      <a:pt x="2915" y="116"/>
                      <a:pt x="2711" y="333"/>
                    </a:cubicBezTo>
                    <a:cubicBezTo>
                      <a:pt x="2582" y="241"/>
                      <a:pt x="2440" y="173"/>
                      <a:pt x="2289" y="124"/>
                    </a:cubicBezTo>
                    <a:cubicBezTo>
                      <a:pt x="2129" y="71"/>
                      <a:pt x="1984" y="45"/>
                      <a:pt x="1856" y="45"/>
                    </a:cubicBezTo>
                    <a:cubicBezTo>
                      <a:pt x="1647" y="45"/>
                      <a:pt x="1482" y="113"/>
                      <a:pt x="1363" y="247"/>
                    </a:cubicBezTo>
                    <a:cubicBezTo>
                      <a:pt x="1194" y="444"/>
                      <a:pt x="1169" y="731"/>
                      <a:pt x="1172" y="901"/>
                    </a:cubicBezTo>
                    <a:cubicBezTo>
                      <a:pt x="1126" y="888"/>
                      <a:pt x="1076" y="882"/>
                      <a:pt x="1027" y="882"/>
                    </a:cubicBezTo>
                    <a:cubicBezTo>
                      <a:pt x="676" y="882"/>
                      <a:pt x="287" y="1228"/>
                      <a:pt x="142" y="1669"/>
                    </a:cubicBezTo>
                    <a:cubicBezTo>
                      <a:pt x="0" y="2104"/>
                      <a:pt x="120" y="2498"/>
                      <a:pt x="472" y="2757"/>
                    </a:cubicBezTo>
                    <a:cubicBezTo>
                      <a:pt x="694" y="2921"/>
                      <a:pt x="922" y="3020"/>
                      <a:pt x="1141" y="3047"/>
                    </a:cubicBezTo>
                    <a:cubicBezTo>
                      <a:pt x="1246" y="3408"/>
                      <a:pt x="1539" y="3621"/>
                      <a:pt x="1952" y="3624"/>
                    </a:cubicBezTo>
                    <a:lnTo>
                      <a:pt x="1999" y="3624"/>
                    </a:lnTo>
                    <a:cubicBezTo>
                      <a:pt x="2563" y="3624"/>
                      <a:pt x="3007" y="3513"/>
                      <a:pt x="3288" y="3297"/>
                    </a:cubicBezTo>
                    <a:cubicBezTo>
                      <a:pt x="3334" y="3347"/>
                      <a:pt x="3384" y="3396"/>
                      <a:pt x="3439" y="3439"/>
                    </a:cubicBezTo>
                    <a:cubicBezTo>
                      <a:pt x="3556" y="3529"/>
                      <a:pt x="3699" y="3578"/>
                      <a:pt x="3848" y="3578"/>
                    </a:cubicBezTo>
                    <a:cubicBezTo>
                      <a:pt x="3853" y="3578"/>
                      <a:pt x="3857" y="3578"/>
                      <a:pt x="3862" y="3578"/>
                    </a:cubicBezTo>
                    <a:cubicBezTo>
                      <a:pt x="4392" y="3578"/>
                      <a:pt x="5077" y="3066"/>
                      <a:pt x="5327" y="2483"/>
                    </a:cubicBezTo>
                    <a:cubicBezTo>
                      <a:pt x="5490" y="2097"/>
                      <a:pt x="5444" y="1743"/>
                      <a:pt x="5191" y="1478"/>
                    </a:cubicBezTo>
                    <a:cubicBezTo>
                      <a:pt x="5009" y="1283"/>
                      <a:pt x="4802" y="1185"/>
                      <a:pt x="4574" y="1178"/>
                    </a:cubicBezTo>
                    <a:cubicBezTo>
                      <a:pt x="4552" y="774"/>
                      <a:pt x="4315" y="395"/>
                      <a:pt x="3929" y="151"/>
                    </a:cubicBezTo>
                    <a:cubicBezTo>
                      <a:pt x="3770" y="49"/>
                      <a:pt x="3600" y="0"/>
                      <a:pt x="34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21" name="Google Shape;1521;p15"/>
          <p:cNvGrpSpPr/>
          <p:nvPr/>
        </p:nvGrpSpPr>
        <p:grpSpPr>
          <a:xfrm>
            <a:off x="2677111" y="4724367"/>
            <a:ext cx="3988537" cy="334034"/>
            <a:chOff x="2735186" y="119442"/>
            <a:chExt cx="3988537" cy="334034"/>
          </a:xfrm>
        </p:grpSpPr>
        <p:sp>
          <p:nvSpPr>
            <p:cNvPr id="1522" name="Google Shape;1522;p15"/>
            <p:cNvSpPr/>
            <p:nvPr/>
          </p:nvSpPr>
          <p:spPr>
            <a:xfrm>
              <a:off x="6627500" y="272275"/>
              <a:ext cx="96224" cy="96476"/>
            </a:xfrm>
            <a:custGeom>
              <a:avLst/>
              <a:gdLst/>
              <a:ahLst/>
              <a:cxnLst/>
              <a:rect l="l" t="t" r="r" b="b"/>
              <a:pathLst>
                <a:path w="1121" h="1124" extrusionOk="0">
                  <a:moveTo>
                    <a:pt x="563" y="164"/>
                  </a:moveTo>
                  <a:lnTo>
                    <a:pt x="563" y="164"/>
                  </a:lnTo>
                  <a:cubicBezTo>
                    <a:pt x="782" y="168"/>
                    <a:pt x="960" y="347"/>
                    <a:pt x="957" y="565"/>
                  </a:cubicBezTo>
                  <a:cubicBezTo>
                    <a:pt x="957" y="784"/>
                    <a:pt x="778" y="960"/>
                    <a:pt x="562" y="960"/>
                  </a:cubicBezTo>
                  <a:cubicBezTo>
                    <a:pt x="340" y="960"/>
                    <a:pt x="164" y="781"/>
                    <a:pt x="164" y="562"/>
                  </a:cubicBezTo>
                  <a:cubicBezTo>
                    <a:pt x="164" y="341"/>
                    <a:pt x="342" y="166"/>
                    <a:pt x="563" y="164"/>
                  </a:cubicBezTo>
                  <a:close/>
                  <a:moveTo>
                    <a:pt x="562" y="1"/>
                  </a:moveTo>
                  <a:cubicBezTo>
                    <a:pt x="251" y="1"/>
                    <a:pt x="1" y="251"/>
                    <a:pt x="1" y="562"/>
                  </a:cubicBezTo>
                  <a:cubicBezTo>
                    <a:pt x="1" y="871"/>
                    <a:pt x="251" y="1121"/>
                    <a:pt x="559" y="1124"/>
                  </a:cubicBezTo>
                  <a:lnTo>
                    <a:pt x="562" y="1124"/>
                  </a:lnTo>
                  <a:cubicBezTo>
                    <a:pt x="871" y="1121"/>
                    <a:pt x="1121" y="871"/>
                    <a:pt x="1121" y="562"/>
                  </a:cubicBezTo>
                  <a:cubicBezTo>
                    <a:pt x="1121" y="251"/>
                    <a:pt x="871" y="1"/>
                    <a:pt x="5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15"/>
            <p:cNvSpPr/>
            <p:nvPr/>
          </p:nvSpPr>
          <p:spPr>
            <a:xfrm>
              <a:off x="3157714" y="119442"/>
              <a:ext cx="161423" cy="148928"/>
            </a:xfrm>
            <a:custGeom>
              <a:avLst/>
              <a:gdLst/>
              <a:ahLst/>
              <a:cxnLst/>
              <a:rect l="l" t="t" r="r" b="b"/>
              <a:pathLst>
                <a:path w="2558" h="2360" extrusionOk="0">
                  <a:moveTo>
                    <a:pt x="1855" y="179"/>
                  </a:moveTo>
                  <a:lnTo>
                    <a:pt x="1855" y="179"/>
                  </a:lnTo>
                  <a:cubicBezTo>
                    <a:pt x="1827" y="306"/>
                    <a:pt x="1771" y="531"/>
                    <a:pt x="1707" y="790"/>
                  </a:cubicBezTo>
                  <a:cubicBezTo>
                    <a:pt x="1583" y="710"/>
                    <a:pt x="1457" y="630"/>
                    <a:pt x="1330" y="553"/>
                  </a:cubicBezTo>
                  <a:cubicBezTo>
                    <a:pt x="1629" y="306"/>
                    <a:pt x="1781" y="213"/>
                    <a:pt x="1855" y="179"/>
                  </a:cubicBezTo>
                  <a:close/>
                  <a:moveTo>
                    <a:pt x="522" y="287"/>
                  </a:moveTo>
                  <a:cubicBezTo>
                    <a:pt x="704" y="374"/>
                    <a:pt x="880" y="469"/>
                    <a:pt x="1053" y="577"/>
                  </a:cubicBezTo>
                  <a:cubicBezTo>
                    <a:pt x="942" y="670"/>
                    <a:pt x="824" y="778"/>
                    <a:pt x="698" y="892"/>
                  </a:cubicBezTo>
                  <a:cubicBezTo>
                    <a:pt x="575" y="559"/>
                    <a:pt x="531" y="371"/>
                    <a:pt x="522" y="287"/>
                  </a:cubicBezTo>
                  <a:close/>
                  <a:moveTo>
                    <a:pt x="1811" y="1046"/>
                  </a:moveTo>
                  <a:cubicBezTo>
                    <a:pt x="2070" y="1219"/>
                    <a:pt x="2225" y="1330"/>
                    <a:pt x="2308" y="1398"/>
                  </a:cubicBezTo>
                  <a:cubicBezTo>
                    <a:pt x="2188" y="1413"/>
                    <a:pt x="1981" y="1438"/>
                    <a:pt x="1694" y="1462"/>
                  </a:cubicBezTo>
                  <a:cubicBezTo>
                    <a:pt x="1731" y="1336"/>
                    <a:pt x="1771" y="1197"/>
                    <a:pt x="1808" y="1046"/>
                  </a:cubicBezTo>
                  <a:close/>
                  <a:moveTo>
                    <a:pt x="1201" y="664"/>
                  </a:moveTo>
                  <a:cubicBezTo>
                    <a:pt x="1355" y="756"/>
                    <a:pt x="1515" y="855"/>
                    <a:pt x="1666" y="954"/>
                  </a:cubicBezTo>
                  <a:cubicBezTo>
                    <a:pt x="1617" y="1148"/>
                    <a:pt x="1571" y="1324"/>
                    <a:pt x="1525" y="1478"/>
                  </a:cubicBezTo>
                  <a:cubicBezTo>
                    <a:pt x="1336" y="1493"/>
                    <a:pt x="1136" y="1509"/>
                    <a:pt x="951" y="1521"/>
                  </a:cubicBezTo>
                  <a:cubicBezTo>
                    <a:pt x="883" y="1367"/>
                    <a:pt x="815" y="1210"/>
                    <a:pt x="757" y="1055"/>
                  </a:cubicBezTo>
                  <a:cubicBezTo>
                    <a:pt x="917" y="910"/>
                    <a:pt x="1065" y="778"/>
                    <a:pt x="1201" y="664"/>
                  </a:cubicBezTo>
                  <a:close/>
                  <a:moveTo>
                    <a:pt x="630" y="1173"/>
                  </a:moveTo>
                  <a:cubicBezTo>
                    <a:pt x="676" y="1293"/>
                    <a:pt x="726" y="1413"/>
                    <a:pt x="775" y="1530"/>
                  </a:cubicBezTo>
                  <a:cubicBezTo>
                    <a:pt x="613" y="1539"/>
                    <a:pt x="473" y="1543"/>
                    <a:pt x="370" y="1543"/>
                  </a:cubicBezTo>
                  <a:cubicBezTo>
                    <a:pt x="319" y="1543"/>
                    <a:pt x="276" y="1542"/>
                    <a:pt x="245" y="1540"/>
                  </a:cubicBezTo>
                  <a:cubicBezTo>
                    <a:pt x="337" y="1450"/>
                    <a:pt x="476" y="1317"/>
                    <a:pt x="630" y="1173"/>
                  </a:cubicBezTo>
                  <a:close/>
                  <a:moveTo>
                    <a:pt x="1472" y="1644"/>
                  </a:moveTo>
                  <a:lnTo>
                    <a:pt x="1472" y="1644"/>
                  </a:lnTo>
                  <a:cubicBezTo>
                    <a:pt x="1370" y="1981"/>
                    <a:pt x="1306" y="2116"/>
                    <a:pt x="1275" y="2172"/>
                  </a:cubicBezTo>
                  <a:cubicBezTo>
                    <a:pt x="1176" y="2015"/>
                    <a:pt x="1090" y="1848"/>
                    <a:pt x="1019" y="1678"/>
                  </a:cubicBezTo>
                  <a:cubicBezTo>
                    <a:pt x="1167" y="1672"/>
                    <a:pt x="1321" y="1657"/>
                    <a:pt x="1472" y="1644"/>
                  </a:cubicBezTo>
                  <a:close/>
                  <a:moveTo>
                    <a:pt x="1916" y="0"/>
                  </a:moveTo>
                  <a:cubicBezTo>
                    <a:pt x="1833" y="0"/>
                    <a:pt x="1673" y="53"/>
                    <a:pt x="1182" y="466"/>
                  </a:cubicBezTo>
                  <a:cubicBezTo>
                    <a:pt x="960" y="334"/>
                    <a:pt x="618" y="136"/>
                    <a:pt x="507" y="108"/>
                  </a:cubicBezTo>
                  <a:cubicBezTo>
                    <a:pt x="494" y="108"/>
                    <a:pt x="485" y="105"/>
                    <a:pt x="476" y="105"/>
                  </a:cubicBezTo>
                  <a:cubicBezTo>
                    <a:pt x="439" y="105"/>
                    <a:pt x="408" y="124"/>
                    <a:pt x="386" y="155"/>
                  </a:cubicBezTo>
                  <a:cubicBezTo>
                    <a:pt x="359" y="192"/>
                    <a:pt x="297" y="281"/>
                    <a:pt x="568" y="1009"/>
                  </a:cubicBezTo>
                  <a:cubicBezTo>
                    <a:pt x="328" y="1231"/>
                    <a:pt x="118" y="1435"/>
                    <a:pt x="38" y="1515"/>
                  </a:cubicBezTo>
                  <a:cubicBezTo>
                    <a:pt x="10" y="1543"/>
                    <a:pt x="1" y="1583"/>
                    <a:pt x="13" y="1620"/>
                  </a:cubicBezTo>
                  <a:cubicBezTo>
                    <a:pt x="38" y="1681"/>
                    <a:pt x="93" y="1706"/>
                    <a:pt x="374" y="1706"/>
                  </a:cubicBezTo>
                  <a:cubicBezTo>
                    <a:pt x="497" y="1706"/>
                    <a:pt x="655" y="1700"/>
                    <a:pt x="846" y="1691"/>
                  </a:cubicBezTo>
                  <a:cubicBezTo>
                    <a:pt x="966" y="1959"/>
                    <a:pt x="1117" y="2271"/>
                    <a:pt x="1207" y="2338"/>
                  </a:cubicBezTo>
                  <a:cubicBezTo>
                    <a:pt x="1225" y="2351"/>
                    <a:pt x="1247" y="2360"/>
                    <a:pt x="1272" y="2360"/>
                  </a:cubicBezTo>
                  <a:lnTo>
                    <a:pt x="1275" y="2360"/>
                  </a:lnTo>
                  <a:cubicBezTo>
                    <a:pt x="1358" y="2360"/>
                    <a:pt x="1444" y="2304"/>
                    <a:pt x="1648" y="1629"/>
                  </a:cubicBezTo>
                  <a:cubicBezTo>
                    <a:pt x="1947" y="1604"/>
                    <a:pt x="2413" y="1555"/>
                    <a:pt x="2487" y="1530"/>
                  </a:cubicBezTo>
                  <a:cubicBezTo>
                    <a:pt x="2518" y="1515"/>
                    <a:pt x="2539" y="1487"/>
                    <a:pt x="2545" y="1456"/>
                  </a:cubicBezTo>
                  <a:cubicBezTo>
                    <a:pt x="2549" y="1398"/>
                    <a:pt x="2558" y="1339"/>
                    <a:pt x="1851" y="883"/>
                  </a:cubicBezTo>
                  <a:cubicBezTo>
                    <a:pt x="1959" y="466"/>
                    <a:pt x="2037" y="118"/>
                    <a:pt x="2037" y="115"/>
                  </a:cubicBezTo>
                  <a:cubicBezTo>
                    <a:pt x="2040" y="90"/>
                    <a:pt x="2033" y="62"/>
                    <a:pt x="2018" y="44"/>
                  </a:cubicBezTo>
                  <a:cubicBezTo>
                    <a:pt x="1990" y="16"/>
                    <a:pt x="1953" y="0"/>
                    <a:pt x="19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15"/>
            <p:cNvSpPr/>
            <p:nvPr/>
          </p:nvSpPr>
          <p:spPr>
            <a:xfrm>
              <a:off x="2735186" y="323916"/>
              <a:ext cx="122063" cy="122890"/>
            </a:xfrm>
            <a:custGeom>
              <a:avLst/>
              <a:gdLst/>
              <a:ahLst/>
              <a:cxnLst/>
              <a:rect l="l" t="t" r="r" b="b"/>
              <a:pathLst>
                <a:path w="1919" h="1932" extrusionOk="0">
                  <a:moveTo>
                    <a:pt x="1024" y="248"/>
                  </a:moveTo>
                  <a:cubicBezTo>
                    <a:pt x="1049" y="331"/>
                    <a:pt x="1076" y="442"/>
                    <a:pt x="1095" y="513"/>
                  </a:cubicBezTo>
                  <a:cubicBezTo>
                    <a:pt x="1141" y="704"/>
                    <a:pt x="1150" y="747"/>
                    <a:pt x="1175" y="781"/>
                  </a:cubicBezTo>
                  <a:cubicBezTo>
                    <a:pt x="1200" y="815"/>
                    <a:pt x="1234" y="828"/>
                    <a:pt x="1425" y="895"/>
                  </a:cubicBezTo>
                  <a:cubicBezTo>
                    <a:pt x="1490" y="920"/>
                    <a:pt x="1592" y="957"/>
                    <a:pt x="1669" y="988"/>
                  </a:cubicBezTo>
                  <a:cubicBezTo>
                    <a:pt x="1561" y="1037"/>
                    <a:pt x="1388" y="1102"/>
                    <a:pt x="1234" y="1154"/>
                  </a:cubicBezTo>
                  <a:cubicBezTo>
                    <a:pt x="1212" y="1164"/>
                    <a:pt x="1194" y="1179"/>
                    <a:pt x="1184" y="1201"/>
                  </a:cubicBezTo>
                  <a:cubicBezTo>
                    <a:pt x="1110" y="1377"/>
                    <a:pt x="1015" y="1577"/>
                    <a:pt x="953" y="1688"/>
                  </a:cubicBezTo>
                  <a:cubicBezTo>
                    <a:pt x="910" y="1568"/>
                    <a:pt x="851" y="1358"/>
                    <a:pt x="805" y="1173"/>
                  </a:cubicBezTo>
                  <a:cubicBezTo>
                    <a:pt x="796" y="1139"/>
                    <a:pt x="771" y="1114"/>
                    <a:pt x="737" y="1108"/>
                  </a:cubicBezTo>
                  <a:cubicBezTo>
                    <a:pt x="558" y="1071"/>
                    <a:pt x="355" y="1028"/>
                    <a:pt x="241" y="994"/>
                  </a:cubicBezTo>
                  <a:cubicBezTo>
                    <a:pt x="416" y="905"/>
                    <a:pt x="595" y="821"/>
                    <a:pt x="780" y="747"/>
                  </a:cubicBezTo>
                  <a:cubicBezTo>
                    <a:pt x="802" y="738"/>
                    <a:pt x="820" y="723"/>
                    <a:pt x="830" y="698"/>
                  </a:cubicBezTo>
                  <a:cubicBezTo>
                    <a:pt x="885" y="547"/>
                    <a:pt x="953" y="396"/>
                    <a:pt x="1024" y="248"/>
                  </a:cubicBezTo>
                  <a:close/>
                  <a:moveTo>
                    <a:pt x="1046" y="1"/>
                  </a:moveTo>
                  <a:cubicBezTo>
                    <a:pt x="993" y="1"/>
                    <a:pt x="916" y="1"/>
                    <a:pt x="685" y="605"/>
                  </a:cubicBezTo>
                  <a:cubicBezTo>
                    <a:pt x="40" y="865"/>
                    <a:pt x="19" y="948"/>
                    <a:pt x="6" y="982"/>
                  </a:cubicBezTo>
                  <a:cubicBezTo>
                    <a:pt x="0" y="1013"/>
                    <a:pt x="6" y="1043"/>
                    <a:pt x="22" y="1068"/>
                  </a:cubicBezTo>
                  <a:cubicBezTo>
                    <a:pt x="40" y="1093"/>
                    <a:pt x="89" y="1158"/>
                    <a:pt x="651" y="1265"/>
                  </a:cubicBezTo>
                  <a:cubicBezTo>
                    <a:pt x="817" y="1932"/>
                    <a:pt x="879" y="1932"/>
                    <a:pt x="941" y="1932"/>
                  </a:cubicBezTo>
                  <a:lnTo>
                    <a:pt x="947" y="1932"/>
                  </a:lnTo>
                  <a:cubicBezTo>
                    <a:pt x="999" y="1929"/>
                    <a:pt x="1058" y="1926"/>
                    <a:pt x="1329" y="1306"/>
                  </a:cubicBezTo>
                  <a:cubicBezTo>
                    <a:pt x="1499" y="1244"/>
                    <a:pt x="1817" y="1127"/>
                    <a:pt x="1885" y="1065"/>
                  </a:cubicBezTo>
                  <a:cubicBezTo>
                    <a:pt x="1909" y="1040"/>
                    <a:pt x="1918" y="1006"/>
                    <a:pt x="1915" y="972"/>
                  </a:cubicBezTo>
                  <a:cubicBezTo>
                    <a:pt x="1900" y="895"/>
                    <a:pt x="1814" y="855"/>
                    <a:pt x="1484" y="735"/>
                  </a:cubicBezTo>
                  <a:cubicBezTo>
                    <a:pt x="1422" y="713"/>
                    <a:pt x="1348" y="686"/>
                    <a:pt x="1314" y="670"/>
                  </a:cubicBezTo>
                  <a:cubicBezTo>
                    <a:pt x="1302" y="633"/>
                    <a:pt x="1280" y="547"/>
                    <a:pt x="1262" y="473"/>
                  </a:cubicBezTo>
                  <a:cubicBezTo>
                    <a:pt x="1203" y="241"/>
                    <a:pt x="1169" y="100"/>
                    <a:pt x="1126" y="44"/>
                  </a:cubicBezTo>
                  <a:cubicBezTo>
                    <a:pt x="1107" y="19"/>
                    <a:pt x="1076" y="4"/>
                    <a:pt x="10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15"/>
            <p:cNvSpPr/>
            <p:nvPr/>
          </p:nvSpPr>
          <p:spPr>
            <a:xfrm>
              <a:off x="3665804" y="334034"/>
              <a:ext cx="102917" cy="102663"/>
            </a:xfrm>
            <a:custGeom>
              <a:avLst/>
              <a:gdLst/>
              <a:ahLst/>
              <a:cxnLst/>
              <a:rect l="l" t="t" r="r" b="b"/>
              <a:pathLst>
                <a:path w="1618" h="1614" extrusionOk="0">
                  <a:moveTo>
                    <a:pt x="868" y="1"/>
                  </a:moveTo>
                  <a:cubicBezTo>
                    <a:pt x="821" y="1"/>
                    <a:pt x="784" y="38"/>
                    <a:pt x="784" y="87"/>
                  </a:cubicBezTo>
                  <a:lnTo>
                    <a:pt x="781" y="575"/>
                  </a:lnTo>
                  <a:lnTo>
                    <a:pt x="488" y="266"/>
                  </a:lnTo>
                  <a:cubicBezTo>
                    <a:pt x="470" y="251"/>
                    <a:pt x="451" y="245"/>
                    <a:pt x="432" y="245"/>
                  </a:cubicBezTo>
                  <a:cubicBezTo>
                    <a:pt x="369" y="245"/>
                    <a:pt x="316" y="318"/>
                    <a:pt x="362" y="380"/>
                  </a:cubicBezTo>
                  <a:lnTo>
                    <a:pt x="664" y="701"/>
                  </a:lnTo>
                  <a:lnTo>
                    <a:pt x="115" y="707"/>
                  </a:lnTo>
                  <a:cubicBezTo>
                    <a:pt x="1" y="707"/>
                    <a:pt x="1" y="877"/>
                    <a:pt x="115" y="877"/>
                  </a:cubicBezTo>
                  <a:lnTo>
                    <a:pt x="618" y="874"/>
                  </a:lnTo>
                  <a:lnTo>
                    <a:pt x="229" y="1142"/>
                  </a:lnTo>
                  <a:cubicBezTo>
                    <a:pt x="189" y="1170"/>
                    <a:pt x="180" y="1222"/>
                    <a:pt x="208" y="1262"/>
                  </a:cubicBezTo>
                  <a:cubicBezTo>
                    <a:pt x="225" y="1285"/>
                    <a:pt x="252" y="1298"/>
                    <a:pt x="279" y="1298"/>
                  </a:cubicBezTo>
                  <a:cubicBezTo>
                    <a:pt x="296" y="1298"/>
                    <a:pt x="313" y="1293"/>
                    <a:pt x="328" y="1284"/>
                  </a:cubicBezTo>
                  <a:lnTo>
                    <a:pt x="775" y="969"/>
                  </a:lnTo>
                  <a:lnTo>
                    <a:pt x="775" y="1528"/>
                  </a:lnTo>
                  <a:cubicBezTo>
                    <a:pt x="772" y="1574"/>
                    <a:pt x="812" y="1614"/>
                    <a:pt x="858" y="1614"/>
                  </a:cubicBezTo>
                  <a:cubicBezTo>
                    <a:pt x="905" y="1614"/>
                    <a:pt x="945" y="1574"/>
                    <a:pt x="945" y="1528"/>
                  </a:cubicBezTo>
                  <a:lnTo>
                    <a:pt x="948" y="1000"/>
                  </a:lnTo>
                  <a:lnTo>
                    <a:pt x="1259" y="1333"/>
                  </a:lnTo>
                  <a:cubicBezTo>
                    <a:pt x="1278" y="1353"/>
                    <a:pt x="1300" y="1361"/>
                    <a:pt x="1321" y="1361"/>
                  </a:cubicBezTo>
                  <a:cubicBezTo>
                    <a:pt x="1387" y="1361"/>
                    <a:pt x="1444" y="1277"/>
                    <a:pt x="1386" y="1213"/>
                  </a:cubicBezTo>
                  <a:lnTo>
                    <a:pt x="1059" y="868"/>
                  </a:lnTo>
                  <a:lnTo>
                    <a:pt x="1503" y="865"/>
                  </a:lnTo>
                  <a:cubicBezTo>
                    <a:pt x="1617" y="861"/>
                    <a:pt x="1617" y="692"/>
                    <a:pt x="1503" y="692"/>
                  </a:cubicBezTo>
                  <a:lnTo>
                    <a:pt x="1173" y="695"/>
                  </a:lnTo>
                  <a:lnTo>
                    <a:pt x="1518" y="454"/>
                  </a:lnTo>
                  <a:cubicBezTo>
                    <a:pt x="1597" y="401"/>
                    <a:pt x="1544" y="296"/>
                    <a:pt x="1472" y="296"/>
                  </a:cubicBezTo>
                  <a:cubicBezTo>
                    <a:pt x="1456" y="296"/>
                    <a:pt x="1439" y="301"/>
                    <a:pt x="1423" y="312"/>
                  </a:cubicBezTo>
                  <a:lnTo>
                    <a:pt x="951" y="639"/>
                  </a:lnTo>
                  <a:lnTo>
                    <a:pt x="954" y="87"/>
                  </a:lnTo>
                  <a:cubicBezTo>
                    <a:pt x="954" y="41"/>
                    <a:pt x="917" y="1"/>
                    <a:pt x="8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26" name="Google Shape;1526;p15"/>
            <p:cNvGrpSpPr/>
            <p:nvPr/>
          </p:nvGrpSpPr>
          <p:grpSpPr>
            <a:xfrm>
              <a:off x="4053716" y="187529"/>
              <a:ext cx="446685" cy="265947"/>
              <a:chOff x="978054" y="146142"/>
              <a:chExt cx="446685" cy="265947"/>
            </a:xfrm>
          </p:grpSpPr>
          <p:sp>
            <p:nvSpPr>
              <p:cNvPr id="1527" name="Google Shape;1527;p15"/>
              <p:cNvSpPr/>
              <p:nvPr/>
            </p:nvSpPr>
            <p:spPr>
              <a:xfrm>
                <a:off x="978054" y="151960"/>
                <a:ext cx="446685" cy="254309"/>
              </a:xfrm>
              <a:custGeom>
                <a:avLst/>
                <a:gdLst/>
                <a:ahLst/>
                <a:cxnLst/>
                <a:rect l="l" t="t" r="r" b="b"/>
                <a:pathLst>
                  <a:path w="6448" h="3671" extrusionOk="0">
                    <a:moveTo>
                      <a:pt x="3915" y="0"/>
                    </a:moveTo>
                    <a:cubicBezTo>
                      <a:pt x="3615" y="0"/>
                      <a:pt x="3350" y="167"/>
                      <a:pt x="3169" y="387"/>
                    </a:cubicBezTo>
                    <a:lnTo>
                      <a:pt x="3169" y="387"/>
                    </a:lnTo>
                    <a:cubicBezTo>
                      <a:pt x="3046" y="288"/>
                      <a:pt x="2886" y="200"/>
                      <a:pt x="2681" y="132"/>
                    </a:cubicBezTo>
                    <a:cubicBezTo>
                      <a:pt x="2511" y="76"/>
                      <a:pt x="2368" y="52"/>
                      <a:pt x="2248" y="52"/>
                    </a:cubicBezTo>
                    <a:cubicBezTo>
                      <a:pt x="1490" y="52"/>
                      <a:pt x="1623" y="1005"/>
                      <a:pt x="1623" y="1005"/>
                    </a:cubicBezTo>
                    <a:cubicBezTo>
                      <a:pt x="1545" y="958"/>
                      <a:pt x="1462" y="937"/>
                      <a:pt x="1377" y="937"/>
                    </a:cubicBezTo>
                    <a:cubicBezTo>
                      <a:pt x="735" y="937"/>
                      <a:pt x="1" y="2154"/>
                      <a:pt x="840" y="2769"/>
                    </a:cubicBezTo>
                    <a:cubicBezTo>
                      <a:pt x="1102" y="2963"/>
                      <a:pt x="1351" y="3051"/>
                      <a:pt x="1564" y="3064"/>
                    </a:cubicBezTo>
                    <a:lnTo>
                      <a:pt x="1564" y="3064"/>
                    </a:lnTo>
                    <a:cubicBezTo>
                      <a:pt x="1637" y="3387"/>
                      <a:pt x="1868" y="3665"/>
                      <a:pt x="2357" y="3670"/>
                    </a:cubicBezTo>
                    <a:cubicBezTo>
                      <a:pt x="2374" y="3670"/>
                      <a:pt x="2392" y="3670"/>
                      <a:pt x="2408" y="3670"/>
                    </a:cubicBezTo>
                    <a:cubicBezTo>
                      <a:pt x="3079" y="3670"/>
                      <a:pt x="3528" y="3515"/>
                      <a:pt x="3781" y="3285"/>
                    </a:cubicBezTo>
                    <a:lnTo>
                      <a:pt x="3781" y="3285"/>
                    </a:lnTo>
                    <a:cubicBezTo>
                      <a:pt x="3834" y="3357"/>
                      <a:pt x="3900" y="3426"/>
                      <a:pt x="3983" y="3491"/>
                    </a:cubicBezTo>
                    <a:cubicBezTo>
                      <a:pt x="4094" y="3579"/>
                      <a:pt x="4230" y="3618"/>
                      <a:pt x="4376" y="3618"/>
                    </a:cubicBezTo>
                    <a:cubicBezTo>
                      <a:pt x="5223" y="3618"/>
                      <a:pt x="6448" y="2304"/>
                      <a:pt x="5722" y="1542"/>
                    </a:cubicBezTo>
                    <a:cubicBezTo>
                      <a:pt x="5522" y="1331"/>
                      <a:pt x="5310" y="1251"/>
                      <a:pt x="5112" y="1251"/>
                    </a:cubicBezTo>
                    <a:cubicBezTo>
                      <a:pt x="5090" y="1251"/>
                      <a:pt x="5068" y="1252"/>
                      <a:pt x="5046" y="1254"/>
                    </a:cubicBezTo>
                    <a:lnTo>
                      <a:pt x="5046" y="1254"/>
                    </a:lnTo>
                    <a:cubicBezTo>
                      <a:pt x="5054" y="878"/>
                      <a:pt x="4866" y="444"/>
                      <a:pt x="4402" y="151"/>
                    </a:cubicBezTo>
                    <a:cubicBezTo>
                      <a:pt x="4235" y="45"/>
                      <a:pt x="4070" y="0"/>
                      <a:pt x="39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15"/>
              <p:cNvSpPr/>
              <p:nvPr/>
            </p:nvSpPr>
            <p:spPr>
              <a:xfrm>
                <a:off x="999986" y="146142"/>
                <a:ext cx="402834" cy="265947"/>
              </a:xfrm>
              <a:custGeom>
                <a:avLst/>
                <a:gdLst/>
                <a:ahLst/>
                <a:cxnLst/>
                <a:rect l="l" t="t" r="r" b="b"/>
                <a:pathLst>
                  <a:path w="5815" h="3839" extrusionOk="0">
                    <a:moveTo>
                      <a:pt x="2894" y="594"/>
                    </a:moveTo>
                    <a:cubicBezTo>
                      <a:pt x="3125" y="816"/>
                      <a:pt x="3174" y="1078"/>
                      <a:pt x="3110" y="1251"/>
                    </a:cubicBezTo>
                    <a:cubicBezTo>
                      <a:pt x="3077" y="1342"/>
                      <a:pt x="3020" y="1391"/>
                      <a:pt x="2952" y="1391"/>
                    </a:cubicBezTo>
                    <a:cubicBezTo>
                      <a:pt x="2910" y="1391"/>
                      <a:pt x="2864" y="1373"/>
                      <a:pt x="2817" y="1334"/>
                    </a:cubicBezTo>
                    <a:cubicBezTo>
                      <a:pt x="2656" y="1195"/>
                      <a:pt x="2693" y="877"/>
                      <a:pt x="2894" y="594"/>
                    </a:cubicBezTo>
                    <a:close/>
                    <a:moveTo>
                      <a:pt x="4667" y="1439"/>
                    </a:moveTo>
                    <a:lnTo>
                      <a:pt x="4667" y="1439"/>
                    </a:lnTo>
                    <a:cubicBezTo>
                      <a:pt x="4627" y="1750"/>
                      <a:pt x="4436" y="1981"/>
                      <a:pt x="4177" y="2018"/>
                    </a:cubicBezTo>
                    <a:cubicBezTo>
                      <a:pt x="4161" y="2018"/>
                      <a:pt x="4149" y="2022"/>
                      <a:pt x="4134" y="2022"/>
                    </a:cubicBezTo>
                    <a:cubicBezTo>
                      <a:pt x="4063" y="2022"/>
                      <a:pt x="4063" y="2000"/>
                      <a:pt x="4063" y="1981"/>
                    </a:cubicBezTo>
                    <a:cubicBezTo>
                      <a:pt x="4060" y="1852"/>
                      <a:pt x="4309" y="1519"/>
                      <a:pt x="4667" y="1439"/>
                    </a:cubicBezTo>
                    <a:close/>
                    <a:moveTo>
                      <a:pt x="1620" y="2253"/>
                    </a:moveTo>
                    <a:cubicBezTo>
                      <a:pt x="1663" y="2253"/>
                      <a:pt x="1706" y="2293"/>
                      <a:pt x="1731" y="2327"/>
                    </a:cubicBezTo>
                    <a:cubicBezTo>
                      <a:pt x="1857" y="2484"/>
                      <a:pt x="1888" y="2660"/>
                      <a:pt x="1820" y="2805"/>
                    </a:cubicBezTo>
                    <a:cubicBezTo>
                      <a:pt x="1743" y="2959"/>
                      <a:pt x="1564" y="3055"/>
                      <a:pt x="1348" y="3061"/>
                    </a:cubicBezTo>
                    <a:cubicBezTo>
                      <a:pt x="1305" y="2774"/>
                      <a:pt x="1385" y="2472"/>
                      <a:pt x="1500" y="2330"/>
                    </a:cubicBezTo>
                    <a:cubicBezTo>
                      <a:pt x="1543" y="2278"/>
                      <a:pt x="1583" y="2253"/>
                      <a:pt x="1620" y="2253"/>
                    </a:cubicBezTo>
                    <a:close/>
                    <a:moveTo>
                      <a:pt x="3548" y="2490"/>
                    </a:moveTo>
                    <a:cubicBezTo>
                      <a:pt x="3563" y="2490"/>
                      <a:pt x="3597" y="2524"/>
                      <a:pt x="3625" y="2614"/>
                    </a:cubicBezTo>
                    <a:cubicBezTo>
                      <a:pt x="3699" y="2827"/>
                      <a:pt x="3652" y="3061"/>
                      <a:pt x="3507" y="3231"/>
                    </a:cubicBezTo>
                    <a:cubicBezTo>
                      <a:pt x="3372" y="2993"/>
                      <a:pt x="3384" y="2737"/>
                      <a:pt x="3461" y="2586"/>
                    </a:cubicBezTo>
                    <a:cubicBezTo>
                      <a:pt x="3495" y="2518"/>
                      <a:pt x="3532" y="2490"/>
                      <a:pt x="3548" y="2490"/>
                    </a:cubicBezTo>
                    <a:close/>
                    <a:moveTo>
                      <a:pt x="3628" y="170"/>
                    </a:moveTo>
                    <a:cubicBezTo>
                      <a:pt x="3775" y="170"/>
                      <a:pt x="3925" y="213"/>
                      <a:pt x="4066" y="304"/>
                    </a:cubicBezTo>
                    <a:cubicBezTo>
                      <a:pt x="4430" y="532"/>
                      <a:pt x="4652" y="887"/>
                      <a:pt x="4673" y="1260"/>
                    </a:cubicBezTo>
                    <a:cubicBezTo>
                      <a:pt x="4229" y="1340"/>
                      <a:pt x="3881" y="1747"/>
                      <a:pt x="3893" y="1988"/>
                    </a:cubicBezTo>
                    <a:cubicBezTo>
                      <a:pt x="3899" y="2086"/>
                      <a:pt x="3960" y="2190"/>
                      <a:pt x="4132" y="2190"/>
                    </a:cubicBezTo>
                    <a:cubicBezTo>
                      <a:pt x="4153" y="2190"/>
                      <a:pt x="4177" y="2188"/>
                      <a:pt x="4201" y="2185"/>
                    </a:cubicBezTo>
                    <a:cubicBezTo>
                      <a:pt x="4550" y="2139"/>
                      <a:pt x="4803" y="1827"/>
                      <a:pt x="4840" y="1417"/>
                    </a:cubicBezTo>
                    <a:cubicBezTo>
                      <a:pt x="5034" y="1423"/>
                      <a:pt x="5213" y="1510"/>
                      <a:pt x="5373" y="1682"/>
                    </a:cubicBezTo>
                    <a:cubicBezTo>
                      <a:pt x="5651" y="1972"/>
                      <a:pt x="5586" y="2321"/>
                      <a:pt x="5485" y="2561"/>
                    </a:cubicBezTo>
                    <a:cubicBezTo>
                      <a:pt x="5247" y="3113"/>
                      <a:pt x="4581" y="3616"/>
                      <a:pt x="4090" y="3616"/>
                    </a:cubicBezTo>
                    <a:cubicBezTo>
                      <a:pt x="4086" y="3616"/>
                      <a:pt x="4082" y="3616"/>
                      <a:pt x="4077" y="3616"/>
                    </a:cubicBezTo>
                    <a:cubicBezTo>
                      <a:pt x="3958" y="3616"/>
                      <a:pt x="3843" y="3576"/>
                      <a:pt x="3748" y="3505"/>
                    </a:cubicBezTo>
                    <a:cubicBezTo>
                      <a:pt x="3699" y="3465"/>
                      <a:pt x="3652" y="3422"/>
                      <a:pt x="3609" y="3372"/>
                    </a:cubicBezTo>
                    <a:cubicBezTo>
                      <a:pt x="3816" y="3157"/>
                      <a:pt x="3884" y="2845"/>
                      <a:pt x="3788" y="2564"/>
                    </a:cubicBezTo>
                    <a:cubicBezTo>
                      <a:pt x="3723" y="2352"/>
                      <a:pt x="3609" y="2321"/>
                      <a:pt x="3548" y="2321"/>
                    </a:cubicBezTo>
                    <a:cubicBezTo>
                      <a:pt x="3455" y="2321"/>
                      <a:pt x="3366" y="2389"/>
                      <a:pt x="3307" y="2506"/>
                    </a:cubicBezTo>
                    <a:cubicBezTo>
                      <a:pt x="3202" y="2716"/>
                      <a:pt x="3187" y="3049"/>
                      <a:pt x="3381" y="3351"/>
                    </a:cubicBezTo>
                    <a:cubicBezTo>
                      <a:pt x="3181" y="3505"/>
                      <a:pt x="2807" y="3669"/>
                      <a:pt x="2120" y="3669"/>
                    </a:cubicBezTo>
                    <a:lnTo>
                      <a:pt x="2070" y="3669"/>
                    </a:lnTo>
                    <a:cubicBezTo>
                      <a:pt x="1651" y="3662"/>
                      <a:pt x="1469" y="3447"/>
                      <a:pt x="1392" y="3231"/>
                    </a:cubicBezTo>
                    <a:cubicBezTo>
                      <a:pt x="1657" y="3215"/>
                      <a:pt x="1873" y="3086"/>
                      <a:pt x="1972" y="2879"/>
                    </a:cubicBezTo>
                    <a:cubicBezTo>
                      <a:pt x="2073" y="2672"/>
                      <a:pt x="2033" y="2432"/>
                      <a:pt x="1864" y="2222"/>
                    </a:cubicBezTo>
                    <a:cubicBezTo>
                      <a:pt x="1771" y="2105"/>
                      <a:pt x="1679" y="2080"/>
                      <a:pt x="1617" y="2080"/>
                    </a:cubicBezTo>
                    <a:cubicBezTo>
                      <a:pt x="1527" y="2080"/>
                      <a:pt x="1441" y="2130"/>
                      <a:pt x="1367" y="2222"/>
                    </a:cubicBezTo>
                    <a:cubicBezTo>
                      <a:pt x="1216" y="2410"/>
                      <a:pt x="1139" y="2749"/>
                      <a:pt x="1173" y="3049"/>
                    </a:cubicBezTo>
                    <a:cubicBezTo>
                      <a:pt x="966" y="3002"/>
                      <a:pt x="769" y="2913"/>
                      <a:pt x="602" y="2783"/>
                    </a:cubicBezTo>
                    <a:cubicBezTo>
                      <a:pt x="161" y="2456"/>
                      <a:pt x="254" y="2003"/>
                      <a:pt x="312" y="1821"/>
                    </a:cubicBezTo>
                    <a:cubicBezTo>
                      <a:pt x="442" y="1426"/>
                      <a:pt x="790" y="1106"/>
                      <a:pt x="1086" y="1106"/>
                    </a:cubicBezTo>
                    <a:cubicBezTo>
                      <a:pt x="1157" y="1106"/>
                      <a:pt x="1228" y="1124"/>
                      <a:pt x="1290" y="1161"/>
                    </a:cubicBezTo>
                    <a:cubicBezTo>
                      <a:pt x="1304" y="1169"/>
                      <a:pt x="1319" y="1173"/>
                      <a:pt x="1333" y="1173"/>
                    </a:cubicBezTo>
                    <a:cubicBezTo>
                      <a:pt x="1382" y="1173"/>
                      <a:pt x="1427" y="1130"/>
                      <a:pt x="1419" y="1075"/>
                    </a:cubicBezTo>
                    <a:cubicBezTo>
                      <a:pt x="1419" y="1072"/>
                      <a:pt x="1358" y="621"/>
                      <a:pt x="1574" y="375"/>
                    </a:cubicBezTo>
                    <a:cubicBezTo>
                      <a:pt x="1664" y="270"/>
                      <a:pt x="1793" y="218"/>
                      <a:pt x="1959" y="218"/>
                    </a:cubicBezTo>
                    <a:cubicBezTo>
                      <a:pt x="2076" y="218"/>
                      <a:pt x="2212" y="243"/>
                      <a:pt x="2366" y="294"/>
                    </a:cubicBezTo>
                    <a:cubicBezTo>
                      <a:pt x="2508" y="338"/>
                      <a:pt x="2641" y="402"/>
                      <a:pt x="2761" y="486"/>
                    </a:cubicBezTo>
                    <a:cubicBezTo>
                      <a:pt x="2527" y="809"/>
                      <a:pt x="2446" y="1244"/>
                      <a:pt x="2709" y="1463"/>
                    </a:cubicBezTo>
                    <a:cubicBezTo>
                      <a:pt x="2777" y="1525"/>
                      <a:pt x="2863" y="1562"/>
                      <a:pt x="2955" y="1565"/>
                    </a:cubicBezTo>
                    <a:cubicBezTo>
                      <a:pt x="3094" y="1565"/>
                      <a:pt x="3218" y="1466"/>
                      <a:pt x="3273" y="1306"/>
                    </a:cubicBezTo>
                    <a:cubicBezTo>
                      <a:pt x="3353" y="1075"/>
                      <a:pt x="3298" y="735"/>
                      <a:pt x="3002" y="458"/>
                    </a:cubicBezTo>
                    <a:cubicBezTo>
                      <a:pt x="3182" y="270"/>
                      <a:pt x="3403" y="170"/>
                      <a:pt x="3628" y="170"/>
                    </a:cubicBezTo>
                    <a:close/>
                    <a:moveTo>
                      <a:pt x="3632" y="0"/>
                    </a:moveTo>
                    <a:cubicBezTo>
                      <a:pt x="3356" y="0"/>
                      <a:pt x="3085" y="122"/>
                      <a:pt x="2872" y="350"/>
                    </a:cubicBezTo>
                    <a:cubicBezTo>
                      <a:pt x="2733" y="257"/>
                      <a:pt x="2582" y="183"/>
                      <a:pt x="2422" y="131"/>
                    </a:cubicBezTo>
                    <a:cubicBezTo>
                      <a:pt x="2252" y="76"/>
                      <a:pt x="2099" y="48"/>
                      <a:pt x="1963" y="48"/>
                    </a:cubicBezTo>
                    <a:cubicBezTo>
                      <a:pt x="1743" y="48"/>
                      <a:pt x="1568" y="120"/>
                      <a:pt x="1444" y="264"/>
                    </a:cubicBezTo>
                    <a:cubicBezTo>
                      <a:pt x="1262" y="470"/>
                      <a:pt x="1237" y="776"/>
                      <a:pt x="1241" y="954"/>
                    </a:cubicBezTo>
                    <a:cubicBezTo>
                      <a:pt x="1191" y="939"/>
                      <a:pt x="1139" y="933"/>
                      <a:pt x="1089" y="933"/>
                    </a:cubicBezTo>
                    <a:cubicBezTo>
                      <a:pt x="716" y="933"/>
                      <a:pt x="306" y="1300"/>
                      <a:pt x="152" y="1766"/>
                    </a:cubicBezTo>
                    <a:cubicBezTo>
                      <a:pt x="1" y="2225"/>
                      <a:pt x="127" y="2645"/>
                      <a:pt x="500" y="2919"/>
                    </a:cubicBezTo>
                    <a:cubicBezTo>
                      <a:pt x="735" y="3092"/>
                      <a:pt x="978" y="3197"/>
                      <a:pt x="1210" y="3224"/>
                    </a:cubicBezTo>
                    <a:cubicBezTo>
                      <a:pt x="1321" y="3613"/>
                      <a:pt x="1632" y="3835"/>
                      <a:pt x="2070" y="3838"/>
                    </a:cubicBezTo>
                    <a:lnTo>
                      <a:pt x="2120" y="3838"/>
                    </a:lnTo>
                    <a:cubicBezTo>
                      <a:pt x="2715" y="3838"/>
                      <a:pt x="3184" y="3718"/>
                      <a:pt x="3483" y="3490"/>
                    </a:cubicBezTo>
                    <a:cubicBezTo>
                      <a:pt x="3532" y="3542"/>
                      <a:pt x="3585" y="3595"/>
                      <a:pt x="3643" y="3641"/>
                    </a:cubicBezTo>
                    <a:cubicBezTo>
                      <a:pt x="3766" y="3737"/>
                      <a:pt x="3921" y="3786"/>
                      <a:pt x="4076" y="3786"/>
                    </a:cubicBezTo>
                    <a:cubicBezTo>
                      <a:pt x="4081" y="3786"/>
                      <a:pt x="4086" y="3786"/>
                      <a:pt x="4090" y="3786"/>
                    </a:cubicBezTo>
                    <a:cubicBezTo>
                      <a:pt x="4652" y="3786"/>
                      <a:pt x="5377" y="3246"/>
                      <a:pt x="5642" y="2629"/>
                    </a:cubicBezTo>
                    <a:cubicBezTo>
                      <a:pt x="5815" y="2222"/>
                      <a:pt x="5765" y="1843"/>
                      <a:pt x="5500" y="1565"/>
                    </a:cubicBezTo>
                    <a:cubicBezTo>
                      <a:pt x="5303" y="1358"/>
                      <a:pt x="5084" y="1254"/>
                      <a:pt x="4843" y="1247"/>
                    </a:cubicBezTo>
                    <a:cubicBezTo>
                      <a:pt x="4821" y="819"/>
                      <a:pt x="4572" y="418"/>
                      <a:pt x="4161" y="159"/>
                    </a:cubicBezTo>
                    <a:cubicBezTo>
                      <a:pt x="3992" y="52"/>
                      <a:pt x="3811" y="0"/>
                      <a:pt x="36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29" name="Google Shape;1529;p15"/>
            <p:cNvSpPr/>
            <p:nvPr/>
          </p:nvSpPr>
          <p:spPr>
            <a:xfrm>
              <a:off x="4992327" y="221037"/>
              <a:ext cx="184623" cy="198973"/>
            </a:xfrm>
            <a:custGeom>
              <a:avLst/>
              <a:gdLst/>
              <a:ahLst/>
              <a:cxnLst/>
              <a:rect l="l" t="t" r="r" b="b"/>
              <a:pathLst>
                <a:path w="2496" h="2690" extrusionOk="0">
                  <a:moveTo>
                    <a:pt x="1564" y="244"/>
                  </a:moveTo>
                  <a:cubicBezTo>
                    <a:pt x="1574" y="374"/>
                    <a:pt x="1580" y="596"/>
                    <a:pt x="1583" y="898"/>
                  </a:cubicBezTo>
                  <a:cubicBezTo>
                    <a:pt x="1450" y="849"/>
                    <a:pt x="1308" y="796"/>
                    <a:pt x="1151" y="741"/>
                  </a:cubicBezTo>
                  <a:cubicBezTo>
                    <a:pt x="1355" y="478"/>
                    <a:pt x="1487" y="327"/>
                    <a:pt x="1564" y="244"/>
                  </a:cubicBezTo>
                  <a:close/>
                  <a:moveTo>
                    <a:pt x="241" y="617"/>
                  </a:moveTo>
                  <a:cubicBezTo>
                    <a:pt x="371" y="657"/>
                    <a:pt x="605" y="734"/>
                    <a:pt x="870" y="824"/>
                  </a:cubicBezTo>
                  <a:cubicBezTo>
                    <a:pt x="775" y="947"/>
                    <a:pt x="679" y="1077"/>
                    <a:pt x="590" y="1203"/>
                  </a:cubicBezTo>
                  <a:cubicBezTo>
                    <a:pt x="352" y="864"/>
                    <a:pt x="269" y="697"/>
                    <a:pt x="241" y="617"/>
                  </a:cubicBezTo>
                  <a:close/>
                  <a:moveTo>
                    <a:pt x="1756" y="1149"/>
                  </a:moveTo>
                  <a:cubicBezTo>
                    <a:pt x="2099" y="1287"/>
                    <a:pt x="2237" y="1367"/>
                    <a:pt x="2289" y="1404"/>
                  </a:cubicBezTo>
                  <a:cubicBezTo>
                    <a:pt x="2117" y="1493"/>
                    <a:pt x="1935" y="1567"/>
                    <a:pt x="1749" y="1629"/>
                  </a:cubicBezTo>
                  <a:cubicBezTo>
                    <a:pt x="1756" y="1472"/>
                    <a:pt x="1756" y="1309"/>
                    <a:pt x="1756" y="1149"/>
                  </a:cubicBezTo>
                  <a:close/>
                  <a:moveTo>
                    <a:pt x="1043" y="883"/>
                  </a:moveTo>
                  <a:cubicBezTo>
                    <a:pt x="1244" y="953"/>
                    <a:pt x="1426" y="1021"/>
                    <a:pt x="1583" y="1080"/>
                  </a:cubicBezTo>
                  <a:cubicBezTo>
                    <a:pt x="1583" y="1283"/>
                    <a:pt x="1583" y="1493"/>
                    <a:pt x="1577" y="1691"/>
                  </a:cubicBezTo>
                  <a:cubicBezTo>
                    <a:pt x="1410" y="1749"/>
                    <a:pt x="1234" y="1802"/>
                    <a:pt x="1068" y="1851"/>
                  </a:cubicBezTo>
                  <a:cubicBezTo>
                    <a:pt x="929" y="1669"/>
                    <a:pt x="803" y="1502"/>
                    <a:pt x="695" y="1351"/>
                  </a:cubicBezTo>
                  <a:lnTo>
                    <a:pt x="692" y="1351"/>
                  </a:lnTo>
                  <a:cubicBezTo>
                    <a:pt x="806" y="1194"/>
                    <a:pt x="923" y="1037"/>
                    <a:pt x="1043" y="883"/>
                  </a:cubicBezTo>
                  <a:close/>
                  <a:moveTo>
                    <a:pt x="590" y="1496"/>
                  </a:moveTo>
                  <a:cubicBezTo>
                    <a:pt x="679" y="1623"/>
                    <a:pt x="778" y="1755"/>
                    <a:pt x="892" y="1900"/>
                  </a:cubicBezTo>
                  <a:cubicBezTo>
                    <a:pt x="590" y="1984"/>
                    <a:pt x="358" y="2030"/>
                    <a:pt x="238" y="2030"/>
                  </a:cubicBezTo>
                  <a:cubicBezTo>
                    <a:pt x="346" y="1848"/>
                    <a:pt x="463" y="1669"/>
                    <a:pt x="590" y="1496"/>
                  </a:cubicBezTo>
                  <a:close/>
                  <a:moveTo>
                    <a:pt x="1574" y="1873"/>
                  </a:moveTo>
                  <a:lnTo>
                    <a:pt x="1574" y="1873"/>
                  </a:lnTo>
                  <a:cubicBezTo>
                    <a:pt x="1561" y="2175"/>
                    <a:pt x="1546" y="2341"/>
                    <a:pt x="1534" y="2434"/>
                  </a:cubicBezTo>
                  <a:cubicBezTo>
                    <a:pt x="1456" y="2338"/>
                    <a:pt x="1327" y="2181"/>
                    <a:pt x="1182" y="1996"/>
                  </a:cubicBezTo>
                  <a:cubicBezTo>
                    <a:pt x="1312" y="1959"/>
                    <a:pt x="1441" y="1916"/>
                    <a:pt x="1574" y="1873"/>
                  </a:cubicBezTo>
                  <a:close/>
                  <a:moveTo>
                    <a:pt x="1629" y="0"/>
                  </a:moveTo>
                  <a:cubicBezTo>
                    <a:pt x="1583" y="0"/>
                    <a:pt x="1512" y="0"/>
                    <a:pt x="982" y="682"/>
                  </a:cubicBezTo>
                  <a:cubicBezTo>
                    <a:pt x="553" y="537"/>
                    <a:pt x="192" y="420"/>
                    <a:pt x="189" y="420"/>
                  </a:cubicBezTo>
                  <a:cubicBezTo>
                    <a:pt x="181" y="417"/>
                    <a:pt x="172" y="416"/>
                    <a:pt x="164" y="416"/>
                  </a:cubicBezTo>
                  <a:cubicBezTo>
                    <a:pt x="145" y="416"/>
                    <a:pt x="126" y="422"/>
                    <a:pt x="112" y="432"/>
                  </a:cubicBezTo>
                  <a:cubicBezTo>
                    <a:pt x="1" y="516"/>
                    <a:pt x="25" y="701"/>
                    <a:pt x="485" y="1351"/>
                  </a:cubicBezTo>
                  <a:cubicBezTo>
                    <a:pt x="325" y="1573"/>
                    <a:pt x="87" y="1919"/>
                    <a:pt x="50" y="2033"/>
                  </a:cubicBezTo>
                  <a:cubicBezTo>
                    <a:pt x="35" y="2070"/>
                    <a:pt x="41" y="2110"/>
                    <a:pt x="62" y="2141"/>
                  </a:cubicBezTo>
                  <a:cubicBezTo>
                    <a:pt x="102" y="2196"/>
                    <a:pt x="173" y="2203"/>
                    <a:pt x="232" y="2203"/>
                  </a:cubicBezTo>
                  <a:cubicBezTo>
                    <a:pt x="411" y="2203"/>
                    <a:pt x="741" y="2122"/>
                    <a:pt x="1003" y="2048"/>
                  </a:cubicBezTo>
                  <a:cubicBezTo>
                    <a:pt x="1271" y="2388"/>
                    <a:pt x="1487" y="2647"/>
                    <a:pt x="1490" y="2650"/>
                  </a:cubicBezTo>
                  <a:cubicBezTo>
                    <a:pt x="1512" y="2671"/>
                    <a:pt x="1540" y="2687"/>
                    <a:pt x="1571" y="2690"/>
                  </a:cubicBezTo>
                  <a:cubicBezTo>
                    <a:pt x="1660" y="2690"/>
                    <a:pt x="1719" y="2690"/>
                    <a:pt x="1746" y="1814"/>
                  </a:cubicBezTo>
                  <a:cubicBezTo>
                    <a:pt x="2039" y="1709"/>
                    <a:pt x="2382" y="1577"/>
                    <a:pt x="2459" y="1490"/>
                  </a:cubicBezTo>
                  <a:cubicBezTo>
                    <a:pt x="2487" y="1462"/>
                    <a:pt x="2496" y="1422"/>
                    <a:pt x="2487" y="1385"/>
                  </a:cubicBezTo>
                  <a:cubicBezTo>
                    <a:pt x="2471" y="1311"/>
                    <a:pt x="2397" y="1216"/>
                    <a:pt x="1756" y="963"/>
                  </a:cubicBezTo>
                  <a:cubicBezTo>
                    <a:pt x="1753" y="645"/>
                    <a:pt x="1743" y="148"/>
                    <a:pt x="1722" y="71"/>
                  </a:cubicBezTo>
                  <a:cubicBezTo>
                    <a:pt x="1706" y="31"/>
                    <a:pt x="1672" y="4"/>
                    <a:pt x="16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30" name="Google Shape;1530;p15"/>
            <p:cNvGrpSpPr/>
            <p:nvPr/>
          </p:nvGrpSpPr>
          <p:grpSpPr>
            <a:xfrm>
              <a:off x="5923204" y="187529"/>
              <a:ext cx="446685" cy="265947"/>
              <a:chOff x="978054" y="146142"/>
              <a:chExt cx="446685" cy="265947"/>
            </a:xfrm>
          </p:grpSpPr>
          <p:sp>
            <p:nvSpPr>
              <p:cNvPr id="1531" name="Google Shape;1531;p15"/>
              <p:cNvSpPr/>
              <p:nvPr/>
            </p:nvSpPr>
            <p:spPr>
              <a:xfrm>
                <a:off x="978054" y="151960"/>
                <a:ext cx="446685" cy="254309"/>
              </a:xfrm>
              <a:custGeom>
                <a:avLst/>
                <a:gdLst/>
                <a:ahLst/>
                <a:cxnLst/>
                <a:rect l="l" t="t" r="r" b="b"/>
                <a:pathLst>
                  <a:path w="6448" h="3671" extrusionOk="0">
                    <a:moveTo>
                      <a:pt x="3915" y="0"/>
                    </a:moveTo>
                    <a:cubicBezTo>
                      <a:pt x="3615" y="0"/>
                      <a:pt x="3350" y="167"/>
                      <a:pt x="3169" y="387"/>
                    </a:cubicBezTo>
                    <a:lnTo>
                      <a:pt x="3169" y="387"/>
                    </a:lnTo>
                    <a:cubicBezTo>
                      <a:pt x="3046" y="288"/>
                      <a:pt x="2886" y="200"/>
                      <a:pt x="2681" y="132"/>
                    </a:cubicBezTo>
                    <a:cubicBezTo>
                      <a:pt x="2511" y="76"/>
                      <a:pt x="2368" y="52"/>
                      <a:pt x="2248" y="52"/>
                    </a:cubicBezTo>
                    <a:cubicBezTo>
                      <a:pt x="1490" y="52"/>
                      <a:pt x="1623" y="1005"/>
                      <a:pt x="1623" y="1005"/>
                    </a:cubicBezTo>
                    <a:cubicBezTo>
                      <a:pt x="1545" y="958"/>
                      <a:pt x="1462" y="937"/>
                      <a:pt x="1377" y="937"/>
                    </a:cubicBezTo>
                    <a:cubicBezTo>
                      <a:pt x="735" y="937"/>
                      <a:pt x="1" y="2154"/>
                      <a:pt x="840" y="2769"/>
                    </a:cubicBezTo>
                    <a:cubicBezTo>
                      <a:pt x="1102" y="2963"/>
                      <a:pt x="1351" y="3051"/>
                      <a:pt x="1564" y="3064"/>
                    </a:cubicBezTo>
                    <a:lnTo>
                      <a:pt x="1564" y="3064"/>
                    </a:lnTo>
                    <a:cubicBezTo>
                      <a:pt x="1637" y="3387"/>
                      <a:pt x="1868" y="3665"/>
                      <a:pt x="2357" y="3670"/>
                    </a:cubicBezTo>
                    <a:cubicBezTo>
                      <a:pt x="2374" y="3670"/>
                      <a:pt x="2392" y="3670"/>
                      <a:pt x="2408" y="3670"/>
                    </a:cubicBezTo>
                    <a:cubicBezTo>
                      <a:pt x="3079" y="3670"/>
                      <a:pt x="3528" y="3515"/>
                      <a:pt x="3781" y="3285"/>
                    </a:cubicBezTo>
                    <a:lnTo>
                      <a:pt x="3781" y="3285"/>
                    </a:lnTo>
                    <a:cubicBezTo>
                      <a:pt x="3834" y="3357"/>
                      <a:pt x="3900" y="3426"/>
                      <a:pt x="3983" y="3491"/>
                    </a:cubicBezTo>
                    <a:cubicBezTo>
                      <a:pt x="4094" y="3579"/>
                      <a:pt x="4230" y="3618"/>
                      <a:pt x="4376" y="3618"/>
                    </a:cubicBezTo>
                    <a:cubicBezTo>
                      <a:pt x="5223" y="3618"/>
                      <a:pt x="6448" y="2304"/>
                      <a:pt x="5722" y="1542"/>
                    </a:cubicBezTo>
                    <a:cubicBezTo>
                      <a:pt x="5522" y="1331"/>
                      <a:pt x="5310" y="1251"/>
                      <a:pt x="5112" y="1251"/>
                    </a:cubicBezTo>
                    <a:cubicBezTo>
                      <a:pt x="5090" y="1251"/>
                      <a:pt x="5068" y="1252"/>
                      <a:pt x="5046" y="1254"/>
                    </a:cubicBezTo>
                    <a:lnTo>
                      <a:pt x="5046" y="1254"/>
                    </a:lnTo>
                    <a:cubicBezTo>
                      <a:pt x="5054" y="878"/>
                      <a:pt x="4866" y="444"/>
                      <a:pt x="4402" y="151"/>
                    </a:cubicBezTo>
                    <a:cubicBezTo>
                      <a:pt x="4235" y="45"/>
                      <a:pt x="4070" y="0"/>
                      <a:pt x="39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15"/>
              <p:cNvSpPr/>
              <p:nvPr/>
            </p:nvSpPr>
            <p:spPr>
              <a:xfrm>
                <a:off x="999986" y="146142"/>
                <a:ext cx="402834" cy="265947"/>
              </a:xfrm>
              <a:custGeom>
                <a:avLst/>
                <a:gdLst/>
                <a:ahLst/>
                <a:cxnLst/>
                <a:rect l="l" t="t" r="r" b="b"/>
                <a:pathLst>
                  <a:path w="5815" h="3839" extrusionOk="0">
                    <a:moveTo>
                      <a:pt x="2894" y="594"/>
                    </a:moveTo>
                    <a:cubicBezTo>
                      <a:pt x="3125" y="816"/>
                      <a:pt x="3174" y="1078"/>
                      <a:pt x="3110" y="1251"/>
                    </a:cubicBezTo>
                    <a:cubicBezTo>
                      <a:pt x="3077" y="1342"/>
                      <a:pt x="3020" y="1391"/>
                      <a:pt x="2952" y="1391"/>
                    </a:cubicBezTo>
                    <a:cubicBezTo>
                      <a:pt x="2910" y="1391"/>
                      <a:pt x="2864" y="1373"/>
                      <a:pt x="2817" y="1334"/>
                    </a:cubicBezTo>
                    <a:cubicBezTo>
                      <a:pt x="2656" y="1195"/>
                      <a:pt x="2693" y="877"/>
                      <a:pt x="2894" y="594"/>
                    </a:cubicBezTo>
                    <a:close/>
                    <a:moveTo>
                      <a:pt x="4667" y="1439"/>
                    </a:moveTo>
                    <a:lnTo>
                      <a:pt x="4667" y="1439"/>
                    </a:lnTo>
                    <a:cubicBezTo>
                      <a:pt x="4627" y="1750"/>
                      <a:pt x="4436" y="1981"/>
                      <a:pt x="4177" y="2018"/>
                    </a:cubicBezTo>
                    <a:cubicBezTo>
                      <a:pt x="4161" y="2018"/>
                      <a:pt x="4149" y="2022"/>
                      <a:pt x="4134" y="2022"/>
                    </a:cubicBezTo>
                    <a:cubicBezTo>
                      <a:pt x="4063" y="2022"/>
                      <a:pt x="4063" y="2000"/>
                      <a:pt x="4063" y="1981"/>
                    </a:cubicBezTo>
                    <a:cubicBezTo>
                      <a:pt x="4060" y="1852"/>
                      <a:pt x="4309" y="1519"/>
                      <a:pt x="4667" y="1439"/>
                    </a:cubicBezTo>
                    <a:close/>
                    <a:moveTo>
                      <a:pt x="1620" y="2253"/>
                    </a:moveTo>
                    <a:cubicBezTo>
                      <a:pt x="1663" y="2253"/>
                      <a:pt x="1706" y="2293"/>
                      <a:pt x="1731" y="2327"/>
                    </a:cubicBezTo>
                    <a:cubicBezTo>
                      <a:pt x="1857" y="2484"/>
                      <a:pt x="1888" y="2660"/>
                      <a:pt x="1820" y="2805"/>
                    </a:cubicBezTo>
                    <a:cubicBezTo>
                      <a:pt x="1743" y="2959"/>
                      <a:pt x="1564" y="3055"/>
                      <a:pt x="1348" y="3061"/>
                    </a:cubicBezTo>
                    <a:cubicBezTo>
                      <a:pt x="1305" y="2774"/>
                      <a:pt x="1385" y="2472"/>
                      <a:pt x="1500" y="2330"/>
                    </a:cubicBezTo>
                    <a:cubicBezTo>
                      <a:pt x="1543" y="2278"/>
                      <a:pt x="1583" y="2253"/>
                      <a:pt x="1620" y="2253"/>
                    </a:cubicBezTo>
                    <a:close/>
                    <a:moveTo>
                      <a:pt x="3548" y="2490"/>
                    </a:moveTo>
                    <a:cubicBezTo>
                      <a:pt x="3563" y="2490"/>
                      <a:pt x="3597" y="2524"/>
                      <a:pt x="3625" y="2614"/>
                    </a:cubicBezTo>
                    <a:cubicBezTo>
                      <a:pt x="3699" y="2827"/>
                      <a:pt x="3652" y="3061"/>
                      <a:pt x="3507" y="3231"/>
                    </a:cubicBezTo>
                    <a:cubicBezTo>
                      <a:pt x="3372" y="2993"/>
                      <a:pt x="3384" y="2737"/>
                      <a:pt x="3461" y="2586"/>
                    </a:cubicBezTo>
                    <a:cubicBezTo>
                      <a:pt x="3495" y="2518"/>
                      <a:pt x="3532" y="2490"/>
                      <a:pt x="3548" y="2490"/>
                    </a:cubicBezTo>
                    <a:close/>
                    <a:moveTo>
                      <a:pt x="3628" y="170"/>
                    </a:moveTo>
                    <a:cubicBezTo>
                      <a:pt x="3775" y="170"/>
                      <a:pt x="3925" y="213"/>
                      <a:pt x="4066" y="304"/>
                    </a:cubicBezTo>
                    <a:cubicBezTo>
                      <a:pt x="4430" y="532"/>
                      <a:pt x="4652" y="887"/>
                      <a:pt x="4673" y="1260"/>
                    </a:cubicBezTo>
                    <a:cubicBezTo>
                      <a:pt x="4229" y="1340"/>
                      <a:pt x="3881" y="1747"/>
                      <a:pt x="3893" y="1988"/>
                    </a:cubicBezTo>
                    <a:cubicBezTo>
                      <a:pt x="3899" y="2086"/>
                      <a:pt x="3960" y="2190"/>
                      <a:pt x="4132" y="2190"/>
                    </a:cubicBezTo>
                    <a:cubicBezTo>
                      <a:pt x="4153" y="2190"/>
                      <a:pt x="4177" y="2188"/>
                      <a:pt x="4201" y="2185"/>
                    </a:cubicBezTo>
                    <a:cubicBezTo>
                      <a:pt x="4550" y="2139"/>
                      <a:pt x="4803" y="1827"/>
                      <a:pt x="4840" y="1417"/>
                    </a:cubicBezTo>
                    <a:cubicBezTo>
                      <a:pt x="5034" y="1423"/>
                      <a:pt x="5213" y="1510"/>
                      <a:pt x="5373" y="1682"/>
                    </a:cubicBezTo>
                    <a:cubicBezTo>
                      <a:pt x="5651" y="1972"/>
                      <a:pt x="5586" y="2321"/>
                      <a:pt x="5485" y="2561"/>
                    </a:cubicBezTo>
                    <a:cubicBezTo>
                      <a:pt x="5247" y="3113"/>
                      <a:pt x="4581" y="3616"/>
                      <a:pt x="4090" y="3616"/>
                    </a:cubicBezTo>
                    <a:cubicBezTo>
                      <a:pt x="4086" y="3616"/>
                      <a:pt x="4082" y="3616"/>
                      <a:pt x="4077" y="3616"/>
                    </a:cubicBezTo>
                    <a:cubicBezTo>
                      <a:pt x="3958" y="3616"/>
                      <a:pt x="3843" y="3576"/>
                      <a:pt x="3748" y="3505"/>
                    </a:cubicBezTo>
                    <a:cubicBezTo>
                      <a:pt x="3699" y="3465"/>
                      <a:pt x="3652" y="3422"/>
                      <a:pt x="3609" y="3372"/>
                    </a:cubicBezTo>
                    <a:cubicBezTo>
                      <a:pt x="3816" y="3157"/>
                      <a:pt x="3884" y="2845"/>
                      <a:pt x="3788" y="2564"/>
                    </a:cubicBezTo>
                    <a:cubicBezTo>
                      <a:pt x="3723" y="2352"/>
                      <a:pt x="3609" y="2321"/>
                      <a:pt x="3548" y="2321"/>
                    </a:cubicBezTo>
                    <a:cubicBezTo>
                      <a:pt x="3455" y="2321"/>
                      <a:pt x="3366" y="2389"/>
                      <a:pt x="3307" y="2506"/>
                    </a:cubicBezTo>
                    <a:cubicBezTo>
                      <a:pt x="3202" y="2716"/>
                      <a:pt x="3187" y="3049"/>
                      <a:pt x="3381" y="3351"/>
                    </a:cubicBezTo>
                    <a:cubicBezTo>
                      <a:pt x="3181" y="3505"/>
                      <a:pt x="2807" y="3669"/>
                      <a:pt x="2120" y="3669"/>
                    </a:cubicBezTo>
                    <a:lnTo>
                      <a:pt x="2070" y="3669"/>
                    </a:lnTo>
                    <a:cubicBezTo>
                      <a:pt x="1651" y="3662"/>
                      <a:pt x="1469" y="3447"/>
                      <a:pt x="1392" y="3231"/>
                    </a:cubicBezTo>
                    <a:cubicBezTo>
                      <a:pt x="1657" y="3215"/>
                      <a:pt x="1873" y="3086"/>
                      <a:pt x="1972" y="2879"/>
                    </a:cubicBezTo>
                    <a:cubicBezTo>
                      <a:pt x="2073" y="2672"/>
                      <a:pt x="2033" y="2432"/>
                      <a:pt x="1864" y="2222"/>
                    </a:cubicBezTo>
                    <a:cubicBezTo>
                      <a:pt x="1771" y="2105"/>
                      <a:pt x="1679" y="2080"/>
                      <a:pt x="1617" y="2080"/>
                    </a:cubicBezTo>
                    <a:cubicBezTo>
                      <a:pt x="1527" y="2080"/>
                      <a:pt x="1441" y="2130"/>
                      <a:pt x="1367" y="2222"/>
                    </a:cubicBezTo>
                    <a:cubicBezTo>
                      <a:pt x="1216" y="2410"/>
                      <a:pt x="1139" y="2749"/>
                      <a:pt x="1173" y="3049"/>
                    </a:cubicBezTo>
                    <a:cubicBezTo>
                      <a:pt x="966" y="3002"/>
                      <a:pt x="769" y="2913"/>
                      <a:pt x="602" y="2783"/>
                    </a:cubicBezTo>
                    <a:cubicBezTo>
                      <a:pt x="161" y="2456"/>
                      <a:pt x="254" y="2003"/>
                      <a:pt x="312" y="1821"/>
                    </a:cubicBezTo>
                    <a:cubicBezTo>
                      <a:pt x="442" y="1426"/>
                      <a:pt x="790" y="1106"/>
                      <a:pt x="1086" y="1106"/>
                    </a:cubicBezTo>
                    <a:cubicBezTo>
                      <a:pt x="1157" y="1106"/>
                      <a:pt x="1228" y="1124"/>
                      <a:pt x="1290" y="1161"/>
                    </a:cubicBezTo>
                    <a:cubicBezTo>
                      <a:pt x="1304" y="1169"/>
                      <a:pt x="1319" y="1173"/>
                      <a:pt x="1333" y="1173"/>
                    </a:cubicBezTo>
                    <a:cubicBezTo>
                      <a:pt x="1382" y="1173"/>
                      <a:pt x="1427" y="1130"/>
                      <a:pt x="1419" y="1075"/>
                    </a:cubicBezTo>
                    <a:cubicBezTo>
                      <a:pt x="1419" y="1072"/>
                      <a:pt x="1358" y="621"/>
                      <a:pt x="1574" y="375"/>
                    </a:cubicBezTo>
                    <a:cubicBezTo>
                      <a:pt x="1664" y="270"/>
                      <a:pt x="1793" y="218"/>
                      <a:pt x="1959" y="218"/>
                    </a:cubicBezTo>
                    <a:cubicBezTo>
                      <a:pt x="2076" y="218"/>
                      <a:pt x="2212" y="243"/>
                      <a:pt x="2366" y="294"/>
                    </a:cubicBezTo>
                    <a:cubicBezTo>
                      <a:pt x="2508" y="338"/>
                      <a:pt x="2641" y="402"/>
                      <a:pt x="2761" y="486"/>
                    </a:cubicBezTo>
                    <a:cubicBezTo>
                      <a:pt x="2527" y="809"/>
                      <a:pt x="2446" y="1244"/>
                      <a:pt x="2709" y="1463"/>
                    </a:cubicBezTo>
                    <a:cubicBezTo>
                      <a:pt x="2777" y="1525"/>
                      <a:pt x="2863" y="1562"/>
                      <a:pt x="2955" y="1565"/>
                    </a:cubicBezTo>
                    <a:cubicBezTo>
                      <a:pt x="3094" y="1565"/>
                      <a:pt x="3218" y="1466"/>
                      <a:pt x="3273" y="1306"/>
                    </a:cubicBezTo>
                    <a:cubicBezTo>
                      <a:pt x="3353" y="1075"/>
                      <a:pt x="3298" y="735"/>
                      <a:pt x="3002" y="458"/>
                    </a:cubicBezTo>
                    <a:cubicBezTo>
                      <a:pt x="3182" y="270"/>
                      <a:pt x="3403" y="170"/>
                      <a:pt x="3628" y="170"/>
                    </a:cubicBezTo>
                    <a:close/>
                    <a:moveTo>
                      <a:pt x="3632" y="0"/>
                    </a:moveTo>
                    <a:cubicBezTo>
                      <a:pt x="3356" y="0"/>
                      <a:pt x="3085" y="122"/>
                      <a:pt x="2872" y="350"/>
                    </a:cubicBezTo>
                    <a:cubicBezTo>
                      <a:pt x="2733" y="257"/>
                      <a:pt x="2582" y="183"/>
                      <a:pt x="2422" y="131"/>
                    </a:cubicBezTo>
                    <a:cubicBezTo>
                      <a:pt x="2252" y="76"/>
                      <a:pt x="2099" y="48"/>
                      <a:pt x="1963" y="48"/>
                    </a:cubicBezTo>
                    <a:cubicBezTo>
                      <a:pt x="1743" y="48"/>
                      <a:pt x="1568" y="120"/>
                      <a:pt x="1444" y="264"/>
                    </a:cubicBezTo>
                    <a:cubicBezTo>
                      <a:pt x="1262" y="470"/>
                      <a:pt x="1237" y="776"/>
                      <a:pt x="1241" y="954"/>
                    </a:cubicBezTo>
                    <a:cubicBezTo>
                      <a:pt x="1191" y="939"/>
                      <a:pt x="1139" y="933"/>
                      <a:pt x="1089" y="933"/>
                    </a:cubicBezTo>
                    <a:cubicBezTo>
                      <a:pt x="716" y="933"/>
                      <a:pt x="306" y="1300"/>
                      <a:pt x="152" y="1766"/>
                    </a:cubicBezTo>
                    <a:cubicBezTo>
                      <a:pt x="1" y="2225"/>
                      <a:pt x="127" y="2645"/>
                      <a:pt x="500" y="2919"/>
                    </a:cubicBezTo>
                    <a:cubicBezTo>
                      <a:pt x="735" y="3092"/>
                      <a:pt x="978" y="3197"/>
                      <a:pt x="1210" y="3224"/>
                    </a:cubicBezTo>
                    <a:cubicBezTo>
                      <a:pt x="1321" y="3613"/>
                      <a:pt x="1632" y="3835"/>
                      <a:pt x="2070" y="3838"/>
                    </a:cubicBezTo>
                    <a:lnTo>
                      <a:pt x="2120" y="3838"/>
                    </a:lnTo>
                    <a:cubicBezTo>
                      <a:pt x="2715" y="3838"/>
                      <a:pt x="3184" y="3718"/>
                      <a:pt x="3483" y="3490"/>
                    </a:cubicBezTo>
                    <a:cubicBezTo>
                      <a:pt x="3532" y="3542"/>
                      <a:pt x="3585" y="3595"/>
                      <a:pt x="3643" y="3641"/>
                    </a:cubicBezTo>
                    <a:cubicBezTo>
                      <a:pt x="3766" y="3737"/>
                      <a:pt x="3921" y="3786"/>
                      <a:pt x="4076" y="3786"/>
                    </a:cubicBezTo>
                    <a:cubicBezTo>
                      <a:pt x="4081" y="3786"/>
                      <a:pt x="4086" y="3786"/>
                      <a:pt x="4090" y="3786"/>
                    </a:cubicBezTo>
                    <a:cubicBezTo>
                      <a:pt x="4652" y="3786"/>
                      <a:pt x="5377" y="3246"/>
                      <a:pt x="5642" y="2629"/>
                    </a:cubicBezTo>
                    <a:cubicBezTo>
                      <a:pt x="5815" y="2222"/>
                      <a:pt x="5765" y="1843"/>
                      <a:pt x="5500" y="1565"/>
                    </a:cubicBezTo>
                    <a:cubicBezTo>
                      <a:pt x="5303" y="1358"/>
                      <a:pt x="5084" y="1254"/>
                      <a:pt x="4843" y="1247"/>
                    </a:cubicBezTo>
                    <a:cubicBezTo>
                      <a:pt x="4821" y="819"/>
                      <a:pt x="4572" y="418"/>
                      <a:pt x="4161" y="159"/>
                    </a:cubicBezTo>
                    <a:cubicBezTo>
                      <a:pt x="3992" y="52"/>
                      <a:pt x="3811" y="0"/>
                      <a:pt x="36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33" name="Google Shape;1533;p15"/>
            <p:cNvSpPr/>
            <p:nvPr/>
          </p:nvSpPr>
          <p:spPr>
            <a:xfrm>
              <a:off x="5612729" y="143859"/>
              <a:ext cx="102917" cy="102663"/>
            </a:xfrm>
            <a:custGeom>
              <a:avLst/>
              <a:gdLst/>
              <a:ahLst/>
              <a:cxnLst/>
              <a:rect l="l" t="t" r="r" b="b"/>
              <a:pathLst>
                <a:path w="1618" h="1614" extrusionOk="0">
                  <a:moveTo>
                    <a:pt x="868" y="1"/>
                  </a:moveTo>
                  <a:cubicBezTo>
                    <a:pt x="821" y="1"/>
                    <a:pt x="784" y="38"/>
                    <a:pt x="784" y="87"/>
                  </a:cubicBezTo>
                  <a:lnTo>
                    <a:pt x="781" y="575"/>
                  </a:lnTo>
                  <a:lnTo>
                    <a:pt x="488" y="266"/>
                  </a:lnTo>
                  <a:cubicBezTo>
                    <a:pt x="470" y="251"/>
                    <a:pt x="451" y="245"/>
                    <a:pt x="432" y="245"/>
                  </a:cubicBezTo>
                  <a:cubicBezTo>
                    <a:pt x="369" y="245"/>
                    <a:pt x="316" y="318"/>
                    <a:pt x="362" y="380"/>
                  </a:cubicBezTo>
                  <a:lnTo>
                    <a:pt x="664" y="701"/>
                  </a:lnTo>
                  <a:lnTo>
                    <a:pt x="115" y="707"/>
                  </a:lnTo>
                  <a:cubicBezTo>
                    <a:pt x="1" y="707"/>
                    <a:pt x="1" y="877"/>
                    <a:pt x="115" y="877"/>
                  </a:cubicBezTo>
                  <a:lnTo>
                    <a:pt x="618" y="874"/>
                  </a:lnTo>
                  <a:lnTo>
                    <a:pt x="229" y="1142"/>
                  </a:lnTo>
                  <a:cubicBezTo>
                    <a:pt x="189" y="1170"/>
                    <a:pt x="180" y="1222"/>
                    <a:pt x="208" y="1262"/>
                  </a:cubicBezTo>
                  <a:cubicBezTo>
                    <a:pt x="225" y="1285"/>
                    <a:pt x="252" y="1298"/>
                    <a:pt x="279" y="1298"/>
                  </a:cubicBezTo>
                  <a:cubicBezTo>
                    <a:pt x="296" y="1298"/>
                    <a:pt x="313" y="1293"/>
                    <a:pt x="328" y="1284"/>
                  </a:cubicBezTo>
                  <a:lnTo>
                    <a:pt x="775" y="969"/>
                  </a:lnTo>
                  <a:lnTo>
                    <a:pt x="775" y="1528"/>
                  </a:lnTo>
                  <a:cubicBezTo>
                    <a:pt x="772" y="1574"/>
                    <a:pt x="812" y="1614"/>
                    <a:pt x="858" y="1614"/>
                  </a:cubicBezTo>
                  <a:cubicBezTo>
                    <a:pt x="905" y="1614"/>
                    <a:pt x="945" y="1574"/>
                    <a:pt x="945" y="1528"/>
                  </a:cubicBezTo>
                  <a:lnTo>
                    <a:pt x="948" y="1000"/>
                  </a:lnTo>
                  <a:lnTo>
                    <a:pt x="1259" y="1333"/>
                  </a:lnTo>
                  <a:cubicBezTo>
                    <a:pt x="1278" y="1353"/>
                    <a:pt x="1300" y="1361"/>
                    <a:pt x="1321" y="1361"/>
                  </a:cubicBezTo>
                  <a:cubicBezTo>
                    <a:pt x="1387" y="1361"/>
                    <a:pt x="1444" y="1277"/>
                    <a:pt x="1386" y="1213"/>
                  </a:cubicBezTo>
                  <a:lnTo>
                    <a:pt x="1059" y="868"/>
                  </a:lnTo>
                  <a:lnTo>
                    <a:pt x="1503" y="865"/>
                  </a:lnTo>
                  <a:cubicBezTo>
                    <a:pt x="1617" y="861"/>
                    <a:pt x="1617" y="692"/>
                    <a:pt x="1503" y="692"/>
                  </a:cubicBezTo>
                  <a:lnTo>
                    <a:pt x="1173" y="695"/>
                  </a:lnTo>
                  <a:lnTo>
                    <a:pt x="1518" y="454"/>
                  </a:lnTo>
                  <a:cubicBezTo>
                    <a:pt x="1597" y="401"/>
                    <a:pt x="1544" y="296"/>
                    <a:pt x="1472" y="296"/>
                  </a:cubicBezTo>
                  <a:cubicBezTo>
                    <a:pt x="1456" y="296"/>
                    <a:pt x="1439" y="301"/>
                    <a:pt x="1423" y="312"/>
                  </a:cubicBezTo>
                  <a:lnTo>
                    <a:pt x="951" y="639"/>
                  </a:lnTo>
                  <a:lnTo>
                    <a:pt x="954" y="87"/>
                  </a:lnTo>
                  <a:cubicBezTo>
                    <a:pt x="954" y="41"/>
                    <a:pt x="917" y="1"/>
                    <a:pt x="8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p:cSld name="CUSTOM">
    <p:bg>
      <p:bgPr>
        <a:solidFill>
          <a:schemeClr val="dk2"/>
        </a:solidFill>
        <a:effectLst/>
      </p:bgPr>
    </p:bg>
    <p:spTree>
      <p:nvGrpSpPr>
        <p:cNvPr id="1" name="Shape 1534"/>
        <p:cNvGrpSpPr/>
        <p:nvPr/>
      </p:nvGrpSpPr>
      <p:grpSpPr>
        <a:xfrm>
          <a:off x="0" y="0"/>
          <a:ext cx="0" cy="0"/>
          <a:chOff x="0" y="0"/>
          <a:chExt cx="0" cy="0"/>
        </a:xfrm>
      </p:grpSpPr>
      <p:sp>
        <p:nvSpPr>
          <p:cNvPr id="1535" name="Google Shape;1535;p16"/>
          <p:cNvSpPr/>
          <p:nvPr/>
        </p:nvSpPr>
        <p:spPr>
          <a:xfrm>
            <a:off x="-111285" y="-151800"/>
            <a:ext cx="9366570" cy="5506907"/>
          </a:xfrm>
          <a:custGeom>
            <a:avLst/>
            <a:gdLst/>
            <a:ahLst/>
            <a:cxnLst/>
            <a:rect l="l" t="t" r="r" b="b"/>
            <a:pathLst>
              <a:path w="287870" h="169248" extrusionOk="0">
                <a:moveTo>
                  <a:pt x="17455" y="3287"/>
                </a:moveTo>
                <a:lnTo>
                  <a:pt x="17455" y="9371"/>
                </a:lnTo>
                <a:lnTo>
                  <a:pt x="11371" y="9371"/>
                </a:lnTo>
                <a:lnTo>
                  <a:pt x="11371" y="3287"/>
                </a:lnTo>
                <a:close/>
                <a:moveTo>
                  <a:pt x="24503" y="3287"/>
                </a:moveTo>
                <a:lnTo>
                  <a:pt x="24503" y="9371"/>
                </a:lnTo>
                <a:lnTo>
                  <a:pt x="18431" y="9371"/>
                </a:lnTo>
                <a:lnTo>
                  <a:pt x="18431" y="3287"/>
                </a:lnTo>
                <a:close/>
                <a:moveTo>
                  <a:pt x="31564" y="3287"/>
                </a:moveTo>
                <a:lnTo>
                  <a:pt x="31564" y="9371"/>
                </a:lnTo>
                <a:lnTo>
                  <a:pt x="25492" y="9371"/>
                </a:lnTo>
                <a:lnTo>
                  <a:pt x="25492" y="3287"/>
                </a:lnTo>
                <a:close/>
                <a:moveTo>
                  <a:pt x="38612" y="3287"/>
                </a:moveTo>
                <a:lnTo>
                  <a:pt x="38612" y="9371"/>
                </a:lnTo>
                <a:lnTo>
                  <a:pt x="32540" y="9371"/>
                </a:lnTo>
                <a:lnTo>
                  <a:pt x="32540" y="3287"/>
                </a:lnTo>
                <a:close/>
                <a:moveTo>
                  <a:pt x="45673" y="3287"/>
                </a:moveTo>
                <a:lnTo>
                  <a:pt x="45673" y="9371"/>
                </a:lnTo>
                <a:lnTo>
                  <a:pt x="39601" y="9371"/>
                </a:lnTo>
                <a:lnTo>
                  <a:pt x="39601" y="3287"/>
                </a:lnTo>
                <a:close/>
                <a:moveTo>
                  <a:pt x="52721" y="3287"/>
                </a:moveTo>
                <a:lnTo>
                  <a:pt x="52721" y="9371"/>
                </a:lnTo>
                <a:lnTo>
                  <a:pt x="46649" y="9371"/>
                </a:lnTo>
                <a:lnTo>
                  <a:pt x="46649" y="3287"/>
                </a:lnTo>
                <a:close/>
                <a:moveTo>
                  <a:pt x="59782" y="3287"/>
                </a:moveTo>
                <a:lnTo>
                  <a:pt x="59782" y="9371"/>
                </a:lnTo>
                <a:lnTo>
                  <a:pt x="53709" y="9371"/>
                </a:lnTo>
                <a:lnTo>
                  <a:pt x="53709" y="3287"/>
                </a:lnTo>
                <a:close/>
                <a:moveTo>
                  <a:pt x="66842" y="3287"/>
                </a:moveTo>
                <a:lnTo>
                  <a:pt x="66842" y="9371"/>
                </a:lnTo>
                <a:lnTo>
                  <a:pt x="60770" y="9371"/>
                </a:lnTo>
                <a:lnTo>
                  <a:pt x="60770" y="3287"/>
                </a:lnTo>
                <a:close/>
                <a:moveTo>
                  <a:pt x="73902" y="3287"/>
                </a:moveTo>
                <a:lnTo>
                  <a:pt x="73902" y="9371"/>
                </a:lnTo>
                <a:lnTo>
                  <a:pt x="67818" y="9371"/>
                </a:lnTo>
                <a:lnTo>
                  <a:pt x="67818" y="3287"/>
                </a:lnTo>
                <a:close/>
                <a:moveTo>
                  <a:pt x="80951" y="3287"/>
                </a:moveTo>
                <a:lnTo>
                  <a:pt x="80951" y="9371"/>
                </a:lnTo>
                <a:lnTo>
                  <a:pt x="74879" y="9371"/>
                </a:lnTo>
                <a:lnTo>
                  <a:pt x="74879" y="3287"/>
                </a:lnTo>
                <a:close/>
                <a:moveTo>
                  <a:pt x="88011" y="3287"/>
                </a:moveTo>
                <a:lnTo>
                  <a:pt x="88011" y="9371"/>
                </a:lnTo>
                <a:lnTo>
                  <a:pt x="81939" y="9371"/>
                </a:lnTo>
                <a:lnTo>
                  <a:pt x="81939" y="3287"/>
                </a:lnTo>
                <a:close/>
                <a:moveTo>
                  <a:pt x="95060" y="3287"/>
                </a:moveTo>
                <a:lnTo>
                  <a:pt x="95060" y="9371"/>
                </a:lnTo>
                <a:lnTo>
                  <a:pt x="88988" y="9371"/>
                </a:lnTo>
                <a:lnTo>
                  <a:pt x="88988" y="3287"/>
                </a:lnTo>
                <a:close/>
                <a:moveTo>
                  <a:pt x="102120" y="3287"/>
                </a:moveTo>
                <a:lnTo>
                  <a:pt x="102120" y="9371"/>
                </a:lnTo>
                <a:lnTo>
                  <a:pt x="96036" y="9371"/>
                </a:lnTo>
                <a:lnTo>
                  <a:pt x="96036" y="3287"/>
                </a:lnTo>
                <a:close/>
                <a:moveTo>
                  <a:pt x="109169" y="3287"/>
                </a:moveTo>
                <a:lnTo>
                  <a:pt x="109169" y="9371"/>
                </a:lnTo>
                <a:lnTo>
                  <a:pt x="103097" y="9371"/>
                </a:lnTo>
                <a:lnTo>
                  <a:pt x="103097" y="3287"/>
                </a:lnTo>
                <a:close/>
                <a:moveTo>
                  <a:pt x="116229" y="3287"/>
                </a:moveTo>
                <a:lnTo>
                  <a:pt x="116229" y="9371"/>
                </a:lnTo>
                <a:lnTo>
                  <a:pt x="110157" y="9371"/>
                </a:lnTo>
                <a:lnTo>
                  <a:pt x="110157" y="3287"/>
                </a:lnTo>
                <a:close/>
                <a:moveTo>
                  <a:pt x="123278" y="3287"/>
                </a:moveTo>
                <a:lnTo>
                  <a:pt x="123278" y="9371"/>
                </a:lnTo>
                <a:lnTo>
                  <a:pt x="117205" y="9371"/>
                </a:lnTo>
                <a:lnTo>
                  <a:pt x="117205" y="3287"/>
                </a:lnTo>
                <a:close/>
                <a:moveTo>
                  <a:pt x="130338" y="3287"/>
                </a:moveTo>
                <a:lnTo>
                  <a:pt x="130338" y="9371"/>
                </a:lnTo>
                <a:lnTo>
                  <a:pt x="124266" y="9371"/>
                </a:lnTo>
                <a:lnTo>
                  <a:pt x="124266" y="3287"/>
                </a:lnTo>
                <a:close/>
                <a:moveTo>
                  <a:pt x="137387" y="3287"/>
                </a:moveTo>
                <a:lnTo>
                  <a:pt x="137387" y="9371"/>
                </a:lnTo>
                <a:lnTo>
                  <a:pt x="131314" y="9371"/>
                </a:lnTo>
                <a:lnTo>
                  <a:pt x="131314" y="3287"/>
                </a:lnTo>
                <a:close/>
                <a:moveTo>
                  <a:pt x="144447" y="3287"/>
                </a:moveTo>
                <a:lnTo>
                  <a:pt x="144447" y="9371"/>
                </a:lnTo>
                <a:lnTo>
                  <a:pt x="138375" y="9371"/>
                </a:lnTo>
                <a:lnTo>
                  <a:pt x="138375" y="3287"/>
                </a:lnTo>
                <a:close/>
                <a:moveTo>
                  <a:pt x="151495" y="3287"/>
                </a:moveTo>
                <a:lnTo>
                  <a:pt x="151495" y="9371"/>
                </a:lnTo>
                <a:lnTo>
                  <a:pt x="145423" y="9371"/>
                </a:lnTo>
                <a:lnTo>
                  <a:pt x="145423" y="3287"/>
                </a:lnTo>
                <a:close/>
                <a:moveTo>
                  <a:pt x="158556" y="3287"/>
                </a:moveTo>
                <a:lnTo>
                  <a:pt x="158556" y="9371"/>
                </a:lnTo>
                <a:lnTo>
                  <a:pt x="152484" y="9371"/>
                </a:lnTo>
                <a:lnTo>
                  <a:pt x="152484" y="3287"/>
                </a:lnTo>
                <a:close/>
                <a:moveTo>
                  <a:pt x="165604" y="3287"/>
                </a:moveTo>
                <a:lnTo>
                  <a:pt x="165604" y="9371"/>
                </a:lnTo>
                <a:lnTo>
                  <a:pt x="159532" y="9371"/>
                </a:lnTo>
                <a:lnTo>
                  <a:pt x="159532" y="3287"/>
                </a:lnTo>
                <a:close/>
                <a:moveTo>
                  <a:pt x="172665" y="3287"/>
                </a:moveTo>
                <a:lnTo>
                  <a:pt x="172665" y="9371"/>
                </a:lnTo>
                <a:lnTo>
                  <a:pt x="166581" y="9371"/>
                </a:lnTo>
                <a:lnTo>
                  <a:pt x="166581" y="3287"/>
                </a:lnTo>
                <a:close/>
                <a:moveTo>
                  <a:pt x="179713" y="3287"/>
                </a:moveTo>
                <a:lnTo>
                  <a:pt x="179713" y="9371"/>
                </a:lnTo>
                <a:lnTo>
                  <a:pt x="173641" y="9371"/>
                </a:lnTo>
                <a:lnTo>
                  <a:pt x="173641" y="3287"/>
                </a:lnTo>
                <a:close/>
                <a:moveTo>
                  <a:pt x="186774" y="3287"/>
                </a:moveTo>
                <a:lnTo>
                  <a:pt x="186774" y="9371"/>
                </a:lnTo>
                <a:lnTo>
                  <a:pt x="180702" y="9371"/>
                </a:lnTo>
                <a:lnTo>
                  <a:pt x="180702" y="3287"/>
                </a:lnTo>
                <a:close/>
                <a:moveTo>
                  <a:pt x="193822" y="3287"/>
                </a:moveTo>
                <a:lnTo>
                  <a:pt x="193822" y="9371"/>
                </a:lnTo>
                <a:lnTo>
                  <a:pt x="187750" y="9371"/>
                </a:lnTo>
                <a:lnTo>
                  <a:pt x="187750" y="3287"/>
                </a:lnTo>
                <a:close/>
                <a:moveTo>
                  <a:pt x="200883" y="3287"/>
                </a:moveTo>
                <a:lnTo>
                  <a:pt x="200883" y="9371"/>
                </a:lnTo>
                <a:lnTo>
                  <a:pt x="194810" y="9371"/>
                </a:lnTo>
                <a:lnTo>
                  <a:pt x="194810" y="3287"/>
                </a:lnTo>
                <a:close/>
                <a:moveTo>
                  <a:pt x="207931" y="3287"/>
                </a:moveTo>
                <a:lnTo>
                  <a:pt x="207931" y="9371"/>
                </a:lnTo>
                <a:lnTo>
                  <a:pt x="201859" y="9371"/>
                </a:lnTo>
                <a:lnTo>
                  <a:pt x="201859" y="3287"/>
                </a:lnTo>
                <a:close/>
                <a:moveTo>
                  <a:pt x="214992" y="3287"/>
                </a:moveTo>
                <a:lnTo>
                  <a:pt x="214992" y="9371"/>
                </a:lnTo>
                <a:lnTo>
                  <a:pt x="208919" y="9371"/>
                </a:lnTo>
                <a:lnTo>
                  <a:pt x="208919" y="3287"/>
                </a:lnTo>
                <a:close/>
                <a:moveTo>
                  <a:pt x="222052" y="3287"/>
                </a:moveTo>
                <a:lnTo>
                  <a:pt x="222052" y="9371"/>
                </a:lnTo>
                <a:lnTo>
                  <a:pt x="215968" y="9371"/>
                </a:lnTo>
                <a:lnTo>
                  <a:pt x="215968" y="3287"/>
                </a:lnTo>
                <a:close/>
                <a:moveTo>
                  <a:pt x="229100" y="3287"/>
                </a:moveTo>
                <a:lnTo>
                  <a:pt x="229100" y="9371"/>
                </a:lnTo>
                <a:lnTo>
                  <a:pt x="223028" y="9371"/>
                </a:lnTo>
                <a:lnTo>
                  <a:pt x="223028" y="3287"/>
                </a:lnTo>
                <a:close/>
                <a:moveTo>
                  <a:pt x="236161" y="3287"/>
                </a:moveTo>
                <a:lnTo>
                  <a:pt x="236161" y="9371"/>
                </a:lnTo>
                <a:lnTo>
                  <a:pt x="230077" y="9371"/>
                </a:lnTo>
                <a:lnTo>
                  <a:pt x="230077" y="3287"/>
                </a:lnTo>
                <a:close/>
                <a:moveTo>
                  <a:pt x="243209" y="3287"/>
                </a:moveTo>
                <a:lnTo>
                  <a:pt x="243209" y="9371"/>
                </a:lnTo>
                <a:lnTo>
                  <a:pt x="237137" y="9371"/>
                </a:lnTo>
                <a:lnTo>
                  <a:pt x="237137" y="3287"/>
                </a:lnTo>
                <a:close/>
                <a:moveTo>
                  <a:pt x="250270" y="3287"/>
                </a:moveTo>
                <a:lnTo>
                  <a:pt x="250270" y="9371"/>
                </a:lnTo>
                <a:lnTo>
                  <a:pt x="244198" y="9371"/>
                </a:lnTo>
                <a:lnTo>
                  <a:pt x="244198" y="3287"/>
                </a:lnTo>
                <a:close/>
                <a:moveTo>
                  <a:pt x="257318" y="3287"/>
                </a:moveTo>
                <a:lnTo>
                  <a:pt x="257318" y="9371"/>
                </a:lnTo>
                <a:lnTo>
                  <a:pt x="251246" y="9371"/>
                </a:lnTo>
                <a:lnTo>
                  <a:pt x="251246" y="3287"/>
                </a:lnTo>
                <a:close/>
                <a:moveTo>
                  <a:pt x="264379" y="3287"/>
                </a:moveTo>
                <a:lnTo>
                  <a:pt x="264379" y="9371"/>
                </a:lnTo>
                <a:lnTo>
                  <a:pt x="258306" y="9371"/>
                </a:lnTo>
                <a:lnTo>
                  <a:pt x="258306" y="3287"/>
                </a:lnTo>
                <a:close/>
                <a:moveTo>
                  <a:pt x="271427" y="3287"/>
                </a:moveTo>
                <a:lnTo>
                  <a:pt x="271427" y="9371"/>
                </a:lnTo>
                <a:lnTo>
                  <a:pt x="265355" y="9371"/>
                </a:lnTo>
                <a:lnTo>
                  <a:pt x="265355" y="3287"/>
                </a:lnTo>
                <a:close/>
                <a:moveTo>
                  <a:pt x="278488" y="3287"/>
                </a:moveTo>
                <a:lnTo>
                  <a:pt x="278488" y="9371"/>
                </a:lnTo>
                <a:lnTo>
                  <a:pt x="272415" y="9371"/>
                </a:lnTo>
                <a:lnTo>
                  <a:pt x="272415" y="3287"/>
                </a:lnTo>
                <a:close/>
                <a:moveTo>
                  <a:pt x="17443" y="10347"/>
                </a:moveTo>
                <a:lnTo>
                  <a:pt x="17443" y="16419"/>
                </a:lnTo>
                <a:lnTo>
                  <a:pt x="11371" y="16419"/>
                </a:lnTo>
                <a:lnTo>
                  <a:pt x="11371" y="10347"/>
                </a:lnTo>
                <a:close/>
                <a:moveTo>
                  <a:pt x="24503" y="10347"/>
                </a:moveTo>
                <a:lnTo>
                  <a:pt x="24503" y="16419"/>
                </a:lnTo>
                <a:lnTo>
                  <a:pt x="18431" y="16419"/>
                </a:lnTo>
                <a:lnTo>
                  <a:pt x="18431" y="10347"/>
                </a:lnTo>
                <a:close/>
                <a:moveTo>
                  <a:pt x="31564" y="10347"/>
                </a:moveTo>
                <a:lnTo>
                  <a:pt x="31564" y="16419"/>
                </a:lnTo>
                <a:lnTo>
                  <a:pt x="25492" y="16419"/>
                </a:lnTo>
                <a:lnTo>
                  <a:pt x="25492" y="10347"/>
                </a:lnTo>
                <a:close/>
                <a:moveTo>
                  <a:pt x="38612" y="10347"/>
                </a:moveTo>
                <a:lnTo>
                  <a:pt x="38612" y="16419"/>
                </a:lnTo>
                <a:lnTo>
                  <a:pt x="32540" y="16419"/>
                </a:lnTo>
                <a:lnTo>
                  <a:pt x="32540" y="10347"/>
                </a:lnTo>
                <a:close/>
                <a:moveTo>
                  <a:pt x="45673" y="10347"/>
                </a:moveTo>
                <a:lnTo>
                  <a:pt x="45673" y="16419"/>
                </a:lnTo>
                <a:lnTo>
                  <a:pt x="39601" y="16419"/>
                </a:lnTo>
                <a:lnTo>
                  <a:pt x="39601" y="10347"/>
                </a:lnTo>
                <a:close/>
                <a:moveTo>
                  <a:pt x="52721" y="10347"/>
                </a:moveTo>
                <a:lnTo>
                  <a:pt x="52721" y="16419"/>
                </a:lnTo>
                <a:lnTo>
                  <a:pt x="46649" y="16419"/>
                </a:lnTo>
                <a:lnTo>
                  <a:pt x="46649" y="10347"/>
                </a:lnTo>
                <a:close/>
                <a:moveTo>
                  <a:pt x="59782" y="10347"/>
                </a:moveTo>
                <a:lnTo>
                  <a:pt x="59782" y="16419"/>
                </a:lnTo>
                <a:lnTo>
                  <a:pt x="53709" y="16419"/>
                </a:lnTo>
                <a:lnTo>
                  <a:pt x="53709" y="10347"/>
                </a:lnTo>
                <a:close/>
                <a:moveTo>
                  <a:pt x="66842" y="10347"/>
                </a:moveTo>
                <a:lnTo>
                  <a:pt x="66842" y="16419"/>
                </a:lnTo>
                <a:lnTo>
                  <a:pt x="60758" y="16419"/>
                </a:lnTo>
                <a:lnTo>
                  <a:pt x="60758" y="10347"/>
                </a:lnTo>
                <a:close/>
                <a:moveTo>
                  <a:pt x="73902" y="10347"/>
                </a:moveTo>
                <a:lnTo>
                  <a:pt x="73902" y="16419"/>
                </a:lnTo>
                <a:lnTo>
                  <a:pt x="67818" y="16419"/>
                </a:lnTo>
                <a:lnTo>
                  <a:pt x="67818" y="10347"/>
                </a:lnTo>
                <a:close/>
                <a:moveTo>
                  <a:pt x="80951" y="10347"/>
                </a:moveTo>
                <a:lnTo>
                  <a:pt x="80951" y="16419"/>
                </a:lnTo>
                <a:lnTo>
                  <a:pt x="74879" y="16419"/>
                </a:lnTo>
                <a:lnTo>
                  <a:pt x="74879" y="10347"/>
                </a:lnTo>
                <a:close/>
                <a:moveTo>
                  <a:pt x="88011" y="10347"/>
                </a:moveTo>
                <a:lnTo>
                  <a:pt x="88011" y="16419"/>
                </a:lnTo>
                <a:lnTo>
                  <a:pt x="81927" y="16419"/>
                </a:lnTo>
                <a:lnTo>
                  <a:pt x="81927" y="10347"/>
                </a:lnTo>
                <a:close/>
                <a:moveTo>
                  <a:pt x="95060" y="10347"/>
                </a:moveTo>
                <a:lnTo>
                  <a:pt x="95060" y="16419"/>
                </a:lnTo>
                <a:lnTo>
                  <a:pt x="88988" y="16419"/>
                </a:lnTo>
                <a:lnTo>
                  <a:pt x="88988" y="10347"/>
                </a:lnTo>
                <a:close/>
                <a:moveTo>
                  <a:pt x="102120" y="10347"/>
                </a:moveTo>
                <a:lnTo>
                  <a:pt x="102120" y="16419"/>
                </a:lnTo>
                <a:lnTo>
                  <a:pt x="96036" y="16419"/>
                </a:lnTo>
                <a:lnTo>
                  <a:pt x="96036" y="10347"/>
                </a:lnTo>
                <a:close/>
                <a:moveTo>
                  <a:pt x="109169" y="10347"/>
                </a:moveTo>
                <a:lnTo>
                  <a:pt x="109169" y="16419"/>
                </a:lnTo>
                <a:lnTo>
                  <a:pt x="103097" y="16419"/>
                </a:lnTo>
                <a:lnTo>
                  <a:pt x="103097" y="10347"/>
                </a:lnTo>
                <a:close/>
                <a:moveTo>
                  <a:pt x="116229" y="10347"/>
                </a:moveTo>
                <a:lnTo>
                  <a:pt x="116229" y="16419"/>
                </a:lnTo>
                <a:lnTo>
                  <a:pt x="110157" y="16419"/>
                </a:lnTo>
                <a:lnTo>
                  <a:pt x="110157" y="10347"/>
                </a:lnTo>
                <a:close/>
                <a:moveTo>
                  <a:pt x="123278" y="10347"/>
                </a:moveTo>
                <a:lnTo>
                  <a:pt x="123278" y="16419"/>
                </a:lnTo>
                <a:lnTo>
                  <a:pt x="117205" y="16419"/>
                </a:lnTo>
                <a:lnTo>
                  <a:pt x="117205" y="10347"/>
                </a:lnTo>
                <a:close/>
                <a:moveTo>
                  <a:pt x="130338" y="10347"/>
                </a:moveTo>
                <a:lnTo>
                  <a:pt x="130338" y="16419"/>
                </a:lnTo>
                <a:lnTo>
                  <a:pt x="124254" y="16419"/>
                </a:lnTo>
                <a:lnTo>
                  <a:pt x="124254" y="10347"/>
                </a:lnTo>
                <a:close/>
                <a:moveTo>
                  <a:pt x="137387" y="10347"/>
                </a:moveTo>
                <a:lnTo>
                  <a:pt x="137387" y="16419"/>
                </a:lnTo>
                <a:lnTo>
                  <a:pt x="131314" y="16419"/>
                </a:lnTo>
                <a:lnTo>
                  <a:pt x="131314" y="10347"/>
                </a:lnTo>
                <a:close/>
                <a:moveTo>
                  <a:pt x="144447" y="10347"/>
                </a:moveTo>
                <a:lnTo>
                  <a:pt x="144447" y="16419"/>
                </a:lnTo>
                <a:lnTo>
                  <a:pt x="138375" y="16419"/>
                </a:lnTo>
                <a:lnTo>
                  <a:pt x="138375" y="10347"/>
                </a:lnTo>
                <a:close/>
                <a:moveTo>
                  <a:pt x="151495" y="10347"/>
                </a:moveTo>
                <a:lnTo>
                  <a:pt x="151495" y="16419"/>
                </a:lnTo>
                <a:lnTo>
                  <a:pt x="145423" y="16419"/>
                </a:lnTo>
                <a:lnTo>
                  <a:pt x="145423" y="10347"/>
                </a:lnTo>
                <a:close/>
                <a:moveTo>
                  <a:pt x="158556" y="10347"/>
                </a:moveTo>
                <a:lnTo>
                  <a:pt x="158556" y="16419"/>
                </a:lnTo>
                <a:lnTo>
                  <a:pt x="152484" y="16419"/>
                </a:lnTo>
                <a:lnTo>
                  <a:pt x="152484" y="10347"/>
                </a:lnTo>
                <a:close/>
                <a:moveTo>
                  <a:pt x="165604" y="10347"/>
                </a:moveTo>
                <a:lnTo>
                  <a:pt x="165604" y="16419"/>
                </a:lnTo>
                <a:lnTo>
                  <a:pt x="159532" y="16419"/>
                </a:lnTo>
                <a:lnTo>
                  <a:pt x="159532" y="10347"/>
                </a:lnTo>
                <a:close/>
                <a:moveTo>
                  <a:pt x="172665" y="10347"/>
                </a:moveTo>
                <a:lnTo>
                  <a:pt x="172665" y="16419"/>
                </a:lnTo>
                <a:lnTo>
                  <a:pt x="166581" y="16419"/>
                </a:lnTo>
                <a:lnTo>
                  <a:pt x="166581" y="10347"/>
                </a:lnTo>
                <a:close/>
                <a:moveTo>
                  <a:pt x="179713" y="10347"/>
                </a:moveTo>
                <a:lnTo>
                  <a:pt x="179713" y="16419"/>
                </a:lnTo>
                <a:lnTo>
                  <a:pt x="173641" y="16419"/>
                </a:lnTo>
                <a:lnTo>
                  <a:pt x="173641" y="10347"/>
                </a:lnTo>
                <a:close/>
                <a:moveTo>
                  <a:pt x="186774" y="10347"/>
                </a:moveTo>
                <a:lnTo>
                  <a:pt x="186774" y="16419"/>
                </a:lnTo>
                <a:lnTo>
                  <a:pt x="180702" y="16419"/>
                </a:lnTo>
                <a:lnTo>
                  <a:pt x="180702" y="10347"/>
                </a:lnTo>
                <a:close/>
                <a:moveTo>
                  <a:pt x="193822" y="10347"/>
                </a:moveTo>
                <a:lnTo>
                  <a:pt x="193822" y="16419"/>
                </a:lnTo>
                <a:lnTo>
                  <a:pt x="187750" y="16419"/>
                </a:lnTo>
                <a:lnTo>
                  <a:pt x="187750" y="10347"/>
                </a:lnTo>
                <a:close/>
                <a:moveTo>
                  <a:pt x="200883" y="10347"/>
                </a:moveTo>
                <a:lnTo>
                  <a:pt x="200883" y="16419"/>
                </a:lnTo>
                <a:lnTo>
                  <a:pt x="194810" y="16419"/>
                </a:lnTo>
                <a:lnTo>
                  <a:pt x="194810" y="10347"/>
                </a:lnTo>
                <a:close/>
                <a:moveTo>
                  <a:pt x="207931" y="10347"/>
                </a:moveTo>
                <a:lnTo>
                  <a:pt x="207931" y="16419"/>
                </a:lnTo>
                <a:lnTo>
                  <a:pt x="201859" y="16419"/>
                </a:lnTo>
                <a:lnTo>
                  <a:pt x="201859" y="10347"/>
                </a:lnTo>
                <a:close/>
                <a:moveTo>
                  <a:pt x="214992" y="10347"/>
                </a:moveTo>
                <a:lnTo>
                  <a:pt x="214992" y="16419"/>
                </a:lnTo>
                <a:lnTo>
                  <a:pt x="208919" y="16419"/>
                </a:lnTo>
                <a:lnTo>
                  <a:pt x="208919" y="10347"/>
                </a:lnTo>
                <a:close/>
                <a:moveTo>
                  <a:pt x="222052" y="10347"/>
                </a:moveTo>
                <a:lnTo>
                  <a:pt x="222052" y="16419"/>
                </a:lnTo>
                <a:lnTo>
                  <a:pt x="215968" y="16419"/>
                </a:lnTo>
                <a:lnTo>
                  <a:pt x="215968" y="10347"/>
                </a:lnTo>
                <a:close/>
                <a:moveTo>
                  <a:pt x="229100" y="10347"/>
                </a:moveTo>
                <a:lnTo>
                  <a:pt x="229100" y="16419"/>
                </a:lnTo>
                <a:lnTo>
                  <a:pt x="223028" y="16419"/>
                </a:lnTo>
                <a:lnTo>
                  <a:pt x="223028" y="10347"/>
                </a:lnTo>
                <a:close/>
                <a:moveTo>
                  <a:pt x="236161" y="10347"/>
                </a:moveTo>
                <a:lnTo>
                  <a:pt x="236161" y="16419"/>
                </a:lnTo>
                <a:lnTo>
                  <a:pt x="230077" y="16419"/>
                </a:lnTo>
                <a:lnTo>
                  <a:pt x="230077" y="10347"/>
                </a:lnTo>
                <a:close/>
                <a:moveTo>
                  <a:pt x="243209" y="10347"/>
                </a:moveTo>
                <a:lnTo>
                  <a:pt x="243209" y="16419"/>
                </a:lnTo>
                <a:lnTo>
                  <a:pt x="237137" y="16419"/>
                </a:lnTo>
                <a:lnTo>
                  <a:pt x="237137" y="10347"/>
                </a:lnTo>
                <a:close/>
                <a:moveTo>
                  <a:pt x="250270" y="10347"/>
                </a:moveTo>
                <a:lnTo>
                  <a:pt x="250270" y="16419"/>
                </a:lnTo>
                <a:lnTo>
                  <a:pt x="244198" y="16419"/>
                </a:lnTo>
                <a:lnTo>
                  <a:pt x="244198" y="10347"/>
                </a:lnTo>
                <a:close/>
                <a:moveTo>
                  <a:pt x="257318" y="10347"/>
                </a:moveTo>
                <a:lnTo>
                  <a:pt x="257318" y="16419"/>
                </a:lnTo>
                <a:lnTo>
                  <a:pt x="251246" y="16419"/>
                </a:lnTo>
                <a:lnTo>
                  <a:pt x="251246" y="10347"/>
                </a:lnTo>
                <a:close/>
                <a:moveTo>
                  <a:pt x="264379" y="10347"/>
                </a:moveTo>
                <a:lnTo>
                  <a:pt x="264379" y="16419"/>
                </a:lnTo>
                <a:lnTo>
                  <a:pt x="258306" y="16419"/>
                </a:lnTo>
                <a:lnTo>
                  <a:pt x="258306" y="10347"/>
                </a:lnTo>
                <a:close/>
                <a:moveTo>
                  <a:pt x="271427" y="10347"/>
                </a:moveTo>
                <a:lnTo>
                  <a:pt x="271427" y="16419"/>
                </a:lnTo>
                <a:lnTo>
                  <a:pt x="265355" y="16419"/>
                </a:lnTo>
                <a:lnTo>
                  <a:pt x="265355" y="10347"/>
                </a:lnTo>
                <a:close/>
                <a:moveTo>
                  <a:pt x="278488" y="10347"/>
                </a:moveTo>
                <a:lnTo>
                  <a:pt x="278488" y="16419"/>
                </a:lnTo>
                <a:lnTo>
                  <a:pt x="272415" y="16419"/>
                </a:lnTo>
                <a:lnTo>
                  <a:pt x="272415" y="10347"/>
                </a:lnTo>
                <a:close/>
                <a:moveTo>
                  <a:pt x="17443" y="17408"/>
                </a:moveTo>
                <a:lnTo>
                  <a:pt x="17443" y="23480"/>
                </a:lnTo>
                <a:lnTo>
                  <a:pt x="11371" y="23480"/>
                </a:lnTo>
                <a:lnTo>
                  <a:pt x="11371" y="17408"/>
                </a:lnTo>
                <a:close/>
                <a:moveTo>
                  <a:pt x="24503" y="17408"/>
                </a:moveTo>
                <a:lnTo>
                  <a:pt x="24503" y="23480"/>
                </a:lnTo>
                <a:lnTo>
                  <a:pt x="18431" y="23480"/>
                </a:lnTo>
                <a:lnTo>
                  <a:pt x="18431" y="17408"/>
                </a:lnTo>
                <a:close/>
                <a:moveTo>
                  <a:pt x="31564" y="17408"/>
                </a:moveTo>
                <a:lnTo>
                  <a:pt x="31564" y="23480"/>
                </a:lnTo>
                <a:lnTo>
                  <a:pt x="25492" y="23480"/>
                </a:lnTo>
                <a:lnTo>
                  <a:pt x="25492" y="17408"/>
                </a:lnTo>
                <a:close/>
                <a:moveTo>
                  <a:pt x="38612" y="17408"/>
                </a:moveTo>
                <a:lnTo>
                  <a:pt x="38612" y="23480"/>
                </a:lnTo>
                <a:lnTo>
                  <a:pt x="32540" y="23480"/>
                </a:lnTo>
                <a:lnTo>
                  <a:pt x="32540" y="17408"/>
                </a:lnTo>
                <a:close/>
                <a:moveTo>
                  <a:pt x="45673" y="17408"/>
                </a:moveTo>
                <a:lnTo>
                  <a:pt x="45673" y="23480"/>
                </a:lnTo>
                <a:lnTo>
                  <a:pt x="39601" y="23480"/>
                </a:lnTo>
                <a:lnTo>
                  <a:pt x="39601" y="17408"/>
                </a:lnTo>
                <a:close/>
                <a:moveTo>
                  <a:pt x="52721" y="17408"/>
                </a:moveTo>
                <a:lnTo>
                  <a:pt x="52721" y="23480"/>
                </a:lnTo>
                <a:lnTo>
                  <a:pt x="46649" y="23480"/>
                </a:lnTo>
                <a:lnTo>
                  <a:pt x="46649" y="17408"/>
                </a:lnTo>
                <a:close/>
                <a:moveTo>
                  <a:pt x="59782" y="17408"/>
                </a:moveTo>
                <a:lnTo>
                  <a:pt x="59782" y="23480"/>
                </a:lnTo>
                <a:lnTo>
                  <a:pt x="53709" y="23480"/>
                </a:lnTo>
                <a:lnTo>
                  <a:pt x="53709" y="17408"/>
                </a:lnTo>
                <a:close/>
                <a:moveTo>
                  <a:pt x="66842" y="17408"/>
                </a:moveTo>
                <a:lnTo>
                  <a:pt x="66842" y="23480"/>
                </a:lnTo>
                <a:lnTo>
                  <a:pt x="60758" y="23480"/>
                </a:lnTo>
                <a:lnTo>
                  <a:pt x="60758" y="17408"/>
                </a:lnTo>
                <a:close/>
                <a:moveTo>
                  <a:pt x="73902" y="17408"/>
                </a:moveTo>
                <a:lnTo>
                  <a:pt x="73902" y="23480"/>
                </a:lnTo>
                <a:lnTo>
                  <a:pt x="67818" y="23480"/>
                </a:lnTo>
                <a:lnTo>
                  <a:pt x="67818" y="17408"/>
                </a:lnTo>
                <a:close/>
                <a:moveTo>
                  <a:pt x="80951" y="17408"/>
                </a:moveTo>
                <a:lnTo>
                  <a:pt x="80951" y="23480"/>
                </a:lnTo>
                <a:lnTo>
                  <a:pt x="74879" y="23480"/>
                </a:lnTo>
                <a:lnTo>
                  <a:pt x="74879" y="17408"/>
                </a:lnTo>
                <a:close/>
                <a:moveTo>
                  <a:pt x="88011" y="17408"/>
                </a:moveTo>
                <a:lnTo>
                  <a:pt x="88011" y="23480"/>
                </a:lnTo>
                <a:lnTo>
                  <a:pt x="81927" y="23480"/>
                </a:lnTo>
                <a:lnTo>
                  <a:pt x="81927" y="17408"/>
                </a:lnTo>
                <a:close/>
                <a:moveTo>
                  <a:pt x="95060" y="17408"/>
                </a:moveTo>
                <a:lnTo>
                  <a:pt x="95060" y="23480"/>
                </a:lnTo>
                <a:lnTo>
                  <a:pt x="88988" y="23480"/>
                </a:lnTo>
                <a:lnTo>
                  <a:pt x="88988" y="17408"/>
                </a:lnTo>
                <a:close/>
                <a:moveTo>
                  <a:pt x="102120" y="17408"/>
                </a:moveTo>
                <a:lnTo>
                  <a:pt x="102120" y="23480"/>
                </a:lnTo>
                <a:lnTo>
                  <a:pt x="96036" y="23480"/>
                </a:lnTo>
                <a:lnTo>
                  <a:pt x="96036" y="17408"/>
                </a:lnTo>
                <a:close/>
                <a:moveTo>
                  <a:pt x="109169" y="17408"/>
                </a:moveTo>
                <a:lnTo>
                  <a:pt x="109169" y="23480"/>
                </a:lnTo>
                <a:lnTo>
                  <a:pt x="103097" y="23480"/>
                </a:lnTo>
                <a:lnTo>
                  <a:pt x="103097" y="17408"/>
                </a:lnTo>
                <a:close/>
                <a:moveTo>
                  <a:pt x="116229" y="17408"/>
                </a:moveTo>
                <a:lnTo>
                  <a:pt x="116229" y="23480"/>
                </a:lnTo>
                <a:lnTo>
                  <a:pt x="110157" y="23480"/>
                </a:lnTo>
                <a:lnTo>
                  <a:pt x="110157" y="17408"/>
                </a:lnTo>
                <a:close/>
                <a:moveTo>
                  <a:pt x="123278" y="17408"/>
                </a:moveTo>
                <a:lnTo>
                  <a:pt x="123278" y="23480"/>
                </a:lnTo>
                <a:lnTo>
                  <a:pt x="117205" y="23480"/>
                </a:lnTo>
                <a:lnTo>
                  <a:pt x="117205" y="17408"/>
                </a:lnTo>
                <a:close/>
                <a:moveTo>
                  <a:pt x="130338" y="17408"/>
                </a:moveTo>
                <a:lnTo>
                  <a:pt x="130338" y="23480"/>
                </a:lnTo>
                <a:lnTo>
                  <a:pt x="124254" y="23480"/>
                </a:lnTo>
                <a:lnTo>
                  <a:pt x="124254" y="17408"/>
                </a:lnTo>
                <a:close/>
                <a:moveTo>
                  <a:pt x="137387" y="17408"/>
                </a:moveTo>
                <a:lnTo>
                  <a:pt x="137387" y="23480"/>
                </a:lnTo>
                <a:lnTo>
                  <a:pt x="131314" y="23480"/>
                </a:lnTo>
                <a:lnTo>
                  <a:pt x="131314" y="17408"/>
                </a:lnTo>
                <a:close/>
                <a:moveTo>
                  <a:pt x="144447" y="17408"/>
                </a:moveTo>
                <a:lnTo>
                  <a:pt x="144447" y="23480"/>
                </a:lnTo>
                <a:lnTo>
                  <a:pt x="138375" y="23480"/>
                </a:lnTo>
                <a:lnTo>
                  <a:pt x="138375" y="17408"/>
                </a:lnTo>
                <a:close/>
                <a:moveTo>
                  <a:pt x="151495" y="17408"/>
                </a:moveTo>
                <a:lnTo>
                  <a:pt x="151495" y="23480"/>
                </a:lnTo>
                <a:lnTo>
                  <a:pt x="145423" y="23480"/>
                </a:lnTo>
                <a:lnTo>
                  <a:pt x="145423" y="17408"/>
                </a:lnTo>
                <a:close/>
                <a:moveTo>
                  <a:pt x="158556" y="17408"/>
                </a:moveTo>
                <a:lnTo>
                  <a:pt x="158556" y="23480"/>
                </a:lnTo>
                <a:lnTo>
                  <a:pt x="152484" y="23480"/>
                </a:lnTo>
                <a:lnTo>
                  <a:pt x="152484" y="17408"/>
                </a:lnTo>
                <a:close/>
                <a:moveTo>
                  <a:pt x="165604" y="17408"/>
                </a:moveTo>
                <a:lnTo>
                  <a:pt x="165604" y="23480"/>
                </a:lnTo>
                <a:lnTo>
                  <a:pt x="159532" y="23480"/>
                </a:lnTo>
                <a:lnTo>
                  <a:pt x="159532" y="17408"/>
                </a:lnTo>
                <a:close/>
                <a:moveTo>
                  <a:pt x="172665" y="17408"/>
                </a:moveTo>
                <a:lnTo>
                  <a:pt x="172665" y="23480"/>
                </a:lnTo>
                <a:lnTo>
                  <a:pt x="166581" y="23480"/>
                </a:lnTo>
                <a:lnTo>
                  <a:pt x="166581" y="17408"/>
                </a:lnTo>
                <a:close/>
                <a:moveTo>
                  <a:pt x="179713" y="17408"/>
                </a:moveTo>
                <a:lnTo>
                  <a:pt x="179713" y="23480"/>
                </a:lnTo>
                <a:lnTo>
                  <a:pt x="173641" y="23480"/>
                </a:lnTo>
                <a:lnTo>
                  <a:pt x="173641" y="17408"/>
                </a:lnTo>
                <a:close/>
                <a:moveTo>
                  <a:pt x="186774" y="17408"/>
                </a:moveTo>
                <a:lnTo>
                  <a:pt x="186774" y="23480"/>
                </a:lnTo>
                <a:lnTo>
                  <a:pt x="180702" y="23480"/>
                </a:lnTo>
                <a:lnTo>
                  <a:pt x="180702" y="17408"/>
                </a:lnTo>
                <a:close/>
                <a:moveTo>
                  <a:pt x="193822" y="17408"/>
                </a:moveTo>
                <a:lnTo>
                  <a:pt x="193822" y="23480"/>
                </a:lnTo>
                <a:lnTo>
                  <a:pt x="187750" y="23480"/>
                </a:lnTo>
                <a:lnTo>
                  <a:pt x="187750" y="17408"/>
                </a:lnTo>
                <a:close/>
                <a:moveTo>
                  <a:pt x="200883" y="17408"/>
                </a:moveTo>
                <a:lnTo>
                  <a:pt x="200883" y="23480"/>
                </a:lnTo>
                <a:lnTo>
                  <a:pt x="194810" y="23480"/>
                </a:lnTo>
                <a:lnTo>
                  <a:pt x="194810" y="17408"/>
                </a:lnTo>
                <a:close/>
                <a:moveTo>
                  <a:pt x="207931" y="17408"/>
                </a:moveTo>
                <a:lnTo>
                  <a:pt x="207931" y="23480"/>
                </a:lnTo>
                <a:lnTo>
                  <a:pt x="201859" y="23480"/>
                </a:lnTo>
                <a:lnTo>
                  <a:pt x="201859" y="17408"/>
                </a:lnTo>
                <a:close/>
                <a:moveTo>
                  <a:pt x="214992" y="17408"/>
                </a:moveTo>
                <a:lnTo>
                  <a:pt x="214992" y="23480"/>
                </a:lnTo>
                <a:lnTo>
                  <a:pt x="208919" y="23480"/>
                </a:lnTo>
                <a:lnTo>
                  <a:pt x="208919" y="17408"/>
                </a:lnTo>
                <a:close/>
                <a:moveTo>
                  <a:pt x="222052" y="17408"/>
                </a:moveTo>
                <a:lnTo>
                  <a:pt x="222052" y="23480"/>
                </a:lnTo>
                <a:lnTo>
                  <a:pt x="215968" y="23480"/>
                </a:lnTo>
                <a:lnTo>
                  <a:pt x="215968" y="17408"/>
                </a:lnTo>
                <a:close/>
                <a:moveTo>
                  <a:pt x="229100" y="17408"/>
                </a:moveTo>
                <a:lnTo>
                  <a:pt x="229100" y="23480"/>
                </a:lnTo>
                <a:lnTo>
                  <a:pt x="223028" y="23480"/>
                </a:lnTo>
                <a:lnTo>
                  <a:pt x="223028" y="17408"/>
                </a:lnTo>
                <a:close/>
                <a:moveTo>
                  <a:pt x="236161" y="17408"/>
                </a:moveTo>
                <a:lnTo>
                  <a:pt x="236161" y="23480"/>
                </a:lnTo>
                <a:lnTo>
                  <a:pt x="230077" y="23480"/>
                </a:lnTo>
                <a:lnTo>
                  <a:pt x="230077" y="17408"/>
                </a:lnTo>
                <a:close/>
                <a:moveTo>
                  <a:pt x="243209" y="17408"/>
                </a:moveTo>
                <a:lnTo>
                  <a:pt x="243209" y="23480"/>
                </a:lnTo>
                <a:lnTo>
                  <a:pt x="237137" y="23480"/>
                </a:lnTo>
                <a:lnTo>
                  <a:pt x="237137" y="17408"/>
                </a:lnTo>
                <a:close/>
                <a:moveTo>
                  <a:pt x="250270" y="17408"/>
                </a:moveTo>
                <a:lnTo>
                  <a:pt x="250270" y="23480"/>
                </a:lnTo>
                <a:lnTo>
                  <a:pt x="244198" y="23480"/>
                </a:lnTo>
                <a:lnTo>
                  <a:pt x="244198" y="17408"/>
                </a:lnTo>
                <a:close/>
                <a:moveTo>
                  <a:pt x="257318" y="17408"/>
                </a:moveTo>
                <a:lnTo>
                  <a:pt x="257318" y="23480"/>
                </a:lnTo>
                <a:lnTo>
                  <a:pt x="251246" y="23480"/>
                </a:lnTo>
                <a:lnTo>
                  <a:pt x="251246" y="17408"/>
                </a:lnTo>
                <a:close/>
                <a:moveTo>
                  <a:pt x="264379" y="17408"/>
                </a:moveTo>
                <a:lnTo>
                  <a:pt x="264379" y="23480"/>
                </a:lnTo>
                <a:lnTo>
                  <a:pt x="258306" y="23480"/>
                </a:lnTo>
                <a:lnTo>
                  <a:pt x="258306" y="17408"/>
                </a:lnTo>
                <a:close/>
                <a:moveTo>
                  <a:pt x="271427" y="17408"/>
                </a:moveTo>
                <a:lnTo>
                  <a:pt x="271427" y="23480"/>
                </a:lnTo>
                <a:lnTo>
                  <a:pt x="265355" y="23480"/>
                </a:lnTo>
                <a:lnTo>
                  <a:pt x="265355" y="17408"/>
                </a:lnTo>
                <a:close/>
                <a:moveTo>
                  <a:pt x="278488" y="17408"/>
                </a:moveTo>
                <a:lnTo>
                  <a:pt x="278488" y="23480"/>
                </a:lnTo>
                <a:lnTo>
                  <a:pt x="272415" y="23480"/>
                </a:lnTo>
                <a:lnTo>
                  <a:pt x="272415" y="17408"/>
                </a:lnTo>
                <a:close/>
                <a:moveTo>
                  <a:pt x="17443" y="24456"/>
                </a:moveTo>
                <a:lnTo>
                  <a:pt x="17443" y="30528"/>
                </a:lnTo>
                <a:lnTo>
                  <a:pt x="11371" y="30528"/>
                </a:lnTo>
                <a:lnTo>
                  <a:pt x="11371" y="24456"/>
                </a:lnTo>
                <a:close/>
                <a:moveTo>
                  <a:pt x="24503" y="24456"/>
                </a:moveTo>
                <a:lnTo>
                  <a:pt x="24503" y="30528"/>
                </a:lnTo>
                <a:lnTo>
                  <a:pt x="18431" y="30528"/>
                </a:lnTo>
                <a:lnTo>
                  <a:pt x="18431" y="24456"/>
                </a:lnTo>
                <a:close/>
                <a:moveTo>
                  <a:pt x="31564" y="24456"/>
                </a:moveTo>
                <a:lnTo>
                  <a:pt x="31564" y="30528"/>
                </a:lnTo>
                <a:lnTo>
                  <a:pt x="25492" y="30528"/>
                </a:lnTo>
                <a:lnTo>
                  <a:pt x="25492" y="24456"/>
                </a:lnTo>
                <a:close/>
                <a:moveTo>
                  <a:pt x="38612" y="24456"/>
                </a:moveTo>
                <a:lnTo>
                  <a:pt x="38612" y="30528"/>
                </a:lnTo>
                <a:lnTo>
                  <a:pt x="32540" y="30528"/>
                </a:lnTo>
                <a:lnTo>
                  <a:pt x="32540" y="24456"/>
                </a:lnTo>
                <a:close/>
                <a:moveTo>
                  <a:pt x="45673" y="24456"/>
                </a:moveTo>
                <a:lnTo>
                  <a:pt x="45673" y="30528"/>
                </a:lnTo>
                <a:lnTo>
                  <a:pt x="39601" y="30528"/>
                </a:lnTo>
                <a:lnTo>
                  <a:pt x="39601" y="24456"/>
                </a:lnTo>
                <a:close/>
                <a:moveTo>
                  <a:pt x="52721" y="24456"/>
                </a:moveTo>
                <a:lnTo>
                  <a:pt x="52721" y="30528"/>
                </a:lnTo>
                <a:lnTo>
                  <a:pt x="46649" y="30528"/>
                </a:lnTo>
                <a:lnTo>
                  <a:pt x="46649" y="24456"/>
                </a:lnTo>
                <a:close/>
                <a:moveTo>
                  <a:pt x="59782" y="24456"/>
                </a:moveTo>
                <a:lnTo>
                  <a:pt x="59782" y="30528"/>
                </a:lnTo>
                <a:lnTo>
                  <a:pt x="53709" y="30528"/>
                </a:lnTo>
                <a:lnTo>
                  <a:pt x="53709" y="24456"/>
                </a:lnTo>
                <a:close/>
                <a:moveTo>
                  <a:pt x="88011" y="24456"/>
                </a:moveTo>
                <a:lnTo>
                  <a:pt x="88011" y="30528"/>
                </a:lnTo>
                <a:lnTo>
                  <a:pt x="81927" y="30528"/>
                </a:lnTo>
                <a:lnTo>
                  <a:pt x="81927" y="24456"/>
                </a:lnTo>
                <a:close/>
                <a:moveTo>
                  <a:pt x="95060" y="24456"/>
                </a:moveTo>
                <a:lnTo>
                  <a:pt x="95060" y="30528"/>
                </a:lnTo>
                <a:lnTo>
                  <a:pt x="88988" y="30528"/>
                </a:lnTo>
                <a:lnTo>
                  <a:pt x="88988" y="24456"/>
                </a:lnTo>
                <a:close/>
                <a:moveTo>
                  <a:pt x="123278" y="24456"/>
                </a:moveTo>
                <a:lnTo>
                  <a:pt x="123278" y="30528"/>
                </a:lnTo>
                <a:lnTo>
                  <a:pt x="117205" y="30528"/>
                </a:lnTo>
                <a:lnTo>
                  <a:pt x="117205" y="24456"/>
                </a:lnTo>
                <a:close/>
                <a:moveTo>
                  <a:pt x="130338" y="24456"/>
                </a:moveTo>
                <a:lnTo>
                  <a:pt x="130338" y="30528"/>
                </a:lnTo>
                <a:lnTo>
                  <a:pt x="124254" y="30528"/>
                </a:lnTo>
                <a:lnTo>
                  <a:pt x="124254" y="24456"/>
                </a:lnTo>
                <a:close/>
                <a:moveTo>
                  <a:pt x="144447" y="24456"/>
                </a:moveTo>
                <a:lnTo>
                  <a:pt x="144447" y="30528"/>
                </a:lnTo>
                <a:lnTo>
                  <a:pt x="138375" y="30528"/>
                </a:lnTo>
                <a:lnTo>
                  <a:pt x="138375" y="24456"/>
                </a:lnTo>
                <a:close/>
                <a:moveTo>
                  <a:pt x="151495" y="24456"/>
                </a:moveTo>
                <a:lnTo>
                  <a:pt x="151495" y="30528"/>
                </a:lnTo>
                <a:lnTo>
                  <a:pt x="145423" y="30528"/>
                </a:lnTo>
                <a:lnTo>
                  <a:pt x="145423" y="24456"/>
                </a:lnTo>
                <a:close/>
                <a:moveTo>
                  <a:pt x="158556" y="24456"/>
                </a:moveTo>
                <a:lnTo>
                  <a:pt x="158556" y="30528"/>
                </a:lnTo>
                <a:lnTo>
                  <a:pt x="152484" y="30528"/>
                </a:lnTo>
                <a:lnTo>
                  <a:pt x="152484" y="24456"/>
                </a:lnTo>
                <a:close/>
                <a:moveTo>
                  <a:pt x="165604" y="24456"/>
                </a:moveTo>
                <a:lnTo>
                  <a:pt x="165604" y="30528"/>
                </a:lnTo>
                <a:lnTo>
                  <a:pt x="159532" y="30528"/>
                </a:lnTo>
                <a:lnTo>
                  <a:pt x="159532" y="24456"/>
                </a:lnTo>
                <a:close/>
                <a:moveTo>
                  <a:pt x="172665" y="24456"/>
                </a:moveTo>
                <a:lnTo>
                  <a:pt x="172665" y="30528"/>
                </a:lnTo>
                <a:lnTo>
                  <a:pt x="166581" y="30528"/>
                </a:lnTo>
                <a:lnTo>
                  <a:pt x="166581" y="24456"/>
                </a:lnTo>
                <a:close/>
                <a:moveTo>
                  <a:pt x="179713" y="24456"/>
                </a:moveTo>
                <a:lnTo>
                  <a:pt x="179713" y="30528"/>
                </a:lnTo>
                <a:lnTo>
                  <a:pt x="173641" y="30528"/>
                </a:lnTo>
                <a:lnTo>
                  <a:pt x="173641" y="24456"/>
                </a:lnTo>
                <a:close/>
                <a:moveTo>
                  <a:pt x="186774" y="24456"/>
                </a:moveTo>
                <a:lnTo>
                  <a:pt x="186774" y="30528"/>
                </a:lnTo>
                <a:lnTo>
                  <a:pt x="180702" y="30528"/>
                </a:lnTo>
                <a:lnTo>
                  <a:pt x="180702" y="24456"/>
                </a:lnTo>
                <a:close/>
                <a:moveTo>
                  <a:pt x="193822" y="24456"/>
                </a:moveTo>
                <a:lnTo>
                  <a:pt x="193822" y="30528"/>
                </a:lnTo>
                <a:lnTo>
                  <a:pt x="187750" y="30528"/>
                </a:lnTo>
                <a:lnTo>
                  <a:pt x="187750" y="24456"/>
                </a:lnTo>
                <a:close/>
                <a:moveTo>
                  <a:pt x="200883" y="24456"/>
                </a:moveTo>
                <a:lnTo>
                  <a:pt x="200883" y="30528"/>
                </a:lnTo>
                <a:lnTo>
                  <a:pt x="194810" y="30528"/>
                </a:lnTo>
                <a:lnTo>
                  <a:pt x="194810" y="24456"/>
                </a:lnTo>
                <a:close/>
                <a:moveTo>
                  <a:pt x="207931" y="24456"/>
                </a:moveTo>
                <a:lnTo>
                  <a:pt x="207931" y="30528"/>
                </a:lnTo>
                <a:lnTo>
                  <a:pt x="201859" y="30528"/>
                </a:lnTo>
                <a:lnTo>
                  <a:pt x="201859" y="24456"/>
                </a:lnTo>
                <a:close/>
                <a:moveTo>
                  <a:pt x="214992" y="24456"/>
                </a:moveTo>
                <a:lnTo>
                  <a:pt x="214992" y="30528"/>
                </a:lnTo>
                <a:lnTo>
                  <a:pt x="208919" y="30528"/>
                </a:lnTo>
                <a:lnTo>
                  <a:pt x="208919" y="24456"/>
                </a:lnTo>
                <a:close/>
                <a:moveTo>
                  <a:pt x="222052" y="24456"/>
                </a:moveTo>
                <a:lnTo>
                  <a:pt x="222052" y="30528"/>
                </a:lnTo>
                <a:lnTo>
                  <a:pt x="215968" y="30528"/>
                </a:lnTo>
                <a:lnTo>
                  <a:pt x="215968" y="24456"/>
                </a:lnTo>
                <a:close/>
                <a:moveTo>
                  <a:pt x="229100" y="24456"/>
                </a:moveTo>
                <a:lnTo>
                  <a:pt x="229100" y="30528"/>
                </a:lnTo>
                <a:lnTo>
                  <a:pt x="223028" y="30528"/>
                </a:lnTo>
                <a:lnTo>
                  <a:pt x="223028" y="24456"/>
                </a:lnTo>
                <a:close/>
                <a:moveTo>
                  <a:pt x="236161" y="24456"/>
                </a:moveTo>
                <a:lnTo>
                  <a:pt x="236161" y="30528"/>
                </a:lnTo>
                <a:lnTo>
                  <a:pt x="230077" y="30528"/>
                </a:lnTo>
                <a:lnTo>
                  <a:pt x="230077" y="24456"/>
                </a:lnTo>
                <a:close/>
                <a:moveTo>
                  <a:pt x="243209" y="24456"/>
                </a:moveTo>
                <a:lnTo>
                  <a:pt x="243209" y="30528"/>
                </a:lnTo>
                <a:lnTo>
                  <a:pt x="237137" y="30528"/>
                </a:lnTo>
                <a:lnTo>
                  <a:pt x="237137" y="24456"/>
                </a:lnTo>
                <a:close/>
                <a:moveTo>
                  <a:pt x="250270" y="24456"/>
                </a:moveTo>
                <a:lnTo>
                  <a:pt x="250270" y="30528"/>
                </a:lnTo>
                <a:lnTo>
                  <a:pt x="244198" y="30528"/>
                </a:lnTo>
                <a:lnTo>
                  <a:pt x="244198" y="24456"/>
                </a:lnTo>
                <a:close/>
                <a:moveTo>
                  <a:pt x="257318" y="24456"/>
                </a:moveTo>
                <a:lnTo>
                  <a:pt x="257318" y="30528"/>
                </a:lnTo>
                <a:lnTo>
                  <a:pt x="251246" y="30528"/>
                </a:lnTo>
                <a:lnTo>
                  <a:pt x="251246" y="24456"/>
                </a:lnTo>
                <a:close/>
                <a:moveTo>
                  <a:pt x="264379" y="24456"/>
                </a:moveTo>
                <a:lnTo>
                  <a:pt x="264379" y="30528"/>
                </a:lnTo>
                <a:lnTo>
                  <a:pt x="258306" y="30528"/>
                </a:lnTo>
                <a:lnTo>
                  <a:pt x="258306" y="24456"/>
                </a:lnTo>
                <a:close/>
                <a:moveTo>
                  <a:pt x="271427" y="24456"/>
                </a:moveTo>
                <a:lnTo>
                  <a:pt x="271427" y="30528"/>
                </a:lnTo>
                <a:lnTo>
                  <a:pt x="265355" y="30528"/>
                </a:lnTo>
                <a:lnTo>
                  <a:pt x="265355" y="24456"/>
                </a:lnTo>
                <a:close/>
                <a:moveTo>
                  <a:pt x="278488" y="24456"/>
                </a:moveTo>
                <a:lnTo>
                  <a:pt x="278488" y="30528"/>
                </a:lnTo>
                <a:lnTo>
                  <a:pt x="272415" y="30528"/>
                </a:lnTo>
                <a:lnTo>
                  <a:pt x="272415" y="24456"/>
                </a:lnTo>
                <a:close/>
                <a:moveTo>
                  <a:pt x="66842" y="24456"/>
                </a:moveTo>
                <a:lnTo>
                  <a:pt x="66842" y="30540"/>
                </a:lnTo>
                <a:lnTo>
                  <a:pt x="60758" y="30540"/>
                </a:lnTo>
                <a:lnTo>
                  <a:pt x="60758" y="24456"/>
                </a:lnTo>
                <a:close/>
                <a:moveTo>
                  <a:pt x="73902" y="24456"/>
                </a:moveTo>
                <a:lnTo>
                  <a:pt x="73902" y="30540"/>
                </a:lnTo>
                <a:lnTo>
                  <a:pt x="67818" y="30540"/>
                </a:lnTo>
                <a:lnTo>
                  <a:pt x="67818" y="24456"/>
                </a:lnTo>
                <a:close/>
                <a:moveTo>
                  <a:pt x="80951" y="24456"/>
                </a:moveTo>
                <a:lnTo>
                  <a:pt x="80951" y="30540"/>
                </a:lnTo>
                <a:lnTo>
                  <a:pt x="74879" y="30540"/>
                </a:lnTo>
                <a:lnTo>
                  <a:pt x="74879" y="24456"/>
                </a:lnTo>
                <a:close/>
                <a:moveTo>
                  <a:pt x="96036" y="24456"/>
                </a:moveTo>
                <a:lnTo>
                  <a:pt x="102120" y="24468"/>
                </a:lnTo>
                <a:lnTo>
                  <a:pt x="102120" y="30540"/>
                </a:lnTo>
                <a:lnTo>
                  <a:pt x="96036" y="30540"/>
                </a:lnTo>
                <a:lnTo>
                  <a:pt x="96036" y="24456"/>
                </a:lnTo>
                <a:close/>
                <a:moveTo>
                  <a:pt x="103097" y="24456"/>
                </a:moveTo>
                <a:lnTo>
                  <a:pt x="109169" y="24468"/>
                </a:lnTo>
                <a:lnTo>
                  <a:pt x="109169" y="30540"/>
                </a:lnTo>
                <a:lnTo>
                  <a:pt x="103097" y="30540"/>
                </a:lnTo>
                <a:lnTo>
                  <a:pt x="103097" y="24456"/>
                </a:lnTo>
                <a:close/>
                <a:moveTo>
                  <a:pt x="110157" y="24456"/>
                </a:moveTo>
                <a:lnTo>
                  <a:pt x="116229" y="24468"/>
                </a:lnTo>
                <a:lnTo>
                  <a:pt x="116229" y="30540"/>
                </a:lnTo>
                <a:lnTo>
                  <a:pt x="110157" y="30540"/>
                </a:lnTo>
                <a:lnTo>
                  <a:pt x="110157" y="24456"/>
                </a:lnTo>
                <a:close/>
                <a:moveTo>
                  <a:pt x="131314" y="24456"/>
                </a:moveTo>
                <a:lnTo>
                  <a:pt x="137387" y="24468"/>
                </a:lnTo>
                <a:lnTo>
                  <a:pt x="137387" y="30540"/>
                </a:lnTo>
                <a:lnTo>
                  <a:pt x="131314" y="30540"/>
                </a:lnTo>
                <a:lnTo>
                  <a:pt x="131314" y="24456"/>
                </a:lnTo>
                <a:close/>
                <a:moveTo>
                  <a:pt x="17443" y="31516"/>
                </a:moveTo>
                <a:lnTo>
                  <a:pt x="17443" y="37589"/>
                </a:lnTo>
                <a:lnTo>
                  <a:pt x="11371" y="37589"/>
                </a:lnTo>
                <a:lnTo>
                  <a:pt x="11371" y="31516"/>
                </a:lnTo>
                <a:close/>
                <a:moveTo>
                  <a:pt x="24503" y="31516"/>
                </a:moveTo>
                <a:lnTo>
                  <a:pt x="24503" y="37589"/>
                </a:lnTo>
                <a:lnTo>
                  <a:pt x="18431" y="37589"/>
                </a:lnTo>
                <a:lnTo>
                  <a:pt x="18431" y="31516"/>
                </a:lnTo>
                <a:close/>
                <a:moveTo>
                  <a:pt x="31564" y="31516"/>
                </a:moveTo>
                <a:lnTo>
                  <a:pt x="31564" y="37589"/>
                </a:lnTo>
                <a:lnTo>
                  <a:pt x="25492" y="37589"/>
                </a:lnTo>
                <a:lnTo>
                  <a:pt x="25492" y="31516"/>
                </a:lnTo>
                <a:close/>
                <a:moveTo>
                  <a:pt x="38612" y="31516"/>
                </a:moveTo>
                <a:lnTo>
                  <a:pt x="38612" y="37589"/>
                </a:lnTo>
                <a:lnTo>
                  <a:pt x="32540" y="37589"/>
                </a:lnTo>
                <a:lnTo>
                  <a:pt x="32540" y="31516"/>
                </a:lnTo>
                <a:close/>
                <a:moveTo>
                  <a:pt x="45673" y="31516"/>
                </a:moveTo>
                <a:lnTo>
                  <a:pt x="45673" y="37589"/>
                </a:lnTo>
                <a:lnTo>
                  <a:pt x="39601" y="37589"/>
                </a:lnTo>
                <a:lnTo>
                  <a:pt x="39601" y="31516"/>
                </a:lnTo>
                <a:close/>
                <a:moveTo>
                  <a:pt x="52721" y="31516"/>
                </a:moveTo>
                <a:lnTo>
                  <a:pt x="52721" y="37589"/>
                </a:lnTo>
                <a:lnTo>
                  <a:pt x="46649" y="37589"/>
                </a:lnTo>
                <a:lnTo>
                  <a:pt x="46649" y="31516"/>
                </a:lnTo>
                <a:close/>
                <a:moveTo>
                  <a:pt x="59782" y="31516"/>
                </a:moveTo>
                <a:lnTo>
                  <a:pt x="59782" y="37589"/>
                </a:lnTo>
                <a:lnTo>
                  <a:pt x="53709" y="37589"/>
                </a:lnTo>
                <a:lnTo>
                  <a:pt x="53709" y="31516"/>
                </a:lnTo>
                <a:close/>
                <a:moveTo>
                  <a:pt x="66842" y="31516"/>
                </a:moveTo>
                <a:lnTo>
                  <a:pt x="66842" y="37589"/>
                </a:lnTo>
                <a:lnTo>
                  <a:pt x="60758" y="37589"/>
                </a:lnTo>
                <a:lnTo>
                  <a:pt x="60758" y="31516"/>
                </a:lnTo>
                <a:close/>
                <a:moveTo>
                  <a:pt x="73902" y="31516"/>
                </a:moveTo>
                <a:lnTo>
                  <a:pt x="73902" y="37589"/>
                </a:lnTo>
                <a:lnTo>
                  <a:pt x="67818" y="37589"/>
                </a:lnTo>
                <a:lnTo>
                  <a:pt x="67818" y="31516"/>
                </a:lnTo>
                <a:close/>
                <a:moveTo>
                  <a:pt x="80951" y="31516"/>
                </a:moveTo>
                <a:lnTo>
                  <a:pt x="80951" y="37589"/>
                </a:lnTo>
                <a:lnTo>
                  <a:pt x="74879" y="37589"/>
                </a:lnTo>
                <a:lnTo>
                  <a:pt x="74879" y="31516"/>
                </a:lnTo>
                <a:close/>
                <a:moveTo>
                  <a:pt x="88011" y="31516"/>
                </a:moveTo>
                <a:lnTo>
                  <a:pt x="88011" y="37589"/>
                </a:lnTo>
                <a:lnTo>
                  <a:pt x="81927" y="37589"/>
                </a:lnTo>
                <a:lnTo>
                  <a:pt x="81927" y="31516"/>
                </a:lnTo>
                <a:close/>
                <a:moveTo>
                  <a:pt x="95060" y="31516"/>
                </a:moveTo>
                <a:lnTo>
                  <a:pt x="95060" y="37589"/>
                </a:lnTo>
                <a:lnTo>
                  <a:pt x="88988" y="37589"/>
                </a:lnTo>
                <a:lnTo>
                  <a:pt x="88988" y="31516"/>
                </a:lnTo>
                <a:close/>
                <a:moveTo>
                  <a:pt x="102120" y="31516"/>
                </a:moveTo>
                <a:lnTo>
                  <a:pt x="102120" y="37589"/>
                </a:lnTo>
                <a:lnTo>
                  <a:pt x="96036" y="37589"/>
                </a:lnTo>
                <a:lnTo>
                  <a:pt x="96036" y="31516"/>
                </a:lnTo>
                <a:close/>
                <a:moveTo>
                  <a:pt x="109169" y="31516"/>
                </a:moveTo>
                <a:lnTo>
                  <a:pt x="109169" y="37589"/>
                </a:lnTo>
                <a:lnTo>
                  <a:pt x="103097" y="37589"/>
                </a:lnTo>
                <a:lnTo>
                  <a:pt x="103097" y="31516"/>
                </a:lnTo>
                <a:close/>
                <a:moveTo>
                  <a:pt x="116229" y="31516"/>
                </a:moveTo>
                <a:lnTo>
                  <a:pt x="116229" y="37589"/>
                </a:lnTo>
                <a:lnTo>
                  <a:pt x="110157" y="37589"/>
                </a:lnTo>
                <a:lnTo>
                  <a:pt x="110157" y="31516"/>
                </a:lnTo>
                <a:close/>
                <a:moveTo>
                  <a:pt x="123278" y="31516"/>
                </a:moveTo>
                <a:lnTo>
                  <a:pt x="123278" y="37589"/>
                </a:lnTo>
                <a:lnTo>
                  <a:pt x="117205" y="37589"/>
                </a:lnTo>
                <a:lnTo>
                  <a:pt x="117205" y="31516"/>
                </a:lnTo>
                <a:close/>
                <a:moveTo>
                  <a:pt x="130338" y="31516"/>
                </a:moveTo>
                <a:lnTo>
                  <a:pt x="130338" y="37589"/>
                </a:lnTo>
                <a:lnTo>
                  <a:pt x="124254" y="37589"/>
                </a:lnTo>
                <a:lnTo>
                  <a:pt x="124254" y="31516"/>
                </a:lnTo>
                <a:close/>
                <a:moveTo>
                  <a:pt x="137387" y="31516"/>
                </a:moveTo>
                <a:lnTo>
                  <a:pt x="137387" y="37589"/>
                </a:lnTo>
                <a:lnTo>
                  <a:pt x="131314" y="37589"/>
                </a:lnTo>
                <a:lnTo>
                  <a:pt x="131314" y="31516"/>
                </a:lnTo>
                <a:close/>
                <a:moveTo>
                  <a:pt x="144447" y="31516"/>
                </a:moveTo>
                <a:lnTo>
                  <a:pt x="144447" y="37589"/>
                </a:lnTo>
                <a:lnTo>
                  <a:pt x="138375" y="37589"/>
                </a:lnTo>
                <a:lnTo>
                  <a:pt x="138375" y="31516"/>
                </a:lnTo>
                <a:close/>
                <a:moveTo>
                  <a:pt x="151495" y="31516"/>
                </a:moveTo>
                <a:lnTo>
                  <a:pt x="151495" y="37589"/>
                </a:lnTo>
                <a:lnTo>
                  <a:pt x="145423" y="37589"/>
                </a:lnTo>
                <a:lnTo>
                  <a:pt x="145423" y="31516"/>
                </a:lnTo>
                <a:close/>
                <a:moveTo>
                  <a:pt x="158556" y="31516"/>
                </a:moveTo>
                <a:lnTo>
                  <a:pt x="158556" y="37589"/>
                </a:lnTo>
                <a:lnTo>
                  <a:pt x="152484" y="37589"/>
                </a:lnTo>
                <a:lnTo>
                  <a:pt x="152484" y="31516"/>
                </a:lnTo>
                <a:close/>
                <a:moveTo>
                  <a:pt x="165604" y="31516"/>
                </a:moveTo>
                <a:lnTo>
                  <a:pt x="165604" y="37589"/>
                </a:lnTo>
                <a:lnTo>
                  <a:pt x="159532" y="37589"/>
                </a:lnTo>
                <a:lnTo>
                  <a:pt x="159532" y="31516"/>
                </a:lnTo>
                <a:close/>
                <a:moveTo>
                  <a:pt x="172665" y="31516"/>
                </a:moveTo>
                <a:lnTo>
                  <a:pt x="172665" y="37589"/>
                </a:lnTo>
                <a:lnTo>
                  <a:pt x="166581" y="37589"/>
                </a:lnTo>
                <a:lnTo>
                  <a:pt x="166581" y="31516"/>
                </a:lnTo>
                <a:close/>
                <a:moveTo>
                  <a:pt x="179713" y="31516"/>
                </a:moveTo>
                <a:lnTo>
                  <a:pt x="179713" y="37589"/>
                </a:lnTo>
                <a:lnTo>
                  <a:pt x="173641" y="37589"/>
                </a:lnTo>
                <a:lnTo>
                  <a:pt x="173641" y="31516"/>
                </a:lnTo>
                <a:close/>
                <a:moveTo>
                  <a:pt x="186774" y="31516"/>
                </a:moveTo>
                <a:lnTo>
                  <a:pt x="186774" y="37589"/>
                </a:lnTo>
                <a:lnTo>
                  <a:pt x="180702" y="37589"/>
                </a:lnTo>
                <a:lnTo>
                  <a:pt x="180702" y="31516"/>
                </a:lnTo>
                <a:close/>
                <a:moveTo>
                  <a:pt x="193822" y="31516"/>
                </a:moveTo>
                <a:lnTo>
                  <a:pt x="193822" y="37589"/>
                </a:lnTo>
                <a:lnTo>
                  <a:pt x="187750" y="37589"/>
                </a:lnTo>
                <a:lnTo>
                  <a:pt x="187750" y="31516"/>
                </a:lnTo>
                <a:close/>
                <a:moveTo>
                  <a:pt x="200883" y="31516"/>
                </a:moveTo>
                <a:lnTo>
                  <a:pt x="200883" y="37589"/>
                </a:lnTo>
                <a:lnTo>
                  <a:pt x="194810" y="37589"/>
                </a:lnTo>
                <a:lnTo>
                  <a:pt x="194810" y="31516"/>
                </a:lnTo>
                <a:close/>
                <a:moveTo>
                  <a:pt x="207931" y="31516"/>
                </a:moveTo>
                <a:lnTo>
                  <a:pt x="207931" y="37589"/>
                </a:lnTo>
                <a:lnTo>
                  <a:pt x="201859" y="37589"/>
                </a:lnTo>
                <a:lnTo>
                  <a:pt x="201859" y="31516"/>
                </a:lnTo>
                <a:close/>
                <a:moveTo>
                  <a:pt x="214992" y="31516"/>
                </a:moveTo>
                <a:lnTo>
                  <a:pt x="214992" y="37589"/>
                </a:lnTo>
                <a:lnTo>
                  <a:pt x="208919" y="37589"/>
                </a:lnTo>
                <a:lnTo>
                  <a:pt x="208919" y="31516"/>
                </a:lnTo>
                <a:close/>
                <a:moveTo>
                  <a:pt x="222052" y="31516"/>
                </a:moveTo>
                <a:lnTo>
                  <a:pt x="222052" y="37589"/>
                </a:lnTo>
                <a:lnTo>
                  <a:pt x="215968" y="37589"/>
                </a:lnTo>
                <a:lnTo>
                  <a:pt x="215968" y="31516"/>
                </a:lnTo>
                <a:close/>
                <a:moveTo>
                  <a:pt x="229100" y="31516"/>
                </a:moveTo>
                <a:lnTo>
                  <a:pt x="229100" y="37589"/>
                </a:lnTo>
                <a:lnTo>
                  <a:pt x="223028" y="37589"/>
                </a:lnTo>
                <a:lnTo>
                  <a:pt x="223028" y="31516"/>
                </a:lnTo>
                <a:close/>
                <a:moveTo>
                  <a:pt x="236161" y="31516"/>
                </a:moveTo>
                <a:lnTo>
                  <a:pt x="236161" y="37589"/>
                </a:lnTo>
                <a:lnTo>
                  <a:pt x="230077" y="37589"/>
                </a:lnTo>
                <a:lnTo>
                  <a:pt x="230077" y="31516"/>
                </a:lnTo>
                <a:close/>
                <a:moveTo>
                  <a:pt x="243209" y="31516"/>
                </a:moveTo>
                <a:lnTo>
                  <a:pt x="243209" y="37589"/>
                </a:lnTo>
                <a:lnTo>
                  <a:pt x="237137" y="37589"/>
                </a:lnTo>
                <a:lnTo>
                  <a:pt x="237137" y="31516"/>
                </a:lnTo>
                <a:close/>
                <a:moveTo>
                  <a:pt x="250270" y="31516"/>
                </a:moveTo>
                <a:lnTo>
                  <a:pt x="250270" y="37589"/>
                </a:lnTo>
                <a:lnTo>
                  <a:pt x="244198" y="37589"/>
                </a:lnTo>
                <a:lnTo>
                  <a:pt x="244198" y="31516"/>
                </a:lnTo>
                <a:close/>
                <a:moveTo>
                  <a:pt x="257318" y="31516"/>
                </a:moveTo>
                <a:lnTo>
                  <a:pt x="257318" y="37589"/>
                </a:lnTo>
                <a:lnTo>
                  <a:pt x="251246" y="37589"/>
                </a:lnTo>
                <a:lnTo>
                  <a:pt x="251246" y="31516"/>
                </a:lnTo>
                <a:close/>
                <a:moveTo>
                  <a:pt x="264379" y="31516"/>
                </a:moveTo>
                <a:lnTo>
                  <a:pt x="264379" y="37589"/>
                </a:lnTo>
                <a:lnTo>
                  <a:pt x="258306" y="37589"/>
                </a:lnTo>
                <a:lnTo>
                  <a:pt x="258306" y="31516"/>
                </a:lnTo>
                <a:close/>
                <a:moveTo>
                  <a:pt x="271427" y="31516"/>
                </a:moveTo>
                <a:lnTo>
                  <a:pt x="271427" y="37589"/>
                </a:lnTo>
                <a:lnTo>
                  <a:pt x="265355" y="37589"/>
                </a:lnTo>
                <a:lnTo>
                  <a:pt x="265355" y="31516"/>
                </a:lnTo>
                <a:close/>
                <a:moveTo>
                  <a:pt x="278488" y="31516"/>
                </a:moveTo>
                <a:lnTo>
                  <a:pt x="278488" y="37589"/>
                </a:lnTo>
                <a:lnTo>
                  <a:pt x="272415" y="37589"/>
                </a:lnTo>
                <a:lnTo>
                  <a:pt x="272415" y="31516"/>
                </a:lnTo>
                <a:close/>
                <a:moveTo>
                  <a:pt x="17443" y="38565"/>
                </a:moveTo>
                <a:lnTo>
                  <a:pt x="17443" y="44637"/>
                </a:lnTo>
                <a:lnTo>
                  <a:pt x="11371" y="44637"/>
                </a:lnTo>
                <a:lnTo>
                  <a:pt x="11371" y="38565"/>
                </a:lnTo>
                <a:close/>
                <a:moveTo>
                  <a:pt x="24503" y="38565"/>
                </a:moveTo>
                <a:lnTo>
                  <a:pt x="24503" y="44637"/>
                </a:lnTo>
                <a:lnTo>
                  <a:pt x="18431" y="44637"/>
                </a:lnTo>
                <a:lnTo>
                  <a:pt x="18431" y="38565"/>
                </a:lnTo>
                <a:close/>
                <a:moveTo>
                  <a:pt x="31564" y="38565"/>
                </a:moveTo>
                <a:lnTo>
                  <a:pt x="31564" y="44637"/>
                </a:lnTo>
                <a:lnTo>
                  <a:pt x="25492" y="44637"/>
                </a:lnTo>
                <a:lnTo>
                  <a:pt x="25492" y="38565"/>
                </a:lnTo>
                <a:close/>
                <a:moveTo>
                  <a:pt x="38612" y="38565"/>
                </a:moveTo>
                <a:lnTo>
                  <a:pt x="38612" y="44637"/>
                </a:lnTo>
                <a:lnTo>
                  <a:pt x="32540" y="44637"/>
                </a:lnTo>
                <a:lnTo>
                  <a:pt x="32540" y="38565"/>
                </a:lnTo>
                <a:close/>
                <a:moveTo>
                  <a:pt x="45673" y="38565"/>
                </a:moveTo>
                <a:lnTo>
                  <a:pt x="45673" y="44637"/>
                </a:lnTo>
                <a:lnTo>
                  <a:pt x="39601" y="44637"/>
                </a:lnTo>
                <a:lnTo>
                  <a:pt x="39601" y="38565"/>
                </a:lnTo>
                <a:close/>
                <a:moveTo>
                  <a:pt x="52721" y="38565"/>
                </a:moveTo>
                <a:lnTo>
                  <a:pt x="52721" y="44637"/>
                </a:lnTo>
                <a:lnTo>
                  <a:pt x="46649" y="44637"/>
                </a:lnTo>
                <a:lnTo>
                  <a:pt x="46649" y="38565"/>
                </a:lnTo>
                <a:close/>
                <a:moveTo>
                  <a:pt x="59782" y="38565"/>
                </a:moveTo>
                <a:lnTo>
                  <a:pt x="59782" y="44637"/>
                </a:lnTo>
                <a:lnTo>
                  <a:pt x="53709" y="44637"/>
                </a:lnTo>
                <a:lnTo>
                  <a:pt x="53709" y="38565"/>
                </a:lnTo>
                <a:close/>
                <a:moveTo>
                  <a:pt x="88011" y="38565"/>
                </a:moveTo>
                <a:lnTo>
                  <a:pt x="88011" y="44637"/>
                </a:lnTo>
                <a:lnTo>
                  <a:pt x="81927" y="44637"/>
                </a:lnTo>
                <a:lnTo>
                  <a:pt x="81927" y="38565"/>
                </a:lnTo>
                <a:close/>
                <a:moveTo>
                  <a:pt x="95060" y="38565"/>
                </a:moveTo>
                <a:lnTo>
                  <a:pt x="95060" y="44637"/>
                </a:lnTo>
                <a:lnTo>
                  <a:pt x="88988" y="44637"/>
                </a:lnTo>
                <a:lnTo>
                  <a:pt x="88988" y="38565"/>
                </a:lnTo>
                <a:close/>
                <a:moveTo>
                  <a:pt x="123278" y="38565"/>
                </a:moveTo>
                <a:lnTo>
                  <a:pt x="123278" y="44637"/>
                </a:lnTo>
                <a:lnTo>
                  <a:pt x="117205" y="44637"/>
                </a:lnTo>
                <a:lnTo>
                  <a:pt x="117205" y="38565"/>
                </a:lnTo>
                <a:close/>
                <a:moveTo>
                  <a:pt x="130338" y="38565"/>
                </a:moveTo>
                <a:lnTo>
                  <a:pt x="130338" y="44637"/>
                </a:lnTo>
                <a:lnTo>
                  <a:pt x="124254" y="44637"/>
                </a:lnTo>
                <a:lnTo>
                  <a:pt x="124254" y="38565"/>
                </a:lnTo>
                <a:close/>
                <a:moveTo>
                  <a:pt x="144447" y="38565"/>
                </a:moveTo>
                <a:lnTo>
                  <a:pt x="144447" y="44637"/>
                </a:lnTo>
                <a:lnTo>
                  <a:pt x="138375" y="44637"/>
                </a:lnTo>
                <a:lnTo>
                  <a:pt x="138375" y="38565"/>
                </a:lnTo>
                <a:close/>
                <a:moveTo>
                  <a:pt x="151495" y="38565"/>
                </a:moveTo>
                <a:lnTo>
                  <a:pt x="151495" y="44637"/>
                </a:lnTo>
                <a:lnTo>
                  <a:pt x="145423" y="44637"/>
                </a:lnTo>
                <a:lnTo>
                  <a:pt x="145423" y="38565"/>
                </a:lnTo>
                <a:close/>
                <a:moveTo>
                  <a:pt x="158556" y="38565"/>
                </a:moveTo>
                <a:lnTo>
                  <a:pt x="158556" y="44637"/>
                </a:lnTo>
                <a:lnTo>
                  <a:pt x="152484" y="44637"/>
                </a:lnTo>
                <a:lnTo>
                  <a:pt x="152484" y="38565"/>
                </a:lnTo>
                <a:close/>
                <a:moveTo>
                  <a:pt x="165604" y="38565"/>
                </a:moveTo>
                <a:lnTo>
                  <a:pt x="165604" y="44637"/>
                </a:lnTo>
                <a:lnTo>
                  <a:pt x="159532" y="44637"/>
                </a:lnTo>
                <a:lnTo>
                  <a:pt x="159532" y="38565"/>
                </a:lnTo>
                <a:close/>
                <a:moveTo>
                  <a:pt x="172665" y="38565"/>
                </a:moveTo>
                <a:lnTo>
                  <a:pt x="172665" y="44637"/>
                </a:lnTo>
                <a:lnTo>
                  <a:pt x="166581" y="44637"/>
                </a:lnTo>
                <a:lnTo>
                  <a:pt x="166581" y="38565"/>
                </a:lnTo>
                <a:close/>
                <a:moveTo>
                  <a:pt x="179713" y="38565"/>
                </a:moveTo>
                <a:lnTo>
                  <a:pt x="179713" y="44637"/>
                </a:lnTo>
                <a:lnTo>
                  <a:pt x="173641" y="44637"/>
                </a:lnTo>
                <a:lnTo>
                  <a:pt x="173641" y="38565"/>
                </a:lnTo>
                <a:close/>
                <a:moveTo>
                  <a:pt x="186774" y="38565"/>
                </a:moveTo>
                <a:lnTo>
                  <a:pt x="186774" y="44637"/>
                </a:lnTo>
                <a:lnTo>
                  <a:pt x="180702" y="44637"/>
                </a:lnTo>
                <a:lnTo>
                  <a:pt x="180702" y="38565"/>
                </a:lnTo>
                <a:close/>
                <a:moveTo>
                  <a:pt x="193822" y="38565"/>
                </a:moveTo>
                <a:lnTo>
                  <a:pt x="193822" y="44637"/>
                </a:lnTo>
                <a:lnTo>
                  <a:pt x="187750" y="44637"/>
                </a:lnTo>
                <a:lnTo>
                  <a:pt x="187750" y="38565"/>
                </a:lnTo>
                <a:close/>
                <a:moveTo>
                  <a:pt x="200883" y="38565"/>
                </a:moveTo>
                <a:lnTo>
                  <a:pt x="200883" y="44637"/>
                </a:lnTo>
                <a:lnTo>
                  <a:pt x="194810" y="44637"/>
                </a:lnTo>
                <a:lnTo>
                  <a:pt x="194810" y="38565"/>
                </a:lnTo>
                <a:close/>
                <a:moveTo>
                  <a:pt x="207931" y="38565"/>
                </a:moveTo>
                <a:lnTo>
                  <a:pt x="207931" y="44637"/>
                </a:lnTo>
                <a:lnTo>
                  <a:pt x="201859" y="44637"/>
                </a:lnTo>
                <a:lnTo>
                  <a:pt x="201859" y="38565"/>
                </a:lnTo>
                <a:close/>
                <a:moveTo>
                  <a:pt x="214992" y="38565"/>
                </a:moveTo>
                <a:lnTo>
                  <a:pt x="214992" y="44637"/>
                </a:lnTo>
                <a:lnTo>
                  <a:pt x="208919" y="44637"/>
                </a:lnTo>
                <a:lnTo>
                  <a:pt x="208919" y="38565"/>
                </a:lnTo>
                <a:close/>
                <a:moveTo>
                  <a:pt x="222052" y="38565"/>
                </a:moveTo>
                <a:lnTo>
                  <a:pt x="222052" y="44637"/>
                </a:lnTo>
                <a:lnTo>
                  <a:pt x="215968" y="44637"/>
                </a:lnTo>
                <a:lnTo>
                  <a:pt x="215968" y="38565"/>
                </a:lnTo>
                <a:close/>
                <a:moveTo>
                  <a:pt x="229100" y="38565"/>
                </a:moveTo>
                <a:lnTo>
                  <a:pt x="229100" y="44637"/>
                </a:lnTo>
                <a:lnTo>
                  <a:pt x="223028" y="44637"/>
                </a:lnTo>
                <a:lnTo>
                  <a:pt x="223028" y="38565"/>
                </a:lnTo>
                <a:close/>
                <a:moveTo>
                  <a:pt x="236161" y="38565"/>
                </a:moveTo>
                <a:lnTo>
                  <a:pt x="236161" y="44637"/>
                </a:lnTo>
                <a:lnTo>
                  <a:pt x="230077" y="44637"/>
                </a:lnTo>
                <a:lnTo>
                  <a:pt x="230077" y="38565"/>
                </a:lnTo>
                <a:close/>
                <a:moveTo>
                  <a:pt x="243209" y="38565"/>
                </a:moveTo>
                <a:lnTo>
                  <a:pt x="243209" y="44637"/>
                </a:lnTo>
                <a:lnTo>
                  <a:pt x="237137" y="44637"/>
                </a:lnTo>
                <a:lnTo>
                  <a:pt x="237137" y="38565"/>
                </a:lnTo>
                <a:close/>
                <a:moveTo>
                  <a:pt x="250270" y="38565"/>
                </a:moveTo>
                <a:lnTo>
                  <a:pt x="250270" y="44637"/>
                </a:lnTo>
                <a:lnTo>
                  <a:pt x="244198" y="44637"/>
                </a:lnTo>
                <a:lnTo>
                  <a:pt x="244198" y="38565"/>
                </a:lnTo>
                <a:close/>
                <a:moveTo>
                  <a:pt x="257318" y="38565"/>
                </a:moveTo>
                <a:lnTo>
                  <a:pt x="257318" y="44637"/>
                </a:lnTo>
                <a:lnTo>
                  <a:pt x="251246" y="44637"/>
                </a:lnTo>
                <a:lnTo>
                  <a:pt x="251246" y="38565"/>
                </a:lnTo>
                <a:close/>
                <a:moveTo>
                  <a:pt x="264379" y="38565"/>
                </a:moveTo>
                <a:lnTo>
                  <a:pt x="264379" y="44637"/>
                </a:lnTo>
                <a:lnTo>
                  <a:pt x="258306" y="44637"/>
                </a:lnTo>
                <a:lnTo>
                  <a:pt x="258306" y="38565"/>
                </a:lnTo>
                <a:close/>
                <a:moveTo>
                  <a:pt x="271427" y="38565"/>
                </a:moveTo>
                <a:lnTo>
                  <a:pt x="271427" y="44637"/>
                </a:lnTo>
                <a:lnTo>
                  <a:pt x="265355" y="44637"/>
                </a:lnTo>
                <a:lnTo>
                  <a:pt x="265355" y="38565"/>
                </a:lnTo>
                <a:close/>
                <a:moveTo>
                  <a:pt x="278488" y="38565"/>
                </a:moveTo>
                <a:lnTo>
                  <a:pt x="278488" y="44637"/>
                </a:lnTo>
                <a:lnTo>
                  <a:pt x="272415" y="44637"/>
                </a:lnTo>
                <a:lnTo>
                  <a:pt x="272415" y="38565"/>
                </a:lnTo>
                <a:close/>
                <a:moveTo>
                  <a:pt x="66842" y="38565"/>
                </a:moveTo>
                <a:lnTo>
                  <a:pt x="66842" y="44649"/>
                </a:lnTo>
                <a:lnTo>
                  <a:pt x="60758" y="44649"/>
                </a:lnTo>
                <a:lnTo>
                  <a:pt x="60758" y="38565"/>
                </a:lnTo>
                <a:close/>
                <a:moveTo>
                  <a:pt x="73902" y="38565"/>
                </a:moveTo>
                <a:lnTo>
                  <a:pt x="73902" y="44649"/>
                </a:lnTo>
                <a:lnTo>
                  <a:pt x="67818" y="44649"/>
                </a:lnTo>
                <a:lnTo>
                  <a:pt x="67818" y="38565"/>
                </a:lnTo>
                <a:close/>
                <a:moveTo>
                  <a:pt x="80951" y="38565"/>
                </a:moveTo>
                <a:lnTo>
                  <a:pt x="80951" y="44649"/>
                </a:lnTo>
                <a:lnTo>
                  <a:pt x="74879" y="44649"/>
                </a:lnTo>
                <a:lnTo>
                  <a:pt x="74879" y="38565"/>
                </a:lnTo>
                <a:close/>
                <a:moveTo>
                  <a:pt x="96036" y="38565"/>
                </a:moveTo>
                <a:lnTo>
                  <a:pt x="102120" y="38577"/>
                </a:lnTo>
                <a:lnTo>
                  <a:pt x="102120" y="44649"/>
                </a:lnTo>
                <a:lnTo>
                  <a:pt x="96036" y="44649"/>
                </a:lnTo>
                <a:lnTo>
                  <a:pt x="96036" y="38565"/>
                </a:lnTo>
                <a:close/>
                <a:moveTo>
                  <a:pt x="103097" y="38565"/>
                </a:moveTo>
                <a:lnTo>
                  <a:pt x="109169" y="38577"/>
                </a:lnTo>
                <a:lnTo>
                  <a:pt x="109169" y="44649"/>
                </a:lnTo>
                <a:lnTo>
                  <a:pt x="103097" y="44649"/>
                </a:lnTo>
                <a:lnTo>
                  <a:pt x="103097" y="38565"/>
                </a:lnTo>
                <a:close/>
                <a:moveTo>
                  <a:pt x="110157" y="38565"/>
                </a:moveTo>
                <a:lnTo>
                  <a:pt x="116229" y="38577"/>
                </a:lnTo>
                <a:lnTo>
                  <a:pt x="116229" y="44649"/>
                </a:lnTo>
                <a:lnTo>
                  <a:pt x="110157" y="44649"/>
                </a:lnTo>
                <a:lnTo>
                  <a:pt x="110157" y="38565"/>
                </a:lnTo>
                <a:close/>
                <a:moveTo>
                  <a:pt x="131314" y="38565"/>
                </a:moveTo>
                <a:lnTo>
                  <a:pt x="137387" y="38577"/>
                </a:lnTo>
                <a:lnTo>
                  <a:pt x="137387" y="44649"/>
                </a:lnTo>
                <a:lnTo>
                  <a:pt x="131314" y="44649"/>
                </a:lnTo>
                <a:lnTo>
                  <a:pt x="131314" y="38565"/>
                </a:lnTo>
                <a:close/>
                <a:moveTo>
                  <a:pt x="17443" y="45625"/>
                </a:moveTo>
                <a:lnTo>
                  <a:pt x="17443" y="51697"/>
                </a:lnTo>
                <a:lnTo>
                  <a:pt x="11371" y="51697"/>
                </a:lnTo>
                <a:lnTo>
                  <a:pt x="11371" y="45625"/>
                </a:lnTo>
                <a:close/>
                <a:moveTo>
                  <a:pt x="24503" y="45625"/>
                </a:moveTo>
                <a:lnTo>
                  <a:pt x="24503" y="51697"/>
                </a:lnTo>
                <a:lnTo>
                  <a:pt x="18431" y="51697"/>
                </a:lnTo>
                <a:lnTo>
                  <a:pt x="18431" y="45625"/>
                </a:lnTo>
                <a:close/>
                <a:moveTo>
                  <a:pt x="31564" y="45625"/>
                </a:moveTo>
                <a:lnTo>
                  <a:pt x="31564" y="51697"/>
                </a:lnTo>
                <a:lnTo>
                  <a:pt x="25492" y="51697"/>
                </a:lnTo>
                <a:lnTo>
                  <a:pt x="25492" y="45625"/>
                </a:lnTo>
                <a:close/>
                <a:moveTo>
                  <a:pt x="38612" y="45625"/>
                </a:moveTo>
                <a:lnTo>
                  <a:pt x="38612" y="51697"/>
                </a:lnTo>
                <a:lnTo>
                  <a:pt x="32540" y="51697"/>
                </a:lnTo>
                <a:lnTo>
                  <a:pt x="32540" y="45625"/>
                </a:lnTo>
                <a:close/>
                <a:moveTo>
                  <a:pt x="45673" y="45625"/>
                </a:moveTo>
                <a:lnTo>
                  <a:pt x="45673" y="51697"/>
                </a:lnTo>
                <a:lnTo>
                  <a:pt x="39601" y="51697"/>
                </a:lnTo>
                <a:lnTo>
                  <a:pt x="39601" y="45625"/>
                </a:lnTo>
                <a:close/>
                <a:moveTo>
                  <a:pt x="52721" y="45625"/>
                </a:moveTo>
                <a:lnTo>
                  <a:pt x="52721" y="51697"/>
                </a:lnTo>
                <a:lnTo>
                  <a:pt x="46649" y="51697"/>
                </a:lnTo>
                <a:lnTo>
                  <a:pt x="46649" y="45625"/>
                </a:lnTo>
                <a:close/>
                <a:moveTo>
                  <a:pt x="59782" y="45625"/>
                </a:moveTo>
                <a:lnTo>
                  <a:pt x="59782" y="51697"/>
                </a:lnTo>
                <a:lnTo>
                  <a:pt x="53709" y="51697"/>
                </a:lnTo>
                <a:lnTo>
                  <a:pt x="53709" y="45625"/>
                </a:lnTo>
                <a:close/>
                <a:moveTo>
                  <a:pt x="66842" y="45625"/>
                </a:moveTo>
                <a:lnTo>
                  <a:pt x="66842" y="51697"/>
                </a:lnTo>
                <a:lnTo>
                  <a:pt x="60758" y="51697"/>
                </a:lnTo>
                <a:lnTo>
                  <a:pt x="60758" y="45625"/>
                </a:lnTo>
                <a:close/>
                <a:moveTo>
                  <a:pt x="73902" y="45625"/>
                </a:moveTo>
                <a:lnTo>
                  <a:pt x="73902" y="51697"/>
                </a:lnTo>
                <a:lnTo>
                  <a:pt x="67818" y="51697"/>
                </a:lnTo>
                <a:lnTo>
                  <a:pt x="67818" y="45625"/>
                </a:lnTo>
                <a:close/>
                <a:moveTo>
                  <a:pt x="80951" y="45625"/>
                </a:moveTo>
                <a:lnTo>
                  <a:pt x="80951" y="51697"/>
                </a:lnTo>
                <a:lnTo>
                  <a:pt x="74879" y="51697"/>
                </a:lnTo>
                <a:lnTo>
                  <a:pt x="74879" y="45625"/>
                </a:lnTo>
                <a:close/>
                <a:moveTo>
                  <a:pt x="88011" y="45625"/>
                </a:moveTo>
                <a:lnTo>
                  <a:pt x="88011" y="51697"/>
                </a:lnTo>
                <a:lnTo>
                  <a:pt x="81927" y="51697"/>
                </a:lnTo>
                <a:lnTo>
                  <a:pt x="81927" y="45625"/>
                </a:lnTo>
                <a:close/>
                <a:moveTo>
                  <a:pt x="95060" y="45625"/>
                </a:moveTo>
                <a:lnTo>
                  <a:pt x="95060" y="51697"/>
                </a:lnTo>
                <a:lnTo>
                  <a:pt x="88988" y="51697"/>
                </a:lnTo>
                <a:lnTo>
                  <a:pt x="88988" y="45625"/>
                </a:lnTo>
                <a:close/>
                <a:moveTo>
                  <a:pt x="102120" y="45625"/>
                </a:moveTo>
                <a:lnTo>
                  <a:pt x="102120" y="51697"/>
                </a:lnTo>
                <a:lnTo>
                  <a:pt x="96036" y="51697"/>
                </a:lnTo>
                <a:lnTo>
                  <a:pt x="96036" y="45625"/>
                </a:lnTo>
                <a:close/>
                <a:moveTo>
                  <a:pt x="109169" y="45625"/>
                </a:moveTo>
                <a:lnTo>
                  <a:pt x="109169" y="51697"/>
                </a:lnTo>
                <a:lnTo>
                  <a:pt x="103097" y="51697"/>
                </a:lnTo>
                <a:lnTo>
                  <a:pt x="103097" y="45625"/>
                </a:lnTo>
                <a:close/>
                <a:moveTo>
                  <a:pt x="116229" y="45625"/>
                </a:moveTo>
                <a:lnTo>
                  <a:pt x="116229" y="51697"/>
                </a:lnTo>
                <a:lnTo>
                  <a:pt x="110157" y="51697"/>
                </a:lnTo>
                <a:lnTo>
                  <a:pt x="110157" y="45625"/>
                </a:lnTo>
                <a:close/>
                <a:moveTo>
                  <a:pt x="123278" y="45625"/>
                </a:moveTo>
                <a:lnTo>
                  <a:pt x="123278" y="51697"/>
                </a:lnTo>
                <a:lnTo>
                  <a:pt x="117205" y="51697"/>
                </a:lnTo>
                <a:lnTo>
                  <a:pt x="117205" y="45625"/>
                </a:lnTo>
                <a:close/>
                <a:moveTo>
                  <a:pt x="130338" y="45625"/>
                </a:moveTo>
                <a:lnTo>
                  <a:pt x="130338" y="51697"/>
                </a:lnTo>
                <a:lnTo>
                  <a:pt x="124254" y="51697"/>
                </a:lnTo>
                <a:lnTo>
                  <a:pt x="124254" y="45625"/>
                </a:lnTo>
                <a:close/>
                <a:moveTo>
                  <a:pt x="137387" y="45625"/>
                </a:moveTo>
                <a:lnTo>
                  <a:pt x="137387" y="51697"/>
                </a:lnTo>
                <a:lnTo>
                  <a:pt x="131314" y="51697"/>
                </a:lnTo>
                <a:lnTo>
                  <a:pt x="131314" y="45625"/>
                </a:lnTo>
                <a:close/>
                <a:moveTo>
                  <a:pt x="144447" y="45625"/>
                </a:moveTo>
                <a:lnTo>
                  <a:pt x="144447" y="51697"/>
                </a:lnTo>
                <a:lnTo>
                  <a:pt x="138375" y="51697"/>
                </a:lnTo>
                <a:lnTo>
                  <a:pt x="138375" y="45625"/>
                </a:lnTo>
                <a:close/>
                <a:moveTo>
                  <a:pt x="151495" y="45625"/>
                </a:moveTo>
                <a:lnTo>
                  <a:pt x="151495" y="51697"/>
                </a:lnTo>
                <a:lnTo>
                  <a:pt x="145423" y="51697"/>
                </a:lnTo>
                <a:lnTo>
                  <a:pt x="145423" y="45625"/>
                </a:lnTo>
                <a:close/>
                <a:moveTo>
                  <a:pt x="158556" y="45625"/>
                </a:moveTo>
                <a:lnTo>
                  <a:pt x="158556" y="51697"/>
                </a:lnTo>
                <a:lnTo>
                  <a:pt x="152484" y="51697"/>
                </a:lnTo>
                <a:lnTo>
                  <a:pt x="152484" y="45625"/>
                </a:lnTo>
                <a:close/>
                <a:moveTo>
                  <a:pt x="165604" y="45625"/>
                </a:moveTo>
                <a:lnTo>
                  <a:pt x="165604" y="51697"/>
                </a:lnTo>
                <a:lnTo>
                  <a:pt x="159532" y="51697"/>
                </a:lnTo>
                <a:lnTo>
                  <a:pt x="159532" y="45625"/>
                </a:lnTo>
                <a:close/>
                <a:moveTo>
                  <a:pt x="172665" y="45625"/>
                </a:moveTo>
                <a:lnTo>
                  <a:pt x="172665" y="51697"/>
                </a:lnTo>
                <a:lnTo>
                  <a:pt x="166581" y="51697"/>
                </a:lnTo>
                <a:lnTo>
                  <a:pt x="166581" y="45625"/>
                </a:lnTo>
                <a:close/>
                <a:moveTo>
                  <a:pt x="179713" y="45625"/>
                </a:moveTo>
                <a:lnTo>
                  <a:pt x="179713" y="51697"/>
                </a:lnTo>
                <a:lnTo>
                  <a:pt x="173641" y="51697"/>
                </a:lnTo>
                <a:lnTo>
                  <a:pt x="173641" y="45625"/>
                </a:lnTo>
                <a:close/>
                <a:moveTo>
                  <a:pt x="186774" y="45625"/>
                </a:moveTo>
                <a:lnTo>
                  <a:pt x="186774" y="51697"/>
                </a:lnTo>
                <a:lnTo>
                  <a:pt x="180702" y="51697"/>
                </a:lnTo>
                <a:lnTo>
                  <a:pt x="180702" y="45625"/>
                </a:lnTo>
                <a:close/>
                <a:moveTo>
                  <a:pt x="193822" y="45625"/>
                </a:moveTo>
                <a:lnTo>
                  <a:pt x="193822" y="51697"/>
                </a:lnTo>
                <a:lnTo>
                  <a:pt x="187750" y="51697"/>
                </a:lnTo>
                <a:lnTo>
                  <a:pt x="187750" y="45625"/>
                </a:lnTo>
                <a:close/>
                <a:moveTo>
                  <a:pt x="200883" y="45625"/>
                </a:moveTo>
                <a:lnTo>
                  <a:pt x="200883" y="51697"/>
                </a:lnTo>
                <a:lnTo>
                  <a:pt x="194810" y="51697"/>
                </a:lnTo>
                <a:lnTo>
                  <a:pt x="194810" y="45625"/>
                </a:lnTo>
                <a:close/>
                <a:moveTo>
                  <a:pt x="207931" y="45625"/>
                </a:moveTo>
                <a:lnTo>
                  <a:pt x="207931" y="51697"/>
                </a:lnTo>
                <a:lnTo>
                  <a:pt x="201859" y="51697"/>
                </a:lnTo>
                <a:lnTo>
                  <a:pt x="201859" y="45625"/>
                </a:lnTo>
                <a:close/>
                <a:moveTo>
                  <a:pt x="214992" y="45625"/>
                </a:moveTo>
                <a:lnTo>
                  <a:pt x="214992" y="51697"/>
                </a:lnTo>
                <a:lnTo>
                  <a:pt x="208919" y="51697"/>
                </a:lnTo>
                <a:lnTo>
                  <a:pt x="208919" y="45625"/>
                </a:lnTo>
                <a:close/>
                <a:moveTo>
                  <a:pt x="222052" y="45625"/>
                </a:moveTo>
                <a:lnTo>
                  <a:pt x="222052" y="51697"/>
                </a:lnTo>
                <a:lnTo>
                  <a:pt x="215968" y="51697"/>
                </a:lnTo>
                <a:lnTo>
                  <a:pt x="215968" y="45625"/>
                </a:lnTo>
                <a:close/>
                <a:moveTo>
                  <a:pt x="229100" y="45625"/>
                </a:moveTo>
                <a:lnTo>
                  <a:pt x="229100" y="51697"/>
                </a:lnTo>
                <a:lnTo>
                  <a:pt x="223028" y="51697"/>
                </a:lnTo>
                <a:lnTo>
                  <a:pt x="223028" y="45625"/>
                </a:lnTo>
                <a:close/>
                <a:moveTo>
                  <a:pt x="236161" y="45625"/>
                </a:moveTo>
                <a:lnTo>
                  <a:pt x="236161" y="51697"/>
                </a:lnTo>
                <a:lnTo>
                  <a:pt x="230077" y="51697"/>
                </a:lnTo>
                <a:lnTo>
                  <a:pt x="230077" y="45625"/>
                </a:lnTo>
                <a:close/>
                <a:moveTo>
                  <a:pt x="243209" y="45625"/>
                </a:moveTo>
                <a:lnTo>
                  <a:pt x="243209" y="51697"/>
                </a:lnTo>
                <a:lnTo>
                  <a:pt x="237137" y="51697"/>
                </a:lnTo>
                <a:lnTo>
                  <a:pt x="237137" y="45625"/>
                </a:lnTo>
                <a:close/>
                <a:moveTo>
                  <a:pt x="250270" y="45625"/>
                </a:moveTo>
                <a:lnTo>
                  <a:pt x="250270" y="51697"/>
                </a:lnTo>
                <a:lnTo>
                  <a:pt x="244198" y="51697"/>
                </a:lnTo>
                <a:lnTo>
                  <a:pt x="244198" y="45625"/>
                </a:lnTo>
                <a:close/>
                <a:moveTo>
                  <a:pt x="257318" y="45625"/>
                </a:moveTo>
                <a:lnTo>
                  <a:pt x="257318" y="51697"/>
                </a:lnTo>
                <a:lnTo>
                  <a:pt x="251246" y="51697"/>
                </a:lnTo>
                <a:lnTo>
                  <a:pt x="251246" y="45625"/>
                </a:lnTo>
                <a:close/>
                <a:moveTo>
                  <a:pt x="264379" y="45625"/>
                </a:moveTo>
                <a:lnTo>
                  <a:pt x="264379" y="51697"/>
                </a:lnTo>
                <a:lnTo>
                  <a:pt x="258306" y="51697"/>
                </a:lnTo>
                <a:lnTo>
                  <a:pt x="258306" y="45625"/>
                </a:lnTo>
                <a:close/>
                <a:moveTo>
                  <a:pt x="271427" y="45625"/>
                </a:moveTo>
                <a:lnTo>
                  <a:pt x="271427" y="51697"/>
                </a:lnTo>
                <a:lnTo>
                  <a:pt x="265355" y="51697"/>
                </a:lnTo>
                <a:lnTo>
                  <a:pt x="265355" y="45625"/>
                </a:lnTo>
                <a:close/>
                <a:moveTo>
                  <a:pt x="278488" y="45625"/>
                </a:moveTo>
                <a:lnTo>
                  <a:pt x="278488" y="51697"/>
                </a:lnTo>
                <a:lnTo>
                  <a:pt x="272415" y="51697"/>
                </a:lnTo>
                <a:lnTo>
                  <a:pt x="272415" y="45625"/>
                </a:lnTo>
                <a:close/>
                <a:moveTo>
                  <a:pt x="17443" y="52674"/>
                </a:moveTo>
                <a:lnTo>
                  <a:pt x="17443" y="58746"/>
                </a:lnTo>
                <a:lnTo>
                  <a:pt x="11371" y="58746"/>
                </a:lnTo>
                <a:lnTo>
                  <a:pt x="11371" y="52674"/>
                </a:lnTo>
                <a:close/>
                <a:moveTo>
                  <a:pt x="24503" y="52674"/>
                </a:moveTo>
                <a:lnTo>
                  <a:pt x="24503" y="58746"/>
                </a:lnTo>
                <a:lnTo>
                  <a:pt x="18431" y="58746"/>
                </a:lnTo>
                <a:lnTo>
                  <a:pt x="18431" y="52674"/>
                </a:lnTo>
                <a:close/>
                <a:moveTo>
                  <a:pt x="31564" y="52674"/>
                </a:moveTo>
                <a:lnTo>
                  <a:pt x="31564" y="58746"/>
                </a:lnTo>
                <a:lnTo>
                  <a:pt x="25492" y="58746"/>
                </a:lnTo>
                <a:lnTo>
                  <a:pt x="25492" y="52674"/>
                </a:lnTo>
                <a:close/>
                <a:moveTo>
                  <a:pt x="38612" y="52674"/>
                </a:moveTo>
                <a:lnTo>
                  <a:pt x="38612" y="58746"/>
                </a:lnTo>
                <a:lnTo>
                  <a:pt x="32540" y="58746"/>
                </a:lnTo>
                <a:lnTo>
                  <a:pt x="32540" y="52674"/>
                </a:lnTo>
                <a:close/>
                <a:moveTo>
                  <a:pt x="45673" y="52674"/>
                </a:moveTo>
                <a:lnTo>
                  <a:pt x="45673" y="58746"/>
                </a:lnTo>
                <a:lnTo>
                  <a:pt x="39601" y="58746"/>
                </a:lnTo>
                <a:lnTo>
                  <a:pt x="39601" y="52674"/>
                </a:lnTo>
                <a:close/>
                <a:moveTo>
                  <a:pt x="52721" y="52674"/>
                </a:moveTo>
                <a:lnTo>
                  <a:pt x="52721" y="58746"/>
                </a:lnTo>
                <a:lnTo>
                  <a:pt x="46649" y="58746"/>
                </a:lnTo>
                <a:lnTo>
                  <a:pt x="46649" y="52674"/>
                </a:lnTo>
                <a:close/>
                <a:moveTo>
                  <a:pt x="59782" y="52674"/>
                </a:moveTo>
                <a:lnTo>
                  <a:pt x="59782" y="58746"/>
                </a:lnTo>
                <a:lnTo>
                  <a:pt x="53709" y="58746"/>
                </a:lnTo>
                <a:lnTo>
                  <a:pt x="53709" y="52674"/>
                </a:lnTo>
                <a:close/>
                <a:moveTo>
                  <a:pt x="88011" y="52674"/>
                </a:moveTo>
                <a:lnTo>
                  <a:pt x="88011" y="58746"/>
                </a:lnTo>
                <a:lnTo>
                  <a:pt x="81927" y="58746"/>
                </a:lnTo>
                <a:lnTo>
                  <a:pt x="81927" y="52674"/>
                </a:lnTo>
                <a:close/>
                <a:moveTo>
                  <a:pt x="95060" y="52674"/>
                </a:moveTo>
                <a:lnTo>
                  <a:pt x="95060" y="58746"/>
                </a:lnTo>
                <a:lnTo>
                  <a:pt x="88988" y="58746"/>
                </a:lnTo>
                <a:lnTo>
                  <a:pt x="88988" y="52674"/>
                </a:lnTo>
                <a:close/>
                <a:moveTo>
                  <a:pt x="123278" y="52674"/>
                </a:moveTo>
                <a:lnTo>
                  <a:pt x="123278" y="58746"/>
                </a:lnTo>
                <a:lnTo>
                  <a:pt x="117205" y="58746"/>
                </a:lnTo>
                <a:lnTo>
                  <a:pt x="117205" y="52674"/>
                </a:lnTo>
                <a:close/>
                <a:moveTo>
                  <a:pt x="130338" y="52674"/>
                </a:moveTo>
                <a:lnTo>
                  <a:pt x="130338" y="58746"/>
                </a:lnTo>
                <a:lnTo>
                  <a:pt x="124254" y="58746"/>
                </a:lnTo>
                <a:lnTo>
                  <a:pt x="124254" y="52674"/>
                </a:lnTo>
                <a:close/>
                <a:moveTo>
                  <a:pt x="144447" y="52674"/>
                </a:moveTo>
                <a:lnTo>
                  <a:pt x="144447" y="58746"/>
                </a:lnTo>
                <a:lnTo>
                  <a:pt x="138375" y="58746"/>
                </a:lnTo>
                <a:lnTo>
                  <a:pt x="138375" y="52674"/>
                </a:lnTo>
                <a:close/>
                <a:moveTo>
                  <a:pt x="151495" y="52674"/>
                </a:moveTo>
                <a:lnTo>
                  <a:pt x="151495" y="58746"/>
                </a:lnTo>
                <a:lnTo>
                  <a:pt x="145423" y="58746"/>
                </a:lnTo>
                <a:lnTo>
                  <a:pt x="145423" y="52674"/>
                </a:lnTo>
                <a:close/>
                <a:moveTo>
                  <a:pt x="158556" y="52674"/>
                </a:moveTo>
                <a:lnTo>
                  <a:pt x="158556" y="58746"/>
                </a:lnTo>
                <a:lnTo>
                  <a:pt x="152484" y="58746"/>
                </a:lnTo>
                <a:lnTo>
                  <a:pt x="152484" y="52674"/>
                </a:lnTo>
                <a:close/>
                <a:moveTo>
                  <a:pt x="165604" y="52674"/>
                </a:moveTo>
                <a:lnTo>
                  <a:pt x="165604" y="58746"/>
                </a:lnTo>
                <a:lnTo>
                  <a:pt x="159532" y="58746"/>
                </a:lnTo>
                <a:lnTo>
                  <a:pt x="159532" y="52674"/>
                </a:lnTo>
                <a:close/>
                <a:moveTo>
                  <a:pt x="172665" y="52674"/>
                </a:moveTo>
                <a:lnTo>
                  <a:pt x="172665" y="58746"/>
                </a:lnTo>
                <a:lnTo>
                  <a:pt x="166581" y="58746"/>
                </a:lnTo>
                <a:lnTo>
                  <a:pt x="166581" y="52674"/>
                </a:lnTo>
                <a:close/>
                <a:moveTo>
                  <a:pt x="179713" y="52674"/>
                </a:moveTo>
                <a:lnTo>
                  <a:pt x="179713" y="58746"/>
                </a:lnTo>
                <a:lnTo>
                  <a:pt x="173641" y="58746"/>
                </a:lnTo>
                <a:lnTo>
                  <a:pt x="173641" y="52674"/>
                </a:lnTo>
                <a:close/>
                <a:moveTo>
                  <a:pt x="186774" y="52674"/>
                </a:moveTo>
                <a:lnTo>
                  <a:pt x="186774" y="58746"/>
                </a:lnTo>
                <a:lnTo>
                  <a:pt x="180702" y="58746"/>
                </a:lnTo>
                <a:lnTo>
                  <a:pt x="180702" y="52674"/>
                </a:lnTo>
                <a:close/>
                <a:moveTo>
                  <a:pt x="193822" y="52674"/>
                </a:moveTo>
                <a:lnTo>
                  <a:pt x="193822" y="58746"/>
                </a:lnTo>
                <a:lnTo>
                  <a:pt x="187750" y="58746"/>
                </a:lnTo>
                <a:lnTo>
                  <a:pt x="187750" y="52674"/>
                </a:lnTo>
                <a:close/>
                <a:moveTo>
                  <a:pt x="200883" y="52674"/>
                </a:moveTo>
                <a:lnTo>
                  <a:pt x="200883" y="58746"/>
                </a:lnTo>
                <a:lnTo>
                  <a:pt x="194810" y="58746"/>
                </a:lnTo>
                <a:lnTo>
                  <a:pt x="194810" y="52674"/>
                </a:lnTo>
                <a:close/>
                <a:moveTo>
                  <a:pt x="207931" y="52674"/>
                </a:moveTo>
                <a:lnTo>
                  <a:pt x="207931" y="58746"/>
                </a:lnTo>
                <a:lnTo>
                  <a:pt x="201859" y="58746"/>
                </a:lnTo>
                <a:lnTo>
                  <a:pt x="201859" y="52674"/>
                </a:lnTo>
                <a:close/>
                <a:moveTo>
                  <a:pt x="214992" y="52674"/>
                </a:moveTo>
                <a:lnTo>
                  <a:pt x="214992" y="58746"/>
                </a:lnTo>
                <a:lnTo>
                  <a:pt x="208919" y="58746"/>
                </a:lnTo>
                <a:lnTo>
                  <a:pt x="208919" y="52674"/>
                </a:lnTo>
                <a:close/>
                <a:moveTo>
                  <a:pt x="222052" y="52674"/>
                </a:moveTo>
                <a:lnTo>
                  <a:pt x="222052" y="58746"/>
                </a:lnTo>
                <a:lnTo>
                  <a:pt x="215968" y="58746"/>
                </a:lnTo>
                <a:lnTo>
                  <a:pt x="215968" y="52674"/>
                </a:lnTo>
                <a:close/>
                <a:moveTo>
                  <a:pt x="229100" y="52674"/>
                </a:moveTo>
                <a:lnTo>
                  <a:pt x="229100" y="58746"/>
                </a:lnTo>
                <a:lnTo>
                  <a:pt x="223028" y="58746"/>
                </a:lnTo>
                <a:lnTo>
                  <a:pt x="223028" y="52674"/>
                </a:lnTo>
                <a:close/>
                <a:moveTo>
                  <a:pt x="236161" y="52674"/>
                </a:moveTo>
                <a:lnTo>
                  <a:pt x="236161" y="58746"/>
                </a:lnTo>
                <a:lnTo>
                  <a:pt x="230077" y="58746"/>
                </a:lnTo>
                <a:lnTo>
                  <a:pt x="230077" y="52674"/>
                </a:lnTo>
                <a:close/>
                <a:moveTo>
                  <a:pt x="243209" y="52674"/>
                </a:moveTo>
                <a:lnTo>
                  <a:pt x="243209" y="58746"/>
                </a:lnTo>
                <a:lnTo>
                  <a:pt x="237137" y="58746"/>
                </a:lnTo>
                <a:lnTo>
                  <a:pt x="237137" y="52674"/>
                </a:lnTo>
                <a:close/>
                <a:moveTo>
                  <a:pt x="250270" y="52674"/>
                </a:moveTo>
                <a:lnTo>
                  <a:pt x="250270" y="58746"/>
                </a:lnTo>
                <a:lnTo>
                  <a:pt x="244198" y="58746"/>
                </a:lnTo>
                <a:lnTo>
                  <a:pt x="244198" y="52674"/>
                </a:lnTo>
                <a:close/>
                <a:moveTo>
                  <a:pt x="257318" y="52674"/>
                </a:moveTo>
                <a:lnTo>
                  <a:pt x="257318" y="58746"/>
                </a:lnTo>
                <a:lnTo>
                  <a:pt x="251246" y="58746"/>
                </a:lnTo>
                <a:lnTo>
                  <a:pt x="251246" y="52674"/>
                </a:lnTo>
                <a:close/>
                <a:moveTo>
                  <a:pt x="264379" y="52674"/>
                </a:moveTo>
                <a:lnTo>
                  <a:pt x="264379" y="58746"/>
                </a:lnTo>
                <a:lnTo>
                  <a:pt x="258306" y="58746"/>
                </a:lnTo>
                <a:lnTo>
                  <a:pt x="258306" y="52674"/>
                </a:lnTo>
                <a:close/>
                <a:moveTo>
                  <a:pt x="271427" y="52674"/>
                </a:moveTo>
                <a:lnTo>
                  <a:pt x="271427" y="58746"/>
                </a:lnTo>
                <a:lnTo>
                  <a:pt x="265355" y="58746"/>
                </a:lnTo>
                <a:lnTo>
                  <a:pt x="265355" y="52674"/>
                </a:lnTo>
                <a:close/>
                <a:moveTo>
                  <a:pt x="278488" y="52674"/>
                </a:moveTo>
                <a:lnTo>
                  <a:pt x="278488" y="58746"/>
                </a:lnTo>
                <a:lnTo>
                  <a:pt x="272415" y="58746"/>
                </a:lnTo>
                <a:lnTo>
                  <a:pt x="272415" y="52674"/>
                </a:lnTo>
                <a:close/>
                <a:moveTo>
                  <a:pt x="60758" y="52674"/>
                </a:moveTo>
                <a:lnTo>
                  <a:pt x="66842" y="52686"/>
                </a:lnTo>
                <a:lnTo>
                  <a:pt x="66842" y="58758"/>
                </a:lnTo>
                <a:lnTo>
                  <a:pt x="60758" y="58758"/>
                </a:lnTo>
                <a:lnTo>
                  <a:pt x="60758" y="52674"/>
                </a:lnTo>
                <a:close/>
                <a:moveTo>
                  <a:pt x="67818" y="52674"/>
                </a:moveTo>
                <a:lnTo>
                  <a:pt x="73902" y="52686"/>
                </a:lnTo>
                <a:lnTo>
                  <a:pt x="73902" y="58758"/>
                </a:lnTo>
                <a:lnTo>
                  <a:pt x="67818" y="58758"/>
                </a:lnTo>
                <a:lnTo>
                  <a:pt x="67818" y="52674"/>
                </a:lnTo>
                <a:close/>
                <a:moveTo>
                  <a:pt x="74879" y="52674"/>
                </a:moveTo>
                <a:lnTo>
                  <a:pt x="80951" y="52686"/>
                </a:lnTo>
                <a:lnTo>
                  <a:pt x="80951" y="58758"/>
                </a:lnTo>
                <a:lnTo>
                  <a:pt x="74879" y="58758"/>
                </a:lnTo>
                <a:lnTo>
                  <a:pt x="74879" y="52674"/>
                </a:lnTo>
                <a:close/>
                <a:moveTo>
                  <a:pt x="96036" y="52674"/>
                </a:moveTo>
                <a:lnTo>
                  <a:pt x="102120" y="52686"/>
                </a:lnTo>
                <a:lnTo>
                  <a:pt x="102120" y="58758"/>
                </a:lnTo>
                <a:lnTo>
                  <a:pt x="96036" y="58758"/>
                </a:lnTo>
                <a:lnTo>
                  <a:pt x="96036" y="52674"/>
                </a:lnTo>
                <a:close/>
                <a:moveTo>
                  <a:pt x="103097" y="52674"/>
                </a:moveTo>
                <a:lnTo>
                  <a:pt x="109169" y="52686"/>
                </a:lnTo>
                <a:lnTo>
                  <a:pt x="109169" y="58758"/>
                </a:lnTo>
                <a:lnTo>
                  <a:pt x="103097" y="58758"/>
                </a:lnTo>
                <a:lnTo>
                  <a:pt x="103097" y="52674"/>
                </a:lnTo>
                <a:close/>
                <a:moveTo>
                  <a:pt x="110157" y="52674"/>
                </a:moveTo>
                <a:lnTo>
                  <a:pt x="116229" y="52686"/>
                </a:lnTo>
                <a:lnTo>
                  <a:pt x="116229" y="58758"/>
                </a:lnTo>
                <a:lnTo>
                  <a:pt x="110157" y="58758"/>
                </a:lnTo>
                <a:lnTo>
                  <a:pt x="110157" y="52674"/>
                </a:lnTo>
                <a:close/>
                <a:moveTo>
                  <a:pt x="131314" y="52674"/>
                </a:moveTo>
                <a:lnTo>
                  <a:pt x="137387" y="52686"/>
                </a:lnTo>
                <a:lnTo>
                  <a:pt x="137387" y="58758"/>
                </a:lnTo>
                <a:lnTo>
                  <a:pt x="131314" y="58758"/>
                </a:lnTo>
                <a:lnTo>
                  <a:pt x="131314" y="52674"/>
                </a:lnTo>
                <a:close/>
                <a:moveTo>
                  <a:pt x="17443" y="59734"/>
                </a:moveTo>
                <a:lnTo>
                  <a:pt x="17443" y="65806"/>
                </a:lnTo>
                <a:lnTo>
                  <a:pt x="11371" y="65806"/>
                </a:lnTo>
                <a:lnTo>
                  <a:pt x="11371" y="59734"/>
                </a:lnTo>
                <a:close/>
                <a:moveTo>
                  <a:pt x="24503" y="59734"/>
                </a:moveTo>
                <a:lnTo>
                  <a:pt x="24503" y="65806"/>
                </a:lnTo>
                <a:lnTo>
                  <a:pt x="18431" y="65806"/>
                </a:lnTo>
                <a:lnTo>
                  <a:pt x="18431" y="59734"/>
                </a:lnTo>
                <a:close/>
                <a:moveTo>
                  <a:pt x="31564" y="59734"/>
                </a:moveTo>
                <a:lnTo>
                  <a:pt x="31564" y="65806"/>
                </a:lnTo>
                <a:lnTo>
                  <a:pt x="25492" y="65806"/>
                </a:lnTo>
                <a:lnTo>
                  <a:pt x="25492" y="59734"/>
                </a:lnTo>
                <a:close/>
                <a:moveTo>
                  <a:pt x="38612" y="59734"/>
                </a:moveTo>
                <a:lnTo>
                  <a:pt x="38612" y="65806"/>
                </a:lnTo>
                <a:lnTo>
                  <a:pt x="32540" y="65806"/>
                </a:lnTo>
                <a:lnTo>
                  <a:pt x="32540" y="59734"/>
                </a:lnTo>
                <a:close/>
                <a:moveTo>
                  <a:pt x="45673" y="59734"/>
                </a:moveTo>
                <a:lnTo>
                  <a:pt x="45673" y="65806"/>
                </a:lnTo>
                <a:lnTo>
                  <a:pt x="39601" y="65806"/>
                </a:lnTo>
                <a:lnTo>
                  <a:pt x="39601" y="59734"/>
                </a:lnTo>
                <a:close/>
                <a:moveTo>
                  <a:pt x="52721" y="59734"/>
                </a:moveTo>
                <a:lnTo>
                  <a:pt x="52721" y="65806"/>
                </a:lnTo>
                <a:lnTo>
                  <a:pt x="46649" y="65806"/>
                </a:lnTo>
                <a:lnTo>
                  <a:pt x="46649" y="59734"/>
                </a:lnTo>
                <a:close/>
                <a:moveTo>
                  <a:pt x="59782" y="59734"/>
                </a:moveTo>
                <a:lnTo>
                  <a:pt x="59782" y="65806"/>
                </a:lnTo>
                <a:lnTo>
                  <a:pt x="53709" y="65806"/>
                </a:lnTo>
                <a:lnTo>
                  <a:pt x="53709" y="59734"/>
                </a:lnTo>
                <a:close/>
                <a:moveTo>
                  <a:pt x="66842" y="59734"/>
                </a:moveTo>
                <a:lnTo>
                  <a:pt x="66842" y="65806"/>
                </a:lnTo>
                <a:lnTo>
                  <a:pt x="60758" y="65806"/>
                </a:lnTo>
                <a:lnTo>
                  <a:pt x="60758" y="59734"/>
                </a:lnTo>
                <a:close/>
                <a:moveTo>
                  <a:pt x="73902" y="59734"/>
                </a:moveTo>
                <a:lnTo>
                  <a:pt x="73902" y="65806"/>
                </a:lnTo>
                <a:lnTo>
                  <a:pt x="67818" y="65806"/>
                </a:lnTo>
                <a:lnTo>
                  <a:pt x="67818" y="59734"/>
                </a:lnTo>
                <a:close/>
                <a:moveTo>
                  <a:pt x="80951" y="59734"/>
                </a:moveTo>
                <a:lnTo>
                  <a:pt x="80951" y="65806"/>
                </a:lnTo>
                <a:lnTo>
                  <a:pt x="74879" y="65806"/>
                </a:lnTo>
                <a:lnTo>
                  <a:pt x="74879" y="59734"/>
                </a:lnTo>
                <a:close/>
                <a:moveTo>
                  <a:pt x="88011" y="59734"/>
                </a:moveTo>
                <a:lnTo>
                  <a:pt x="88011" y="65806"/>
                </a:lnTo>
                <a:lnTo>
                  <a:pt x="81927" y="65806"/>
                </a:lnTo>
                <a:lnTo>
                  <a:pt x="81927" y="59734"/>
                </a:lnTo>
                <a:close/>
                <a:moveTo>
                  <a:pt x="95060" y="59734"/>
                </a:moveTo>
                <a:lnTo>
                  <a:pt x="95060" y="65806"/>
                </a:lnTo>
                <a:lnTo>
                  <a:pt x="88988" y="65806"/>
                </a:lnTo>
                <a:lnTo>
                  <a:pt x="88988" y="59734"/>
                </a:lnTo>
                <a:close/>
                <a:moveTo>
                  <a:pt x="123278" y="59734"/>
                </a:moveTo>
                <a:lnTo>
                  <a:pt x="123278" y="65806"/>
                </a:lnTo>
                <a:lnTo>
                  <a:pt x="117205" y="65806"/>
                </a:lnTo>
                <a:lnTo>
                  <a:pt x="117205" y="59734"/>
                </a:lnTo>
                <a:close/>
                <a:moveTo>
                  <a:pt x="130338" y="59734"/>
                </a:moveTo>
                <a:lnTo>
                  <a:pt x="130338" y="65806"/>
                </a:lnTo>
                <a:lnTo>
                  <a:pt x="124254" y="65806"/>
                </a:lnTo>
                <a:lnTo>
                  <a:pt x="124254" y="59734"/>
                </a:lnTo>
                <a:close/>
                <a:moveTo>
                  <a:pt x="144447" y="59734"/>
                </a:moveTo>
                <a:lnTo>
                  <a:pt x="144447" y="65806"/>
                </a:lnTo>
                <a:lnTo>
                  <a:pt x="138375" y="65806"/>
                </a:lnTo>
                <a:lnTo>
                  <a:pt x="138375" y="59734"/>
                </a:lnTo>
                <a:close/>
                <a:moveTo>
                  <a:pt x="151495" y="59734"/>
                </a:moveTo>
                <a:lnTo>
                  <a:pt x="151495" y="65806"/>
                </a:lnTo>
                <a:lnTo>
                  <a:pt x="145423" y="65806"/>
                </a:lnTo>
                <a:lnTo>
                  <a:pt x="145423" y="59734"/>
                </a:lnTo>
                <a:close/>
                <a:moveTo>
                  <a:pt x="158556" y="59734"/>
                </a:moveTo>
                <a:lnTo>
                  <a:pt x="158556" y="65806"/>
                </a:lnTo>
                <a:lnTo>
                  <a:pt x="152484" y="65806"/>
                </a:lnTo>
                <a:lnTo>
                  <a:pt x="152484" y="59734"/>
                </a:lnTo>
                <a:close/>
                <a:moveTo>
                  <a:pt x="165604" y="59734"/>
                </a:moveTo>
                <a:lnTo>
                  <a:pt x="165604" y="65806"/>
                </a:lnTo>
                <a:lnTo>
                  <a:pt x="159532" y="65806"/>
                </a:lnTo>
                <a:lnTo>
                  <a:pt x="159532" y="59734"/>
                </a:lnTo>
                <a:close/>
                <a:moveTo>
                  <a:pt x="172665" y="59734"/>
                </a:moveTo>
                <a:lnTo>
                  <a:pt x="172665" y="65806"/>
                </a:lnTo>
                <a:lnTo>
                  <a:pt x="166581" y="65806"/>
                </a:lnTo>
                <a:lnTo>
                  <a:pt x="166581" y="59734"/>
                </a:lnTo>
                <a:close/>
                <a:moveTo>
                  <a:pt x="179713" y="59734"/>
                </a:moveTo>
                <a:lnTo>
                  <a:pt x="179713" y="65806"/>
                </a:lnTo>
                <a:lnTo>
                  <a:pt x="173641" y="65806"/>
                </a:lnTo>
                <a:lnTo>
                  <a:pt x="173641" y="59734"/>
                </a:lnTo>
                <a:close/>
                <a:moveTo>
                  <a:pt x="186774" y="59734"/>
                </a:moveTo>
                <a:lnTo>
                  <a:pt x="186774" y="65806"/>
                </a:lnTo>
                <a:lnTo>
                  <a:pt x="180702" y="65806"/>
                </a:lnTo>
                <a:lnTo>
                  <a:pt x="180702" y="59734"/>
                </a:lnTo>
                <a:close/>
                <a:moveTo>
                  <a:pt x="193822" y="59734"/>
                </a:moveTo>
                <a:lnTo>
                  <a:pt x="193822" y="65806"/>
                </a:lnTo>
                <a:lnTo>
                  <a:pt x="187750" y="65806"/>
                </a:lnTo>
                <a:lnTo>
                  <a:pt x="187750" y="59734"/>
                </a:lnTo>
                <a:close/>
                <a:moveTo>
                  <a:pt x="200883" y="59734"/>
                </a:moveTo>
                <a:lnTo>
                  <a:pt x="200883" y="65806"/>
                </a:lnTo>
                <a:lnTo>
                  <a:pt x="194810" y="65806"/>
                </a:lnTo>
                <a:lnTo>
                  <a:pt x="194810" y="59734"/>
                </a:lnTo>
                <a:close/>
                <a:moveTo>
                  <a:pt x="207931" y="59734"/>
                </a:moveTo>
                <a:lnTo>
                  <a:pt x="207931" y="65806"/>
                </a:lnTo>
                <a:lnTo>
                  <a:pt x="201859" y="65806"/>
                </a:lnTo>
                <a:lnTo>
                  <a:pt x="201859" y="59734"/>
                </a:lnTo>
                <a:close/>
                <a:moveTo>
                  <a:pt x="214992" y="59734"/>
                </a:moveTo>
                <a:lnTo>
                  <a:pt x="214992" y="65806"/>
                </a:lnTo>
                <a:lnTo>
                  <a:pt x="208919" y="65806"/>
                </a:lnTo>
                <a:lnTo>
                  <a:pt x="208919" y="59734"/>
                </a:lnTo>
                <a:close/>
                <a:moveTo>
                  <a:pt x="222052" y="59734"/>
                </a:moveTo>
                <a:lnTo>
                  <a:pt x="222052" y="65806"/>
                </a:lnTo>
                <a:lnTo>
                  <a:pt x="215968" y="65806"/>
                </a:lnTo>
                <a:lnTo>
                  <a:pt x="215968" y="59734"/>
                </a:lnTo>
                <a:close/>
                <a:moveTo>
                  <a:pt x="229100" y="59734"/>
                </a:moveTo>
                <a:lnTo>
                  <a:pt x="229100" y="65806"/>
                </a:lnTo>
                <a:lnTo>
                  <a:pt x="223028" y="65806"/>
                </a:lnTo>
                <a:lnTo>
                  <a:pt x="223028" y="59734"/>
                </a:lnTo>
                <a:close/>
                <a:moveTo>
                  <a:pt x="236161" y="59734"/>
                </a:moveTo>
                <a:lnTo>
                  <a:pt x="236161" y="65806"/>
                </a:lnTo>
                <a:lnTo>
                  <a:pt x="230077" y="65806"/>
                </a:lnTo>
                <a:lnTo>
                  <a:pt x="230077" y="59734"/>
                </a:lnTo>
                <a:close/>
                <a:moveTo>
                  <a:pt x="243209" y="59734"/>
                </a:moveTo>
                <a:lnTo>
                  <a:pt x="243209" y="65806"/>
                </a:lnTo>
                <a:lnTo>
                  <a:pt x="237137" y="65806"/>
                </a:lnTo>
                <a:lnTo>
                  <a:pt x="237137" y="59734"/>
                </a:lnTo>
                <a:close/>
                <a:moveTo>
                  <a:pt x="250270" y="59734"/>
                </a:moveTo>
                <a:lnTo>
                  <a:pt x="250270" y="65806"/>
                </a:lnTo>
                <a:lnTo>
                  <a:pt x="244198" y="65806"/>
                </a:lnTo>
                <a:lnTo>
                  <a:pt x="244198" y="59734"/>
                </a:lnTo>
                <a:close/>
                <a:moveTo>
                  <a:pt x="257318" y="59734"/>
                </a:moveTo>
                <a:lnTo>
                  <a:pt x="257318" y="65806"/>
                </a:lnTo>
                <a:lnTo>
                  <a:pt x="251246" y="65806"/>
                </a:lnTo>
                <a:lnTo>
                  <a:pt x="251246" y="59734"/>
                </a:lnTo>
                <a:close/>
                <a:moveTo>
                  <a:pt x="264379" y="59734"/>
                </a:moveTo>
                <a:lnTo>
                  <a:pt x="264379" y="65806"/>
                </a:lnTo>
                <a:lnTo>
                  <a:pt x="258306" y="65806"/>
                </a:lnTo>
                <a:lnTo>
                  <a:pt x="258306" y="59734"/>
                </a:lnTo>
                <a:close/>
                <a:moveTo>
                  <a:pt x="271427" y="59734"/>
                </a:moveTo>
                <a:lnTo>
                  <a:pt x="271427" y="65806"/>
                </a:lnTo>
                <a:lnTo>
                  <a:pt x="265355" y="65806"/>
                </a:lnTo>
                <a:lnTo>
                  <a:pt x="265355" y="59734"/>
                </a:lnTo>
                <a:close/>
                <a:moveTo>
                  <a:pt x="278488" y="59734"/>
                </a:moveTo>
                <a:lnTo>
                  <a:pt x="278488" y="65806"/>
                </a:lnTo>
                <a:lnTo>
                  <a:pt x="272415" y="65806"/>
                </a:lnTo>
                <a:lnTo>
                  <a:pt x="272415" y="59734"/>
                </a:lnTo>
                <a:close/>
                <a:moveTo>
                  <a:pt x="102120" y="59734"/>
                </a:moveTo>
                <a:lnTo>
                  <a:pt x="102120" y="65818"/>
                </a:lnTo>
                <a:lnTo>
                  <a:pt x="96036" y="65818"/>
                </a:lnTo>
                <a:lnTo>
                  <a:pt x="96036" y="59734"/>
                </a:lnTo>
                <a:close/>
                <a:moveTo>
                  <a:pt x="109169" y="59734"/>
                </a:moveTo>
                <a:lnTo>
                  <a:pt x="109169" y="65818"/>
                </a:lnTo>
                <a:lnTo>
                  <a:pt x="103097" y="65818"/>
                </a:lnTo>
                <a:lnTo>
                  <a:pt x="103097" y="59734"/>
                </a:lnTo>
                <a:close/>
                <a:moveTo>
                  <a:pt x="116229" y="59734"/>
                </a:moveTo>
                <a:lnTo>
                  <a:pt x="116229" y="65818"/>
                </a:lnTo>
                <a:lnTo>
                  <a:pt x="110157" y="65818"/>
                </a:lnTo>
                <a:lnTo>
                  <a:pt x="110157" y="59734"/>
                </a:lnTo>
                <a:close/>
                <a:moveTo>
                  <a:pt x="137387" y="59734"/>
                </a:moveTo>
                <a:lnTo>
                  <a:pt x="137387" y="65818"/>
                </a:lnTo>
                <a:lnTo>
                  <a:pt x="131314" y="65818"/>
                </a:lnTo>
                <a:lnTo>
                  <a:pt x="131314" y="59734"/>
                </a:lnTo>
                <a:close/>
                <a:moveTo>
                  <a:pt x="17443" y="66783"/>
                </a:moveTo>
                <a:lnTo>
                  <a:pt x="17443" y="72867"/>
                </a:lnTo>
                <a:lnTo>
                  <a:pt x="11371" y="72867"/>
                </a:lnTo>
                <a:lnTo>
                  <a:pt x="11371" y="66783"/>
                </a:lnTo>
                <a:close/>
                <a:moveTo>
                  <a:pt x="24503" y="66783"/>
                </a:moveTo>
                <a:lnTo>
                  <a:pt x="24503" y="72867"/>
                </a:lnTo>
                <a:lnTo>
                  <a:pt x="18431" y="72867"/>
                </a:lnTo>
                <a:lnTo>
                  <a:pt x="18431" y="66783"/>
                </a:lnTo>
                <a:close/>
                <a:moveTo>
                  <a:pt x="31564" y="66783"/>
                </a:moveTo>
                <a:lnTo>
                  <a:pt x="31564" y="72867"/>
                </a:lnTo>
                <a:lnTo>
                  <a:pt x="25492" y="72867"/>
                </a:lnTo>
                <a:lnTo>
                  <a:pt x="25492" y="66783"/>
                </a:lnTo>
                <a:close/>
                <a:moveTo>
                  <a:pt x="38612" y="66783"/>
                </a:moveTo>
                <a:lnTo>
                  <a:pt x="38612" y="72867"/>
                </a:lnTo>
                <a:lnTo>
                  <a:pt x="32540" y="72867"/>
                </a:lnTo>
                <a:lnTo>
                  <a:pt x="32540" y="66783"/>
                </a:lnTo>
                <a:close/>
                <a:moveTo>
                  <a:pt x="45673" y="66783"/>
                </a:moveTo>
                <a:lnTo>
                  <a:pt x="45673" y="72867"/>
                </a:lnTo>
                <a:lnTo>
                  <a:pt x="39601" y="72867"/>
                </a:lnTo>
                <a:lnTo>
                  <a:pt x="39601" y="66783"/>
                </a:lnTo>
                <a:close/>
                <a:moveTo>
                  <a:pt x="52721" y="66783"/>
                </a:moveTo>
                <a:lnTo>
                  <a:pt x="52721" y="72867"/>
                </a:lnTo>
                <a:lnTo>
                  <a:pt x="46649" y="72867"/>
                </a:lnTo>
                <a:lnTo>
                  <a:pt x="46649" y="66783"/>
                </a:lnTo>
                <a:close/>
                <a:moveTo>
                  <a:pt x="59782" y="66783"/>
                </a:moveTo>
                <a:lnTo>
                  <a:pt x="59782" y="72867"/>
                </a:lnTo>
                <a:lnTo>
                  <a:pt x="53709" y="72867"/>
                </a:lnTo>
                <a:lnTo>
                  <a:pt x="53709" y="66783"/>
                </a:lnTo>
                <a:close/>
                <a:moveTo>
                  <a:pt x="60758" y="66783"/>
                </a:moveTo>
                <a:lnTo>
                  <a:pt x="66842" y="66795"/>
                </a:lnTo>
                <a:lnTo>
                  <a:pt x="66842" y="72867"/>
                </a:lnTo>
                <a:lnTo>
                  <a:pt x="60758" y="72867"/>
                </a:lnTo>
                <a:lnTo>
                  <a:pt x="60758" y="66783"/>
                </a:lnTo>
                <a:close/>
                <a:moveTo>
                  <a:pt x="67818" y="66783"/>
                </a:moveTo>
                <a:lnTo>
                  <a:pt x="73902" y="66795"/>
                </a:lnTo>
                <a:lnTo>
                  <a:pt x="73902" y="72867"/>
                </a:lnTo>
                <a:lnTo>
                  <a:pt x="67818" y="72867"/>
                </a:lnTo>
                <a:lnTo>
                  <a:pt x="67818" y="66783"/>
                </a:lnTo>
                <a:close/>
                <a:moveTo>
                  <a:pt x="74879" y="66783"/>
                </a:moveTo>
                <a:lnTo>
                  <a:pt x="80951" y="66795"/>
                </a:lnTo>
                <a:lnTo>
                  <a:pt x="80951" y="72867"/>
                </a:lnTo>
                <a:lnTo>
                  <a:pt x="74879" y="72867"/>
                </a:lnTo>
                <a:lnTo>
                  <a:pt x="74879" y="66783"/>
                </a:lnTo>
                <a:close/>
                <a:moveTo>
                  <a:pt x="88011" y="66783"/>
                </a:moveTo>
                <a:lnTo>
                  <a:pt x="88011" y="72867"/>
                </a:lnTo>
                <a:lnTo>
                  <a:pt x="81927" y="72867"/>
                </a:lnTo>
                <a:lnTo>
                  <a:pt x="81927" y="66783"/>
                </a:lnTo>
                <a:close/>
                <a:moveTo>
                  <a:pt x="95060" y="66783"/>
                </a:moveTo>
                <a:lnTo>
                  <a:pt x="95060" y="72867"/>
                </a:lnTo>
                <a:lnTo>
                  <a:pt x="88988" y="72867"/>
                </a:lnTo>
                <a:lnTo>
                  <a:pt x="88988" y="66783"/>
                </a:lnTo>
                <a:close/>
                <a:moveTo>
                  <a:pt x="96036" y="66783"/>
                </a:moveTo>
                <a:lnTo>
                  <a:pt x="102120" y="66795"/>
                </a:lnTo>
                <a:lnTo>
                  <a:pt x="102120" y="72867"/>
                </a:lnTo>
                <a:lnTo>
                  <a:pt x="96036" y="72867"/>
                </a:lnTo>
                <a:lnTo>
                  <a:pt x="96036" y="66783"/>
                </a:lnTo>
                <a:close/>
                <a:moveTo>
                  <a:pt x="103097" y="66783"/>
                </a:moveTo>
                <a:lnTo>
                  <a:pt x="109169" y="66795"/>
                </a:lnTo>
                <a:lnTo>
                  <a:pt x="109169" y="72867"/>
                </a:lnTo>
                <a:lnTo>
                  <a:pt x="103097" y="72867"/>
                </a:lnTo>
                <a:lnTo>
                  <a:pt x="103097" y="66783"/>
                </a:lnTo>
                <a:close/>
                <a:moveTo>
                  <a:pt x="110157" y="66783"/>
                </a:moveTo>
                <a:lnTo>
                  <a:pt x="116229" y="66795"/>
                </a:lnTo>
                <a:lnTo>
                  <a:pt x="116229" y="72867"/>
                </a:lnTo>
                <a:lnTo>
                  <a:pt x="110157" y="72867"/>
                </a:lnTo>
                <a:lnTo>
                  <a:pt x="110157" y="66783"/>
                </a:lnTo>
                <a:close/>
                <a:moveTo>
                  <a:pt x="123278" y="66783"/>
                </a:moveTo>
                <a:lnTo>
                  <a:pt x="123278" y="72867"/>
                </a:lnTo>
                <a:lnTo>
                  <a:pt x="117205" y="72867"/>
                </a:lnTo>
                <a:lnTo>
                  <a:pt x="117205" y="66783"/>
                </a:lnTo>
                <a:close/>
                <a:moveTo>
                  <a:pt x="130338" y="66783"/>
                </a:moveTo>
                <a:lnTo>
                  <a:pt x="130338" y="72867"/>
                </a:lnTo>
                <a:lnTo>
                  <a:pt x="124254" y="72867"/>
                </a:lnTo>
                <a:lnTo>
                  <a:pt x="124254" y="66783"/>
                </a:lnTo>
                <a:close/>
                <a:moveTo>
                  <a:pt x="131314" y="66783"/>
                </a:moveTo>
                <a:lnTo>
                  <a:pt x="137387" y="66795"/>
                </a:lnTo>
                <a:lnTo>
                  <a:pt x="137387" y="72867"/>
                </a:lnTo>
                <a:lnTo>
                  <a:pt x="131314" y="72867"/>
                </a:lnTo>
                <a:lnTo>
                  <a:pt x="131314" y="66783"/>
                </a:lnTo>
                <a:close/>
                <a:moveTo>
                  <a:pt x="144447" y="66783"/>
                </a:moveTo>
                <a:lnTo>
                  <a:pt x="144447" y="72867"/>
                </a:lnTo>
                <a:lnTo>
                  <a:pt x="138375" y="72867"/>
                </a:lnTo>
                <a:lnTo>
                  <a:pt x="138375" y="66783"/>
                </a:lnTo>
                <a:close/>
                <a:moveTo>
                  <a:pt x="151495" y="66783"/>
                </a:moveTo>
                <a:lnTo>
                  <a:pt x="151495" y="72867"/>
                </a:lnTo>
                <a:lnTo>
                  <a:pt x="145423" y="72867"/>
                </a:lnTo>
                <a:lnTo>
                  <a:pt x="145423" y="66783"/>
                </a:lnTo>
                <a:close/>
                <a:moveTo>
                  <a:pt x="158556" y="66783"/>
                </a:moveTo>
                <a:lnTo>
                  <a:pt x="158556" y="72867"/>
                </a:lnTo>
                <a:lnTo>
                  <a:pt x="152484" y="72867"/>
                </a:lnTo>
                <a:lnTo>
                  <a:pt x="152484" y="66783"/>
                </a:lnTo>
                <a:close/>
                <a:moveTo>
                  <a:pt x="165604" y="66783"/>
                </a:moveTo>
                <a:lnTo>
                  <a:pt x="165604" y="72867"/>
                </a:lnTo>
                <a:lnTo>
                  <a:pt x="159532" y="72867"/>
                </a:lnTo>
                <a:lnTo>
                  <a:pt x="159532" y="66783"/>
                </a:lnTo>
                <a:close/>
                <a:moveTo>
                  <a:pt x="172665" y="66783"/>
                </a:moveTo>
                <a:lnTo>
                  <a:pt x="172665" y="72867"/>
                </a:lnTo>
                <a:lnTo>
                  <a:pt x="166581" y="72867"/>
                </a:lnTo>
                <a:lnTo>
                  <a:pt x="166581" y="66783"/>
                </a:lnTo>
                <a:close/>
                <a:moveTo>
                  <a:pt x="179713" y="66783"/>
                </a:moveTo>
                <a:lnTo>
                  <a:pt x="179713" y="72867"/>
                </a:lnTo>
                <a:lnTo>
                  <a:pt x="173641" y="72867"/>
                </a:lnTo>
                <a:lnTo>
                  <a:pt x="173641" y="66783"/>
                </a:lnTo>
                <a:close/>
                <a:moveTo>
                  <a:pt x="186774" y="66783"/>
                </a:moveTo>
                <a:lnTo>
                  <a:pt x="186774" y="72867"/>
                </a:lnTo>
                <a:lnTo>
                  <a:pt x="180702" y="72867"/>
                </a:lnTo>
                <a:lnTo>
                  <a:pt x="180702" y="66783"/>
                </a:lnTo>
                <a:close/>
                <a:moveTo>
                  <a:pt x="193822" y="66783"/>
                </a:moveTo>
                <a:lnTo>
                  <a:pt x="193822" y="72867"/>
                </a:lnTo>
                <a:lnTo>
                  <a:pt x="187750" y="72867"/>
                </a:lnTo>
                <a:lnTo>
                  <a:pt x="187750" y="66783"/>
                </a:lnTo>
                <a:close/>
                <a:moveTo>
                  <a:pt x="200883" y="66783"/>
                </a:moveTo>
                <a:lnTo>
                  <a:pt x="200883" y="72867"/>
                </a:lnTo>
                <a:lnTo>
                  <a:pt x="194810" y="72867"/>
                </a:lnTo>
                <a:lnTo>
                  <a:pt x="194810" y="66783"/>
                </a:lnTo>
                <a:close/>
                <a:moveTo>
                  <a:pt x="207931" y="66783"/>
                </a:moveTo>
                <a:lnTo>
                  <a:pt x="207931" y="72867"/>
                </a:lnTo>
                <a:lnTo>
                  <a:pt x="201859" y="72867"/>
                </a:lnTo>
                <a:lnTo>
                  <a:pt x="201859" y="66783"/>
                </a:lnTo>
                <a:close/>
                <a:moveTo>
                  <a:pt x="214992" y="66783"/>
                </a:moveTo>
                <a:lnTo>
                  <a:pt x="214992" y="72867"/>
                </a:lnTo>
                <a:lnTo>
                  <a:pt x="208919" y="72867"/>
                </a:lnTo>
                <a:lnTo>
                  <a:pt x="208919" y="66783"/>
                </a:lnTo>
                <a:close/>
                <a:moveTo>
                  <a:pt x="222052" y="66783"/>
                </a:moveTo>
                <a:lnTo>
                  <a:pt x="222052" y="72867"/>
                </a:lnTo>
                <a:lnTo>
                  <a:pt x="215968" y="72867"/>
                </a:lnTo>
                <a:lnTo>
                  <a:pt x="215968" y="66783"/>
                </a:lnTo>
                <a:close/>
                <a:moveTo>
                  <a:pt x="229100" y="66783"/>
                </a:moveTo>
                <a:lnTo>
                  <a:pt x="229100" y="72867"/>
                </a:lnTo>
                <a:lnTo>
                  <a:pt x="223028" y="72867"/>
                </a:lnTo>
                <a:lnTo>
                  <a:pt x="223028" y="66783"/>
                </a:lnTo>
                <a:close/>
                <a:moveTo>
                  <a:pt x="236161" y="66783"/>
                </a:moveTo>
                <a:lnTo>
                  <a:pt x="236161" y="72867"/>
                </a:lnTo>
                <a:lnTo>
                  <a:pt x="230077" y="72867"/>
                </a:lnTo>
                <a:lnTo>
                  <a:pt x="230077" y="66783"/>
                </a:lnTo>
                <a:close/>
                <a:moveTo>
                  <a:pt x="243209" y="66783"/>
                </a:moveTo>
                <a:lnTo>
                  <a:pt x="243209" y="72867"/>
                </a:lnTo>
                <a:lnTo>
                  <a:pt x="237137" y="72867"/>
                </a:lnTo>
                <a:lnTo>
                  <a:pt x="237137" y="66783"/>
                </a:lnTo>
                <a:close/>
                <a:moveTo>
                  <a:pt x="250270" y="66783"/>
                </a:moveTo>
                <a:lnTo>
                  <a:pt x="250270" y="72867"/>
                </a:lnTo>
                <a:lnTo>
                  <a:pt x="244198" y="72867"/>
                </a:lnTo>
                <a:lnTo>
                  <a:pt x="244198" y="66783"/>
                </a:lnTo>
                <a:close/>
                <a:moveTo>
                  <a:pt x="257318" y="66783"/>
                </a:moveTo>
                <a:lnTo>
                  <a:pt x="257318" y="72867"/>
                </a:lnTo>
                <a:lnTo>
                  <a:pt x="251246" y="72867"/>
                </a:lnTo>
                <a:lnTo>
                  <a:pt x="251246" y="66783"/>
                </a:lnTo>
                <a:close/>
                <a:moveTo>
                  <a:pt x="264379" y="66783"/>
                </a:moveTo>
                <a:lnTo>
                  <a:pt x="264379" y="72867"/>
                </a:lnTo>
                <a:lnTo>
                  <a:pt x="258306" y="72867"/>
                </a:lnTo>
                <a:lnTo>
                  <a:pt x="258306" y="66783"/>
                </a:lnTo>
                <a:close/>
                <a:moveTo>
                  <a:pt x="271427" y="66783"/>
                </a:moveTo>
                <a:lnTo>
                  <a:pt x="271427" y="72867"/>
                </a:lnTo>
                <a:lnTo>
                  <a:pt x="265355" y="72867"/>
                </a:lnTo>
                <a:lnTo>
                  <a:pt x="265355" y="66783"/>
                </a:lnTo>
                <a:close/>
                <a:moveTo>
                  <a:pt x="278488" y="66783"/>
                </a:moveTo>
                <a:lnTo>
                  <a:pt x="278488" y="72867"/>
                </a:lnTo>
                <a:lnTo>
                  <a:pt x="272415" y="72867"/>
                </a:lnTo>
                <a:lnTo>
                  <a:pt x="272415" y="66783"/>
                </a:lnTo>
                <a:close/>
                <a:moveTo>
                  <a:pt x="17443" y="73843"/>
                </a:moveTo>
                <a:lnTo>
                  <a:pt x="17443" y="79915"/>
                </a:lnTo>
                <a:lnTo>
                  <a:pt x="11371" y="79915"/>
                </a:lnTo>
                <a:lnTo>
                  <a:pt x="11371" y="73843"/>
                </a:lnTo>
                <a:close/>
                <a:moveTo>
                  <a:pt x="24503" y="73843"/>
                </a:moveTo>
                <a:lnTo>
                  <a:pt x="24503" y="79915"/>
                </a:lnTo>
                <a:lnTo>
                  <a:pt x="18431" y="79915"/>
                </a:lnTo>
                <a:lnTo>
                  <a:pt x="18431" y="73843"/>
                </a:lnTo>
                <a:close/>
                <a:moveTo>
                  <a:pt x="31564" y="73843"/>
                </a:moveTo>
                <a:lnTo>
                  <a:pt x="31564" y="79915"/>
                </a:lnTo>
                <a:lnTo>
                  <a:pt x="25492" y="79915"/>
                </a:lnTo>
                <a:lnTo>
                  <a:pt x="25492" y="73843"/>
                </a:lnTo>
                <a:close/>
                <a:moveTo>
                  <a:pt x="38612" y="73843"/>
                </a:moveTo>
                <a:lnTo>
                  <a:pt x="38612" y="79915"/>
                </a:lnTo>
                <a:lnTo>
                  <a:pt x="32540" y="79915"/>
                </a:lnTo>
                <a:lnTo>
                  <a:pt x="32540" y="73843"/>
                </a:lnTo>
                <a:close/>
                <a:moveTo>
                  <a:pt x="45673" y="73843"/>
                </a:moveTo>
                <a:lnTo>
                  <a:pt x="45673" y="79915"/>
                </a:lnTo>
                <a:lnTo>
                  <a:pt x="39601" y="79915"/>
                </a:lnTo>
                <a:lnTo>
                  <a:pt x="39601" y="73843"/>
                </a:lnTo>
                <a:close/>
                <a:moveTo>
                  <a:pt x="52721" y="73843"/>
                </a:moveTo>
                <a:lnTo>
                  <a:pt x="52721" y="79915"/>
                </a:lnTo>
                <a:lnTo>
                  <a:pt x="46649" y="79915"/>
                </a:lnTo>
                <a:lnTo>
                  <a:pt x="46649" y="73843"/>
                </a:lnTo>
                <a:close/>
                <a:moveTo>
                  <a:pt x="59782" y="73843"/>
                </a:moveTo>
                <a:lnTo>
                  <a:pt x="59782" y="79915"/>
                </a:lnTo>
                <a:lnTo>
                  <a:pt x="53709" y="79915"/>
                </a:lnTo>
                <a:lnTo>
                  <a:pt x="53709" y="73843"/>
                </a:lnTo>
                <a:close/>
                <a:moveTo>
                  <a:pt x="66842" y="73843"/>
                </a:moveTo>
                <a:lnTo>
                  <a:pt x="66842" y="79915"/>
                </a:lnTo>
                <a:lnTo>
                  <a:pt x="60758" y="79915"/>
                </a:lnTo>
                <a:lnTo>
                  <a:pt x="60758" y="73843"/>
                </a:lnTo>
                <a:close/>
                <a:moveTo>
                  <a:pt x="73902" y="73843"/>
                </a:moveTo>
                <a:lnTo>
                  <a:pt x="73902" y="79915"/>
                </a:lnTo>
                <a:lnTo>
                  <a:pt x="67818" y="79915"/>
                </a:lnTo>
                <a:lnTo>
                  <a:pt x="67818" y="73843"/>
                </a:lnTo>
                <a:close/>
                <a:moveTo>
                  <a:pt x="80951" y="73843"/>
                </a:moveTo>
                <a:lnTo>
                  <a:pt x="80951" y="79915"/>
                </a:lnTo>
                <a:lnTo>
                  <a:pt x="74879" y="79915"/>
                </a:lnTo>
                <a:lnTo>
                  <a:pt x="74879" y="73843"/>
                </a:lnTo>
                <a:close/>
                <a:moveTo>
                  <a:pt x="88011" y="73843"/>
                </a:moveTo>
                <a:lnTo>
                  <a:pt x="88011" y="79915"/>
                </a:lnTo>
                <a:lnTo>
                  <a:pt x="81927" y="79915"/>
                </a:lnTo>
                <a:lnTo>
                  <a:pt x="81927" y="73843"/>
                </a:lnTo>
                <a:close/>
                <a:moveTo>
                  <a:pt x="95060" y="73843"/>
                </a:moveTo>
                <a:lnTo>
                  <a:pt x="95060" y="79915"/>
                </a:lnTo>
                <a:lnTo>
                  <a:pt x="88988" y="79915"/>
                </a:lnTo>
                <a:lnTo>
                  <a:pt x="88988" y="73843"/>
                </a:lnTo>
                <a:close/>
                <a:moveTo>
                  <a:pt x="123278" y="73843"/>
                </a:moveTo>
                <a:lnTo>
                  <a:pt x="123278" y="79915"/>
                </a:lnTo>
                <a:lnTo>
                  <a:pt x="117205" y="79915"/>
                </a:lnTo>
                <a:lnTo>
                  <a:pt x="117205" y="73843"/>
                </a:lnTo>
                <a:close/>
                <a:moveTo>
                  <a:pt x="130338" y="73843"/>
                </a:moveTo>
                <a:lnTo>
                  <a:pt x="130338" y="79915"/>
                </a:lnTo>
                <a:lnTo>
                  <a:pt x="124254" y="79915"/>
                </a:lnTo>
                <a:lnTo>
                  <a:pt x="124254" y="73843"/>
                </a:lnTo>
                <a:close/>
                <a:moveTo>
                  <a:pt x="144447" y="73843"/>
                </a:moveTo>
                <a:lnTo>
                  <a:pt x="144447" y="79915"/>
                </a:lnTo>
                <a:lnTo>
                  <a:pt x="138375" y="79915"/>
                </a:lnTo>
                <a:lnTo>
                  <a:pt x="138375" y="73843"/>
                </a:lnTo>
                <a:close/>
                <a:moveTo>
                  <a:pt x="151495" y="73843"/>
                </a:moveTo>
                <a:lnTo>
                  <a:pt x="151495" y="79915"/>
                </a:lnTo>
                <a:lnTo>
                  <a:pt x="145423" y="79915"/>
                </a:lnTo>
                <a:lnTo>
                  <a:pt x="145423" y="73843"/>
                </a:lnTo>
                <a:close/>
                <a:moveTo>
                  <a:pt x="158556" y="73843"/>
                </a:moveTo>
                <a:lnTo>
                  <a:pt x="158556" y="79915"/>
                </a:lnTo>
                <a:lnTo>
                  <a:pt x="152484" y="79915"/>
                </a:lnTo>
                <a:lnTo>
                  <a:pt x="152484" y="73843"/>
                </a:lnTo>
                <a:close/>
                <a:moveTo>
                  <a:pt x="165604" y="73843"/>
                </a:moveTo>
                <a:lnTo>
                  <a:pt x="165604" y="79915"/>
                </a:lnTo>
                <a:lnTo>
                  <a:pt x="159532" y="79915"/>
                </a:lnTo>
                <a:lnTo>
                  <a:pt x="159532" y="73843"/>
                </a:lnTo>
                <a:close/>
                <a:moveTo>
                  <a:pt x="172665" y="73843"/>
                </a:moveTo>
                <a:lnTo>
                  <a:pt x="172665" y="79915"/>
                </a:lnTo>
                <a:lnTo>
                  <a:pt x="166581" y="79915"/>
                </a:lnTo>
                <a:lnTo>
                  <a:pt x="166581" y="73843"/>
                </a:lnTo>
                <a:close/>
                <a:moveTo>
                  <a:pt x="179713" y="73843"/>
                </a:moveTo>
                <a:lnTo>
                  <a:pt x="179713" y="79915"/>
                </a:lnTo>
                <a:lnTo>
                  <a:pt x="173641" y="79915"/>
                </a:lnTo>
                <a:lnTo>
                  <a:pt x="173641" y="73843"/>
                </a:lnTo>
                <a:close/>
                <a:moveTo>
                  <a:pt x="186774" y="73843"/>
                </a:moveTo>
                <a:lnTo>
                  <a:pt x="186774" y="79915"/>
                </a:lnTo>
                <a:lnTo>
                  <a:pt x="180702" y="79915"/>
                </a:lnTo>
                <a:lnTo>
                  <a:pt x="180702" y="73843"/>
                </a:lnTo>
                <a:close/>
                <a:moveTo>
                  <a:pt x="193822" y="73843"/>
                </a:moveTo>
                <a:lnTo>
                  <a:pt x="193822" y="79915"/>
                </a:lnTo>
                <a:lnTo>
                  <a:pt x="187750" y="79915"/>
                </a:lnTo>
                <a:lnTo>
                  <a:pt x="187750" y="73843"/>
                </a:lnTo>
                <a:close/>
                <a:moveTo>
                  <a:pt x="200883" y="73843"/>
                </a:moveTo>
                <a:lnTo>
                  <a:pt x="200883" y="79915"/>
                </a:lnTo>
                <a:lnTo>
                  <a:pt x="194810" y="79915"/>
                </a:lnTo>
                <a:lnTo>
                  <a:pt x="194810" y="73843"/>
                </a:lnTo>
                <a:close/>
                <a:moveTo>
                  <a:pt x="207931" y="73843"/>
                </a:moveTo>
                <a:lnTo>
                  <a:pt x="207931" y="79915"/>
                </a:lnTo>
                <a:lnTo>
                  <a:pt x="201859" y="79915"/>
                </a:lnTo>
                <a:lnTo>
                  <a:pt x="201859" y="73843"/>
                </a:lnTo>
                <a:close/>
                <a:moveTo>
                  <a:pt x="214992" y="73843"/>
                </a:moveTo>
                <a:lnTo>
                  <a:pt x="214992" y="79915"/>
                </a:lnTo>
                <a:lnTo>
                  <a:pt x="208919" y="79915"/>
                </a:lnTo>
                <a:lnTo>
                  <a:pt x="208919" y="73843"/>
                </a:lnTo>
                <a:close/>
                <a:moveTo>
                  <a:pt x="222052" y="73843"/>
                </a:moveTo>
                <a:lnTo>
                  <a:pt x="222052" y="79915"/>
                </a:lnTo>
                <a:lnTo>
                  <a:pt x="215968" y="79915"/>
                </a:lnTo>
                <a:lnTo>
                  <a:pt x="215968" y="73843"/>
                </a:lnTo>
                <a:close/>
                <a:moveTo>
                  <a:pt x="229100" y="73843"/>
                </a:moveTo>
                <a:lnTo>
                  <a:pt x="229100" y="79915"/>
                </a:lnTo>
                <a:lnTo>
                  <a:pt x="223028" y="79915"/>
                </a:lnTo>
                <a:lnTo>
                  <a:pt x="223028" y="73843"/>
                </a:lnTo>
                <a:close/>
                <a:moveTo>
                  <a:pt x="236161" y="73843"/>
                </a:moveTo>
                <a:lnTo>
                  <a:pt x="236161" y="79915"/>
                </a:lnTo>
                <a:lnTo>
                  <a:pt x="230077" y="79915"/>
                </a:lnTo>
                <a:lnTo>
                  <a:pt x="230077" y="73843"/>
                </a:lnTo>
                <a:close/>
                <a:moveTo>
                  <a:pt x="243209" y="73843"/>
                </a:moveTo>
                <a:lnTo>
                  <a:pt x="243209" y="79915"/>
                </a:lnTo>
                <a:lnTo>
                  <a:pt x="237137" y="79915"/>
                </a:lnTo>
                <a:lnTo>
                  <a:pt x="237137" y="73843"/>
                </a:lnTo>
                <a:close/>
                <a:moveTo>
                  <a:pt x="250270" y="73843"/>
                </a:moveTo>
                <a:lnTo>
                  <a:pt x="250270" y="79915"/>
                </a:lnTo>
                <a:lnTo>
                  <a:pt x="244198" y="79915"/>
                </a:lnTo>
                <a:lnTo>
                  <a:pt x="244198" y="73843"/>
                </a:lnTo>
                <a:close/>
                <a:moveTo>
                  <a:pt x="257318" y="73843"/>
                </a:moveTo>
                <a:lnTo>
                  <a:pt x="257318" y="79915"/>
                </a:lnTo>
                <a:lnTo>
                  <a:pt x="251246" y="79915"/>
                </a:lnTo>
                <a:lnTo>
                  <a:pt x="251246" y="73843"/>
                </a:lnTo>
                <a:close/>
                <a:moveTo>
                  <a:pt x="264379" y="73843"/>
                </a:moveTo>
                <a:lnTo>
                  <a:pt x="264379" y="79915"/>
                </a:lnTo>
                <a:lnTo>
                  <a:pt x="258306" y="79915"/>
                </a:lnTo>
                <a:lnTo>
                  <a:pt x="258306" y="73843"/>
                </a:lnTo>
                <a:close/>
                <a:moveTo>
                  <a:pt x="271427" y="73843"/>
                </a:moveTo>
                <a:lnTo>
                  <a:pt x="271427" y="79915"/>
                </a:lnTo>
                <a:lnTo>
                  <a:pt x="265355" y="79915"/>
                </a:lnTo>
                <a:lnTo>
                  <a:pt x="265355" y="73843"/>
                </a:lnTo>
                <a:close/>
                <a:moveTo>
                  <a:pt x="278488" y="73843"/>
                </a:moveTo>
                <a:lnTo>
                  <a:pt x="278488" y="79915"/>
                </a:lnTo>
                <a:lnTo>
                  <a:pt x="272415" y="79915"/>
                </a:lnTo>
                <a:lnTo>
                  <a:pt x="272415" y="73843"/>
                </a:lnTo>
                <a:close/>
                <a:moveTo>
                  <a:pt x="96036" y="73843"/>
                </a:moveTo>
                <a:lnTo>
                  <a:pt x="102120" y="73855"/>
                </a:lnTo>
                <a:lnTo>
                  <a:pt x="102120" y="79927"/>
                </a:lnTo>
                <a:lnTo>
                  <a:pt x="96036" y="79927"/>
                </a:lnTo>
                <a:lnTo>
                  <a:pt x="96036" y="73843"/>
                </a:lnTo>
                <a:close/>
                <a:moveTo>
                  <a:pt x="103097" y="73843"/>
                </a:moveTo>
                <a:lnTo>
                  <a:pt x="109169" y="73855"/>
                </a:lnTo>
                <a:lnTo>
                  <a:pt x="109169" y="79927"/>
                </a:lnTo>
                <a:lnTo>
                  <a:pt x="103097" y="79927"/>
                </a:lnTo>
                <a:lnTo>
                  <a:pt x="103097" y="73843"/>
                </a:lnTo>
                <a:close/>
                <a:moveTo>
                  <a:pt x="110157" y="73843"/>
                </a:moveTo>
                <a:lnTo>
                  <a:pt x="116229" y="73855"/>
                </a:lnTo>
                <a:lnTo>
                  <a:pt x="116229" y="79927"/>
                </a:lnTo>
                <a:lnTo>
                  <a:pt x="110157" y="79927"/>
                </a:lnTo>
                <a:lnTo>
                  <a:pt x="110157" y="73843"/>
                </a:lnTo>
                <a:close/>
                <a:moveTo>
                  <a:pt x="131314" y="73843"/>
                </a:moveTo>
                <a:lnTo>
                  <a:pt x="137387" y="73855"/>
                </a:lnTo>
                <a:lnTo>
                  <a:pt x="137387" y="79927"/>
                </a:lnTo>
                <a:lnTo>
                  <a:pt x="131314" y="79927"/>
                </a:lnTo>
                <a:lnTo>
                  <a:pt x="131314" y="73843"/>
                </a:lnTo>
                <a:close/>
                <a:moveTo>
                  <a:pt x="17443" y="80903"/>
                </a:moveTo>
                <a:lnTo>
                  <a:pt x="17443" y="86976"/>
                </a:lnTo>
                <a:lnTo>
                  <a:pt x="11371" y="86976"/>
                </a:lnTo>
                <a:lnTo>
                  <a:pt x="11371" y="80903"/>
                </a:lnTo>
                <a:close/>
                <a:moveTo>
                  <a:pt x="24503" y="80903"/>
                </a:moveTo>
                <a:lnTo>
                  <a:pt x="24503" y="86976"/>
                </a:lnTo>
                <a:lnTo>
                  <a:pt x="18431" y="86976"/>
                </a:lnTo>
                <a:lnTo>
                  <a:pt x="18431" y="80903"/>
                </a:lnTo>
                <a:close/>
                <a:moveTo>
                  <a:pt x="31564" y="80903"/>
                </a:moveTo>
                <a:lnTo>
                  <a:pt x="31564" y="86976"/>
                </a:lnTo>
                <a:lnTo>
                  <a:pt x="25492" y="86976"/>
                </a:lnTo>
                <a:lnTo>
                  <a:pt x="25492" y="80903"/>
                </a:lnTo>
                <a:close/>
                <a:moveTo>
                  <a:pt x="38612" y="80903"/>
                </a:moveTo>
                <a:lnTo>
                  <a:pt x="38612" y="86976"/>
                </a:lnTo>
                <a:lnTo>
                  <a:pt x="32540" y="86976"/>
                </a:lnTo>
                <a:lnTo>
                  <a:pt x="32540" y="80903"/>
                </a:lnTo>
                <a:close/>
                <a:moveTo>
                  <a:pt x="45673" y="80903"/>
                </a:moveTo>
                <a:lnTo>
                  <a:pt x="45673" y="86976"/>
                </a:lnTo>
                <a:lnTo>
                  <a:pt x="39601" y="86976"/>
                </a:lnTo>
                <a:lnTo>
                  <a:pt x="39601" y="80903"/>
                </a:lnTo>
                <a:close/>
                <a:moveTo>
                  <a:pt x="52721" y="80903"/>
                </a:moveTo>
                <a:lnTo>
                  <a:pt x="52721" y="86976"/>
                </a:lnTo>
                <a:lnTo>
                  <a:pt x="46649" y="86976"/>
                </a:lnTo>
                <a:lnTo>
                  <a:pt x="46649" y="80903"/>
                </a:lnTo>
                <a:close/>
                <a:moveTo>
                  <a:pt x="59782" y="80903"/>
                </a:moveTo>
                <a:lnTo>
                  <a:pt x="59782" y="86976"/>
                </a:lnTo>
                <a:lnTo>
                  <a:pt x="53709" y="86976"/>
                </a:lnTo>
                <a:lnTo>
                  <a:pt x="53709" y="80903"/>
                </a:lnTo>
                <a:close/>
                <a:moveTo>
                  <a:pt x="66842" y="80903"/>
                </a:moveTo>
                <a:lnTo>
                  <a:pt x="66842" y="86976"/>
                </a:lnTo>
                <a:lnTo>
                  <a:pt x="60758" y="86976"/>
                </a:lnTo>
                <a:lnTo>
                  <a:pt x="60758" y="80903"/>
                </a:lnTo>
                <a:close/>
                <a:moveTo>
                  <a:pt x="73902" y="80903"/>
                </a:moveTo>
                <a:lnTo>
                  <a:pt x="73902" y="86976"/>
                </a:lnTo>
                <a:lnTo>
                  <a:pt x="67818" y="86976"/>
                </a:lnTo>
                <a:lnTo>
                  <a:pt x="67818" y="80903"/>
                </a:lnTo>
                <a:close/>
                <a:moveTo>
                  <a:pt x="80951" y="80903"/>
                </a:moveTo>
                <a:lnTo>
                  <a:pt x="80951" y="86976"/>
                </a:lnTo>
                <a:lnTo>
                  <a:pt x="74879" y="86976"/>
                </a:lnTo>
                <a:lnTo>
                  <a:pt x="74879" y="80903"/>
                </a:lnTo>
                <a:close/>
                <a:moveTo>
                  <a:pt x="88011" y="80903"/>
                </a:moveTo>
                <a:lnTo>
                  <a:pt x="88011" y="86976"/>
                </a:lnTo>
                <a:lnTo>
                  <a:pt x="81927" y="86976"/>
                </a:lnTo>
                <a:lnTo>
                  <a:pt x="81927" y="80903"/>
                </a:lnTo>
                <a:close/>
                <a:moveTo>
                  <a:pt x="95060" y="80903"/>
                </a:moveTo>
                <a:lnTo>
                  <a:pt x="95060" y="86976"/>
                </a:lnTo>
                <a:lnTo>
                  <a:pt x="88988" y="86976"/>
                </a:lnTo>
                <a:lnTo>
                  <a:pt x="88988" y="80903"/>
                </a:lnTo>
                <a:close/>
                <a:moveTo>
                  <a:pt x="102120" y="80903"/>
                </a:moveTo>
                <a:lnTo>
                  <a:pt x="102120" y="86976"/>
                </a:lnTo>
                <a:lnTo>
                  <a:pt x="96036" y="86976"/>
                </a:lnTo>
                <a:lnTo>
                  <a:pt x="96036" y="80903"/>
                </a:lnTo>
                <a:close/>
                <a:moveTo>
                  <a:pt x="109169" y="80903"/>
                </a:moveTo>
                <a:lnTo>
                  <a:pt x="109169" y="86976"/>
                </a:lnTo>
                <a:lnTo>
                  <a:pt x="103097" y="86976"/>
                </a:lnTo>
                <a:lnTo>
                  <a:pt x="103097" y="80903"/>
                </a:lnTo>
                <a:close/>
                <a:moveTo>
                  <a:pt x="116229" y="80903"/>
                </a:moveTo>
                <a:lnTo>
                  <a:pt x="116229" y="86976"/>
                </a:lnTo>
                <a:lnTo>
                  <a:pt x="110157" y="86976"/>
                </a:lnTo>
                <a:lnTo>
                  <a:pt x="110157" y="80903"/>
                </a:lnTo>
                <a:close/>
                <a:moveTo>
                  <a:pt x="123278" y="80903"/>
                </a:moveTo>
                <a:lnTo>
                  <a:pt x="123278" y="86976"/>
                </a:lnTo>
                <a:lnTo>
                  <a:pt x="117205" y="86976"/>
                </a:lnTo>
                <a:lnTo>
                  <a:pt x="117205" y="80903"/>
                </a:lnTo>
                <a:close/>
                <a:moveTo>
                  <a:pt x="130338" y="80903"/>
                </a:moveTo>
                <a:lnTo>
                  <a:pt x="130338" y="86976"/>
                </a:lnTo>
                <a:lnTo>
                  <a:pt x="124254" y="86976"/>
                </a:lnTo>
                <a:lnTo>
                  <a:pt x="124254" y="80903"/>
                </a:lnTo>
                <a:close/>
                <a:moveTo>
                  <a:pt x="137387" y="80903"/>
                </a:moveTo>
                <a:lnTo>
                  <a:pt x="137387" y="86976"/>
                </a:lnTo>
                <a:lnTo>
                  <a:pt x="131314" y="86976"/>
                </a:lnTo>
                <a:lnTo>
                  <a:pt x="131314" y="80903"/>
                </a:lnTo>
                <a:close/>
                <a:moveTo>
                  <a:pt x="144447" y="80903"/>
                </a:moveTo>
                <a:lnTo>
                  <a:pt x="144447" y="86976"/>
                </a:lnTo>
                <a:lnTo>
                  <a:pt x="138375" y="86976"/>
                </a:lnTo>
                <a:lnTo>
                  <a:pt x="138375" y="80903"/>
                </a:lnTo>
                <a:close/>
                <a:moveTo>
                  <a:pt x="151495" y="80903"/>
                </a:moveTo>
                <a:lnTo>
                  <a:pt x="151495" y="86976"/>
                </a:lnTo>
                <a:lnTo>
                  <a:pt x="145423" y="86976"/>
                </a:lnTo>
                <a:lnTo>
                  <a:pt x="145423" y="80903"/>
                </a:lnTo>
                <a:close/>
                <a:moveTo>
                  <a:pt x="158556" y="80903"/>
                </a:moveTo>
                <a:lnTo>
                  <a:pt x="158556" y="86976"/>
                </a:lnTo>
                <a:lnTo>
                  <a:pt x="152484" y="86976"/>
                </a:lnTo>
                <a:lnTo>
                  <a:pt x="152484" y="80903"/>
                </a:lnTo>
                <a:close/>
                <a:moveTo>
                  <a:pt x="165604" y="80903"/>
                </a:moveTo>
                <a:lnTo>
                  <a:pt x="165604" y="86976"/>
                </a:lnTo>
                <a:lnTo>
                  <a:pt x="159532" y="86976"/>
                </a:lnTo>
                <a:lnTo>
                  <a:pt x="159532" y="80903"/>
                </a:lnTo>
                <a:close/>
                <a:moveTo>
                  <a:pt x="172665" y="80903"/>
                </a:moveTo>
                <a:lnTo>
                  <a:pt x="172665" y="86976"/>
                </a:lnTo>
                <a:lnTo>
                  <a:pt x="166581" y="86976"/>
                </a:lnTo>
                <a:lnTo>
                  <a:pt x="166581" y="80903"/>
                </a:lnTo>
                <a:close/>
                <a:moveTo>
                  <a:pt x="179713" y="80903"/>
                </a:moveTo>
                <a:lnTo>
                  <a:pt x="179713" y="86976"/>
                </a:lnTo>
                <a:lnTo>
                  <a:pt x="173641" y="86976"/>
                </a:lnTo>
                <a:lnTo>
                  <a:pt x="173641" y="80903"/>
                </a:lnTo>
                <a:close/>
                <a:moveTo>
                  <a:pt x="186774" y="80903"/>
                </a:moveTo>
                <a:lnTo>
                  <a:pt x="186774" y="86976"/>
                </a:lnTo>
                <a:lnTo>
                  <a:pt x="180702" y="86976"/>
                </a:lnTo>
                <a:lnTo>
                  <a:pt x="180702" y="80903"/>
                </a:lnTo>
                <a:close/>
                <a:moveTo>
                  <a:pt x="193822" y="80903"/>
                </a:moveTo>
                <a:lnTo>
                  <a:pt x="193822" y="86976"/>
                </a:lnTo>
                <a:lnTo>
                  <a:pt x="187750" y="86976"/>
                </a:lnTo>
                <a:lnTo>
                  <a:pt x="187750" y="80903"/>
                </a:lnTo>
                <a:close/>
                <a:moveTo>
                  <a:pt x="200883" y="80903"/>
                </a:moveTo>
                <a:lnTo>
                  <a:pt x="200883" y="86976"/>
                </a:lnTo>
                <a:lnTo>
                  <a:pt x="194810" y="86976"/>
                </a:lnTo>
                <a:lnTo>
                  <a:pt x="194810" y="80903"/>
                </a:lnTo>
                <a:close/>
                <a:moveTo>
                  <a:pt x="207931" y="80903"/>
                </a:moveTo>
                <a:lnTo>
                  <a:pt x="207931" y="86976"/>
                </a:lnTo>
                <a:lnTo>
                  <a:pt x="201859" y="86976"/>
                </a:lnTo>
                <a:lnTo>
                  <a:pt x="201859" y="80903"/>
                </a:lnTo>
                <a:close/>
                <a:moveTo>
                  <a:pt x="214992" y="80903"/>
                </a:moveTo>
                <a:lnTo>
                  <a:pt x="214992" y="86976"/>
                </a:lnTo>
                <a:lnTo>
                  <a:pt x="208919" y="86976"/>
                </a:lnTo>
                <a:lnTo>
                  <a:pt x="208919" y="80903"/>
                </a:lnTo>
                <a:close/>
                <a:moveTo>
                  <a:pt x="222052" y="80903"/>
                </a:moveTo>
                <a:lnTo>
                  <a:pt x="222052" y="86976"/>
                </a:lnTo>
                <a:lnTo>
                  <a:pt x="215968" y="86976"/>
                </a:lnTo>
                <a:lnTo>
                  <a:pt x="215968" y="80903"/>
                </a:lnTo>
                <a:close/>
                <a:moveTo>
                  <a:pt x="229100" y="80903"/>
                </a:moveTo>
                <a:lnTo>
                  <a:pt x="229100" y="86976"/>
                </a:lnTo>
                <a:lnTo>
                  <a:pt x="223028" y="86976"/>
                </a:lnTo>
                <a:lnTo>
                  <a:pt x="223028" y="80903"/>
                </a:lnTo>
                <a:close/>
                <a:moveTo>
                  <a:pt x="236161" y="80903"/>
                </a:moveTo>
                <a:lnTo>
                  <a:pt x="236161" y="86976"/>
                </a:lnTo>
                <a:lnTo>
                  <a:pt x="230077" y="86976"/>
                </a:lnTo>
                <a:lnTo>
                  <a:pt x="230077" y="80903"/>
                </a:lnTo>
                <a:close/>
                <a:moveTo>
                  <a:pt x="243209" y="80903"/>
                </a:moveTo>
                <a:lnTo>
                  <a:pt x="243209" y="86976"/>
                </a:lnTo>
                <a:lnTo>
                  <a:pt x="237137" y="86976"/>
                </a:lnTo>
                <a:lnTo>
                  <a:pt x="237137" y="80903"/>
                </a:lnTo>
                <a:close/>
                <a:moveTo>
                  <a:pt x="250270" y="80903"/>
                </a:moveTo>
                <a:lnTo>
                  <a:pt x="250270" y="86976"/>
                </a:lnTo>
                <a:lnTo>
                  <a:pt x="244198" y="86976"/>
                </a:lnTo>
                <a:lnTo>
                  <a:pt x="244198" y="80903"/>
                </a:lnTo>
                <a:close/>
                <a:moveTo>
                  <a:pt x="257318" y="80903"/>
                </a:moveTo>
                <a:lnTo>
                  <a:pt x="257318" y="86976"/>
                </a:lnTo>
                <a:lnTo>
                  <a:pt x="251246" y="86976"/>
                </a:lnTo>
                <a:lnTo>
                  <a:pt x="251246" y="80903"/>
                </a:lnTo>
                <a:close/>
                <a:moveTo>
                  <a:pt x="264379" y="80903"/>
                </a:moveTo>
                <a:lnTo>
                  <a:pt x="264379" y="86976"/>
                </a:lnTo>
                <a:lnTo>
                  <a:pt x="258306" y="86976"/>
                </a:lnTo>
                <a:lnTo>
                  <a:pt x="258306" y="80903"/>
                </a:lnTo>
                <a:close/>
                <a:moveTo>
                  <a:pt x="271427" y="80903"/>
                </a:moveTo>
                <a:lnTo>
                  <a:pt x="271427" y="86976"/>
                </a:lnTo>
                <a:lnTo>
                  <a:pt x="265355" y="86976"/>
                </a:lnTo>
                <a:lnTo>
                  <a:pt x="265355" y="80903"/>
                </a:lnTo>
                <a:close/>
                <a:moveTo>
                  <a:pt x="278488" y="80903"/>
                </a:moveTo>
                <a:lnTo>
                  <a:pt x="278488" y="86976"/>
                </a:lnTo>
                <a:lnTo>
                  <a:pt x="272415" y="86976"/>
                </a:lnTo>
                <a:lnTo>
                  <a:pt x="272415" y="80903"/>
                </a:lnTo>
                <a:close/>
                <a:moveTo>
                  <a:pt x="17443" y="87952"/>
                </a:moveTo>
                <a:lnTo>
                  <a:pt x="17443" y="94024"/>
                </a:lnTo>
                <a:lnTo>
                  <a:pt x="11371" y="94024"/>
                </a:lnTo>
                <a:lnTo>
                  <a:pt x="11371" y="87952"/>
                </a:lnTo>
                <a:close/>
                <a:moveTo>
                  <a:pt x="24503" y="87952"/>
                </a:moveTo>
                <a:lnTo>
                  <a:pt x="24503" y="94024"/>
                </a:lnTo>
                <a:lnTo>
                  <a:pt x="18431" y="94024"/>
                </a:lnTo>
                <a:lnTo>
                  <a:pt x="18431" y="87952"/>
                </a:lnTo>
                <a:close/>
                <a:moveTo>
                  <a:pt x="31564" y="87952"/>
                </a:moveTo>
                <a:lnTo>
                  <a:pt x="31564" y="94024"/>
                </a:lnTo>
                <a:lnTo>
                  <a:pt x="25492" y="94024"/>
                </a:lnTo>
                <a:lnTo>
                  <a:pt x="25492" y="87952"/>
                </a:lnTo>
                <a:close/>
                <a:moveTo>
                  <a:pt x="38612" y="87952"/>
                </a:moveTo>
                <a:lnTo>
                  <a:pt x="38612" y="94024"/>
                </a:lnTo>
                <a:lnTo>
                  <a:pt x="32540" y="94024"/>
                </a:lnTo>
                <a:lnTo>
                  <a:pt x="32540" y="87952"/>
                </a:lnTo>
                <a:close/>
                <a:moveTo>
                  <a:pt x="45673" y="87952"/>
                </a:moveTo>
                <a:lnTo>
                  <a:pt x="45673" y="94024"/>
                </a:lnTo>
                <a:lnTo>
                  <a:pt x="39601" y="94024"/>
                </a:lnTo>
                <a:lnTo>
                  <a:pt x="39601" y="87952"/>
                </a:lnTo>
                <a:close/>
                <a:moveTo>
                  <a:pt x="52721" y="87952"/>
                </a:moveTo>
                <a:lnTo>
                  <a:pt x="52721" y="94024"/>
                </a:lnTo>
                <a:lnTo>
                  <a:pt x="46649" y="94024"/>
                </a:lnTo>
                <a:lnTo>
                  <a:pt x="46649" y="87952"/>
                </a:lnTo>
                <a:close/>
                <a:moveTo>
                  <a:pt x="59782" y="87952"/>
                </a:moveTo>
                <a:lnTo>
                  <a:pt x="59782" y="94024"/>
                </a:lnTo>
                <a:lnTo>
                  <a:pt x="53709" y="94024"/>
                </a:lnTo>
                <a:lnTo>
                  <a:pt x="53709" y="87952"/>
                </a:lnTo>
                <a:close/>
                <a:moveTo>
                  <a:pt x="88011" y="87952"/>
                </a:moveTo>
                <a:lnTo>
                  <a:pt x="88011" y="94024"/>
                </a:lnTo>
                <a:lnTo>
                  <a:pt x="81927" y="94024"/>
                </a:lnTo>
                <a:lnTo>
                  <a:pt x="81927" y="87952"/>
                </a:lnTo>
                <a:close/>
                <a:moveTo>
                  <a:pt x="95060" y="87952"/>
                </a:moveTo>
                <a:lnTo>
                  <a:pt x="95060" y="94024"/>
                </a:lnTo>
                <a:lnTo>
                  <a:pt x="88988" y="94024"/>
                </a:lnTo>
                <a:lnTo>
                  <a:pt x="88988" y="87952"/>
                </a:lnTo>
                <a:close/>
                <a:moveTo>
                  <a:pt x="123278" y="87952"/>
                </a:moveTo>
                <a:lnTo>
                  <a:pt x="123278" y="94024"/>
                </a:lnTo>
                <a:lnTo>
                  <a:pt x="117205" y="94024"/>
                </a:lnTo>
                <a:lnTo>
                  <a:pt x="117205" y="87952"/>
                </a:lnTo>
                <a:close/>
                <a:moveTo>
                  <a:pt x="130338" y="87952"/>
                </a:moveTo>
                <a:lnTo>
                  <a:pt x="130338" y="94024"/>
                </a:lnTo>
                <a:lnTo>
                  <a:pt x="124254" y="94024"/>
                </a:lnTo>
                <a:lnTo>
                  <a:pt x="124254" y="87952"/>
                </a:lnTo>
                <a:close/>
                <a:moveTo>
                  <a:pt x="144447" y="87952"/>
                </a:moveTo>
                <a:lnTo>
                  <a:pt x="144447" y="94024"/>
                </a:lnTo>
                <a:lnTo>
                  <a:pt x="138375" y="94024"/>
                </a:lnTo>
                <a:lnTo>
                  <a:pt x="138375" y="87952"/>
                </a:lnTo>
                <a:close/>
                <a:moveTo>
                  <a:pt x="151495" y="87952"/>
                </a:moveTo>
                <a:lnTo>
                  <a:pt x="151495" y="94024"/>
                </a:lnTo>
                <a:lnTo>
                  <a:pt x="145423" y="94024"/>
                </a:lnTo>
                <a:lnTo>
                  <a:pt x="145423" y="87952"/>
                </a:lnTo>
                <a:close/>
                <a:moveTo>
                  <a:pt x="158556" y="87952"/>
                </a:moveTo>
                <a:lnTo>
                  <a:pt x="158556" y="94024"/>
                </a:lnTo>
                <a:lnTo>
                  <a:pt x="152484" y="94024"/>
                </a:lnTo>
                <a:lnTo>
                  <a:pt x="152484" y="87952"/>
                </a:lnTo>
                <a:close/>
                <a:moveTo>
                  <a:pt x="165604" y="87952"/>
                </a:moveTo>
                <a:lnTo>
                  <a:pt x="165604" y="94024"/>
                </a:lnTo>
                <a:lnTo>
                  <a:pt x="159532" y="94024"/>
                </a:lnTo>
                <a:lnTo>
                  <a:pt x="159532" y="87952"/>
                </a:lnTo>
                <a:close/>
                <a:moveTo>
                  <a:pt x="172665" y="87952"/>
                </a:moveTo>
                <a:lnTo>
                  <a:pt x="172665" y="94024"/>
                </a:lnTo>
                <a:lnTo>
                  <a:pt x="166581" y="94024"/>
                </a:lnTo>
                <a:lnTo>
                  <a:pt x="166581" y="87952"/>
                </a:lnTo>
                <a:close/>
                <a:moveTo>
                  <a:pt x="179713" y="87952"/>
                </a:moveTo>
                <a:lnTo>
                  <a:pt x="179713" y="94024"/>
                </a:lnTo>
                <a:lnTo>
                  <a:pt x="173641" y="94024"/>
                </a:lnTo>
                <a:lnTo>
                  <a:pt x="173641" y="87952"/>
                </a:lnTo>
                <a:close/>
                <a:moveTo>
                  <a:pt x="186774" y="87952"/>
                </a:moveTo>
                <a:lnTo>
                  <a:pt x="186774" y="94024"/>
                </a:lnTo>
                <a:lnTo>
                  <a:pt x="180702" y="94024"/>
                </a:lnTo>
                <a:lnTo>
                  <a:pt x="180702" y="87952"/>
                </a:lnTo>
                <a:close/>
                <a:moveTo>
                  <a:pt x="193822" y="87952"/>
                </a:moveTo>
                <a:lnTo>
                  <a:pt x="193822" y="94024"/>
                </a:lnTo>
                <a:lnTo>
                  <a:pt x="187750" y="94024"/>
                </a:lnTo>
                <a:lnTo>
                  <a:pt x="187750" y="87952"/>
                </a:lnTo>
                <a:close/>
                <a:moveTo>
                  <a:pt x="200883" y="87952"/>
                </a:moveTo>
                <a:lnTo>
                  <a:pt x="200883" y="94024"/>
                </a:lnTo>
                <a:lnTo>
                  <a:pt x="194810" y="94024"/>
                </a:lnTo>
                <a:lnTo>
                  <a:pt x="194810" y="87952"/>
                </a:lnTo>
                <a:close/>
                <a:moveTo>
                  <a:pt x="207931" y="87952"/>
                </a:moveTo>
                <a:lnTo>
                  <a:pt x="207931" y="94024"/>
                </a:lnTo>
                <a:lnTo>
                  <a:pt x="201859" y="94024"/>
                </a:lnTo>
                <a:lnTo>
                  <a:pt x="201859" y="87952"/>
                </a:lnTo>
                <a:close/>
                <a:moveTo>
                  <a:pt x="214992" y="87952"/>
                </a:moveTo>
                <a:lnTo>
                  <a:pt x="214992" y="94024"/>
                </a:lnTo>
                <a:lnTo>
                  <a:pt x="208919" y="94024"/>
                </a:lnTo>
                <a:lnTo>
                  <a:pt x="208919" y="87952"/>
                </a:lnTo>
                <a:close/>
                <a:moveTo>
                  <a:pt x="222052" y="87952"/>
                </a:moveTo>
                <a:lnTo>
                  <a:pt x="222052" y="94024"/>
                </a:lnTo>
                <a:lnTo>
                  <a:pt x="215968" y="94024"/>
                </a:lnTo>
                <a:lnTo>
                  <a:pt x="215968" y="87952"/>
                </a:lnTo>
                <a:close/>
                <a:moveTo>
                  <a:pt x="229100" y="87952"/>
                </a:moveTo>
                <a:lnTo>
                  <a:pt x="229100" y="94024"/>
                </a:lnTo>
                <a:lnTo>
                  <a:pt x="223028" y="94024"/>
                </a:lnTo>
                <a:lnTo>
                  <a:pt x="223028" y="87952"/>
                </a:lnTo>
                <a:close/>
                <a:moveTo>
                  <a:pt x="236161" y="87952"/>
                </a:moveTo>
                <a:lnTo>
                  <a:pt x="236161" y="94024"/>
                </a:lnTo>
                <a:lnTo>
                  <a:pt x="230077" y="94024"/>
                </a:lnTo>
                <a:lnTo>
                  <a:pt x="230077" y="87952"/>
                </a:lnTo>
                <a:close/>
                <a:moveTo>
                  <a:pt x="243209" y="87952"/>
                </a:moveTo>
                <a:lnTo>
                  <a:pt x="243209" y="94024"/>
                </a:lnTo>
                <a:lnTo>
                  <a:pt x="237137" y="94024"/>
                </a:lnTo>
                <a:lnTo>
                  <a:pt x="237137" y="87952"/>
                </a:lnTo>
                <a:close/>
                <a:moveTo>
                  <a:pt x="250270" y="87952"/>
                </a:moveTo>
                <a:lnTo>
                  <a:pt x="250270" y="94024"/>
                </a:lnTo>
                <a:lnTo>
                  <a:pt x="244198" y="94024"/>
                </a:lnTo>
                <a:lnTo>
                  <a:pt x="244198" y="87952"/>
                </a:lnTo>
                <a:close/>
                <a:moveTo>
                  <a:pt x="257318" y="87952"/>
                </a:moveTo>
                <a:lnTo>
                  <a:pt x="257318" y="94024"/>
                </a:lnTo>
                <a:lnTo>
                  <a:pt x="251246" y="94024"/>
                </a:lnTo>
                <a:lnTo>
                  <a:pt x="251246" y="87952"/>
                </a:lnTo>
                <a:close/>
                <a:moveTo>
                  <a:pt x="264379" y="87952"/>
                </a:moveTo>
                <a:lnTo>
                  <a:pt x="264379" y="94024"/>
                </a:lnTo>
                <a:lnTo>
                  <a:pt x="258306" y="94024"/>
                </a:lnTo>
                <a:lnTo>
                  <a:pt x="258306" y="87952"/>
                </a:lnTo>
                <a:close/>
                <a:moveTo>
                  <a:pt x="271427" y="87952"/>
                </a:moveTo>
                <a:lnTo>
                  <a:pt x="271427" y="94024"/>
                </a:lnTo>
                <a:lnTo>
                  <a:pt x="265355" y="94024"/>
                </a:lnTo>
                <a:lnTo>
                  <a:pt x="265355" y="87952"/>
                </a:lnTo>
                <a:close/>
                <a:moveTo>
                  <a:pt x="278488" y="87952"/>
                </a:moveTo>
                <a:lnTo>
                  <a:pt x="278488" y="94024"/>
                </a:lnTo>
                <a:lnTo>
                  <a:pt x="272415" y="94024"/>
                </a:lnTo>
                <a:lnTo>
                  <a:pt x="272415" y="87952"/>
                </a:lnTo>
                <a:close/>
                <a:moveTo>
                  <a:pt x="66842" y="87952"/>
                </a:moveTo>
                <a:lnTo>
                  <a:pt x="66842" y="94036"/>
                </a:lnTo>
                <a:lnTo>
                  <a:pt x="60758" y="94036"/>
                </a:lnTo>
                <a:lnTo>
                  <a:pt x="60758" y="87952"/>
                </a:lnTo>
                <a:close/>
                <a:moveTo>
                  <a:pt x="73902" y="87952"/>
                </a:moveTo>
                <a:lnTo>
                  <a:pt x="73902" y="94036"/>
                </a:lnTo>
                <a:lnTo>
                  <a:pt x="67818" y="94036"/>
                </a:lnTo>
                <a:lnTo>
                  <a:pt x="67818" y="87952"/>
                </a:lnTo>
                <a:close/>
                <a:moveTo>
                  <a:pt x="80951" y="87952"/>
                </a:moveTo>
                <a:lnTo>
                  <a:pt x="80951" y="94036"/>
                </a:lnTo>
                <a:lnTo>
                  <a:pt x="74879" y="94036"/>
                </a:lnTo>
                <a:lnTo>
                  <a:pt x="74879" y="87952"/>
                </a:lnTo>
                <a:close/>
                <a:moveTo>
                  <a:pt x="102120" y="87952"/>
                </a:moveTo>
                <a:lnTo>
                  <a:pt x="102120" y="94036"/>
                </a:lnTo>
                <a:lnTo>
                  <a:pt x="96036" y="94036"/>
                </a:lnTo>
                <a:lnTo>
                  <a:pt x="96036" y="87952"/>
                </a:lnTo>
                <a:close/>
                <a:moveTo>
                  <a:pt x="103097" y="87952"/>
                </a:moveTo>
                <a:lnTo>
                  <a:pt x="109169" y="87964"/>
                </a:lnTo>
                <a:lnTo>
                  <a:pt x="109169" y="94036"/>
                </a:lnTo>
                <a:lnTo>
                  <a:pt x="103097" y="94036"/>
                </a:lnTo>
                <a:lnTo>
                  <a:pt x="103097" y="87952"/>
                </a:lnTo>
                <a:close/>
                <a:moveTo>
                  <a:pt x="110157" y="87952"/>
                </a:moveTo>
                <a:lnTo>
                  <a:pt x="116229" y="87964"/>
                </a:lnTo>
                <a:lnTo>
                  <a:pt x="116229" y="94036"/>
                </a:lnTo>
                <a:lnTo>
                  <a:pt x="110157" y="94036"/>
                </a:lnTo>
                <a:lnTo>
                  <a:pt x="110157" y="87952"/>
                </a:lnTo>
                <a:close/>
                <a:moveTo>
                  <a:pt x="137387" y="87952"/>
                </a:moveTo>
                <a:lnTo>
                  <a:pt x="137387" y="94036"/>
                </a:lnTo>
                <a:lnTo>
                  <a:pt x="131314" y="94036"/>
                </a:lnTo>
                <a:lnTo>
                  <a:pt x="131314" y="87952"/>
                </a:lnTo>
                <a:close/>
                <a:moveTo>
                  <a:pt x="17443" y="95012"/>
                </a:moveTo>
                <a:lnTo>
                  <a:pt x="17443" y="101085"/>
                </a:lnTo>
                <a:lnTo>
                  <a:pt x="11371" y="101085"/>
                </a:lnTo>
                <a:lnTo>
                  <a:pt x="11371" y="95012"/>
                </a:lnTo>
                <a:close/>
                <a:moveTo>
                  <a:pt x="24503" y="95012"/>
                </a:moveTo>
                <a:lnTo>
                  <a:pt x="24503" y="101085"/>
                </a:lnTo>
                <a:lnTo>
                  <a:pt x="18431" y="101085"/>
                </a:lnTo>
                <a:lnTo>
                  <a:pt x="18431" y="95012"/>
                </a:lnTo>
                <a:close/>
                <a:moveTo>
                  <a:pt x="31564" y="95012"/>
                </a:moveTo>
                <a:lnTo>
                  <a:pt x="31564" y="101085"/>
                </a:lnTo>
                <a:lnTo>
                  <a:pt x="25492" y="101085"/>
                </a:lnTo>
                <a:lnTo>
                  <a:pt x="25492" y="95012"/>
                </a:lnTo>
                <a:close/>
                <a:moveTo>
                  <a:pt x="38612" y="95012"/>
                </a:moveTo>
                <a:lnTo>
                  <a:pt x="38612" y="101085"/>
                </a:lnTo>
                <a:lnTo>
                  <a:pt x="32540" y="101085"/>
                </a:lnTo>
                <a:lnTo>
                  <a:pt x="32540" y="95012"/>
                </a:lnTo>
                <a:close/>
                <a:moveTo>
                  <a:pt x="45673" y="95012"/>
                </a:moveTo>
                <a:lnTo>
                  <a:pt x="45673" y="101085"/>
                </a:lnTo>
                <a:lnTo>
                  <a:pt x="39601" y="101085"/>
                </a:lnTo>
                <a:lnTo>
                  <a:pt x="39601" y="95012"/>
                </a:lnTo>
                <a:close/>
                <a:moveTo>
                  <a:pt x="52721" y="95012"/>
                </a:moveTo>
                <a:lnTo>
                  <a:pt x="52721" y="101085"/>
                </a:lnTo>
                <a:lnTo>
                  <a:pt x="46649" y="101085"/>
                </a:lnTo>
                <a:lnTo>
                  <a:pt x="46649" y="95012"/>
                </a:lnTo>
                <a:close/>
                <a:moveTo>
                  <a:pt x="59782" y="95012"/>
                </a:moveTo>
                <a:lnTo>
                  <a:pt x="59782" y="101085"/>
                </a:lnTo>
                <a:lnTo>
                  <a:pt x="53709" y="101085"/>
                </a:lnTo>
                <a:lnTo>
                  <a:pt x="53709" y="95012"/>
                </a:lnTo>
                <a:close/>
                <a:moveTo>
                  <a:pt x="66842" y="95012"/>
                </a:moveTo>
                <a:lnTo>
                  <a:pt x="66842" y="101085"/>
                </a:lnTo>
                <a:lnTo>
                  <a:pt x="60758" y="101085"/>
                </a:lnTo>
                <a:lnTo>
                  <a:pt x="60758" y="95012"/>
                </a:lnTo>
                <a:close/>
                <a:moveTo>
                  <a:pt x="73902" y="95012"/>
                </a:moveTo>
                <a:lnTo>
                  <a:pt x="73902" y="101085"/>
                </a:lnTo>
                <a:lnTo>
                  <a:pt x="67818" y="101085"/>
                </a:lnTo>
                <a:lnTo>
                  <a:pt x="67818" y="95012"/>
                </a:lnTo>
                <a:close/>
                <a:moveTo>
                  <a:pt x="80951" y="95012"/>
                </a:moveTo>
                <a:lnTo>
                  <a:pt x="80951" y="101085"/>
                </a:lnTo>
                <a:lnTo>
                  <a:pt x="74879" y="101085"/>
                </a:lnTo>
                <a:lnTo>
                  <a:pt x="74879" y="95012"/>
                </a:lnTo>
                <a:close/>
                <a:moveTo>
                  <a:pt x="88011" y="95012"/>
                </a:moveTo>
                <a:lnTo>
                  <a:pt x="88011" y="101085"/>
                </a:lnTo>
                <a:lnTo>
                  <a:pt x="81927" y="101085"/>
                </a:lnTo>
                <a:lnTo>
                  <a:pt x="81927" y="95012"/>
                </a:lnTo>
                <a:close/>
                <a:moveTo>
                  <a:pt x="95060" y="95012"/>
                </a:moveTo>
                <a:lnTo>
                  <a:pt x="95060" y="101085"/>
                </a:lnTo>
                <a:lnTo>
                  <a:pt x="88988" y="101085"/>
                </a:lnTo>
                <a:lnTo>
                  <a:pt x="88988" y="95012"/>
                </a:lnTo>
                <a:close/>
                <a:moveTo>
                  <a:pt x="102120" y="95012"/>
                </a:moveTo>
                <a:lnTo>
                  <a:pt x="102120" y="101085"/>
                </a:lnTo>
                <a:lnTo>
                  <a:pt x="96036" y="101085"/>
                </a:lnTo>
                <a:lnTo>
                  <a:pt x="96036" y="95012"/>
                </a:lnTo>
                <a:close/>
                <a:moveTo>
                  <a:pt x="109169" y="95012"/>
                </a:moveTo>
                <a:lnTo>
                  <a:pt x="109169" y="101085"/>
                </a:lnTo>
                <a:lnTo>
                  <a:pt x="103097" y="101085"/>
                </a:lnTo>
                <a:lnTo>
                  <a:pt x="103097" y="95012"/>
                </a:lnTo>
                <a:close/>
                <a:moveTo>
                  <a:pt x="116229" y="95012"/>
                </a:moveTo>
                <a:lnTo>
                  <a:pt x="116229" y="101085"/>
                </a:lnTo>
                <a:lnTo>
                  <a:pt x="110157" y="101085"/>
                </a:lnTo>
                <a:lnTo>
                  <a:pt x="110157" y="95012"/>
                </a:lnTo>
                <a:close/>
                <a:moveTo>
                  <a:pt x="123278" y="95012"/>
                </a:moveTo>
                <a:lnTo>
                  <a:pt x="123278" y="101085"/>
                </a:lnTo>
                <a:lnTo>
                  <a:pt x="117205" y="101085"/>
                </a:lnTo>
                <a:lnTo>
                  <a:pt x="117205" y="95012"/>
                </a:lnTo>
                <a:close/>
                <a:moveTo>
                  <a:pt x="130338" y="95012"/>
                </a:moveTo>
                <a:lnTo>
                  <a:pt x="130338" y="101085"/>
                </a:lnTo>
                <a:lnTo>
                  <a:pt x="124254" y="101085"/>
                </a:lnTo>
                <a:lnTo>
                  <a:pt x="124254" y="95012"/>
                </a:lnTo>
                <a:close/>
                <a:moveTo>
                  <a:pt x="137387" y="95012"/>
                </a:moveTo>
                <a:lnTo>
                  <a:pt x="137387" y="101085"/>
                </a:lnTo>
                <a:lnTo>
                  <a:pt x="131314" y="101085"/>
                </a:lnTo>
                <a:lnTo>
                  <a:pt x="131314" y="95012"/>
                </a:lnTo>
                <a:close/>
                <a:moveTo>
                  <a:pt x="144447" y="95012"/>
                </a:moveTo>
                <a:lnTo>
                  <a:pt x="144447" y="101085"/>
                </a:lnTo>
                <a:lnTo>
                  <a:pt x="138375" y="101085"/>
                </a:lnTo>
                <a:lnTo>
                  <a:pt x="138375" y="95012"/>
                </a:lnTo>
                <a:close/>
                <a:moveTo>
                  <a:pt x="151495" y="95012"/>
                </a:moveTo>
                <a:lnTo>
                  <a:pt x="151495" y="101085"/>
                </a:lnTo>
                <a:lnTo>
                  <a:pt x="145423" y="101085"/>
                </a:lnTo>
                <a:lnTo>
                  <a:pt x="145423" y="95012"/>
                </a:lnTo>
                <a:close/>
                <a:moveTo>
                  <a:pt x="158556" y="95012"/>
                </a:moveTo>
                <a:lnTo>
                  <a:pt x="158556" y="101085"/>
                </a:lnTo>
                <a:lnTo>
                  <a:pt x="152484" y="101085"/>
                </a:lnTo>
                <a:lnTo>
                  <a:pt x="152484" y="95012"/>
                </a:lnTo>
                <a:close/>
                <a:moveTo>
                  <a:pt x="165604" y="95012"/>
                </a:moveTo>
                <a:lnTo>
                  <a:pt x="165604" y="101085"/>
                </a:lnTo>
                <a:lnTo>
                  <a:pt x="159532" y="101085"/>
                </a:lnTo>
                <a:lnTo>
                  <a:pt x="159532" y="95012"/>
                </a:lnTo>
                <a:close/>
                <a:moveTo>
                  <a:pt x="172665" y="95012"/>
                </a:moveTo>
                <a:lnTo>
                  <a:pt x="172665" y="101085"/>
                </a:lnTo>
                <a:lnTo>
                  <a:pt x="166581" y="101085"/>
                </a:lnTo>
                <a:lnTo>
                  <a:pt x="166581" y="95012"/>
                </a:lnTo>
                <a:close/>
                <a:moveTo>
                  <a:pt x="179713" y="95012"/>
                </a:moveTo>
                <a:lnTo>
                  <a:pt x="179713" y="101085"/>
                </a:lnTo>
                <a:lnTo>
                  <a:pt x="173641" y="101085"/>
                </a:lnTo>
                <a:lnTo>
                  <a:pt x="173641" y="95012"/>
                </a:lnTo>
                <a:close/>
                <a:moveTo>
                  <a:pt x="186774" y="95012"/>
                </a:moveTo>
                <a:lnTo>
                  <a:pt x="186774" y="101085"/>
                </a:lnTo>
                <a:lnTo>
                  <a:pt x="180702" y="101085"/>
                </a:lnTo>
                <a:lnTo>
                  <a:pt x="180702" y="95012"/>
                </a:lnTo>
                <a:close/>
                <a:moveTo>
                  <a:pt x="193822" y="95012"/>
                </a:moveTo>
                <a:lnTo>
                  <a:pt x="193822" y="101085"/>
                </a:lnTo>
                <a:lnTo>
                  <a:pt x="187750" y="101085"/>
                </a:lnTo>
                <a:lnTo>
                  <a:pt x="187750" y="95012"/>
                </a:lnTo>
                <a:close/>
                <a:moveTo>
                  <a:pt x="200883" y="95012"/>
                </a:moveTo>
                <a:lnTo>
                  <a:pt x="200883" y="101085"/>
                </a:lnTo>
                <a:lnTo>
                  <a:pt x="194810" y="101085"/>
                </a:lnTo>
                <a:lnTo>
                  <a:pt x="194810" y="95012"/>
                </a:lnTo>
                <a:close/>
                <a:moveTo>
                  <a:pt x="207931" y="95012"/>
                </a:moveTo>
                <a:lnTo>
                  <a:pt x="207931" y="101085"/>
                </a:lnTo>
                <a:lnTo>
                  <a:pt x="201859" y="101085"/>
                </a:lnTo>
                <a:lnTo>
                  <a:pt x="201859" y="95012"/>
                </a:lnTo>
                <a:close/>
                <a:moveTo>
                  <a:pt x="214992" y="95012"/>
                </a:moveTo>
                <a:lnTo>
                  <a:pt x="214992" y="101085"/>
                </a:lnTo>
                <a:lnTo>
                  <a:pt x="208919" y="101085"/>
                </a:lnTo>
                <a:lnTo>
                  <a:pt x="208919" y="95012"/>
                </a:lnTo>
                <a:close/>
                <a:moveTo>
                  <a:pt x="222052" y="95012"/>
                </a:moveTo>
                <a:lnTo>
                  <a:pt x="222052" y="101085"/>
                </a:lnTo>
                <a:lnTo>
                  <a:pt x="215968" y="101085"/>
                </a:lnTo>
                <a:lnTo>
                  <a:pt x="215968" y="95012"/>
                </a:lnTo>
                <a:close/>
                <a:moveTo>
                  <a:pt x="229100" y="95012"/>
                </a:moveTo>
                <a:lnTo>
                  <a:pt x="229100" y="101085"/>
                </a:lnTo>
                <a:lnTo>
                  <a:pt x="223028" y="101085"/>
                </a:lnTo>
                <a:lnTo>
                  <a:pt x="223028" y="95012"/>
                </a:lnTo>
                <a:close/>
                <a:moveTo>
                  <a:pt x="236161" y="95012"/>
                </a:moveTo>
                <a:lnTo>
                  <a:pt x="236161" y="101085"/>
                </a:lnTo>
                <a:lnTo>
                  <a:pt x="230077" y="101085"/>
                </a:lnTo>
                <a:lnTo>
                  <a:pt x="230077" y="95012"/>
                </a:lnTo>
                <a:close/>
                <a:moveTo>
                  <a:pt x="243209" y="95012"/>
                </a:moveTo>
                <a:lnTo>
                  <a:pt x="243209" y="101085"/>
                </a:lnTo>
                <a:lnTo>
                  <a:pt x="237137" y="101085"/>
                </a:lnTo>
                <a:lnTo>
                  <a:pt x="237137" y="95012"/>
                </a:lnTo>
                <a:close/>
                <a:moveTo>
                  <a:pt x="250270" y="95012"/>
                </a:moveTo>
                <a:lnTo>
                  <a:pt x="250270" y="101085"/>
                </a:lnTo>
                <a:lnTo>
                  <a:pt x="244198" y="101085"/>
                </a:lnTo>
                <a:lnTo>
                  <a:pt x="244198" y="95012"/>
                </a:lnTo>
                <a:close/>
                <a:moveTo>
                  <a:pt x="257318" y="95012"/>
                </a:moveTo>
                <a:lnTo>
                  <a:pt x="257318" y="101085"/>
                </a:lnTo>
                <a:lnTo>
                  <a:pt x="251246" y="101085"/>
                </a:lnTo>
                <a:lnTo>
                  <a:pt x="251246" y="95012"/>
                </a:lnTo>
                <a:close/>
                <a:moveTo>
                  <a:pt x="264379" y="95012"/>
                </a:moveTo>
                <a:lnTo>
                  <a:pt x="264379" y="101085"/>
                </a:lnTo>
                <a:lnTo>
                  <a:pt x="258306" y="101085"/>
                </a:lnTo>
                <a:lnTo>
                  <a:pt x="258306" y="95012"/>
                </a:lnTo>
                <a:close/>
                <a:moveTo>
                  <a:pt x="271427" y="95012"/>
                </a:moveTo>
                <a:lnTo>
                  <a:pt x="271427" y="101085"/>
                </a:lnTo>
                <a:lnTo>
                  <a:pt x="265355" y="101085"/>
                </a:lnTo>
                <a:lnTo>
                  <a:pt x="265355" y="95012"/>
                </a:lnTo>
                <a:close/>
                <a:moveTo>
                  <a:pt x="278488" y="95012"/>
                </a:moveTo>
                <a:lnTo>
                  <a:pt x="278488" y="101085"/>
                </a:lnTo>
                <a:lnTo>
                  <a:pt x="272415" y="101085"/>
                </a:lnTo>
                <a:lnTo>
                  <a:pt x="272415" y="95012"/>
                </a:lnTo>
                <a:close/>
                <a:moveTo>
                  <a:pt x="17443" y="102061"/>
                </a:moveTo>
                <a:lnTo>
                  <a:pt x="17443" y="108145"/>
                </a:lnTo>
                <a:lnTo>
                  <a:pt x="11371" y="108145"/>
                </a:lnTo>
                <a:lnTo>
                  <a:pt x="11371" y="102061"/>
                </a:lnTo>
                <a:close/>
                <a:moveTo>
                  <a:pt x="24503" y="102061"/>
                </a:moveTo>
                <a:lnTo>
                  <a:pt x="24503" y="108145"/>
                </a:lnTo>
                <a:lnTo>
                  <a:pt x="18431" y="108145"/>
                </a:lnTo>
                <a:lnTo>
                  <a:pt x="18431" y="102061"/>
                </a:lnTo>
                <a:close/>
                <a:moveTo>
                  <a:pt x="31564" y="102061"/>
                </a:moveTo>
                <a:lnTo>
                  <a:pt x="31564" y="108145"/>
                </a:lnTo>
                <a:lnTo>
                  <a:pt x="25492" y="108145"/>
                </a:lnTo>
                <a:lnTo>
                  <a:pt x="25492" y="102061"/>
                </a:lnTo>
                <a:close/>
                <a:moveTo>
                  <a:pt x="38612" y="102061"/>
                </a:moveTo>
                <a:lnTo>
                  <a:pt x="38612" y="108145"/>
                </a:lnTo>
                <a:lnTo>
                  <a:pt x="32540" y="108145"/>
                </a:lnTo>
                <a:lnTo>
                  <a:pt x="32540" y="102061"/>
                </a:lnTo>
                <a:close/>
                <a:moveTo>
                  <a:pt x="45673" y="102061"/>
                </a:moveTo>
                <a:lnTo>
                  <a:pt x="45673" y="108145"/>
                </a:lnTo>
                <a:lnTo>
                  <a:pt x="39601" y="108145"/>
                </a:lnTo>
                <a:lnTo>
                  <a:pt x="39601" y="102061"/>
                </a:lnTo>
                <a:close/>
                <a:moveTo>
                  <a:pt x="52721" y="102061"/>
                </a:moveTo>
                <a:lnTo>
                  <a:pt x="52721" y="108145"/>
                </a:lnTo>
                <a:lnTo>
                  <a:pt x="46649" y="108145"/>
                </a:lnTo>
                <a:lnTo>
                  <a:pt x="46649" y="102061"/>
                </a:lnTo>
                <a:close/>
                <a:moveTo>
                  <a:pt x="59782" y="102061"/>
                </a:moveTo>
                <a:lnTo>
                  <a:pt x="59782" y="108145"/>
                </a:lnTo>
                <a:lnTo>
                  <a:pt x="53709" y="108145"/>
                </a:lnTo>
                <a:lnTo>
                  <a:pt x="53709" y="102061"/>
                </a:lnTo>
                <a:close/>
                <a:moveTo>
                  <a:pt x="66842" y="102061"/>
                </a:moveTo>
                <a:lnTo>
                  <a:pt x="66842" y="108145"/>
                </a:lnTo>
                <a:lnTo>
                  <a:pt x="60758" y="108145"/>
                </a:lnTo>
                <a:lnTo>
                  <a:pt x="60758" y="102061"/>
                </a:lnTo>
                <a:close/>
                <a:moveTo>
                  <a:pt x="73902" y="102061"/>
                </a:moveTo>
                <a:lnTo>
                  <a:pt x="73902" y="108145"/>
                </a:lnTo>
                <a:lnTo>
                  <a:pt x="67818" y="108145"/>
                </a:lnTo>
                <a:lnTo>
                  <a:pt x="67818" y="102061"/>
                </a:lnTo>
                <a:close/>
                <a:moveTo>
                  <a:pt x="80951" y="102061"/>
                </a:moveTo>
                <a:lnTo>
                  <a:pt x="80951" y="108145"/>
                </a:lnTo>
                <a:lnTo>
                  <a:pt x="74879" y="108145"/>
                </a:lnTo>
                <a:lnTo>
                  <a:pt x="74879" y="102061"/>
                </a:lnTo>
                <a:close/>
                <a:moveTo>
                  <a:pt x="88011" y="102061"/>
                </a:moveTo>
                <a:lnTo>
                  <a:pt x="88011" y="108145"/>
                </a:lnTo>
                <a:lnTo>
                  <a:pt x="81927" y="108145"/>
                </a:lnTo>
                <a:lnTo>
                  <a:pt x="81927" y="102061"/>
                </a:lnTo>
                <a:close/>
                <a:moveTo>
                  <a:pt x="95060" y="102061"/>
                </a:moveTo>
                <a:lnTo>
                  <a:pt x="95060" y="108145"/>
                </a:lnTo>
                <a:lnTo>
                  <a:pt x="88988" y="108145"/>
                </a:lnTo>
                <a:lnTo>
                  <a:pt x="88988" y="102061"/>
                </a:lnTo>
                <a:close/>
                <a:moveTo>
                  <a:pt x="102120" y="102061"/>
                </a:moveTo>
                <a:lnTo>
                  <a:pt x="102120" y="108145"/>
                </a:lnTo>
                <a:lnTo>
                  <a:pt x="96036" y="108145"/>
                </a:lnTo>
                <a:lnTo>
                  <a:pt x="96036" y="102061"/>
                </a:lnTo>
                <a:close/>
                <a:moveTo>
                  <a:pt x="103097" y="102061"/>
                </a:moveTo>
                <a:lnTo>
                  <a:pt x="109169" y="102073"/>
                </a:lnTo>
                <a:lnTo>
                  <a:pt x="109169" y="108145"/>
                </a:lnTo>
                <a:lnTo>
                  <a:pt x="103097" y="108145"/>
                </a:lnTo>
                <a:lnTo>
                  <a:pt x="103097" y="102061"/>
                </a:lnTo>
                <a:close/>
                <a:moveTo>
                  <a:pt x="110157" y="102061"/>
                </a:moveTo>
                <a:lnTo>
                  <a:pt x="116229" y="102073"/>
                </a:lnTo>
                <a:lnTo>
                  <a:pt x="116229" y="108145"/>
                </a:lnTo>
                <a:lnTo>
                  <a:pt x="110157" y="108145"/>
                </a:lnTo>
                <a:lnTo>
                  <a:pt x="110157" y="102061"/>
                </a:lnTo>
                <a:close/>
                <a:moveTo>
                  <a:pt x="123278" y="102061"/>
                </a:moveTo>
                <a:lnTo>
                  <a:pt x="123278" y="108145"/>
                </a:lnTo>
                <a:lnTo>
                  <a:pt x="117205" y="108145"/>
                </a:lnTo>
                <a:lnTo>
                  <a:pt x="117205" y="102061"/>
                </a:lnTo>
                <a:close/>
                <a:moveTo>
                  <a:pt x="130338" y="102061"/>
                </a:moveTo>
                <a:lnTo>
                  <a:pt x="130338" y="108145"/>
                </a:lnTo>
                <a:lnTo>
                  <a:pt x="124254" y="108145"/>
                </a:lnTo>
                <a:lnTo>
                  <a:pt x="124254" y="102061"/>
                </a:lnTo>
                <a:close/>
                <a:moveTo>
                  <a:pt x="137387" y="102061"/>
                </a:moveTo>
                <a:lnTo>
                  <a:pt x="137387" y="108145"/>
                </a:lnTo>
                <a:lnTo>
                  <a:pt x="131314" y="108145"/>
                </a:lnTo>
                <a:lnTo>
                  <a:pt x="131314" y="102061"/>
                </a:lnTo>
                <a:close/>
                <a:moveTo>
                  <a:pt x="144447" y="102061"/>
                </a:moveTo>
                <a:lnTo>
                  <a:pt x="144447" y="108145"/>
                </a:lnTo>
                <a:lnTo>
                  <a:pt x="138375" y="108145"/>
                </a:lnTo>
                <a:lnTo>
                  <a:pt x="138375" y="102061"/>
                </a:lnTo>
                <a:close/>
                <a:moveTo>
                  <a:pt x="151495" y="102061"/>
                </a:moveTo>
                <a:lnTo>
                  <a:pt x="151495" y="108145"/>
                </a:lnTo>
                <a:lnTo>
                  <a:pt x="145423" y="108145"/>
                </a:lnTo>
                <a:lnTo>
                  <a:pt x="145423" y="102061"/>
                </a:lnTo>
                <a:close/>
                <a:moveTo>
                  <a:pt x="158556" y="102061"/>
                </a:moveTo>
                <a:lnTo>
                  <a:pt x="158556" y="108145"/>
                </a:lnTo>
                <a:lnTo>
                  <a:pt x="152484" y="108145"/>
                </a:lnTo>
                <a:lnTo>
                  <a:pt x="152484" y="102061"/>
                </a:lnTo>
                <a:close/>
                <a:moveTo>
                  <a:pt x="165604" y="102061"/>
                </a:moveTo>
                <a:lnTo>
                  <a:pt x="165604" y="108145"/>
                </a:lnTo>
                <a:lnTo>
                  <a:pt x="159532" y="108145"/>
                </a:lnTo>
                <a:lnTo>
                  <a:pt x="159532" y="102061"/>
                </a:lnTo>
                <a:close/>
                <a:moveTo>
                  <a:pt x="172665" y="102061"/>
                </a:moveTo>
                <a:lnTo>
                  <a:pt x="172665" y="108145"/>
                </a:lnTo>
                <a:lnTo>
                  <a:pt x="166581" y="108145"/>
                </a:lnTo>
                <a:lnTo>
                  <a:pt x="166581" y="102061"/>
                </a:lnTo>
                <a:close/>
                <a:moveTo>
                  <a:pt x="179713" y="102061"/>
                </a:moveTo>
                <a:lnTo>
                  <a:pt x="179713" y="108145"/>
                </a:lnTo>
                <a:lnTo>
                  <a:pt x="173641" y="108145"/>
                </a:lnTo>
                <a:lnTo>
                  <a:pt x="173641" y="102061"/>
                </a:lnTo>
                <a:close/>
                <a:moveTo>
                  <a:pt x="186774" y="102061"/>
                </a:moveTo>
                <a:lnTo>
                  <a:pt x="186774" y="108145"/>
                </a:lnTo>
                <a:lnTo>
                  <a:pt x="180702" y="108145"/>
                </a:lnTo>
                <a:lnTo>
                  <a:pt x="180702" y="102061"/>
                </a:lnTo>
                <a:close/>
                <a:moveTo>
                  <a:pt x="193822" y="102061"/>
                </a:moveTo>
                <a:lnTo>
                  <a:pt x="193822" y="108145"/>
                </a:lnTo>
                <a:lnTo>
                  <a:pt x="187750" y="108145"/>
                </a:lnTo>
                <a:lnTo>
                  <a:pt x="187750" y="102061"/>
                </a:lnTo>
                <a:close/>
                <a:moveTo>
                  <a:pt x="200883" y="102061"/>
                </a:moveTo>
                <a:lnTo>
                  <a:pt x="200883" y="108145"/>
                </a:lnTo>
                <a:lnTo>
                  <a:pt x="194810" y="108145"/>
                </a:lnTo>
                <a:lnTo>
                  <a:pt x="194810" y="102061"/>
                </a:lnTo>
                <a:close/>
                <a:moveTo>
                  <a:pt x="207931" y="102061"/>
                </a:moveTo>
                <a:lnTo>
                  <a:pt x="207931" y="108145"/>
                </a:lnTo>
                <a:lnTo>
                  <a:pt x="201859" y="108145"/>
                </a:lnTo>
                <a:lnTo>
                  <a:pt x="201859" y="102061"/>
                </a:lnTo>
                <a:close/>
                <a:moveTo>
                  <a:pt x="214992" y="102061"/>
                </a:moveTo>
                <a:lnTo>
                  <a:pt x="214992" y="108145"/>
                </a:lnTo>
                <a:lnTo>
                  <a:pt x="208919" y="108145"/>
                </a:lnTo>
                <a:lnTo>
                  <a:pt x="208919" y="102061"/>
                </a:lnTo>
                <a:close/>
                <a:moveTo>
                  <a:pt x="222052" y="102061"/>
                </a:moveTo>
                <a:lnTo>
                  <a:pt x="222052" y="108145"/>
                </a:lnTo>
                <a:lnTo>
                  <a:pt x="215968" y="108145"/>
                </a:lnTo>
                <a:lnTo>
                  <a:pt x="215968" y="102061"/>
                </a:lnTo>
                <a:close/>
                <a:moveTo>
                  <a:pt x="229100" y="102061"/>
                </a:moveTo>
                <a:lnTo>
                  <a:pt x="229100" y="108145"/>
                </a:lnTo>
                <a:lnTo>
                  <a:pt x="223028" y="108145"/>
                </a:lnTo>
                <a:lnTo>
                  <a:pt x="223028" y="102061"/>
                </a:lnTo>
                <a:close/>
                <a:moveTo>
                  <a:pt x="236161" y="102061"/>
                </a:moveTo>
                <a:lnTo>
                  <a:pt x="236161" y="108145"/>
                </a:lnTo>
                <a:lnTo>
                  <a:pt x="230077" y="108145"/>
                </a:lnTo>
                <a:lnTo>
                  <a:pt x="230077" y="102061"/>
                </a:lnTo>
                <a:close/>
                <a:moveTo>
                  <a:pt x="243209" y="102061"/>
                </a:moveTo>
                <a:lnTo>
                  <a:pt x="243209" y="108145"/>
                </a:lnTo>
                <a:lnTo>
                  <a:pt x="237137" y="108145"/>
                </a:lnTo>
                <a:lnTo>
                  <a:pt x="237137" y="102061"/>
                </a:lnTo>
                <a:close/>
                <a:moveTo>
                  <a:pt x="250270" y="102061"/>
                </a:moveTo>
                <a:lnTo>
                  <a:pt x="250270" y="108145"/>
                </a:lnTo>
                <a:lnTo>
                  <a:pt x="244198" y="108145"/>
                </a:lnTo>
                <a:lnTo>
                  <a:pt x="244198" y="102061"/>
                </a:lnTo>
                <a:close/>
                <a:moveTo>
                  <a:pt x="257318" y="102061"/>
                </a:moveTo>
                <a:lnTo>
                  <a:pt x="257318" y="108145"/>
                </a:lnTo>
                <a:lnTo>
                  <a:pt x="251246" y="108145"/>
                </a:lnTo>
                <a:lnTo>
                  <a:pt x="251246" y="102061"/>
                </a:lnTo>
                <a:close/>
                <a:moveTo>
                  <a:pt x="264379" y="102061"/>
                </a:moveTo>
                <a:lnTo>
                  <a:pt x="264379" y="108145"/>
                </a:lnTo>
                <a:lnTo>
                  <a:pt x="258306" y="108145"/>
                </a:lnTo>
                <a:lnTo>
                  <a:pt x="258306" y="102061"/>
                </a:lnTo>
                <a:close/>
                <a:moveTo>
                  <a:pt x="271427" y="102061"/>
                </a:moveTo>
                <a:lnTo>
                  <a:pt x="271427" y="108145"/>
                </a:lnTo>
                <a:lnTo>
                  <a:pt x="265355" y="108145"/>
                </a:lnTo>
                <a:lnTo>
                  <a:pt x="265355" y="102061"/>
                </a:lnTo>
                <a:close/>
                <a:moveTo>
                  <a:pt x="278488" y="102061"/>
                </a:moveTo>
                <a:lnTo>
                  <a:pt x="278488" y="108145"/>
                </a:lnTo>
                <a:lnTo>
                  <a:pt x="272415" y="108145"/>
                </a:lnTo>
                <a:lnTo>
                  <a:pt x="272415" y="102061"/>
                </a:lnTo>
                <a:close/>
                <a:moveTo>
                  <a:pt x="17443" y="109121"/>
                </a:moveTo>
                <a:lnTo>
                  <a:pt x="17443" y="115193"/>
                </a:lnTo>
                <a:lnTo>
                  <a:pt x="11371" y="115193"/>
                </a:lnTo>
                <a:lnTo>
                  <a:pt x="11371" y="109121"/>
                </a:lnTo>
                <a:close/>
                <a:moveTo>
                  <a:pt x="24503" y="109121"/>
                </a:moveTo>
                <a:lnTo>
                  <a:pt x="24503" y="115193"/>
                </a:lnTo>
                <a:lnTo>
                  <a:pt x="18431" y="115193"/>
                </a:lnTo>
                <a:lnTo>
                  <a:pt x="18431" y="109121"/>
                </a:lnTo>
                <a:close/>
                <a:moveTo>
                  <a:pt x="31564" y="109121"/>
                </a:moveTo>
                <a:lnTo>
                  <a:pt x="31564" y="115193"/>
                </a:lnTo>
                <a:lnTo>
                  <a:pt x="25492" y="115193"/>
                </a:lnTo>
                <a:lnTo>
                  <a:pt x="25492" y="109121"/>
                </a:lnTo>
                <a:close/>
                <a:moveTo>
                  <a:pt x="38612" y="109121"/>
                </a:moveTo>
                <a:lnTo>
                  <a:pt x="38612" y="115193"/>
                </a:lnTo>
                <a:lnTo>
                  <a:pt x="32540" y="115193"/>
                </a:lnTo>
                <a:lnTo>
                  <a:pt x="32540" y="109121"/>
                </a:lnTo>
                <a:close/>
                <a:moveTo>
                  <a:pt x="45673" y="109121"/>
                </a:moveTo>
                <a:lnTo>
                  <a:pt x="45673" y="115193"/>
                </a:lnTo>
                <a:lnTo>
                  <a:pt x="39601" y="115193"/>
                </a:lnTo>
                <a:lnTo>
                  <a:pt x="39601" y="109121"/>
                </a:lnTo>
                <a:close/>
                <a:moveTo>
                  <a:pt x="52721" y="109121"/>
                </a:moveTo>
                <a:lnTo>
                  <a:pt x="52721" y="115193"/>
                </a:lnTo>
                <a:lnTo>
                  <a:pt x="46649" y="115193"/>
                </a:lnTo>
                <a:lnTo>
                  <a:pt x="46649" y="109121"/>
                </a:lnTo>
                <a:close/>
                <a:moveTo>
                  <a:pt x="59782" y="109121"/>
                </a:moveTo>
                <a:lnTo>
                  <a:pt x="59782" y="115193"/>
                </a:lnTo>
                <a:lnTo>
                  <a:pt x="53709" y="115193"/>
                </a:lnTo>
                <a:lnTo>
                  <a:pt x="53709" y="109121"/>
                </a:lnTo>
                <a:close/>
                <a:moveTo>
                  <a:pt x="66842" y="109121"/>
                </a:moveTo>
                <a:lnTo>
                  <a:pt x="66842" y="115193"/>
                </a:lnTo>
                <a:lnTo>
                  <a:pt x="60758" y="115193"/>
                </a:lnTo>
                <a:lnTo>
                  <a:pt x="60758" y="109121"/>
                </a:lnTo>
                <a:close/>
                <a:moveTo>
                  <a:pt x="73902" y="109121"/>
                </a:moveTo>
                <a:lnTo>
                  <a:pt x="73902" y="115193"/>
                </a:lnTo>
                <a:lnTo>
                  <a:pt x="67818" y="115193"/>
                </a:lnTo>
                <a:lnTo>
                  <a:pt x="67818" y="109121"/>
                </a:lnTo>
                <a:close/>
                <a:moveTo>
                  <a:pt x="80951" y="109121"/>
                </a:moveTo>
                <a:lnTo>
                  <a:pt x="80951" y="115193"/>
                </a:lnTo>
                <a:lnTo>
                  <a:pt x="74879" y="115193"/>
                </a:lnTo>
                <a:lnTo>
                  <a:pt x="74879" y="109121"/>
                </a:lnTo>
                <a:close/>
                <a:moveTo>
                  <a:pt x="88011" y="109121"/>
                </a:moveTo>
                <a:lnTo>
                  <a:pt x="88011" y="115193"/>
                </a:lnTo>
                <a:lnTo>
                  <a:pt x="81927" y="115193"/>
                </a:lnTo>
                <a:lnTo>
                  <a:pt x="81927" y="109121"/>
                </a:lnTo>
                <a:close/>
                <a:moveTo>
                  <a:pt x="95060" y="109121"/>
                </a:moveTo>
                <a:lnTo>
                  <a:pt x="95060" y="115193"/>
                </a:lnTo>
                <a:lnTo>
                  <a:pt x="88988" y="115193"/>
                </a:lnTo>
                <a:lnTo>
                  <a:pt x="88988" y="109121"/>
                </a:lnTo>
                <a:close/>
                <a:moveTo>
                  <a:pt x="102120" y="109121"/>
                </a:moveTo>
                <a:lnTo>
                  <a:pt x="102120" y="115193"/>
                </a:lnTo>
                <a:lnTo>
                  <a:pt x="96036" y="115193"/>
                </a:lnTo>
                <a:lnTo>
                  <a:pt x="96036" y="109121"/>
                </a:lnTo>
                <a:close/>
                <a:moveTo>
                  <a:pt x="109169" y="109121"/>
                </a:moveTo>
                <a:lnTo>
                  <a:pt x="109169" y="115193"/>
                </a:lnTo>
                <a:lnTo>
                  <a:pt x="103097" y="115193"/>
                </a:lnTo>
                <a:lnTo>
                  <a:pt x="103097" y="109121"/>
                </a:lnTo>
                <a:close/>
                <a:moveTo>
                  <a:pt x="116229" y="109121"/>
                </a:moveTo>
                <a:lnTo>
                  <a:pt x="116229" y="115193"/>
                </a:lnTo>
                <a:lnTo>
                  <a:pt x="110157" y="115193"/>
                </a:lnTo>
                <a:lnTo>
                  <a:pt x="110157" y="109121"/>
                </a:lnTo>
                <a:close/>
                <a:moveTo>
                  <a:pt x="123278" y="109121"/>
                </a:moveTo>
                <a:lnTo>
                  <a:pt x="123278" y="115193"/>
                </a:lnTo>
                <a:lnTo>
                  <a:pt x="117205" y="115193"/>
                </a:lnTo>
                <a:lnTo>
                  <a:pt x="117205" y="109121"/>
                </a:lnTo>
                <a:close/>
                <a:moveTo>
                  <a:pt x="130338" y="109121"/>
                </a:moveTo>
                <a:lnTo>
                  <a:pt x="130338" y="115193"/>
                </a:lnTo>
                <a:lnTo>
                  <a:pt x="124254" y="115193"/>
                </a:lnTo>
                <a:lnTo>
                  <a:pt x="124254" y="109121"/>
                </a:lnTo>
                <a:close/>
                <a:moveTo>
                  <a:pt x="137387" y="109121"/>
                </a:moveTo>
                <a:lnTo>
                  <a:pt x="137387" y="115193"/>
                </a:lnTo>
                <a:lnTo>
                  <a:pt x="131314" y="115193"/>
                </a:lnTo>
                <a:lnTo>
                  <a:pt x="131314" y="109121"/>
                </a:lnTo>
                <a:close/>
                <a:moveTo>
                  <a:pt x="144447" y="109121"/>
                </a:moveTo>
                <a:lnTo>
                  <a:pt x="144447" y="115193"/>
                </a:lnTo>
                <a:lnTo>
                  <a:pt x="138375" y="115193"/>
                </a:lnTo>
                <a:lnTo>
                  <a:pt x="138375" y="109121"/>
                </a:lnTo>
                <a:close/>
                <a:moveTo>
                  <a:pt x="151495" y="109121"/>
                </a:moveTo>
                <a:lnTo>
                  <a:pt x="151495" y="115193"/>
                </a:lnTo>
                <a:lnTo>
                  <a:pt x="145423" y="115193"/>
                </a:lnTo>
                <a:lnTo>
                  <a:pt x="145423" y="109121"/>
                </a:lnTo>
                <a:close/>
                <a:moveTo>
                  <a:pt x="158556" y="109121"/>
                </a:moveTo>
                <a:lnTo>
                  <a:pt x="158556" y="115193"/>
                </a:lnTo>
                <a:lnTo>
                  <a:pt x="152484" y="115193"/>
                </a:lnTo>
                <a:lnTo>
                  <a:pt x="152484" y="109121"/>
                </a:lnTo>
                <a:close/>
                <a:moveTo>
                  <a:pt x="165604" y="109121"/>
                </a:moveTo>
                <a:lnTo>
                  <a:pt x="165604" y="115193"/>
                </a:lnTo>
                <a:lnTo>
                  <a:pt x="159532" y="115193"/>
                </a:lnTo>
                <a:lnTo>
                  <a:pt x="159532" y="109121"/>
                </a:lnTo>
                <a:close/>
                <a:moveTo>
                  <a:pt x="172665" y="109121"/>
                </a:moveTo>
                <a:lnTo>
                  <a:pt x="172665" y="115193"/>
                </a:lnTo>
                <a:lnTo>
                  <a:pt x="166581" y="115193"/>
                </a:lnTo>
                <a:lnTo>
                  <a:pt x="166581" y="109121"/>
                </a:lnTo>
                <a:close/>
                <a:moveTo>
                  <a:pt x="179713" y="109121"/>
                </a:moveTo>
                <a:lnTo>
                  <a:pt x="179713" y="115193"/>
                </a:lnTo>
                <a:lnTo>
                  <a:pt x="173641" y="115193"/>
                </a:lnTo>
                <a:lnTo>
                  <a:pt x="173641" y="109121"/>
                </a:lnTo>
                <a:close/>
                <a:moveTo>
                  <a:pt x="186774" y="109121"/>
                </a:moveTo>
                <a:lnTo>
                  <a:pt x="186774" y="115193"/>
                </a:lnTo>
                <a:lnTo>
                  <a:pt x="180702" y="115193"/>
                </a:lnTo>
                <a:lnTo>
                  <a:pt x="180702" y="109121"/>
                </a:lnTo>
                <a:close/>
                <a:moveTo>
                  <a:pt x="193822" y="109121"/>
                </a:moveTo>
                <a:lnTo>
                  <a:pt x="193822" y="115193"/>
                </a:lnTo>
                <a:lnTo>
                  <a:pt x="187750" y="115193"/>
                </a:lnTo>
                <a:lnTo>
                  <a:pt x="187750" y="109121"/>
                </a:lnTo>
                <a:close/>
                <a:moveTo>
                  <a:pt x="200883" y="109121"/>
                </a:moveTo>
                <a:lnTo>
                  <a:pt x="200883" y="115193"/>
                </a:lnTo>
                <a:lnTo>
                  <a:pt x="194810" y="115193"/>
                </a:lnTo>
                <a:lnTo>
                  <a:pt x="194810" y="109121"/>
                </a:lnTo>
                <a:close/>
                <a:moveTo>
                  <a:pt x="207931" y="109121"/>
                </a:moveTo>
                <a:lnTo>
                  <a:pt x="207931" y="115193"/>
                </a:lnTo>
                <a:lnTo>
                  <a:pt x="201859" y="115193"/>
                </a:lnTo>
                <a:lnTo>
                  <a:pt x="201859" y="109121"/>
                </a:lnTo>
                <a:close/>
                <a:moveTo>
                  <a:pt x="214992" y="109121"/>
                </a:moveTo>
                <a:lnTo>
                  <a:pt x="214992" y="115193"/>
                </a:lnTo>
                <a:lnTo>
                  <a:pt x="208919" y="115193"/>
                </a:lnTo>
                <a:lnTo>
                  <a:pt x="208919" y="109121"/>
                </a:lnTo>
                <a:close/>
                <a:moveTo>
                  <a:pt x="222052" y="109121"/>
                </a:moveTo>
                <a:lnTo>
                  <a:pt x="222052" y="115193"/>
                </a:lnTo>
                <a:lnTo>
                  <a:pt x="215968" y="115193"/>
                </a:lnTo>
                <a:lnTo>
                  <a:pt x="215968" y="109121"/>
                </a:lnTo>
                <a:close/>
                <a:moveTo>
                  <a:pt x="229100" y="109121"/>
                </a:moveTo>
                <a:lnTo>
                  <a:pt x="229100" y="115193"/>
                </a:lnTo>
                <a:lnTo>
                  <a:pt x="223028" y="115193"/>
                </a:lnTo>
                <a:lnTo>
                  <a:pt x="223028" y="109121"/>
                </a:lnTo>
                <a:close/>
                <a:moveTo>
                  <a:pt x="236161" y="109121"/>
                </a:moveTo>
                <a:lnTo>
                  <a:pt x="236161" y="115193"/>
                </a:lnTo>
                <a:lnTo>
                  <a:pt x="230077" y="115193"/>
                </a:lnTo>
                <a:lnTo>
                  <a:pt x="230077" y="109121"/>
                </a:lnTo>
                <a:close/>
                <a:moveTo>
                  <a:pt x="243209" y="109121"/>
                </a:moveTo>
                <a:lnTo>
                  <a:pt x="243209" y="115193"/>
                </a:lnTo>
                <a:lnTo>
                  <a:pt x="237137" y="115193"/>
                </a:lnTo>
                <a:lnTo>
                  <a:pt x="237137" y="109121"/>
                </a:lnTo>
                <a:close/>
                <a:moveTo>
                  <a:pt x="250270" y="109121"/>
                </a:moveTo>
                <a:lnTo>
                  <a:pt x="250270" y="115193"/>
                </a:lnTo>
                <a:lnTo>
                  <a:pt x="244198" y="115193"/>
                </a:lnTo>
                <a:lnTo>
                  <a:pt x="244198" y="109121"/>
                </a:lnTo>
                <a:close/>
                <a:moveTo>
                  <a:pt x="257318" y="109121"/>
                </a:moveTo>
                <a:lnTo>
                  <a:pt x="257318" y="115193"/>
                </a:lnTo>
                <a:lnTo>
                  <a:pt x="251246" y="115193"/>
                </a:lnTo>
                <a:lnTo>
                  <a:pt x="251246" y="109121"/>
                </a:lnTo>
                <a:close/>
                <a:moveTo>
                  <a:pt x="264379" y="109121"/>
                </a:moveTo>
                <a:lnTo>
                  <a:pt x="264379" y="115193"/>
                </a:lnTo>
                <a:lnTo>
                  <a:pt x="258306" y="115193"/>
                </a:lnTo>
                <a:lnTo>
                  <a:pt x="258306" y="109121"/>
                </a:lnTo>
                <a:close/>
                <a:moveTo>
                  <a:pt x="271427" y="109121"/>
                </a:moveTo>
                <a:lnTo>
                  <a:pt x="271427" y="115193"/>
                </a:lnTo>
                <a:lnTo>
                  <a:pt x="265355" y="115193"/>
                </a:lnTo>
                <a:lnTo>
                  <a:pt x="265355" y="109121"/>
                </a:lnTo>
                <a:close/>
                <a:moveTo>
                  <a:pt x="278488" y="109121"/>
                </a:moveTo>
                <a:lnTo>
                  <a:pt x="278488" y="115193"/>
                </a:lnTo>
                <a:lnTo>
                  <a:pt x="272415" y="115193"/>
                </a:lnTo>
                <a:lnTo>
                  <a:pt x="272415" y="109121"/>
                </a:lnTo>
                <a:close/>
                <a:moveTo>
                  <a:pt x="17443" y="116170"/>
                </a:moveTo>
                <a:lnTo>
                  <a:pt x="17443" y="122254"/>
                </a:lnTo>
                <a:lnTo>
                  <a:pt x="11371" y="122254"/>
                </a:lnTo>
                <a:lnTo>
                  <a:pt x="11371" y="116182"/>
                </a:lnTo>
                <a:lnTo>
                  <a:pt x="17443" y="116170"/>
                </a:lnTo>
                <a:close/>
                <a:moveTo>
                  <a:pt x="24503" y="116170"/>
                </a:moveTo>
                <a:lnTo>
                  <a:pt x="24503" y="122254"/>
                </a:lnTo>
                <a:lnTo>
                  <a:pt x="18431" y="122254"/>
                </a:lnTo>
                <a:lnTo>
                  <a:pt x="18431" y="116182"/>
                </a:lnTo>
                <a:lnTo>
                  <a:pt x="24503" y="116170"/>
                </a:lnTo>
                <a:close/>
                <a:moveTo>
                  <a:pt x="31564" y="116170"/>
                </a:moveTo>
                <a:lnTo>
                  <a:pt x="31564" y="122254"/>
                </a:lnTo>
                <a:lnTo>
                  <a:pt x="25492" y="122254"/>
                </a:lnTo>
                <a:lnTo>
                  <a:pt x="25492" y="116182"/>
                </a:lnTo>
                <a:lnTo>
                  <a:pt x="31564" y="116170"/>
                </a:lnTo>
                <a:close/>
                <a:moveTo>
                  <a:pt x="38612" y="116170"/>
                </a:moveTo>
                <a:lnTo>
                  <a:pt x="38612" y="122254"/>
                </a:lnTo>
                <a:lnTo>
                  <a:pt x="32540" y="122254"/>
                </a:lnTo>
                <a:lnTo>
                  <a:pt x="32540" y="116182"/>
                </a:lnTo>
                <a:lnTo>
                  <a:pt x="38612" y="116170"/>
                </a:lnTo>
                <a:close/>
                <a:moveTo>
                  <a:pt x="45673" y="116170"/>
                </a:moveTo>
                <a:lnTo>
                  <a:pt x="45673" y="122254"/>
                </a:lnTo>
                <a:lnTo>
                  <a:pt x="39601" y="122254"/>
                </a:lnTo>
                <a:lnTo>
                  <a:pt x="39601" y="116182"/>
                </a:lnTo>
                <a:lnTo>
                  <a:pt x="45673" y="116170"/>
                </a:lnTo>
                <a:close/>
                <a:moveTo>
                  <a:pt x="52721" y="116170"/>
                </a:moveTo>
                <a:lnTo>
                  <a:pt x="52721" y="122254"/>
                </a:lnTo>
                <a:lnTo>
                  <a:pt x="46649" y="122254"/>
                </a:lnTo>
                <a:lnTo>
                  <a:pt x="46649" y="116182"/>
                </a:lnTo>
                <a:lnTo>
                  <a:pt x="52721" y="116170"/>
                </a:lnTo>
                <a:close/>
                <a:moveTo>
                  <a:pt x="59782" y="116170"/>
                </a:moveTo>
                <a:lnTo>
                  <a:pt x="59782" y="122254"/>
                </a:lnTo>
                <a:lnTo>
                  <a:pt x="53709" y="122254"/>
                </a:lnTo>
                <a:lnTo>
                  <a:pt x="53709" y="116182"/>
                </a:lnTo>
                <a:lnTo>
                  <a:pt x="59782" y="116170"/>
                </a:lnTo>
                <a:close/>
                <a:moveTo>
                  <a:pt x="66842" y="116182"/>
                </a:moveTo>
                <a:lnTo>
                  <a:pt x="66842" y="122254"/>
                </a:lnTo>
                <a:lnTo>
                  <a:pt x="60758" y="122254"/>
                </a:lnTo>
                <a:lnTo>
                  <a:pt x="60758" y="116182"/>
                </a:lnTo>
                <a:close/>
                <a:moveTo>
                  <a:pt x="73902" y="116182"/>
                </a:moveTo>
                <a:lnTo>
                  <a:pt x="73902" y="122254"/>
                </a:lnTo>
                <a:lnTo>
                  <a:pt x="67818" y="122254"/>
                </a:lnTo>
                <a:lnTo>
                  <a:pt x="67818" y="116182"/>
                </a:lnTo>
                <a:close/>
                <a:moveTo>
                  <a:pt x="80951" y="116182"/>
                </a:moveTo>
                <a:lnTo>
                  <a:pt x="80951" y="122254"/>
                </a:lnTo>
                <a:lnTo>
                  <a:pt x="74879" y="122254"/>
                </a:lnTo>
                <a:lnTo>
                  <a:pt x="74879" y="116182"/>
                </a:lnTo>
                <a:close/>
                <a:moveTo>
                  <a:pt x="88011" y="116170"/>
                </a:moveTo>
                <a:lnTo>
                  <a:pt x="88011" y="122254"/>
                </a:lnTo>
                <a:lnTo>
                  <a:pt x="81927" y="122254"/>
                </a:lnTo>
                <a:lnTo>
                  <a:pt x="81927" y="116182"/>
                </a:lnTo>
                <a:lnTo>
                  <a:pt x="88011" y="116170"/>
                </a:lnTo>
                <a:close/>
                <a:moveTo>
                  <a:pt x="95060" y="116170"/>
                </a:moveTo>
                <a:lnTo>
                  <a:pt x="95060" y="122254"/>
                </a:lnTo>
                <a:lnTo>
                  <a:pt x="88988" y="122254"/>
                </a:lnTo>
                <a:lnTo>
                  <a:pt x="88988" y="116182"/>
                </a:lnTo>
                <a:lnTo>
                  <a:pt x="95060" y="116170"/>
                </a:lnTo>
                <a:close/>
                <a:moveTo>
                  <a:pt x="102120" y="116182"/>
                </a:moveTo>
                <a:lnTo>
                  <a:pt x="102120" y="122254"/>
                </a:lnTo>
                <a:lnTo>
                  <a:pt x="96036" y="122254"/>
                </a:lnTo>
                <a:lnTo>
                  <a:pt x="96036" y="116182"/>
                </a:lnTo>
                <a:close/>
                <a:moveTo>
                  <a:pt x="109169" y="116182"/>
                </a:moveTo>
                <a:lnTo>
                  <a:pt x="109169" y="122254"/>
                </a:lnTo>
                <a:lnTo>
                  <a:pt x="103097" y="122254"/>
                </a:lnTo>
                <a:lnTo>
                  <a:pt x="103097" y="116182"/>
                </a:lnTo>
                <a:close/>
                <a:moveTo>
                  <a:pt x="116229" y="116182"/>
                </a:moveTo>
                <a:lnTo>
                  <a:pt x="116229" y="122254"/>
                </a:lnTo>
                <a:lnTo>
                  <a:pt x="110157" y="122254"/>
                </a:lnTo>
                <a:lnTo>
                  <a:pt x="110157" y="116182"/>
                </a:lnTo>
                <a:close/>
                <a:moveTo>
                  <a:pt x="123278" y="116170"/>
                </a:moveTo>
                <a:lnTo>
                  <a:pt x="123278" y="122254"/>
                </a:lnTo>
                <a:lnTo>
                  <a:pt x="117205" y="122254"/>
                </a:lnTo>
                <a:lnTo>
                  <a:pt x="117205" y="116182"/>
                </a:lnTo>
                <a:lnTo>
                  <a:pt x="123278" y="116170"/>
                </a:lnTo>
                <a:close/>
                <a:moveTo>
                  <a:pt x="130338" y="116170"/>
                </a:moveTo>
                <a:lnTo>
                  <a:pt x="130338" y="122254"/>
                </a:lnTo>
                <a:lnTo>
                  <a:pt x="124254" y="122254"/>
                </a:lnTo>
                <a:lnTo>
                  <a:pt x="124254" y="116182"/>
                </a:lnTo>
                <a:lnTo>
                  <a:pt x="130338" y="116170"/>
                </a:lnTo>
                <a:close/>
                <a:moveTo>
                  <a:pt x="137387" y="116182"/>
                </a:moveTo>
                <a:lnTo>
                  <a:pt x="137387" y="122254"/>
                </a:lnTo>
                <a:lnTo>
                  <a:pt x="131314" y="122254"/>
                </a:lnTo>
                <a:lnTo>
                  <a:pt x="131314" y="116182"/>
                </a:lnTo>
                <a:close/>
                <a:moveTo>
                  <a:pt x="144447" y="116170"/>
                </a:moveTo>
                <a:lnTo>
                  <a:pt x="144447" y="122254"/>
                </a:lnTo>
                <a:lnTo>
                  <a:pt x="138375" y="122254"/>
                </a:lnTo>
                <a:lnTo>
                  <a:pt x="138375" y="116182"/>
                </a:lnTo>
                <a:lnTo>
                  <a:pt x="144447" y="116170"/>
                </a:lnTo>
                <a:close/>
                <a:moveTo>
                  <a:pt x="151495" y="116170"/>
                </a:moveTo>
                <a:lnTo>
                  <a:pt x="151495" y="122254"/>
                </a:lnTo>
                <a:lnTo>
                  <a:pt x="145423" y="122254"/>
                </a:lnTo>
                <a:lnTo>
                  <a:pt x="145423" y="116182"/>
                </a:lnTo>
                <a:lnTo>
                  <a:pt x="151495" y="116170"/>
                </a:lnTo>
                <a:close/>
                <a:moveTo>
                  <a:pt x="158556" y="116170"/>
                </a:moveTo>
                <a:lnTo>
                  <a:pt x="158556" y="122254"/>
                </a:lnTo>
                <a:lnTo>
                  <a:pt x="152484" y="122254"/>
                </a:lnTo>
                <a:lnTo>
                  <a:pt x="152484" y="116182"/>
                </a:lnTo>
                <a:lnTo>
                  <a:pt x="158556" y="116170"/>
                </a:lnTo>
                <a:close/>
                <a:moveTo>
                  <a:pt x="165604" y="116170"/>
                </a:moveTo>
                <a:lnTo>
                  <a:pt x="165604" y="122254"/>
                </a:lnTo>
                <a:lnTo>
                  <a:pt x="159532" y="122254"/>
                </a:lnTo>
                <a:lnTo>
                  <a:pt x="159532" y="116182"/>
                </a:lnTo>
                <a:lnTo>
                  <a:pt x="165604" y="116170"/>
                </a:lnTo>
                <a:close/>
                <a:moveTo>
                  <a:pt x="172665" y="116170"/>
                </a:moveTo>
                <a:lnTo>
                  <a:pt x="172665" y="122254"/>
                </a:lnTo>
                <a:lnTo>
                  <a:pt x="166581" y="122254"/>
                </a:lnTo>
                <a:lnTo>
                  <a:pt x="166581" y="116182"/>
                </a:lnTo>
                <a:lnTo>
                  <a:pt x="172665" y="116170"/>
                </a:lnTo>
                <a:close/>
                <a:moveTo>
                  <a:pt x="179713" y="116170"/>
                </a:moveTo>
                <a:lnTo>
                  <a:pt x="179713" y="122254"/>
                </a:lnTo>
                <a:lnTo>
                  <a:pt x="173641" y="122254"/>
                </a:lnTo>
                <a:lnTo>
                  <a:pt x="173641" y="116182"/>
                </a:lnTo>
                <a:lnTo>
                  <a:pt x="179713" y="116170"/>
                </a:lnTo>
                <a:close/>
                <a:moveTo>
                  <a:pt x="186774" y="116170"/>
                </a:moveTo>
                <a:lnTo>
                  <a:pt x="186774" y="122254"/>
                </a:lnTo>
                <a:lnTo>
                  <a:pt x="180702" y="122254"/>
                </a:lnTo>
                <a:lnTo>
                  <a:pt x="180702" y="116182"/>
                </a:lnTo>
                <a:lnTo>
                  <a:pt x="186774" y="116170"/>
                </a:lnTo>
                <a:close/>
                <a:moveTo>
                  <a:pt x="193822" y="116170"/>
                </a:moveTo>
                <a:lnTo>
                  <a:pt x="193822" y="122254"/>
                </a:lnTo>
                <a:lnTo>
                  <a:pt x="187750" y="122254"/>
                </a:lnTo>
                <a:lnTo>
                  <a:pt x="187750" y="116182"/>
                </a:lnTo>
                <a:lnTo>
                  <a:pt x="193822" y="116170"/>
                </a:lnTo>
                <a:close/>
                <a:moveTo>
                  <a:pt x="200883" y="116170"/>
                </a:moveTo>
                <a:lnTo>
                  <a:pt x="200883" y="122254"/>
                </a:lnTo>
                <a:lnTo>
                  <a:pt x="194810" y="122254"/>
                </a:lnTo>
                <a:lnTo>
                  <a:pt x="194810" y="116182"/>
                </a:lnTo>
                <a:lnTo>
                  <a:pt x="200883" y="116170"/>
                </a:lnTo>
                <a:close/>
                <a:moveTo>
                  <a:pt x="207931" y="116170"/>
                </a:moveTo>
                <a:lnTo>
                  <a:pt x="207931" y="122254"/>
                </a:lnTo>
                <a:lnTo>
                  <a:pt x="201859" y="122254"/>
                </a:lnTo>
                <a:lnTo>
                  <a:pt x="201859" y="116182"/>
                </a:lnTo>
                <a:lnTo>
                  <a:pt x="207931" y="116170"/>
                </a:lnTo>
                <a:close/>
                <a:moveTo>
                  <a:pt x="214992" y="116170"/>
                </a:moveTo>
                <a:lnTo>
                  <a:pt x="214992" y="122254"/>
                </a:lnTo>
                <a:lnTo>
                  <a:pt x="208919" y="122254"/>
                </a:lnTo>
                <a:lnTo>
                  <a:pt x="208919" y="116182"/>
                </a:lnTo>
                <a:lnTo>
                  <a:pt x="214992" y="116170"/>
                </a:lnTo>
                <a:close/>
                <a:moveTo>
                  <a:pt x="222052" y="116170"/>
                </a:moveTo>
                <a:lnTo>
                  <a:pt x="222052" y="122254"/>
                </a:lnTo>
                <a:lnTo>
                  <a:pt x="215968" y="122254"/>
                </a:lnTo>
                <a:lnTo>
                  <a:pt x="215968" y="116182"/>
                </a:lnTo>
                <a:lnTo>
                  <a:pt x="222052" y="116170"/>
                </a:lnTo>
                <a:close/>
                <a:moveTo>
                  <a:pt x="229100" y="116170"/>
                </a:moveTo>
                <a:lnTo>
                  <a:pt x="229100" y="122254"/>
                </a:lnTo>
                <a:lnTo>
                  <a:pt x="223028" y="122254"/>
                </a:lnTo>
                <a:lnTo>
                  <a:pt x="223028" y="116182"/>
                </a:lnTo>
                <a:lnTo>
                  <a:pt x="229100" y="116170"/>
                </a:lnTo>
                <a:close/>
                <a:moveTo>
                  <a:pt x="236161" y="116170"/>
                </a:moveTo>
                <a:lnTo>
                  <a:pt x="236161" y="122254"/>
                </a:lnTo>
                <a:lnTo>
                  <a:pt x="230077" y="122254"/>
                </a:lnTo>
                <a:lnTo>
                  <a:pt x="230077" y="116182"/>
                </a:lnTo>
                <a:lnTo>
                  <a:pt x="236161" y="116170"/>
                </a:lnTo>
                <a:close/>
                <a:moveTo>
                  <a:pt x="243209" y="116170"/>
                </a:moveTo>
                <a:lnTo>
                  <a:pt x="243209" y="122254"/>
                </a:lnTo>
                <a:lnTo>
                  <a:pt x="237137" y="122254"/>
                </a:lnTo>
                <a:lnTo>
                  <a:pt x="237137" y="116182"/>
                </a:lnTo>
                <a:lnTo>
                  <a:pt x="243209" y="116170"/>
                </a:lnTo>
                <a:close/>
                <a:moveTo>
                  <a:pt x="250270" y="116170"/>
                </a:moveTo>
                <a:lnTo>
                  <a:pt x="250270" y="122254"/>
                </a:lnTo>
                <a:lnTo>
                  <a:pt x="244198" y="122254"/>
                </a:lnTo>
                <a:lnTo>
                  <a:pt x="244198" y="116182"/>
                </a:lnTo>
                <a:lnTo>
                  <a:pt x="250270" y="116170"/>
                </a:lnTo>
                <a:close/>
                <a:moveTo>
                  <a:pt x="257318" y="116170"/>
                </a:moveTo>
                <a:lnTo>
                  <a:pt x="257318" y="122254"/>
                </a:lnTo>
                <a:lnTo>
                  <a:pt x="251246" y="122254"/>
                </a:lnTo>
                <a:lnTo>
                  <a:pt x="251246" y="116182"/>
                </a:lnTo>
                <a:lnTo>
                  <a:pt x="257318" y="116170"/>
                </a:lnTo>
                <a:close/>
                <a:moveTo>
                  <a:pt x="264379" y="116170"/>
                </a:moveTo>
                <a:lnTo>
                  <a:pt x="264379" y="122254"/>
                </a:lnTo>
                <a:lnTo>
                  <a:pt x="258306" y="122254"/>
                </a:lnTo>
                <a:lnTo>
                  <a:pt x="258306" y="116182"/>
                </a:lnTo>
                <a:lnTo>
                  <a:pt x="264379" y="116170"/>
                </a:lnTo>
                <a:close/>
                <a:moveTo>
                  <a:pt x="271427" y="116170"/>
                </a:moveTo>
                <a:lnTo>
                  <a:pt x="271427" y="122254"/>
                </a:lnTo>
                <a:lnTo>
                  <a:pt x="265355" y="122254"/>
                </a:lnTo>
                <a:lnTo>
                  <a:pt x="265355" y="116182"/>
                </a:lnTo>
                <a:lnTo>
                  <a:pt x="271427" y="116170"/>
                </a:lnTo>
                <a:close/>
                <a:moveTo>
                  <a:pt x="278488" y="116170"/>
                </a:moveTo>
                <a:lnTo>
                  <a:pt x="278488" y="122254"/>
                </a:lnTo>
                <a:lnTo>
                  <a:pt x="272415" y="122254"/>
                </a:lnTo>
                <a:lnTo>
                  <a:pt x="272415" y="116182"/>
                </a:lnTo>
                <a:lnTo>
                  <a:pt x="278488" y="116170"/>
                </a:lnTo>
                <a:close/>
                <a:moveTo>
                  <a:pt x="17443" y="123230"/>
                </a:moveTo>
                <a:lnTo>
                  <a:pt x="17443" y="129302"/>
                </a:lnTo>
                <a:lnTo>
                  <a:pt x="11371" y="129302"/>
                </a:lnTo>
                <a:lnTo>
                  <a:pt x="11371" y="123230"/>
                </a:lnTo>
                <a:close/>
                <a:moveTo>
                  <a:pt x="24503" y="123230"/>
                </a:moveTo>
                <a:lnTo>
                  <a:pt x="24503" y="129302"/>
                </a:lnTo>
                <a:lnTo>
                  <a:pt x="18431" y="129302"/>
                </a:lnTo>
                <a:lnTo>
                  <a:pt x="18431" y="123230"/>
                </a:lnTo>
                <a:close/>
                <a:moveTo>
                  <a:pt x="31564" y="123230"/>
                </a:moveTo>
                <a:lnTo>
                  <a:pt x="31564" y="129302"/>
                </a:lnTo>
                <a:lnTo>
                  <a:pt x="25492" y="129302"/>
                </a:lnTo>
                <a:lnTo>
                  <a:pt x="25492" y="123230"/>
                </a:lnTo>
                <a:close/>
                <a:moveTo>
                  <a:pt x="38612" y="123230"/>
                </a:moveTo>
                <a:lnTo>
                  <a:pt x="38612" y="129302"/>
                </a:lnTo>
                <a:lnTo>
                  <a:pt x="32540" y="129302"/>
                </a:lnTo>
                <a:lnTo>
                  <a:pt x="32540" y="123230"/>
                </a:lnTo>
                <a:close/>
                <a:moveTo>
                  <a:pt x="45673" y="123230"/>
                </a:moveTo>
                <a:lnTo>
                  <a:pt x="45673" y="129302"/>
                </a:lnTo>
                <a:lnTo>
                  <a:pt x="39601" y="129302"/>
                </a:lnTo>
                <a:lnTo>
                  <a:pt x="39601" y="123230"/>
                </a:lnTo>
                <a:close/>
                <a:moveTo>
                  <a:pt x="52721" y="123230"/>
                </a:moveTo>
                <a:lnTo>
                  <a:pt x="52721" y="129302"/>
                </a:lnTo>
                <a:lnTo>
                  <a:pt x="46649" y="129302"/>
                </a:lnTo>
                <a:lnTo>
                  <a:pt x="46649" y="123230"/>
                </a:lnTo>
                <a:close/>
                <a:moveTo>
                  <a:pt x="59782" y="123230"/>
                </a:moveTo>
                <a:lnTo>
                  <a:pt x="59782" y="129302"/>
                </a:lnTo>
                <a:lnTo>
                  <a:pt x="53709" y="129302"/>
                </a:lnTo>
                <a:lnTo>
                  <a:pt x="53709" y="123230"/>
                </a:lnTo>
                <a:close/>
                <a:moveTo>
                  <a:pt x="66842" y="123230"/>
                </a:moveTo>
                <a:lnTo>
                  <a:pt x="66842" y="129302"/>
                </a:lnTo>
                <a:lnTo>
                  <a:pt x="60758" y="129302"/>
                </a:lnTo>
                <a:lnTo>
                  <a:pt x="60758" y="123230"/>
                </a:lnTo>
                <a:close/>
                <a:moveTo>
                  <a:pt x="73902" y="123230"/>
                </a:moveTo>
                <a:lnTo>
                  <a:pt x="73902" y="129302"/>
                </a:lnTo>
                <a:lnTo>
                  <a:pt x="67818" y="129302"/>
                </a:lnTo>
                <a:lnTo>
                  <a:pt x="67818" y="123230"/>
                </a:lnTo>
                <a:close/>
                <a:moveTo>
                  <a:pt x="80951" y="123230"/>
                </a:moveTo>
                <a:lnTo>
                  <a:pt x="80951" y="129302"/>
                </a:lnTo>
                <a:lnTo>
                  <a:pt x="74879" y="129302"/>
                </a:lnTo>
                <a:lnTo>
                  <a:pt x="74879" y="123230"/>
                </a:lnTo>
                <a:close/>
                <a:moveTo>
                  <a:pt x="88011" y="123230"/>
                </a:moveTo>
                <a:lnTo>
                  <a:pt x="88011" y="129302"/>
                </a:lnTo>
                <a:lnTo>
                  <a:pt x="81927" y="129302"/>
                </a:lnTo>
                <a:lnTo>
                  <a:pt x="81927" y="123230"/>
                </a:lnTo>
                <a:close/>
                <a:moveTo>
                  <a:pt x="95060" y="123230"/>
                </a:moveTo>
                <a:lnTo>
                  <a:pt x="95060" y="129302"/>
                </a:lnTo>
                <a:lnTo>
                  <a:pt x="88988" y="129302"/>
                </a:lnTo>
                <a:lnTo>
                  <a:pt x="88988" y="123230"/>
                </a:lnTo>
                <a:close/>
                <a:moveTo>
                  <a:pt x="102120" y="123230"/>
                </a:moveTo>
                <a:lnTo>
                  <a:pt x="102120" y="129302"/>
                </a:lnTo>
                <a:lnTo>
                  <a:pt x="96036" y="129302"/>
                </a:lnTo>
                <a:lnTo>
                  <a:pt x="96036" y="123230"/>
                </a:lnTo>
                <a:close/>
                <a:moveTo>
                  <a:pt x="109169" y="123230"/>
                </a:moveTo>
                <a:lnTo>
                  <a:pt x="109169" y="129302"/>
                </a:lnTo>
                <a:lnTo>
                  <a:pt x="103097" y="129302"/>
                </a:lnTo>
                <a:lnTo>
                  <a:pt x="103097" y="123230"/>
                </a:lnTo>
                <a:close/>
                <a:moveTo>
                  <a:pt x="116229" y="123230"/>
                </a:moveTo>
                <a:lnTo>
                  <a:pt x="116229" y="129302"/>
                </a:lnTo>
                <a:lnTo>
                  <a:pt x="110157" y="129302"/>
                </a:lnTo>
                <a:lnTo>
                  <a:pt x="110157" y="123230"/>
                </a:lnTo>
                <a:close/>
                <a:moveTo>
                  <a:pt x="123278" y="123230"/>
                </a:moveTo>
                <a:lnTo>
                  <a:pt x="123278" y="129302"/>
                </a:lnTo>
                <a:lnTo>
                  <a:pt x="117205" y="129302"/>
                </a:lnTo>
                <a:lnTo>
                  <a:pt x="117205" y="123230"/>
                </a:lnTo>
                <a:close/>
                <a:moveTo>
                  <a:pt x="130338" y="123230"/>
                </a:moveTo>
                <a:lnTo>
                  <a:pt x="130338" y="129302"/>
                </a:lnTo>
                <a:lnTo>
                  <a:pt x="124254" y="129302"/>
                </a:lnTo>
                <a:lnTo>
                  <a:pt x="124254" y="123230"/>
                </a:lnTo>
                <a:close/>
                <a:moveTo>
                  <a:pt x="137387" y="123230"/>
                </a:moveTo>
                <a:lnTo>
                  <a:pt x="137387" y="129302"/>
                </a:lnTo>
                <a:lnTo>
                  <a:pt x="131314" y="129302"/>
                </a:lnTo>
                <a:lnTo>
                  <a:pt x="131314" y="123230"/>
                </a:lnTo>
                <a:close/>
                <a:moveTo>
                  <a:pt x="144447" y="123230"/>
                </a:moveTo>
                <a:lnTo>
                  <a:pt x="144447" y="129302"/>
                </a:lnTo>
                <a:lnTo>
                  <a:pt x="138375" y="129302"/>
                </a:lnTo>
                <a:lnTo>
                  <a:pt x="138375" y="123230"/>
                </a:lnTo>
                <a:close/>
                <a:moveTo>
                  <a:pt x="151495" y="123230"/>
                </a:moveTo>
                <a:lnTo>
                  <a:pt x="151495" y="129302"/>
                </a:lnTo>
                <a:lnTo>
                  <a:pt x="145423" y="129302"/>
                </a:lnTo>
                <a:lnTo>
                  <a:pt x="145423" y="123230"/>
                </a:lnTo>
                <a:close/>
                <a:moveTo>
                  <a:pt x="158556" y="123230"/>
                </a:moveTo>
                <a:lnTo>
                  <a:pt x="158556" y="129302"/>
                </a:lnTo>
                <a:lnTo>
                  <a:pt x="152484" y="129302"/>
                </a:lnTo>
                <a:lnTo>
                  <a:pt x="152484" y="123230"/>
                </a:lnTo>
                <a:close/>
                <a:moveTo>
                  <a:pt x="165604" y="123230"/>
                </a:moveTo>
                <a:lnTo>
                  <a:pt x="165604" y="129302"/>
                </a:lnTo>
                <a:lnTo>
                  <a:pt x="159532" y="129302"/>
                </a:lnTo>
                <a:lnTo>
                  <a:pt x="159532" y="123230"/>
                </a:lnTo>
                <a:close/>
                <a:moveTo>
                  <a:pt x="172665" y="123230"/>
                </a:moveTo>
                <a:lnTo>
                  <a:pt x="172665" y="129302"/>
                </a:lnTo>
                <a:lnTo>
                  <a:pt x="166581" y="129302"/>
                </a:lnTo>
                <a:lnTo>
                  <a:pt x="166581" y="123230"/>
                </a:lnTo>
                <a:close/>
                <a:moveTo>
                  <a:pt x="179713" y="123230"/>
                </a:moveTo>
                <a:lnTo>
                  <a:pt x="179713" y="129302"/>
                </a:lnTo>
                <a:lnTo>
                  <a:pt x="173641" y="129302"/>
                </a:lnTo>
                <a:lnTo>
                  <a:pt x="173641" y="123230"/>
                </a:lnTo>
                <a:close/>
                <a:moveTo>
                  <a:pt x="186774" y="123230"/>
                </a:moveTo>
                <a:lnTo>
                  <a:pt x="186774" y="129302"/>
                </a:lnTo>
                <a:lnTo>
                  <a:pt x="180702" y="129302"/>
                </a:lnTo>
                <a:lnTo>
                  <a:pt x="180702" y="123230"/>
                </a:lnTo>
                <a:close/>
                <a:moveTo>
                  <a:pt x="193822" y="123230"/>
                </a:moveTo>
                <a:lnTo>
                  <a:pt x="193822" y="129302"/>
                </a:lnTo>
                <a:lnTo>
                  <a:pt x="187750" y="129302"/>
                </a:lnTo>
                <a:lnTo>
                  <a:pt x="187750" y="123230"/>
                </a:lnTo>
                <a:close/>
                <a:moveTo>
                  <a:pt x="200883" y="123230"/>
                </a:moveTo>
                <a:lnTo>
                  <a:pt x="200883" y="129302"/>
                </a:lnTo>
                <a:lnTo>
                  <a:pt x="194810" y="129302"/>
                </a:lnTo>
                <a:lnTo>
                  <a:pt x="194810" y="123230"/>
                </a:lnTo>
                <a:close/>
                <a:moveTo>
                  <a:pt x="207931" y="123230"/>
                </a:moveTo>
                <a:lnTo>
                  <a:pt x="207931" y="129302"/>
                </a:lnTo>
                <a:lnTo>
                  <a:pt x="201859" y="129302"/>
                </a:lnTo>
                <a:lnTo>
                  <a:pt x="201859" y="123230"/>
                </a:lnTo>
                <a:close/>
                <a:moveTo>
                  <a:pt x="214992" y="123230"/>
                </a:moveTo>
                <a:lnTo>
                  <a:pt x="214992" y="129302"/>
                </a:lnTo>
                <a:lnTo>
                  <a:pt x="208919" y="129302"/>
                </a:lnTo>
                <a:lnTo>
                  <a:pt x="208919" y="123230"/>
                </a:lnTo>
                <a:close/>
                <a:moveTo>
                  <a:pt x="222052" y="123230"/>
                </a:moveTo>
                <a:lnTo>
                  <a:pt x="222052" y="129302"/>
                </a:lnTo>
                <a:lnTo>
                  <a:pt x="215968" y="129302"/>
                </a:lnTo>
                <a:lnTo>
                  <a:pt x="215968" y="123230"/>
                </a:lnTo>
                <a:close/>
                <a:moveTo>
                  <a:pt x="229100" y="123230"/>
                </a:moveTo>
                <a:lnTo>
                  <a:pt x="229100" y="129302"/>
                </a:lnTo>
                <a:lnTo>
                  <a:pt x="223028" y="129302"/>
                </a:lnTo>
                <a:lnTo>
                  <a:pt x="223028" y="123230"/>
                </a:lnTo>
                <a:close/>
                <a:moveTo>
                  <a:pt x="236161" y="123230"/>
                </a:moveTo>
                <a:lnTo>
                  <a:pt x="236161" y="129302"/>
                </a:lnTo>
                <a:lnTo>
                  <a:pt x="230077" y="129302"/>
                </a:lnTo>
                <a:lnTo>
                  <a:pt x="230077" y="123230"/>
                </a:lnTo>
                <a:close/>
                <a:moveTo>
                  <a:pt x="243209" y="123230"/>
                </a:moveTo>
                <a:lnTo>
                  <a:pt x="243209" y="129302"/>
                </a:lnTo>
                <a:lnTo>
                  <a:pt x="237137" y="129302"/>
                </a:lnTo>
                <a:lnTo>
                  <a:pt x="237137" y="123230"/>
                </a:lnTo>
                <a:close/>
                <a:moveTo>
                  <a:pt x="250270" y="123230"/>
                </a:moveTo>
                <a:lnTo>
                  <a:pt x="250270" y="129302"/>
                </a:lnTo>
                <a:lnTo>
                  <a:pt x="244198" y="129302"/>
                </a:lnTo>
                <a:lnTo>
                  <a:pt x="244198" y="123230"/>
                </a:lnTo>
                <a:close/>
                <a:moveTo>
                  <a:pt x="257318" y="123230"/>
                </a:moveTo>
                <a:lnTo>
                  <a:pt x="257318" y="129302"/>
                </a:lnTo>
                <a:lnTo>
                  <a:pt x="251246" y="129302"/>
                </a:lnTo>
                <a:lnTo>
                  <a:pt x="251246" y="123230"/>
                </a:lnTo>
                <a:close/>
                <a:moveTo>
                  <a:pt x="264379" y="123230"/>
                </a:moveTo>
                <a:lnTo>
                  <a:pt x="264379" y="129302"/>
                </a:lnTo>
                <a:lnTo>
                  <a:pt x="258306" y="129302"/>
                </a:lnTo>
                <a:lnTo>
                  <a:pt x="258306" y="123230"/>
                </a:lnTo>
                <a:close/>
                <a:moveTo>
                  <a:pt x="271427" y="123230"/>
                </a:moveTo>
                <a:lnTo>
                  <a:pt x="271427" y="129302"/>
                </a:lnTo>
                <a:lnTo>
                  <a:pt x="265355" y="129302"/>
                </a:lnTo>
                <a:lnTo>
                  <a:pt x="265355" y="123230"/>
                </a:lnTo>
                <a:close/>
                <a:moveTo>
                  <a:pt x="278488" y="123230"/>
                </a:moveTo>
                <a:lnTo>
                  <a:pt x="278488" y="129302"/>
                </a:lnTo>
                <a:lnTo>
                  <a:pt x="272415" y="129302"/>
                </a:lnTo>
                <a:lnTo>
                  <a:pt x="272415" y="123230"/>
                </a:lnTo>
                <a:close/>
                <a:moveTo>
                  <a:pt x="17443" y="130279"/>
                </a:moveTo>
                <a:lnTo>
                  <a:pt x="17443" y="136363"/>
                </a:lnTo>
                <a:lnTo>
                  <a:pt x="11371" y="136363"/>
                </a:lnTo>
                <a:lnTo>
                  <a:pt x="11371" y="130279"/>
                </a:lnTo>
                <a:close/>
                <a:moveTo>
                  <a:pt x="24503" y="130279"/>
                </a:moveTo>
                <a:lnTo>
                  <a:pt x="24503" y="136363"/>
                </a:lnTo>
                <a:lnTo>
                  <a:pt x="18431" y="136363"/>
                </a:lnTo>
                <a:lnTo>
                  <a:pt x="18431" y="130279"/>
                </a:lnTo>
                <a:close/>
                <a:moveTo>
                  <a:pt x="31564" y="130279"/>
                </a:moveTo>
                <a:lnTo>
                  <a:pt x="31564" y="136363"/>
                </a:lnTo>
                <a:lnTo>
                  <a:pt x="25492" y="136363"/>
                </a:lnTo>
                <a:lnTo>
                  <a:pt x="25492" y="130279"/>
                </a:lnTo>
                <a:close/>
                <a:moveTo>
                  <a:pt x="38612" y="130279"/>
                </a:moveTo>
                <a:lnTo>
                  <a:pt x="38612" y="136363"/>
                </a:lnTo>
                <a:lnTo>
                  <a:pt x="32540" y="136363"/>
                </a:lnTo>
                <a:lnTo>
                  <a:pt x="32540" y="130279"/>
                </a:lnTo>
                <a:close/>
                <a:moveTo>
                  <a:pt x="45673" y="130279"/>
                </a:moveTo>
                <a:lnTo>
                  <a:pt x="45673" y="136363"/>
                </a:lnTo>
                <a:lnTo>
                  <a:pt x="39601" y="136363"/>
                </a:lnTo>
                <a:lnTo>
                  <a:pt x="39601" y="130279"/>
                </a:lnTo>
                <a:close/>
                <a:moveTo>
                  <a:pt x="52721" y="130279"/>
                </a:moveTo>
                <a:lnTo>
                  <a:pt x="52721" y="136363"/>
                </a:lnTo>
                <a:lnTo>
                  <a:pt x="46649" y="136363"/>
                </a:lnTo>
                <a:lnTo>
                  <a:pt x="46649" y="130279"/>
                </a:lnTo>
                <a:close/>
                <a:moveTo>
                  <a:pt x="59782" y="130279"/>
                </a:moveTo>
                <a:lnTo>
                  <a:pt x="59782" y="136363"/>
                </a:lnTo>
                <a:lnTo>
                  <a:pt x="53709" y="136363"/>
                </a:lnTo>
                <a:lnTo>
                  <a:pt x="53709" y="130279"/>
                </a:lnTo>
                <a:close/>
                <a:moveTo>
                  <a:pt x="66842" y="130279"/>
                </a:moveTo>
                <a:lnTo>
                  <a:pt x="66842" y="136363"/>
                </a:lnTo>
                <a:lnTo>
                  <a:pt x="60758" y="136363"/>
                </a:lnTo>
                <a:lnTo>
                  <a:pt x="60758" y="130279"/>
                </a:lnTo>
                <a:close/>
                <a:moveTo>
                  <a:pt x="67818" y="130279"/>
                </a:moveTo>
                <a:lnTo>
                  <a:pt x="73902" y="130290"/>
                </a:lnTo>
                <a:lnTo>
                  <a:pt x="73902" y="136363"/>
                </a:lnTo>
                <a:lnTo>
                  <a:pt x="67818" y="136363"/>
                </a:lnTo>
                <a:lnTo>
                  <a:pt x="67818" y="130279"/>
                </a:lnTo>
                <a:close/>
                <a:moveTo>
                  <a:pt x="74879" y="130279"/>
                </a:moveTo>
                <a:lnTo>
                  <a:pt x="80951" y="130290"/>
                </a:lnTo>
                <a:lnTo>
                  <a:pt x="80951" y="136363"/>
                </a:lnTo>
                <a:lnTo>
                  <a:pt x="74879" y="136363"/>
                </a:lnTo>
                <a:lnTo>
                  <a:pt x="74879" y="130279"/>
                </a:lnTo>
                <a:close/>
                <a:moveTo>
                  <a:pt x="88011" y="130279"/>
                </a:moveTo>
                <a:lnTo>
                  <a:pt x="88011" y="136363"/>
                </a:lnTo>
                <a:lnTo>
                  <a:pt x="81927" y="136363"/>
                </a:lnTo>
                <a:lnTo>
                  <a:pt x="81927" y="130279"/>
                </a:lnTo>
                <a:close/>
                <a:moveTo>
                  <a:pt x="95060" y="130279"/>
                </a:moveTo>
                <a:lnTo>
                  <a:pt x="95060" y="136363"/>
                </a:lnTo>
                <a:lnTo>
                  <a:pt x="88988" y="136363"/>
                </a:lnTo>
                <a:lnTo>
                  <a:pt x="88988" y="130279"/>
                </a:lnTo>
                <a:close/>
                <a:moveTo>
                  <a:pt x="102120" y="130279"/>
                </a:moveTo>
                <a:lnTo>
                  <a:pt x="102120" y="136363"/>
                </a:lnTo>
                <a:lnTo>
                  <a:pt x="96036" y="136363"/>
                </a:lnTo>
                <a:lnTo>
                  <a:pt x="96036" y="130279"/>
                </a:lnTo>
                <a:close/>
                <a:moveTo>
                  <a:pt x="103097" y="130279"/>
                </a:moveTo>
                <a:lnTo>
                  <a:pt x="109169" y="130290"/>
                </a:lnTo>
                <a:lnTo>
                  <a:pt x="109169" y="136363"/>
                </a:lnTo>
                <a:lnTo>
                  <a:pt x="103097" y="136363"/>
                </a:lnTo>
                <a:lnTo>
                  <a:pt x="103097" y="130279"/>
                </a:lnTo>
                <a:close/>
                <a:moveTo>
                  <a:pt x="110157" y="130279"/>
                </a:moveTo>
                <a:lnTo>
                  <a:pt x="116229" y="130290"/>
                </a:lnTo>
                <a:lnTo>
                  <a:pt x="116229" y="136363"/>
                </a:lnTo>
                <a:lnTo>
                  <a:pt x="110157" y="136363"/>
                </a:lnTo>
                <a:lnTo>
                  <a:pt x="110157" y="130279"/>
                </a:lnTo>
                <a:close/>
                <a:moveTo>
                  <a:pt x="123278" y="130279"/>
                </a:moveTo>
                <a:lnTo>
                  <a:pt x="123278" y="136363"/>
                </a:lnTo>
                <a:lnTo>
                  <a:pt x="117205" y="136363"/>
                </a:lnTo>
                <a:lnTo>
                  <a:pt x="117205" y="130279"/>
                </a:lnTo>
                <a:close/>
                <a:moveTo>
                  <a:pt x="130338" y="130279"/>
                </a:moveTo>
                <a:lnTo>
                  <a:pt x="130338" y="136363"/>
                </a:lnTo>
                <a:lnTo>
                  <a:pt x="124254" y="136363"/>
                </a:lnTo>
                <a:lnTo>
                  <a:pt x="124254" y="130279"/>
                </a:lnTo>
                <a:close/>
                <a:moveTo>
                  <a:pt x="137387" y="130279"/>
                </a:moveTo>
                <a:lnTo>
                  <a:pt x="137387" y="136363"/>
                </a:lnTo>
                <a:lnTo>
                  <a:pt x="131314" y="136363"/>
                </a:lnTo>
                <a:lnTo>
                  <a:pt x="131314" y="130279"/>
                </a:lnTo>
                <a:close/>
                <a:moveTo>
                  <a:pt x="144447" y="130279"/>
                </a:moveTo>
                <a:lnTo>
                  <a:pt x="144447" y="136363"/>
                </a:lnTo>
                <a:lnTo>
                  <a:pt x="138375" y="136363"/>
                </a:lnTo>
                <a:lnTo>
                  <a:pt x="138375" y="130279"/>
                </a:lnTo>
                <a:close/>
                <a:moveTo>
                  <a:pt x="151495" y="130279"/>
                </a:moveTo>
                <a:lnTo>
                  <a:pt x="151495" y="136363"/>
                </a:lnTo>
                <a:lnTo>
                  <a:pt x="145423" y="136363"/>
                </a:lnTo>
                <a:lnTo>
                  <a:pt x="145423" y="130279"/>
                </a:lnTo>
                <a:close/>
                <a:moveTo>
                  <a:pt x="158556" y="130279"/>
                </a:moveTo>
                <a:lnTo>
                  <a:pt x="158556" y="136363"/>
                </a:lnTo>
                <a:lnTo>
                  <a:pt x="152484" y="136363"/>
                </a:lnTo>
                <a:lnTo>
                  <a:pt x="152484" y="130279"/>
                </a:lnTo>
                <a:close/>
                <a:moveTo>
                  <a:pt x="165604" y="130279"/>
                </a:moveTo>
                <a:lnTo>
                  <a:pt x="165604" y="136363"/>
                </a:lnTo>
                <a:lnTo>
                  <a:pt x="159532" y="136363"/>
                </a:lnTo>
                <a:lnTo>
                  <a:pt x="159532" y="130279"/>
                </a:lnTo>
                <a:close/>
                <a:moveTo>
                  <a:pt x="172665" y="130279"/>
                </a:moveTo>
                <a:lnTo>
                  <a:pt x="172665" y="136363"/>
                </a:lnTo>
                <a:lnTo>
                  <a:pt x="166581" y="136363"/>
                </a:lnTo>
                <a:lnTo>
                  <a:pt x="166581" y="130279"/>
                </a:lnTo>
                <a:close/>
                <a:moveTo>
                  <a:pt x="179713" y="130279"/>
                </a:moveTo>
                <a:lnTo>
                  <a:pt x="179713" y="136363"/>
                </a:lnTo>
                <a:lnTo>
                  <a:pt x="173641" y="136363"/>
                </a:lnTo>
                <a:lnTo>
                  <a:pt x="173641" y="130279"/>
                </a:lnTo>
                <a:close/>
                <a:moveTo>
                  <a:pt x="186774" y="130279"/>
                </a:moveTo>
                <a:lnTo>
                  <a:pt x="186774" y="136363"/>
                </a:lnTo>
                <a:lnTo>
                  <a:pt x="180702" y="136363"/>
                </a:lnTo>
                <a:lnTo>
                  <a:pt x="180702" y="130279"/>
                </a:lnTo>
                <a:close/>
                <a:moveTo>
                  <a:pt x="193822" y="130279"/>
                </a:moveTo>
                <a:lnTo>
                  <a:pt x="193822" y="136363"/>
                </a:lnTo>
                <a:lnTo>
                  <a:pt x="187750" y="136363"/>
                </a:lnTo>
                <a:lnTo>
                  <a:pt x="187750" y="130279"/>
                </a:lnTo>
                <a:close/>
                <a:moveTo>
                  <a:pt x="200883" y="130279"/>
                </a:moveTo>
                <a:lnTo>
                  <a:pt x="200883" y="136363"/>
                </a:lnTo>
                <a:lnTo>
                  <a:pt x="194810" y="136363"/>
                </a:lnTo>
                <a:lnTo>
                  <a:pt x="194810" y="130279"/>
                </a:lnTo>
                <a:close/>
                <a:moveTo>
                  <a:pt x="207931" y="130279"/>
                </a:moveTo>
                <a:lnTo>
                  <a:pt x="207931" y="136363"/>
                </a:lnTo>
                <a:lnTo>
                  <a:pt x="201859" y="136363"/>
                </a:lnTo>
                <a:lnTo>
                  <a:pt x="201859" y="130279"/>
                </a:lnTo>
                <a:close/>
                <a:moveTo>
                  <a:pt x="214992" y="130279"/>
                </a:moveTo>
                <a:lnTo>
                  <a:pt x="214992" y="136363"/>
                </a:lnTo>
                <a:lnTo>
                  <a:pt x="208919" y="136363"/>
                </a:lnTo>
                <a:lnTo>
                  <a:pt x="208919" y="130279"/>
                </a:lnTo>
                <a:close/>
                <a:moveTo>
                  <a:pt x="222052" y="130279"/>
                </a:moveTo>
                <a:lnTo>
                  <a:pt x="222052" y="136363"/>
                </a:lnTo>
                <a:lnTo>
                  <a:pt x="215968" y="136363"/>
                </a:lnTo>
                <a:lnTo>
                  <a:pt x="215968" y="130279"/>
                </a:lnTo>
                <a:close/>
                <a:moveTo>
                  <a:pt x="229100" y="130279"/>
                </a:moveTo>
                <a:lnTo>
                  <a:pt x="229100" y="136363"/>
                </a:lnTo>
                <a:lnTo>
                  <a:pt x="223028" y="136363"/>
                </a:lnTo>
                <a:lnTo>
                  <a:pt x="223028" y="130279"/>
                </a:lnTo>
                <a:close/>
                <a:moveTo>
                  <a:pt x="236161" y="130279"/>
                </a:moveTo>
                <a:lnTo>
                  <a:pt x="236161" y="136363"/>
                </a:lnTo>
                <a:lnTo>
                  <a:pt x="230077" y="136363"/>
                </a:lnTo>
                <a:lnTo>
                  <a:pt x="230077" y="130279"/>
                </a:lnTo>
                <a:close/>
                <a:moveTo>
                  <a:pt x="243209" y="130279"/>
                </a:moveTo>
                <a:lnTo>
                  <a:pt x="243209" y="136363"/>
                </a:lnTo>
                <a:lnTo>
                  <a:pt x="237137" y="136363"/>
                </a:lnTo>
                <a:lnTo>
                  <a:pt x="237137" y="130279"/>
                </a:lnTo>
                <a:close/>
                <a:moveTo>
                  <a:pt x="250270" y="130279"/>
                </a:moveTo>
                <a:lnTo>
                  <a:pt x="250270" y="136363"/>
                </a:lnTo>
                <a:lnTo>
                  <a:pt x="244198" y="136363"/>
                </a:lnTo>
                <a:lnTo>
                  <a:pt x="244198" y="130279"/>
                </a:lnTo>
                <a:close/>
                <a:moveTo>
                  <a:pt x="257318" y="130279"/>
                </a:moveTo>
                <a:lnTo>
                  <a:pt x="257318" y="136363"/>
                </a:lnTo>
                <a:lnTo>
                  <a:pt x="251246" y="136363"/>
                </a:lnTo>
                <a:lnTo>
                  <a:pt x="251246" y="130279"/>
                </a:lnTo>
                <a:close/>
                <a:moveTo>
                  <a:pt x="264379" y="130279"/>
                </a:moveTo>
                <a:lnTo>
                  <a:pt x="264379" y="136363"/>
                </a:lnTo>
                <a:lnTo>
                  <a:pt x="258306" y="136363"/>
                </a:lnTo>
                <a:lnTo>
                  <a:pt x="258306" y="130279"/>
                </a:lnTo>
                <a:close/>
                <a:moveTo>
                  <a:pt x="271427" y="130279"/>
                </a:moveTo>
                <a:lnTo>
                  <a:pt x="271427" y="136363"/>
                </a:lnTo>
                <a:lnTo>
                  <a:pt x="265355" y="136363"/>
                </a:lnTo>
                <a:lnTo>
                  <a:pt x="265355" y="130279"/>
                </a:lnTo>
                <a:close/>
                <a:moveTo>
                  <a:pt x="278488" y="130279"/>
                </a:moveTo>
                <a:lnTo>
                  <a:pt x="278488" y="136363"/>
                </a:lnTo>
                <a:lnTo>
                  <a:pt x="272415" y="136363"/>
                </a:lnTo>
                <a:lnTo>
                  <a:pt x="272415" y="130279"/>
                </a:lnTo>
                <a:close/>
                <a:moveTo>
                  <a:pt x="17443" y="137339"/>
                </a:moveTo>
                <a:lnTo>
                  <a:pt x="17443" y="143411"/>
                </a:lnTo>
                <a:lnTo>
                  <a:pt x="11371" y="143411"/>
                </a:lnTo>
                <a:lnTo>
                  <a:pt x="11371" y="137339"/>
                </a:lnTo>
                <a:close/>
                <a:moveTo>
                  <a:pt x="24503" y="137339"/>
                </a:moveTo>
                <a:lnTo>
                  <a:pt x="24503" y="143411"/>
                </a:lnTo>
                <a:lnTo>
                  <a:pt x="18431" y="143411"/>
                </a:lnTo>
                <a:lnTo>
                  <a:pt x="18431" y="137339"/>
                </a:lnTo>
                <a:close/>
                <a:moveTo>
                  <a:pt x="31564" y="137339"/>
                </a:moveTo>
                <a:lnTo>
                  <a:pt x="31564" y="143411"/>
                </a:lnTo>
                <a:lnTo>
                  <a:pt x="25492" y="143411"/>
                </a:lnTo>
                <a:lnTo>
                  <a:pt x="25492" y="137339"/>
                </a:lnTo>
                <a:close/>
                <a:moveTo>
                  <a:pt x="38612" y="137339"/>
                </a:moveTo>
                <a:lnTo>
                  <a:pt x="38612" y="143411"/>
                </a:lnTo>
                <a:lnTo>
                  <a:pt x="32540" y="143411"/>
                </a:lnTo>
                <a:lnTo>
                  <a:pt x="32540" y="137339"/>
                </a:lnTo>
                <a:close/>
                <a:moveTo>
                  <a:pt x="45673" y="137339"/>
                </a:moveTo>
                <a:lnTo>
                  <a:pt x="45673" y="143411"/>
                </a:lnTo>
                <a:lnTo>
                  <a:pt x="39601" y="143411"/>
                </a:lnTo>
                <a:lnTo>
                  <a:pt x="39601" y="137339"/>
                </a:lnTo>
                <a:close/>
                <a:moveTo>
                  <a:pt x="52721" y="137339"/>
                </a:moveTo>
                <a:lnTo>
                  <a:pt x="52721" y="143411"/>
                </a:lnTo>
                <a:lnTo>
                  <a:pt x="46649" y="143411"/>
                </a:lnTo>
                <a:lnTo>
                  <a:pt x="46649" y="137339"/>
                </a:lnTo>
                <a:close/>
                <a:moveTo>
                  <a:pt x="59782" y="137339"/>
                </a:moveTo>
                <a:lnTo>
                  <a:pt x="59782" y="143411"/>
                </a:lnTo>
                <a:lnTo>
                  <a:pt x="53709" y="143411"/>
                </a:lnTo>
                <a:lnTo>
                  <a:pt x="53709" y="137339"/>
                </a:lnTo>
                <a:close/>
                <a:moveTo>
                  <a:pt x="66842" y="137339"/>
                </a:moveTo>
                <a:lnTo>
                  <a:pt x="66842" y="143411"/>
                </a:lnTo>
                <a:lnTo>
                  <a:pt x="60758" y="143411"/>
                </a:lnTo>
                <a:lnTo>
                  <a:pt x="60758" y="137339"/>
                </a:lnTo>
                <a:close/>
                <a:moveTo>
                  <a:pt x="73902" y="137339"/>
                </a:moveTo>
                <a:lnTo>
                  <a:pt x="73902" y="143411"/>
                </a:lnTo>
                <a:lnTo>
                  <a:pt x="67818" y="143411"/>
                </a:lnTo>
                <a:lnTo>
                  <a:pt x="67818" y="137339"/>
                </a:lnTo>
                <a:close/>
                <a:moveTo>
                  <a:pt x="80951" y="137339"/>
                </a:moveTo>
                <a:lnTo>
                  <a:pt x="80951" y="143411"/>
                </a:lnTo>
                <a:lnTo>
                  <a:pt x="74879" y="143411"/>
                </a:lnTo>
                <a:lnTo>
                  <a:pt x="74879" y="137339"/>
                </a:lnTo>
                <a:close/>
                <a:moveTo>
                  <a:pt x="88011" y="137339"/>
                </a:moveTo>
                <a:lnTo>
                  <a:pt x="88011" y="143411"/>
                </a:lnTo>
                <a:lnTo>
                  <a:pt x="81927" y="143411"/>
                </a:lnTo>
                <a:lnTo>
                  <a:pt x="81927" y="137339"/>
                </a:lnTo>
                <a:close/>
                <a:moveTo>
                  <a:pt x="95060" y="137339"/>
                </a:moveTo>
                <a:lnTo>
                  <a:pt x="95060" y="143411"/>
                </a:lnTo>
                <a:lnTo>
                  <a:pt x="88988" y="143411"/>
                </a:lnTo>
                <a:lnTo>
                  <a:pt x="88988" y="137339"/>
                </a:lnTo>
                <a:close/>
                <a:moveTo>
                  <a:pt x="102120" y="137339"/>
                </a:moveTo>
                <a:lnTo>
                  <a:pt x="102120" y="143411"/>
                </a:lnTo>
                <a:lnTo>
                  <a:pt x="96036" y="143411"/>
                </a:lnTo>
                <a:lnTo>
                  <a:pt x="96036" y="137339"/>
                </a:lnTo>
                <a:close/>
                <a:moveTo>
                  <a:pt x="103097" y="137339"/>
                </a:moveTo>
                <a:lnTo>
                  <a:pt x="109169" y="137351"/>
                </a:lnTo>
                <a:lnTo>
                  <a:pt x="109169" y="143411"/>
                </a:lnTo>
                <a:lnTo>
                  <a:pt x="103097" y="143411"/>
                </a:lnTo>
                <a:lnTo>
                  <a:pt x="103097" y="137339"/>
                </a:lnTo>
                <a:close/>
                <a:moveTo>
                  <a:pt x="110157" y="137339"/>
                </a:moveTo>
                <a:lnTo>
                  <a:pt x="116229" y="137351"/>
                </a:lnTo>
                <a:lnTo>
                  <a:pt x="116229" y="143411"/>
                </a:lnTo>
                <a:lnTo>
                  <a:pt x="110157" y="143411"/>
                </a:lnTo>
                <a:lnTo>
                  <a:pt x="110157" y="137339"/>
                </a:lnTo>
                <a:close/>
                <a:moveTo>
                  <a:pt x="123278" y="137339"/>
                </a:moveTo>
                <a:lnTo>
                  <a:pt x="123278" y="143411"/>
                </a:lnTo>
                <a:lnTo>
                  <a:pt x="117205" y="143411"/>
                </a:lnTo>
                <a:lnTo>
                  <a:pt x="117205" y="137339"/>
                </a:lnTo>
                <a:close/>
                <a:moveTo>
                  <a:pt x="130338" y="137339"/>
                </a:moveTo>
                <a:lnTo>
                  <a:pt x="130338" y="143411"/>
                </a:lnTo>
                <a:lnTo>
                  <a:pt x="124254" y="143411"/>
                </a:lnTo>
                <a:lnTo>
                  <a:pt x="124254" y="137339"/>
                </a:lnTo>
                <a:close/>
                <a:moveTo>
                  <a:pt x="137387" y="137339"/>
                </a:moveTo>
                <a:lnTo>
                  <a:pt x="137387" y="143411"/>
                </a:lnTo>
                <a:lnTo>
                  <a:pt x="131314" y="143411"/>
                </a:lnTo>
                <a:lnTo>
                  <a:pt x="131314" y="137339"/>
                </a:lnTo>
                <a:close/>
                <a:moveTo>
                  <a:pt x="144447" y="137339"/>
                </a:moveTo>
                <a:lnTo>
                  <a:pt x="144447" y="143411"/>
                </a:lnTo>
                <a:lnTo>
                  <a:pt x="138375" y="143411"/>
                </a:lnTo>
                <a:lnTo>
                  <a:pt x="138375" y="137339"/>
                </a:lnTo>
                <a:close/>
                <a:moveTo>
                  <a:pt x="151495" y="137339"/>
                </a:moveTo>
                <a:lnTo>
                  <a:pt x="151495" y="143411"/>
                </a:lnTo>
                <a:lnTo>
                  <a:pt x="145423" y="143411"/>
                </a:lnTo>
                <a:lnTo>
                  <a:pt x="145423" y="137339"/>
                </a:lnTo>
                <a:close/>
                <a:moveTo>
                  <a:pt x="158556" y="137339"/>
                </a:moveTo>
                <a:lnTo>
                  <a:pt x="158556" y="143411"/>
                </a:lnTo>
                <a:lnTo>
                  <a:pt x="152484" y="143411"/>
                </a:lnTo>
                <a:lnTo>
                  <a:pt x="152484" y="137339"/>
                </a:lnTo>
                <a:close/>
                <a:moveTo>
                  <a:pt x="165604" y="137339"/>
                </a:moveTo>
                <a:lnTo>
                  <a:pt x="165604" y="143411"/>
                </a:lnTo>
                <a:lnTo>
                  <a:pt x="159532" y="143411"/>
                </a:lnTo>
                <a:lnTo>
                  <a:pt x="159532" y="137339"/>
                </a:lnTo>
                <a:close/>
                <a:moveTo>
                  <a:pt x="172665" y="137339"/>
                </a:moveTo>
                <a:lnTo>
                  <a:pt x="172665" y="143411"/>
                </a:lnTo>
                <a:lnTo>
                  <a:pt x="166581" y="143411"/>
                </a:lnTo>
                <a:lnTo>
                  <a:pt x="166581" y="137339"/>
                </a:lnTo>
                <a:close/>
                <a:moveTo>
                  <a:pt x="179713" y="137339"/>
                </a:moveTo>
                <a:lnTo>
                  <a:pt x="179713" y="143411"/>
                </a:lnTo>
                <a:lnTo>
                  <a:pt x="173641" y="143411"/>
                </a:lnTo>
                <a:lnTo>
                  <a:pt x="173641" y="137339"/>
                </a:lnTo>
                <a:close/>
                <a:moveTo>
                  <a:pt x="186774" y="137339"/>
                </a:moveTo>
                <a:lnTo>
                  <a:pt x="186774" y="143411"/>
                </a:lnTo>
                <a:lnTo>
                  <a:pt x="180702" y="143411"/>
                </a:lnTo>
                <a:lnTo>
                  <a:pt x="180702" y="137339"/>
                </a:lnTo>
                <a:close/>
                <a:moveTo>
                  <a:pt x="193822" y="137339"/>
                </a:moveTo>
                <a:lnTo>
                  <a:pt x="193822" y="143411"/>
                </a:lnTo>
                <a:lnTo>
                  <a:pt x="187750" y="143411"/>
                </a:lnTo>
                <a:lnTo>
                  <a:pt x="187750" y="137339"/>
                </a:lnTo>
                <a:close/>
                <a:moveTo>
                  <a:pt x="200883" y="137339"/>
                </a:moveTo>
                <a:lnTo>
                  <a:pt x="200883" y="143411"/>
                </a:lnTo>
                <a:lnTo>
                  <a:pt x="194810" y="143411"/>
                </a:lnTo>
                <a:lnTo>
                  <a:pt x="194810" y="137339"/>
                </a:lnTo>
                <a:close/>
                <a:moveTo>
                  <a:pt x="207931" y="137339"/>
                </a:moveTo>
                <a:lnTo>
                  <a:pt x="207931" y="143411"/>
                </a:lnTo>
                <a:lnTo>
                  <a:pt x="201859" y="143411"/>
                </a:lnTo>
                <a:lnTo>
                  <a:pt x="201859" y="137339"/>
                </a:lnTo>
                <a:close/>
                <a:moveTo>
                  <a:pt x="214992" y="137339"/>
                </a:moveTo>
                <a:lnTo>
                  <a:pt x="214992" y="143411"/>
                </a:lnTo>
                <a:lnTo>
                  <a:pt x="208919" y="143411"/>
                </a:lnTo>
                <a:lnTo>
                  <a:pt x="208919" y="137339"/>
                </a:lnTo>
                <a:close/>
                <a:moveTo>
                  <a:pt x="222052" y="137339"/>
                </a:moveTo>
                <a:lnTo>
                  <a:pt x="222052" y="143411"/>
                </a:lnTo>
                <a:lnTo>
                  <a:pt x="215968" y="143411"/>
                </a:lnTo>
                <a:lnTo>
                  <a:pt x="215968" y="137339"/>
                </a:lnTo>
                <a:close/>
                <a:moveTo>
                  <a:pt x="229100" y="137339"/>
                </a:moveTo>
                <a:lnTo>
                  <a:pt x="229100" y="143411"/>
                </a:lnTo>
                <a:lnTo>
                  <a:pt x="223028" y="143411"/>
                </a:lnTo>
                <a:lnTo>
                  <a:pt x="223028" y="137339"/>
                </a:lnTo>
                <a:close/>
                <a:moveTo>
                  <a:pt x="236161" y="137339"/>
                </a:moveTo>
                <a:lnTo>
                  <a:pt x="236161" y="143411"/>
                </a:lnTo>
                <a:lnTo>
                  <a:pt x="230077" y="143411"/>
                </a:lnTo>
                <a:lnTo>
                  <a:pt x="230077" y="137339"/>
                </a:lnTo>
                <a:close/>
                <a:moveTo>
                  <a:pt x="243209" y="137339"/>
                </a:moveTo>
                <a:lnTo>
                  <a:pt x="243209" y="143411"/>
                </a:lnTo>
                <a:lnTo>
                  <a:pt x="237137" y="143411"/>
                </a:lnTo>
                <a:lnTo>
                  <a:pt x="237137" y="137339"/>
                </a:lnTo>
                <a:close/>
                <a:moveTo>
                  <a:pt x="250270" y="137339"/>
                </a:moveTo>
                <a:lnTo>
                  <a:pt x="250270" y="143411"/>
                </a:lnTo>
                <a:lnTo>
                  <a:pt x="244198" y="143411"/>
                </a:lnTo>
                <a:lnTo>
                  <a:pt x="244198" y="137339"/>
                </a:lnTo>
                <a:close/>
                <a:moveTo>
                  <a:pt x="257318" y="137339"/>
                </a:moveTo>
                <a:lnTo>
                  <a:pt x="257318" y="143411"/>
                </a:lnTo>
                <a:lnTo>
                  <a:pt x="251246" y="143411"/>
                </a:lnTo>
                <a:lnTo>
                  <a:pt x="251246" y="137339"/>
                </a:lnTo>
                <a:close/>
                <a:moveTo>
                  <a:pt x="264379" y="137339"/>
                </a:moveTo>
                <a:lnTo>
                  <a:pt x="264379" y="143411"/>
                </a:lnTo>
                <a:lnTo>
                  <a:pt x="258306" y="143411"/>
                </a:lnTo>
                <a:lnTo>
                  <a:pt x="258306" y="137339"/>
                </a:lnTo>
                <a:close/>
                <a:moveTo>
                  <a:pt x="271427" y="137339"/>
                </a:moveTo>
                <a:lnTo>
                  <a:pt x="271427" y="143411"/>
                </a:lnTo>
                <a:lnTo>
                  <a:pt x="265355" y="143411"/>
                </a:lnTo>
                <a:lnTo>
                  <a:pt x="265355" y="137339"/>
                </a:lnTo>
                <a:close/>
                <a:moveTo>
                  <a:pt x="278488" y="137339"/>
                </a:moveTo>
                <a:lnTo>
                  <a:pt x="278488" y="143411"/>
                </a:lnTo>
                <a:lnTo>
                  <a:pt x="272415" y="143411"/>
                </a:lnTo>
                <a:lnTo>
                  <a:pt x="272415" y="137339"/>
                </a:lnTo>
                <a:close/>
                <a:moveTo>
                  <a:pt x="17443" y="144399"/>
                </a:moveTo>
                <a:lnTo>
                  <a:pt x="17443" y="150472"/>
                </a:lnTo>
                <a:lnTo>
                  <a:pt x="11371" y="150472"/>
                </a:lnTo>
                <a:lnTo>
                  <a:pt x="11371" y="144399"/>
                </a:lnTo>
                <a:close/>
                <a:moveTo>
                  <a:pt x="24503" y="144399"/>
                </a:moveTo>
                <a:lnTo>
                  <a:pt x="24503" y="150472"/>
                </a:lnTo>
                <a:lnTo>
                  <a:pt x="18431" y="150472"/>
                </a:lnTo>
                <a:lnTo>
                  <a:pt x="18431" y="144399"/>
                </a:lnTo>
                <a:close/>
                <a:moveTo>
                  <a:pt x="31564" y="144399"/>
                </a:moveTo>
                <a:lnTo>
                  <a:pt x="31564" y="150472"/>
                </a:lnTo>
                <a:lnTo>
                  <a:pt x="25492" y="150472"/>
                </a:lnTo>
                <a:lnTo>
                  <a:pt x="25492" y="144399"/>
                </a:lnTo>
                <a:close/>
                <a:moveTo>
                  <a:pt x="38612" y="144399"/>
                </a:moveTo>
                <a:lnTo>
                  <a:pt x="38612" y="150472"/>
                </a:lnTo>
                <a:lnTo>
                  <a:pt x="32540" y="150472"/>
                </a:lnTo>
                <a:lnTo>
                  <a:pt x="32540" y="144399"/>
                </a:lnTo>
                <a:close/>
                <a:moveTo>
                  <a:pt x="45673" y="144399"/>
                </a:moveTo>
                <a:lnTo>
                  <a:pt x="45673" y="150472"/>
                </a:lnTo>
                <a:lnTo>
                  <a:pt x="39601" y="150472"/>
                </a:lnTo>
                <a:lnTo>
                  <a:pt x="39601" y="144399"/>
                </a:lnTo>
                <a:close/>
                <a:moveTo>
                  <a:pt x="52721" y="144399"/>
                </a:moveTo>
                <a:lnTo>
                  <a:pt x="52721" y="150472"/>
                </a:lnTo>
                <a:lnTo>
                  <a:pt x="46649" y="150472"/>
                </a:lnTo>
                <a:lnTo>
                  <a:pt x="46649" y="144399"/>
                </a:lnTo>
                <a:close/>
                <a:moveTo>
                  <a:pt x="59782" y="144399"/>
                </a:moveTo>
                <a:lnTo>
                  <a:pt x="59782" y="150472"/>
                </a:lnTo>
                <a:lnTo>
                  <a:pt x="53709" y="150472"/>
                </a:lnTo>
                <a:lnTo>
                  <a:pt x="53709" y="144399"/>
                </a:lnTo>
                <a:close/>
                <a:moveTo>
                  <a:pt x="66842" y="144387"/>
                </a:moveTo>
                <a:lnTo>
                  <a:pt x="66842" y="150472"/>
                </a:lnTo>
                <a:lnTo>
                  <a:pt x="60758" y="150472"/>
                </a:lnTo>
                <a:lnTo>
                  <a:pt x="60758" y="144399"/>
                </a:lnTo>
                <a:lnTo>
                  <a:pt x="66842" y="144387"/>
                </a:lnTo>
                <a:close/>
                <a:moveTo>
                  <a:pt x="73902" y="144399"/>
                </a:moveTo>
                <a:lnTo>
                  <a:pt x="73902" y="150472"/>
                </a:lnTo>
                <a:lnTo>
                  <a:pt x="67818" y="150472"/>
                </a:lnTo>
                <a:lnTo>
                  <a:pt x="67818" y="144399"/>
                </a:lnTo>
                <a:close/>
                <a:moveTo>
                  <a:pt x="80951" y="144399"/>
                </a:moveTo>
                <a:lnTo>
                  <a:pt x="80951" y="150472"/>
                </a:lnTo>
                <a:lnTo>
                  <a:pt x="74879" y="150472"/>
                </a:lnTo>
                <a:lnTo>
                  <a:pt x="74879" y="144399"/>
                </a:lnTo>
                <a:close/>
                <a:moveTo>
                  <a:pt x="88011" y="144399"/>
                </a:moveTo>
                <a:lnTo>
                  <a:pt x="88011" y="150472"/>
                </a:lnTo>
                <a:lnTo>
                  <a:pt x="81927" y="150472"/>
                </a:lnTo>
                <a:lnTo>
                  <a:pt x="81927" y="144399"/>
                </a:lnTo>
                <a:close/>
                <a:moveTo>
                  <a:pt x="95060" y="144399"/>
                </a:moveTo>
                <a:lnTo>
                  <a:pt x="95060" y="150472"/>
                </a:lnTo>
                <a:lnTo>
                  <a:pt x="88988" y="150472"/>
                </a:lnTo>
                <a:lnTo>
                  <a:pt x="88988" y="144399"/>
                </a:lnTo>
                <a:close/>
                <a:moveTo>
                  <a:pt x="102120" y="144387"/>
                </a:moveTo>
                <a:lnTo>
                  <a:pt x="102120" y="150472"/>
                </a:lnTo>
                <a:lnTo>
                  <a:pt x="96036" y="150472"/>
                </a:lnTo>
                <a:lnTo>
                  <a:pt x="96036" y="144399"/>
                </a:lnTo>
                <a:lnTo>
                  <a:pt x="102120" y="144387"/>
                </a:lnTo>
                <a:close/>
                <a:moveTo>
                  <a:pt x="109169" y="144399"/>
                </a:moveTo>
                <a:lnTo>
                  <a:pt x="109169" y="150472"/>
                </a:lnTo>
                <a:lnTo>
                  <a:pt x="103097" y="150472"/>
                </a:lnTo>
                <a:lnTo>
                  <a:pt x="103097" y="144399"/>
                </a:lnTo>
                <a:close/>
                <a:moveTo>
                  <a:pt x="116229" y="144399"/>
                </a:moveTo>
                <a:lnTo>
                  <a:pt x="116229" y="150472"/>
                </a:lnTo>
                <a:lnTo>
                  <a:pt x="110157" y="150472"/>
                </a:lnTo>
                <a:lnTo>
                  <a:pt x="110157" y="144399"/>
                </a:lnTo>
                <a:close/>
                <a:moveTo>
                  <a:pt x="123278" y="144399"/>
                </a:moveTo>
                <a:lnTo>
                  <a:pt x="123278" y="150472"/>
                </a:lnTo>
                <a:lnTo>
                  <a:pt x="117205" y="150472"/>
                </a:lnTo>
                <a:lnTo>
                  <a:pt x="117205" y="144399"/>
                </a:lnTo>
                <a:close/>
                <a:moveTo>
                  <a:pt x="130338" y="144399"/>
                </a:moveTo>
                <a:lnTo>
                  <a:pt x="130338" y="150472"/>
                </a:lnTo>
                <a:lnTo>
                  <a:pt x="124254" y="150472"/>
                </a:lnTo>
                <a:lnTo>
                  <a:pt x="124254" y="144399"/>
                </a:lnTo>
                <a:close/>
                <a:moveTo>
                  <a:pt x="137387" y="144387"/>
                </a:moveTo>
                <a:lnTo>
                  <a:pt x="137387" y="150472"/>
                </a:lnTo>
                <a:lnTo>
                  <a:pt x="131314" y="150472"/>
                </a:lnTo>
                <a:lnTo>
                  <a:pt x="131314" y="144399"/>
                </a:lnTo>
                <a:lnTo>
                  <a:pt x="137387" y="144387"/>
                </a:lnTo>
                <a:close/>
                <a:moveTo>
                  <a:pt x="144447" y="144399"/>
                </a:moveTo>
                <a:lnTo>
                  <a:pt x="144447" y="150472"/>
                </a:lnTo>
                <a:lnTo>
                  <a:pt x="138375" y="150472"/>
                </a:lnTo>
                <a:lnTo>
                  <a:pt x="138375" y="144399"/>
                </a:lnTo>
                <a:close/>
                <a:moveTo>
                  <a:pt x="151495" y="144399"/>
                </a:moveTo>
                <a:lnTo>
                  <a:pt x="151495" y="150472"/>
                </a:lnTo>
                <a:lnTo>
                  <a:pt x="145423" y="150472"/>
                </a:lnTo>
                <a:lnTo>
                  <a:pt x="145423" y="144399"/>
                </a:lnTo>
                <a:close/>
                <a:moveTo>
                  <a:pt x="158556" y="144399"/>
                </a:moveTo>
                <a:lnTo>
                  <a:pt x="158556" y="150472"/>
                </a:lnTo>
                <a:lnTo>
                  <a:pt x="152484" y="150472"/>
                </a:lnTo>
                <a:lnTo>
                  <a:pt x="152484" y="144399"/>
                </a:lnTo>
                <a:close/>
                <a:moveTo>
                  <a:pt x="165604" y="144399"/>
                </a:moveTo>
                <a:lnTo>
                  <a:pt x="165604" y="150472"/>
                </a:lnTo>
                <a:lnTo>
                  <a:pt x="159532" y="150472"/>
                </a:lnTo>
                <a:lnTo>
                  <a:pt x="159532" y="144399"/>
                </a:lnTo>
                <a:close/>
                <a:moveTo>
                  <a:pt x="172665" y="144399"/>
                </a:moveTo>
                <a:lnTo>
                  <a:pt x="172665" y="150472"/>
                </a:lnTo>
                <a:lnTo>
                  <a:pt x="166581" y="150472"/>
                </a:lnTo>
                <a:lnTo>
                  <a:pt x="166581" y="144399"/>
                </a:lnTo>
                <a:close/>
                <a:moveTo>
                  <a:pt x="179713" y="144399"/>
                </a:moveTo>
                <a:lnTo>
                  <a:pt x="179713" y="150472"/>
                </a:lnTo>
                <a:lnTo>
                  <a:pt x="173641" y="150472"/>
                </a:lnTo>
                <a:lnTo>
                  <a:pt x="173641" y="144399"/>
                </a:lnTo>
                <a:close/>
                <a:moveTo>
                  <a:pt x="186774" y="144399"/>
                </a:moveTo>
                <a:lnTo>
                  <a:pt x="186774" y="150472"/>
                </a:lnTo>
                <a:lnTo>
                  <a:pt x="180702" y="150472"/>
                </a:lnTo>
                <a:lnTo>
                  <a:pt x="180702" y="144399"/>
                </a:lnTo>
                <a:close/>
                <a:moveTo>
                  <a:pt x="193822" y="144399"/>
                </a:moveTo>
                <a:lnTo>
                  <a:pt x="193822" y="150472"/>
                </a:lnTo>
                <a:lnTo>
                  <a:pt x="187750" y="150472"/>
                </a:lnTo>
                <a:lnTo>
                  <a:pt x="187750" y="144399"/>
                </a:lnTo>
                <a:close/>
                <a:moveTo>
                  <a:pt x="200883" y="144399"/>
                </a:moveTo>
                <a:lnTo>
                  <a:pt x="200883" y="150472"/>
                </a:lnTo>
                <a:lnTo>
                  <a:pt x="194810" y="150472"/>
                </a:lnTo>
                <a:lnTo>
                  <a:pt x="194810" y="144399"/>
                </a:lnTo>
                <a:close/>
                <a:moveTo>
                  <a:pt x="207931" y="144399"/>
                </a:moveTo>
                <a:lnTo>
                  <a:pt x="207931" y="150472"/>
                </a:lnTo>
                <a:lnTo>
                  <a:pt x="201859" y="150472"/>
                </a:lnTo>
                <a:lnTo>
                  <a:pt x="201859" y="144399"/>
                </a:lnTo>
                <a:close/>
                <a:moveTo>
                  <a:pt x="214992" y="144399"/>
                </a:moveTo>
                <a:lnTo>
                  <a:pt x="214992" y="150472"/>
                </a:lnTo>
                <a:lnTo>
                  <a:pt x="208919" y="150472"/>
                </a:lnTo>
                <a:lnTo>
                  <a:pt x="208919" y="144399"/>
                </a:lnTo>
                <a:close/>
                <a:moveTo>
                  <a:pt x="222052" y="144399"/>
                </a:moveTo>
                <a:lnTo>
                  <a:pt x="222052" y="150472"/>
                </a:lnTo>
                <a:lnTo>
                  <a:pt x="215968" y="150472"/>
                </a:lnTo>
                <a:lnTo>
                  <a:pt x="215968" y="144399"/>
                </a:lnTo>
                <a:close/>
                <a:moveTo>
                  <a:pt x="229100" y="144399"/>
                </a:moveTo>
                <a:lnTo>
                  <a:pt x="229100" y="150472"/>
                </a:lnTo>
                <a:lnTo>
                  <a:pt x="223028" y="150472"/>
                </a:lnTo>
                <a:lnTo>
                  <a:pt x="223028" y="144399"/>
                </a:lnTo>
                <a:close/>
                <a:moveTo>
                  <a:pt x="236161" y="144399"/>
                </a:moveTo>
                <a:lnTo>
                  <a:pt x="236161" y="150472"/>
                </a:lnTo>
                <a:lnTo>
                  <a:pt x="230077" y="150472"/>
                </a:lnTo>
                <a:lnTo>
                  <a:pt x="230077" y="144399"/>
                </a:lnTo>
                <a:close/>
                <a:moveTo>
                  <a:pt x="243209" y="144399"/>
                </a:moveTo>
                <a:lnTo>
                  <a:pt x="243209" y="150472"/>
                </a:lnTo>
                <a:lnTo>
                  <a:pt x="237137" y="150472"/>
                </a:lnTo>
                <a:lnTo>
                  <a:pt x="237137" y="144399"/>
                </a:lnTo>
                <a:close/>
                <a:moveTo>
                  <a:pt x="250270" y="144399"/>
                </a:moveTo>
                <a:lnTo>
                  <a:pt x="250270" y="150472"/>
                </a:lnTo>
                <a:lnTo>
                  <a:pt x="244198" y="150472"/>
                </a:lnTo>
                <a:lnTo>
                  <a:pt x="244198" y="144399"/>
                </a:lnTo>
                <a:close/>
                <a:moveTo>
                  <a:pt x="257318" y="144399"/>
                </a:moveTo>
                <a:lnTo>
                  <a:pt x="257318" y="150472"/>
                </a:lnTo>
                <a:lnTo>
                  <a:pt x="251246" y="150472"/>
                </a:lnTo>
                <a:lnTo>
                  <a:pt x="251246" y="144399"/>
                </a:lnTo>
                <a:close/>
                <a:moveTo>
                  <a:pt x="264379" y="144399"/>
                </a:moveTo>
                <a:lnTo>
                  <a:pt x="264379" y="150472"/>
                </a:lnTo>
                <a:lnTo>
                  <a:pt x="258306" y="150472"/>
                </a:lnTo>
                <a:lnTo>
                  <a:pt x="258306" y="144399"/>
                </a:lnTo>
                <a:close/>
                <a:moveTo>
                  <a:pt x="271427" y="144399"/>
                </a:moveTo>
                <a:lnTo>
                  <a:pt x="271427" y="150472"/>
                </a:lnTo>
                <a:lnTo>
                  <a:pt x="265355" y="150472"/>
                </a:lnTo>
                <a:lnTo>
                  <a:pt x="265355" y="144399"/>
                </a:lnTo>
                <a:close/>
                <a:moveTo>
                  <a:pt x="278488" y="144399"/>
                </a:moveTo>
                <a:lnTo>
                  <a:pt x="278488" y="150472"/>
                </a:lnTo>
                <a:lnTo>
                  <a:pt x="272415" y="150472"/>
                </a:lnTo>
                <a:lnTo>
                  <a:pt x="272415" y="144399"/>
                </a:lnTo>
                <a:close/>
                <a:moveTo>
                  <a:pt x="17443" y="151448"/>
                </a:moveTo>
                <a:lnTo>
                  <a:pt x="17443" y="157520"/>
                </a:lnTo>
                <a:lnTo>
                  <a:pt x="11371" y="157520"/>
                </a:lnTo>
                <a:lnTo>
                  <a:pt x="11371" y="151448"/>
                </a:lnTo>
                <a:close/>
                <a:moveTo>
                  <a:pt x="24503" y="151448"/>
                </a:moveTo>
                <a:lnTo>
                  <a:pt x="24503" y="157520"/>
                </a:lnTo>
                <a:lnTo>
                  <a:pt x="18431" y="157520"/>
                </a:lnTo>
                <a:lnTo>
                  <a:pt x="18431" y="151448"/>
                </a:lnTo>
                <a:close/>
                <a:moveTo>
                  <a:pt x="31564" y="151448"/>
                </a:moveTo>
                <a:lnTo>
                  <a:pt x="31564" y="157520"/>
                </a:lnTo>
                <a:lnTo>
                  <a:pt x="25492" y="157520"/>
                </a:lnTo>
                <a:lnTo>
                  <a:pt x="25492" y="151448"/>
                </a:lnTo>
                <a:close/>
                <a:moveTo>
                  <a:pt x="38612" y="151448"/>
                </a:moveTo>
                <a:lnTo>
                  <a:pt x="38612" y="157520"/>
                </a:lnTo>
                <a:lnTo>
                  <a:pt x="32540" y="157520"/>
                </a:lnTo>
                <a:lnTo>
                  <a:pt x="32540" y="151448"/>
                </a:lnTo>
                <a:close/>
                <a:moveTo>
                  <a:pt x="45673" y="151448"/>
                </a:moveTo>
                <a:lnTo>
                  <a:pt x="45673" y="157520"/>
                </a:lnTo>
                <a:lnTo>
                  <a:pt x="39601" y="157520"/>
                </a:lnTo>
                <a:lnTo>
                  <a:pt x="39601" y="151448"/>
                </a:lnTo>
                <a:close/>
                <a:moveTo>
                  <a:pt x="52721" y="151448"/>
                </a:moveTo>
                <a:lnTo>
                  <a:pt x="52721" y="157520"/>
                </a:lnTo>
                <a:lnTo>
                  <a:pt x="46649" y="157520"/>
                </a:lnTo>
                <a:lnTo>
                  <a:pt x="46649" y="151448"/>
                </a:lnTo>
                <a:close/>
                <a:moveTo>
                  <a:pt x="59782" y="151448"/>
                </a:moveTo>
                <a:lnTo>
                  <a:pt x="59782" y="157520"/>
                </a:lnTo>
                <a:lnTo>
                  <a:pt x="53709" y="157520"/>
                </a:lnTo>
                <a:lnTo>
                  <a:pt x="53709" y="151448"/>
                </a:lnTo>
                <a:close/>
                <a:moveTo>
                  <a:pt x="66842" y="151448"/>
                </a:moveTo>
                <a:lnTo>
                  <a:pt x="66842" y="157520"/>
                </a:lnTo>
                <a:lnTo>
                  <a:pt x="60758" y="157520"/>
                </a:lnTo>
                <a:lnTo>
                  <a:pt x="60758" y="151448"/>
                </a:lnTo>
                <a:close/>
                <a:moveTo>
                  <a:pt x="88011" y="151448"/>
                </a:moveTo>
                <a:lnTo>
                  <a:pt x="88011" y="157520"/>
                </a:lnTo>
                <a:lnTo>
                  <a:pt x="81927" y="157520"/>
                </a:lnTo>
                <a:lnTo>
                  <a:pt x="81927" y="151448"/>
                </a:lnTo>
                <a:close/>
                <a:moveTo>
                  <a:pt x="95060" y="151448"/>
                </a:moveTo>
                <a:lnTo>
                  <a:pt x="95060" y="157520"/>
                </a:lnTo>
                <a:lnTo>
                  <a:pt x="88988" y="157520"/>
                </a:lnTo>
                <a:lnTo>
                  <a:pt x="88988" y="151448"/>
                </a:lnTo>
                <a:close/>
                <a:moveTo>
                  <a:pt x="102120" y="151448"/>
                </a:moveTo>
                <a:lnTo>
                  <a:pt x="102120" y="157520"/>
                </a:lnTo>
                <a:lnTo>
                  <a:pt x="96036" y="157520"/>
                </a:lnTo>
                <a:lnTo>
                  <a:pt x="96036" y="151448"/>
                </a:lnTo>
                <a:close/>
                <a:moveTo>
                  <a:pt x="123278" y="151448"/>
                </a:moveTo>
                <a:lnTo>
                  <a:pt x="123278" y="157520"/>
                </a:lnTo>
                <a:lnTo>
                  <a:pt x="117205" y="157520"/>
                </a:lnTo>
                <a:lnTo>
                  <a:pt x="117205" y="151448"/>
                </a:lnTo>
                <a:close/>
                <a:moveTo>
                  <a:pt x="130338" y="151448"/>
                </a:moveTo>
                <a:lnTo>
                  <a:pt x="130338" y="157520"/>
                </a:lnTo>
                <a:lnTo>
                  <a:pt x="124254" y="157520"/>
                </a:lnTo>
                <a:lnTo>
                  <a:pt x="124254" y="151448"/>
                </a:lnTo>
                <a:close/>
                <a:moveTo>
                  <a:pt x="137387" y="151448"/>
                </a:moveTo>
                <a:lnTo>
                  <a:pt x="137387" y="157520"/>
                </a:lnTo>
                <a:lnTo>
                  <a:pt x="131314" y="157520"/>
                </a:lnTo>
                <a:lnTo>
                  <a:pt x="131314" y="151448"/>
                </a:lnTo>
                <a:close/>
                <a:moveTo>
                  <a:pt x="144447" y="151448"/>
                </a:moveTo>
                <a:lnTo>
                  <a:pt x="144447" y="157520"/>
                </a:lnTo>
                <a:lnTo>
                  <a:pt x="138375" y="157520"/>
                </a:lnTo>
                <a:lnTo>
                  <a:pt x="138375" y="151448"/>
                </a:lnTo>
                <a:close/>
                <a:moveTo>
                  <a:pt x="151495" y="151448"/>
                </a:moveTo>
                <a:lnTo>
                  <a:pt x="151495" y="157520"/>
                </a:lnTo>
                <a:lnTo>
                  <a:pt x="145423" y="157520"/>
                </a:lnTo>
                <a:lnTo>
                  <a:pt x="145423" y="151448"/>
                </a:lnTo>
                <a:close/>
                <a:moveTo>
                  <a:pt x="158556" y="151448"/>
                </a:moveTo>
                <a:lnTo>
                  <a:pt x="158556" y="157520"/>
                </a:lnTo>
                <a:lnTo>
                  <a:pt x="152484" y="157520"/>
                </a:lnTo>
                <a:lnTo>
                  <a:pt x="152484" y="151448"/>
                </a:lnTo>
                <a:close/>
                <a:moveTo>
                  <a:pt x="165604" y="151448"/>
                </a:moveTo>
                <a:lnTo>
                  <a:pt x="165604" y="157520"/>
                </a:lnTo>
                <a:lnTo>
                  <a:pt x="159532" y="157520"/>
                </a:lnTo>
                <a:lnTo>
                  <a:pt x="159532" y="151448"/>
                </a:lnTo>
                <a:close/>
                <a:moveTo>
                  <a:pt x="172665" y="151448"/>
                </a:moveTo>
                <a:lnTo>
                  <a:pt x="172665" y="157520"/>
                </a:lnTo>
                <a:lnTo>
                  <a:pt x="166581" y="157520"/>
                </a:lnTo>
                <a:lnTo>
                  <a:pt x="166581" y="151448"/>
                </a:lnTo>
                <a:close/>
                <a:moveTo>
                  <a:pt x="179713" y="151448"/>
                </a:moveTo>
                <a:lnTo>
                  <a:pt x="179713" y="157520"/>
                </a:lnTo>
                <a:lnTo>
                  <a:pt x="173641" y="157520"/>
                </a:lnTo>
                <a:lnTo>
                  <a:pt x="173641" y="151448"/>
                </a:lnTo>
                <a:close/>
                <a:moveTo>
                  <a:pt x="186774" y="151448"/>
                </a:moveTo>
                <a:lnTo>
                  <a:pt x="186774" y="157520"/>
                </a:lnTo>
                <a:lnTo>
                  <a:pt x="180702" y="157520"/>
                </a:lnTo>
                <a:lnTo>
                  <a:pt x="180702" y="151448"/>
                </a:lnTo>
                <a:close/>
                <a:moveTo>
                  <a:pt x="193822" y="151448"/>
                </a:moveTo>
                <a:lnTo>
                  <a:pt x="193822" y="157520"/>
                </a:lnTo>
                <a:lnTo>
                  <a:pt x="187750" y="157520"/>
                </a:lnTo>
                <a:lnTo>
                  <a:pt x="187750" y="151448"/>
                </a:lnTo>
                <a:close/>
                <a:moveTo>
                  <a:pt x="200883" y="151448"/>
                </a:moveTo>
                <a:lnTo>
                  <a:pt x="200883" y="157520"/>
                </a:lnTo>
                <a:lnTo>
                  <a:pt x="194810" y="157520"/>
                </a:lnTo>
                <a:lnTo>
                  <a:pt x="194810" y="151448"/>
                </a:lnTo>
                <a:close/>
                <a:moveTo>
                  <a:pt x="207931" y="151448"/>
                </a:moveTo>
                <a:lnTo>
                  <a:pt x="207931" y="157520"/>
                </a:lnTo>
                <a:lnTo>
                  <a:pt x="201859" y="157520"/>
                </a:lnTo>
                <a:lnTo>
                  <a:pt x="201859" y="151448"/>
                </a:lnTo>
                <a:close/>
                <a:moveTo>
                  <a:pt x="214992" y="151448"/>
                </a:moveTo>
                <a:lnTo>
                  <a:pt x="214992" y="157520"/>
                </a:lnTo>
                <a:lnTo>
                  <a:pt x="208919" y="157520"/>
                </a:lnTo>
                <a:lnTo>
                  <a:pt x="208919" y="151448"/>
                </a:lnTo>
                <a:close/>
                <a:moveTo>
                  <a:pt x="222052" y="151448"/>
                </a:moveTo>
                <a:lnTo>
                  <a:pt x="222052" y="157520"/>
                </a:lnTo>
                <a:lnTo>
                  <a:pt x="215968" y="157520"/>
                </a:lnTo>
                <a:lnTo>
                  <a:pt x="215968" y="151448"/>
                </a:lnTo>
                <a:close/>
                <a:moveTo>
                  <a:pt x="229100" y="151448"/>
                </a:moveTo>
                <a:lnTo>
                  <a:pt x="229100" y="157520"/>
                </a:lnTo>
                <a:lnTo>
                  <a:pt x="223028" y="157520"/>
                </a:lnTo>
                <a:lnTo>
                  <a:pt x="223028" y="151448"/>
                </a:lnTo>
                <a:close/>
                <a:moveTo>
                  <a:pt x="236161" y="151448"/>
                </a:moveTo>
                <a:lnTo>
                  <a:pt x="236161" y="157520"/>
                </a:lnTo>
                <a:lnTo>
                  <a:pt x="230077" y="157520"/>
                </a:lnTo>
                <a:lnTo>
                  <a:pt x="230077" y="151448"/>
                </a:lnTo>
                <a:close/>
                <a:moveTo>
                  <a:pt x="243209" y="151448"/>
                </a:moveTo>
                <a:lnTo>
                  <a:pt x="243209" y="157520"/>
                </a:lnTo>
                <a:lnTo>
                  <a:pt x="237137" y="157520"/>
                </a:lnTo>
                <a:lnTo>
                  <a:pt x="237137" y="151448"/>
                </a:lnTo>
                <a:close/>
                <a:moveTo>
                  <a:pt x="250270" y="151448"/>
                </a:moveTo>
                <a:lnTo>
                  <a:pt x="250270" y="157520"/>
                </a:lnTo>
                <a:lnTo>
                  <a:pt x="244198" y="157520"/>
                </a:lnTo>
                <a:lnTo>
                  <a:pt x="244198" y="151448"/>
                </a:lnTo>
                <a:close/>
                <a:moveTo>
                  <a:pt x="257318" y="151448"/>
                </a:moveTo>
                <a:lnTo>
                  <a:pt x="257318" y="157520"/>
                </a:lnTo>
                <a:lnTo>
                  <a:pt x="251246" y="157520"/>
                </a:lnTo>
                <a:lnTo>
                  <a:pt x="251246" y="151448"/>
                </a:lnTo>
                <a:close/>
                <a:moveTo>
                  <a:pt x="264379" y="151448"/>
                </a:moveTo>
                <a:lnTo>
                  <a:pt x="264379" y="157520"/>
                </a:lnTo>
                <a:lnTo>
                  <a:pt x="258306" y="157520"/>
                </a:lnTo>
                <a:lnTo>
                  <a:pt x="258306" y="151448"/>
                </a:lnTo>
                <a:close/>
                <a:moveTo>
                  <a:pt x="271427" y="151448"/>
                </a:moveTo>
                <a:lnTo>
                  <a:pt x="271427" y="157520"/>
                </a:lnTo>
                <a:lnTo>
                  <a:pt x="265355" y="157520"/>
                </a:lnTo>
                <a:lnTo>
                  <a:pt x="265355" y="151448"/>
                </a:lnTo>
                <a:close/>
                <a:moveTo>
                  <a:pt x="278488" y="151448"/>
                </a:moveTo>
                <a:lnTo>
                  <a:pt x="278488" y="157520"/>
                </a:lnTo>
                <a:lnTo>
                  <a:pt x="272415" y="157520"/>
                </a:lnTo>
                <a:lnTo>
                  <a:pt x="272415" y="151448"/>
                </a:lnTo>
                <a:close/>
                <a:moveTo>
                  <a:pt x="73902" y="151448"/>
                </a:moveTo>
                <a:lnTo>
                  <a:pt x="73902" y="157532"/>
                </a:lnTo>
                <a:lnTo>
                  <a:pt x="67818" y="157532"/>
                </a:lnTo>
                <a:lnTo>
                  <a:pt x="67818" y="151448"/>
                </a:lnTo>
                <a:close/>
                <a:moveTo>
                  <a:pt x="80951" y="151448"/>
                </a:moveTo>
                <a:lnTo>
                  <a:pt x="80951" y="157532"/>
                </a:lnTo>
                <a:lnTo>
                  <a:pt x="74879" y="157532"/>
                </a:lnTo>
                <a:lnTo>
                  <a:pt x="74879" y="151448"/>
                </a:lnTo>
                <a:close/>
                <a:moveTo>
                  <a:pt x="103097" y="151448"/>
                </a:moveTo>
                <a:lnTo>
                  <a:pt x="109169" y="151460"/>
                </a:lnTo>
                <a:lnTo>
                  <a:pt x="109169" y="157532"/>
                </a:lnTo>
                <a:lnTo>
                  <a:pt x="103097" y="157532"/>
                </a:lnTo>
                <a:lnTo>
                  <a:pt x="103097" y="151448"/>
                </a:lnTo>
                <a:close/>
                <a:moveTo>
                  <a:pt x="110157" y="151448"/>
                </a:moveTo>
                <a:lnTo>
                  <a:pt x="116229" y="151460"/>
                </a:lnTo>
                <a:lnTo>
                  <a:pt x="116229" y="157532"/>
                </a:lnTo>
                <a:lnTo>
                  <a:pt x="110157" y="157532"/>
                </a:lnTo>
                <a:lnTo>
                  <a:pt x="110157" y="151448"/>
                </a:lnTo>
                <a:close/>
                <a:moveTo>
                  <a:pt x="17443" y="158508"/>
                </a:moveTo>
                <a:lnTo>
                  <a:pt x="17443" y="164580"/>
                </a:lnTo>
                <a:lnTo>
                  <a:pt x="11371" y="164580"/>
                </a:lnTo>
                <a:lnTo>
                  <a:pt x="11371" y="158508"/>
                </a:lnTo>
                <a:close/>
                <a:moveTo>
                  <a:pt x="24503" y="158508"/>
                </a:moveTo>
                <a:lnTo>
                  <a:pt x="24503" y="164580"/>
                </a:lnTo>
                <a:lnTo>
                  <a:pt x="18431" y="164580"/>
                </a:lnTo>
                <a:lnTo>
                  <a:pt x="18431" y="158508"/>
                </a:lnTo>
                <a:close/>
                <a:moveTo>
                  <a:pt x="31564" y="158508"/>
                </a:moveTo>
                <a:lnTo>
                  <a:pt x="31564" y="164580"/>
                </a:lnTo>
                <a:lnTo>
                  <a:pt x="25492" y="164580"/>
                </a:lnTo>
                <a:lnTo>
                  <a:pt x="25492" y="158508"/>
                </a:lnTo>
                <a:close/>
                <a:moveTo>
                  <a:pt x="38612" y="158508"/>
                </a:moveTo>
                <a:lnTo>
                  <a:pt x="38612" y="164580"/>
                </a:lnTo>
                <a:lnTo>
                  <a:pt x="32540" y="164580"/>
                </a:lnTo>
                <a:lnTo>
                  <a:pt x="32540" y="158508"/>
                </a:lnTo>
                <a:close/>
                <a:moveTo>
                  <a:pt x="45673" y="158508"/>
                </a:moveTo>
                <a:lnTo>
                  <a:pt x="45673" y="164580"/>
                </a:lnTo>
                <a:lnTo>
                  <a:pt x="39601" y="164580"/>
                </a:lnTo>
                <a:lnTo>
                  <a:pt x="39601" y="158508"/>
                </a:lnTo>
                <a:close/>
                <a:moveTo>
                  <a:pt x="52721" y="158508"/>
                </a:moveTo>
                <a:lnTo>
                  <a:pt x="52721" y="164580"/>
                </a:lnTo>
                <a:lnTo>
                  <a:pt x="46649" y="164580"/>
                </a:lnTo>
                <a:lnTo>
                  <a:pt x="46649" y="158508"/>
                </a:lnTo>
                <a:close/>
                <a:moveTo>
                  <a:pt x="59782" y="158508"/>
                </a:moveTo>
                <a:lnTo>
                  <a:pt x="59782" y="164580"/>
                </a:lnTo>
                <a:lnTo>
                  <a:pt x="53709" y="164580"/>
                </a:lnTo>
                <a:lnTo>
                  <a:pt x="53709" y="158508"/>
                </a:lnTo>
                <a:close/>
                <a:moveTo>
                  <a:pt x="66842" y="158508"/>
                </a:moveTo>
                <a:lnTo>
                  <a:pt x="66842" y="164580"/>
                </a:lnTo>
                <a:lnTo>
                  <a:pt x="60758" y="164580"/>
                </a:lnTo>
                <a:lnTo>
                  <a:pt x="60758" y="158508"/>
                </a:lnTo>
                <a:close/>
                <a:moveTo>
                  <a:pt x="73902" y="158508"/>
                </a:moveTo>
                <a:lnTo>
                  <a:pt x="73902" y="164580"/>
                </a:lnTo>
                <a:lnTo>
                  <a:pt x="67818" y="164580"/>
                </a:lnTo>
                <a:lnTo>
                  <a:pt x="67818" y="158508"/>
                </a:lnTo>
                <a:close/>
                <a:moveTo>
                  <a:pt x="80951" y="158508"/>
                </a:moveTo>
                <a:lnTo>
                  <a:pt x="80951" y="164580"/>
                </a:lnTo>
                <a:lnTo>
                  <a:pt x="74879" y="164580"/>
                </a:lnTo>
                <a:lnTo>
                  <a:pt x="74879" y="158508"/>
                </a:lnTo>
                <a:close/>
                <a:moveTo>
                  <a:pt x="88011" y="158508"/>
                </a:moveTo>
                <a:lnTo>
                  <a:pt x="88011" y="164580"/>
                </a:lnTo>
                <a:lnTo>
                  <a:pt x="81927" y="164580"/>
                </a:lnTo>
                <a:lnTo>
                  <a:pt x="81927" y="158508"/>
                </a:lnTo>
                <a:close/>
                <a:moveTo>
                  <a:pt x="95060" y="158508"/>
                </a:moveTo>
                <a:lnTo>
                  <a:pt x="95060" y="164580"/>
                </a:lnTo>
                <a:lnTo>
                  <a:pt x="88988" y="164580"/>
                </a:lnTo>
                <a:lnTo>
                  <a:pt x="88988" y="158508"/>
                </a:lnTo>
                <a:close/>
                <a:moveTo>
                  <a:pt x="102120" y="158508"/>
                </a:moveTo>
                <a:lnTo>
                  <a:pt x="102120" y="164580"/>
                </a:lnTo>
                <a:lnTo>
                  <a:pt x="96036" y="164580"/>
                </a:lnTo>
                <a:lnTo>
                  <a:pt x="96036" y="158508"/>
                </a:lnTo>
                <a:close/>
                <a:moveTo>
                  <a:pt x="109169" y="158508"/>
                </a:moveTo>
                <a:lnTo>
                  <a:pt x="109169" y="164580"/>
                </a:lnTo>
                <a:lnTo>
                  <a:pt x="103097" y="164580"/>
                </a:lnTo>
                <a:lnTo>
                  <a:pt x="103097" y="158508"/>
                </a:lnTo>
                <a:close/>
                <a:moveTo>
                  <a:pt x="116229" y="158508"/>
                </a:moveTo>
                <a:lnTo>
                  <a:pt x="116229" y="164580"/>
                </a:lnTo>
                <a:lnTo>
                  <a:pt x="110157" y="164580"/>
                </a:lnTo>
                <a:lnTo>
                  <a:pt x="110157" y="158508"/>
                </a:lnTo>
                <a:close/>
                <a:moveTo>
                  <a:pt x="123278" y="158508"/>
                </a:moveTo>
                <a:lnTo>
                  <a:pt x="123278" y="164580"/>
                </a:lnTo>
                <a:lnTo>
                  <a:pt x="117205" y="164580"/>
                </a:lnTo>
                <a:lnTo>
                  <a:pt x="117205" y="158508"/>
                </a:lnTo>
                <a:close/>
                <a:moveTo>
                  <a:pt x="130338" y="158508"/>
                </a:moveTo>
                <a:lnTo>
                  <a:pt x="130338" y="164580"/>
                </a:lnTo>
                <a:lnTo>
                  <a:pt x="124254" y="164580"/>
                </a:lnTo>
                <a:lnTo>
                  <a:pt x="124254" y="158508"/>
                </a:lnTo>
                <a:close/>
                <a:moveTo>
                  <a:pt x="137387" y="158508"/>
                </a:moveTo>
                <a:lnTo>
                  <a:pt x="137387" y="164580"/>
                </a:lnTo>
                <a:lnTo>
                  <a:pt x="131314" y="164580"/>
                </a:lnTo>
                <a:lnTo>
                  <a:pt x="131314" y="158508"/>
                </a:lnTo>
                <a:close/>
                <a:moveTo>
                  <a:pt x="144447" y="158508"/>
                </a:moveTo>
                <a:lnTo>
                  <a:pt x="144447" y="164580"/>
                </a:lnTo>
                <a:lnTo>
                  <a:pt x="138375" y="164580"/>
                </a:lnTo>
                <a:lnTo>
                  <a:pt x="138375" y="158508"/>
                </a:lnTo>
                <a:close/>
                <a:moveTo>
                  <a:pt x="151495" y="158508"/>
                </a:moveTo>
                <a:lnTo>
                  <a:pt x="151495" y="164580"/>
                </a:lnTo>
                <a:lnTo>
                  <a:pt x="145423" y="164580"/>
                </a:lnTo>
                <a:lnTo>
                  <a:pt x="145423" y="158508"/>
                </a:lnTo>
                <a:close/>
                <a:moveTo>
                  <a:pt x="158556" y="158508"/>
                </a:moveTo>
                <a:lnTo>
                  <a:pt x="158556" y="164580"/>
                </a:lnTo>
                <a:lnTo>
                  <a:pt x="152484" y="164580"/>
                </a:lnTo>
                <a:lnTo>
                  <a:pt x="152484" y="158508"/>
                </a:lnTo>
                <a:close/>
                <a:moveTo>
                  <a:pt x="165604" y="158508"/>
                </a:moveTo>
                <a:lnTo>
                  <a:pt x="165604" y="164580"/>
                </a:lnTo>
                <a:lnTo>
                  <a:pt x="159532" y="164580"/>
                </a:lnTo>
                <a:lnTo>
                  <a:pt x="159532" y="158508"/>
                </a:lnTo>
                <a:close/>
                <a:moveTo>
                  <a:pt x="172665" y="158508"/>
                </a:moveTo>
                <a:lnTo>
                  <a:pt x="172665" y="164580"/>
                </a:lnTo>
                <a:lnTo>
                  <a:pt x="166581" y="164580"/>
                </a:lnTo>
                <a:lnTo>
                  <a:pt x="166581" y="158508"/>
                </a:lnTo>
                <a:close/>
                <a:moveTo>
                  <a:pt x="179713" y="158508"/>
                </a:moveTo>
                <a:lnTo>
                  <a:pt x="179713" y="164580"/>
                </a:lnTo>
                <a:lnTo>
                  <a:pt x="173641" y="164580"/>
                </a:lnTo>
                <a:lnTo>
                  <a:pt x="173641" y="158508"/>
                </a:lnTo>
                <a:close/>
                <a:moveTo>
                  <a:pt x="186774" y="158508"/>
                </a:moveTo>
                <a:lnTo>
                  <a:pt x="186774" y="164580"/>
                </a:lnTo>
                <a:lnTo>
                  <a:pt x="180702" y="164580"/>
                </a:lnTo>
                <a:lnTo>
                  <a:pt x="180702" y="158508"/>
                </a:lnTo>
                <a:close/>
                <a:moveTo>
                  <a:pt x="193822" y="158508"/>
                </a:moveTo>
                <a:lnTo>
                  <a:pt x="193822" y="164580"/>
                </a:lnTo>
                <a:lnTo>
                  <a:pt x="187750" y="164580"/>
                </a:lnTo>
                <a:lnTo>
                  <a:pt x="187750" y="158508"/>
                </a:lnTo>
                <a:close/>
                <a:moveTo>
                  <a:pt x="200883" y="158508"/>
                </a:moveTo>
                <a:lnTo>
                  <a:pt x="200883" y="164580"/>
                </a:lnTo>
                <a:lnTo>
                  <a:pt x="194810" y="164580"/>
                </a:lnTo>
                <a:lnTo>
                  <a:pt x="194810" y="158508"/>
                </a:lnTo>
                <a:close/>
                <a:moveTo>
                  <a:pt x="207931" y="158508"/>
                </a:moveTo>
                <a:lnTo>
                  <a:pt x="207931" y="164580"/>
                </a:lnTo>
                <a:lnTo>
                  <a:pt x="201859" y="164580"/>
                </a:lnTo>
                <a:lnTo>
                  <a:pt x="201859" y="158508"/>
                </a:lnTo>
                <a:close/>
                <a:moveTo>
                  <a:pt x="214992" y="158508"/>
                </a:moveTo>
                <a:lnTo>
                  <a:pt x="214992" y="164580"/>
                </a:lnTo>
                <a:lnTo>
                  <a:pt x="208919" y="164580"/>
                </a:lnTo>
                <a:lnTo>
                  <a:pt x="208919" y="158508"/>
                </a:lnTo>
                <a:close/>
                <a:moveTo>
                  <a:pt x="222052" y="158508"/>
                </a:moveTo>
                <a:lnTo>
                  <a:pt x="222052" y="164580"/>
                </a:lnTo>
                <a:lnTo>
                  <a:pt x="215968" y="164580"/>
                </a:lnTo>
                <a:lnTo>
                  <a:pt x="215968" y="158508"/>
                </a:lnTo>
                <a:close/>
                <a:moveTo>
                  <a:pt x="229100" y="158508"/>
                </a:moveTo>
                <a:lnTo>
                  <a:pt x="229100" y="164580"/>
                </a:lnTo>
                <a:lnTo>
                  <a:pt x="223028" y="164580"/>
                </a:lnTo>
                <a:lnTo>
                  <a:pt x="223028" y="158508"/>
                </a:lnTo>
                <a:close/>
                <a:moveTo>
                  <a:pt x="236161" y="158508"/>
                </a:moveTo>
                <a:lnTo>
                  <a:pt x="236161" y="164580"/>
                </a:lnTo>
                <a:lnTo>
                  <a:pt x="230077" y="164580"/>
                </a:lnTo>
                <a:lnTo>
                  <a:pt x="230077" y="158508"/>
                </a:lnTo>
                <a:close/>
                <a:moveTo>
                  <a:pt x="243209" y="158508"/>
                </a:moveTo>
                <a:lnTo>
                  <a:pt x="243209" y="164580"/>
                </a:lnTo>
                <a:lnTo>
                  <a:pt x="237137" y="164580"/>
                </a:lnTo>
                <a:lnTo>
                  <a:pt x="237137" y="158508"/>
                </a:lnTo>
                <a:close/>
                <a:moveTo>
                  <a:pt x="250270" y="158508"/>
                </a:moveTo>
                <a:lnTo>
                  <a:pt x="250270" y="164580"/>
                </a:lnTo>
                <a:lnTo>
                  <a:pt x="244198" y="164580"/>
                </a:lnTo>
                <a:lnTo>
                  <a:pt x="244198" y="158508"/>
                </a:lnTo>
                <a:close/>
                <a:moveTo>
                  <a:pt x="257318" y="158508"/>
                </a:moveTo>
                <a:lnTo>
                  <a:pt x="257318" y="164580"/>
                </a:lnTo>
                <a:lnTo>
                  <a:pt x="251246" y="164580"/>
                </a:lnTo>
                <a:lnTo>
                  <a:pt x="251246" y="158508"/>
                </a:lnTo>
                <a:close/>
                <a:moveTo>
                  <a:pt x="264379" y="158508"/>
                </a:moveTo>
                <a:lnTo>
                  <a:pt x="264379" y="164580"/>
                </a:lnTo>
                <a:lnTo>
                  <a:pt x="258306" y="164580"/>
                </a:lnTo>
                <a:lnTo>
                  <a:pt x="258306" y="158508"/>
                </a:lnTo>
                <a:close/>
                <a:moveTo>
                  <a:pt x="271427" y="158508"/>
                </a:moveTo>
                <a:lnTo>
                  <a:pt x="271427" y="164580"/>
                </a:lnTo>
                <a:lnTo>
                  <a:pt x="265355" y="164580"/>
                </a:lnTo>
                <a:lnTo>
                  <a:pt x="265355" y="158508"/>
                </a:lnTo>
                <a:close/>
                <a:moveTo>
                  <a:pt x="278488" y="158508"/>
                </a:moveTo>
                <a:lnTo>
                  <a:pt x="278488" y="164580"/>
                </a:lnTo>
                <a:lnTo>
                  <a:pt x="272415" y="164580"/>
                </a:lnTo>
                <a:lnTo>
                  <a:pt x="272415" y="158508"/>
                </a:lnTo>
                <a:close/>
                <a:moveTo>
                  <a:pt x="10395" y="1"/>
                </a:moveTo>
                <a:lnTo>
                  <a:pt x="10395" y="2310"/>
                </a:lnTo>
                <a:lnTo>
                  <a:pt x="0" y="2310"/>
                </a:lnTo>
                <a:lnTo>
                  <a:pt x="0" y="3287"/>
                </a:lnTo>
                <a:lnTo>
                  <a:pt x="10395" y="3287"/>
                </a:lnTo>
                <a:lnTo>
                  <a:pt x="10395" y="9371"/>
                </a:lnTo>
                <a:lnTo>
                  <a:pt x="0" y="9371"/>
                </a:lnTo>
                <a:lnTo>
                  <a:pt x="0" y="10347"/>
                </a:lnTo>
                <a:lnTo>
                  <a:pt x="10395" y="10347"/>
                </a:lnTo>
                <a:lnTo>
                  <a:pt x="10395" y="16419"/>
                </a:lnTo>
                <a:lnTo>
                  <a:pt x="0" y="16419"/>
                </a:lnTo>
                <a:lnTo>
                  <a:pt x="0" y="17408"/>
                </a:lnTo>
                <a:lnTo>
                  <a:pt x="10395" y="17408"/>
                </a:lnTo>
                <a:lnTo>
                  <a:pt x="10395" y="23480"/>
                </a:lnTo>
                <a:lnTo>
                  <a:pt x="0" y="23480"/>
                </a:lnTo>
                <a:lnTo>
                  <a:pt x="0" y="24456"/>
                </a:lnTo>
                <a:lnTo>
                  <a:pt x="10395" y="24456"/>
                </a:lnTo>
                <a:lnTo>
                  <a:pt x="10395" y="30528"/>
                </a:lnTo>
                <a:lnTo>
                  <a:pt x="0" y="30528"/>
                </a:lnTo>
                <a:lnTo>
                  <a:pt x="0" y="31516"/>
                </a:lnTo>
                <a:lnTo>
                  <a:pt x="10395" y="31516"/>
                </a:lnTo>
                <a:lnTo>
                  <a:pt x="10395" y="37589"/>
                </a:lnTo>
                <a:lnTo>
                  <a:pt x="0" y="37589"/>
                </a:lnTo>
                <a:lnTo>
                  <a:pt x="0" y="38565"/>
                </a:lnTo>
                <a:lnTo>
                  <a:pt x="10395" y="38565"/>
                </a:lnTo>
                <a:lnTo>
                  <a:pt x="10395" y="44637"/>
                </a:lnTo>
                <a:lnTo>
                  <a:pt x="0" y="44637"/>
                </a:lnTo>
                <a:lnTo>
                  <a:pt x="0" y="45625"/>
                </a:lnTo>
                <a:lnTo>
                  <a:pt x="10395" y="45625"/>
                </a:lnTo>
                <a:lnTo>
                  <a:pt x="10395" y="51697"/>
                </a:lnTo>
                <a:lnTo>
                  <a:pt x="0" y="51697"/>
                </a:lnTo>
                <a:lnTo>
                  <a:pt x="0" y="52674"/>
                </a:lnTo>
                <a:lnTo>
                  <a:pt x="10395" y="52674"/>
                </a:lnTo>
                <a:lnTo>
                  <a:pt x="10395" y="58746"/>
                </a:lnTo>
                <a:lnTo>
                  <a:pt x="0" y="58746"/>
                </a:lnTo>
                <a:lnTo>
                  <a:pt x="0" y="59734"/>
                </a:lnTo>
                <a:lnTo>
                  <a:pt x="10395" y="59734"/>
                </a:lnTo>
                <a:lnTo>
                  <a:pt x="10395" y="65806"/>
                </a:lnTo>
                <a:lnTo>
                  <a:pt x="0" y="65806"/>
                </a:lnTo>
                <a:lnTo>
                  <a:pt x="0" y="66783"/>
                </a:lnTo>
                <a:lnTo>
                  <a:pt x="10395" y="66783"/>
                </a:lnTo>
                <a:lnTo>
                  <a:pt x="10395" y="72867"/>
                </a:lnTo>
                <a:lnTo>
                  <a:pt x="0" y="72867"/>
                </a:lnTo>
                <a:lnTo>
                  <a:pt x="0" y="73843"/>
                </a:lnTo>
                <a:lnTo>
                  <a:pt x="10395" y="73843"/>
                </a:lnTo>
                <a:lnTo>
                  <a:pt x="10395" y="79927"/>
                </a:lnTo>
                <a:lnTo>
                  <a:pt x="0" y="79927"/>
                </a:lnTo>
                <a:lnTo>
                  <a:pt x="0" y="80903"/>
                </a:lnTo>
                <a:lnTo>
                  <a:pt x="10395" y="80903"/>
                </a:lnTo>
                <a:lnTo>
                  <a:pt x="10395" y="86976"/>
                </a:lnTo>
                <a:lnTo>
                  <a:pt x="0" y="86976"/>
                </a:lnTo>
                <a:lnTo>
                  <a:pt x="0" y="87964"/>
                </a:lnTo>
                <a:lnTo>
                  <a:pt x="10395" y="87964"/>
                </a:lnTo>
                <a:lnTo>
                  <a:pt x="10395" y="94036"/>
                </a:lnTo>
                <a:lnTo>
                  <a:pt x="0" y="94036"/>
                </a:lnTo>
                <a:lnTo>
                  <a:pt x="0" y="95012"/>
                </a:lnTo>
                <a:lnTo>
                  <a:pt x="10395" y="95012"/>
                </a:lnTo>
                <a:lnTo>
                  <a:pt x="10395" y="101085"/>
                </a:lnTo>
                <a:lnTo>
                  <a:pt x="0" y="101085"/>
                </a:lnTo>
                <a:lnTo>
                  <a:pt x="0" y="102073"/>
                </a:lnTo>
                <a:lnTo>
                  <a:pt x="10395" y="102073"/>
                </a:lnTo>
                <a:lnTo>
                  <a:pt x="10395" y="108145"/>
                </a:lnTo>
                <a:lnTo>
                  <a:pt x="0" y="108145"/>
                </a:lnTo>
                <a:lnTo>
                  <a:pt x="0" y="109121"/>
                </a:lnTo>
                <a:lnTo>
                  <a:pt x="10395" y="109121"/>
                </a:lnTo>
                <a:lnTo>
                  <a:pt x="10395" y="115193"/>
                </a:lnTo>
                <a:lnTo>
                  <a:pt x="0" y="115193"/>
                </a:lnTo>
                <a:lnTo>
                  <a:pt x="0" y="116182"/>
                </a:lnTo>
                <a:lnTo>
                  <a:pt x="10395" y="116182"/>
                </a:lnTo>
                <a:lnTo>
                  <a:pt x="10395" y="122254"/>
                </a:lnTo>
                <a:lnTo>
                  <a:pt x="0" y="122254"/>
                </a:lnTo>
                <a:lnTo>
                  <a:pt x="0" y="123230"/>
                </a:lnTo>
                <a:lnTo>
                  <a:pt x="10395" y="123230"/>
                </a:lnTo>
                <a:lnTo>
                  <a:pt x="10395" y="129302"/>
                </a:lnTo>
                <a:lnTo>
                  <a:pt x="0" y="129302"/>
                </a:lnTo>
                <a:lnTo>
                  <a:pt x="0" y="130279"/>
                </a:lnTo>
                <a:lnTo>
                  <a:pt x="10395" y="130279"/>
                </a:lnTo>
                <a:lnTo>
                  <a:pt x="10395" y="136363"/>
                </a:lnTo>
                <a:lnTo>
                  <a:pt x="0" y="136363"/>
                </a:lnTo>
                <a:lnTo>
                  <a:pt x="0" y="137339"/>
                </a:lnTo>
                <a:lnTo>
                  <a:pt x="10395" y="137339"/>
                </a:lnTo>
                <a:lnTo>
                  <a:pt x="10395" y="143411"/>
                </a:lnTo>
                <a:lnTo>
                  <a:pt x="0" y="143411"/>
                </a:lnTo>
                <a:lnTo>
                  <a:pt x="0" y="144387"/>
                </a:lnTo>
                <a:lnTo>
                  <a:pt x="10395" y="144387"/>
                </a:lnTo>
                <a:lnTo>
                  <a:pt x="10395" y="150472"/>
                </a:lnTo>
                <a:lnTo>
                  <a:pt x="0" y="150472"/>
                </a:lnTo>
                <a:lnTo>
                  <a:pt x="0" y="151448"/>
                </a:lnTo>
                <a:lnTo>
                  <a:pt x="10395" y="151448"/>
                </a:lnTo>
                <a:lnTo>
                  <a:pt x="10395" y="157520"/>
                </a:lnTo>
                <a:lnTo>
                  <a:pt x="0" y="157520"/>
                </a:lnTo>
                <a:lnTo>
                  <a:pt x="0" y="158508"/>
                </a:lnTo>
                <a:lnTo>
                  <a:pt x="10395" y="158508"/>
                </a:lnTo>
                <a:lnTo>
                  <a:pt x="10395" y="164580"/>
                </a:lnTo>
                <a:lnTo>
                  <a:pt x="0" y="164580"/>
                </a:lnTo>
                <a:lnTo>
                  <a:pt x="0" y="165557"/>
                </a:lnTo>
                <a:lnTo>
                  <a:pt x="10395" y="165557"/>
                </a:lnTo>
                <a:lnTo>
                  <a:pt x="10395" y="169248"/>
                </a:lnTo>
                <a:lnTo>
                  <a:pt x="11371" y="169248"/>
                </a:lnTo>
                <a:lnTo>
                  <a:pt x="11371" y="165557"/>
                </a:lnTo>
                <a:lnTo>
                  <a:pt x="17455" y="165557"/>
                </a:lnTo>
                <a:lnTo>
                  <a:pt x="17455" y="169248"/>
                </a:lnTo>
                <a:lnTo>
                  <a:pt x="18431" y="169248"/>
                </a:lnTo>
                <a:lnTo>
                  <a:pt x="18431" y="165557"/>
                </a:lnTo>
                <a:lnTo>
                  <a:pt x="24503" y="165557"/>
                </a:lnTo>
                <a:lnTo>
                  <a:pt x="24503" y="169248"/>
                </a:lnTo>
                <a:lnTo>
                  <a:pt x="25492" y="169248"/>
                </a:lnTo>
                <a:lnTo>
                  <a:pt x="25492" y="165557"/>
                </a:lnTo>
                <a:lnTo>
                  <a:pt x="31564" y="165557"/>
                </a:lnTo>
                <a:lnTo>
                  <a:pt x="31564" y="169248"/>
                </a:lnTo>
                <a:lnTo>
                  <a:pt x="32540" y="169248"/>
                </a:lnTo>
                <a:lnTo>
                  <a:pt x="32540" y="165557"/>
                </a:lnTo>
                <a:lnTo>
                  <a:pt x="38612" y="165557"/>
                </a:lnTo>
                <a:lnTo>
                  <a:pt x="38612" y="169248"/>
                </a:lnTo>
                <a:lnTo>
                  <a:pt x="39601" y="169248"/>
                </a:lnTo>
                <a:lnTo>
                  <a:pt x="39601" y="165557"/>
                </a:lnTo>
                <a:lnTo>
                  <a:pt x="45673" y="165557"/>
                </a:lnTo>
                <a:lnTo>
                  <a:pt x="45673" y="169248"/>
                </a:lnTo>
                <a:lnTo>
                  <a:pt x="46649" y="169248"/>
                </a:lnTo>
                <a:lnTo>
                  <a:pt x="46649" y="165557"/>
                </a:lnTo>
                <a:lnTo>
                  <a:pt x="52721" y="165557"/>
                </a:lnTo>
                <a:lnTo>
                  <a:pt x="52721" y="169248"/>
                </a:lnTo>
                <a:lnTo>
                  <a:pt x="53709" y="169248"/>
                </a:lnTo>
                <a:lnTo>
                  <a:pt x="53709" y="165557"/>
                </a:lnTo>
                <a:lnTo>
                  <a:pt x="59782" y="165557"/>
                </a:lnTo>
                <a:lnTo>
                  <a:pt x="59782" y="169248"/>
                </a:lnTo>
                <a:lnTo>
                  <a:pt x="60758" y="169248"/>
                </a:lnTo>
                <a:lnTo>
                  <a:pt x="60758" y="165557"/>
                </a:lnTo>
                <a:lnTo>
                  <a:pt x="66842" y="165557"/>
                </a:lnTo>
                <a:lnTo>
                  <a:pt x="66842" y="169248"/>
                </a:lnTo>
                <a:lnTo>
                  <a:pt x="67818" y="169248"/>
                </a:lnTo>
                <a:lnTo>
                  <a:pt x="67818" y="165557"/>
                </a:lnTo>
                <a:lnTo>
                  <a:pt x="73902" y="165557"/>
                </a:lnTo>
                <a:lnTo>
                  <a:pt x="73902" y="169248"/>
                </a:lnTo>
                <a:lnTo>
                  <a:pt x="74879" y="169248"/>
                </a:lnTo>
                <a:lnTo>
                  <a:pt x="74879" y="165557"/>
                </a:lnTo>
                <a:lnTo>
                  <a:pt x="80951" y="165557"/>
                </a:lnTo>
                <a:lnTo>
                  <a:pt x="80951" y="169248"/>
                </a:lnTo>
                <a:lnTo>
                  <a:pt x="81939" y="169248"/>
                </a:lnTo>
                <a:lnTo>
                  <a:pt x="81939" y="165557"/>
                </a:lnTo>
                <a:lnTo>
                  <a:pt x="88011" y="165557"/>
                </a:lnTo>
                <a:lnTo>
                  <a:pt x="88011" y="169248"/>
                </a:lnTo>
                <a:lnTo>
                  <a:pt x="88988" y="169248"/>
                </a:lnTo>
                <a:lnTo>
                  <a:pt x="88988" y="165557"/>
                </a:lnTo>
                <a:lnTo>
                  <a:pt x="95060" y="165557"/>
                </a:lnTo>
                <a:lnTo>
                  <a:pt x="95060" y="169248"/>
                </a:lnTo>
                <a:lnTo>
                  <a:pt x="96048" y="169248"/>
                </a:lnTo>
                <a:lnTo>
                  <a:pt x="96048" y="165557"/>
                </a:lnTo>
                <a:lnTo>
                  <a:pt x="102120" y="165557"/>
                </a:lnTo>
                <a:lnTo>
                  <a:pt x="102120" y="169248"/>
                </a:lnTo>
                <a:lnTo>
                  <a:pt x="103097" y="169248"/>
                </a:lnTo>
                <a:lnTo>
                  <a:pt x="103097" y="165557"/>
                </a:lnTo>
                <a:lnTo>
                  <a:pt x="109169" y="165557"/>
                </a:lnTo>
                <a:lnTo>
                  <a:pt x="109169" y="169248"/>
                </a:lnTo>
                <a:lnTo>
                  <a:pt x="110157" y="169248"/>
                </a:lnTo>
                <a:lnTo>
                  <a:pt x="110157" y="165557"/>
                </a:lnTo>
                <a:lnTo>
                  <a:pt x="116229" y="165557"/>
                </a:lnTo>
                <a:lnTo>
                  <a:pt x="116229" y="169248"/>
                </a:lnTo>
                <a:lnTo>
                  <a:pt x="117205" y="169248"/>
                </a:lnTo>
                <a:lnTo>
                  <a:pt x="117205" y="165557"/>
                </a:lnTo>
                <a:lnTo>
                  <a:pt x="123278" y="165557"/>
                </a:lnTo>
                <a:lnTo>
                  <a:pt x="123278" y="169248"/>
                </a:lnTo>
                <a:lnTo>
                  <a:pt x="124254" y="169248"/>
                </a:lnTo>
                <a:lnTo>
                  <a:pt x="124254" y="165557"/>
                </a:lnTo>
                <a:lnTo>
                  <a:pt x="130338" y="165557"/>
                </a:lnTo>
                <a:lnTo>
                  <a:pt x="130338" y="169248"/>
                </a:lnTo>
                <a:lnTo>
                  <a:pt x="131314" y="169248"/>
                </a:lnTo>
                <a:lnTo>
                  <a:pt x="131314" y="165557"/>
                </a:lnTo>
                <a:lnTo>
                  <a:pt x="137387" y="165557"/>
                </a:lnTo>
                <a:lnTo>
                  <a:pt x="137387" y="169248"/>
                </a:lnTo>
                <a:lnTo>
                  <a:pt x="138363" y="169248"/>
                </a:lnTo>
                <a:lnTo>
                  <a:pt x="138363" y="165557"/>
                </a:lnTo>
                <a:lnTo>
                  <a:pt x="144447" y="165557"/>
                </a:lnTo>
                <a:lnTo>
                  <a:pt x="144447" y="169248"/>
                </a:lnTo>
                <a:lnTo>
                  <a:pt x="145423" y="169248"/>
                </a:lnTo>
                <a:lnTo>
                  <a:pt x="145423" y="165557"/>
                </a:lnTo>
                <a:lnTo>
                  <a:pt x="151495" y="165557"/>
                </a:lnTo>
                <a:lnTo>
                  <a:pt x="151495" y="169248"/>
                </a:lnTo>
                <a:lnTo>
                  <a:pt x="152484" y="169248"/>
                </a:lnTo>
                <a:lnTo>
                  <a:pt x="152484" y="165557"/>
                </a:lnTo>
                <a:lnTo>
                  <a:pt x="158556" y="165557"/>
                </a:lnTo>
                <a:lnTo>
                  <a:pt x="158556" y="169248"/>
                </a:lnTo>
                <a:lnTo>
                  <a:pt x="159532" y="169248"/>
                </a:lnTo>
                <a:lnTo>
                  <a:pt x="159532" y="165557"/>
                </a:lnTo>
                <a:lnTo>
                  <a:pt x="165604" y="165557"/>
                </a:lnTo>
                <a:lnTo>
                  <a:pt x="165604" y="169248"/>
                </a:lnTo>
                <a:lnTo>
                  <a:pt x="166593" y="169248"/>
                </a:lnTo>
                <a:lnTo>
                  <a:pt x="166593" y="165557"/>
                </a:lnTo>
                <a:lnTo>
                  <a:pt x="172665" y="165557"/>
                </a:lnTo>
                <a:lnTo>
                  <a:pt x="172665" y="169248"/>
                </a:lnTo>
                <a:lnTo>
                  <a:pt x="173641" y="169248"/>
                </a:lnTo>
                <a:lnTo>
                  <a:pt x="173641" y="165557"/>
                </a:lnTo>
                <a:lnTo>
                  <a:pt x="179713" y="165557"/>
                </a:lnTo>
                <a:lnTo>
                  <a:pt x="179713" y="169248"/>
                </a:lnTo>
                <a:lnTo>
                  <a:pt x="180702" y="169248"/>
                </a:lnTo>
                <a:lnTo>
                  <a:pt x="180702" y="165557"/>
                </a:lnTo>
                <a:lnTo>
                  <a:pt x="186774" y="165557"/>
                </a:lnTo>
                <a:lnTo>
                  <a:pt x="186774" y="169248"/>
                </a:lnTo>
                <a:lnTo>
                  <a:pt x="187750" y="169248"/>
                </a:lnTo>
                <a:lnTo>
                  <a:pt x="187750" y="165557"/>
                </a:lnTo>
                <a:lnTo>
                  <a:pt x="193822" y="165557"/>
                </a:lnTo>
                <a:lnTo>
                  <a:pt x="193822" y="169248"/>
                </a:lnTo>
                <a:lnTo>
                  <a:pt x="194810" y="169248"/>
                </a:lnTo>
                <a:lnTo>
                  <a:pt x="194810" y="165557"/>
                </a:lnTo>
                <a:lnTo>
                  <a:pt x="200883" y="165557"/>
                </a:lnTo>
                <a:lnTo>
                  <a:pt x="200883" y="169248"/>
                </a:lnTo>
                <a:lnTo>
                  <a:pt x="201859" y="169248"/>
                </a:lnTo>
                <a:lnTo>
                  <a:pt x="201859" y="165557"/>
                </a:lnTo>
                <a:lnTo>
                  <a:pt x="207931" y="165557"/>
                </a:lnTo>
                <a:lnTo>
                  <a:pt x="207931" y="169248"/>
                </a:lnTo>
                <a:lnTo>
                  <a:pt x="208919" y="169248"/>
                </a:lnTo>
                <a:lnTo>
                  <a:pt x="208919" y="165557"/>
                </a:lnTo>
                <a:lnTo>
                  <a:pt x="214992" y="165557"/>
                </a:lnTo>
                <a:lnTo>
                  <a:pt x="214992" y="169248"/>
                </a:lnTo>
                <a:lnTo>
                  <a:pt x="215968" y="169248"/>
                </a:lnTo>
                <a:lnTo>
                  <a:pt x="215968" y="165557"/>
                </a:lnTo>
                <a:lnTo>
                  <a:pt x="222040" y="165557"/>
                </a:lnTo>
                <a:lnTo>
                  <a:pt x="222040" y="169248"/>
                </a:lnTo>
                <a:lnTo>
                  <a:pt x="223028" y="169248"/>
                </a:lnTo>
                <a:lnTo>
                  <a:pt x="223028" y="165557"/>
                </a:lnTo>
                <a:lnTo>
                  <a:pt x="229100" y="165557"/>
                </a:lnTo>
                <a:lnTo>
                  <a:pt x="229100" y="169248"/>
                </a:lnTo>
                <a:lnTo>
                  <a:pt x="230077" y="169248"/>
                </a:lnTo>
                <a:lnTo>
                  <a:pt x="230077" y="165557"/>
                </a:lnTo>
                <a:lnTo>
                  <a:pt x="236161" y="165557"/>
                </a:lnTo>
                <a:lnTo>
                  <a:pt x="236161" y="169248"/>
                </a:lnTo>
                <a:lnTo>
                  <a:pt x="237137" y="169248"/>
                </a:lnTo>
                <a:lnTo>
                  <a:pt x="237137" y="165557"/>
                </a:lnTo>
                <a:lnTo>
                  <a:pt x="243209" y="165557"/>
                </a:lnTo>
                <a:lnTo>
                  <a:pt x="243209" y="169248"/>
                </a:lnTo>
                <a:lnTo>
                  <a:pt x="244198" y="169248"/>
                </a:lnTo>
                <a:lnTo>
                  <a:pt x="244198" y="165557"/>
                </a:lnTo>
                <a:lnTo>
                  <a:pt x="250270" y="165557"/>
                </a:lnTo>
                <a:lnTo>
                  <a:pt x="250270" y="169248"/>
                </a:lnTo>
                <a:lnTo>
                  <a:pt x="251246" y="169248"/>
                </a:lnTo>
                <a:lnTo>
                  <a:pt x="251246" y="165557"/>
                </a:lnTo>
                <a:lnTo>
                  <a:pt x="257318" y="165557"/>
                </a:lnTo>
                <a:lnTo>
                  <a:pt x="257318" y="169248"/>
                </a:lnTo>
                <a:lnTo>
                  <a:pt x="258306" y="169248"/>
                </a:lnTo>
                <a:lnTo>
                  <a:pt x="258306" y="165557"/>
                </a:lnTo>
                <a:lnTo>
                  <a:pt x="264379" y="165557"/>
                </a:lnTo>
                <a:lnTo>
                  <a:pt x="264379" y="169248"/>
                </a:lnTo>
                <a:lnTo>
                  <a:pt x="265355" y="169248"/>
                </a:lnTo>
                <a:lnTo>
                  <a:pt x="265355" y="165557"/>
                </a:lnTo>
                <a:lnTo>
                  <a:pt x="271427" y="165557"/>
                </a:lnTo>
                <a:lnTo>
                  <a:pt x="271427" y="169248"/>
                </a:lnTo>
                <a:lnTo>
                  <a:pt x="272415" y="169248"/>
                </a:lnTo>
                <a:lnTo>
                  <a:pt x="272415" y="165557"/>
                </a:lnTo>
                <a:lnTo>
                  <a:pt x="278488" y="165557"/>
                </a:lnTo>
                <a:lnTo>
                  <a:pt x="278488" y="169248"/>
                </a:lnTo>
                <a:lnTo>
                  <a:pt x="279464" y="169248"/>
                </a:lnTo>
                <a:lnTo>
                  <a:pt x="279464" y="165557"/>
                </a:lnTo>
                <a:lnTo>
                  <a:pt x="287858" y="165557"/>
                </a:lnTo>
                <a:lnTo>
                  <a:pt x="287858" y="164580"/>
                </a:lnTo>
                <a:lnTo>
                  <a:pt x="279476" y="164580"/>
                </a:lnTo>
                <a:lnTo>
                  <a:pt x="279476" y="158508"/>
                </a:lnTo>
                <a:lnTo>
                  <a:pt x="287870" y="158508"/>
                </a:lnTo>
                <a:lnTo>
                  <a:pt x="287870" y="157520"/>
                </a:lnTo>
                <a:lnTo>
                  <a:pt x="279476" y="157520"/>
                </a:lnTo>
                <a:lnTo>
                  <a:pt x="279476" y="151448"/>
                </a:lnTo>
                <a:lnTo>
                  <a:pt x="287870" y="151448"/>
                </a:lnTo>
                <a:lnTo>
                  <a:pt x="287870" y="150472"/>
                </a:lnTo>
                <a:lnTo>
                  <a:pt x="279476" y="150472"/>
                </a:lnTo>
                <a:lnTo>
                  <a:pt x="279476" y="144399"/>
                </a:lnTo>
                <a:lnTo>
                  <a:pt x="287870" y="144399"/>
                </a:lnTo>
                <a:lnTo>
                  <a:pt x="287870" y="143411"/>
                </a:lnTo>
                <a:lnTo>
                  <a:pt x="279476" y="143411"/>
                </a:lnTo>
                <a:lnTo>
                  <a:pt x="279476" y="137339"/>
                </a:lnTo>
                <a:lnTo>
                  <a:pt x="287870" y="137339"/>
                </a:lnTo>
                <a:lnTo>
                  <a:pt x="287870" y="136363"/>
                </a:lnTo>
                <a:lnTo>
                  <a:pt x="279476" y="136363"/>
                </a:lnTo>
                <a:lnTo>
                  <a:pt x="279476" y="130279"/>
                </a:lnTo>
                <a:lnTo>
                  <a:pt x="287870" y="130279"/>
                </a:lnTo>
                <a:lnTo>
                  <a:pt x="287870" y="129302"/>
                </a:lnTo>
                <a:lnTo>
                  <a:pt x="279476" y="129302"/>
                </a:lnTo>
                <a:lnTo>
                  <a:pt x="279476" y="123230"/>
                </a:lnTo>
                <a:lnTo>
                  <a:pt x="287870" y="123230"/>
                </a:lnTo>
                <a:lnTo>
                  <a:pt x="287870" y="122254"/>
                </a:lnTo>
                <a:lnTo>
                  <a:pt x="279476" y="122254"/>
                </a:lnTo>
                <a:lnTo>
                  <a:pt x="279476" y="116182"/>
                </a:lnTo>
                <a:lnTo>
                  <a:pt x="287870" y="116182"/>
                </a:lnTo>
                <a:lnTo>
                  <a:pt x="287870" y="115193"/>
                </a:lnTo>
                <a:lnTo>
                  <a:pt x="279476" y="115193"/>
                </a:lnTo>
                <a:lnTo>
                  <a:pt x="279476" y="109121"/>
                </a:lnTo>
                <a:lnTo>
                  <a:pt x="287870" y="109121"/>
                </a:lnTo>
                <a:lnTo>
                  <a:pt x="287870" y="108145"/>
                </a:lnTo>
                <a:lnTo>
                  <a:pt x="279476" y="108145"/>
                </a:lnTo>
                <a:lnTo>
                  <a:pt x="279476" y="102061"/>
                </a:lnTo>
                <a:lnTo>
                  <a:pt x="287870" y="102061"/>
                </a:lnTo>
                <a:lnTo>
                  <a:pt x="287870" y="101085"/>
                </a:lnTo>
                <a:lnTo>
                  <a:pt x="279476" y="101085"/>
                </a:lnTo>
                <a:lnTo>
                  <a:pt x="279476" y="95012"/>
                </a:lnTo>
                <a:lnTo>
                  <a:pt x="287870" y="95012"/>
                </a:lnTo>
                <a:lnTo>
                  <a:pt x="287870" y="94024"/>
                </a:lnTo>
                <a:lnTo>
                  <a:pt x="279476" y="94024"/>
                </a:lnTo>
                <a:lnTo>
                  <a:pt x="279476" y="87952"/>
                </a:lnTo>
                <a:lnTo>
                  <a:pt x="287870" y="87952"/>
                </a:lnTo>
                <a:lnTo>
                  <a:pt x="287870" y="86976"/>
                </a:lnTo>
                <a:lnTo>
                  <a:pt x="279476" y="86976"/>
                </a:lnTo>
                <a:lnTo>
                  <a:pt x="279476" y="80903"/>
                </a:lnTo>
                <a:lnTo>
                  <a:pt x="287870" y="80903"/>
                </a:lnTo>
                <a:lnTo>
                  <a:pt x="287870" y="79927"/>
                </a:lnTo>
                <a:lnTo>
                  <a:pt x="279476" y="79927"/>
                </a:lnTo>
                <a:lnTo>
                  <a:pt x="279476" y="73843"/>
                </a:lnTo>
                <a:lnTo>
                  <a:pt x="287870" y="73843"/>
                </a:lnTo>
                <a:lnTo>
                  <a:pt x="287870" y="72867"/>
                </a:lnTo>
                <a:lnTo>
                  <a:pt x="279476" y="72867"/>
                </a:lnTo>
                <a:lnTo>
                  <a:pt x="279476" y="66783"/>
                </a:lnTo>
                <a:lnTo>
                  <a:pt x="287870" y="66783"/>
                </a:lnTo>
                <a:lnTo>
                  <a:pt x="287870" y="65806"/>
                </a:lnTo>
                <a:lnTo>
                  <a:pt x="279476" y="65806"/>
                </a:lnTo>
                <a:lnTo>
                  <a:pt x="279476" y="59734"/>
                </a:lnTo>
                <a:lnTo>
                  <a:pt x="287870" y="59734"/>
                </a:lnTo>
                <a:lnTo>
                  <a:pt x="287870" y="58746"/>
                </a:lnTo>
                <a:lnTo>
                  <a:pt x="279476" y="58746"/>
                </a:lnTo>
                <a:lnTo>
                  <a:pt x="279476" y="52674"/>
                </a:lnTo>
                <a:lnTo>
                  <a:pt x="287870" y="52674"/>
                </a:lnTo>
                <a:lnTo>
                  <a:pt x="287870" y="51697"/>
                </a:lnTo>
                <a:lnTo>
                  <a:pt x="279476" y="51697"/>
                </a:lnTo>
                <a:lnTo>
                  <a:pt x="279476" y="45625"/>
                </a:lnTo>
                <a:lnTo>
                  <a:pt x="287870" y="45625"/>
                </a:lnTo>
                <a:lnTo>
                  <a:pt x="287870" y="44637"/>
                </a:lnTo>
                <a:lnTo>
                  <a:pt x="279476" y="44637"/>
                </a:lnTo>
                <a:lnTo>
                  <a:pt x="279476" y="38565"/>
                </a:lnTo>
                <a:lnTo>
                  <a:pt x="287870" y="38565"/>
                </a:lnTo>
                <a:lnTo>
                  <a:pt x="287870" y="37589"/>
                </a:lnTo>
                <a:lnTo>
                  <a:pt x="279476" y="37589"/>
                </a:lnTo>
                <a:lnTo>
                  <a:pt x="279476" y="31516"/>
                </a:lnTo>
                <a:lnTo>
                  <a:pt x="287870" y="31516"/>
                </a:lnTo>
                <a:lnTo>
                  <a:pt x="287870" y="30528"/>
                </a:lnTo>
                <a:lnTo>
                  <a:pt x="279476" y="30528"/>
                </a:lnTo>
                <a:lnTo>
                  <a:pt x="279476" y="24456"/>
                </a:lnTo>
                <a:lnTo>
                  <a:pt x="287870" y="24456"/>
                </a:lnTo>
                <a:lnTo>
                  <a:pt x="287870" y="23480"/>
                </a:lnTo>
                <a:lnTo>
                  <a:pt x="279476" y="23480"/>
                </a:lnTo>
                <a:lnTo>
                  <a:pt x="279476" y="17408"/>
                </a:lnTo>
                <a:lnTo>
                  <a:pt x="287870" y="17408"/>
                </a:lnTo>
                <a:lnTo>
                  <a:pt x="287870" y="16419"/>
                </a:lnTo>
                <a:lnTo>
                  <a:pt x="279476" y="16419"/>
                </a:lnTo>
                <a:lnTo>
                  <a:pt x="279476" y="10347"/>
                </a:lnTo>
                <a:lnTo>
                  <a:pt x="287870" y="10347"/>
                </a:lnTo>
                <a:lnTo>
                  <a:pt x="287870" y="9371"/>
                </a:lnTo>
                <a:lnTo>
                  <a:pt x="279476" y="9371"/>
                </a:lnTo>
                <a:lnTo>
                  <a:pt x="279476" y="3287"/>
                </a:lnTo>
                <a:lnTo>
                  <a:pt x="287870" y="3287"/>
                </a:lnTo>
                <a:lnTo>
                  <a:pt x="287870" y="2310"/>
                </a:lnTo>
                <a:lnTo>
                  <a:pt x="279476" y="2310"/>
                </a:lnTo>
                <a:lnTo>
                  <a:pt x="279476" y="1"/>
                </a:lnTo>
                <a:lnTo>
                  <a:pt x="278488" y="1"/>
                </a:lnTo>
                <a:lnTo>
                  <a:pt x="278488" y="2310"/>
                </a:lnTo>
                <a:lnTo>
                  <a:pt x="272415" y="2310"/>
                </a:lnTo>
                <a:lnTo>
                  <a:pt x="272415" y="1"/>
                </a:lnTo>
                <a:lnTo>
                  <a:pt x="271439" y="1"/>
                </a:lnTo>
                <a:lnTo>
                  <a:pt x="271439" y="2310"/>
                </a:lnTo>
                <a:lnTo>
                  <a:pt x="265367" y="2310"/>
                </a:lnTo>
                <a:lnTo>
                  <a:pt x="265367" y="1"/>
                </a:lnTo>
                <a:lnTo>
                  <a:pt x="264379" y="1"/>
                </a:lnTo>
                <a:lnTo>
                  <a:pt x="264379" y="2310"/>
                </a:lnTo>
                <a:lnTo>
                  <a:pt x="258306" y="2310"/>
                </a:lnTo>
                <a:lnTo>
                  <a:pt x="258306" y="1"/>
                </a:lnTo>
                <a:lnTo>
                  <a:pt x="257330" y="1"/>
                </a:lnTo>
                <a:lnTo>
                  <a:pt x="257330" y="2310"/>
                </a:lnTo>
                <a:lnTo>
                  <a:pt x="251258" y="2310"/>
                </a:lnTo>
                <a:lnTo>
                  <a:pt x="251258" y="1"/>
                </a:lnTo>
                <a:lnTo>
                  <a:pt x="250270" y="1"/>
                </a:lnTo>
                <a:lnTo>
                  <a:pt x="250270" y="2310"/>
                </a:lnTo>
                <a:lnTo>
                  <a:pt x="244198" y="2310"/>
                </a:lnTo>
                <a:lnTo>
                  <a:pt x="244198" y="1"/>
                </a:lnTo>
                <a:lnTo>
                  <a:pt x="243221" y="1"/>
                </a:lnTo>
                <a:lnTo>
                  <a:pt x="243221" y="2310"/>
                </a:lnTo>
                <a:lnTo>
                  <a:pt x="237137" y="2310"/>
                </a:lnTo>
                <a:lnTo>
                  <a:pt x="237137" y="1"/>
                </a:lnTo>
                <a:lnTo>
                  <a:pt x="236161" y="1"/>
                </a:lnTo>
                <a:lnTo>
                  <a:pt x="236161" y="2310"/>
                </a:lnTo>
                <a:lnTo>
                  <a:pt x="230089" y="2310"/>
                </a:lnTo>
                <a:lnTo>
                  <a:pt x="230089" y="1"/>
                </a:lnTo>
                <a:lnTo>
                  <a:pt x="229100" y="1"/>
                </a:lnTo>
                <a:lnTo>
                  <a:pt x="229100" y="2310"/>
                </a:lnTo>
                <a:lnTo>
                  <a:pt x="223028" y="2310"/>
                </a:lnTo>
                <a:lnTo>
                  <a:pt x="223028" y="1"/>
                </a:lnTo>
                <a:lnTo>
                  <a:pt x="222052" y="1"/>
                </a:lnTo>
                <a:lnTo>
                  <a:pt x="222052" y="2310"/>
                </a:lnTo>
                <a:lnTo>
                  <a:pt x="215980" y="2310"/>
                </a:lnTo>
                <a:lnTo>
                  <a:pt x="215980" y="1"/>
                </a:lnTo>
                <a:lnTo>
                  <a:pt x="214992" y="1"/>
                </a:lnTo>
                <a:lnTo>
                  <a:pt x="214992" y="2310"/>
                </a:lnTo>
                <a:lnTo>
                  <a:pt x="208919" y="2310"/>
                </a:lnTo>
                <a:lnTo>
                  <a:pt x="208919" y="1"/>
                </a:lnTo>
                <a:lnTo>
                  <a:pt x="207943" y="1"/>
                </a:lnTo>
                <a:lnTo>
                  <a:pt x="207943" y="2310"/>
                </a:lnTo>
                <a:lnTo>
                  <a:pt x="201871" y="2310"/>
                </a:lnTo>
                <a:lnTo>
                  <a:pt x="201871" y="1"/>
                </a:lnTo>
                <a:lnTo>
                  <a:pt x="200883" y="1"/>
                </a:lnTo>
                <a:lnTo>
                  <a:pt x="200883" y="2310"/>
                </a:lnTo>
                <a:lnTo>
                  <a:pt x="194810" y="2310"/>
                </a:lnTo>
                <a:lnTo>
                  <a:pt x="194810" y="1"/>
                </a:lnTo>
                <a:lnTo>
                  <a:pt x="193834" y="1"/>
                </a:lnTo>
                <a:lnTo>
                  <a:pt x="193834" y="2310"/>
                </a:lnTo>
                <a:lnTo>
                  <a:pt x="187762" y="2310"/>
                </a:lnTo>
                <a:lnTo>
                  <a:pt x="187762" y="1"/>
                </a:lnTo>
                <a:lnTo>
                  <a:pt x="186774" y="1"/>
                </a:lnTo>
                <a:lnTo>
                  <a:pt x="186774" y="2310"/>
                </a:lnTo>
                <a:lnTo>
                  <a:pt x="180702" y="2310"/>
                </a:lnTo>
                <a:lnTo>
                  <a:pt x="180702" y="1"/>
                </a:lnTo>
                <a:lnTo>
                  <a:pt x="179713" y="1"/>
                </a:lnTo>
                <a:lnTo>
                  <a:pt x="179713" y="2310"/>
                </a:lnTo>
                <a:lnTo>
                  <a:pt x="173641" y="2310"/>
                </a:lnTo>
                <a:lnTo>
                  <a:pt x="173641" y="1"/>
                </a:lnTo>
                <a:lnTo>
                  <a:pt x="172665" y="1"/>
                </a:lnTo>
                <a:lnTo>
                  <a:pt x="172665" y="2310"/>
                </a:lnTo>
                <a:lnTo>
                  <a:pt x="166581" y="2310"/>
                </a:lnTo>
                <a:lnTo>
                  <a:pt x="166581" y="1"/>
                </a:lnTo>
                <a:lnTo>
                  <a:pt x="165604" y="1"/>
                </a:lnTo>
                <a:lnTo>
                  <a:pt x="165604" y="2310"/>
                </a:lnTo>
                <a:lnTo>
                  <a:pt x="159532" y="2310"/>
                </a:lnTo>
                <a:lnTo>
                  <a:pt x="159532" y="1"/>
                </a:lnTo>
                <a:lnTo>
                  <a:pt x="158544" y="1"/>
                </a:lnTo>
                <a:lnTo>
                  <a:pt x="158544" y="2310"/>
                </a:lnTo>
                <a:lnTo>
                  <a:pt x="152472" y="2310"/>
                </a:lnTo>
                <a:lnTo>
                  <a:pt x="152472" y="1"/>
                </a:lnTo>
                <a:lnTo>
                  <a:pt x="151495" y="1"/>
                </a:lnTo>
                <a:lnTo>
                  <a:pt x="151495" y="2310"/>
                </a:lnTo>
                <a:lnTo>
                  <a:pt x="145423" y="2310"/>
                </a:lnTo>
                <a:lnTo>
                  <a:pt x="145423" y="1"/>
                </a:lnTo>
                <a:lnTo>
                  <a:pt x="144447" y="1"/>
                </a:lnTo>
                <a:lnTo>
                  <a:pt x="144447" y="2310"/>
                </a:lnTo>
                <a:lnTo>
                  <a:pt x="138375" y="2310"/>
                </a:lnTo>
                <a:lnTo>
                  <a:pt x="138375" y="1"/>
                </a:lnTo>
                <a:lnTo>
                  <a:pt x="137387" y="1"/>
                </a:lnTo>
                <a:lnTo>
                  <a:pt x="137387" y="2310"/>
                </a:lnTo>
                <a:lnTo>
                  <a:pt x="131314" y="2310"/>
                </a:lnTo>
                <a:lnTo>
                  <a:pt x="131314" y="1"/>
                </a:lnTo>
                <a:lnTo>
                  <a:pt x="130338" y="1"/>
                </a:lnTo>
                <a:lnTo>
                  <a:pt x="130338" y="2310"/>
                </a:lnTo>
                <a:lnTo>
                  <a:pt x="124254" y="2310"/>
                </a:lnTo>
                <a:lnTo>
                  <a:pt x="124254" y="1"/>
                </a:lnTo>
                <a:lnTo>
                  <a:pt x="123278" y="1"/>
                </a:lnTo>
                <a:lnTo>
                  <a:pt x="123278" y="2310"/>
                </a:lnTo>
                <a:lnTo>
                  <a:pt x="117205" y="2310"/>
                </a:lnTo>
                <a:lnTo>
                  <a:pt x="117205" y="1"/>
                </a:lnTo>
                <a:lnTo>
                  <a:pt x="116217" y="1"/>
                </a:lnTo>
                <a:lnTo>
                  <a:pt x="116217" y="2310"/>
                </a:lnTo>
                <a:lnTo>
                  <a:pt x="110157" y="2310"/>
                </a:lnTo>
                <a:lnTo>
                  <a:pt x="110157" y="1"/>
                </a:lnTo>
                <a:lnTo>
                  <a:pt x="109169" y="1"/>
                </a:lnTo>
                <a:lnTo>
                  <a:pt x="109169" y="2310"/>
                </a:lnTo>
                <a:lnTo>
                  <a:pt x="103097" y="2310"/>
                </a:lnTo>
                <a:lnTo>
                  <a:pt x="103097" y="1"/>
                </a:lnTo>
                <a:lnTo>
                  <a:pt x="102120" y="1"/>
                </a:lnTo>
                <a:lnTo>
                  <a:pt x="102120" y="2310"/>
                </a:lnTo>
                <a:lnTo>
                  <a:pt x="96036" y="2310"/>
                </a:lnTo>
                <a:lnTo>
                  <a:pt x="96036" y="1"/>
                </a:lnTo>
                <a:lnTo>
                  <a:pt x="95060" y="1"/>
                </a:lnTo>
                <a:lnTo>
                  <a:pt x="95060" y="2310"/>
                </a:lnTo>
                <a:lnTo>
                  <a:pt x="88988" y="2310"/>
                </a:lnTo>
                <a:lnTo>
                  <a:pt x="88988" y="1"/>
                </a:lnTo>
                <a:lnTo>
                  <a:pt x="87999" y="1"/>
                </a:lnTo>
                <a:lnTo>
                  <a:pt x="87999" y="2310"/>
                </a:lnTo>
                <a:lnTo>
                  <a:pt x="81927" y="2310"/>
                </a:lnTo>
                <a:lnTo>
                  <a:pt x="81927" y="1"/>
                </a:lnTo>
                <a:lnTo>
                  <a:pt x="80951" y="1"/>
                </a:lnTo>
                <a:lnTo>
                  <a:pt x="80951" y="2310"/>
                </a:lnTo>
                <a:lnTo>
                  <a:pt x="74879" y="2310"/>
                </a:lnTo>
                <a:lnTo>
                  <a:pt x="74879" y="1"/>
                </a:lnTo>
                <a:lnTo>
                  <a:pt x="73902" y="1"/>
                </a:lnTo>
                <a:lnTo>
                  <a:pt x="73902" y="2310"/>
                </a:lnTo>
                <a:lnTo>
                  <a:pt x="67818" y="2310"/>
                </a:lnTo>
                <a:lnTo>
                  <a:pt x="67818" y="1"/>
                </a:lnTo>
                <a:lnTo>
                  <a:pt x="66842" y="1"/>
                </a:lnTo>
                <a:lnTo>
                  <a:pt x="66842" y="2310"/>
                </a:lnTo>
                <a:lnTo>
                  <a:pt x="60758" y="2310"/>
                </a:lnTo>
                <a:lnTo>
                  <a:pt x="60758" y="1"/>
                </a:lnTo>
                <a:lnTo>
                  <a:pt x="59782" y="1"/>
                </a:lnTo>
                <a:lnTo>
                  <a:pt x="59782" y="2310"/>
                </a:lnTo>
                <a:lnTo>
                  <a:pt x="53709" y="2310"/>
                </a:lnTo>
                <a:lnTo>
                  <a:pt x="53709" y="1"/>
                </a:lnTo>
                <a:lnTo>
                  <a:pt x="52721" y="1"/>
                </a:lnTo>
                <a:lnTo>
                  <a:pt x="52721" y="2310"/>
                </a:lnTo>
                <a:lnTo>
                  <a:pt x="46649" y="2310"/>
                </a:lnTo>
                <a:lnTo>
                  <a:pt x="46649" y="1"/>
                </a:lnTo>
                <a:lnTo>
                  <a:pt x="45673" y="1"/>
                </a:lnTo>
                <a:lnTo>
                  <a:pt x="45673" y="2310"/>
                </a:lnTo>
                <a:lnTo>
                  <a:pt x="39601" y="2310"/>
                </a:lnTo>
                <a:lnTo>
                  <a:pt x="39601" y="1"/>
                </a:lnTo>
                <a:lnTo>
                  <a:pt x="38612" y="1"/>
                </a:lnTo>
                <a:lnTo>
                  <a:pt x="38612" y="2310"/>
                </a:lnTo>
                <a:lnTo>
                  <a:pt x="32540" y="2310"/>
                </a:lnTo>
                <a:lnTo>
                  <a:pt x="32540" y="1"/>
                </a:lnTo>
                <a:lnTo>
                  <a:pt x="31564" y="1"/>
                </a:lnTo>
                <a:lnTo>
                  <a:pt x="31564" y="2310"/>
                </a:lnTo>
                <a:lnTo>
                  <a:pt x="25492" y="2310"/>
                </a:lnTo>
                <a:lnTo>
                  <a:pt x="25492" y="1"/>
                </a:lnTo>
                <a:lnTo>
                  <a:pt x="24503" y="1"/>
                </a:lnTo>
                <a:lnTo>
                  <a:pt x="24503" y="2310"/>
                </a:lnTo>
                <a:lnTo>
                  <a:pt x="18431" y="2310"/>
                </a:lnTo>
                <a:lnTo>
                  <a:pt x="18431" y="1"/>
                </a:lnTo>
                <a:lnTo>
                  <a:pt x="17455" y="1"/>
                </a:lnTo>
                <a:lnTo>
                  <a:pt x="17455" y="2310"/>
                </a:lnTo>
                <a:lnTo>
                  <a:pt x="11371" y="2310"/>
                </a:lnTo>
                <a:lnTo>
                  <a:pt x="1137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16"/>
          <p:cNvSpPr txBox="1">
            <a:spLocks noGrp="1"/>
          </p:cNvSpPr>
          <p:nvPr>
            <p:ph type="subTitle" idx="1"/>
          </p:nvPr>
        </p:nvSpPr>
        <p:spPr>
          <a:xfrm>
            <a:off x="1944900" y="1132575"/>
            <a:ext cx="5254200" cy="159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a:lvl1pPr>
            <a:lvl2pPr lvl="1" algn="ctr" rtl="0">
              <a:lnSpc>
                <a:spcPct val="100000"/>
              </a:lnSpc>
              <a:spcBef>
                <a:spcPts val="0"/>
              </a:spcBef>
              <a:spcAft>
                <a:spcPts val="0"/>
              </a:spcAft>
              <a:buClr>
                <a:schemeClr val="dk1"/>
              </a:buClr>
              <a:buSzPts val="1600"/>
              <a:buFont typeface="Montserrat"/>
              <a:buChar char="○"/>
              <a:defRPr sz="2000" b="1">
                <a:solidFill>
                  <a:schemeClr val="dk1"/>
                </a:solidFill>
              </a:defRPr>
            </a:lvl2pPr>
            <a:lvl3pPr lvl="2" algn="ctr" rtl="0">
              <a:lnSpc>
                <a:spcPct val="100000"/>
              </a:lnSpc>
              <a:spcBef>
                <a:spcPts val="0"/>
              </a:spcBef>
              <a:spcAft>
                <a:spcPts val="0"/>
              </a:spcAft>
              <a:buClr>
                <a:schemeClr val="dk1"/>
              </a:buClr>
              <a:buSzPts val="1600"/>
              <a:buFont typeface="Montserrat"/>
              <a:buChar char="■"/>
              <a:defRPr sz="2000" b="1">
                <a:solidFill>
                  <a:schemeClr val="dk1"/>
                </a:solidFill>
              </a:defRPr>
            </a:lvl3pPr>
            <a:lvl4pPr lvl="3" algn="ctr" rtl="0">
              <a:lnSpc>
                <a:spcPct val="100000"/>
              </a:lnSpc>
              <a:spcBef>
                <a:spcPts val="0"/>
              </a:spcBef>
              <a:spcAft>
                <a:spcPts val="0"/>
              </a:spcAft>
              <a:buClr>
                <a:schemeClr val="dk1"/>
              </a:buClr>
              <a:buSzPts val="1600"/>
              <a:buFont typeface="Montserrat"/>
              <a:buChar char="●"/>
              <a:defRPr sz="2000" b="1">
                <a:solidFill>
                  <a:schemeClr val="dk1"/>
                </a:solidFill>
              </a:defRPr>
            </a:lvl4pPr>
            <a:lvl5pPr lvl="4" algn="ctr" rtl="0">
              <a:lnSpc>
                <a:spcPct val="100000"/>
              </a:lnSpc>
              <a:spcBef>
                <a:spcPts val="0"/>
              </a:spcBef>
              <a:spcAft>
                <a:spcPts val="0"/>
              </a:spcAft>
              <a:buClr>
                <a:schemeClr val="dk1"/>
              </a:buClr>
              <a:buSzPts val="1600"/>
              <a:buFont typeface="Montserrat"/>
              <a:buChar char="○"/>
              <a:defRPr sz="2000" b="1">
                <a:solidFill>
                  <a:schemeClr val="dk1"/>
                </a:solidFill>
              </a:defRPr>
            </a:lvl5pPr>
            <a:lvl6pPr lvl="5" algn="ctr" rtl="0">
              <a:lnSpc>
                <a:spcPct val="100000"/>
              </a:lnSpc>
              <a:spcBef>
                <a:spcPts val="0"/>
              </a:spcBef>
              <a:spcAft>
                <a:spcPts val="0"/>
              </a:spcAft>
              <a:buClr>
                <a:schemeClr val="dk1"/>
              </a:buClr>
              <a:buSzPts val="1600"/>
              <a:buFont typeface="Montserrat"/>
              <a:buChar char="■"/>
              <a:defRPr sz="2000" b="1">
                <a:solidFill>
                  <a:schemeClr val="dk1"/>
                </a:solidFill>
              </a:defRPr>
            </a:lvl6pPr>
            <a:lvl7pPr lvl="6" algn="ctr" rtl="0">
              <a:lnSpc>
                <a:spcPct val="100000"/>
              </a:lnSpc>
              <a:spcBef>
                <a:spcPts val="0"/>
              </a:spcBef>
              <a:spcAft>
                <a:spcPts val="0"/>
              </a:spcAft>
              <a:buClr>
                <a:schemeClr val="dk1"/>
              </a:buClr>
              <a:buSzPts val="1600"/>
              <a:buFont typeface="Montserrat"/>
              <a:buChar char="●"/>
              <a:defRPr sz="2000" b="1">
                <a:solidFill>
                  <a:schemeClr val="dk1"/>
                </a:solidFill>
              </a:defRPr>
            </a:lvl7pPr>
            <a:lvl8pPr lvl="7" algn="ctr" rtl="0">
              <a:lnSpc>
                <a:spcPct val="100000"/>
              </a:lnSpc>
              <a:spcBef>
                <a:spcPts val="0"/>
              </a:spcBef>
              <a:spcAft>
                <a:spcPts val="0"/>
              </a:spcAft>
              <a:buClr>
                <a:schemeClr val="dk1"/>
              </a:buClr>
              <a:buSzPts val="1600"/>
              <a:buFont typeface="Montserrat"/>
              <a:buChar char="○"/>
              <a:defRPr sz="2000" b="1">
                <a:solidFill>
                  <a:schemeClr val="dk1"/>
                </a:solidFill>
              </a:defRPr>
            </a:lvl8pPr>
            <a:lvl9pPr lvl="8" algn="ctr" rtl="0">
              <a:lnSpc>
                <a:spcPct val="100000"/>
              </a:lnSpc>
              <a:spcBef>
                <a:spcPts val="0"/>
              </a:spcBef>
              <a:spcAft>
                <a:spcPts val="0"/>
              </a:spcAft>
              <a:buClr>
                <a:schemeClr val="dk1"/>
              </a:buClr>
              <a:buSzPts val="1600"/>
              <a:buFont typeface="Montserrat"/>
              <a:buChar char="■"/>
              <a:defRPr sz="2000" b="1">
                <a:solidFill>
                  <a:schemeClr val="dk1"/>
                </a:solidFill>
              </a:defRPr>
            </a:lvl9pPr>
          </a:lstStyle>
          <a:p>
            <a:endParaRPr/>
          </a:p>
        </p:txBody>
      </p:sp>
      <p:sp>
        <p:nvSpPr>
          <p:cNvPr id="1537" name="Google Shape;1537;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grpSp>
        <p:nvGrpSpPr>
          <p:cNvPr id="1538" name="Google Shape;1538;p16"/>
          <p:cNvGrpSpPr/>
          <p:nvPr/>
        </p:nvGrpSpPr>
        <p:grpSpPr>
          <a:xfrm>
            <a:off x="6815220" y="3277577"/>
            <a:ext cx="2330600" cy="1737851"/>
            <a:chOff x="6815220" y="3277577"/>
            <a:chExt cx="2330600" cy="1737851"/>
          </a:xfrm>
        </p:grpSpPr>
        <p:grpSp>
          <p:nvGrpSpPr>
            <p:cNvPr id="1539" name="Google Shape;1539;p16"/>
            <p:cNvGrpSpPr/>
            <p:nvPr/>
          </p:nvGrpSpPr>
          <p:grpSpPr>
            <a:xfrm>
              <a:off x="7103026" y="4782073"/>
              <a:ext cx="387726" cy="230993"/>
              <a:chOff x="8278137" y="4572358"/>
              <a:chExt cx="217494" cy="129575"/>
            </a:xfrm>
          </p:grpSpPr>
          <p:sp>
            <p:nvSpPr>
              <p:cNvPr id="1540" name="Google Shape;1540;p16"/>
              <p:cNvSpPr/>
              <p:nvPr/>
            </p:nvSpPr>
            <p:spPr>
              <a:xfrm>
                <a:off x="8278137" y="4574966"/>
                <a:ext cx="217494" cy="124001"/>
              </a:xfrm>
              <a:custGeom>
                <a:avLst/>
                <a:gdLst/>
                <a:ahLst/>
                <a:cxnLst/>
                <a:rect l="l" t="t" r="r" b="b"/>
                <a:pathLst>
                  <a:path w="6088" h="3471" extrusionOk="0">
                    <a:moveTo>
                      <a:pt x="3695" y="0"/>
                    </a:moveTo>
                    <a:cubicBezTo>
                      <a:pt x="3412" y="0"/>
                      <a:pt x="3161" y="158"/>
                      <a:pt x="2990" y="365"/>
                    </a:cubicBezTo>
                    <a:lnTo>
                      <a:pt x="2990" y="365"/>
                    </a:lnTo>
                    <a:cubicBezTo>
                      <a:pt x="2875" y="273"/>
                      <a:pt x="2724" y="190"/>
                      <a:pt x="2532" y="127"/>
                    </a:cubicBezTo>
                    <a:cubicBezTo>
                      <a:pt x="2372" y="74"/>
                      <a:pt x="2237" y="51"/>
                      <a:pt x="2123" y="51"/>
                    </a:cubicBezTo>
                    <a:cubicBezTo>
                      <a:pt x="1406" y="51"/>
                      <a:pt x="1530" y="953"/>
                      <a:pt x="1530" y="953"/>
                    </a:cubicBezTo>
                    <a:cubicBezTo>
                      <a:pt x="1456" y="909"/>
                      <a:pt x="1378" y="888"/>
                      <a:pt x="1297" y="888"/>
                    </a:cubicBezTo>
                    <a:cubicBezTo>
                      <a:pt x="693" y="888"/>
                      <a:pt x="0" y="2033"/>
                      <a:pt x="790" y="2616"/>
                    </a:cubicBezTo>
                    <a:cubicBezTo>
                      <a:pt x="1038" y="2800"/>
                      <a:pt x="1274" y="2883"/>
                      <a:pt x="1475" y="2895"/>
                    </a:cubicBezTo>
                    <a:lnTo>
                      <a:pt x="1475" y="2895"/>
                    </a:lnTo>
                    <a:cubicBezTo>
                      <a:pt x="1544" y="3200"/>
                      <a:pt x="1761" y="3464"/>
                      <a:pt x="2224" y="3470"/>
                    </a:cubicBezTo>
                    <a:cubicBezTo>
                      <a:pt x="2238" y="3470"/>
                      <a:pt x="2252" y="3470"/>
                      <a:pt x="2265" y="3470"/>
                    </a:cubicBezTo>
                    <a:cubicBezTo>
                      <a:pt x="2904" y="3470"/>
                      <a:pt x="3331" y="3324"/>
                      <a:pt x="3570" y="3106"/>
                    </a:cubicBezTo>
                    <a:lnTo>
                      <a:pt x="3570" y="3106"/>
                    </a:lnTo>
                    <a:cubicBezTo>
                      <a:pt x="3620" y="3173"/>
                      <a:pt x="3682" y="3239"/>
                      <a:pt x="3760" y="3300"/>
                    </a:cubicBezTo>
                    <a:cubicBezTo>
                      <a:pt x="3865" y="3383"/>
                      <a:pt x="3993" y="3420"/>
                      <a:pt x="4131" y="3420"/>
                    </a:cubicBezTo>
                    <a:cubicBezTo>
                      <a:pt x="4930" y="3420"/>
                      <a:pt x="6088" y="2180"/>
                      <a:pt x="5404" y="1459"/>
                    </a:cubicBezTo>
                    <a:cubicBezTo>
                      <a:pt x="5214" y="1260"/>
                      <a:pt x="5013" y="1184"/>
                      <a:pt x="4825" y="1184"/>
                    </a:cubicBezTo>
                    <a:cubicBezTo>
                      <a:pt x="4804" y="1184"/>
                      <a:pt x="4784" y="1185"/>
                      <a:pt x="4763" y="1187"/>
                    </a:cubicBezTo>
                    <a:lnTo>
                      <a:pt x="4763" y="1187"/>
                    </a:lnTo>
                    <a:cubicBezTo>
                      <a:pt x="4771" y="831"/>
                      <a:pt x="4594" y="421"/>
                      <a:pt x="4155" y="142"/>
                    </a:cubicBezTo>
                    <a:cubicBezTo>
                      <a:pt x="3997" y="42"/>
                      <a:pt x="3842" y="0"/>
                      <a:pt x="3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16"/>
              <p:cNvSpPr/>
              <p:nvPr/>
            </p:nvSpPr>
            <p:spPr>
              <a:xfrm>
                <a:off x="8287819" y="4572358"/>
                <a:ext cx="196166" cy="129575"/>
              </a:xfrm>
              <a:custGeom>
                <a:avLst/>
                <a:gdLst/>
                <a:ahLst/>
                <a:cxnLst/>
                <a:rect l="l" t="t" r="r" b="b"/>
                <a:pathLst>
                  <a:path w="5491" h="3627" extrusionOk="0">
                    <a:moveTo>
                      <a:pt x="2733" y="557"/>
                    </a:moveTo>
                    <a:cubicBezTo>
                      <a:pt x="2952" y="767"/>
                      <a:pt x="2995" y="1017"/>
                      <a:pt x="2937" y="1180"/>
                    </a:cubicBezTo>
                    <a:cubicBezTo>
                      <a:pt x="2906" y="1266"/>
                      <a:pt x="2852" y="1313"/>
                      <a:pt x="2788" y="1313"/>
                    </a:cubicBezTo>
                    <a:cubicBezTo>
                      <a:pt x="2749" y="1313"/>
                      <a:pt x="2706" y="1295"/>
                      <a:pt x="2662" y="1257"/>
                    </a:cubicBezTo>
                    <a:cubicBezTo>
                      <a:pt x="2508" y="1128"/>
                      <a:pt x="2542" y="826"/>
                      <a:pt x="2733" y="557"/>
                    </a:cubicBezTo>
                    <a:close/>
                    <a:moveTo>
                      <a:pt x="4405" y="1356"/>
                    </a:moveTo>
                    <a:lnTo>
                      <a:pt x="4405" y="1356"/>
                    </a:lnTo>
                    <a:cubicBezTo>
                      <a:pt x="4368" y="1652"/>
                      <a:pt x="4186" y="1871"/>
                      <a:pt x="3945" y="1905"/>
                    </a:cubicBezTo>
                    <a:cubicBezTo>
                      <a:pt x="3930" y="1905"/>
                      <a:pt x="3918" y="1908"/>
                      <a:pt x="3902" y="1908"/>
                    </a:cubicBezTo>
                    <a:cubicBezTo>
                      <a:pt x="3837" y="1908"/>
                      <a:pt x="3837" y="1887"/>
                      <a:pt x="3837" y="1871"/>
                    </a:cubicBezTo>
                    <a:cubicBezTo>
                      <a:pt x="3831" y="1748"/>
                      <a:pt x="4069" y="1433"/>
                      <a:pt x="4405" y="1356"/>
                    </a:cubicBezTo>
                    <a:close/>
                    <a:moveTo>
                      <a:pt x="1527" y="2124"/>
                    </a:moveTo>
                    <a:cubicBezTo>
                      <a:pt x="1571" y="2124"/>
                      <a:pt x="1611" y="2164"/>
                      <a:pt x="1635" y="2195"/>
                    </a:cubicBezTo>
                    <a:cubicBezTo>
                      <a:pt x="1752" y="2346"/>
                      <a:pt x="1783" y="2510"/>
                      <a:pt x="1719" y="2648"/>
                    </a:cubicBezTo>
                    <a:cubicBezTo>
                      <a:pt x="1648" y="2793"/>
                      <a:pt x="1478" y="2886"/>
                      <a:pt x="1271" y="2889"/>
                    </a:cubicBezTo>
                    <a:cubicBezTo>
                      <a:pt x="1231" y="2621"/>
                      <a:pt x="1308" y="2334"/>
                      <a:pt x="1416" y="2198"/>
                    </a:cubicBezTo>
                    <a:cubicBezTo>
                      <a:pt x="1441" y="2158"/>
                      <a:pt x="1481" y="2133"/>
                      <a:pt x="1527" y="2124"/>
                    </a:cubicBezTo>
                    <a:close/>
                    <a:moveTo>
                      <a:pt x="3347" y="2352"/>
                    </a:moveTo>
                    <a:cubicBezTo>
                      <a:pt x="3362" y="2352"/>
                      <a:pt x="3396" y="2383"/>
                      <a:pt x="3421" y="2470"/>
                    </a:cubicBezTo>
                    <a:cubicBezTo>
                      <a:pt x="3492" y="2670"/>
                      <a:pt x="3449" y="2889"/>
                      <a:pt x="3310" y="3053"/>
                    </a:cubicBezTo>
                    <a:cubicBezTo>
                      <a:pt x="3184" y="2824"/>
                      <a:pt x="3193" y="2584"/>
                      <a:pt x="3267" y="2439"/>
                    </a:cubicBezTo>
                    <a:cubicBezTo>
                      <a:pt x="3298" y="2377"/>
                      <a:pt x="3335" y="2352"/>
                      <a:pt x="3347" y="2352"/>
                    </a:cubicBezTo>
                    <a:close/>
                    <a:moveTo>
                      <a:pt x="3427" y="161"/>
                    </a:moveTo>
                    <a:cubicBezTo>
                      <a:pt x="3566" y="161"/>
                      <a:pt x="3707" y="202"/>
                      <a:pt x="3841" y="286"/>
                    </a:cubicBezTo>
                    <a:cubicBezTo>
                      <a:pt x="4186" y="505"/>
                      <a:pt x="4396" y="838"/>
                      <a:pt x="4411" y="1190"/>
                    </a:cubicBezTo>
                    <a:cubicBezTo>
                      <a:pt x="3992" y="1267"/>
                      <a:pt x="3665" y="1652"/>
                      <a:pt x="3677" y="1877"/>
                    </a:cubicBezTo>
                    <a:cubicBezTo>
                      <a:pt x="3680" y="1971"/>
                      <a:pt x="3737" y="2070"/>
                      <a:pt x="3903" y="2070"/>
                    </a:cubicBezTo>
                    <a:cubicBezTo>
                      <a:pt x="3923" y="2070"/>
                      <a:pt x="3944" y="2068"/>
                      <a:pt x="3967" y="2066"/>
                    </a:cubicBezTo>
                    <a:cubicBezTo>
                      <a:pt x="4294" y="2019"/>
                      <a:pt x="4535" y="1726"/>
                      <a:pt x="4572" y="1341"/>
                    </a:cubicBezTo>
                    <a:cubicBezTo>
                      <a:pt x="4750" y="1344"/>
                      <a:pt x="4920" y="1427"/>
                      <a:pt x="5074" y="1587"/>
                    </a:cubicBezTo>
                    <a:cubicBezTo>
                      <a:pt x="5336" y="1865"/>
                      <a:pt x="5275" y="2192"/>
                      <a:pt x="5176" y="2417"/>
                    </a:cubicBezTo>
                    <a:cubicBezTo>
                      <a:pt x="4954" y="2938"/>
                      <a:pt x="4325" y="3413"/>
                      <a:pt x="3862" y="3413"/>
                    </a:cubicBezTo>
                    <a:cubicBezTo>
                      <a:pt x="3857" y="3414"/>
                      <a:pt x="3852" y="3414"/>
                      <a:pt x="3848" y="3414"/>
                    </a:cubicBezTo>
                    <a:cubicBezTo>
                      <a:pt x="3735" y="3414"/>
                      <a:pt x="3627" y="3380"/>
                      <a:pt x="3538" y="3312"/>
                    </a:cubicBezTo>
                    <a:cubicBezTo>
                      <a:pt x="3492" y="3275"/>
                      <a:pt x="3449" y="3231"/>
                      <a:pt x="3409" y="3185"/>
                    </a:cubicBezTo>
                    <a:cubicBezTo>
                      <a:pt x="3600" y="2982"/>
                      <a:pt x="3668" y="2689"/>
                      <a:pt x="3575" y="2420"/>
                    </a:cubicBezTo>
                    <a:cubicBezTo>
                      <a:pt x="3514" y="2220"/>
                      <a:pt x="3406" y="2189"/>
                      <a:pt x="3347" y="2189"/>
                    </a:cubicBezTo>
                    <a:cubicBezTo>
                      <a:pt x="3261" y="2189"/>
                      <a:pt x="3177" y="2254"/>
                      <a:pt x="3122" y="2368"/>
                    </a:cubicBezTo>
                    <a:cubicBezTo>
                      <a:pt x="3023" y="2562"/>
                      <a:pt x="3011" y="2877"/>
                      <a:pt x="3190" y="3164"/>
                    </a:cubicBezTo>
                    <a:cubicBezTo>
                      <a:pt x="3002" y="3309"/>
                      <a:pt x="2650" y="3463"/>
                      <a:pt x="1999" y="3463"/>
                    </a:cubicBezTo>
                    <a:lnTo>
                      <a:pt x="1956" y="3463"/>
                    </a:lnTo>
                    <a:cubicBezTo>
                      <a:pt x="1558" y="3460"/>
                      <a:pt x="1385" y="3253"/>
                      <a:pt x="1315" y="3049"/>
                    </a:cubicBezTo>
                    <a:cubicBezTo>
                      <a:pt x="1561" y="3034"/>
                      <a:pt x="1768" y="2914"/>
                      <a:pt x="1860" y="2719"/>
                    </a:cubicBezTo>
                    <a:cubicBezTo>
                      <a:pt x="1956" y="2525"/>
                      <a:pt x="1919" y="2297"/>
                      <a:pt x="1762" y="2096"/>
                    </a:cubicBezTo>
                    <a:cubicBezTo>
                      <a:pt x="1672" y="1988"/>
                      <a:pt x="1586" y="1964"/>
                      <a:pt x="1527" y="1964"/>
                    </a:cubicBezTo>
                    <a:cubicBezTo>
                      <a:pt x="1441" y="1964"/>
                      <a:pt x="1358" y="2010"/>
                      <a:pt x="1290" y="2099"/>
                    </a:cubicBezTo>
                    <a:cubicBezTo>
                      <a:pt x="1145" y="2275"/>
                      <a:pt x="1074" y="2596"/>
                      <a:pt x="1108" y="2877"/>
                    </a:cubicBezTo>
                    <a:cubicBezTo>
                      <a:pt x="910" y="2837"/>
                      <a:pt x="725" y="2750"/>
                      <a:pt x="568" y="2627"/>
                    </a:cubicBezTo>
                    <a:cubicBezTo>
                      <a:pt x="152" y="2322"/>
                      <a:pt x="238" y="1890"/>
                      <a:pt x="294" y="1720"/>
                    </a:cubicBezTo>
                    <a:cubicBezTo>
                      <a:pt x="417" y="1347"/>
                      <a:pt x="747" y="1045"/>
                      <a:pt x="1028" y="1045"/>
                    </a:cubicBezTo>
                    <a:cubicBezTo>
                      <a:pt x="1096" y="1045"/>
                      <a:pt x="1160" y="1060"/>
                      <a:pt x="1219" y="1097"/>
                    </a:cubicBezTo>
                    <a:cubicBezTo>
                      <a:pt x="1232" y="1105"/>
                      <a:pt x="1246" y="1108"/>
                      <a:pt x="1259" y="1108"/>
                    </a:cubicBezTo>
                    <a:cubicBezTo>
                      <a:pt x="1304" y="1108"/>
                      <a:pt x="1346" y="1069"/>
                      <a:pt x="1339" y="1017"/>
                    </a:cubicBezTo>
                    <a:cubicBezTo>
                      <a:pt x="1339" y="1011"/>
                      <a:pt x="1284" y="585"/>
                      <a:pt x="1484" y="354"/>
                    </a:cubicBezTo>
                    <a:cubicBezTo>
                      <a:pt x="1571" y="254"/>
                      <a:pt x="1693" y="206"/>
                      <a:pt x="1851" y="206"/>
                    </a:cubicBezTo>
                    <a:cubicBezTo>
                      <a:pt x="1962" y="206"/>
                      <a:pt x="2090" y="230"/>
                      <a:pt x="2237" y="277"/>
                    </a:cubicBezTo>
                    <a:cubicBezTo>
                      <a:pt x="2366" y="320"/>
                      <a:pt x="2493" y="378"/>
                      <a:pt x="2607" y="456"/>
                    </a:cubicBezTo>
                    <a:cubicBezTo>
                      <a:pt x="2388" y="764"/>
                      <a:pt x="2311" y="1174"/>
                      <a:pt x="2557" y="1381"/>
                    </a:cubicBezTo>
                    <a:cubicBezTo>
                      <a:pt x="2622" y="1439"/>
                      <a:pt x="2702" y="1473"/>
                      <a:pt x="2792" y="1476"/>
                    </a:cubicBezTo>
                    <a:cubicBezTo>
                      <a:pt x="2921" y="1476"/>
                      <a:pt x="3036" y="1384"/>
                      <a:pt x="3091" y="1233"/>
                    </a:cubicBezTo>
                    <a:cubicBezTo>
                      <a:pt x="3165" y="1017"/>
                      <a:pt x="3113" y="693"/>
                      <a:pt x="2835" y="434"/>
                    </a:cubicBezTo>
                    <a:cubicBezTo>
                      <a:pt x="3006" y="255"/>
                      <a:pt x="3215" y="161"/>
                      <a:pt x="3427" y="161"/>
                    </a:cubicBezTo>
                    <a:close/>
                    <a:moveTo>
                      <a:pt x="3431" y="1"/>
                    </a:moveTo>
                    <a:cubicBezTo>
                      <a:pt x="3171" y="1"/>
                      <a:pt x="2915" y="115"/>
                      <a:pt x="2712" y="332"/>
                    </a:cubicBezTo>
                    <a:cubicBezTo>
                      <a:pt x="2582" y="243"/>
                      <a:pt x="2440" y="172"/>
                      <a:pt x="2289" y="126"/>
                    </a:cubicBezTo>
                    <a:cubicBezTo>
                      <a:pt x="2128" y="72"/>
                      <a:pt x="1983" y="46"/>
                      <a:pt x="1854" y="46"/>
                    </a:cubicBezTo>
                    <a:cubicBezTo>
                      <a:pt x="1647" y="46"/>
                      <a:pt x="1483" y="114"/>
                      <a:pt x="1367" y="249"/>
                    </a:cubicBezTo>
                    <a:cubicBezTo>
                      <a:pt x="1194" y="443"/>
                      <a:pt x="1170" y="733"/>
                      <a:pt x="1173" y="900"/>
                    </a:cubicBezTo>
                    <a:cubicBezTo>
                      <a:pt x="1126" y="887"/>
                      <a:pt x="1077" y="881"/>
                      <a:pt x="1031" y="881"/>
                    </a:cubicBezTo>
                    <a:cubicBezTo>
                      <a:pt x="679" y="881"/>
                      <a:pt x="287" y="1227"/>
                      <a:pt x="142" y="1668"/>
                    </a:cubicBezTo>
                    <a:cubicBezTo>
                      <a:pt x="1" y="2103"/>
                      <a:pt x="121" y="2497"/>
                      <a:pt x="473" y="2756"/>
                    </a:cubicBezTo>
                    <a:cubicBezTo>
                      <a:pt x="695" y="2920"/>
                      <a:pt x="926" y="3022"/>
                      <a:pt x="1145" y="3046"/>
                    </a:cubicBezTo>
                    <a:cubicBezTo>
                      <a:pt x="1247" y="3410"/>
                      <a:pt x="1540" y="3620"/>
                      <a:pt x="1953" y="3626"/>
                    </a:cubicBezTo>
                    <a:lnTo>
                      <a:pt x="1999" y="3626"/>
                    </a:lnTo>
                    <a:cubicBezTo>
                      <a:pt x="2564" y="3626"/>
                      <a:pt x="3005" y="3509"/>
                      <a:pt x="3288" y="3296"/>
                    </a:cubicBezTo>
                    <a:cubicBezTo>
                      <a:pt x="3335" y="3349"/>
                      <a:pt x="3387" y="3395"/>
                      <a:pt x="3440" y="3438"/>
                    </a:cubicBezTo>
                    <a:cubicBezTo>
                      <a:pt x="3556" y="3528"/>
                      <a:pt x="3702" y="3577"/>
                      <a:pt x="3849" y="3577"/>
                    </a:cubicBezTo>
                    <a:cubicBezTo>
                      <a:pt x="3853" y="3577"/>
                      <a:pt x="3858" y="3577"/>
                      <a:pt x="3862" y="3577"/>
                    </a:cubicBezTo>
                    <a:cubicBezTo>
                      <a:pt x="4393" y="3577"/>
                      <a:pt x="5077" y="3065"/>
                      <a:pt x="5327" y="2482"/>
                    </a:cubicBezTo>
                    <a:cubicBezTo>
                      <a:pt x="5491" y="2099"/>
                      <a:pt x="5444" y="1742"/>
                      <a:pt x="5195" y="1480"/>
                    </a:cubicBezTo>
                    <a:cubicBezTo>
                      <a:pt x="5009" y="1285"/>
                      <a:pt x="4803" y="1183"/>
                      <a:pt x="4578" y="1177"/>
                    </a:cubicBezTo>
                    <a:cubicBezTo>
                      <a:pt x="4556" y="776"/>
                      <a:pt x="4319" y="397"/>
                      <a:pt x="3930" y="150"/>
                    </a:cubicBezTo>
                    <a:cubicBezTo>
                      <a:pt x="3771" y="49"/>
                      <a:pt x="3600" y="1"/>
                      <a:pt x="3431"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42" name="Google Shape;1542;p16"/>
            <p:cNvSpPr/>
            <p:nvPr/>
          </p:nvSpPr>
          <p:spPr>
            <a:xfrm>
              <a:off x="8619309" y="4732142"/>
              <a:ext cx="253995" cy="244340"/>
            </a:xfrm>
            <a:custGeom>
              <a:avLst/>
              <a:gdLst/>
              <a:ahLst/>
              <a:cxnLst/>
              <a:rect l="l" t="t" r="r" b="b"/>
              <a:pathLst>
                <a:path w="2580" h="2482" extrusionOk="0">
                  <a:moveTo>
                    <a:pt x="800" y="227"/>
                  </a:moveTo>
                  <a:lnTo>
                    <a:pt x="800" y="227"/>
                  </a:lnTo>
                  <a:cubicBezTo>
                    <a:pt x="895" y="304"/>
                    <a:pt x="1056" y="439"/>
                    <a:pt x="1265" y="628"/>
                  </a:cubicBezTo>
                  <a:cubicBezTo>
                    <a:pt x="1151" y="689"/>
                    <a:pt x="1022" y="757"/>
                    <a:pt x="886" y="831"/>
                  </a:cubicBezTo>
                  <a:cubicBezTo>
                    <a:pt x="831" y="523"/>
                    <a:pt x="809" y="335"/>
                    <a:pt x="800" y="227"/>
                  </a:cubicBezTo>
                  <a:close/>
                  <a:moveTo>
                    <a:pt x="2070" y="452"/>
                  </a:moveTo>
                  <a:cubicBezTo>
                    <a:pt x="2024" y="631"/>
                    <a:pt x="1962" y="806"/>
                    <a:pt x="1888" y="973"/>
                  </a:cubicBezTo>
                  <a:cubicBezTo>
                    <a:pt x="1777" y="871"/>
                    <a:pt x="1663" y="766"/>
                    <a:pt x="1552" y="665"/>
                  </a:cubicBezTo>
                  <a:cubicBezTo>
                    <a:pt x="1861" y="513"/>
                    <a:pt x="2003" y="467"/>
                    <a:pt x="2070" y="452"/>
                  </a:cubicBezTo>
                  <a:close/>
                  <a:moveTo>
                    <a:pt x="766" y="1081"/>
                  </a:moveTo>
                  <a:cubicBezTo>
                    <a:pt x="794" y="1226"/>
                    <a:pt x="824" y="1374"/>
                    <a:pt x="855" y="1519"/>
                  </a:cubicBezTo>
                  <a:cubicBezTo>
                    <a:pt x="472" y="1467"/>
                    <a:pt x="302" y="1421"/>
                    <a:pt x="226" y="1391"/>
                  </a:cubicBezTo>
                  <a:lnTo>
                    <a:pt x="226" y="1391"/>
                  </a:lnTo>
                  <a:cubicBezTo>
                    <a:pt x="338" y="1326"/>
                    <a:pt x="537" y="1209"/>
                    <a:pt x="766" y="1081"/>
                  </a:cubicBezTo>
                  <a:close/>
                  <a:moveTo>
                    <a:pt x="1398" y="745"/>
                  </a:moveTo>
                  <a:cubicBezTo>
                    <a:pt x="1537" y="871"/>
                    <a:pt x="1685" y="1004"/>
                    <a:pt x="1821" y="1133"/>
                  </a:cubicBezTo>
                  <a:cubicBezTo>
                    <a:pt x="1756" y="1288"/>
                    <a:pt x="1685" y="1445"/>
                    <a:pt x="1611" y="1590"/>
                  </a:cubicBezTo>
                  <a:cubicBezTo>
                    <a:pt x="1395" y="1574"/>
                    <a:pt x="1198" y="1556"/>
                    <a:pt x="1025" y="1537"/>
                  </a:cubicBezTo>
                  <a:cubicBezTo>
                    <a:pt x="985" y="1362"/>
                    <a:pt x="948" y="1177"/>
                    <a:pt x="917" y="998"/>
                  </a:cubicBezTo>
                  <a:cubicBezTo>
                    <a:pt x="1093" y="902"/>
                    <a:pt x="1253" y="816"/>
                    <a:pt x="1398" y="745"/>
                  </a:cubicBezTo>
                  <a:close/>
                  <a:moveTo>
                    <a:pt x="1947" y="1251"/>
                  </a:moveTo>
                  <a:cubicBezTo>
                    <a:pt x="2151" y="1451"/>
                    <a:pt x="2262" y="1565"/>
                    <a:pt x="2317" y="1633"/>
                  </a:cubicBezTo>
                  <a:cubicBezTo>
                    <a:pt x="2200" y="1627"/>
                    <a:pt x="2009" y="1618"/>
                    <a:pt x="1787" y="1602"/>
                  </a:cubicBezTo>
                  <a:cubicBezTo>
                    <a:pt x="1839" y="1488"/>
                    <a:pt x="1895" y="1371"/>
                    <a:pt x="1947" y="1251"/>
                  </a:cubicBezTo>
                  <a:close/>
                  <a:moveTo>
                    <a:pt x="1062" y="1704"/>
                  </a:moveTo>
                  <a:lnTo>
                    <a:pt x="1062" y="1704"/>
                  </a:lnTo>
                  <a:cubicBezTo>
                    <a:pt x="1204" y="1719"/>
                    <a:pt x="1364" y="1735"/>
                    <a:pt x="1534" y="1747"/>
                  </a:cubicBezTo>
                  <a:cubicBezTo>
                    <a:pt x="1373" y="2065"/>
                    <a:pt x="1268" y="2225"/>
                    <a:pt x="1213" y="2287"/>
                  </a:cubicBezTo>
                  <a:cubicBezTo>
                    <a:pt x="1182" y="2197"/>
                    <a:pt x="1130" y="2012"/>
                    <a:pt x="1062" y="1704"/>
                  </a:cubicBezTo>
                  <a:close/>
                  <a:moveTo>
                    <a:pt x="735" y="0"/>
                  </a:moveTo>
                  <a:cubicBezTo>
                    <a:pt x="708" y="0"/>
                    <a:pt x="683" y="10"/>
                    <a:pt x="664" y="29"/>
                  </a:cubicBezTo>
                  <a:cubicBezTo>
                    <a:pt x="636" y="66"/>
                    <a:pt x="593" y="116"/>
                    <a:pt x="735" y="914"/>
                  </a:cubicBezTo>
                  <a:cubicBezTo>
                    <a:pt x="362" y="1121"/>
                    <a:pt x="53" y="1303"/>
                    <a:pt x="50" y="1303"/>
                  </a:cubicBezTo>
                  <a:cubicBezTo>
                    <a:pt x="29" y="1318"/>
                    <a:pt x="13" y="1340"/>
                    <a:pt x="13" y="1365"/>
                  </a:cubicBezTo>
                  <a:cubicBezTo>
                    <a:pt x="1" y="1497"/>
                    <a:pt x="143" y="1596"/>
                    <a:pt x="889" y="1685"/>
                  </a:cubicBezTo>
                  <a:cubicBezTo>
                    <a:pt x="948" y="1938"/>
                    <a:pt x="1037" y="2321"/>
                    <a:pt x="1096" y="2423"/>
                  </a:cubicBezTo>
                  <a:cubicBezTo>
                    <a:pt x="1114" y="2460"/>
                    <a:pt x="1151" y="2481"/>
                    <a:pt x="1191" y="2481"/>
                  </a:cubicBezTo>
                  <a:cubicBezTo>
                    <a:pt x="1247" y="2481"/>
                    <a:pt x="1352" y="2481"/>
                    <a:pt x="1710" y="1763"/>
                  </a:cubicBezTo>
                  <a:cubicBezTo>
                    <a:pt x="2117" y="1787"/>
                    <a:pt x="2434" y="1800"/>
                    <a:pt x="2441" y="1800"/>
                  </a:cubicBezTo>
                  <a:cubicBezTo>
                    <a:pt x="2443" y="1800"/>
                    <a:pt x="2446" y="1800"/>
                    <a:pt x="2448" y="1800"/>
                  </a:cubicBezTo>
                  <a:cubicBezTo>
                    <a:pt x="2485" y="1800"/>
                    <a:pt x="2519" y="1779"/>
                    <a:pt x="2533" y="1741"/>
                  </a:cubicBezTo>
                  <a:cubicBezTo>
                    <a:pt x="2558" y="1682"/>
                    <a:pt x="2579" y="1633"/>
                    <a:pt x="2012" y="1093"/>
                  </a:cubicBezTo>
                  <a:cubicBezTo>
                    <a:pt x="2126" y="822"/>
                    <a:pt x="2249" y="495"/>
                    <a:pt x="2237" y="387"/>
                  </a:cubicBezTo>
                  <a:cubicBezTo>
                    <a:pt x="2234" y="341"/>
                    <a:pt x="2197" y="285"/>
                    <a:pt x="2107" y="285"/>
                  </a:cubicBezTo>
                  <a:cubicBezTo>
                    <a:pt x="2040" y="285"/>
                    <a:pt x="1895" y="313"/>
                    <a:pt x="1423" y="550"/>
                  </a:cubicBezTo>
                  <a:cubicBezTo>
                    <a:pt x="1198" y="350"/>
                    <a:pt x="843" y="42"/>
                    <a:pt x="775" y="8"/>
                  </a:cubicBezTo>
                  <a:cubicBezTo>
                    <a:pt x="762" y="3"/>
                    <a:pt x="749" y="0"/>
                    <a:pt x="7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16"/>
            <p:cNvSpPr/>
            <p:nvPr/>
          </p:nvSpPr>
          <p:spPr>
            <a:xfrm>
              <a:off x="8480874" y="4560712"/>
              <a:ext cx="71582" cy="71518"/>
            </a:xfrm>
            <a:custGeom>
              <a:avLst/>
              <a:gdLst/>
              <a:ahLst/>
              <a:cxnLst/>
              <a:rect l="l" t="t" r="r" b="b"/>
              <a:pathLst>
                <a:path w="1124" h="1123" extrusionOk="0">
                  <a:moveTo>
                    <a:pt x="562" y="164"/>
                  </a:moveTo>
                  <a:cubicBezTo>
                    <a:pt x="781" y="167"/>
                    <a:pt x="957" y="346"/>
                    <a:pt x="957" y="565"/>
                  </a:cubicBezTo>
                  <a:cubicBezTo>
                    <a:pt x="957" y="784"/>
                    <a:pt x="778" y="959"/>
                    <a:pt x="559" y="959"/>
                  </a:cubicBezTo>
                  <a:cubicBezTo>
                    <a:pt x="340" y="959"/>
                    <a:pt x="164" y="780"/>
                    <a:pt x="164" y="561"/>
                  </a:cubicBezTo>
                  <a:cubicBezTo>
                    <a:pt x="164" y="339"/>
                    <a:pt x="343" y="164"/>
                    <a:pt x="562" y="164"/>
                  </a:cubicBezTo>
                  <a:close/>
                  <a:moveTo>
                    <a:pt x="562" y="0"/>
                  </a:moveTo>
                  <a:cubicBezTo>
                    <a:pt x="254" y="0"/>
                    <a:pt x="1" y="250"/>
                    <a:pt x="1" y="561"/>
                  </a:cubicBezTo>
                  <a:cubicBezTo>
                    <a:pt x="1" y="870"/>
                    <a:pt x="250" y="1120"/>
                    <a:pt x="562" y="1123"/>
                  </a:cubicBezTo>
                  <a:cubicBezTo>
                    <a:pt x="873" y="1120"/>
                    <a:pt x="1123" y="870"/>
                    <a:pt x="1123" y="561"/>
                  </a:cubicBezTo>
                  <a:cubicBezTo>
                    <a:pt x="1123" y="250"/>
                    <a:pt x="870" y="0"/>
                    <a:pt x="5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16"/>
            <p:cNvSpPr/>
            <p:nvPr/>
          </p:nvSpPr>
          <p:spPr>
            <a:xfrm>
              <a:off x="7415483" y="4732155"/>
              <a:ext cx="71391" cy="71582"/>
            </a:xfrm>
            <a:custGeom>
              <a:avLst/>
              <a:gdLst/>
              <a:ahLst/>
              <a:cxnLst/>
              <a:rect l="l" t="t" r="r" b="b"/>
              <a:pathLst>
                <a:path w="1121" h="1124" extrusionOk="0">
                  <a:moveTo>
                    <a:pt x="562" y="164"/>
                  </a:moveTo>
                  <a:cubicBezTo>
                    <a:pt x="781" y="167"/>
                    <a:pt x="957" y="346"/>
                    <a:pt x="957" y="565"/>
                  </a:cubicBezTo>
                  <a:cubicBezTo>
                    <a:pt x="957" y="784"/>
                    <a:pt x="778" y="960"/>
                    <a:pt x="559" y="960"/>
                  </a:cubicBezTo>
                  <a:cubicBezTo>
                    <a:pt x="340" y="960"/>
                    <a:pt x="164" y="781"/>
                    <a:pt x="164" y="562"/>
                  </a:cubicBezTo>
                  <a:cubicBezTo>
                    <a:pt x="164" y="343"/>
                    <a:pt x="343" y="164"/>
                    <a:pt x="562" y="164"/>
                  </a:cubicBezTo>
                  <a:close/>
                  <a:moveTo>
                    <a:pt x="559" y="1"/>
                  </a:moveTo>
                  <a:cubicBezTo>
                    <a:pt x="251" y="1"/>
                    <a:pt x="1" y="251"/>
                    <a:pt x="1" y="562"/>
                  </a:cubicBezTo>
                  <a:cubicBezTo>
                    <a:pt x="1" y="871"/>
                    <a:pt x="251" y="1120"/>
                    <a:pt x="559" y="1124"/>
                  </a:cubicBezTo>
                  <a:lnTo>
                    <a:pt x="562" y="1124"/>
                  </a:lnTo>
                  <a:cubicBezTo>
                    <a:pt x="870" y="1120"/>
                    <a:pt x="1120" y="871"/>
                    <a:pt x="1120" y="562"/>
                  </a:cubicBezTo>
                  <a:cubicBezTo>
                    <a:pt x="1120" y="251"/>
                    <a:pt x="870" y="1"/>
                    <a:pt x="5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16"/>
            <p:cNvSpPr/>
            <p:nvPr/>
          </p:nvSpPr>
          <p:spPr>
            <a:xfrm>
              <a:off x="8755482" y="4489385"/>
              <a:ext cx="71327" cy="71327"/>
            </a:xfrm>
            <a:custGeom>
              <a:avLst/>
              <a:gdLst/>
              <a:ahLst/>
              <a:cxnLst/>
              <a:rect l="l" t="t" r="r" b="b"/>
              <a:pathLst>
                <a:path w="1120" h="1120" extrusionOk="0">
                  <a:moveTo>
                    <a:pt x="563" y="164"/>
                  </a:moveTo>
                  <a:cubicBezTo>
                    <a:pt x="781" y="165"/>
                    <a:pt x="959" y="343"/>
                    <a:pt x="956" y="562"/>
                  </a:cubicBezTo>
                  <a:cubicBezTo>
                    <a:pt x="956" y="781"/>
                    <a:pt x="778" y="960"/>
                    <a:pt x="559" y="960"/>
                  </a:cubicBezTo>
                  <a:cubicBezTo>
                    <a:pt x="340" y="960"/>
                    <a:pt x="164" y="781"/>
                    <a:pt x="164" y="559"/>
                  </a:cubicBezTo>
                  <a:cubicBezTo>
                    <a:pt x="164" y="340"/>
                    <a:pt x="342" y="165"/>
                    <a:pt x="563" y="164"/>
                  </a:cubicBezTo>
                  <a:close/>
                  <a:moveTo>
                    <a:pt x="562" y="0"/>
                  </a:moveTo>
                  <a:cubicBezTo>
                    <a:pt x="250" y="0"/>
                    <a:pt x="0" y="250"/>
                    <a:pt x="0" y="559"/>
                  </a:cubicBezTo>
                  <a:cubicBezTo>
                    <a:pt x="0" y="870"/>
                    <a:pt x="250" y="1120"/>
                    <a:pt x="559" y="1120"/>
                  </a:cubicBezTo>
                  <a:lnTo>
                    <a:pt x="562" y="1120"/>
                  </a:lnTo>
                  <a:cubicBezTo>
                    <a:pt x="870" y="1120"/>
                    <a:pt x="1120" y="870"/>
                    <a:pt x="1120" y="559"/>
                  </a:cubicBezTo>
                  <a:cubicBezTo>
                    <a:pt x="1120" y="250"/>
                    <a:pt x="870" y="0"/>
                    <a:pt x="5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16"/>
            <p:cNvSpPr/>
            <p:nvPr/>
          </p:nvSpPr>
          <p:spPr>
            <a:xfrm>
              <a:off x="8619310" y="3724289"/>
              <a:ext cx="71582" cy="71391"/>
            </a:xfrm>
            <a:custGeom>
              <a:avLst/>
              <a:gdLst/>
              <a:ahLst/>
              <a:cxnLst/>
              <a:rect l="l" t="t" r="r" b="b"/>
              <a:pathLst>
                <a:path w="1124" h="1121" extrusionOk="0">
                  <a:moveTo>
                    <a:pt x="565" y="164"/>
                  </a:moveTo>
                  <a:cubicBezTo>
                    <a:pt x="670" y="164"/>
                    <a:pt x="769" y="208"/>
                    <a:pt x="843" y="282"/>
                  </a:cubicBezTo>
                  <a:cubicBezTo>
                    <a:pt x="1092" y="535"/>
                    <a:pt x="913" y="960"/>
                    <a:pt x="562" y="960"/>
                  </a:cubicBezTo>
                  <a:cubicBezTo>
                    <a:pt x="340" y="960"/>
                    <a:pt x="164" y="781"/>
                    <a:pt x="164" y="559"/>
                  </a:cubicBezTo>
                  <a:cubicBezTo>
                    <a:pt x="167" y="340"/>
                    <a:pt x="346" y="164"/>
                    <a:pt x="565" y="164"/>
                  </a:cubicBezTo>
                  <a:close/>
                  <a:moveTo>
                    <a:pt x="562" y="1"/>
                  </a:moveTo>
                  <a:cubicBezTo>
                    <a:pt x="250" y="1"/>
                    <a:pt x="1" y="251"/>
                    <a:pt x="1" y="559"/>
                  </a:cubicBezTo>
                  <a:cubicBezTo>
                    <a:pt x="1" y="871"/>
                    <a:pt x="250" y="1121"/>
                    <a:pt x="559" y="1121"/>
                  </a:cubicBezTo>
                  <a:lnTo>
                    <a:pt x="562" y="1121"/>
                  </a:lnTo>
                  <a:cubicBezTo>
                    <a:pt x="870" y="1121"/>
                    <a:pt x="1123" y="871"/>
                    <a:pt x="1120" y="559"/>
                  </a:cubicBezTo>
                  <a:cubicBezTo>
                    <a:pt x="1120" y="251"/>
                    <a:pt x="870" y="1"/>
                    <a:pt x="5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16"/>
            <p:cNvSpPr/>
            <p:nvPr/>
          </p:nvSpPr>
          <p:spPr>
            <a:xfrm>
              <a:off x="8940718" y="4584831"/>
              <a:ext cx="115525" cy="116098"/>
            </a:xfrm>
            <a:custGeom>
              <a:avLst/>
              <a:gdLst/>
              <a:ahLst/>
              <a:cxnLst/>
              <a:rect l="l" t="t" r="r" b="b"/>
              <a:pathLst>
                <a:path w="1814" h="1823" extrusionOk="0">
                  <a:moveTo>
                    <a:pt x="969" y="234"/>
                  </a:moveTo>
                  <a:cubicBezTo>
                    <a:pt x="991" y="315"/>
                    <a:pt x="1018" y="416"/>
                    <a:pt x="1034" y="484"/>
                  </a:cubicBezTo>
                  <a:cubicBezTo>
                    <a:pt x="1077" y="666"/>
                    <a:pt x="1089" y="706"/>
                    <a:pt x="1111" y="737"/>
                  </a:cubicBezTo>
                  <a:cubicBezTo>
                    <a:pt x="1132" y="768"/>
                    <a:pt x="1166" y="783"/>
                    <a:pt x="1345" y="845"/>
                  </a:cubicBezTo>
                  <a:cubicBezTo>
                    <a:pt x="1410" y="870"/>
                    <a:pt x="1506" y="904"/>
                    <a:pt x="1577" y="935"/>
                  </a:cubicBezTo>
                  <a:cubicBezTo>
                    <a:pt x="1478" y="978"/>
                    <a:pt x="1311" y="1039"/>
                    <a:pt x="1169" y="1092"/>
                  </a:cubicBezTo>
                  <a:cubicBezTo>
                    <a:pt x="1148" y="1098"/>
                    <a:pt x="1129" y="1113"/>
                    <a:pt x="1120" y="1135"/>
                  </a:cubicBezTo>
                  <a:cubicBezTo>
                    <a:pt x="1049" y="1302"/>
                    <a:pt x="960" y="1490"/>
                    <a:pt x="901" y="1595"/>
                  </a:cubicBezTo>
                  <a:cubicBezTo>
                    <a:pt x="861" y="1481"/>
                    <a:pt x="802" y="1280"/>
                    <a:pt x="759" y="1107"/>
                  </a:cubicBezTo>
                  <a:cubicBezTo>
                    <a:pt x="753" y="1076"/>
                    <a:pt x="728" y="1052"/>
                    <a:pt x="698" y="1046"/>
                  </a:cubicBezTo>
                  <a:cubicBezTo>
                    <a:pt x="528" y="1015"/>
                    <a:pt x="334" y="972"/>
                    <a:pt x="226" y="941"/>
                  </a:cubicBezTo>
                  <a:cubicBezTo>
                    <a:pt x="392" y="854"/>
                    <a:pt x="565" y="774"/>
                    <a:pt x="738" y="706"/>
                  </a:cubicBezTo>
                  <a:cubicBezTo>
                    <a:pt x="759" y="697"/>
                    <a:pt x="775" y="682"/>
                    <a:pt x="784" y="660"/>
                  </a:cubicBezTo>
                  <a:cubicBezTo>
                    <a:pt x="839" y="515"/>
                    <a:pt x="901" y="373"/>
                    <a:pt x="969" y="234"/>
                  </a:cubicBezTo>
                  <a:close/>
                  <a:moveTo>
                    <a:pt x="987" y="0"/>
                  </a:moveTo>
                  <a:cubicBezTo>
                    <a:pt x="938" y="0"/>
                    <a:pt x="864" y="0"/>
                    <a:pt x="645" y="571"/>
                  </a:cubicBezTo>
                  <a:cubicBezTo>
                    <a:pt x="37" y="814"/>
                    <a:pt x="16" y="895"/>
                    <a:pt x="7" y="928"/>
                  </a:cubicBezTo>
                  <a:cubicBezTo>
                    <a:pt x="0" y="956"/>
                    <a:pt x="7" y="984"/>
                    <a:pt x="22" y="1009"/>
                  </a:cubicBezTo>
                  <a:cubicBezTo>
                    <a:pt x="37" y="1030"/>
                    <a:pt x="84" y="1092"/>
                    <a:pt x="614" y="1197"/>
                  </a:cubicBezTo>
                  <a:cubicBezTo>
                    <a:pt x="775" y="1823"/>
                    <a:pt x="830" y="1823"/>
                    <a:pt x="889" y="1823"/>
                  </a:cubicBezTo>
                  <a:lnTo>
                    <a:pt x="895" y="1823"/>
                  </a:lnTo>
                  <a:cubicBezTo>
                    <a:pt x="944" y="1820"/>
                    <a:pt x="1000" y="1817"/>
                    <a:pt x="1256" y="1231"/>
                  </a:cubicBezTo>
                  <a:cubicBezTo>
                    <a:pt x="1413" y="1175"/>
                    <a:pt x="1715" y="1064"/>
                    <a:pt x="1780" y="1006"/>
                  </a:cubicBezTo>
                  <a:cubicBezTo>
                    <a:pt x="1802" y="984"/>
                    <a:pt x="1814" y="950"/>
                    <a:pt x="1811" y="919"/>
                  </a:cubicBezTo>
                  <a:cubicBezTo>
                    <a:pt x="1796" y="845"/>
                    <a:pt x="1715" y="805"/>
                    <a:pt x="1404" y="694"/>
                  </a:cubicBezTo>
                  <a:cubicBezTo>
                    <a:pt x="1345" y="672"/>
                    <a:pt x="1274" y="648"/>
                    <a:pt x="1240" y="632"/>
                  </a:cubicBezTo>
                  <a:cubicBezTo>
                    <a:pt x="1231" y="598"/>
                    <a:pt x="1209" y="515"/>
                    <a:pt x="1194" y="447"/>
                  </a:cubicBezTo>
                  <a:cubicBezTo>
                    <a:pt x="1139" y="228"/>
                    <a:pt x="1105" y="93"/>
                    <a:pt x="1065" y="40"/>
                  </a:cubicBezTo>
                  <a:cubicBezTo>
                    <a:pt x="1046" y="15"/>
                    <a:pt x="1018" y="3"/>
                    <a:pt x="98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48" name="Google Shape;1548;p16"/>
            <p:cNvGrpSpPr/>
            <p:nvPr/>
          </p:nvGrpSpPr>
          <p:grpSpPr>
            <a:xfrm>
              <a:off x="8403303" y="4188152"/>
              <a:ext cx="299552" cy="265537"/>
              <a:chOff x="8792070" y="4843090"/>
              <a:chExt cx="142474" cy="126290"/>
            </a:xfrm>
          </p:grpSpPr>
          <p:sp>
            <p:nvSpPr>
              <p:cNvPr id="1549" name="Google Shape;1549;p16"/>
              <p:cNvSpPr/>
              <p:nvPr/>
            </p:nvSpPr>
            <p:spPr>
              <a:xfrm>
                <a:off x="8835905" y="4843090"/>
                <a:ext cx="69128" cy="58982"/>
              </a:xfrm>
              <a:custGeom>
                <a:avLst/>
                <a:gdLst/>
                <a:ahLst/>
                <a:cxnLst/>
                <a:rect l="l" t="t" r="r" b="b"/>
                <a:pathLst>
                  <a:path w="1935" h="1651" extrusionOk="0">
                    <a:moveTo>
                      <a:pt x="926" y="796"/>
                    </a:moveTo>
                    <a:cubicBezTo>
                      <a:pt x="947" y="848"/>
                      <a:pt x="960" y="904"/>
                      <a:pt x="966" y="959"/>
                    </a:cubicBezTo>
                    <a:cubicBezTo>
                      <a:pt x="958" y="961"/>
                      <a:pt x="950" y="962"/>
                      <a:pt x="941" y="962"/>
                    </a:cubicBezTo>
                    <a:cubicBezTo>
                      <a:pt x="933" y="962"/>
                      <a:pt x="924" y="961"/>
                      <a:pt x="917" y="959"/>
                    </a:cubicBezTo>
                    <a:cubicBezTo>
                      <a:pt x="904" y="938"/>
                      <a:pt x="904" y="882"/>
                      <a:pt x="926" y="796"/>
                    </a:cubicBezTo>
                    <a:close/>
                    <a:moveTo>
                      <a:pt x="1472" y="164"/>
                    </a:moveTo>
                    <a:cubicBezTo>
                      <a:pt x="1537" y="164"/>
                      <a:pt x="1595" y="194"/>
                      <a:pt x="1635" y="241"/>
                    </a:cubicBezTo>
                    <a:cubicBezTo>
                      <a:pt x="1725" y="327"/>
                      <a:pt x="1771" y="447"/>
                      <a:pt x="1765" y="571"/>
                    </a:cubicBezTo>
                    <a:cubicBezTo>
                      <a:pt x="1746" y="950"/>
                      <a:pt x="1296" y="1348"/>
                      <a:pt x="1296" y="1348"/>
                    </a:cubicBezTo>
                    <a:cubicBezTo>
                      <a:pt x="1197" y="1431"/>
                      <a:pt x="1074" y="1481"/>
                      <a:pt x="947" y="1487"/>
                    </a:cubicBezTo>
                    <a:cubicBezTo>
                      <a:pt x="565" y="1487"/>
                      <a:pt x="275" y="999"/>
                      <a:pt x="210" y="645"/>
                    </a:cubicBezTo>
                    <a:cubicBezTo>
                      <a:pt x="183" y="491"/>
                      <a:pt x="189" y="312"/>
                      <a:pt x="297" y="272"/>
                    </a:cubicBezTo>
                    <a:cubicBezTo>
                      <a:pt x="328" y="262"/>
                      <a:pt x="358" y="256"/>
                      <a:pt x="389" y="256"/>
                    </a:cubicBezTo>
                    <a:cubicBezTo>
                      <a:pt x="559" y="256"/>
                      <a:pt x="722" y="423"/>
                      <a:pt x="827" y="592"/>
                    </a:cubicBezTo>
                    <a:cubicBezTo>
                      <a:pt x="778" y="710"/>
                      <a:pt x="704" y="922"/>
                      <a:pt x="781" y="1046"/>
                    </a:cubicBezTo>
                    <a:cubicBezTo>
                      <a:pt x="815" y="1098"/>
                      <a:pt x="867" y="1125"/>
                      <a:pt x="932" y="1125"/>
                    </a:cubicBezTo>
                    <a:cubicBezTo>
                      <a:pt x="956" y="1125"/>
                      <a:pt x="982" y="1121"/>
                      <a:pt x="1009" y="1114"/>
                    </a:cubicBezTo>
                    <a:cubicBezTo>
                      <a:pt x="1052" y="1101"/>
                      <a:pt x="1086" y="1070"/>
                      <a:pt x="1105" y="1027"/>
                    </a:cubicBezTo>
                    <a:cubicBezTo>
                      <a:pt x="1148" y="916"/>
                      <a:pt x="1086" y="734"/>
                      <a:pt x="1009" y="586"/>
                    </a:cubicBezTo>
                    <a:cubicBezTo>
                      <a:pt x="1123" y="370"/>
                      <a:pt x="1311" y="164"/>
                      <a:pt x="1472" y="164"/>
                    </a:cubicBezTo>
                    <a:close/>
                    <a:moveTo>
                      <a:pt x="1472" y="0"/>
                    </a:moveTo>
                    <a:cubicBezTo>
                      <a:pt x="1247" y="0"/>
                      <a:pt x="1043" y="210"/>
                      <a:pt x="914" y="429"/>
                    </a:cubicBezTo>
                    <a:cubicBezTo>
                      <a:pt x="809" y="287"/>
                      <a:pt x="624" y="93"/>
                      <a:pt x="389" y="93"/>
                    </a:cubicBezTo>
                    <a:cubicBezTo>
                      <a:pt x="337" y="93"/>
                      <a:pt x="287" y="102"/>
                      <a:pt x="241" y="120"/>
                    </a:cubicBezTo>
                    <a:cubicBezTo>
                      <a:pt x="72" y="185"/>
                      <a:pt x="1" y="392"/>
                      <a:pt x="50" y="676"/>
                    </a:cubicBezTo>
                    <a:cubicBezTo>
                      <a:pt x="124" y="1067"/>
                      <a:pt x="457" y="1650"/>
                      <a:pt x="947" y="1650"/>
                    </a:cubicBezTo>
                    <a:cubicBezTo>
                      <a:pt x="1099" y="1650"/>
                      <a:pt x="1250" y="1589"/>
                      <a:pt x="1398" y="1471"/>
                    </a:cubicBezTo>
                    <a:cubicBezTo>
                      <a:pt x="1419" y="1453"/>
                      <a:pt x="1907" y="1027"/>
                      <a:pt x="1925" y="577"/>
                    </a:cubicBezTo>
                    <a:cubicBezTo>
                      <a:pt x="1934" y="410"/>
                      <a:pt x="1873" y="247"/>
                      <a:pt x="1752" y="130"/>
                    </a:cubicBezTo>
                    <a:cubicBezTo>
                      <a:pt x="1682" y="49"/>
                      <a:pt x="1580" y="3"/>
                      <a:pt x="1472"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16"/>
              <p:cNvSpPr/>
              <p:nvPr/>
            </p:nvSpPr>
            <p:spPr>
              <a:xfrm>
                <a:off x="8856626" y="4909183"/>
                <a:ext cx="68020" cy="60197"/>
              </a:xfrm>
              <a:custGeom>
                <a:avLst/>
                <a:gdLst/>
                <a:ahLst/>
                <a:cxnLst/>
                <a:rect l="l" t="t" r="r" b="b"/>
                <a:pathLst>
                  <a:path w="1904" h="1685" extrusionOk="0">
                    <a:moveTo>
                      <a:pt x="809" y="676"/>
                    </a:moveTo>
                    <a:cubicBezTo>
                      <a:pt x="821" y="688"/>
                      <a:pt x="836" y="750"/>
                      <a:pt x="830" y="849"/>
                    </a:cubicBezTo>
                    <a:cubicBezTo>
                      <a:pt x="781" y="769"/>
                      <a:pt x="771" y="710"/>
                      <a:pt x="778" y="692"/>
                    </a:cubicBezTo>
                    <a:cubicBezTo>
                      <a:pt x="787" y="685"/>
                      <a:pt x="799" y="679"/>
                      <a:pt x="809" y="676"/>
                    </a:cubicBezTo>
                    <a:close/>
                    <a:moveTo>
                      <a:pt x="784" y="161"/>
                    </a:moveTo>
                    <a:lnTo>
                      <a:pt x="784" y="164"/>
                    </a:lnTo>
                    <a:cubicBezTo>
                      <a:pt x="870" y="164"/>
                      <a:pt x="957" y="183"/>
                      <a:pt x="1037" y="217"/>
                    </a:cubicBezTo>
                    <a:cubicBezTo>
                      <a:pt x="1043" y="220"/>
                      <a:pt x="1583" y="476"/>
                      <a:pt x="1703" y="837"/>
                    </a:cubicBezTo>
                    <a:cubicBezTo>
                      <a:pt x="1743" y="954"/>
                      <a:pt x="1731" y="1080"/>
                      <a:pt x="1669" y="1188"/>
                    </a:cubicBezTo>
                    <a:cubicBezTo>
                      <a:pt x="1623" y="1274"/>
                      <a:pt x="1558" y="1318"/>
                      <a:pt x="1472" y="1318"/>
                    </a:cubicBezTo>
                    <a:cubicBezTo>
                      <a:pt x="1311" y="1318"/>
                      <a:pt x="1111" y="1176"/>
                      <a:pt x="972" y="1028"/>
                    </a:cubicBezTo>
                    <a:cubicBezTo>
                      <a:pt x="1006" y="864"/>
                      <a:pt x="1015" y="673"/>
                      <a:pt x="941" y="577"/>
                    </a:cubicBezTo>
                    <a:cubicBezTo>
                      <a:pt x="913" y="540"/>
                      <a:pt x="870" y="519"/>
                      <a:pt x="824" y="519"/>
                    </a:cubicBezTo>
                    <a:cubicBezTo>
                      <a:pt x="697" y="522"/>
                      <a:pt x="648" y="587"/>
                      <a:pt x="633" y="624"/>
                    </a:cubicBezTo>
                    <a:cubicBezTo>
                      <a:pt x="568" y="766"/>
                      <a:pt x="704" y="966"/>
                      <a:pt x="790" y="1071"/>
                    </a:cubicBezTo>
                    <a:cubicBezTo>
                      <a:pt x="728" y="1288"/>
                      <a:pt x="596" y="1525"/>
                      <a:pt x="391" y="1525"/>
                    </a:cubicBezTo>
                    <a:cubicBezTo>
                      <a:pt x="383" y="1525"/>
                      <a:pt x="375" y="1525"/>
                      <a:pt x="367" y="1524"/>
                    </a:cubicBezTo>
                    <a:cubicBezTo>
                      <a:pt x="247" y="1512"/>
                      <a:pt x="167" y="1305"/>
                      <a:pt x="179" y="1028"/>
                    </a:cubicBezTo>
                    <a:cubicBezTo>
                      <a:pt x="198" y="608"/>
                      <a:pt x="414" y="161"/>
                      <a:pt x="784" y="161"/>
                    </a:cubicBezTo>
                    <a:close/>
                    <a:moveTo>
                      <a:pt x="784" y="1"/>
                    </a:moveTo>
                    <a:cubicBezTo>
                      <a:pt x="309" y="1"/>
                      <a:pt x="37" y="516"/>
                      <a:pt x="16" y="1022"/>
                    </a:cubicBezTo>
                    <a:cubicBezTo>
                      <a:pt x="0" y="1407"/>
                      <a:pt x="130" y="1666"/>
                      <a:pt x="352" y="1685"/>
                    </a:cubicBezTo>
                    <a:lnTo>
                      <a:pt x="389" y="1685"/>
                    </a:lnTo>
                    <a:cubicBezTo>
                      <a:pt x="651" y="1685"/>
                      <a:pt x="824" y="1456"/>
                      <a:pt x="916" y="1207"/>
                    </a:cubicBezTo>
                    <a:cubicBezTo>
                      <a:pt x="1071" y="1352"/>
                      <a:pt x="1274" y="1481"/>
                      <a:pt x="1469" y="1481"/>
                    </a:cubicBezTo>
                    <a:cubicBezTo>
                      <a:pt x="1570" y="1481"/>
                      <a:pt x="1712" y="1444"/>
                      <a:pt x="1805" y="1265"/>
                    </a:cubicBezTo>
                    <a:cubicBezTo>
                      <a:pt x="1888" y="1120"/>
                      <a:pt x="1903" y="944"/>
                      <a:pt x="1851" y="787"/>
                    </a:cubicBezTo>
                    <a:cubicBezTo>
                      <a:pt x="1709" y="362"/>
                      <a:pt x="1126" y="84"/>
                      <a:pt x="1098" y="69"/>
                    </a:cubicBezTo>
                    <a:cubicBezTo>
                      <a:pt x="997" y="25"/>
                      <a:pt x="892" y="4"/>
                      <a:pt x="784"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16"/>
              <p:cNvSpPr/>
              <p:nvPr/>
            </p:nvSpPr>
            <p:spPr>
              <a:xfrm>
                <a:off x="8792070" y="4893678"/>
                <a:ext cx="69092" cy="50086"/>
              </a:xfrm>
              <a:custGeom>
                <a:avLst/>
                <a:gdLst/>
                <a:ahLst/>
                <a:cxnLst/>
                <a:rect l="l" t="t" r="r" b="b"/>
                <a:pathLst>
                  <a:path w="1934" h="1402" extrusionOk="0">
                    <a:moveTo>
                      <a:pt x="1147" y="1"/>
                    </a:moveTo>
                    <a:cubicBezTo>
                      <a:pt x="1058" y="1"/>
                      <a:pt x="963" y="19"/>
                      <a:pt x="867" y="65"/>
                    </a:cubicBezTo>
                    <a:cubicBezTo>
                      <a:pt x="386" y="290"/>
                      <a:pt x="0" y="740"/>
                      <a:pt x="241" y="1042"/>
                    </a:cubicBezTo>
                    <a:cubicBezTo>
                      <a:pt x="397" y="1239"/>
                      <a:pt x="698" y="1401"/>
                      <a:pt x="1009" y="1401"/>
                    </a:cubicBezTo>
                    <a:cubicBezTo>
                      <a:pt x="1176" y="1401"/>
                      <a:pt x="1347" y="1354"/>
                      <a:pt x="1499" y="1240"/>
                    </a:cubicBezTo>
                    <a:cubicBezTo>
                      <a:pt x="1934" y="910"/>
                      <a:pt x="1934" y="416"/>
                      <a:pt x="1789" y="296"/>
                    </a:cubicBezTo>
                    <a:cubicBezTo>
                      <a:pt x="1789" y="296"/>
                      <a:pt x="1508" y="1"/>
                      <a:pt x="11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16"/>
              <p:cNvSpPr/>
              <p:nvPr/>
            </p:nvSpPr>
            <p:spPr>
              <a:xfrm>
                <a:off x="8838763" y="4894428"/>
                <a:ext cx="12397" cy="38369"/>
              </a:xfrm>
              <a:custGeom>
                <a:avLst/>
                <a:gdLst/>
                <a:ahLst/>
                <a:cxnLst/>
                <a:rect l="l" t="t" r="r" b="b"/>
                <a:pathLst>
                  <a:path w="347" h="1074" extrusionOk="0">
                    <a:moveTo>
                      <a:pt x="1" y="0"/>
                    </a:moveTo>
                    <a:cubicBezTo>
                      <a:pt x="1" y="1"/>
                      <a:pt x="214" y="957"/>
                      <a:pt x="346" y="1074"/>
                    </a:cubicBez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16"/>
              <p:cNvSpPr/>
              <p:nvPr/>
            </p:nvSpPr>
            <p:spPr>
              <a:xfrm>
                <a:off x="8835262" y="4891285"/>
                <a:ext cx="19863" cy="44370"/>
              </a:xfrm>
              <a:custGeom>
                <a:avLst/>
                <a:gdLst/>
                <a:ahLst/>
                <a:cxnLst/>
                <a:rect l="l" t="t" r="r" b="b"/>
                <a:pathLst>
                  <a:path w="556" h="1242" extrusionOk="0">
                    <a:moveTo>
                      <a:pt x="98" y="0"/>
                    </a:moveTo>
                    <a:cubicBezTo>
                      <a:pt x="50" y="0"/>
                      <a:pt x="1" y="40"/>
                      <a:pt x="19" y="104"/>
                    </a:cubicBezTo>
                    <a:cubicBezTo>
                      <a:pt x="71" y="335"/>
                      <a:pt x="250" y="1097"/>
                      <a:pt x="392" y="1223"/>
                    </a:cubicBezTo>
                    <a:cubicBezTo>
                      <a:pt x="407" y="1236"/>
                      <a:pt x="426" y="1242"/>
                      <a:pt x="447" y="1242"/>
                    </a:cubicBezTo>
                    <a:cubicBezTo>
                      <a:pt x="521" y="1242"/>
                      <a:pt x="555" y="1149"/>
                      <a:pt x="500" y="1100"/>
                    </a:cubicBezTo>
                    <a:cubicBezTo>
                      <a:pt x="429" y="1038"/>
                      <a:pt x="278" y="517"/>
                      <a:pt x="176" y="70"/>
                    </a:cubicBezTo>
                    <a:cubicBezTo>
                      <a:pt x="168" y="22"/>
                      <a:pt x="133" y="0"/>
                      <a:pt x="9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16"/>
              <p:cNvSpPr/>
              <p:nvPr/>
            </p:nvSpPr>
            <p:spPr>
              <a:xfrm>
                <a:off x="8821794" y="4897286"/>
                <a:ext cx="16255" cy="44978"/>
              </a:xfrm>
              <a:custGeom>
                <a:avLst/>
                <a:gdLst/>
                <a:ahLst/>
                <a:cxnLst/>
                <a:rect l="l" t="t" r="r" b="b"/>
                <a:pathLst>
                  <a:path w="455" h="1259" extrusionOk="0">
                    <a:moveTo>
                      <a:pt x="1" y="1"/>
                    </a:moveTo>
                    <a:cubicBezTo>
                      <a:pt x="1" y="1"/>
                      <a:pt x="285" y="1111"/>
                      <a:pt x="454" y="1259"/>
                    </a:cubicBez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16"/>
              <p:cNvSpPr/>
              <p:nvPr/>
            </p:nvSpPr>
            <p:spPr>
              <a:xfrm>
                <a:off x="8818150" y="4894143"/>
                <a:ext cx="23864" cy="51122"/>
              </a:xfrm>
              <a:custGeom>
                <a:avLst/>
                <a:gdLst/>
                <a:ahLst/>
                <a:cxnLst/>
                <a:rect l="l" t="t" r="r" b="b"/>
                <a:pathLst>
                  <a:path w="668" h="1431" extrusionOk="0">
                    <a:moveTo>
                      <a:pt x="103" y="1"/>
                    </a:moveTo>
                    <a:cubicBezTo>
                      <a:pt x="52" y="1"/>
                      <a:pt x="1" y="43"/>
                      <a:pt x="23" y="110"/>
                    </a:cubicBezTo>
                    <a:cubicBezTo>
                      <a:pt x="72" y="298"/>
                      <a:pt x="325" y="1251"/>
                      <a:pt x="504" y="1409"/>
                    </a:cubicBezTo>
                    <a:cubicBezTo>
                      <a:pt x="519" y="1421"/>
                      <a:pt x="538" y="1427"/>
                      <a:pt x="556" y="1427"/>
                    </a:cubicBezTo>
                    <a:lnTo>
                      <a:pt x="556" y="1430"/>
                    </a:lnTo>
                    <a:cubicBezTo>
                      <a:pt x="630" y="1430"/>
                      <a:pt x="667" y="1338"/>
                      <a:pt x="612" y="1288"/>
                    </a:cubicBezTo>
                    <a:cubicBezTo>
                      <a:pt x="507" y="1196"/>
                      <a:pt x="297" y="520"/>
                      <a:pt x="180" y="70"/>
                    </a:cubicBezTo>
                    <a:cubicBezTo>
                      <a:pt x="172" y="22"/>
                      <a:pt x="138" y="1"/>
                      <a:pt x="1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16"/>
              <p:cNvSpPr/>
              <p:nvPr/>
            </p:nvSpPr>
            <p:spPr>
              <a:xfrm>
                <a:off x="8888458" y="4866562"/>
                <a:ext cx="33189" cy="34296"/>
              </a:xfrm>
              <a:custGeom>
                <a:avLst/>
                <a:gdLst/>
                <a:ahLst/>
                <a:cxnLst/>
                <a:rect l="l" t="t" r="r" b="b"/>
                <a:pathLst>
                  <a:path w="929" h="960" extrusionOk="0">
                    <a:moveTo>
                      <a:pt x="841" y="1"/>
                    </a:moveTo>
                    <a:cubicBezTo>
                      <a:pt x="805" y="1"/>
                      <a:pt x="770" y="22"/>
                      <a:pt x="763" y="68"/>
                    </a:cubicBezTo>
                    <a:cubicBezTo>
                      <a:pt x="682" y="679"/>
                      <a:pt x="118" y="796"/>
                      <a:pt x="96" y="799"/>
                    </a:cubicBezTo>
                    <a:cubicBezTo>
                      <a:pt x="1" y="817"/>
                      <a:pt x="13" y="959"/>
                      <a:pt x="112" y="959"/>
                    </a:cubicBezTo>
                    <a:lnTo>
                      <a:pt x="127" y="959"/>
                    </a:lnTo>
                    <a:cubicBezTo>
                      <a:pt x="133" y="956"/>
                      <a:pt x="824" y="820"/>
                      <a:pt x="923" y="90"/>
                    </a:cubicBezTo>
                    <a:cubicBezTo>
                      <a:pt x="928" y="32"/>
                      <a:pt x="884" y="1"/>
                      <a:pt x="8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16"/>
              <p:cNvSpPr/>
              <p:nvPr/>
            </p:nvSpPr>
            <p:spPr>
              <a:xfrm>
                <a:off x="8810218" y="4907861"/>
                <a:ext cx="12825" cy="35511"/>
              </a:xfrm>
              <a:custGeom>
                <a:avLst/>
                <a:gdLst/>
                <a:ahLst/>
                <a:cxnLst/>
                <a:rect l="l" t="t" r="r" b="b"/>
                <a:pathLst>
                  <a:path w="359" h="994" extrusionOk="0">
                    <a:moveTo>
                      <a:pt x="1" y="1"/>
                    </a:moveTo>
                    <a:lnTo>
                      <a:pt x="1" y="1"/>
                    </a:lnTo>
                    <a:cubicBezTo>
                      <a:pt x="1" y="1"/>
                      <a:pt x="143" y="827"/>
                      <a:pt x="359" y="994"/>
                    </a:cubicBez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16"/>
              <p:cNvSpPr/>
              <p:nvPr/>
            </p:nvSpPr>
            <p:spPr>
              <a:xfrm>
                <a:off x="8806824" y="4904860"/>
                <a:ext cx="20185" cy="41512"/>
              </a:xfrm>
              <a:custGeom>
                <a:avLst/>
                <a:gdLst/>
                <a:ahLst/>
                <a:cxnLst/>
                <a:rect l="l" t="t" r="r" b="b"/>
                <a:pathLst>
                  <a:path w="565" h="1162" extrusionOk="0">
                    <a:moveTo>
                      <a:pt x="96" y="0"/>
                    </a:moveTo>
                    <a:cubicBezTo>
                      <a:pt x="48" y="0"/>
                      <a:pt x="0" y="37"/>
                      <a:pt x="16" y="100"/>
                    </a:cubicBezTo>
                    <a:cubicBezTo>
                      <a:pt x="31" y="186"/>
                      <a:pt x="173" y="961"/>
                      <a:pt x="404" y="1143"/>
                    </a:cubicBezTo>
                    <a:cubicBezTo>
                      <a:pt x="420" y="1155"/>
                      <a:pt x="435" y="1161"/>
                      <a:pt x="454" y="1161"/>
                    </a:cubicBezTo>
                    <a:cubicBezTo>
                      <a:pt x="531" y="1161"/>
                      <a:pt x="565" y="1062"/>
                      <a:pt x="503" y="1016"/>
                    </a:cubicBezTo>
                    <a:cubicBezTo>
                      <a:pt x="364" y="908"/>
                      <a:pt x="229" y="381"/>
                      <a:pt x="176" y="72"/>
                    </a:cubicBezTo>
                    <a:cubicBezTo>
                      <a:pt x="169" y="23"/>
                      <a:pt x="133" y="0"/>
                      <a:pt x="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16"/>
              <p:cNvSpPr/>
              <p:nvPr/>
            </p:nvSpPr>
            <p:spPr>
              <a:xfrm>
                <a:off x="8888387" y="4899466"/>
                <a:ext cx="46157" cy="17898"/>
              </a:xfrm>
              <a:custGeom>
                <a:avLst/>
                <a:gdLst/>
                <a:ahLst/>
                <a:cxnLst/>
                <a:rect l="l" t="t" r="r" b="b"/>
                <a:pathLst>
                  <a:path w="1292" h="501" extrusionOk="0">
                    <a:moveTo>
                      <a:pt x="514" y="1"/>
                    </a:moveTo>
                    <a:cubicBezTo>
                      <a:pt x="390" y="1"/>
                      <a:pt x="249" y="22"/>
                      <a:pt x="92" y="75"/>
                    </a:cubicBezTo>
                    <a:cubicBezTo>
                      <a:pt x="0" y="106"/>
                      <a:pt x="34" y="234"/>
                      <a:pt x="116" y="234"/>
                    </a:cubicBezTo>
                    <a:cubicBezTo>
                      <a:pt x="125" y="234"/>
                      <a:pt x="135" y="233"/>
                      <a:pt x="145" y="230"/>
                    </a:cubicBezTo>
                    <a:cubicBezTo>
                      <a:pt x="286" y="182"/>
                      <a:pt x="410" y="163"/>
                      <a:pt x="518" y="163"/>
                    </a:cubicBezTo>
                    <a:cubicBezTo>
                      <a:pt x="937" y="163"/>
                      <a:pt x="1122" y="446"/>
                      <a:pt x="1132" y="461"/>
                    </a:cubicBezTo>
                    <a:cubicBezTo>
                      <a:pt x="1147" y="486"/>
                      <a:pt x="1172" y="501"/>
                      <a:pt x="1199" y="501"/>
                    </a:cubicBezTo>
                    <a:cubicBezTo>
                      <a:pt x="1215" y="501"/>
                      <a:pt x="1230" y="495"/>
                      <a:pt x="1243" y="489"/>
                    </a:cubicBezTo>
                    <a:cubicBezTo>
                      <a:pt x="1280" y="464"/>
                      <a:pt x="1292" y="415"/>
                      <a:pt x="1270" y="378"/>
                    </a:cubicBezTo>
                    <a:cubicBezTo>
                      <a:pt x="1268" y="373"/>
                      <a:pt x="1031" y="1"/>
                      <a:pt x="5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60" name="Google Shape;1560;p16"/>
            <p:cNvSpPr/>
            <p:nvPr/>
          </p:nvSpPr>
          <p:spPr>
            <a:xfrm rot="4671195">
              <a:off x="8431922" y="3731298"/>
              <a:ext cx="892202" cy="355826"/>
            </a:xfrm>
            <a:custGeom>
              <a:avLst/>
              <a:gdLst/>
              <a:ahLst/>
              <a:cxnLst/>
              <a:rect l="l" t="t" r="r" b="b"/>
              <a:pathLst>
                <a:path w="14010" h="5587" extrusionOk="0">
                  <a:moveTo>
                    <a:pt x="7628" y="0"/>
                  </a:moveTo>
                  <a:cubicBezTo>
                    <a:pt x="7582" y="0"/>
                    <a:pt x="7548" y="38"/>
                    <a:pt x="7548" y="84"/>
                  </a:cubicBezTo>
                  <a:cubicBezTo>
                    <a:pt x="7551" y="127"/>
                    <a:pt x="7588" y="158"/>
                    <a:pt x="7631" y="161"/>
                  </a:cubicBezTo>
                  <a:lnTo>
                    <a:pt x="7693" y="161"/>
                  </a:lnTo>
                  <a:cubicBezTo>
                    <a:pt x="7776" y="161"/>
                    <a:pt x="7862" y="164"/>
                    <a:pt x="7946" y="170"/>
                  </a:cubicBezTo>
                  <a:lnTo>
                    <a:pt x="7952" y="170"/>
                  </a:lnTo>
                  <a:lnTo>
                    <a:pt x="7952" y="173"/>
                  </a:lnTo>
                  <a:cubicBezTo>
                    <a:pt x="8054" y="170"/>
                    <a:pt x="8060" y="22"/>
                    <a:pt x="7958" y="10"/>
                  </a:cubicBezTo>
                  <a:cubicBezTo>
                    <a:pt x="7872" y="4"/>
                    <a:pt x="7782" y="0"/>
                    <a:pt x="7693" y="0"/>
                  </a:cubicBezTo>
                  <a:close/>
                  <a:moveTo>
                    <a:pt x="7306" y="21"/>
                  </a:moveTo>
                  <a:cubicBezTo>
                    <a:pt x="7302" y="21"/>
                    <a:pt x="7299" y="22"/>
                    <a:pt x="7295" y="22"/>
                  </a:cubicBezTo>
                  <a:cubicBezTo>
                    <a:pt x="7187" y="34"/>
                    <a:pt x="7079" y="53"/>
                    <a:pt x="6971" y="75"/>
                  </a:cubicBezTo>
                  <a:cubicBezTo>
                    <a:pt x="6879" y="96"/>
                    <a:pt x="6891" y="235"/>
                    <a:pt x="6990" y="235"/>
                  </a:cubicBezTo>
                  <a:lnTo>
                    <a:pt x="7005" y="235"/>
                  </a:lnTo>
                  <a:cubicBezTo>
                    <a:pt x="7107" y="213"/>
                    <a:pt x="7212" y="195"/>
                    <a:pt x="7320" y="182"/>
                  </a:cubicBezTo>
                  <a:cubicBezTo>
                    <a:pt x="7363" y="173"/>
                    <a:pt x="7394" y="133"/>
                    <a:pt x="7387" y="90"/>
                  </a:cubicBezTo>
                  <a:cubicBezTo>
                    <a:pt x="7379" y="50"/>
                    <a:pt x="7345" y="21"/>
                    <a:pt x="7306" y="21"/>
                  </a:cubicBezTo>
                  <a:close/>
                  <a:moveTo>
                    <a:pt x="8269" y="54"/>
                  </a:moveTo>
                  <a:cubicBezTo>
                    <a:pt x="8180" y="54"/>
                    <a:pt x="8159" y="196"/>
                    <a:pt x="8257" y="216"/>
                  </a:cubicBezTo>
                  <a:cubicBezTo>
                    <a:pt x="8359" y="235"/>
                    <a:pt x="8461" y="263"/>
                    <a:pt x="8560" y="294"/>
                  </a:cubicBezTo>
                  <a:cubicBezTo>
                    <a:pt x="8569" y="297"/>
                    <a:pt x="8578" y="297"/>
                    <a:pt x="8587" y="297"/>
                  </a:cubicBezTo>
                  <a:lnTo>
                    <a:pt x="8587" y="300"/>
                  </a:lnTo>
                  <a:cubicBezTo>
                    <a:pt x="8680" y="300"/>
                    <a:pt x="8698" y="170"/>
                    <a:pt x="8612" y="139"/>
                  </a:cubicBezTo>
                  <a:cubicBezTo>
                    <a:pt x="8504" y="105"/>
                    <a:pt x="8399" y="78"/>
                    <a:pt x="8288" y="56"/>
                  </a:cubicBezTo>
                  <a:cubicBezTo>
                    <a:pt x="8282" y="55"/>
                    <a:pt x="8275" y="54"/>
                    <a:pt x="8269" y="54"/>
                  </a:cubicBezTo>
                  <a:close/>
                  <a:moveTo>
                    <a:pt x="3122" y="157"/>
                  </a:moveTo>
                  <a:cubicBezTo>
                    <a:pt x="3039" y="157"/>
                    <a:pt x="2955" y="160"/>
                    <a:pt x="2872" y="167"/>
                  </a:cubicBezTo>
                  <a:cubicBezTo>
                    <a:pt x="2770" y="176"/>
                    <a:pt x="2776" y="327"/>
                    <a:pt x="2881" y="327"/>
                  </a:cubicBezTo>
                  <a:lnTo>
                    <a:pt x="2888" y="327"/>
                  </a:lnTo>
                  <a:cubicBezTo>
                    <a:pt x="2955" y="321"/>
                    <a:pt x="3022" y="318"/>
                    <a:pt x="3088" y="318"/>
                  </a:cubicBezTo>
                  <a:cubicBezTo>
                    <a:pt x="3125" y="318"/>
                    <a:pt x="3162" y="319"/>
                    <a:pt x="3199" y="321"/>
                  </a:cubicBezTo>
                  <a:cubicBezTo>
                    <a:pt x="3301" y="318"/>
                    <a:pt x="3307" y="167"/>
                    <a:pt x="3205" y="158"/>
                  </a:cubicBezTo>
                  <a:cubicBezTo>
                    <a:pt x="3177" y="157"/>
                    <a:pt x="3150" y="157"/>
                    <a:pt x="3122" y="157"/>
                  </a:cubicBezTo>
                  <a:close/>
                  <a:moveTo>
                    <a:pt x="6671" y="159"/>
                  </a:moveTo>
                  <a:cubicBezTo>
                    <a:pt x="6664" y="159"/>
                    <a:pt x="6658" y="159"/>
                    <a:pt x="6650" y="161"/>
                  </a:cubicBezTo>
                  <a:cubicBezTo>
                    <a:pt x="6545" y="192"/>
                    <a:pt x="6441" y="229"/>
                    <a:pt x="6339" y="269"/>
                  </a:cubicBezTo>
                  <a:cubicBezTo>
                    <a:pt x="6265" y="306"/>
                    <a:pt x="6286" y="420"/>
                    <a:pt x="6370" y="423"/>
                  </a:cubicBezTo>
                  <a:lnTo>
                    <a:pt x="6373" y="423"/>
                  </a:lnTo>
                  <a:cubicBezTo>
                    <a:pt x="6382" y="423"/>
                    <a:pt x="6391" y="423"/>
                    <a:pt x="6401" y="420"/>
                  </a:cubicBezTo>
                  <a:cubicBezTo>
                    <a:pt x="6499" y="380"/>
                    <a:pt x="6598" y="346"/>
                    <a:pt x="6700" y="315"/>
                  </a:cubicBezTo>
                  <a:cubicBezTo>
                    <a:pt x="6785" y="278"/>
                    <a:pt x="6755" y="159"/>
                    <a:pt x="6671" y="159"/>
                  </a:cubicBezTo>
                  <a:close/>
                  <a:moveTo>
                    <a:pt x="3515" y="195"/>
                  </a:moveTo>
                  <a:cubicBezTo>
                    <a:pt x="3426" y="195"/>
                    <a:pt x="3405" y="341"/>
                    <a:pt x="3507" y="355"/>
                  </a:cubicBezTo>
                  <a:cubicBezTo>
                    <a:pt x="3609" y="377"/>
                    <a:pt x="3711" y="405"/>
                    <a:pt x="3807" y="438"/>
                  </a:cubicBezTo>
                  <a:cubicBezTo>
                    <a:pt x="3816" y="442"/>
                    <a:pt x="3825" y="445"/>
                    <a:pt x="3834" y="445"/>
                  </a:cubicBezTo>
                  <a:cubicBezTo>
                    <a:pt x="3927" y="442"/>
                    <a:pt x="3949" y="318"/>
                    <a:pt x="3862" y="287"/>
                  </a:cubicBezTo>
                  <a:cubicBezTo>
                    <a:pt x="3757" y="247"/>
                    <a:pt x="3649" y="219"/>
                    <a:pt x="3538" y="198"/>
                  </a:cubicBezTo>
                  <a:cubicBezTo>
                    <a:pt x="3530" y="196"/>
                    <a:pt x="3522" y="195"/>
                    <a:pt x="3515" y="195"/>
                  </a:cubicBezTo>
                  <a:close/>
                  <a:moveTo>
                    <a:pt x="2566" y="217"/>
                  </a:moveTo>
                  <a:cubicBezTo>
                    <a:pt x="2560" y="217"/>
                    <a:pt x="2553" y="218"/>
                    <a:pt x="2545" y="219"/>
                  </a:cubicBezTo>
                  <a:cubicBezTo>
                    <a:pt x="2434" y="241"/>
                    <a:pt x="2329" y="272"/>
                    <a:pt x="2224" y="306"/>
                  </a:cubicBezTo>
                  <a:cubicBezTo>
                    <a:pt x="2138" y="334"/>
                    <a:pt x="2157" y="463"/>
                    <a:pt x="2249" y="463"/>
                  </a:cubicBezTo>
                  <a:lnTo>
                    <a:pt x="2249" y="460"/>
                  </a:lnTo>
                  <a:cubicBezTo>
                    <a:pt x="2252" y="461"/>
                    <a:pt x="2255" y="461"/>
                    <a:pt x="2258" y="461"/>
                  </a:cubicBezTo>
                  <a:cubicBezTo>
                    <a:pt x="2263" y="461"/>
                    <a:pt x="2268" y="460"/>
                    <a:pt x="2274" y="460"/>
                  </a:cubicBezTo>
                  <a:cubicBezTo>
                    <a:pt x="2372" y="426"/>
                    <a:pt x="2474" y="398"/>
                    <a:pt x="2579" y="377"/>
                  </a:cubicBezTo>
                  <a:cubicBezTo>
                    <a:pt x="2676" y="357"/>
                    <a:pt x="2654" y="217"/>
                    <a:pt x="2566" y="217"/>
                  </a:cubicBezTo>
                  <a:close/>
                  <a:moveTo>
                    <a:pt x="8883" y="251"/>
                  </a:moveTo>
                  <a:cubicBezTo>
                    <a:pt x="8807" y="251"/>
                    <a:pt x="8770" y="367"/>
                    <a:pt x="8853" y="408"/>
                  </a:cubicBezTo>
                  <a:cubicBezTo>
                    <a:pt x="8948" y="451"/>
                    <a:pt x="9041" y="500"/>
                    <a:pt x="9130" y="553"/>
                  </a:cubicBezTo>
                  <a:cubicBezTo>
                    <a:pt x="9142" y="562"/>
                    <a:pt x="9158" y="565"/>
                    <a:pt x="9173" y="565"/>
                  </a:cubicBezTo>
                  <a:cubicBezTo>
                    <a:pt x="9253" y="565"/>
                    <a:pt x="9284" y="457"/>
                    <a:pt x="9213" y="414"/>
                  </a:cubicBezTo>
                  <a:cubicBezTo>
                    <a:pt x="9121" y="355"/>
                    <a:pt x="9022" y="306"/>
                    <a:pt x="8920" y="260"/>
                  </a:cubicBezTo>
                  <a:cubicBezTo>
                    <a:pt x="8907" y="253"/>
                    <a:pt x="8895" y="251"/>
                    <a:pt x="8883" y="251"/>
                  </a:cubicBezTo>
                  <a:close/>
                  <a:moveTo>
                    <a:pt x="6084" y="391"/>
                  </a:moveTo>
                  <a:cubicBezTo>
                    <a:pt x="6070" y="391"/>
                    <a:pt x="6055" y="395"/>
                    <a:pt x="6040" y="405"/>
                  </a:cubicBezTo>
                  <a:cubicBezTo>
                    <a:pt x="5944" y="454"/>
                    <a:pt x="5845" y="506"/>
                    <a:pt x="5753" y="565"/>
                  </a:cubicBezTo>
                  <a:cubicBezTo>
                    <a:pt x="5716" y="590"/>
                    <a:pt x="5703" y="639"/>
                    <a:pt x="5728" y="676"/>
                  </a:cubicBezTo>
                  <a:cubicBezTo>
                    <a:pt x="5740" y="701"/>
                    <a:pt x="5768" y="716"/>
                    <a:pt x="5796" y="716"/>
                  </a:cubicBezTo>
                  <a:cubicBezTo>
                    <a:pt x="5811" y="713"/>
                    <a:pt x="5827" y="710"/>
                    <a:pt x="5839" y="701"/>
                  </a:cubicBezTo>
                  <a:cubicBezTo>
                    <a:pt x="5929" y="648"/>
                    <a:pt x="6021" y="596"/>
                    <a:pt x="6114" y="546"/>
                  </a:cubicBezTo>
                  <a:cubicBezTo>
                    <a:pt x="6202" y="507"/>
                    <a:pt x="6159" y="391"/>
                    <a:pt x="6084" y="391"/>
                  </a:cubicBezTo>
                  <a:close/>
                  <a:moveTo>
                    <a:pt x="1943" y="415"/>
                  </a:moveTo>
                  <a:cubicBezTo>
                    <a:pt x="1934" y="415"/>
                    <a:pt x="1923" y="416"/>
                    <a:pt x="1913" y="420"/>
                  </a:cubicBezTo>
                  <a:cubicBezTo>
                    <a:pt x="1817" y="463"/>
                    <a:pt x="1715" y="509"/>
                    <a:pt x="1617" y="562"/>
                  </a:cubicBezTo>
                  <a:cubicBezTo>
                    <a:pt x="1538" y="598"/>
                    <a:pt x="1564" y="716"/>
                    <a:pt x="1650" y="716"/>
                  </a:cubicBezTo>
                  <a:cubicBezTo>
                    <a:pt x="1652" y="716"/>
                    <a:pt x="1653" y="716"/>
                    <a:pt x="1654" y="716"/>
                  </a:cubicBezTo>
                  <a:lnTo>
                    <a:pt x="1654" y="713"/>
                  </a:lnTo>
                  <a:cubicBezTo>
                    <a:pt x="1666" y="713"/>
                    <a:pt x="1678" y="710"/>
                    <a:pt x="1691" y="704"/>
                  </a:cubicBezTo>
                  <a:cubicBezTo>
                    <a:pt x="1783" y="654"/>
                    <a:pt x="1882" y="608"/>
                    <a:pt x="1978" y="568"/>
                  </a:cubicBezTo>
                  <a:cubicBezTo>
                    <a:pt x="2060" y="529"/>
                    <a:pt x="2022" y="415"/>
                    <a:pt x="1943" y="415"/>
                  </a:cubicBezTo>
                  <a:close/>
                  <a:moveTo>
                    <a:pt x="4135" y="415"/>
                  </a:moveTo>
                  <a:cubicBezTo>
                    <a:pt x="4063" y="415"/>
                    <a:pt x="4021" y="517"/>
                    <a:pt x="4093" y="565"/>
                  </a:cubicBezTo>
                  <a:lnTo>
                    <a:pt x="4112" y="577"/>
                  </a:lnTo>
                  <a:cubicBezTo>
                    <a:pt x="4198" y="624"/>
                    <a:pt x="4279" y="673"/>
                    <a:pt x="4359" y="731"/>
                  </a:cubicBezTo>
                  <a:cubicBezTo>
                    <a:pt x="4371" y="741"/>
                    <a:pt x="4390" y="747"/>
                    <a:pt x="4405" y="747"/>
                  </a:cubicBezTo>
                  <a:cubicBezTo>
                    <a:pt x="4482" y="747"/>
                    <a:pt x="4516" y="645"/>
                    <a:pt x="4451" y="599"/>
                  </a:cubicBezTo>
                  <a:cubicBezTo>
                    <a:pt x="4368" y="540"/>
                    <a:pt x="4282" y="485"/>
                    <a:pt x="4192" y="435"/>
                  </a:cubicBezTo>
                  <a:lnTo>
                    <a:pt x="4171" y="423"/>
                  </a:lnTo>
                  <a:cubicBezTo>
                    <a:pt x="4158" y="418"/>
                    <a:pt x="4146" y="415"/>
                    <a:pt x="4135" y="415"/>
                  </a:cubicBezTo>
                  <a:close/>
                  <a:moveTo>
                    <a:pt x="9442" y="585"/>
                  </a:moveTo>
                  <a:cubicBezTo>
                    <a:pt x="9376" y="585"/>
                    <a:pt x="9327" y="676"/>
                    <a:pt x="9389" y="728"/>
                  </a:cubicBezTo>
                  <a:cubicBezTo>
                    <a:pt x="9472" y="793"/>
                    <a:pt x="9553" y="864"/>
                    <a:pt x="9627" y="938"/>
                  </a:cubicBezTo>
                  <a:cubicBezTo>
                    <a:pt x="9642" y="950"/>
                    <a:pt x="9664" y="960"/>
                    <a:pt x="9682" y="960"/>
                  </a:cubicBezTo>
                  <a:cubicBezTo>
                    <a:pt x="9704" y="960"/>
                    <a:pt x="9725" y="950"/>
                    <a:pt x="9741" y="938"/>
                  </a:cubicBezTo>
                  <a:cubicBezTo>
                    <a:pt x="9772" y="904"/>
                    <a:pt x="9772" y="852"/>
                    <a:pt x="9741" y="821"/>
                  </a:cubicBezTo>
                  <a:cubicBezTo>
                    <a:pt x="9661" y="744"/>
                    <a:pt x="9577" y="670"/>
                    <a:pt x="9491" y="602"/>
                  </a:cubicBezTo>
                  <a:cubicBezTo>
                    <a:pt x="9475" y="590"/>
                    <a:pt x="9458" y="585"/>
                    <a:pt x="9442" y="585"/>
                  </a:cubicBezTo>
                  <a:close/>
                  <a:moveTo>
                    <a:pt x="1376" y="707"/>
                  </a:moveTo>
                  <a:cubicBezTo>
                    <a:pt x="1361" y="707"/>
                    <a:pt x="1346" y="712"/>
                    <a:pt x="1330" y="722"/>
                  </a:cubicBezTo>
                  <a:cubicBezTo>
                    <a:pt x="1234" y="778"/>
                    <a:pt x="1142" y="839"/>
                    <a:pt x="1055" y="898"/>
                  </a:cubicBezTo>
                  <a:cubicBezTo>
                    <a:pt x="988" y="944"/>
                    <a:pt x="1022" y="1046"/>
                    <a:pt x="1099" y="1046"/>
                  </a:cubicBezTo>
                  <a:lnTo>
                    <a:pt x="1102" y="1046"/>
                  </a:lnTo>
                  <a:cubicBezTo>
                    <a:pt x="1117" y="1046"/>
                    <a:pt x="1129" y="1040"/>
                    <a:pt x="1145" y="1034"/>
                  </a:cubicBezTo>
                  <a:cubicBezTo>
                    <a:pt x="1231" y="975"/>
                    <a:pt x="1321" y="917"/>
                    <a:pt x="1413" y="861"/>
                  </a:cubicBezTo>
                  <a:cubicBezTo>
                    <a:pt x="1495" y="815"/>
                    <a:pt x="1447" y="707"/>
                    <a:pt x="1376" y="707"/>
                  </a:cubicBezTo>
                  <a:close/>
                  <a:moveTo>
                    <a:pt x="5530" y="736"/>
                  </a:moveTo>
                  <a:cubicBezTo>
                    <a:pt x="5513" y="736"/>
                    <a:pt x="5496" y="741"/>
                    <a:pt x="5481" y="753"/>
                  </a:cubicBezTo>
                  <a:cubicBezTo>
                    <a:pt x="5392" y="818"/>
                    <a:pt x="5306" y="889"/>
                    <a:pt x="5225" y="963"/>
                  </a:cubicBezTo>
                  <a:cubicBezTo>
                    <a:pt x="5170" y="1012"/>
                    <a:pt x="5204" y="1105"/>
                    <a:pt x="5278" y="1105"/>
                  </a:cubicBezTo>
                  <a:lnTo>
                    <a:pt x="5278" y="1102"/>
                  </a:lnTo>
                  <a:cubicBezTo>
                    <a:pt x="5299" y="1102"/>
                    <a:pt x="5318" y="1095"/>
                    <a:pt x="5333" y="1083"/>
                  </a:cubicBezTo>
                  <a:cubicBezTo>
                    <a:pt x="5410" y="1012"/>
                    <a:pt x="5494" y="944"/>
                    <a:pt x="5577" y="883"/>
                  </a:cubicBezTo>
                  <a:cubicBezTo>
                    <a:pt x="5614" y="855"/>
                    <a:pt x="5620" y="802"/>
                    <a:pt x="5592" y="768"/>
                  </a:cubicBezTo>
                  <a:cubicBezTo>
                    <a:pt x="5578" y="747"/>
                    <a:pt x="5554" y="736"/>
                    <a:pt x="5530" y="736"/>
                  </a:cubicBezTo>
                  <a:close/>
                  <a:moveTo>
                    <a:pt x="11730" y="966"/>
                  </a:moveTo>
                  <a:cubicBezTo>
                    <a:pt x="11638" y="966"/>
                    <a:pt x="11545" y="972"/>
                    <a:pt x="11453" y="984"/>
                  </a:cubicBezTo>
                  <a:cubicBezTo>
                    <a:pt x="11354" y="997"/>
                    <a:pt x="11360" y="1142"/>
                    <a:pt x="11462" y="1145"/>
                  </a:cubicBezTo>
                  <a:lnTo>
                    <a:pt x="11471" y="1145"/>
                  </a:lnTo>
                  <a:cubicBezTo>
                    <a:pt x="11557" y="1132"/>
                    <a:pt x="11644" y="1129"/>
                    <a:pt x="11730" y="1129"/>
                  </a:cubicBezTo>
                  <a:lnTo>
                    <a:pt x="11783" y="1129"/>
                  </a:lnTo>
                  <a:cubicBezTo>
                    <a:pt x="11826" y="1129"/>
                    <a:pt x="11863" y="1092"/>
                    <a:pt x="11866" y="1049"/>
                  </a:cubicBezTo>
                  <a:cubicBezTo>
                    <a:pt x="11866" y="1006"/>
                    <a:pt x="11829" y="969"/>
                    <a:pt x="11786" y="966"/>
                  </a:cubicBezTo>
                  <a:close/>
                  <a:moveTo>
                    <a:pt x="4653" y="784"/>
                  </a:moveTo>
                  <a:cubicBezTo>
                    <a:pt x="4588" y="784"/>
                    <a:pt x="4533" y="872"/>
                    <a:pt x="4599" y="929"/>
                  </a:cubicBezTo>
                  <a:cubicBezTo>
                    <a:pt x="4676" y="1000"/>
                    <a:pt x="4747" y="1077"/>
                    <a:pt x="4812" y="1157"/>
                  </a:cubicBezTo>
                  <a:cubicBezTo>
                    <a:pt x="4828" y="1176"/>
                    <a:pt x="4852" y="1188"/>
                    <a:pt x="4877" y="1188"/>
                  </a:cubicBezTo>
                  <a:cubicBezTo>
                    <a:pt x="4945" y="1188"/>
                    <a:pt x="4982" y="1108"/>
                    <a:pt x="4939" y="1055"/>
                  </a:cubicBezTo>
                  <a:cubicBezTo>
                    <a:pt x="4868" y="969"/>
                    <a:pt x="4794" y="886"/>
                    <a:pt x="4710" y="812"/>
                  </a:cubicBezTo>
                  <a:cubicBezTo>
                    <a:pt x="4692" y="792"/>
                    <a:pt x="4672" y="784"/>
                    <a:pt x="4653" y="784"/>
                  </a:cubicBezTo>
                  <a:close/>
                  <a:moveTo>
                    <a:pt x="12104" y="996"/>
                  </a:moveTo>
                  <a:cubicBezTo>
                    <a:pt x="12009" y="996"/>
                    <a:pt x="11991" y="1142"/>
                    <a:pt x="12094" y="1157"/>
                  </a:cubicBezTo>
                  <a:cubicBezTo>
                    <a:pt x="12196" y="1173"/>
                    <a:pt x="12298" y="1194"/>
                    <a:pt x="12399" y="1222"/>
                  </a:cubicBezTo>
                  <a:cubicBezTo>
                    <a:pt x="12406" y="1225"/>
                    <a:pt x="12415" y="1225"/>
                    <a:pt x="12421" y="1225"/>
                  </a:cubicBezTo>
                  <a:cubicBezTo>
                    <a:pt x="12514" y="1225"/>
                    <a:pt x="12532" y="1092"/>
                    <a:pt x="12443" y="1068"/>
                  </a:cubicBezTo>
                  <a:cubicBezTo>
                    <a:pt x="12335" y="1037"/>
                    <a:pt x="12227" y="1015"/>
                    <a:pt x="12119" y="997"/>
                  </a:cubicBezTo>
                  <a:cubicBezTo>
                    <a:pt x="12114" y="996"/>
                    <a:pt x="12109" y="996"/>
                    <a:pt x="12104" y="996"/>
                  </a:cubicBezTo>
                  <a:close/>
                  <a:moveTo>
                    <a:pt x="11144" y="1043"/>
                  </a:moveTo>
                  <a:cubicBezTo>
                    <a:pt x="11137" y="1043"/>
                    <a:pt x="11130" y="1044"/>
                    <a:pt x="11123" y="1046"/>
                  </a:cubicBezTo>
                  <a:cubicBezTo>
                    <a:pt x="11015" y="1074"/>
                    <a:pt x="10910" y="1111"/>
                    <a:pt x="10805" y="1151"/>
                  </a:cubicBezTo>
                  <a:cubicBezTo>
                    <a:pt x="10728" y="1188"/>
                    <a:pt x="10752" y="1302"/>
                    <a:pt x="10839" y="1305"/>
                  </a:cubicBezTo>
                  <a:cubicBezTo>
                    <a:pt x="10842" y="1306"/>
                    <a:pt x="10844" y="1306"/>
                    <a:pt x="10847" y="1306"/>
                  </a:cubicBezTo>
                  <a:cubicBezTo>
                    <a:pt x="10853" y="1306"/>
                    <a:pt x="10860" y="1304"/>
                    <a:pt x="10867" y="1302"/>
                  </a:cubicBezTo>
                  <a:cubicBezTo>
                    <a:pt x="10965" y="1262"/>
                    <a:pt x="11064" y="1228"/>
                    <a:pt x="11163" y="1203"/>
                  </a:cubicBezTo>
                  <a:cubicBezTo>
                    <a:pt x="11257" y="1175"/>
                    <a:pt x="11230" y="1043"/>
                    <a:pt x="11144" y="1043"/>
                  </a:cubicBezTo>
                  <a:close/>
                  <a:moveTo>
                    <a:pt x="839" y="1069"/>
                  </a:moveTo>
                  <a:cubicBezTo>
                    <a:pt x="822" y="1069"/>
                    <a:pt x="804" y="1075"/>
                    <a:pt x="787" y="1089"/>
                  </a:cubicBezTo>
                  <a:cubicBezTo>
                    <a:pt x="695" y="1160"/>
                    <a:pt x="608" y="1228"/>
                    <a:pt x="531" y="1296"/>
                  </a:cubicBezTo>
                  <a:cubicBezTo>
                    <a:pt x="473" y="1342"/>
                    <a:pt x="506" y="1438"/>
                    <a:pt x="584" y="1438"/>
                  </a:cubicBezTo>
                  <a:cubicBezTo>
                    <a:pt x="602" y="1438"/>
                    <a:pt x="621" y="1429"/>
                    <a:pt x="633" y="1419"/>
                  </a:cubicBezTo>
                  <a:cubicBezTo>
                    <a:pt x="710" y="1354"/>
                    <a:pt x="793" y="1287"/>
                    <a:pt x="883" y="1219"/>
                  </a:cubicBezTo>
                  <a:cubicBezTo>
                    <a:pt x="959" y="1167"/>
                    <a:pt x="907" y="1069"/>
                    <a:pt x="839" y="1069"/>
                  </a:cubicBezTo>
                  <a:close/>
                  <a:moveTo>
                    <a:pt x="12729" y="1168"/>
                  </a:moveTo>
                  <a:cubicBezTo>
                    <a:pt x="12649" y="1168"/>
                    <a:pt x="12612" y="1285"/>
                    <a:pt x="12696" y="1324"/>
                  </a:cubicBezTo>
                  <a:cubicBezTo>
                    <a:pt x="12791" y="1361"/>
                    <a:pt x="12890" y="1404"/>
                    <a:pt x="12985" y="1453"/>
                  </a:cubicBezTo>
                  <a:cubicBezTo>
                    <a:pt x="12995" y="1459"/>
                    <a:pt x="13010" y="1462"/>
                    <a:pt x="13022" y="1462"/>
                  </a:cubicBezTo>
                  <a:cubicBezTo>
                    <a:pt x="13024" y="1462"/>
                    <a:pt x="13025" y="1463"/>
                    <a:pt x="13026" y="1463"/>
                  </a:cubicBezTo>
                  <a:cubicBezTo>
                    <a:pt x="13110" y="1463"/>
                    <a:pt x="13136" y="1345"/>
                    <a:pt x="13056" y="1308"/>
                  </a:cubicBezTo>
                  <a:cubicBezTo>
                    <a:pt x="12958" y="1259"/>
                    <a:pt x="12856" y="1213"/>
                    <a:pt x="12757" y="1173"/>
                  </a:cubicBezTo>
                  <a:cubicBezTo>
                    <a:pt x="12748" y="1169"/>
                    <a:pt x="12738" y="1168"/>
                    <a:pt x="12729" y="1168"/>
                  </a:cubicBezTo>
                  <a:close/>
                  <a:moveTo>
                    <a:pt x="9902" y="1038"/>
                  </a:moveTo>
                  <a:cubicBezTo>
                    <a:pt x="9842" y="1038"/>
                    <a:pt x="9786" y="1108"/>
                    <a:pt x="9836" y="1169"/>
                  </a:cubicBezTo>
                  <a:cubicBezTo>
                    <a:pt x="9901" y="1253"/>
                    <a:pt x="9960" y="1336"/>
                    <a:pt x="10015" y="1425"/>
                  </a:cubicBezTo>
                  <a:cubicBezTo>
                    <a:pt x="10028" y="1450"/>
                    <a:pt x="10055" y="1466"/>
                    <a:pt x="10083" y="1466"/>
                  </a:cubicBezTo>
                  <a:cubicBezTo>
                    <a:pt x="10099" y="1466"/>
                    <a:pt x="10111" y="1462"/>
                    <a:pt x="10126" y="1453"/>
                  </a:cubicBezTo>
                  <a:cubicBezTo>
                    <a:pt x="10163" y="1432"/>
                    <a:pt x="10176" y="1382"/>
                    <a:pt x="10154" y="1342"/>
                  </a:cubicBezTo>
                  <a:cubicBezTo>
                    <a:pt x="10095" y="1247"/>
                    <a:pt x="10031" y="1157"/>
                    <a:pt x="9963" y="1068"/>
                  </a:cubicBezTo>
                  <a:cubicBezTo>
                    <a:pt x="9945" y="1047"/>
                    <a:pt x="9923" y="1038"/>
                    <a:pt x="9902" y="1038"/>
                  </a:cubicBezTo>
                  <a:close/>
                  <a:moveTo>
                    <a:pt x="5050" y="1167"/>
                  </a:moveTo>
                  <a:cubicBezTo>
                    <a:pt x="5027" y="1167"/>
                    <a:pt x="5004" y="1176"/>
                    <a:pt x="4988" y="1194"/>
                  </a:cubicBezTo>
                  <a:cubicBezTo>
                    <a:pt x="4914" y="1277"/>
                    <a:pt x="4843" y="1364"/>
                    <a:pt x="4781" y="1453"/>
                  </a:cubicBezTo>
                  <a:cubicBezTo>
                    <a:pt x="4739" y="1518"/>
                    <a:pt x="4793" y="1582"/>
                    <a:pt x="4850" y="1582"/>
                  </a:cubicBezTo>
                  <a:cubicBezTo>
                    <a:pt x="4873" y="1582"/>
                    <a:pt x="4896" y="1572"/>
                    <a:pt x="4914" y="1549"/>
                  </a:cubicBezTo>
                  <a:cubicBezTo>
                    <a:pt x="4939" y="1509"/>
                    <a:pt x="4969" y="1472"/>
                    <a:pt x="5000" y="1432"/>
                  </a:cubicBezTo>
                  <a:cubicBezTo>
                    <a:pt x="5047" y="1515"/>
                    <a:pt x="5090" y="1601"/>
                    <a:pt x="5127" y="1691"/>
                  </a:cubicBezTo>
                  <a:cubicBezTo>
                    <a:pt x="5136" y="1722"/>
                    <a:pt x="5167" y="1743"/>
                    <a:pt x="5201" y="1743"/>
                  </a:cubicBezTo>
                  <a:cubicBezTo>
                    <a:pt x="5259" y="1743"/>
                    <a:pt x="5296" y="1685"/>
                    <a:pt x="5278" y="1632"/>
                  </a:cubicBezTo>
                  <a:cubicBezTo>
                    <a:pt x="5235" y="1527"/>
                    <a:pt x="5185" y="1425"/>
                    <a:pt x="5130" y="1330"/>
                  </a:cubicBezTo>
                  <a:cubicBezTo>
                    <a:pt x="5124" y="1321"/>
                    <a:pt x="5117" y="1314"/>
                    <a:pt x="5108" y="1305"/>
                  </a:cubicBezTo>
                  <a:lnTo>
                    <a:pt x="5111" y="1305"/>
                  </a:lnTo>
                  <a:cubicBezTo>
                    <a:pt x="5142" y="1271"/>
                    <a:pt x="5139" y="1219"/>
                    <a:pt x="5105" y="1188"/>
                  </a:cubicBezTo>
                  <a:cubicBezTo>
                    <a:pt x="5089" y="1174"/>
                    <a:pt x="5070" y="1167"/>
                    <a:pt x="5050" y="1167"/>
                  </a:cubicBezTo>
                  <a:close/>
                  <a:moveTo>
                    <a:pt x="13293" y="1466"/>
                  </a:moveTo>
                  <a:cubicBezTo>
                    <a:pt x="13224" y="1466"/>
                    <a:pt x="13171" y="1562"/>
                    <a:pt x="13245" y="1614"/>
                  </a:cubicBezTo>
                  <a:cubicBezTo>
                    <a:pt x="13325" y="1678"/>
                    <a:pt x="13399" y="1749"/>
                    <a:pt x="13464" y="1826"/>
                  </a:cubicBezTo>
                  <a:cubicBezTo>
                    <a:pt x="13479" y="1848"/>
                    <a:pt x="13501" y="1857"/>
                    <a:pt x="13525" y="1857"/>
                  </a:cubicBezTo>
                  <a:cubicBezTo>
                    <a:pt x="13593" y="1857"/>
                    <a:pt x="13630" y="1780"/>
                    <a:pt x="13587" y="1725"/>
                  </a:cubicBezTo>
                  <a:cubicBezTo>
                    <a:pt x="13516" y="1638"/>
                    <a:pt x="13436" y="1558"/>
                    <a:pt x="13346" y="1487"/>
                  </a:cubicBezTo>
                  <a:cubicBezTo>
                    <a:pt x="13329" y="1472"/>
                    <a:pt x="13310" y="1466"/>
                    <a:pt x="13293" y="1466"/>
                  </a:cubicBezTo>
                  <a:close/>
                  <a:moveTo>
                    <a:pt x="341" y="1488"/>
                  </a:moveTo>
                  <a:cubicBezTo>
                    <a:pt x="322" y="1488"/>
                    <a:pt x="302" y="1495"/>
                    <a:pt x="284" y="1512"/>
                  </a:cubicBezTo>
                  <a:cubicBezTo>
                    <a:pt x="136" y="1648"/>
                    <a:pt x="53" y="1737"/>
                    <a:pt x="50" y="1743"/>
                  </a:cubicBezTo>
                  <a:cubicBezTo>
                    <a:pt x="1" y="1792"/>
                    <a:pt x="38" y="1879"/>
                    <a:pt x="109" y="1879"/>
                  </a:cubicBezTo>
                  <a:cubicBezTo>
                    <a:pt x="130" y="1879"/>
                    <a:pt x="152" y="1870"/>
                    <a:pt x="167" y="1851"/>
                  </a:cubicBezTo>
                  <a:cubicBezTo>
                    <a:pt x="170" y="1851"/>
                    <a:pt x="250" y="1762"/>
                    <a:pt x="395" y="1629"/>
                  </a:cubicBezTo>
                  <a:cubicBezTo>
                    <a:pt x="458" y="1572"/>
                    <a:pt x="405" y="1488"/>
                    <a:pt x="341" y="1488"/>
                  </a:cubicBezTo>
                  <a:close/>
                  <a:moveTo>
                    <a:pt x="10551" y="1286"/>
                  </a:moveTo>
                  <a:cubicBezTo>
                    <a:pt x="10538" y="1286"/>
                    <a:pt x="10523" y="1290"/>
                    <a:pt x="10509" y="1299"/>
                  </a:cubicBezTo>
                  <a:cubicBezTo>
                    <a:pt x="10410" y="1354"/>
                    <a:pt x="10318" y="1419"/>
                    <a:pt x="10231" y="1487"/>
                  </a:cubicBezTo>
                  <a:cubicBezTo>
                    <a:pt x="10197" y="1512"/>
                    <a:pt x="10191" y="1558"/>
                    <a:pt x="10213" y="1595"/>
                  </a:cubicBezTo>
                  <a:cubicBezTo>
                    <a:pt x="10210" y="1595"/>
                    <a:pt x="10203" y="1595"/>
                    <a:pt x="10200" y="1598"/>
                  </a:cubicBezTo>
                  <a:cubicBezTo>
                    <a:pt x="10160" y="1617"/>
                    <a:pt x="10142" y="1663"/>
                    <a:pt x="10157" y="1703"/>
                  </a:cubicBezTo>
                  <a:cubicBezTo>
                    <a:pt x="10197" y="1799"/>
                    <a:pt x="10228" y="1897"/>
                    <a:pt x="10250" y="1996"/>
                  </a:cubicBezTo>
                  <a:cubicBezTo>
                    <a:pt x="10259" y="2033"/>
                    <a:pt x="10290" y="2061"/>
                    <a:pt x="10327" y="2061"/>
                  </a:cubicBezTo>
                  <a:cubicBezTo>
                    <a:pt x="10333" y="2061"/>
                    <a:pt x="10339" y="2061"/>
                    <a:pt x="10345" y="2058"/>
                  </a:cubicBezTo>
                  <a:cubicBezTo>
                    <a:pt x="10388" y="2048"/>
                    <a:pt x="10416" y="2008"/>
                    <a:pt x="10407" y="1962"/>
                  </a:cubicBezTo>
                  <a:cubicBezTo>
                    <a:pt x="10385" y="1851"/>
                    <a:pt x="10351" y="1743"/>
                    <a:pt x="10305" y="1641"/>
                  </a:cubicBezTo>
                  <a:cubicBezTo>
                    <a:pt x="10305" y="1635"/>
                    <a:pt x="10302" y="1632"/>
                    <a:pt x="10299" y="1629"/>
                  </a:cubicBezTo>
                  <a:cubicBezTo>
                    <a:pt x="10311" y="1626"/>
                    <a:pt x="10321" y="1620"/>
                    <a:pt x="10330" y="1614"/>
                  </a:cubicBezTo>
                  <a:cubicBezTo>
                    <a:pt x="10413" y="1549"/>
                    <a:pt x="10500" y="1490"/>
                    <a:pt x="10589" y="1438"/>
                  </a:cubicBezTo>
                  <a:cubicBezTo>
                    <a:pt x="10667" y="1394"/>
                    <a:pt x="10622" y="1286"/>
                    <a:pt x="10551" y="1286"/>
                  </a:cubicBezTo>
                  <a:close/>
                  <a:moveTo>
                    <a:pt x="10039" y="1684"/>
                  </a:moveTo>
                  <a:cubicBezTo>
                    <a:pt x="10020" y="1684"/>
                    <a:pt x="9999" y="1691"/>
                    <a:pt x="9981" y="1709"/>
                  </a:cubicBezTo>
                  <a:cubicBezTo>
                    <a:pt x="9901" y="1786"/>
                    <a:pt x="9827" y="1873"/>
                    <a:pt x="9762" y="1962"/>
                  </a:cubicBezTo>
                  <a:cubicBezTo>
                    <a:pt x="9722" y="2015"/>
                    <a:pt x="9759" y="2092"/>
                    <a:pt x="9827" y="2092"/>
                  </a:cubicBezTo>
                  <a:cubicBezTo>
                    <a:pt x="9852" y="2092"/>
                    <a:pt x="9877" y="2079"/>
                    <a:pt x="9892" y="2061"/>
                  </a:cubicBezTo>
                  <a:cubicBezTo>
                    <a:pt x="9954" y="1978"/>
                    <a:pt x="10021" y="1897"/>
                    <a:pt x="10095" y="1823"/>
                  </a:cubicBezTo>
                  <a:cubicBezTo>
                    <a:pt x="10155" y="1764"/>
                    <a:pt x="10101" y="1684"/>
                    <a:pt x="10039" y="1684"/>
                  </a:cubicBezTo>
                  <a:close/>
                  <a:moveTo>
                    <a:pt x="4679" y="1694"/>
                  </a:moveTo>
                  <a:cubicBezTo>
                    <a:pt x="4651" y="1694"/>
                    <a:pt x="4623" y="1709"/>
                    <a:pt x="4609" y="1743"/>
                  </a:cubicBezTo>
                  <a:cubicBezTo>
                    <a:pt x="4556" y="1845"/>
                    <a:pt x="4516" y="1953"/>
                    <a:pt x="4488" y="2064"/>
                  </a:cubicBezTo>
                  <a:cubicBezTo>
                    <a:pt x="4479" y="2107"/>
                    <a:pt x="4507" y="2150"/>
                    <a:pt x="4550" y="2163"/>
                  </a:cubicBezTo>
                  <a:lnTo>
                    <a:pt x="4572" y="2163"/>
                  </a:lnTo>
                  <a:cubicBezTo>
                    <a:pt x="4605" y="2163"/>
                    <a:pt x="4639" y="2138"/>
                    <a:pt x="4649" y="2101"/>
                  </a:cubicBezTo>
                  <a:cubicBezTo>
                    <a:pt x="4670" y="2002"/>
                    <a:pt x="4707" y="1907"/>
                    <a:pt x="4754" y="1817"/>
                  </a:cubicBezTo>
                  <a:cubicBezTo>
                    <a:pt x="4790" y="1750"/>
                    <a:pt x="4734" y="1694"/>
                    <a:pt x="4679" y="1694"/>
                  </a:cubicBezTo>
                  <a:close/>
                  <a:moveTo>
                    <a:pt x="5295" y="1885"/>
                  </a:moveTo>
                  <a:cubicBezTo>
                    <a:pt x="5247" y="1885"/>
                    <a:pt x="5199" y="1923"/>
                    <a:pt x="5216" y="1987"/>
                  </a:cubicBezTo>
                  <a:cubicBezTo>
                    <a:pt x="5232" y="2076"/>
                    <a:pt x="5241" y="2166"/>
                    <a:pt x="5244" y="2258"/>
                  </a:cubicBezTo>
                  <a:lnTo>
                    <a:pt x="5244" y="2292"/>
                  </a:lnTo>
                  <a:cubicBezTo>
                    <a:pt x="5241" y="2335"/>
                    <a:pt x="5275" y="2372"/>
                    <a:pt x="5321" y="2375"/>
                  </a:cubicBezTo>
                  <a:lnTo>
                    <a:pt x="5324" y="2375"/>
                  </a:lnTo>
                  <a:cubicBezTo>
                    <a:pt x="5367" y="2375"/>
                    <a:pt x="5404" y="2338"/>
                    <a:pt x="5404" y="2295"/>
                  </a:cubicBezTo>
                  <a:lnTo>
                    <a:pt x="5404" y="2258"/>
                  </a:lnTo>
                  <a:cubicBezTo>
                    <a:pt x="5404" y="2156"/>
                    <a:pt x="5392" y="2055"/>
                    <a:pt x="5373" y="1956"/>
                  </a:cubicBezTo>
                  <a:cubicBezTo>
                    <a:pt x="5367" y="1907"/>
                    <a:pt x="5331" y="1885"/>
                    <a:pt x="5295" y="1885"/>
                  </a:cubicBezTo>
                  <a:close/>
                  <a:moveTo>
                    <a:pt x="13704" y="1964"/>
                  </a:moveTo>
                  <a:cubicBezTo>
                    <a:pt x="13649" y="1964"/>
                    <a:pt x="13593" y="2021"/>
                    <a:pt x="13630" y="2085"/>
                  </a:cubicBezTo>
                  <a:cubicBezTo>
                    <a:pt x="13676" y="2178"/>
                    <a:pt x="13716" y="2274"/>
                    <a:pt x="13744" y="2372"/>
                  </a:cubicBezTo>
                  <a:cubicBezTo>
                    <a:pt x="13757" y="2406"/>
                    <a:pt x="13787" y="2431"/>
                    <a:pt x="13821" y="2431"/>
                  </a:cubicBezTo>
                  <a:lnTo>
                    <a:pt x="13824" y="2431"/>
                  </a:lnTo>
                  <a:cubicBezTo>
                    <a:pt x="13831" y="2431"/>
                    <a:pt x="13837" y="2428"/>
                    <a:pt x="13846" y="2428"/>
                  </a:cubicBezTo>
                  <a:cubicBezTo>
                    <a:pt x="13889" y="2412"/>
                    <a:pt x="13914" y="2369"/>
                    <a:pt x="13898" y="2326"/>
                  </a:cubicBezTo>
                  <a:cubicBezTo>
                    <a:pt x="13868" y="2218"/>
                    <a:pt x="13824" y="2113"/>
                    <a:pt x="13775" y="2011"/>
                  </a:cubicBezTo>
                  <a:cubicBezTo>
                    <a:pt x="13759" y="1978"/>
                    <a:pt x="13732" y="1964"/>
                    <a:pt x="13704" y="1964"/>
                  </a:cubicBezTo>
                  <a:close/>
                  <a:moveTo>
                    <a:pt x="9654" y="2199"/>
                  </a:moveTo>
                  <a:cubicBezTo>
                    <a:pt x="9626" y="2199"/>
                    <a:pt x="9598" y="2214"/>
                    <a:pt x="9583" y="2249"/>
                  </a:cubicBezTo>
                  <a:cubicBezTo>
                    <a:pt x="9528" y="2354"/>
                    <a:pt x="9491" y="2465"/>
                    <a:pt x="9472" y="2582"/>
                  </a:cubicBezTo>
                  <a:cubicBezTo>
                    <a:pt x="9466" y="2625"/>
                    <a:pt x="9500" y="2665"/>
                    <a:pt x="9543" y="2671"/>
                  </a:cubicBezTo>
                  <a:lnTo>
                    <a:pt x="9553" y="2671"/>
                  </a:lnTo>
                  <a:cubicBezTo>
                    <a:pt x="9593" y="2671"/>
                    <a:pt x="9627" y="2641"/>
                    <a:pt x="9633" y="2601"/>
                  </a:cubicBezTo>
                  <a:cubicBezTo>
                    <a:pt x="9648" y="2502"/>
                    <a:pt x="9682" y="2409"/>
                    <a:pt x="9728" y="2323"/>
                  </a:cubicBezTo>
                  <a:cubicBezTo>
                    <a:pt x="9767" y="2256"/>
                    <a:pt x="9710" y="2199"/>
                    <a:pt x="9654" y="2199"/>
                  </a:cubicBezTo>
                  <a:close/>
                  <a:moveTo>
                    <a:pt x="10352" y="2221"/>
                  </a:moveTo>
                  <a:cubicBezTo>
                    <a:pt x="10311" y="2221"/>
                    <a:pt x="10277" y="2254"/>
                    <a:pt x="10271" y="2295"/>
                  </a:cubicBezTo>
                  <a:cubicBezTo>
                    <a:pt x="10265" y="2391"/>
                    <a:pt x="10237" y="2483"/>
                    <a:pt x="10188" y="2564"/>
                  </a:cubicBezTo>
                  <a:cubicBezTo>
                    <a:pt x="10163" y="2601"/>
                    <a:pt x="10173" y="2650"/>
                    <a:pt x="10210" y="2675"/>
                  </a:cubicBezTo>
                  <a:cubicBezTo>
                    <a:pt x="10225" y="2684"/>
                    <a:pt x="10240" y="2687"/>
                    <a:pt x="10256" y="2687"/>
                  </a:cubicBezTo>
                  <a:cubicBezTo>
                    <a:pt x="10281" y="2687"/>
                    <a:pt x="10308" y="2675"/>
                    <a:pt x="10324" y="2653"/>
                  </a:cubicBezTo>
                  <a:cubicBezTo>
                    <a:pt x="10388" y="2548"/>
                    <a:pt x="10426" y="2431"/>
                    <a:pt x="10432" y="2311"/>
                  </a:cubicBezTo>
                  <a:cubicBezTo>
                    <a:pt x="10435" y="2264"/>
                    <a:pt x="10404" y="2224"/>
                    <a:pt x="10358" y="2221"/>
                  </a:cubicBezTo>
                  <a:cubicBezTo>
                    <a:pt x="10356" y="2221"/>
                    <a:pt x="10354" y="2221"/>
                    <a:pt x="10352" y="2221"/>
                  </a:cubicBezTo>
                  <a:close/>
                  <a:moveTo>
                    <a:pt x="4557" y="2323"/>
                  </a:moveTo>
                  <a:cubicBezTo>
                    <a:pt x="4511" y="2323"/>
                    <a:pt x="4464" y="2359"/>
                    <a:pt x="4476" y="2419"/>
                  </a:cubicBezTo>
                  <a:cubicBezTo>
                    <a:pt x="4498" y="2545"/>
                    <a:pt x="4565" y="2659"/>
                    <a:pt x="4664" y="2739"/>
                  </a:cubicBezTo>
                  <a:cubicBezTo>
                    <a:pt x="4679" y="2752"/>
                    <a:pt x="4698" y="2758"/>
                    <a:pt x="4716" y="2758"/>
                  </a:cubicBezTo>
                  <a:cubicBezTo>
                    <a:pt x="4791" y="2758"/>
                    <a:pt x="4824" y="2662"/>
                    <a:pt x="4766" y="2613"/>
                  </a:cubicBezTo>
                  <a:cubicBezTo>
                    <a:pt x="4698" y="2557"/>
                    <a:pt x="4652" y="2477"/>
                    <a:pt x="4633" y="2388"/>
                  </a:cubicBezTo>
                  <a:cubicBezTo>
                    <a:pt x="4625" y="2343"/>
                    <a:pt x="4591" y="2323"/>
                    <a:pt x="4557" y="2323"/>
                  </a:cubicBezTo>
                  <a:close/>
                  <a:moveTo>
                    <a:pt x="5254" y="2525"/>
                  </a:moveTo>
                  <a:cubicBezTo>
                    <a:pt x="5227" y="2525"/>
                    <a:pt x="5199" y="2539"/>
                    <a:pt x="5182" y="2573"/>
                  </a:cubicBezTo>
                  <a:cubicBezTo>
                    <a:pt x="5139" y="2662"/>
                    <a:pt x="5080" y="2708"/>
                    <a:pt x="5006" y="2712"/>
                  </a:cubicBezTo>
                  <a:cubicBezTo>
                    <a:pt x="4899" y="2712"/>
                    <a:pt x="4905" y="2872"/>
                    <a:pt x="5010" y="2872"/>
                  </a:cubicBezTo>
                  <a:cubicBezTo>
                    <a:pt x="5011" y="2872"/>
                    <a:pt x="5012" y="2872"/>
                    <a:pt x="5013" y="2872"/>
                  </a:cubicBezTo>
                  <a:lnTo>
                    <a:pt x="5016" y="2875"/>
                  </a:lnTo>
                  <a:cubicBezTo>
                    <a:pt x="5148" y="2866"/>
                    <a:pt x="5259" y="2786"/>
                    <a:pt x="5330" y="2644"/>
                  </a:cubicBezTo>
                  <a:cubicBezTo>
                    <a:pt x="5361" y="2578"/>
                    <a:pt x="5308" y="2525"/>
                    <a:pt x="5254" y="2525"/>
                  </a:cubicBezTo>
                  <a:close/>
                  <a:moveTo>
                    <a:pt x="10003" y="2726"/>
                  </a:moveTo>
                  <a:cubicBezTo>
                    <a:pt x="9995" y="2726"/>
                    <a:pt x="9987" y="2728"/>
                    <a:pt x="9978" y="2730"/>
                  </a:cubicBezTo>
                  <a:cubicBezTo>
                    <a:pt x="9898" y="2758"/>
                    <a:pt x="9815" y="2770"/>
                    <a:pt x="9732" y="2770"/>
                  </a:cubicBezTo>
                  <a:cubicBezTo>
                    <a:pt x="9722" y="2770"/>
                    <a:pt x="9713" y="2767"/>
                    <a:pt x="9704" y="2767"/>
                  </a:cubicBezTo>
                  <a:cubicBezTo>
                    <a:pt x="9697" y="2766"/>
                    <a:pt x="9691" y="2765"/>
                    <a:pt x="9684" y="2765"/>
                  </a:cubicBezTo>
                  <a:cubicBezTo>
                    <a:pt x="9593" y="2765"/>
                    <a:pt x="9575" y="2907"/>
                    <a:pt x="9673" y="2924"/>
                  </a:cubicBezTo>
                  <a:cubicBezTo>
                    <a:pt x="9691" y="2927"/>
                    <a:pt x="9713" y="2931"/>
                    <a:pt x="9732" y="2931"/>
                  </a:cubicBezTo>
                  <a:cubicBezTo>
                    <a:pt x="9739" y="2931"/>
                    <a:pt x="9747" y="2931"/>
                    <a:pt x="9754" y="2931"/>
                  </a:cubicBezTo>
                  <a:cubicBezTo>
                    <a:pt x="9851" y="2931"/>
                    <a:pt x="9945" y="2913"/>
                    <a:pt x="10034" y="2881"/>
                  </a:cubicBezTo>
                  <a:cubicBezTo>
                    <a:pt x="10118" y="2842"/>
                    <a:pt x="10082" y="2726"/>
                    <a:pt x="10003" y="2726"/>
                  </a:cubicBezTo>
                  <a:close/>
                  <a:moveTo>
                    <a:pt x="13896" y="2583"/>
                  </a:moveTo>
                  <a:cubicBezTo>
                    <a:pt x="13851" y="2583"/>
                    <a:pt x="13805" y="2617"/>
                    <a:pt x="13815" y="2678"/>
                  </a:cubicBezTo>
                  <a:cubicBezTo>
                    <a:pt x="13831" y="2779"/>
                    <a:pt x="13843" y="2884"/>
                    <a:pt x="13846" y="2989"/>
                  </a:cubicBezTo>
                  <a:cubicBezTo>
                    <a:pt x="13849" y="3032"/>
                    <a:pt x="13883" y="3066"/>
                    <a:pt x="13926" y="3066"/>
                  </a:cubicBezTo>
                  <a:lnTo>
                    <a:pt x="13932" y="3066"/>
                  </a:lnTo>
                  <a:cubicBezTo>
                    <a:pt x="13976" y="3063"/>
                    <a:pt x="14009" y="3026"/>
                    <a:pt x="14009" y="2983"/>
                  </a:cubicBezTo>
                  <a:cubicBezTo>
                    <a:pt x="14003" y="2872"/>
                    <a:pt x="13991" y="2761"/>
                    <a:pt x="13976" y="2650"/>
                  </a:cubicBezTo>
                  <a:cubicBezTo>
                    <a:pt x="13967" y="2604"/>
                    <a:pt x="13932" y="2583"/>
                    <a:pt x="13896" y="2583"/>
                  </a:cubicBezTo>
                  <a:close/>
                  <a:moveTo>
                    <a:pt x="13922" y="3229"/>
                  </a:moveTo>
                  <a:cubicBezTo>
                    <a:pt x="13880" y="3229"/>
                    <a:pt x="13846" y="3264"/>
                    <a:pt x="13846" y="3307"/>
                  </a:cubicBezTo>
                  <a:cubicBezTo>
                    <a:pt x="13843" y="3409"/>
                    <a:pt x="13834" y="3513"/>
                    <a:pt x="13821" y="3625"/>
                  </a:cubicBezTo>
                  <a:cubicBezTo>
                    <a:pt x="13818" y="3668"/>
                    <a:pt x="13849" y="3708"/>
                    <a:pt x="13895" y="3714"/>
                  </a:cubicBezTo>
                  <a:lnTo>
                    <a:pt x="13905" y="3714"/>
                  </a:lnTo>
                  <a:cubicBezTo>
                    <a:pt x="13945" y="3711"/>
                    <a:pt x="13979" y="3683"/>
                    <a:pt x="13982" y="3643"/>
                  </a:cubicBezTo>
                  <a:cubicBezTo>
                    <a:pt x="13994" y="3529"/>
                    <a:pt x="14003" y="3418"/>
                    <a:pt x="14009" y="3313"/>
                  </a:cubicBezTo>
                  <a:cubicBezTo>
                    <a:pt x="14009" y="3270"/>
                    <a:pt x="13976" y="3230"/>
                    <a:pt x="13932" y="3230"/>
                  </a:cubicBezTo>
                  <a:cubicBezTo>
                    <a:pt x="13929" y="3229"/>
                    <a:pt x="13926" y="3229"/>
                    <a:pt x="13922" y="3229"/>
                  </a:cubicBezTo>
                  <a:close/>
                  <a:moveTo>
                    <a:pt x="13857" y="3875"/>
                  </a:moveTo>
                  <a:cubicBezTo>
                    <a:pt x="13822" y="3875"/>
                    <a:pt x="13786" y="3896"/>
                    <a:pt x="13778" y="3942"/>
                  </a:cubicBezTo>
                  <a:cubicBezTo>
                    <a:pt x="13760" y="4047"/>
                    <a:pt x="13738" y="4152"/>
                    <a:pt x="13716" y="4254"/>
                  </a:cubicBezTo>
                  <a:cubicBezTo>
                    <a:pt x="13707" y="4297"/>
                    <a:pt x="13735" y="4340"/>
                    <a:pt x="13778" y="4352"/>
                  </a:cubicBezTo>
                  <a:lnTo>
                    <a:pt x="13797" y="4352"/>
                  </a:lnTo>
                  <a:cubicBezTo>
                    <a:pt x="13834" y="4352"/>
                    <a:pt x="13864" y="4325"/>
                    <a:pt x="13874" y="4291"/>
                  </a:cubicBezTo>
                  <a:cubicBezTo>
                    <a:pt x="13898" y="4186"/>
                    <a:pt x="13920" y="4078"/>
                    <a:pt x="13939" y="3967"/>
                  </a:cubicBezTo>
                  <a:cubicBezTo>
                    <a:pt x="13947" y="3908"/>
                    <a:pt x="13902" y="3875"/>
                    <a:pt x="13857" y="3875"/>
                  </a:cubicBezTo>
                  <a:close/>
                  <a:moveTo>
                    <a:pt x="13716" y="4498"/>
                  </a:moveTo>
                  <a:cubicBezTo>
                    <a:pt x="13682" y="4498"/>
                    <a:pt x="13649" y="4518"/>
                    <a:pt x="13639" y="4562"/>
                  </a:cubicBezTo>
                  <a:cubicBezTo>
                    <a:pt x="13612" y="4673"/>
                    <a:pt x="13581" y="4775"/>
                    <a:pt x="13550" y="4871"/>
                  </a:cubicBezTo>
                  <a:cubicBezTo>
                    <a:pt x="13538" y="4914"/>
                    <a:pt x="13562" y="4960"/>
                    <a:pt x="13605" y="4972"/>
                  </a:cubicBezTo>
                  <a:cubicBezTo>
                    <a:pt x="13612" y="4975"/>
                    <a:pt x="13621" y="4975"/>
                    <a:pt x="13627" y="4975"/>
                  </a:cubicBezTo>
                  <a:cubicBezTo>
                    <a:pt x="13664" y="4975"/>
                    <a:pt x="13695" y="4954"/>
                    <a:pt x="13704" y="4920"/>
                  </a:cubicBezTo>
                  <a:cubicBezTo>
                    <a:pt x="13735" y="4821"/>
                    <a:pt x="13766" y="4716"/>
                    <a:pt x="13797" y="4605"/>
                  </a:cubicBezTo>
                  <a:cubicBezTo>
                    <a:pt x="13817" y="4541"/>
                    <a:pt x="13766" y="4498"/>
                    <a:pt x="13716" y="4498"/>
                  </a:cubicBezTo>
                  <a:close/>
                  <a:moveTo>
                    <a:pt x="13524" y="5121"/>
                  </a:moveTo>
                  <a:cubicBezTo>
                    <a:pt x="13493" y="5121"/>
                    <a:pt x="13462" y="5137"/>
                    <a:pt x="13448" y="5176"/>
                  </a:cubicBezTo>
                  <a:cubicBezTo>
                    <a:pt x="13405" y="5305"/>
                    <a:pt x="13365" y="5407"/>
                    <a:pt x="13337" y="5475"/>
                  </a:cubicBezTo>
                  <a:cubicBezTo>
                    <a:pt x="13319" y="5515"/>
                    <a:pt x="13340" y="5565"/>
                    <a:pt x="13380" y="5580"/>
                  </a:cubicBezTo>
                  <a:cubicBezTo>
                    <a:pt x="13390" y="5583"/>
                    <a:pt x="13402" y="5586"/>
                    <a:pt x="13411" y="5586"/>
                  </a:cubicBezTo>
                  <a:cubicBezTo>
                    <a:pt x="13413" y="5586"/>
                    <a:pt x="13415" y="5586"/>
                    <a:pt x="13418" y="5586"/>
                  </a:cubicBezTo>
                  <a:cubicBezTo>
                    <a:pt x="13449" y="5586"/>
                    <a:pt x="13477" y="5566"/>
                    <a:pt x="13488" y="5537"/>
                  </a:cubicBezTo>
                  <a:cubicBezTo>
                    <a:pt x="13516" y="5466"/>
                    <a:pt x="13556" y="5361"/>
                    <a:pt x="13602" y="5228"/>
                  </a:cubicBezTo>
                  <a:cubicBezTo>
                    <a:pt x="13625" y="5165"/>
                    <a:pt x="13575" y="5121"/>
                    <a:pt x="13524" y="512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16"/>
            <p:cNvSpPr/>
            <p:nvPr/>
          </p:nvSpPr>
          <p:spPr>
            <a:xfrm>
              <a:off x="7599657" y="4817172"/>
              <a:ext cx="881209" cy="198251"/>
            </a:xfrm>
            <a:custGeom>
              <a:avLst/>
              <a:gdLst/>
              <a:ahLst/>
              <a:cxnLst/>
              <a:rect l="l" t="t" r="r" b="b"/>
              <a:pathLst>
                <a:path w="13837" h="3113" extrusionOk="0">
                  <a:moveTo>
                    <a:pt x="568" y="109"/>
                  </a:moveTo>
                  <a:cubicBezTo>
                    <a:pt x="554" y="109"/>
                    <a:pt x="539" y="114"/>
                    <a:pt x="524" y="124"/>
                  </a:cubicBezTo>
                  <a:cubicBezTo>
                    <a:pt x="484" y="148"/>
                    <a:pt x="447" y="176"/>
                    <a:pt x="410" y="207"/>
                  </a:cubicBezTo>
                  <a:cubicBezTo>
                    <a:pt x="355" y="256"/>
                    <a:pt x="392" y="349"/>
                    <a:pt x="466" y="349"/>
                  </a:cubicBezTo>
                  <a:lnTo>
                    <a:pt x="463" y="343"/>
                  </a:lnTo>
                  <a:lnTo>
                    <a:pt x="463" y="343"/>
                  </a:lnTo>
                  <a:cubicBezTo>
                    <a:pt x="466" y="343"/>
                    <a:pt x="470" y="343"/>
                    <a:pt x="473" y="343"/>
                  </a:cubicBezTo>
                  <a:cubicBezTo>
                    <a:pt x="491" y="343"/>
                    <a:pt x="505" y="337"/>
                    <a:pt x="518" y="327"/>
                  </a:cubicBezTo>
                  <a:cubicBezTo>
                    <a:pt x="546" y="303"/>
                    <a:pt x="577" y="281"/>
                    <a:pt x="608" y="259"/>
                  </a:cubicBezTo>
                  <a:cubicBezTo>
                    <a:pt x="685" y="213"/>
                    <a:pt x="638" y="109"/>
                    <a:pt x="568" y="109"/>
                  </a:cubicBezTo>
                  <a:close/>
                  <a:moveTo>
                    <a:pt x="9160" y="0"/>
                  </a:moveTo>
                  <a:cubicBezTo>
                    <a:pt x="9012" y="0"/>
                    <a:pt x="8907" y="96"/>
                    <a:pt x="8867" y="265"/>
                  </a:cubicBezTo>
                  <a:cubicBezTo>
                    <a:pt x="8858" y="309"/>
                    <a:pt x="8886" y="352"/>
                    <a:pt x="8929" y="361"/>
                  </a:cubicBezTo>
                  <a:lnTo>
                    <a:pt x="8948" y="361"/>
                  </a:lnTo>
                  <a:lnTo>
                    <a:pt x="8948" y="355"/>
                  </a:lnTo>
                  <a:cubicBezTo>
                    <a:pt x="8949" y="355"/>
                    <a:pt x="8951" y="355"/>
                    <a:pt x="8953" y="355"/>
                  </a:cubicBezTo>
                  <a:cubicBezTo>
                    <a:pt x="8985" y="355"/>
                    <a:pt x="9016" y="331"/>
                    <a:pt x="9025" y="299"/>
                  </a:cubicBezTo>
                  <a:cubicBezTo>
                    <a:pt x="9055" y="164"/>
                    <a:pt x="9136" y="164"/>
                    <a:pt x="9163" y="164"/>
                  </a:cubicBezTo>
                  <a:cubicBezTo>
                    <a:pt x="9207" y="164"/>
                    <a:pt x="9244" y="127"/>
                    <a:pt x="9244" y="80"/>
                  </a:cubicBezTo>
                  <a:cubicBezTo>
                    <a:pt x="9241" y="37"/>
                    <a:pt x="9207" y="0"/>
                    <a:pt x="9160" y="0"/>
                  </a:cubicBezTo>
                  <a:close/>
                  <a:moveTo>
                    <a:pt x="3837" y="138"/>
                  </a:moveTo>
                  <a:cubicBezTo>
                    <a:pt x="3734" y="138"/>
                    <a:pt x="3646" y="176"/>
                    <a:pt x="3581" y="250"/>
                  </a:cubicBezTo>
                  <a:cubicBezTo>
                    <a:pt x="3535" y="303"/>
                    <a:pt x="3572" y="383"/>
                    <a:pt x="3643" y="383"/>
                  </a:cubicBezTo>
                  <a:lnTo>
                    <a:pt x="3639" y="380"/>
                  </a:lnTo>
                  <a:cubicBezTo>
                    <a:pt x="3664" y="380"/>
                    <a:pt x="3686" y="373"/>
                    <a:pt x="3701" y="358"/>
                  </a:cubicBezTo>
                  <a:cubicBezTo>
                    <a:pt x="3735" y="318"/>
                    <a:pt x="3780" y="300"/>
                    <a:pt x="3834" y="300"/>
                  </a:cubicBezTo>
                  <a:cubicBezTo>
                    <a:pt x="3860" y="300"/>
                    <a:pt x="3887" y="304"/>
                    <a:pt x="3917" y="312"/>
                  </a:cubicBezTo>
                  <a:cubicBezTo>
                    <a:pt x="3925" y="314"/>
                    <a:pt x="3934" y="315"/>
                    <a:pt x="3941" y="315"/>
                  </a:cubicBezTo>
                  <a:cubicBezTo>
                    <a:pt x="4027" y="315"/>
                    <a:pt x="4054" y="180"/>
                    <a:pt x="3960" y="154"/>
                  </a:cubicBezTo>
                  <a:cubicBezTo>
                    <a:pt x="3917" y="143"/>
                    <a:pt x="3876" y="138"/>
                    <a:pt x="3837" y="138"/>
                  </a:cubicBezTo>
                  <a:close/>
                  <a:moveTo>
                    <a:pt x="9445" y="141"/>
                  </a:moveTo>
                  <a:cubicBezTo>
                    <a:pt x="9388" y="141"/>
                    <a:pt x="9334" y="204"/>
                    <a:pt x="9373" y="265"/>
                  </a:cubicBezTo>
                  <a:cubicBezTo>
                    <a:pt x="9410" y="327"/>
                    <a:pt x="9426" y="398"/>
                    <a:pt x="9423" y="469"/>
                  </a:cubicBezTo>
                  <a:cubicBezTo>
                    <a:pt x="9423" y="491"/>
                    <a:pt x="9419" y="509"/>
                    <a:pt x="9419" y="528"/>
                  </a:cubicBezTo>
                  <a:cubicBezTo>
                    <a:pt x="9416" y="571"/>
                    <a:pt x="9450" y="611"/>
                    <a:pt x="9493" y="614"/>
                  </a:cubicBezTo>
                  <a:lnTo>
                    <a:pt x="9503" y="614"/>
                  </a:lnTo>
                  <a:lnTo>
                    <a:pt x="9500" y="611"/>
                  </a:lnTo>
                  <a:cubicBezTo>
                    <a:pt x="9543" y="611"/>
                    <a:pt x="9577" y="580"/>
                    <a:pt x="9583" y="540"/>
                  </a:cubicBezTo>
                  <a:cubicBezTo>
                    <a:pt x="9586" y="515"/>
                    <a:pt x="9586" y="494"/>
                    <a:pt x="9586" y="469"/>
                  </a:cubicBezTo>
                  <a:cubicBezTo>
                    <a:pt x="9589" y="367"/>
                    <a:pt x="9561" y="265"/>
                    <a:pt x="9509" y="176"/>
                  </a:cubicBezTo>
                  <a:cubicBezTo>
                    <a:pt x="9491" y="151"/>
                    <a:pt x="9468" y="141"/>
                    <a:pt x="9445" y="141"/>
                  </a:cubicBezTo>
                  <a:close/>
                  <a:moveTo>
                    <a:pt x="4213" y="307"/>
                  </a:moveTo>
                  <a:cubicBezTo>
                    <a:pt x="4150" y="307"/>
                    <a:pt x="4092" y="388"/>
                    <a:pt x="4155" y="447"/>
                  </a:cubicBezTo>
                  <a:cubicBezTo>
                    <a:pt x="4216" y="518"/>
                    <a:pt x="4253" y="605"/>
                    <a:pt x="4262" y="697"/>
                  </a:cubicBezTo>
                  <a:cubicBezTo>
                    <a:pt x="4269" y="737"/>
                    <a:pt x="4303" y="768"/>
                    <a:pt x="4343" y="768"/>
                  </a:cubicBezTo>
                  <a:lnTo>
                    <a:pt x="4352" y="765"/>
                  </a:lnTo>
                  <a:cubicBezTo>
                    <a:pt x="4398" y="759"/>
                    <a:pt x="4429" y="719"/>
                    <a:pt x="4423" y="676"/>
                  </a:cubicBezTo>
                  <a:cubicBezTo>
                    <a:pt x="4407" y="552"/>
                    <a:pt x="4358" y="435"/>
                    <a:pt x="4275" y="340"/>
                  </a:cubicBezTo>
                  <a:cubicBezTo>
                    <a:pt x="4257" y="317"/>
                    <a:pt x="4235" y="307"/>
                    <a:pt x="4213" y="307"/>
                  </a:cubicBezTo>
                  <a:close/>
                  <a:moveTo>
                    <a:pt x="261" y="437"/>
                  </a:moveTo>
                  <a:cubicBezTo>
                    <a:pt x="237" y="437"/>
                    <a:pt x="212" y="448"/>
                    <a:pt x="194" y="475"/>
                  </a:cubicBezTo>
                  <a:cubicBezTo>
                    <a:pt x="139" y="574"/>
                    <a:pt x="93" y="682"/>
                    <a:pt x="65" y="793"/>
                  </a:cubicBezTo>
                  <a:cubicBezTo>
                    <a:pt x="46" y="836"/>
                    <a:pt x="74" y="885"/>
                    <a:pt x="120" y="895"/>
                  </a:cubicBezTo>
                  <a:cubicBezTo>
                    <a:pt x="126" y="898"/>
                    <a:pt x="136" y="898"/>
                    <a:pt x="142" y="898"/>
                  </a:cubicBezTo>
                  <a:lnTo>
                    <a:pt x="142" y="895"/>
                  </a:lnTo>
                  <a:cubicBezTo>
                    <a:pt x="176" y="895"/>
                    <a:pt x="210" y="870"/>
                    <a:pt x="219" y="836"/>
                  </a:cubicBezTo>
                  <a:cubicBezTo>
                    <a:pt x="247" y="737"/>
                    <a:pt x="287" y="645"/>
                    <a:pt x="336" y="555"/>
                  </a:cubicBezTo>
                  <a:cubicBezTo>
                    <a:pt x="368" y="492"/>
                    <a:pt x="315" y="437"/>
                    <a:pt x="261" y="437"/>
                  </a:cubicBezTo>
                  <a:close/>
                  <a:moveTo>
                    <a:pt x="8955" y="520"/>
                  </a:moveTo>
                  <a:cubicBezTo>
                    <a:pt x="8909" y="520"/>
                    <a:pt x="8861" y="557"/>
                    <a:pt x="8874" y="617"/>
                  </a:cubicBezTo>
                  <a:cubicBezTo>
                    <a:pt x="8895" y="728"/>
                    <a:pt x="8929" y="836"/>
                    <a:pt x="8972" y="941"/>
                  </a:cubicBezTo>
                  <a:cubicBezTo>
                    <a:pt x="8985" y="972"/>
                    <a:pt x="9015" y="990"/>
                    <a:pt x="9049" y="990"/>
                  </a:cubicBezTo>
                  <a:lnTo>
                    <a:pt x="9049" y="984"/>
                  </a:lnTo>
                  <a:cubicBezTo>
                    <a:pt x="9054" y="986"/>
                    <a:pt x="9059" y="986"/>
                    <a:pt x="9063" y="986"/>
                  </a:cubicBezTo>
                  <a:cubicBezTo>
                    <a:pt x="9068" y="986"/>
                    <a:pt x="9072" y="986"/>
                    <a:pt x="9077" y="984"/>
                  </a:cubicBezTo>
                  <a:cubicBezTo>
                    <a:pt x="9120" y="969"/>
                    <a:pt x="9139" y="919"/>
                    <a:pt x="9123" y="879"/>
                  </a:cubicBezTo>
                  <a:cubicBezTo>
                    <a:pt x="9083" y="784"/>
                    <a:pt x="9052" y="685"/>
                    <a:pt x="9031" y="586"/>
                  </a:cubicBezTo>
                  <a:cubicBezTo>
                    <a:pt x="9023" y="540"/>
                    <a:pt x="8989" y="520"/>
                    <a:pt x="8955" y="520"/>
                  </a:cubicBezTo>
                  <a:close/>
                  <a:moveTo>
                    <a:pt x="3538" y="521"/>
                  </a:moveTo>
                  <a:cubicBezTo>
                    <a:pt x="3495" y="521"/>
                    <a:pt x="3460" y="557"/>
                    <a:pt x="3457" y="599"/>
                  </a:cubicBezTo>
                  <a:cubicBezTo>
                    <a:pt x="3457" y="620"/>
                    <a:pt x="3457" y="639"/>
                    <a:pt x="3457" y="660"/>
                  </a:cubicBezTo>
                  <a:cubicBezTo>
                    <a:pt x="3457" y="756"/>
                    <a:pt x="3467" y="848"/>
                    <a:pt x="3485" y="941"/>
                  </a:cubicBezTo>
                  <a:cubicBezTo>
                    <a:pt x="3491" y="978"/>
                    <a:pt x="3525" y="1006"/>
                    <a:pt x="3565" y="1006"/>
                  </a:cubicBezTo>
                  <a:lnTo>
                    <a:pt x="3565" y="1003"/>
                  </a:lnTo>
                  <a:lnTo>
                    <a:pt x="3584" y="1003"/>
                  </a:lnTo>
                  <a:cubicBezTo>
                    <a:pt x="3627" y="993"/>
                    <a:pt x="3655" y="953"/>
                    <a:pt x="3646" y="910"/>
                  </a:cubicBezTo>
                  <a:cubicBezTo>
                    <a:pt x="3630" y="827"/>
                    <a:pt x="3621" y="744"/>
                    <a:pt x="3621" y="660"/>
                  </a:cubicBezTo>
                  <a:lnTo>
                    <a:pt x="3621" y="608"/>
                  </a:lnTo>
                  <a:cubicBezTo>
                    <a:pt x="3624" y="562"/>
                    <a:pt x="3587" y="525"/>
                    <a:pt x="3544" y="521"/>
                  </a:cubicBezTo>
                  <a:cubicBezTo>
                    <a:pt x="3542" y="521"/>
                    <a:pt x="3540" y="521"/>
                    <a:pt x="3538" y="521"/>
                  </a:cubicBezTo>
                  <a:close/>
                  <a:moveTo>
                    <a:pt x="13745" y="670"/>
                  </a:moveTo>
                  <a:cubicBezTo>
                    <a:pt x="13706" y="670"/>
                    <a:pt x="13668" y="694"/>
                    <a:pt x="13666" y="747"/>
                  </a:cubicBezTo>
                  <a:cubicBezTo>
                    <a:pt x="13651" y="852"/>
                    <a:pt x="13633" y="953"/>
                    <a:pt x="13605" y="1055"/>
                  </a:cubicBezTo>
                  <a:cubicBezTo>
                    <a:pt x="13596" y="1098"/>
                    <a:pt x="13620" y="1141"/>
                    <a:pt x="13663" y="1154"/>
                  </a:cubicBezTo>
                  <a:cubicBezTo>
                    <a:pt x="13670" y="1157"/>
                    <a:pt x="13676" y="1157"/>
                    <a:pt x="13685" y="1157"/>
                  </a:cubicBezTo>
                  <a:lnTo>
                    <a:pt x="13685" y="1151"/>
                  </a:lnTo>
                  <a:cubicBezTo>
                    <a:pt x="13719" y="1151"/>
                    <a:pt x="13753" y="1129"/>
                    <a:pt x="13762" y="1095"/>
                  </a:cubicBezTo>
                  <a:cubicBezTo>
                    <a:pt x="13790" y="987"/>
                    <a:pt x="13811" y="876"/>
                    <a:pt x="13827" y="765"/>
                  </a:cubicBezTo>
                  <a:cubicBezTo>
                    <a:pt x="13837" y="703"/>
                    <a:pt x="13790" y="670"/>
                    <a:pt x="13745" y="670"/>
                  </a:cubicBezTo>
                  <a:close/>
                  <a:moveTo>
                    <a:pt x="4321" y="921"/>
                  </a:moveTo>
                  <a:cubicBezTo>
                    <a:pt x="4285" y="921"/>
                    <a:pt x="4251" y="942"/>
                    <a:pt x="4244" y="990"/>
                  </a:cubicBezTo>
                  <a:cubicBezTo>
                    <a:pt x="4219" y="1089"/>
                    <a:pt x="4188" y="1188"/>
                    <a:pt x="4145" y="1283"/>
                  </a:cubicBezTo>
                  <a:cubicBezTo>
                    <a:pt x="4127" y="1323"/>
                    <a:pt x="4148" y="1370"/>
                    <a:pt x="4188" y="1388"/>
                  </a:cubicBezTo>
                  <a:cubicBezTo>
                    <a:pt x="4198" y="1391"/>
                    <a:pt x="4210" y="1394"/>
                    <a:pt x="4219" y="1394"/>
                  </a:cubicBezTo>
                  <a:lnTo>
                    <a:pt x="4222" y="1391"/>
                  </a:lnTo>
                  <a:cubicBezTo>
                    <a:pt x="4253" y="1391"/>
                    <a:pt x="4281" y="1373"/>
                    <a:pt x="4293" y="1348"/>
                  </a:cubicBezTo>
                  <a:cubicBezTo>
                    <a:pt x="4340" y="1243"/>
                    <a:pt x="4377" y="1135"/>
                    <a:pt x="4401" y="1024"/>
                  </a:cubicBezTo>
                  <a:cubicBezTo>
                    <a:pt x="4419" y="960"/>
                    <a:pt x="4369" y="921"/>
                    <a:pt x="4321" y="921"/>
                  </a:cubicBezTo>
                  <a:close/>
                  <a:moveTo>
                    <a:pt x="84" y="1058"/>
                  </a:moveTo>
                  <a:cubicBezTo>
                    <a:pt x="43" y="1058"/>
                    <a:pt x="9" y="1091"/>
                    <a:pt x="6" y="1132"/>
                  </a:cubicBezTo>
                  <a:cubicBezTo>
                    <a:pt x="0" y="1169"/>
                    <a:pt x="0" y="1203"/>
                    <a:pt x="0" y="1240"/>
                  </a:cubicBezTo>
                  <a:cubicBezTo>
                    <a:pt x="0" y="1317"/>
                    <a:pt x="6" y="1394"/>
                    <a:pt x="19" y="1471"/>
                  </a:cubicBezTo>
                  <a:cubicBezTo>
                    <a:pt x="25" y="1512"/>
                    <a:pt x="59" y="1539"/>
                    <a:pt x="99" y="1539"/>
                  </a:cubicBezTo>
                  <a:lnTo>
                    <a:pt x="108" y="1542"/>
                  </a:lnTo>
                  <a:cubicBezTo>
                    <a:pt x="154" y="1533"/>
                    <a:pt x="185" y="1493"/>
                    <a:pt x="179" y="1450"/>
                  </a:cubicBezTo>
                  <a:cubicBezTo>
                    <a:pt x="167" y="1379"/>
                    <a:pt x="163" y="1308"/>
                    <a:pt x="163" y="1240"/>
                  </a:cubicBezTo>
                  <a:cubicBezTo>
                    <a:pt x="163" y="1206"/>
                    <a:pt x="167" y="1175"/>
                    <a:pt x="167" y="1145"/>
                  </a:cubicBezTo>
                  <a:cubicBezTo>
                    <a:pt x="170" y="1098"/>
                    <a:pt x="136" y="1061"/>
                    <a:pt x="89" y="1058"/>
                  </a:cubicBezTo>
                  <a:cubicBezTo>
                    <a:pt x="88" y="1058"/>
                    <a:pt x="86" y="1058"/>
                    <a:pt x="84" y="1058"/>
                  </a:cubicBezTo>
                  <a:close/>
                  <a:moveTo>
                    <a:pt x="9425" y="769"/>
                  </a:moveTo>
                  <a:cubicBezTo>
                    <a:pt x="9395" y="769"/>
                    <a:pt x="9364" y="785"/>
                    <a:pt x="9352" y="824"/>
                  </a:cubicBezTo>
                  <a:cubicBezTo>
                    <a:pt x="9315" y="922"/>
                    <a:pt x="9271" y="1015"/>
                    <a:pt x="9225" y="1108"/>
                  </a:cubicBezTo>
                  <a:cubicBezTo>
                    <a:pt x="9222" y="1114"/>
                    <a:pt x="9219" y="1120"/>
                    <a:pt x="9216" y="1123"/>
                  </a:cubicBezTo>
                  <a:cubicBezTo>
                    <a:pt x="9208" y="1120"/>
                    <a:pt x="9200" y="1119"/>
                    <a:pt x="9192" y="1119"/>
                  </a:cubicBezTo>
                  <a:cubicBezTo>
                    <a:pt x="9135" y="1119"/>
                    <a:pt x="9091" y="1183"/>
                    <a:pt x="9123" y="1240"/>
                  </a:cubicBezTo>
                  <a:cubicBezTo>
                    <a:pt x="9179" y="1336"/>
                    <a:pt x="9241" y="1428"/>
                    <a:pt x="9308" y="1518"/>
                  </a:cubicBezTo>
                  <a:cubicBezTo>
                    <a:pt x="9324" y="1536"/>
                    <a:pt x="9345" y="1549"/>
                    <a:pt x="9373" y="1549"/>
                  </a:cubicBezTo>
                  <a:lnTo>
                    <a:pt x="9373" y="1545"/>
                  </a:lnTo>
                  <a:cubicBezTo>
                    <a:pt x="9389" y="1545"/>
                    <a:pt x="9407" y="1542"/>
                    <a:pt x="9423" y="1533"/>
                  </a:cubicBezTo>
                  <a:cubicBezTo>
                    <a:pt x="9456" y="1508"/>
                    <a:pt x="9466" y="1456"/>
                    <a:pt x="9438" y="1422"/>
                  </a:cubicBezTo>
                  <a:cubicBezTo>
                    <a:pt x="9389" y="1360"/>
                    <a:pt x="9345" y="1293"/>
                    <a:pt x="9302" y="1228"/>
                  </a:cubicBezTo>
                  <a:cubicBezTo>
                    <a:pt x="9330" y="1225"/>
                    <a:pt x="9355" y="1209"/>
                    <a:pt x="9367" y="1185"/>
                  </a:cubicBezTo>
                  <a:cubicBezTo>
                    <a:pt x="9423" y="1086"/>
                    <a:pt x="9466" y="984"/>
                    <a:pt x="9506" y="876"/>
                  </a:cubicBezTo>
                  <a:cubicBezTo>
                    <a:pt x="9527" y="813"/>
                    <a:pt x="9475" y="769"/>
                    <a:pt x="9425" y="769"/>
                  </a:cubicBezTo>
                  <a:close/>
                  <a:moveTo>
                    <a:pt x="3653" y="1153"/>
                  </a:moveTo>
                  <a:cubicBezTo>
                    <a:pt x="3602" y="1153"/>
                    <a:pt x="3551" y="1199"/>
                    <a:pt x="3578" y="1265"/>
                  </a:cubicBezTo>
                  <a:cubicBezTo>
                    <a:pt x="3615" y="1370"/>
                    <a:pt x="3661" y="1471"/>
                    <a:pt x="3710" y="1570"/>
                  </a:cubicBezTo>
                  <a:cubicBezTo>
                    <a:pt x="3726" y="1595"/>
                    <a:pt x="3754" y="1613"/>
                    <a:pt x="3784" y="1613"/>
                  </a:cubicBezTo>
                  <a:lnTo>
                    <a:pt x="3784" y="1607"/>
                  </a:lnTo>
                  <a:cubicBezTo>
                    <a:pt x="3788" y="1608"/>
                    <a:pt x="3792" y="1608"/>
                    <a:pt x="3795" y="1608"/>
                  </a:cubicBezTo>
                  <a:cubicBezTo>
                    <a:pt x="3804" y="1608"/>
                    <a:pt x="3813" y="1606"/>
                    <a:pt x="3821" y="1604"/>
                  </a:cubicBezTo>
                  <a:cubicBezTo>
                    <a:pt x="3862" y="1582"/>
                    <a:pt x="3877" y="1533"/>
                    <a:pt x="3855" y="1496"/>
                  </a:cubicBezTo>
                  <a:cubicBezTo>
                    <a:pt x="3806" y="1404"/>
                    <a:pt x="3766" y="1308"/>
                    <a:pt x="3729" y="1209"/>
                  </a:cubicBezTo>
                  <a:cubicBezTo>
                    <a:pt x="3715" y="1170"/>
                    <a:pt x="3684" y="1153"/>
                    <a:pt x="3653" y="1153"/>
                  </a:cubicBezTo>
                  <a:close/>
                  <a:moveTo>
                    <a:pt x="9126" y="1339"/>
                  </a:moveTo>
                  <a:cubicBezTo>
                    <a:pt x="9103" y="1339"/>
                    <a:pt x="9079" y="1350"/>
                    <a:pt x="9062" y="1376"/>
                  </a:cubicBezTo>
                  <a:cubicBezTo>
                    <a:pt x="9003" y="1459"/>
                    <a:pt x="8941" y="1545"/>
                    <a:pt x="8874" y="1629"/>
                  </a:cubicBezTo>
                  <a:cubicBezTo>
                    <a:pt x="8830" y="1681"/>
                    <a:pt x="8867" y="1761"/>
                    <a:pt x="8935" y="1761"/>
                  </a:cubicBezTo>
                  <a:lnTo>
                    <a:pt x="8935" y="1758"/>
                  </a:lnTo>
                  <a:cubicBezTo>
                    <a:pt x="8960" y="1758"/>
                    <a:pt x="8981" y="1749"/>
                    <a:pt x="8997" y="1731"/>
                  </a:cubicBezTo>
                  <a:cubicBezTo>
                    <a:pt x="9068" y="1644"/>
                    <a:pt x="9136" y="1555"/>
                    <a:pt x="9194" y="1465"/>
                  </a:cubicBezTo>
                  <a:cubicBezTo>
                    <a:pt x="9238" y="1402"/>
                    <a:pt x="9183" y="1339"/>
                    <a:pt x="9126" y="1339"/>
                  </a:cubicBezTo>
                  <a:close/>
                  <a:moveTo>
                    <a:pt x="13583" y="1304"/>
                  </a:moveTo>
                  <a:cubicBezTo>
                    <a:pt x="13553" y="1304"/>
                    <a:pt x="13524" y="1320"/>
                    <a:pt x="13509" y="1357"/>
                  </a:cubicBezTo>
                  <a:cubicBezTo>
                    <a:pt x="13472" y="1453"/>
                    <a:pt x="13429" y="1549"/>
                    <a:pt x="13380" y="1641"/>
                  </a:cubicBezTo>
                  <a:cubicBezTo>
                    <a:pt x="13358" y="1681"/>
                    <a:pt x="13373" y="1731"/>
                    <a:pt x="13414" y="1752"/>
                  </a:cubicBezTo>
                  <a:cubicBezTo>
                    <a:pt x="13426" y="1758"/>
                    <a:pt x="13438" y="1761"/>
                    <a:pt x="13454" y="1761"/>
                  </a:cubicBezTo>
                  <a:lnTo>
                    <a:pt x="13454" y="1755"/>
                  </a:lnTo>
                  <a:cubicBezTo>
                    <a:pt x="13481" y="1755"/>
                    <a:pt x="13509" y="1743"/>
                    <a:pt x="13525" y="1718"/>
                  </a:cubicBezTo>
                  <a:cubicBezTo>
                    <a:pt x="13574" y="1619"/>
                    <a:pt x="13620" y="1518"/>
                    <a:pt x="13660" y="1413"/>
                  </a:cubicBezTo>
                  <a:cubicBezTo>
                    <a:pt x="13684" y="1350"/>
                    <a:pt x="13633" y="1304"/>
                    <a:pt x="13583" y="1304"/>
                  </a:cubicBezTo>
                  <a:close/>
                  <a:moveTo>
                    <a:pt x="9576" y="1623"/>
                  </a:moveTo>
                  <a:cubicBezTo>
                    <a:pt x="9511" y="1623"/>
                    <a:pt x="9453" y="1710"/>
                    <a:pt x="9524" y="1768"/>
                  </a:cubicBezTo>
                  <a:cubicBezTo>
                    <a:pt x="9601" y="1848"/>
                    <a:pt x="9682" y="1925"/>
                    <a:pt x="9765" y="1996"/>
                  </a:cubicBezTo>
                  <a:cubicBezTo>
                    <a:pt x="9780" y="2008"/>
                    <a:pt x="9799" y="2014"/>
                    <a:pt x="9817" y="2014"/>
                  </a:cubicBezTo>
                  <a:cubicBezTo>
                    <a:pt x="9894" y="2014"/>
                    <a:pt x="9928" y="1922"/>
                    <a:pt x="9870" y="1872"/>
                  </a:cubicBezTo>
                  <a:cubicBezTo>
                    <a:pt x="9790" y="1805"/>
                    <a:pt x="9712" y="1734"/>
                    <a:pt x="9638" y="1657"/>
                  </a:cubicBezTo>
                  <a:cubicBezTo>
                    <a:pt x="9620" y="1632"/>
                    <a:pt x="9597" y="1623"/>
                    <a:pt x="9576" y="1623"/>
                  </a:cubicBezTo>
                  <a:close/>
                  <a:moveTo>
                    <a:pt x="177" y="1685"/>
                  </a:moveTo>
                  <a:cubicBezTo>
                    <a:pt x="167" y="1685"/>
                    <a:pt x="158" y="1687"/>
                    <a:pt x="148" y="1690"/>
                  </a:cubicBezTo>
                  <a:cubicBezTo>
                    <a:pt x="108" y="1706"/>
                    <a:pt x="86" y="1752"/>
                    <a:pt x="102" y="1795"/>
                  </a:cubicBezTo>
                  <a:cubicBezTo>
                    <a:pt x="142" y="1900"/>
                    <a:pt x="191" y="2005"/>
                    <a:pt x="253" y="2101"/>
                  </a:cubicBezTo>
                  <a:cubicBezTo>
                    <a:pt x="268" y="2125"/>
                    <a:pt x="293" y="2141"/>
                    <a:pt x="321" y="2141"/>
                  </a:cubicBezTo>
                  <a:lnTo>
                    <a:pt x="321" y="2135"/>
                  </a:lnTo>
                  <a:cubicBezTo>
                    <a:pt x="386" y="2135"/>
                    <a:pt x="426" y="2064"/>
                    <a:pt x="389" y="2011"/>
                  </a:cubicBezTo>
                  <a:cubicBezTo>
                    <a:pt x="336" y="1925"/>
                    <a:pt x="290" y="1832"/>
                    <a:pt x="253" y="1737"/>
                  </a:cubicBezTo>
                  <a:cubicBezTo>
                    <a:pt x="241" y="1705"/>
                    <a:pt x="210" y="1685"/>
                    <a:pt x="177" y="1685"/>
                  </a:cubicBezTo>
                  <a:close/>
                  <a:moveTo>
                    <a:pt x="4066" y="1521"/>
                  </a:moveTo>
                  <a:cubicBezTo>
                    <a:pt x="4042" y="1521"/>
                    <a:pt x="4018" y="1532"/>
                    <a:pt x="4000" y="1558"/>
                  </a:cubicBezTo>
                  <a:cubicBezTo>
                    <a:pt x="3945" y="1647"/>
                    <a:pt x="3886" y="1734"/>
                    <a:pt x="3821" y="1814"/>
                  </a:cubicBezTo>
                  <a:cubicBezTo>
                    <a:pt x="3773" y="1874"/>
                    <a:pt x="3823" y="1947"/>
                    <a:pt x="3884" y="1947"/>
                  </a:cubicBezTo>
                  <a:cubicBezTo>
                    <a:pt x="3901" y="1947"/>
                    <a:pt x="3919" y="1941"/>
                    <a:pt x="3936" y="1928"/>
                  </a:cubicBezTo>
                  <a:cubicBezTo>
                    <a:pt x="3982" y="1993"/>
                    <a:pt x="4031" y="2057"/>
                    <a:pt x="4084" y="2119"/>
                  </a:cubicBezTo>
                  <a:cubicBezTo>
                    <a:pt x="4099" y="2138"/>
                    <a:pt x="4121" y="2147"/>
                    <a:pt x="4145" y="2147"/>
                  </a:cubicBezTo>
                  <a:lnTo>
                    <a:pt x="4145" y="2144"/>
                  </a:lnTo>
                  <a:cubicBezTo>
                    <a:pt x="4164" y="2144"/>
                    <a:pt x="4182" y="2141"/>
                    <a:pt x="4198" y="2131"/>
                  </a:cubicBezTo>
                  <a:cubicBezTo>
                    <a:pt x="4232" y="2101"/>
                    <a:pt x="4238" y="2048"/>
                    <a:pt x="4207" y="2014"/>
                  </a:cubicBezTo>
                  <a:cubicBezTo>
                    <a:pt x="4145" y="1943"/>
                    <a:pt x="4090" y="1872"/>
                    <a:pt x="4037" y="1795"/>
                  </a:cubicBezTo>
                  <a:cubicBezTo>
                    <a:pt x="4074" y="1743"/>
                    <a:pt x="4108" y="1694"/>
                    <a:pt x="4139" y="1641"/>
                  </a:cubicBezTo>
                  <a:cubicBezTo>
                    <a:pt x="4174" y="1579"/>
                    <a:pt x="4121" y="1521"/>
                    <a:pt x="4066" y="1521"/>
                  </a:cubicBezTo>
                  <a:close/>
                  <a:moveTo>
                    <a:pt x="8714" y="1843"/>
                  </a:moveTo>
                  <a:cubicBezTo>
                    <a:pt x="8696" y="1843"/>
                    <a:pt x="8678" y="1849"/>
                    <a:pt x="8661" y="1863"/>
                  </a:cubicBezTo>
                  <a:cubicBezTo>
                    <a:pt x="8587" y="1940"/>
                    <a:pt x="8510" y="2014"/>
                    <a:pt x="8432" y="2082"/>
                  </a:cubicBezTo>
                  <a:cubicBezTo>
                    <a:pt x="8377" y="2131"/>
                    <a:pt x="8411" y="2224"/>
                    <a:pt x="8485" y="2224"/>
                  </a:cubicBezTo>
                  <a:lnTo>
                    <a:pt x="8488" y="2224"/>
                  </a:lnTo>
                  <a:cubicBezTo>
                    <a:pt x="8506" y="2221"/>
                    <a:pt x="8525" y="2215"/>
                    <a:pt x="8537" y="2202"/>
                  </a:cubicBezTo>
                  <a:cubicBezTo>
                    <a:pt x="8621" y="2131"/>
                    <a:pt x="8701" y="2054"/>
                    <a:pt x="8778" y="1977"/>
                  </a:cubicBezTo>
                  <a:cubicBezTo>
                    <a:pt x="8826" y="1917"/>
                    <a:pt x="8775" y="1843"/>
                    <a:pt x="8714" y="1843"/>
                  </a:cubicBezTo>
                  <a:close/>
                  <a:moveTo>
                    <a:pt x="13277" y="1872"/>
                  </a:moveTo>
                  <a:cubicBezTo>
                    <a:pt x="13256" y="1872"/>
                    <a:pt x="13234" y="1881"/>
                    <a:pt x="13216" y="1903"/>
                  </a:cubicBezTo>
                  <a:cubicBezTo>
                    <a:pt x="13154" y="1987"/>
                    <a:pt x="13087" y="2064"/>
                    <a:pt x="13013" y="2138"/>
                  </a:cubicBezTo>
                  <a:cubicBezTo>
                    <a:pt x="12982" y="2168"/>
                    <a:pt x="12982" y="2221"/>
                    <a:pt x="13013" y="2252"/>
                  </a:cubicBezTo>
                  <a:cubicBezTo>
                    <a:pt x="13028" y="2267"/>
                    <a:pt x="13050" y="2276"/>
                    <a:pt x="13071" y="2276"/>
                  </a:cubicBezTo>
                  <a:cubicBezTo>
                    <a:pt x="13093" y="2276"/>
                    <a:pt x="13111" y="2267"/>
                    <a:pt x="13127" y="2252"/>
                  </a:cubicBezTo>
                  <a:cubicBezTo>
                    <a:pt x="13207" y="2175"/>
                    <a:pt x="13281" y="2088"/>
                    <a:pt x="13346" y="1999"/>
                  </a:cubicBezTo>
                  <a:cubicBezTo>
                    <a:pt x="13386" y="1936"/>
                    <a:pt x="13334" y="1872"/>
                    <a:pt x="13277" y="1872"/>
                  </a:cubicBezTo>
                  <a:close/>
                  <a:moveTo>
                    <a:pt x="10071" y="2044"/>
                  </a:moveTo>
                  <a:cubicBezTo>
                    <a:pt x="10003" y="2044"/>
                    <a:pt x="9954" y="2145"/>
                    <a:pt x="10030" y="2193"/>
                  </a:cubicBezTo>
                  <a:cubicBezTo>
                    <a:pt x="10123" y="2255"/>
                    <a:pt x="10218" y="2310"/>
                    <a:pt x="10314" y="2363"/>
                  </a:cubicBezTo>
                  <a:cubicBezTo>
                    <a:pt x="10326" y="2369"/>
                    <a:pt x="10338" y="2375"/>
                    <a:pt x="10353" y="2375"/>
                  </a:cubicBezTo>
                  <a:lnTo>
                    <a:pt x="10353" y="2375"/>
                  </a:lnTo>
                  <a:cubicBezTo>
                    <a:pt x="10438" y="2374"/>
                    <a:pt x="10464" y="2261"/>
                    <a:pt x="10391" y="2221"/>
                  </a:cubicBezTo>
                  <a:cubicBezTo>
                    <a:pt x="10298" y="2172"/>
                    <a:pt x="10209" y="2119"/>
                    <a:pt x="10120" y="2061"/>
                  </a:cubicBezTo>
                  <a:cubicBezTo>
                    <a:pt x="10103" y="2049"/>
                    <a:pt x="10087" y="2044"/>
                    <a:pt x="10071" y="2044"/>
                  </a:cubicBezTo>
                  <a:close/>
                  <a:moveTo>
                    <a:pt x="10353" y="2375"/>
                  </a:moveTo>
                  <a:lnTo>
                    <a:pt x="10353" y="2375"/>
                  </a:lnTo>
                  <a:cubicBezTo>
                    <a:pt x="10352" y="2375"/>
                    <a:pt x="10351" y="2375"/>
                    <a:pt x="10351" y="2375"/>
                  </a:cubicBezTo>
                  <a:lnTo>
                    <a:pt x="10354" y="2375"/>
                  </a:lnTo>
                  <a:cubicBezTo>
                    <a:pt x="10354" y="2375"/>
                    <a:pt x="10353" y="2375"/>
                    <a:pt x="10353" y="2375"/>
                  </a:cubicBezTo>
                  <a:close/>
                  <a:moveTo>
                    <a:pt x="3677" y="2019"/>
                  </a:moveTo>
                  <a:cubicBezTo>
                    <a:pt x="3655" y="2019"/>
                    <a:pt x="3633" y="2028"/>
                    <a:pt x="3615" y="2051"/>
                  </a:cubicBezTo>
                  <a:cubicBezTo>
                    <a:pt x="3541" y="2128"/>
                    <a:pt x="3464" y="2199"/>
                    <a:pt x="3383" y="2267"/>
                  </a:cubicBezTo>
                  <a:cubicBezTo>
                    <a:pt x="3328" y="2317"/>
                    <a:pt x="3362" y="2409"/>
                    <a:pt x="3436" y="2409"/>
                  </a:cubicBezTo>
                  <a:lnTo>
                    <a:pt x="3439" y="2409"/>
                  </a:lnTo>
                  <a:cubicBezTo>
                    <a:pt x="3457" y="2409"/>
                    <a:pt x="3476" y="2403"/>
                    <a:pt x="3488" y="2391"/>
                  </a:cubicBezTo>
                  <a:cubicBezTo>
                    <a:pt x="3575" y="2320"/>
                    <a:pt x="3655" y="2243"/>
                    <a:pt x="3732" y="2162"/>
                  </a:cubicBezTo>
                  <a:cubicBezTo>
                    <a:pt x="3799" y="2104"/>
                    <a:pt x="3741" y="2019"/>
                    <a:pt x="3677" y="2019"/>
                  </a:cubicBezTo>
                  <a:close/>
                  <a:moveTo>
                    <a:pt x="4367" y="2212"/>
                  </a:moveTo>
                  <a:cubicBezTo>
                    <a:pt x="4302" y="2212"/>
                    <a:pt x="4249" y="2300"/>
                    <a:pt x="4315" y="2357"/>
                  </a:cubicBezTo>
                  <a:cubicBezTo>
                    <a:pt x="4395" y="2431"/>
                    <a:pt x="4481" y="2502"/>
                    <a:pt x="4571" y="2569"/>
                  </a:cubicBezTo>
                  <a:cubicBezTo>
                    <a:pt x="4583" y="2579"/>
                    <a:pt x="4602" y="2585"/>
                    <a:pt x="4617" y="2585"/>
                  </a:cubicBezTo>
                  <a:cubicBezTo>
                    <a:pt x="4697" y="2585"/>
                    <a:pt x="4728" y="2483"/>
                    <a:pt x="4667" y="2437"/>
                  </a:cubicBezTo>
                  <a:cubicBezTo>
                    <a:pt x="4583" y="2375"/>
                    <a:pt x="4500" y="2310"/>
                    <a:pt x="4426" y="2239"/>
                  </a:cubicBezTo>
                  <a:cubicBezTo>
                    <a:pt x="4407" y="2220"/>
                    <a:pt x="4387" y="2212"/>
                    <a:pt x="4367" y="2212"/>
                  </a:cubicBezTo>
                  <a:close/>
                  <a:moveTo>
                    <a:pt x="526" y="2233"/>
                  </a:moveTo>
                  <a:cubicBezTo>
                    <a:pt x="466" y="2233"/>
                    <a:pt x="415" y="2307"/>
                    <a:pt x="463" y="2366"/>
                  </a:cubicBezTo>
                  <a:cubicBezTo>
                    <a:pt x="543" y="2446"/>
                    <a:pt x="629" y="2520"/>
                    <a:pt x="719" y="2588"/>
                  </a:cubicBezTo>
                  <a:cubicBezTo>
                    <a:pt x="733" y="2597"/>
                    <a:pt x="748" y="2603"/>
                    <a:pt x="766" y="2603"/>
                  </a:cubicBezTo>
                  <a:lnTo>
                    <a:pt x="766" y="2603"/>
                  </a:lnTo>
                  <a:cubicBezTo>
                    <a:pt x="845" y="2600"/>
                    <a:pt x="876" y="2501"/>
                    <a:pt x="814" y="2455"/>
                  </a:cubicBezTo>
                  <a:cubicBezTo>
                    <a:pt x="728" y="2397"/>
                    <a:pt x="651" y="2329"/>
                    <a:pt x="580" y="2255"/>
                  </a:cubicBezTo>
                  <a:cubicBezTo>
                    <a:pt x="563" y="2239"/>
                    <a:pt x="544" y="2233"/>
                    <a:pt x="526" y="2233"/>
                  </a:cubicBezTo>
                  <a:close/>
                  <a:moveTo>
                    <a:pt x="766" y="2603"/>
                  </a:moveTo>
                  <a:cubicBezTo>
                    <a:pt x="765" y="2603"/>
                    <a:pt x="765" y="2603"/>
                    <a:pt x="765" y="2603"/>
                  </a:cubicBezTo>
                  <a:lnTo>
                    <a:pt x="768" y="2603"/>
                  </a:lnTo>
                  <a:cubicBezTo>
                    <a:pt x="767" y="2603"/>
                    <a:pt x="766" y="2603"/>
                    <a:pt x="766" y="2603"/>
                  </a:cubicBezTo>
                  <a:close/>
                  <a:moveTo>
                    <a:pt x="8235" y="2265"/>
                  </a:moveTo>
                  <a:cubicBezTo>
                    <a:pt x="8219" y="2265"/>
                    <a:pt x="8202" y="2270"/>
                    <a:pt x="8186" y="2283"/>
                  </a:cubicBezTo>
                  <a:cubicBezTo>
                    <a:pt x="8102" y="2344"/>
                    <a:pt x="8013" y="2406"/>
                    <a:pt x="7924" y="2461"/>
                  </a:cubicBezTo>
                  <a:cubicBezTo>
                    <a:pt x="7856" y="2505"/>
                    <a:pt x="7887" y="2610"/>
                    <a:pt x="7967" y="2610"/>
                  </a:cubicBezTo>
                  <a:cubicBezTo>
                    <a:pt x="7982" y="2610"/>
                    <a:pt x="7998" y="2606"/>
                    <a:pt x="8010" y="2597"/>
                  </a:cubicBezTo>
                  <a:cubicBezTo>
                    <a:pt x="8102" y="2539"/>
                    <a:pt x="8195" y="2477"/>
                    <a:pt x="8284" y="2412"/>
                  </a:cubicBezTo>
                  <a:cubicBezTo>
                    <a:pt x="8354" y="2360"/>
                    <a:pt x="8303" y="2265"/>
                    <a:pt x="8235" y="2265"/>
                  </a:cubicBezTo>
                  <a:close/>
                  <a:moveTo>
                    <a:pt x="10646" y="2351"/>
                  </a:moveTo>
                  <a:cubicBezTo>
                    <a:pt x="10568" y="2351"/>
                    <a:pt x="10531" y="2466"/>
                    <a:pt x="10616" y="2505"/>
                  </a:cubicBezTo>
                  <a:cubicBezTo>
                    <a:pt x="10715" y="2548"/>
                    <a:pt x="10820" y="2585"/>
                    <a:pt x="10928" y="2616"/>
                  </a:cubicBezTo>
                  <a:cubicBezTo>
                    <a:pt x="10934" y="2619"/>
                    <a:pt x="10943" y="2619"/>
                    <a:pt x="10949" y="2619"/>
                  </a:cubicBezTo>
                  <a:cubicBezTo>
                    <a:pt x="11042" y="2619"/>
                    <a:pt x="11063" y="2489"/>
                    <a:pt x="10974" y="2461"/>
                  </a:cubicBezTo>
                  <a:cubicBezTo>
                    <a:pt x="10872" y="2431"/>
                    <a:pt x="10773" y="2394"/>
                    <a:pt x="10678" y="2357"/>
                  </a:cubicBezTo>
                  <a:cubicBezTo>
                    <a:pt x="10667" y="2352"/>
                    <a:pt x="10656" y="2351"/>
                    <a:pt x="10646" y="2351"/>
                  </a:cubicBezTo>
                  <a:close/>
                  <a:moveTo>
                    <a:pt x="12823" y="2318"/>
                  </a:moveTo>
                  <a:cubicBezTo>
                    <a:pt x="12808" y="2318"/>
                    <a:pt x="12791" y="2323"/>
                    <a:pt x="12775" y="2335"/>
                  </a:cubicBezTo>
                  <a:cubicBezTo>
                    <a:pt x="12689" y="2391"/>
                    <a:pt x="12599" y="2437"/>
                    <a:pt x="12504" y="2477"/>
                  </a:cubicBezTo>
                  <a:cubicBezTo>
                    <a:pt x="12430" y="2511"/>
                    <a:pt x="12451" y="2625"/>
                    <a:pt x="12535" y="2631"/>
                  </a:cubicBezTo>
                  <a:lnTo>
                    <a:pt x="12538" y="2628"/>
                  </a:lnTo>
                  <a:cubicBezTo>
                    <a:pt x="12547" y="2628"/>
                    <a:pt x="12556" y="2628"/>
                    <a:pt x="12565" y="2625"/>
                  </a:cubicBezTo>
                  <a:cubicBezTo>
                    <a:pt x="12670" y="2582"/>
                    <a:pt x="12769" y="2529"/>
                    <a:pt x="12865" y="2468"/>
                  </a:cubicBezTo>
                  <a:cubicBezTo>
                    <a:pt x="12940" y="2420"/>
                    <a:pt x="12892" y="2318"/>
                    <a:pt x="12823" y="2318"/>
                  </a:cubicBezTo>
                  <a:close/>
                  <a:moveTo>
                    <a:pt x="11267" y="2538"/>
                  </a:moveTo>
                  <a:cubicBezTo>
                    <a:pt x="11228" y="2538"/>
                    <a:pt x="11192" y="2564"/>
                    <a:pt x="11184" y="2603"/>
                  </a:cubicBezTo>
                  <a:cubicBezTo>
                    <a:pt x="11174" y="2647"/>
                    <a:pt x="11202" y="2690"/>
                    <a:pt x="11248" y="2699"/>
                  </a:cubicBezTo>
                  <a:cubicBezTo>
                    <a:pt x="11356" y="2721"/>
                    <a:pt x="11464" y="2739"/>
                    <a:pt x="11575" y="2748"/>
                  </a:cubicBezTo>
                  <a:lnTo>
                    <a:pt x="11585" y="2748"/>
                  </a:lnTo>
                  <a:cubicBezTo>
                    <a:pt x="11686" y="2748"/>
                    <a:pt x="11693" y="2597"/>
                    <a:pt x="11591" y="2588"/>
                  </a:cubicBezTo>
                  <a:cubicBezTo>
                    <a:pt x="11486" y="2579"/>
                    <a:pt x="11381" y="2560"/>
                    <a:pt x="11279" y="2539"/>
                  </a:cubicBezTo>
                  <a:cubicBezTo>
                    <a:pt x="11275" y="2538"/>
                    <a:pt x="11271" y="2538"/>
                    <a:pt x="11267" y="2538"/>
                  </a:cubicBezTo>
                  <a:close/>
                  <a:moveTo>
                    <a:pt x="12225" y="2562"/>
                  </a:moveTo>
                  <a:cubicBezTo>
                    <a:pt x="12221" y="2562"/>
                    <a:pt x="12216" y="2563"/>
                    <a:pt x="12211" y="2563"/>
                  </a:cubicBezTo>
                  <a:cubicBezTo>
                    <a:pt x="12109" y="2582"/>
                    <a:pt x="12007" y="2594"/>
                    <a:pt x="11902" y="2597"/>
                  </a:cubicBezTo>
                  <a:cubicBezTo>
                    <a:pt x="11804" y="2606"/>
                    <a:pt x="11804" y="2755"/>
                    <a:pt x="11905" y="2761"/>
                  </a:cubicBezTo>
                  <a:lnTo>
                    <a:pt x="11912" y="2761"/>
                  </a:lnTo>
                  <a:cubicBezTo>
                    <a:pt x="12023" y="2755"/>
                    <a:pt x="12134" y="2742"/>
                    <a:pt x="12245" y="2721"/>
                  </a:cubicBezTo>
                  <a:cubicBezTo>
                    <a:pt x="12338" y="2697"/>
                    <a:pt x="12315" y="2562"/>
                    <a:pt x="12225" y="2562"/>
                  </a:cubicBezTo>
                  <a:close/>
                  <a:moveTo>
                    <a:pt x="3183" y="2436"/>
                  </a:moveTo>
                  <a:cubicBezTo>
                    <a:pt x="3167" y="2436"/>
                    <a:pt x="3150" y="2442"/>
                    <a:pt x="3134" y="2455"/>
                  </a:cubicBezTo>
                  <a:cubicBezTo>
                    <a:pt x="3044" y="2514"/>
                    <a:pt x="2955" y="2569"/>
                    <a:pt x="2862" y="2616"/>
                  </a:cubicBezTo>
                  <a:cubicBezTo>
                    <a:pt x="2784" y="2652"/>
                    <a:pt x="2811" y="2770"/>
                    <a:pt x="2896" y="2770"/>
                  </a:cubicBezTo>
                  <a:cubicBezTo>
                    <a:pt x="2898" y="2770"/>
                    <a:pt x="2900" y="2770"/>
                    <a:pt x="2902" y="2770"/>
                  </a:cubicBezTo>
                  <a:cubicBezTo>
                    <a:pt x="2915" y="2770"/>
                    <a:pt x="2927" y="2767"/>
                    <a:pt x="2936" y="2761"/>
                  </a:cubicBezTo>
                  <a:cubicBezTo>
                    <a:pt x="3035" y="2708"/>
                    <a:pt x="3131" y="2653"/>
                    <a:pt x="3223" y="2591"/>
                  </a:cubicBezTo>
                  <a:cubicBezTo>
                    <a:pt x="3303" y="2543"/>
                    <a:pt x="3253" y="2436"/>
                    <a:pt x="3183" y="2436"/>
                  </a:cubicBezTo>
                  <a:close/>
                  <a:moveTo>
                    <a:pt x="1036" y="2603"/>
                  </a:moveTo>
                  <a:cubicBezTo>
                    <a:pt x="961" y="2603"/>
                    <a:pt x="917" y="2722"/>
                    <a:pt x="1005" y="2761"/>
                  </a:cubicBezTo>
                  <a:cubicBezTo>
                    <a:pt x="1104" y="2810"/>
                    <a:pt x="1206" y="2856"/>
                    <a:pt x="1311" y="2893"/>
                  </a:cubicBezTo>
                  <a:cubicBezTo>
                    <a:pt x="1320" y="2896"/>
                    <a:pt x="1329" y="2899"/>
                    <a:pt x="1339" y="2899"/>
                  </a:cubicBezTo>
                  <a:cubicBezTo>
                    <a:pt x="1428" y="2899"/>
                    <a:pt x="1453" y="2773"/>
                    <a:pt x="1366" y="2742"/>
                  </a:cubicBezTo>
                  <a:cubicBezTo>
                    <a:pt x="1268" y="2705"/>
                    <a:pt x="1172" y="2665"/>
                    <a:pt x="1080" y="2616"/>
                  </a:cubicBezTo>
                  <a:cubicBezTo>
                    <a:pt x="1064" y="2607"/>
                    <a:pt x="1050" y="2603"/>
                    <a:pt x="1036" y="2603"/>
                  </a:cubicBezTo>
                  <a:close/>
                  <a:moveTo>
                    <a:pt x="4887" y="2595"/>
                  </a:moveTo>
                  <a:cubicBezTo>
                    <a:pt x="4816" y="2595"/>
                    <a:pt x="4771" y="2701"/>
                    <a:pt x="4852" y="2748"/>
                  </a:cubicBezTo>
                  <a:cubicBezTo>
                    <a:pt x="4947" y="2801"/>
                    <a:pt x="5046" y="2850"/>
                    <a:pt x="5151" y="2893"/>
                  </a:cubicBezTo>
                  <a:cubicBezTo>
                    <a:pt x="5160" y="2896"/>
                    <a:pt x="5169" y="2899"/>
                    <a:pt x="5182" y="2899"/>
                  </a:cubicBezTo>
                  <a:lnTo>
                    <a:pt x="5182" y="2896"/>
                  </a:lnTo>
                  <a:cubicBezTo>
                    <a:pt x="5268" y="2896"/>
                    <a:pt x="5290" y="2779"/>
                    <a:pt x="5212" y="2742"/>
                  </a:cubicBezTo>
                  <a:cubicBezTo>
                    <a:pt x="5114" y="2702"/>
                    <a:pt x="5021" y="2656"/>
                    <a:pt x="4929" y="2606"/>
                  </a:cubicBezTo>
                  <a:cubicBezTo>
                    <a:pt x="4914" y="2598"/>
                    <a:pt x="4900" y="2595"/>
                    <a:pt x="4887" y="2595"/>
                  </a:cubicBezTo>
                  <a:close/>
                  <a:moveTo>
                    <a:pt x="7683" y="2605"/>
                  </a:moveTo>
                  <a:cubicBezTo>
                    <a:pt x="7672" y="2605"/>
                    <a:pt x="7661" y="2608"/>
                    <a:pt x="7649" y="2613"/>
                  </a:cubicBezTo>
                  <a:cubicBezTo>
                    <a:pt x="7553" y="2662"/>
                    <a:pt x="7458" y="2705"/>
                    <a:pt x="7359" y="2742"/>
                  </a:cubicBezTo>
                  <a:cubicBezTo>
                    <a:pt x="7279" y="2776"/>
                    <a:pt x="7301" y="2896"/>
                    <a:pt x="7390" y="2899"/>
                  </a:cubicBezTo>
                  <a:cubicBezTo>
                    <a:pt x="7399" y="2899"/>
                    <a:pt x="7408" y="2896"/>
                    <a:pt x="7418" y="2893"/>
                  </a:cubicBezTo>
                  <a:cubicBezTo>
                    <a:pt x="7520" y="2853"/>
                    <a:pt x="7621" y="2807"/>
                    <a:pt x="7720" y="2758"/>
                  </a:cubicBezTo>
                  <a:cubicBezTo>
                    <a:pt x="7798" y="2714"/>
                    <a:pt x="7756" y="2605"/>
                    <a:pt x="7683" y="2605"/>
                  </a:cubicBezTo>
                  <a:close/>
                  <a:moveTo>
                    <a:pt x="2609" y="2736"/>
                  </a:moveTo>
                  <a:cubicBezTo>
                    <a:pt x="2599" y="2736"/>
                    <a:pt x="2589" y="2738"/>
                    <a:pt x="2578" y="2742"/>
                  </a:cubicBezTo>
                  <a:cubicBezTo>
                    <a:pt x="2480" y="2776"/>
                    <a:pt x="2381" y="2804"/>
                    <a:pt x="2279" y="2822"/>
                  </a:cubicBezTo>
                  <a:cubicBezTo>
                    <a:pt x="2184" y="2841"/>
                    <a:pt x="2196" y="2980"/>
                    <a:pt x="2292" y="2983"/>
                  </a:cubicBezTo>
                  <a:lnTo>
                    <a:pt x="2307" y="2983"/>
                  </a:lnTo>
                  <a:cubicBezTo>
                    <a:pt x="2418" y="2961"/>
                    <a:pt x="2526" y="2933"/>
                    <a:pt x="2631" y="2896"/>
                  </a:cubicBezTo>
                  <a:cubicBezTo>
                    <a:pt x="2725" y="2863"/>
                    <a:pt x="2690" y="2736"/>
                    <a:pt x="2609" y="2736"/>
                  </a:cubicBezTo>
                  <a:close/>
                  <a:moveTo>
                    <a:pt x="1642" y="2822"/>
                  </a:moveTo>
                  <a:cubicBezTo>
                    <a:pt x="1550" y="2822"/>
                    <a:pt x="1529" y="2968"/>
                    <a:pt x="1635" y="2983"/>
                  </a:cubicBezTo>
                  <a:cubicBezTo>
                    <a:pt x="1743" y="3004"/>
                    <a:pt x="1851" y="3014"/>
                    <a:pt x="1959" y="3014"/>
                  </a:cubicBezTo>
                  <a:lnTo>
                    <a:pt x="1974" y="3014"/>
                  </a:lnTo>
                  <a:cubicBezTo>
                    <a:pt x="2017" y="3014"/>
                    <a:pt x="2048" y="2977"/>
                    <a:pt x="2048" y="2933"/>
                  </a:cubicBezTo>
                  <a:cubicBezTo>
                    <a:pt x="2045" y="2889"/>
                    <a:pt x="2008" y="2853"/>
                    <a:pt x="1967" y="2853"/>
                  </a:cubicBezTo>
                  <a:cubicBezTo>
                    <a:pt x="1965" y="2853"/>
                    <a:pt x="1963" y="2853"/>
                    <a:pt x="1962" y="2853"/>
                  </a:cubicBezTo>
                  <a:cubicBezTo>
                    <a:pt x="1860" y="2853"/>
                    <a:pt x="1761" y="2844"/>
                    <a:pt x="1666" y="2825"/>
                  </a:cubicBezTo>
                  <a:cubicBezTo>
                    <a:pt x="1657" y="2823"/>
                    <a:pt x="1649" y="2822"/>
                    <a:pt x="1642" y="2822"/>
                  </a:cubicBezTo>
                  <a:close/>
                  <a:moveTo>
                    <a:pt x="7085" y="2836"/>
                  </a:moveTo>
                  <a:cubicBezTo>
                    <a:pt x="7078" y="2836"/>
                    <a:pt x="7071" y="2837"/>
                    <a:pt x="7063" y="2841"/>
                  </a:cubicBezTo>
                  <a:cubicBezTo>
                    <a:pt x="6961" y="2869"/>
                    <a:pt x="6859" y="2893"/>
                    <a:pt x="6755" y="2909"/>
                  </a:cubicBezTo>
                  <a:cubicBezTo>
                    <a:pt x="6654" y="2924"/>
                    <a:pt x="6665" y="3069"/>
                    <a:pt x="6764" y="3069"/>
                  </a:cubicBezTo>
                  <a:cubicBezTo>
                    <a:pt x="6765" y="3069"/>
                    <a:pt x="6766" y="3069"/>
                    <a:pt x="6767" y="3069"/>
                  </a:cubicBezTo>
                  <a:lnTo>
                    <a:pt x="6770" y="3072"/>
                  </a:lnTo>
                  <a:cubicBezTo>
                    <a:pt x="6773" y="3069"/>
                    <a:pt x="6776" y="3069"/>
                    <a:pt x="6782" y="3069"/>
                  </a:cubicBezTo>
                  <a:cubicBezTo>
                    <a:pt x="6890" y="3051"/>
                    <a:pt x="6998" y="3026"/>
                    <a:pt x="7106" y="2995"/>
                  </a:cubicBezTo>
                  <a:cubicBezTo>
                    <a:pt x="7190" y="2984"/>
                    <a:pt x="7155" y="2836"/>
                    <a:pt x="7085" y="2836"/>
                  </a:cubicBezTo>
                  <a:close/>
                  <a:moveTo>
                    <a:pt x="5496" y="2846"/>
                  </a:moveTo>
                  <a:cubicBezTo>
                    <a:pt x="5413" y="2846"/>
                    <a:pt x="5383" y="2966"/>
                    <a:pt x="5465" y="3001"/>
                  </a:cubicBezTo>
                  <a:cubicBezTo>
                    <a:pt x="5573" y="3032"/>
                    <a:pt x="5681" y="3057"/>
                    <a:pt x="5789" y="3072"/>
                  </a:cubicBezTo>
                  <a:cubicBezTo>
                    <a:pt x="5792" y="3074"/>
                    <a:pt x="5795" y="3074"/>
                    <a:pt x="5797" y="3074"/>
                  </a:cubicBezTo>
                  <a:cubicBezTo>
                    <a:pt x="5799" y="3074"/>
                    <a:pt x="5802" y="3074"/>
                    <a:pt x="5805" y="3072"/>
                  </a:cubicBezTo>
                  <a:lnTo>
                    <a:pt x="5805" y="3075"/>
                  </a:lnTo>
                  <a:cubicBezTo>
                    <a:pt x="5903" y="3075"/>
                    <a:pt x="5916" y="2933"/>
                    <a:pt x="5817" y="2915"/>
                  </a:cubicBezTo>
                  <a:cubicBezTo>
                    <a:pt x="5715" y="2899"/>
                    <a:pt x="5610" y="2875"/>
                    <a:pt x="5509" y="2847"/>
                  </a:cubicBezTo>
                  <a:cubicBezTo>
                    <a:pt x="5504" y="2846"/>
                    <a:pt x="5500" y="2846"/>
                    <a:pt x="5496" y="2846"/>
                  </a:cubicBezTo>
                  <a:close/>
                  <a:moveTo>
                    <a:pt x="6123" y="2946"/>
                  </a:moveTo>
                  <a:cubicBezTo>
                    <a:pt x="6020" y="2946"/>
                    <a:pt x="6013" y="3103"/>
                    <a:pt x="6119" y="3109"/>
                  </a:cubicBezTo>
                  <a:cubicBezTo>
                    <a:pt x="6172" y="3112"/>
                    <a:pt x="6227" y="3112"/>
                    <a:pt x="6280" y="3112"/>
                  </a:cubicBezTo>
                  <a:cubicBezTo>
                    <a:pt x="6338" y="3112"/>
                    <a:pt x="6394" y="3109"/>
                    <a:pt x="6452" y="3109"/>
                  </a:cubicBezTo>
                  <a:cubicBezTo>
                    <a:pt x="6554" y="3097"/>
                    <a:pt x="6548" y="2949"/>
                    <a:pt x="6446" y="2946"/>
                  </a:cubicBezTo>
                  <a:lnTo>
                    <a:pt x="6443" y="2946"/>
                  </a:lnTo>
                  <a:cubicBezTo>
                    <a:pt x="6391" y="2949"/>
                    <a:pt x="6338" y="2950"/>
                    <a:pt x="6286" y="2950"/>
                  </a:cubicBezTo>
                  <a:cubicBezTo>
                    <a:pt x="6233" y="2950"/>
                    <a:pt x="6181" y="2949"/>
                    <a:pt x="6128" y="2946"/>
                  </a:cubicBezTo>
                  <a:cubicBezTo>
                    <a:pt x="6126" y="2946"/>
                    <a:pt x="6125" y="2946"/>
                    <a:pt x="6123" y="294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16"/>
            <p:cNvSpPr/>
            <p:nvPr/>
          </p:nvSpPr>
          <p:spPr>
            <a:xfrm>
              <a:off x="8708991" y="3277577"/>
              <a:ext cx="164307" cy="158066"/>
            </a:xfrm>
            <a:custGeom>
              <a:avLst/>
              <a:gdLst/>
              <a:ahLst/>
              <a:cxnLst/>
              <a:rect l="l" t="t" r="r" b="b"/>
              <a:pathLst>
                <a:path w="2580" h="2482" extrusionOk="0">
                  <a:moveTo>
                    <a:pt x="800" y="227"/>
                  </a:moveTo>
                  <a:lnTo>
                    <a:pt x="800" y="227"/>
                  </a:lnTo>
                  <a:cubicBezTo>
                    <a:pt x="895" y="304"/>
                    <a:pt x="1056" y="439"/>
                    <a:pt x="1265" y="628"/>
                  </a:cubicBezTo>
                  <a:cubicBezTo>
                    <a:pt x="1151" y="689"/>
                    <a:pt x="1022" y="757"/>
                    <a:pt x="886" y="831"/>
                  </a:cubicBezTo>
                  <a:cubicBezTo>
                    <a:pt x="831" y="523"/>
                    <a:pt x="809" y="335"/>
                    <a:pt x="800" y="227"/>
                  </a:cubicBezTo>
                  <a:close/>
                  <a:moveTo>
                    <a:pt x="2070" y="452"/>
                  </a:moveTo>
                  <a:cubicBezTo>
                    <a:pt x="2024" y="631"/>
                    <a:pt x="1962" y="806"/>
                    <a:pt x="1888" y="973"/>
                  </a:cubicBezTo>
                  <a:cubicBezTo>
                    <a:pt x="1777" y="871"/>
                    <a:pt x="1663" y="766"/>
                    <a:pt x="1552" y="665"/>
                  </a:cubicBezTo>
                  <a:cubicBezTo>
                    <a:pt x="1861" y="513"/>
                    <a:pt x="2003" y="467"/>
                    <a:pt x="2070" y="452"/>
                  </a:cubicBezTo>
                  <a:close/>
                  <a:moveTo>
                    <a:pt x="766" y="1081"/>
                  </a:moveTo>
                  <a:cubicBezTo>
                    <a:pt x="794" y="1226"/>
                    <a:pt x="824" y="1374"/>
                    <a:pt x="855" y="1519"/>
                  </a:cubicBezTo>
                  <a:cubicBezTo>
                    <a:pt x="472" y="1467"/>
                    <a:pt x="302" y="1421"/>
                    <a:pt x="226" y="1391"/>
                  </a:cubicBezTo>
                  <a:lnTo>
                    <a:pt x="226" y="1391"/>
                  </a:lnTo>
                  <a:cubicBezTo>
                    <a:pt x="338" y="1326"/>
                    <a:pt x="537" y="1209"/>
                    <a:pt x="766" y="1081"/>
                  </a:cubicBezTo>
                  <a:close/>
                  <a:moveTo>
                    <a:pt x="1398" y="745"/>
                  </a:moveTo>
                  <a:cubicBezTo>
                    <a:pt x="1537" y="871"/>
                    <a:pt x="1685" y="1004"/>
                    <a:pt x="1821" y="1133"/>
                  </a:cubicBezTo>
                  <a:cubicBezTo>
                    <a:pt x="1756" y="1288"/>
                    <a:pt x="1685" y="1445"/>
                    <a:pt x="1611" y="1590"/>
                  </a:cubicBezTo>
                  <a:cubicBezTo>
                    <a:pt x="1395" y="1574"/>
                    <a:pt x="1198" y="1556"/>
                    <a:pt x="1025" y="1537"/>
                  </a:cubicBezTo>
                  <a:cubicBezTo>
                    <a:pt x="985" y="1362"/>
                    <a:pt x="948" y="1177"/>
                    <a:pt x="917" y="998"/>
                  </a:cubicBezTo>
                  <a:cubicBezTo>
                    <a:pt x="1093" y="902"/>
                    <a:pt x="1253" y="816"/>
                    <a:pt x="1398" y="745"/>
                  </a:cubicBezTo>
                  <a:close/>
                  <a:moveTo>
                    <a:pt x="1947" y="1251"/>
                  </a:moveTo>
                  <a:cubicBezTo>
                    <a:pt x="2151" y="1451"/>
                    <a:pt x="2262" y="1565"/>
                    <a:pt x="2317" y="1633"/>
                  </a:cubicBezTo>
                  <a:cubicBezTo>
                    <a:pt x="2200" y="1627"/>
                    <a:pt x="2009" y="1618"/>
                    <a:pt x="1787" y="1602"/>
                  </a:cubicBezTo>
                  <a:cubicBezTo>
                    <a:pt x="1839" y="1488"/>
                    <a:pt x="1895" y="1371"/>
                    <a:pt x="1947" y="1251"/>
                  </a:cubicBezTo>
                  <a:close/>
                  <a:moveTo>
                    <a:pt x="1062" y="1704"/>
                  </a:moveTo>
                  <a:lnTo>
                    <a:pt x="1062" y="1704"/>
                  </a:lnTo>
                  <a:cubicBezTo>
                    <a:pt x="1204" y="1719"/>
                    <a:pt x="1364" y="1735"/>
                    <a:pt x="1534" y="1747"/>
                  </a:cubicBezTo>
                  <a:cubicBezTo>
                    <a:pt x="1373" y="2065"/>
                    <a:pt x="1268" y="2225"/>
                    <a:pt x="1213" y="2287"/>
                  </a:cubicBezTo>
                  <a:cubicBezTo>
                    <a:pt x="1182" y="2197"/>
                    <a:pt x="1130" y="2012"/>
                    <a:pt x="1062" y="1704"/>
                  </a:cubicBezTo>
                  <a:close/>
                  <a:moveTo>
                    <a:pt x="735" y="0"/>
                  </a:moveTo>
                  <a:cubicBezTo>
                    <a:pt x="708" y="0"/>
                    <a:pt x="683" y="10"/>
                    <a:pt x="664" y="29"/>
                  </a:cubicBezTo>
                  <a:cubicBezTo>
                    <a:pt x="636" y="66"/>
                    <a:pt x="593" y="116"/>
                    <a:pt x="735" y="914"/>
                  </a:cubicBezTo>
                  <a:cubicBezTo>
                    <a:pt x="362" y="1121"/>
                    <a:pt x="53" y="1303"/>
                    <a:pt x="50" y="1303"/>
                  </a:cubicBezTo>
                  <a:cubicBezTo>
                    <a:pt x="29" y="1318"/>
                    <a:pt x="13" y="1340"/>
                    <a:pt x="13" y="1365"/>
                  </a:cubicBezTo>
                  <a:cubicBezTo>
                    <a:pt x="1" y="1497"/>
                    <a:pt x="143" y="1596"/>
                    <a:pt x="889" y="1685"/>
                  </a:cubicBezTo>
                  <a:cubicBezTo>
                    <a:pt x="948" y="1938"/>
                    <a:pt x="1037" y="2321"/>
                    <a:pt x="1096" y="2423"/>
                  </a:cubicBezTo>
                  <a:cubicBezTo>
                    <a:pt x="1114" y="2460"/>
                    <a:pt x="1151" y="2481"/>
                    <a:pt x="1191" y="2481"/>
                  </a:cubicBezTo>
                  <a:cubicBezTo>
                    <a:pt x="1247" y="2481"/>
                    <a:pt x="1352" y="2481"/>
                    <a:pt x="1710" y="1763"/>
                  </a:cubicBezTo>
                  <a:cubicBezTo>
                    <a:pt x="2117" y="1787"/>
                    <a:pt x="2434" y="1800"/>
                    <a:pt x="2441" y="1800"/>
                  </a:cubicBezTo>
                  <a:cubicBezTo>
                    <a:pt x="2443" y="1800"/>
                    <a:pt x="2446" y="1800"/>
                    <a:pt x="2448" y="1800"/>
                  </a:cubicBezTo>
                  <a:cubicBezTo>
                    <a:pt x="2485" y="1800"/>
                    <a:pt x="2519" y="1779"/>
                    <a:pt x="2533" y="1741"/>
                  </a:cubicBezTo>
                  <a:cubicBezTo>
                    <a:pt x="2558" y="1682"/>
                    <a:pt x="2579" y="1633"/>
                    <a:pt x="2012" y="1093"/>
                  </a:cubicBezTo>
                  <a:cubicBezTo>
                    <a:pt x="2126" y="822"/>
                    <a:pt x="2249" y="495"/>
                    <a:pt x="2237" y="387"/>
                  </a:cubicBezTo>
                  <a:cubicBezTo>
                    <a:pt x="2234" y="341"/>
                    <a:pt x="2197" y="285"/>
                    <a:pt x="2107" y="285"/>
                  </a:cubicBezTo>
                  <a:cubicBezTo>
                    <a:pt x="2040" y="285"/>
                    <a:pt x="1895" y="313"/>
                    <a:pt x="1423" y="550"/>
                  </a:cubicBezTo>
                  <a:cubicBezTo>
                    <a:pt x="1198" y="350"/>
                    <a:pt x="843" y="42"/>
                    <a:pt x="775" y="8"/>
                  </a:cubicBezTo>
                  <a:cubicBezTo>
                    <a:pt x="762" y="3"/>
                    <a:pt x="749" y="0"/>
                    <a:pt x="7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16"/>
            <p:cNvSpPr/>
            <p:nvPr/>
          </p:nvSpPr>
          <p:spPr>
            <a:xfrm>
              <a:off x="6815220" y="4899330"/>
              <a:ext cx="115525" cy="116098"/>
            </a:xfrm>
            <a:custGeom>
              <a:avLst/>
              <a:gdLst/>
              <a:ahLst/>
              <a:cxnLst/>
              <a:rect l="l" t="t" r="r" b="b"/>
              <a:pathLst>
                <a:path w="1814" h="1823" extrusionOk="0">
                  <a:moveTo>
                    <a:pt x="969" y="234"/>
                  </a:moveTo>
                  <a:cubicBezTo>
                    <a:pt x="991" y="315"/>
                    <a:pt x="1018" y="416"/>
                    <a:pt x="1034" y="484"/>
                  </a:cubicBezTo>
                  <a:cubicBezTo>
                    <a:pt x="1077" y="666"/>
                    <a:pt x="1089" y="706"/>
                    <a:pt x="1111" y="737"/>
                  </a:cubicBezTo>
                  <a:cubicBezTo>
                    <a:pt x="1132" y="768"/>
                    <a:pt x="1166" y="783"/>
                    <a:pt x="1345" y="845"/>
                  </a:cubicBezTo>
                  <a:cubicBezTo>
                    <a:pt x="1410" y="870"/>
                    <a:pt x="1506" y="904"/>
                    <a:pt x="1577" y="935"/>
                  </a:cubicBezTo>
                  <a:cubicBezTo>
                    <a:pt x="1478" y="978"/>
                    <a:pt x="1311" y="1039"/>
                    <a:pt x="1169" y="1092"/>
                  </a:cubicBezTo>
                  <a:cubicBezTo>
                    <a:pt x="1148" y="1098"/>
                    <a:pt x="1129" y="1113"/>
                    <a:pt x="1120" y="1135"/>
                  </a:cubicBezTo>
                  <a:cubicBezTo>
                    <a:pt x="1049" y="1302"/>
                    <a:pt x="960" y="1490"/>
                    <a:pt x="901" y="1595"/>
                  </a:cubicBezTo>
                  <a:cubicBezTo>
                    <a:pt x="861" y="1481"/>
                    <a:pt x="802" y="1280"/>
                    <a:pt x="759" y="1107"/>
                  </a:cubicBezTo>
                  <a:cubicBezTo>
                    <a:pt x="753" y="1076"/>
                    <a:pt x="728" y="1052"/>
                    <a:pt x="698" y="1046"/>
                  </a:cubicBezTo>
                  <a:cubicBezTo>
                    <a:pt x="528" y="1015"/>
                    <a:pt x="334" y="972"/>
                    <a:pt x="226" y="941"/>
                  </a:cubicBezTo>
                  <a:cubicBezTo>
                    <a:pt x="392" y="854"/>
                    <a:pt x="565" y="774"/>
                    <a:pt x="738" y="706"/>
                  </a:cubicBezTo>
                  <a:cubicBezTo>
                    <a:pt x="759" y="697"/>
                    <a:pt x="775" y="682"/>
                    <a:pt x="784" y="660"/>
                  </a:cubicBezTo>
                  <a:cubicBezTo>
                    <a:pt x="839" y="515"/>
                    <a:pt x="901" y="373"/>
                    <a:pt x="969" y="234"/>
                  </a:cubicBezTo>
                  <a:close/>
                  <a:moveTo>
                    <a:pt x="987" y="0"/>
                  </a:moveTo>
                  <a:cubicBezTo>
                    <a:pt x="938" y="0"/>
                    <a:pt x="864" y="0"/>
                    <a:pt x="645" y="571"/>
                  </a:cubicBezTo>
                  <a:cubicBezTo>
                    <a:pt x="37" y="814"/>
                    <a:pt x="16" y="895"/>
                    <a:pt x="7" y="928"/>
                  </a:cubicBezTo>
                  <a:cubicBezTo>
                    <a:pt x="0" y="956"/>
                    <a:pt x="7" y="984"/>
                    <a:pt x="22" y="1009"/>
                  </a:cubicBezTo>
                  <a:cubicBezTo>
                    <a:pt x="37" y="1030"/>
                    <a:pt x="84" y="1092"/>
                    <a:pt x="614" y="1197"/>
                  </a:cubicBezTo>
                  <a:cubicBezTo>
                    <a:pt x="775" y="1823"/>
                    <a:pt x="830" y="1823"/>
                    <a:pt x="889" y="1823"/>
                  </a:cubicBezTo>
                  <a:lnTo>
                    <a:pt x="895" y="1823"/>
                  </a:lnTo>
                  <a:cubicBezTo>
                    <a:pt x="944" y="1820"/>
                    <a:pt x="1000" y="1817"/>
                    <a:pt x="1256" y="1231"/>
                  </a:cubicBezTo>
                  <a:cubicBezTo>
                    <a:pt x="1413" y="1175"/>
                    <a:pt x="1715" y="1064"/>
                    <a:pt x="1780" y="1006"/>
                  </a:cubicBezTo>
                  <a:cubicBezTo>
                    <a:pt x="1802" y="984"/>
                    <a:pt x="1814" y="950"/>
                    <a:pt x="1811" y="919"/>
                  </a:cubicBezTo>
                  <a:cubicBezTo>
                    <a:pt x="1796" y="845"/>
                    <a:pt x="1715" y="805"/>
                    <a:pt x="1404" y="694"/>
                  </a:cubicBezTo>
                  <a:cubicBezTo>
                    <a:pt x="1345" y="672"/>
                    <a:pt x="1274" y="648"/>
                    <a:pt x="1240" y="632"/>
                  </a:cubicBezTo>
                  <a:cubicBezTo>
                    <a:pt x="1231" y="598"/>
                    <a:pt x="1209" y="515"/>
                    <a:pt x="1194" y="447"/>
                  </a:cubicBezTo>
                  <a:cubicBezTo>
                    <a:pt x="1139" y="228"/>
                    <a:pt x="1105" y="93"/>
                    <a:pt x="1065" y="40"/>
                  </a:cubicBezTo>
                  <a:cubicBezTo>
                    <a:pt x="1046" y="15"/>
                    <a:pt x="1018" y="3"/>
                    <a:pt x="98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64" name="Google Shape;1564;p16"/>
          <p:cNvGrpSpPr/>
          <p:nvPr/>
        </p:nvGrpSpPr>
        <p:grpSpPr>
          <a:xfrm>
            <a:off x="7415475" y="19774"/>
            <a:ext cx="1667868" cy="1605854"/>
            <a:chOff x="7415475" y="19774"/>
            <a:chExt cx="1667868" cy="1605854"/>
          </a:xfrm>
        </p:grpSpPr>
        <p:grpSp>
          <p:nvGrpSpPr>
            <p:cNvPr id="1565" name="Google Shape;1565;p16"/>
            <p:cNvGrpSpPr/>
            <p:nvPr/>
          </p:nvGrpSpPr>
          <p:grpSpPr>
            <a:xfrm>
              <a:off x="8727034" y="1413481"/>
              <a:ext cx="356308" cy="212146"/>
              <a:chOff x="5852753" y="-1422679"/>
              <a:chExt cx="195881" cy="116634"/>
            </a:xfrm>
          </p:grpSpPr>
          <p:sp>
            <p:nvSpPr>
              <p:cNvPr id="1566" name="Google Shape;1566;p16"/>
              <p:cNvSpPr/>
              <p:nvPr/>
            </p:nvSpPr>
            <p:spPr>
              <a:xfrm>
                <a:off x="5852753" y="-1420330"/>
                <a:ext cx="195881" cy="111615"/>
              </a:xfrm>
              <a:custGeom>
                <a:avLst/>
                <a:gdLst/>
                <a:ahLst/>
                <a:cxnLst/>
                <a:rect l="l" t="t" r="r" b="b"/>
                <a:pathLst>
                  <a:path w="6088" h="3469" extrusionOk="0">
                    <a:moveTo>
                      <a:pt x="3696" y="1"/>
                    </a:moveTo>
                    <a:cubicBezTo>
                      <a:pt x="3413" y="1"/>
                      <a:pt x="3163" y="158"/>
                      <a:pt x="2991" y="365"/>
                    </a:cubicBezTo>
                    <a:lnTo>
                      <a:pt x="2991" y="365"/>
                    </a:lnTo>
                    <a:cubicBezTo>
                      <a:pt x="2876" y="273"/>
                      <a:pt x="2725" y="190"/>
                      <a:pt x="2533" y="128"/>
                    </a:cubicBezTo>
                    <a:cubicBezTo>
                      <a:pt x="2372" y="75"/>
                      <a:pt x="2237" y="52"/>
                      <a:pt x="2122" y="52"/>
                    </a:cubicBezTo>
                    <a:cubicBezTo>
                      <a:pt x="1407" y="52"/>
                      <a:pt x="1530" y="951"/>
                      <a:pt x="1530" y="951"/>
                    </a:cubicBezTo>
                    <a:cubicBezTo>
                      <a:pt x="1457" y="907"/>
                      <a:pt x="1378" y="886"/>
                      <a:pt x="1298" y="886"/>
                    </a:cubicBezTo>
                    <a:cubicBezTo>
                      <a:pt x="694" y="886"/>
                      <a:pt x="1" y="2034"/>
                      <a:pt x="790" y="2617"/>
                    </a:cubicBezTo>
                    <a:cubicBezTo>
                      <a:pt x="1039" y="2800"/>
                      <a:pt x="1275" y="2883"/>
                      <a:pt x="1477" y="2895"/>
                    </a:cubicBezTo>
                    <a:lnTo>
                      <a:pt x="1477" y="2895"/>
                    </a:lnTo>
                    <a:cubicBezTo>
                      <a:pt x="1545" y="3200"/>
                      <a:pt x="1763" y="3463"/>
                      <a:pt x="2224" y="3468"/>
                    </a:cubicBezTo>
                    <a:cubicBezTo>
                      <a:pt x="2242" y="3468"/>
                      <a:pt x="2259" y="3468"/>
                      <a:pt x="2276" y="3468"/>
                    </a:cubicBezTo>
                    <a:cubicBezTo>
                      <a:pt x="2909" y="3468"/>
                      <a:pt x="3333" y="3322"/>
                      <a:pt x="3571" y="3105"/>
                    </a:cubicBezTo>
                    <a:lnTo>
                      <a:pt x="3571" y="3105"/>
                    </a:lnTo>
                    <a:cubicBezTo>
                      <a:pt x="3621" y="3172"/>
                      <a:pt x="3683" y="3237"/>
                      <a:pt x="3760" y="3298"/>
                    </a:cubicBezTo>
                    <a:cubicBezTo>
                      <a:pt x="3866" y="3382"/>
                      <a:pt x="3994" y="3419"/>
                      <a:pt x="4133" y="3419"/>
                    </a:cubicBezTo>
                    <a:cubicBezTo>
                      <a:pt x="4932" y="3419"/>
                      <a:pt x="6088" y="2177"/>
                      <a:pt x="5404" y="1457"/>
                    </a:cubicBezTo>
                    <a:cubicBezTo>
                      <a:pt x="5215" y="1258"/>
                      <a:pt x="5015" y="1183"/>
                      <a:pt x="4827" y="1183"/>
                    </a:cubicBezTo>
                    <a:cubicBezTo>
                      <a:pt x="4806" y="1183"/>
                      <a:pt x="4786" y="1184"/>
                      <a:pt x="4765" y="1185"/>
                    </a:cubicBezTo>
                    <a:lnTo>
                      <a:pt x="4765" y="1185"/>
                    </a:lnTo>
                    <a:cubicBezTo>
                      <a:pt x="4773" y="830"/>
                      <a:pt x="4595" y="421"/>
                      <a:pt x="4155" y="143"/>
                    </a:cubicBezTo>
                    <a:cubicBezTo>
                      <a:pt x="3998" y="43"/>
                      <a:pt x="3843" y="1"/>
                      <a:pt x="36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16"/>
              <p:cNvSpPr/>
              <p:nvPr/>
            </p:nvSpPr>
            <p:spPr>
              <a:xfrm>
                <a:off x="5861505" y="-1422679"/>
                <a:ext cx="176673" cy="116634"/>
              </a:xfrm>
              <a:custGeom>
                <a:avLst/>
                <a:gdLst/>
                <a:ahLst/>
                <a:cxnLst/>
                <a:rect l="l" t="t" r="r" b="b"/>
                <a:pathLst>
                  <a:path w="5491" h="3625" extrusionOk="0">
                    <a:moveTo>
                      <a:pt x="2733" y="558"/>
                    </a:moveTo>
                    <a:cubicBezTo>
                      <a:pt x="2952" y="768"/>
                      <a:pt x="2995" y="1015"/>
                      <a:pt x="2936" y="1178"/>
                    </a:cubicBezTo>
                    <a:cubicBezTo>
                      <a:pt x="2906" y="1264"/>
                      <a:pt x="2852" y="1311"/>
                      <a:pt x="2788" y="1311"/>
                    </a:cubicBezTo>
                    <a:cubicBezTo>
                      <a:pt x="2749" y="1311"/>
                      <a:pt x="2705" y="1293"/>
                      <a:pt x="2662" y="1255"/>
                    </a:cubicBezTo>
                    <a:cubicBezTo>
                      <a:pt x="2508" y="1129"/>
                      <a:pt x="2542" y="827"/>
                      <a:pt x="2733" y="558"/>
                    </a:cubicBezTo>
                    <a:close/>
                    <a:moveTo>
                      <a:pt x="4404" y="1354"/>
                    </a:moveTo>
                    <a:lnTo>
                      <a:pt x="4404" y="1354"/>
                    </a:lnTo>
                    <a:cubicBezTo>
                      <a:pt x="4367" y="1650"/>
                      <a:pt x="4185" y="1872"/>
                      <a:pt x="3945" y="1906"/>
                    </a:cubicBezTo>
                    <a:cubicBezTo>
                      <a:pt x="3929" y="1906"/>
                      <a:pt x="3917" y="1909"/>
                      <a:pt x="3902" y="1909"/>
                    </a:cubicBezTo>
                    <a:cubicBezTo>
                      <a:pt x="3837" y="1909"/>
                      <a:pt x="3837" y="1888"/>
                      <a:pt x="3837" y="1869"/>
                    </a:cubicBezTo>
                    <a:cubicBezTo>
                      <a:pt x="3831" y="1746"/>
                      <a:pt x="4068" y="1431"/>
                      <a:pt x="4404" y="1354"/>
                    </a:cubicBezTo>
                    <a:close/>
                    <a:moveTo>
                      <a:pt x="1527" y="2125"/>
                    </a:moveTo>
                    <a:cubicBezTo>
                      <a:pt x="1570" y="2125"/>
                      <a:pt x="1610" y="2162"/>
                      <a:pt x="1635" y="2196"/>
                    </a:cubicBezTo>
                    <a:cubicBezTo>
                      <a:pt x="1755" y="2347"/>
                      <a:pt x="1783" y="2511"/>
                      <a:pt x="1718" y="2646"/>
                    </a:cubicBezTo>
                    <a:cubicBezTo>
                      <a:pt x="1647" y="2795"/>
                      <a:pt x="1477" y="2884"/>
                      <a:pt x="1274" y="2890"/>
                    </a:cubicBezTo>
                    <a:cubicBezTo>
                      <a:pt x="1231" y="2619"/>
                      <a:pt x="1308" y="2332"/>
                      <a:pt x="1416" y="2199"/>
                    </a:cubicBezTo>
                    <a:cubicBezTo>
                      <a:pt x="1440" y="2159"/>
                      <a:pt x="1481" y="2131"/>
                      <a:pt x="1527" y="2125"/>
                    </a:cubicBezTo>
                    <a:close/>
                    <a:moveTo>
                      <a:pt x="3350" y="2350"/>
                    </a:moveTo>
                    <a:cubicBezTo>
                      <a:pt x="3362" y="2350"/>
                      <a:pt x="3396" y="2384"/>
                      <a:pt x="3424" y="2468"/>
                    </a:cubicBezTo>
                    <a:cubicBezTo>
                      <a:pt x="3491" y="2668"/>
                      <a:pt x="3448" y="2890"/>
                      <a:pt x="3313" y="3051"/>
                    </a:cubicBezTo>
                    <a:cubicBezTo>
                      <a:pt x="3183" y="2825"/>
                      <a:pt x="3195" y="2582"/>
                      <a:pt x="3266" y="2440"/>
                    </a:cubicBezTo>
                    <a:cubicBezTo>
                      <a:pt x="3297" y="2375"/>
                      <a:pt x="3334" y="2350"/>
                      <a:pt x="3350" y="2350"/>
                    </a:cubicBezTo>
                    <a:close/>
                    <a:moveTo>
                      <a:pt x="3426" y="160"/>
                    </a:moveTo>
                    <a:cubicBezTo>
                      <a:pt x="3566" y="160"/>
                      <a:pt x="3707" y="201"/>
                      <a:pt x="3840" y="287"/>
                    </a:cubicBezTo>
                    <a:cubicBezTo>
                      <a:pt x="4185" y="503"/>
                      <a:pt x="4395" y="836"/>
                      <a:pt x="4411" y="1191"/>
                    </a:cubicBezTo>
                    <a:cubicBezTo>
                      <a:pt x="3994" y="1265"/>
                      <a:pt x="3667" y="1650"/>
                      <a:pt x="3677" y="1878"/>
                    </a:cubicBezTo>
                    <a:cubicBezTo>
                      <a:pt x="3679" y="1969"/>
                      <a:pt x="3738" y="2069"/>
                      <a:pt x="3899" y="2069"/>
                    </a:cubicBezTo>
                    <a:cubicBezTo>
                      <a:pt x="3920" y="2069"/>
                      <a:pt x="3942" y="2067"/>
                      <a:pt x="3966" y="2064"/>
                    </a:cubicBezTo>
                    <a:cubicBezTo>
                      <a:pt x="4293" y="2020"/>
                      <a:pt x="4534" y="1727"/>
                      <a:pt x="4571" y="1339"/>
                    </a:cubicBezTo>
                    <a:cubicBezTo>
                      <a:pt x="4753" y="1342"/>
                      <a:pt x="4920" y="1428"/>
                      <a:pt x="5074" y="1589"/>
                    </a:cubicBezTo>
                    <a:cubicBezTo>
                      <a:pt x="5336" y="1863"/>
                      <a:pt x="5274" y="2190"/>
                      <a:pt x="5176" y="2418"/>
                    </a:cubicBezTo>
                    <a:cubicBezTo>
                      <a:pt x="4953" y="2939"/>
                      <a:pt x="4327" y="3414"/>
                      <a:pt x="3862" y="3414"/>
                    </a:cubicBezTo>
                    <a:cubicBezTo>
                      <a:pt x="3857" y="3415"/>
                      <a:pt x="3853" y="3415"/>
                      <a:pt x="3848" y="3415"/>
                    </a:cubicBezTo>
                    <a:cubicBezTo>
                      <a:pt x="3736" y="3415"/>
                      <a:pt x="3627" y="3378"/>
                      <a:pt x="3541" y="3310"/>
                    </a:cubicBezTo>
                    <a:cubicBezTo>
                      <a:pt x="3491" y="3273"/>
                      <a:pt x="3448" y="3232"/>
                      <a:pt x="3408" y="3186"/>
                    </a:cubicBezTo>
                    <a:cubicBezTo>
                      <a:pt x="3603" y="2983"/>
                      <a:pt x="3667" y="2687"/>
                      <a:pt x="3578" y="2421"/>
                    </a:cubicBezTo>
                    <a:cubicBezTo>
                      <a:pt x="3513" y="2218"/>
                      <a:pt x="3408" y="2190"/>
                      <a:pt x="3350" y="2190"/>
                    </a:cubicBezTo>
                    <a:cubicBezTo>
                      <a:pt x="3260" y="2190"/>
                      <a:pt x="3177" y="2255"/>
                      <a:pt x="3121" y="2366"/>
                    </a:cubicBezTo>
                    <a:cubicBezTo>
                      <a:pt x="3023" y="2563"/>
                      <a:pt x="3010" y="2878"/>
                      <a:pt x="3192" y="3165"/>
                    </a:cubicBezTo>
                    <a:cubicBezTo>
                      <a:pt x="3001" y="3306"/>
                      <a:pt x="2649" y="3461"/>
                      <a:pt x="1999" y="3461"/>
                    </a:cubicBezTo>
                    <a:lnTo>
                      <a:pt x="1956" y="3461"/>
                    </a:lnTo>
                    <a:cubicBezTo>
                      <a:pt x="1558" y="3458"/>
                      <a:pt x="1385" y="3254"/>
                      <a:pt x="1314" y="3051"/>
                    </a:cubicBezTo>
                    <a:cubicBezTo>
                      <a:pt x="1564" y="3035"/>
                      <a:pt x="1767" y="2915"/>
                      <a:pt x="1863" y="2720"/>
                    </a:cubicBezTo>
                    <a:cubicBezTo>
                      <a:pt x="1959" y="2523"/>
                      <a:pt x="1922" y="2298"/>
                      <a:pt x="1761" y="2097"/>
                    </a:cubicBezTo>
                    <a:cubicBezTo>
                      <a:pt x="1675" y="1986"/>
                      <a:pt x="1585" y="1965"/>
                      <a:pt x="1527" y="1965"/>
                    </a:cubicBezTo>
                    <a:cubicBezTo>
                      <a:pt x="1444" y="1965"/>
                      <a:pt x="1360" y="2011"/>
                      <a:pt x="1289" y="2097"/>
                    </a:cubicBezTo>
                    <a:cubicBezTo>
                      <a:pt x="1147" y="2276"/>
                      <a:pt x="1076" y="2594"/>
                      <a:pt x="1107" y="2878"/>
                    </a:cubicBezTo>
                    <a:cubicBezTo>
                      <a:pt x="913" y="2835"/>
                      <a:pt x="728" y="2751"/>
                      <a:pt x="568" y="2628"/>
                    </a:cubicBezTo>
                    <a:cubicBezTo>
                      <a:pt x="154" y="2320"/>
                      <a:pt x="241" y="1891"/>
                      <a:pt x="296" y="1718"/>
                    </a:cubicBezTo>
                    <a:cubicBezTo>
                      <a:pt x="420" y="1345"/>
                      <a:pt x="746" y="1043"/>
                      <a:pt x="1027" y="1043"/>
                    </a:cubicBezTo>
                    <a:cubicBezTo>
                      <a:pt x="1095" y="1043"/>
                      <a:pt x="1163" y="1061"/>
                      <a:pt x="1218" y="1095"/>
                    </a:cubicBezTo>
                    <a:cubicBezTo>
                      <a:pt x="1232" y="1103"/>
                      <a:pt x="1246" y="1106"/>
                      <a:pt x="1260" y="1106"/>
                    </a:cubicBezTo>
                    <a:cubicBezTo>
                      <a:pt x="1307" y="1106"/>
                      <a:pt x="1349" y="1067"/>
                      <a:pt x="1342" y="1015"/>
                    </a:cubicBezTo>
                    <a:cubicBezTo>
                      <a:pt x="1342" y="1012"/>
                      <a:pt x="1283" y="586"/>
                      <a:pt x="1487" y="355"/>
                    </a:cubicBezTo>
                    <a:cubicBezTo>
                      <a:pt x="1572" y="255"/>
                      <a:pt x="1695" y="205"/>
                      <a:pt x="1853" y="205"/>
                    </a:cubicBezTo>
                    <a:cubicBezTo>
                      <a:pt x="1964" y="205"/>
                      <a:pt x="2092" y="230"/>
                      <a:pt x="2236" y="278"/>
                    </a:cubicBezTo>
                    <a:cubicBezTo>
                      <a:pt x="2369" y="318"/>
                      <a:pt x="2495" y="380"/>
                      <a:pt x="2609" y="457"/>
                    </a:cubicBezTo>
                    <a:cubicBezTo>
                      <a:pt x="2387" y="765"/>
                      <a:pt x="2313" y="1172"/>
                      <a:pt x="2560" y="1382"/>
                    </a:cubicBezTo>
                    <a:cubicBezTo>
                      <a:pt x="2622" y="1437"/>
                      <a:pt x="2705" y="1474"/>
                      <a:pt x="2791" y="1478"/>
                    </a:cubicBezTo>
                    <a:cubicBezTo>
                      <a:pt x="2921" y="1478"/>
                      <a:pt x="3038" y="1382"/>
                      <a:pt x="3091" y="1234"/>
                    </a:cubicBezTo>
                    <a:cubicBezTo>
                      <a:pt x="3168" y="1018"/>
                      <a:pt x="3112" y="694"/>
                      <a:pt x="2835" y="432"/>
                    </a:cubicBezTo>
                    <a:cubicBezTo>
                      <a:pt x="3006" y="255"/>
                      <a:pt x="3214" y="160"/>
                      <a:pt x="3426" y="160"/>
                    </a:cubicBezTo>
                    <a:close/>
                    <a:moveTo>
                      <a:pt x="3431" y="0"/>
                    </a:moveTo>
                    <a:cubicBezTo>
                      <a:pt x="3171" y="0"/>
                      <a:pt x="2915" y="116"/>
                      <a:pt x="2711" y="333"/>
                    </a:cubicBezTo>
                    <a:cubicBezTo>
                      <a:pt x="2582" y="241"/>
                      <a:pt x="2440" y="173"/>
                      <a:pt x="2289" y="124"/>
                    </a:cubicBezTo>
                    <a:cubicBezTo>
                      <a:pt x="2129" y="71"/>
                      <a:pt x="1984" y="45"/>
                      <a:pt x="1856" y="45"/>
                    </a:cubicBezTo>
                    <a:cubicBezTo>
                      <a:pt x="1647" y="45"/>
                      <a:pt x="1482" y="113"/>
                      <a:pt x="1363" y="247"/>
                    </a:cubicBezTo>
                    <a:cubicBezTo>
                      <a:pt x="1194" y="444"/>
                      <a:pt x="1169" y="731"/>
                      <a:pt x="1172" y="901"/>
                    </a:cubicBezTo>
                    <a:cubicBezTo>
                      <a:pt x="1126" y="888"/>
                      <a:pt x="1076" y="882"/>
                      <a:pt x="1027" y="882"/>
                    </a:cubicBezTo>
                    <a:cubicBezTo>
                      <a:pt x="676" y="882"/>
                      <a:pt x="287" y="1228"/>
                      <a:pt x="142" y="1669"/>
                    </a:cubicBezTo>
                    <a:cubicBezTo>
                      <a:pt x="0" y="2104"/>
                      <a:pt x="120" y="2498"/>
                      <a:pt x="472" y="2757"/>
                    </a:cubicBezTo>
                    <a:cubicBezTo>
                      <a:pt x="694" y="2921"/>
                      <a:pt x="922" y="3020"/>
                      <a:pt x="1141" y="3047"/>
                    </a:cubicBezTo>
                    <a:cubicBezTo>
                      <a:pt x="1246" y="3408"/>
                      <a:pt x="1539" y="3621"/>
                      <a:pt x="1952" y="3624"/>
                    </a:cubicBezTo>
                    <a:lnTo>
                      <a:pt x="1999" y="3624"/>
                    </a:lnTo>
                    <a:cubicBezTo>
                      <a:pt x="2563" y="3624"/>
                      <a:pt x="3007" y="3513"/>
                      <a:pt x="3288" y="3297"/>
                    </a:cubicBezTo>
                    <a:cubicBezTo>
                      <a:pt x="3334" y="3347"/>
                      <a:pt x="3384" y="3396"/>
                      <a:pt x="3439" y="3439"/>
                    </a:cubicBezTo>
                    <a:cubicBezTo>
                      <a:pt x="3556" y="3529"/>
                      <a:pt x="3699" y="3578"/>
                      <a:pt x="3848" y="3578"/>
                    </a:cubicBezTo>
                    <a:cubicBezTo>
                      <a:pt x="3853" y="3578"/>
                      <a:pt x="3857" y="3578"/>
                      <a:pt x="3862" y="3578"/>
                    </a:cubicBezTo>
                    <a:cubicBezTo>
                      <a:pt x="4392" y="3578"/>
                      <a:pt x="5077" y="3066"/>
                      <a:pt x="5327" y="2483"/>
                    </a:cubicBezTo>
                    <a:cubicBezTo>
                      <a:pt x="5490" y="2097"/>
                      <a:pt x="5444" y="1743"/>
                      <a:pt x="5191" y="1478"/>
                    </a:cubicBezTo>
                    <a:cubicBezTo>
                      <a:pt x="5009" y="1283"/>
                      <a:pt x="4802" y="1185"/>
                      <a:pt x="4574" y="1178"/>
                    </a:cubicBezTo>
                    <a:cubicBezTo>
                      <a:pt x="4552" y="774"/>
                      <a:pt x="4315" y="395"/>
                      <a:pt x="3929" y="151"/>
                    </a:cubicBezTo>
                    <a:cubicBezTo>
                      <a:pt x="3770" y="49"/>
                      <a:pt x="3600" y="0"/>
                      <a:pt x="34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68" name="Google Shape;1568;p16"/>
            <p:cNvSpPr/>
            <p:nvPr/>
          </p:nvSpPr>
          <p:spPr>
            <a:xfrm>
              <a:off x="7415475" y="120062"/>
              <a:ext cx="96224" cy="96476"/>
            </a:xfrm>
            <a:custGeom>
              <a:avLst/>
              <a:gdLst/>
              <a:ahLst/>
              <a:cxnLst/>
              <a:rect l="l" t="t" r="r" b="b"/>
              <a:pathLst>
                <a:path w="1121" h="1124" extrusionOk="0">
                  <a:moveTo>
                    <a:pt x="563" y="164"/>
                  </a:moveTo>
                  <a:lnTo>
                    <a:pt x="563" y="164"/>
                  </a:lnTo>
                  <a:cubicBezTo>
                    <a:pt x="782" y="168"/>
                    <a:pt x="960" y="347"/>
                    <a:pt x="957" y="565"/>
                  </a:cubicBezTo>
                  <a:cubicBezTo>
                    <a:pt x="957" y="784"/>
                    <a:pt x="778" y="960"/>
                    <a:pt x="562" y="960"/>
                  </a:cubicBezTo>
                  <a:cubicBezTo>
                    <a:pt x="340" y="960"/>
                    <a:pt x="164" y="781"/>
                    <a:pt x="164" y="562"/>
                  </a:cubicBezTo>
                  <a:cubicBezTo>
                    <a:pt x="164" y="341"/>
                    <a:pt x="342" y="166"/>
                    <a:pt x="563" y="164"/>
                  </a:cubicBezTo>
                  <a:close/>
                  <a:moveTo>
                    <a:pt x="562" y="1"/>
                  </a:moveTo>
                  <a:cubicBezTo>
                    <a:pt x="251" y="1"/>
                    <a:pt x="1" y="251"/>
                    <a:pt x="1" y="562"/>
                  </a:cubicBezTo>
                  <a:cubicBezTo>
                    <a:pt x="1" y="871"/>
                    <a:pt x="251" y="1121"/>
                    <a:pt x="559" y="1124"/>
                  </a:cubicBezTo>
                  <a:lnTo>
                    <a:pt x="562" y="1124"/>
                  </a:lnTo>
                  <a:cubicBezTo>
                    <a:pt x="871" y="1121"/>
                    <a:pt x="1121" y="871"/>
                    <a:pt x="1121" y="562"/>
                  </a:cubicBezTo>
                  <a:cubicBezTo>
                    <a:pt x="1121" y="251"/>
                    <a:pt x="871" y="1"/>
                    <a:pt x="5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16"/>
            <p:cNvSpPr/>
            <p:nvPr/>
          </p:nvSpPr>
          <p:spPr>
            <a:xfrm>
              <a:off x="8454729" y="218609"/>
              <a:ext cx="102917" cy="102663"/>
            </a:xfrm>
            <a:custGeom>
              <a:avLst/>
              <a:gdLst/>
              <a:ahLst/>
              <a:cxnLst/>
              <a:rect l="l" t="t" r="r" b="b"/>
              <a:pathLst>
                <a:path w="1618" h="1614" extrusionOk="0">
                  <a:moveTo>
                    <a:pt x="868" y="1"/>
                  </a:moveTo>
                  <a:cubicBezTo>
                    <a:pt x="821" y="1"/>
                    <a:pt x="784" y="38"/>
                    <a:pt x="784" y="87"/>
                  </a:cubicBezTo>
                  <a:lnTo>
                    <a:pt x="781" y="575"/>
                  </a:lnTo>
                  <a:lnTo>
                    <a:pt x="488" y="266"/>
                  </a:lnTo>
                  <a:cubicBezTo>
                    <a:pt x="470" y="251"/>
                    <a:pt x="451" y="245"/>
                    <a:pt x="432" y="245"/>
                  </a:cubicBezTo>
                  <a:cubicBezTo>
                    <a:pt x="369" y="245"/>
                    <a:pt x="316" y="318"/>
                    <a:pt x="362" y="380"/>
                  </a:cubicBezTo>
                  <a:lnTo>
                    <a:pt x="664" y="701"/>
                  </a:lnTo>
                  <a:lnTo>
                    <a:pt x="115" y="707"/>
                  </a:lnTo>
                  <a:cubicBezTo>
                    <a:pt x="1" y="707"/>
                    <a:pt x="1" y="877"/>
                    <a:pt x="115" y="877"/>
                  </a:cubicBezTo>
                  <a:lnTo>
                    <a:pt x="618" y="874"/>
                  </a:lnTo>
                  <a:lnTo>
                    <a:pt x="229" y="1142"/>
                  </a:lnTo>
                  <a:cubicBezTo>
                    <a:pt x="189" y="1170"/>
                    <a:pt x="180" y="1222"/>
                    <a:pt x="208" y="1262"/>
                  </a:cubicBezTo>
                  <a:cubicBezTo>
                    <a:pt x="225" y="1285"/>
                    <a:pt x="252" y="1298"/>
                    <a:pt x="279" y="1298"/>
                  </a:cubicBezTo>
                  <a:cubicBezTo>
                    <a:pt x="296" y="1298"/>
                    <a:pt x="313" y="1293"/>
                    <a:pt x="328" y="1284"/>
                  </a:cubicBezTo>
                  <a:lnTo>
                    <a:pt x="775" y="969"/>
                  </a:lnTo>
                  <a:lnTo>
                    <a:pt x="775" y="1528"/>
                  </a:lnTo>
                  <a:cubicBezTo>
                    <a:pt x="772" y="1574"/>
                    <a:pt x="812" y="1614"/>
                    <a:pt x="858" y="1614"/>
                  </a:cubicBezTo>
                  <a:cubicBezTo>
                    <a:pt x="905" y="1614"/>
                    <a:pt x="945" y="1574"/>
                    <a:pt x="945" y="1528"/>
                  </a:cubicBezTo>
                  <a:lnTo>
                    <a:pt x="948" y="1000"/>
                  </a:lnTo>
                  <a:lnTo>
                    <a:pt x="1259" y="1333"/>
                  </a:lnTo>
                  <a:cubicBezTo>
                    <a:pt x="1278" y="1353"/>
                    <a:pt x="1300" y="1361"/>
                    <a:pt x="1321" y="1361"/>
                  </a:cubicBezTo>
                  <a:cubicBezTo>
                    <a:pt x="1387" y="1361"/>
                    <a:pt x="1444" y="1277"/>
                    <a:pt x="1386" y="1213"/>
                  </a:cubicBezTo>
                  <a:lnTo>
                    <a:pt x="1059" y="868"/>
                  </a:lnTo>
                  <a:lnTo>
                    <a:pt x="1503" y="865"/>
                  </a:lnTo>
                  <a:cubicBezTo>
                    <a:pt x="1617" y="861"/>
                    <a:pt x="1617" y="692"/>
                    <a:pt x="1503" y="692"/>
                  </a:cubicBezTo>
                  <a:lnTo>
                    <a:pt x="1173" y="695"/>
                  </a:lnTo>
                  <a:lnTo>
                    <a:pt x="1518" y="454"/>
                  </a:lnTo>
                  <a:cubicBezTo>
                    <a:pt x="1597" y="401"/>
                    <a:pt x="1544" y="296"/>
                    <a:pt x="1472" y="296"/>
                  </a:cubicBezTo>
                  <a:cubicBezTo>
                    <a:pt x="1456" y="296"/>
                    <a:pt x="1439" y="301"/>
                    <a:pt x="1423" y="312"/>
                  </a:cubicBezTo>
                  <a:lnTo>
                    <a:pt x="951" y="639"/>
                  </a:lnTo>
                  <a:lnTo>
                    <a:pt x="954" y="87"/>
                  </a:lnTo>
                  <a:cubicBezTo>
                    <a:pt x="954" y="41"/>
                    <a:pt x="917" y="1"/>
                    <a:pt x="868"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16"/>
            <p:cNvSpPr/>
            <p:nvPr/>
          </p:nvSpPr>
          <p:spPr>
            <a:xfrm>
              <a:off x="8812877" y="179637"/>
              <a:ext cx="184623" cy="198973"/>
            </a:xfrm>
            <a:custGeom>
              <a:avLst/>
              <a:gdLst/>
              <a:ahLst/>
              <a:cxnLst/>
              <a:rect l="l" t="t" r="r" b="b"/>
              <a:pathLst>
                <a:path w="2496" h="2690" extrusionOk="0">
                  <a:moveTo>
                    <a:pt x="1564" y="244"/>
                  </a:moveTo>
                  <a:cubicBezTo>
                    <a:pt x="1574" y="374"/>
                    <a:pt x="1580" y="596"/>
                    <a:pt x="1583" y="898"/>
                  </a:cubicBezTo>
                  <a:cubicBezTo>
                    <a:pt x="1450" y="849"/>
                    <a:pt x="1308" y="796"/>
                    <a:pt x="1151" y="741"/>
                  </a:cubicBezTo>
                  <a:cubicBezTo>
                    <a:pt x="1355" y="478"/>
                    <a:pt x="1487" y="327"/>
                    <a:pt x="1564" y="244"/>
                  </a:cubicBezTo>
                  <a:close/>
                  <a:moveTo>
                    <a:pt x="241" y="617"/>
                  </a:moveTo>
                  <a:cubicBezTo>
                    <a:pt x="371" y="657"/>
                    <a:pt x="605" y="734"/>
                    <a:pt x="870" y="824"/>
                  </a:cubicBezTo>
                  <a:cubicBezTo>
                    <a:pt x="775" y="947"/>
                    <a:pt x="679" y="1077"/>
                    <a:pt x="590" y="1203"/>
                  </a:cubicBezTo>
                  <a:cubicBezTo>
                    <a:pt x="352" y="864"/>
                    <a:pt x="269" y="697"/>
                    <a:pt x="241" y="617"/>
                  </a:cubicBezTo>
                  <a:close/>
                  <a:moveTo>
                    <a:pt x="1756" y="1149"/>
                  </a:moveTo>
                  <a:cubicBezTo>
                    <a:pt x="2099" y="1287"/>
                    <a:pt x="2237" y="1367"/>
                    <a:pt x="2289" y="1404"/>
                  </a:cubicBezTo>
                  <a:cubicBezTo>
                    <a:pt x="2117" y="1493"/>
                    <a:pt x="1935" y="1567"/>
                    <a:pt x="1749" y="1629"/>
                  </a:cubicBezTo>
                  <a:cubicBezTo>
                    <a:pt x="1756" y="1472"/>
                    <a:pt x="1756" y="1309"/>
                    <a:pt x="1756" y="1149"/>
                  </a:cubicBezTo>
                  <a:close/>
                  <a:moveTo>
                    <a:pt x="1043" y="883"/>
                  </a:moveTo>
                  <a:cubicBezTo>
                    <a:pt x="1244" y="953"/>
                    <a:pt x="1426" y="1021"/>
                    <a:pt x="1583" y="1080"/>
                  </a:cubicBezTo>
                  <a:cubicBezTo>
                    <a:pt x="1583" y="1283"/>
                    <a:pt x="1583" y="1493"/>
                    <a:pt x="1577" y="1691"/>
                  </a:cubicBezTo>
                  <a:cubicBezTo>
                    <a:pt x="1410" y="1749"/>
                    <a:pt x="1234" y="1802"/>
                    <a:pt x="1068" y="1851"/>
                  </a:cubicBezTo>
                  <a:cubicBezTo>
                    <a:pt x="929" y="1669"/>
                    <a:pt x="803" y="1502"/>
                    <a:pt x="695" y="1351"/>
                  </a:cubicBezTo>
                  <a:lnTo>
                    <a:pt x="692" y="1351"/>
                  </a:lnTo>
                  <a:cubicBezTo>
                    <a:pt x="806" y="1194"/>
                    <a:pt x="923" y="1037"/>
                    <a:pt x="1043" y="883"/>
                  </a:cubicBezTo>
                  <a:close/>
                  <a:moveTo>
                    <a:pt x="590" y="1496"/>
                  </a:moveTo>
                  <a:cubicBezTo>
                    <a:pt x="679" y="1623"/>
                    <a:pt x="778" y="1755"/>
                    <a:pt x="892" y="1900"/>
                  </a:cubicBezTo>
                  <a:cubicBezTo>
                    <a:pt x="590" y="1984"/>
                    <a:pt x="358" y="2030"/>
                    <a:pt x="238" y="2030"/>
                  </a:cubicBezTo>
                  <a:cubicBezTo>
                    <a:pt x="346" y="1848"/>
                    <a:pt x="463" y="1669"/>
                    <a:pt x="590" y="1496"/>
                  </a:cubicBezTo>
                  <a:close/>
                  <a:moveTo>
                    <a:pt x="1574" y="1873"/>
                  </a:moveTo>
                  <a:lnTo>
                    <a:pt x="1574" y="1873"/>
                  </a:lnTo>
                  <a:cubicBezTo>
                    <a:pt x="1561" y="2175"/>
                    <a:pt x="1546" y="2341"/>
                    <a:pt x="1534" y="2434"/>
                  </a:cubicBezTo>
                  <a:cubicBezTo>
                    <a:pt x="1456" y="2338"/>
                    <a:pt x="1327" y="2181"/>
                    <a:pt x="1182" y="1996"/>
                  </a:cubicBezTo>
                  <a:cubicBezTo>
                    <a:pt x="1312" y="1959"/>
                    <a:pt x="1441" y="1916"/>
                    <a:pt x="1574" y="1873"/>
                  </a:cubicBezTo>
                  <a:close/>
                  <a:moveTo>
                    <a:pt x="1629" y="0"/>
                  </a:moveTo>
                  <a:cubicBezTo>
                    <a:pt x="1583" y="0"/>
                    <a:pt x="1512" y="0"/>
                    <a:pt x="982" y="682"/>
                  </a:cubicBezTo>
                  <a:cubicBezTo>
                    <a:pt x="553" y="537"/>
                    <a:pt x="192" y="420"/>
                    <a:pt x="189" y="420"/>
                  </a:cubicBezTo>
                  <a:cubicBezTo>
                    <a:pt x="181" y="417"/>
                    <a:pt x="172" y="416"/>
                    <a:pt x="164" y="416"/>
                  </a:cubicBezTo>
                  <a:cubicBezTo>
                    <a:pt x="145" y="416"/>
                    <a:pt x="126" y="422"/>
                    <a:pt x="112" y="432"/>
                  </a:cubicBezTo>
                  <a:cubicBezTo>
                    <a:pt x="1" y="516"/>
                    <a:pt x="25" y="701"/>
                    <a:pt x="485" y="1351"/>
                  </a:cubicBezTo>
                  <a:cubicBezTo>
                    <a:pt x="325" y="1573"/>
                    <a:pt x="87" y="1919"/>
                    <a:pt x="50" y="2033"/>
                  </a:cubicBezTo>
                  <a:cubicBezTo>
                    <a:pt x="35" y="2070"/>
                    <a:pt x="41" y="2110"/>
                    <a:pt x="62" y="2141"/>
                  </a:cubicBezTo>
                  <a:cubicBezTo>
                    <a:pt x="102" y="2196"/>
                    <a:pt x="173" y="2203"/>
                    <a:pt x="232" y="2203"/>
                  </a:cubicBezTo>
                  <a:cubicBezTo>
                    <a:pt x="411" y="2203"/>
                    <a:pt x="741" y="2122"/>
                    <a:pt x="1003" y="2048"/>
                  </a:cubicBezTo>
                  <a:cubicBezTo>
                    <a:pt x="1271" y="2388"/>
                    <a:pt x="1487" y="2647"/>
                    <a:pt x="1490" y="2650"/>
                  </a:cubicBezTo>
                  <a:cubicBezTo>
                    <a:pt x="1512" y="2671"/>
                    <a:pt x="1540" y="2687"/>
                    <a:pt x="1571" y="2690"/>
                  </a:cubicBezTo>
                  <a:cubicBezTo>
                    <a:pt x="1660" y="2690"/>
                    <a:pt x="1719" y="2690"/>
                    <a:pt x="1746" y="1814"/>
                  </a:cubicBezTo>
                  <a:cubicBezTo>
                    <a:pt x="2039" y="1709"/>
                    <a:pt x="2382" y="1577"/>
                    <a:pt x="2459" y="1490"/>
                  </a:cubicBezTo>
                  <a:cubicBezTo>
                    <a:pt x="2487" y="1462"/>
                    <a:pt x="2496" y="1422"/>
                    <a:pt x="2487" y="1385"/>
                  </a:cubicBezTo>
                  <a:cubicBezTo>
                    <a:pt x="2471" y="1311"/>
                    <a:pt x="2397" y="1216"/>
                    <a:pt x="1756" y="963"/>
                  </a:cubicBezTo>
                  <a:cubicBezTo>
                    <a:pt x="1753" y="645"/>
                    <a:pt x="1743" y="148"/>
                    <a:pt x="1722" y="71"/>
                  </a:cubicBezTo>
                  <a:cubicBezTo>
                    <a:pt x="1706" y="31"/>
                    <a:pt x="1672" y="4"/>
                    <a:pt x="16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16"/>
            <p:cNvSpPr/>
            <p:nvPr/>
          </p:nvSpPr>
          <p:spPr>
            <a:xfrm>
              <a:off x="7700974" y="316816"/>
              <a:ext cx="122063" cy="122890"/>
            </a:xfrm>
            <a:custGeom>
              <a:avLst/>
              <a:gdLst/>
              <a:ahLst/>
              <a:cxnLst/>
              <a:rect l="l" t="t" r="r" b="b"/>
              <a:pathLst>
                <a:path w="1919" h="1932" extrusionOk="0">
                  <a:moveTo>
                    <a:pt x="1024" y="248"/>
                  </a:moveTo>
                  <a:cubicBezTo>
                    <a:pt x="1049" y="331"/>
                    <a:pt x="1076" y="442"/>
                    <a:pt x="1095" y="513"/>
                  </a:cubicBezTo>
                  <a:cubicBezTo>
                    <a:pt x="1141" y="704"/>
                    <a:pt x="1150" y="747"/>
                    <a:pt x="1175" y="781"/>
                  </a:cubicBezTo>
                  <a:cubicBezTo>
                    <a:pt x="1200" y="815"/>
                    <a:pt x="1234" y="828"/>
                    <a:pt x="1425" y="895"/>
                  </a:cubicBezTo>
                  <a:cubicBezTo>
                    <a:pt x="1490" y="920"/>
                    <a:pt x="1592" y="957"/>
                    <a:pt x="1669" y="988"/>
                  </a:cubicBezTo>
                  <a:cubicBezTo>
                    <a:pt x="1561" y="1037"/>
                    <a:pt x="1388" y="1102"/>
                    <a:pt x="1234" y="1154"/>
                  </a:cubicBezTo>
                  <a:cubicBezTo>
                    <a:pt x="1212" y="1164"/>
                    <a:pt x="1194" y="1179"/>
                    <a:pt x="1184" y="1201"/>
                  </a:cubicBezTo>
                  <a:cubicBezTo>
                    <a:pt x="1110" y="1377"/>
                    <a:pt x="1015" y="1577"/>
                    <a:pt x="953" y="1688"/>
                  </a:cubicBezTo>
                  <a:cubicBezTo>
                    <a:pt x="910" y="1568"/>
                    <a:pt x="851" y="1358"/>
                    <a:pt x="805" y="1173"/>
                  </a:cubicBezTo>
                  <a:cubicBezTo>
                    <a:pt x="796" y="1139"/>
                    <a:pt x="771" y="1114"/>
                    <a:pt x="737" y="1108"/>
                  </a:cubicBezTo>
                  <a:cubicBezTo>
                    <a:pt x="558" y="1071"/>
                    <a:pt x="355" y="1028"/>
                    <a:pt x="241" y="994"/>
                  </a:cubicBezTo>
                  <a:cubicBezTo>
                    <a:pt x="416" y="905"/>
                    <a:pt x="595" y="821"/>
                    <a:pt x="780" y="747"/>
                  </a:cubicBezTo>
                  <a:cubicBezTo>
                    <a:pt x="802" y="738"/>
                    <a:pt x="820" y="723"/>
                    <a:pt x="830" y="698"/>
                  </a:cubicBezTo>
                  <a:cubicBezTo>
                    <a:pt x="885" y="547"/>
                    <a:pt x="953" y="396"/>
                    <a:pt x="1024" y="248"/>
                  </a:cubicBezTo>
                  <a:close/>
                  <a:moveTo>
                    <a:pt x="1046" y="1"/>
                  </a:moveTo>
                  <a:cubicBezTo>
                    <a:pt x="993" y="1"/>
                    <a:pt x="916" y="1"/>
                    <a:pt x="685" y="605"/>
                  </a:cubicBezTo>
                  <a:cubicBezTo>
                    <a:pt x="40" y="865"/>
                    <a:pt x="19" y="948"/>
                    <a:pt x="6" y="982"/>
                  </a:cubicBezTo>
                  <a:cubicBezTo>
                    <a:pt x="0" y="1013"/>
                    <a:pt x="6" y="1043"/>
                    <a:pt x="22" y="1068"/>
                  </a:cubicBezTo>
                  <a:cubicBezTo>
                    <a:pt x="40" y="1093"/>
                    <a:pt x="89" y="1158"/>
                    <a:pt x="651" y="1265"/>
                  </a:cubicBezTo>
                  <a:cubicBezTo>
                    <a:pt x="817" y="1932"/>
                    <a:pt x="879" y="1932"/>
                    <a:pt x="941" y="1932"/>
                  </a:cubicBezTo>
                  <a:lnTo>
                    <a:pt x="947" y="1932"/>
                  </a:lnTo>
                  <a:cubicBezTo>
                    <a:pt x="999" y="1929"/>
                    <a:pt x="1058" y="1926"/>
                    <a:pt x="1329" y="1306"/>
                  </a:cubicBezTo>
                  <a:cubicBezTo>
                    <a:pt x="1499" y="1244"/>
                    <a:pt x="1817" y="1127"/>
                    <a:pt x="1885" y="1065"/>
                  </a:cubicBezTo>
                  <a:cubicBezTo>
                    <a:pt x="1909" y="1040"/>
                    <a:pt x="1918" y="1006"/>
                    <a:pt x="1915" y="972"/>
                  </a:cubicBezTo>
                  <a:cubicBezTo>
                    <a:pt x="1900" y="895"/>
                    <a:pt x="1814" y="855"/>
                    <a:pt x="1484" y="735"/>
                  </a:cubicBezTo>
                  <a:cubicBezTo>
                    <a:pt x="1422" y="713"/>
                    <a:pt x="1348" y="686"/>
                    <a:pt x="1314" y="670"/>
                  </a:cubicBezTo>
                  <a:cubicBezTo>
                    <a:pt x="1302" y="633"/>
                    <a:pt x="1280" y="547"/>
                    <a:pt x="1262" y="473"/>
                  </a:cubicBezTo>
                  <a:cubicBezTo>
                    <a:pt x="1203" y="241"/>
                    <a:pt x="1169" y="100"/>
                    <a:pt x="1126" y="44"/>
                  </a:cubicBezTo>
                  <a:cubicBezTo>
                    <a:pt x="1107" y="19"/>
                    <a:pt x="1076" y="4"/>
                    <a:pt x="10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16"/>
            <p:cNvSpPr/>
            <p:nvPr/>
          </p:nvSpPr>
          <p:spPr>
            <a:xfrm>
              <a:off x="8853729" y="627684"/>
              <a:ext cx="102917" cy="102663"/>
            </a:xfrm>
            <a:custGeom>
              <a:avLst/>
              <a:gdLst/>
              <a:ahLst/>
              <a:cxnLst/>
              <a:rect l="l" t="t" r="r" b="b"/>
              <a:pathLst>
                <a:path w="1618" h="1614" extrusionOk="0">
                  <a:moveTo>
                    <a:pt x="868" y="1"/>
                  </a:moveTo>
                  <a:cubicBezTo>
                    <a:pt x="821" y="1"/>
                    <a:pt x="784" y="38"/>
                    <a:pt x="784" y="87"/>
                  </a:cubicBezTo>
                  <a:lnTo>
                    <a:pt x="781" y="575"/>
                  </a:lnTo>
                  <a:lnTo>
                    <a:pt x="488" y="266"/>
                  </a:lnTo>
                  <a:cubicBezTo>
                    <a:pt x="470" y="251"/>
                    <a:pt x="451" y="245"/>
                    <a:pt x="432" y="245"/>
                  </a:cubicBezTo>
                  <a:cubicBezTo>
                    <a:pt x="369" y="245"/>
                    <a:pt x="316" y="318"/>
                    <a:pt x="362" y="380"/>
                  </a:cubicBezTo>
                  <a:lnTo>
                    <a:pt x="664" y="701"/>
                  </a:lnTo>
                  <a:lnTo>
                    <a:pt x="115" y="707"/>
                  </a:lnTo>
                  <a:cubicBezTo>
                    <a:pt x="1" y="707"/>
                    <a:pt x="1" y="877"/>
                    <a:pt x="115" y="877"/>
                  </a:cubicBezTo>
                  <a:lnTo>
                    <a:pt x="618" y="874"/>
                  </a:lnTo>
                  <a:lnTo>
                    <a:pt x="229" y="1142"/>
                  </a:lnTo>
                  <a:cubicBezTo>
                    <a:pt x="189" y="1170"/>
                    <a:pt x="180" y="1222"/>
                    <a:pt x="208" y="1262"/>
                  </a:cubicBezTo>
                  <a:cubicBezTo>
                    <a:pt x="225" y="1285"/>
                    <a:pt x="252" y="1298"/>
                    <a:pt x="279" y="1298"/>
                  </a:cubicBezTo>
                  <a:cubicBezTo>
                    <a:pt x="296" y="1298"/>
                    <a:pt x="313" y="1293"/>
                    <a:pt x="328" y="1284"/>
                  </a:cubicBezTo>
                  <a:lnTo>
                    <a:pt x="775" y="969"/>
                  </a:lnTo>
                  <a:lnTo>
                    <a:pt x="775" y="1528"/>
                  </a:lnTo>
                  <a:cubicBezTo>
                    <a:pt x="772" y="1574"/>
                    <a:pt x="812" y="1614"/>
                    <a:pt x="858" y="1614"/>
                  </a:cubicBezTo>
                  <a:cubicBezTo>
                    <a:pt x="905" y="1614"/>
                    <a:pt x="945" y="1574"/>
                    <a:pt x="945" y="1528"/>
                  </a:cubicBezTo>
                  <a:lnTo>
                    <a:pt x="948" y="1000"/>
                  </a:lnTo>
                  <a:lnTo>
                    <a:pt x="1259" y="1333"/>
                  </a:lnTo>
                  <a:cubicBezTo>
                    <a:pt x="1278" y="1353"/>
                    <a:pt x="1300" y="1361"/>
                    <a:pt x="1321" y="1361"/>
                  </a:cubicBezTo>
                  <a:cubicBezTo>
                    <a:pt x="1387" y="1361"/>
                    <a:pt x="1444" y="1277"/>
                    <a:pt x="1386" y="1213"/>
                  </a:cubicBezTo>
                  <a:lnTo>
                    <a:pt x="1059" y="868"/>
                  </a:lnTo>
                  <a:lnTo>
                    <a:pt x="1503" y="865"/>
                  </a:lnTo>
                  <a:cubicBezTo>
                    <a:pt x="1617" y="861"/>
                    <a:pt x="1617" y="692"/>
                    <a:pt x="1503" y="692"/>
                  </a:cubicBezTo>
                  <a:lnTo>
                    <a:pt x="1173" y="695"/>
                  </a:lnTo>
                  <a:lnTo>
                    <a:pt x="1518" y="454"/>
                  </a:lnTo>
                  <a:cubicBezTo>
                    <a:pt x="1597" y="401"/>
                    <a:pt x="1544" y="296"/>
                    <a:pt x="1472" y="296"/>
                  </a:cubicBezTo>
                  <a:cubicBezTo>
                    <a:pt x="1456" y="296"/>
                    <a:pt x="1439" y="301"/>
                    <a:pt x="1423" y="312"/>
                  </a:cubicBezTo>
                  <a:lnTo>
                    <a:pt x="951" y="639"/>
                  </a:lnTo>
                  <a:lnTo>
                    <a:pt x="954" y="87"/>
                  </a:lnTo>
                  <a:cubicBezTo>
                    <a:pt x="954" y="41"/>
                    <a:pt x="917" y="1"/>
                    <a:pt x="8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16"/>
            <p:cNvSpPr/>
            <p:nvPr/>
          </p:nvSpPr>
          <p:spPr>
            <a:xfrm>
              <a:off x="8957048" y="1145935"/>
              <a:ext cx="82881" cy="75566"/>
            </a:xfrm>
            <a:custGeom>
              <a:avLst/>
              <a:gdLst/>
              <a:ahLst/>
              <a:cxnLst/>
              <a:rect l="l" t="t" r="r" b="b"/>
              <a:pathLst>
                <a:path w="1303" h="1188" extrusionOk="0">
                  <a:moveTo>
                    <a:pt x="710" y="173"/>
                  </a:moveTo>
                  <a:cubicBezTo>
                    <a:pt x="941" y="173"/>
                    <a:pt x="1129" y="364"/>
                    <a:pt x="1129" y="595"/>
                  </a:cubicBezTo>
                  <a:cubicBezTo>
                    <a:pt x="1126" y="827"/>
                    <a:pt x="938" y="1012"/>
                    <a:pt x="707" y="1015"/>
                  </a:cubicBezTo>
                  <a:cubicBezTo>
                    <a:pt x="476" y="1015"/>
                    <a:pt x="287" y="823"/>
                    <a:pt x="287" y="592"/>
                  </a:cubicBezTo>
                  <a:cubicBezTo>
                    <a:pt x="287" y="358"/>
                    <a:pt x="479" y="173"/>
                    <a:pt x="710" y="173"/>
                  </a:cubicBezTo>
                  <a:close/>
                  <a:moveTo>
                    <a:pt x="712" y="1"/>
                  </a:moveTo>
                  <a:cubicBezTo>
                    <a:pt x="485" y="1"/>
                    <a:pt x="263" y="130"/>
                    <a:pt x="164" y="364"/>
                  </a:cubicBezTo>
                  <a:cubicBezTo>
                    <a:pt x="1" y="752"/>
                    <a:pt x="284" y="1184"/>
                    <a:pt x="707" y="1187"/>
                  </a:cubicBezTo>
                  <a:lnTo>
                    <a:pt x="710" y="1187"/>
                  </a:lnTo>
                  <a:cubicBezTo>
                    <a:pt x="1034" y="1187"/>
                    <a:pt x="1299" y="922"/>
                    <a:pt x="1302" y="595"/>
                  </a:cubicBezTo>
                  <a:cubicBezTo>
                    <a:pt x="1302" y="438"/>
                    <a:pt x="1240" y="287"/>
                    <a:pt x="1129" y="176"/>
                  </a:cubicBezTo>
                  <a:cubicBezTo>
                    <a:pt x="1012" y="57"/>
                    <a:pt x="861" y="1"/>
                    <a:pt x="7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74" name="Google Shape;1574;p16"/>
            <p:cNvGrpSpPr/>
            <p:nvPr/>
          </p:nvGrpSpPr>
          <p:grpSpPr>
            <a:xfrm>
              <a:off x="7853382" y="19774"/>
              <a:ext cx="394623" cy="297061"/>
              <a:chOff x="85157" y="4436674"/>
              <a:chExt cx="394623" cy="297061"/>
            </a:xfrm>
          </p:grpSpPr>
          <p:sp>
            <p:nvSpPr>
              <p:cNvPr id="1575" name="Google Shape;1575;p16"/>
              <p:cNvSpPr/>
              <p:nvPr/>
            </p:nvSpPr>
            <p:spPr>
              <a:xfrm flipH="1">
                <a:off x="381812" y="4602895"/>
                <a:ext cx="97968" cy="74569"/>
              </a:xfrm>
              <a:custGeom>
                <a:avLst/>
                <a:gdLst/>
                <a:ahLst/>
                <a:cxnLst/>
                <a:rect l="l" t="t" r="r" b="b"/>
                <a:pathLst>
                  <a:path w="1210" h="921" extrusionOk="0">
                    <a:moveTo>
                      <a:pt x="861" y="1"/>
                    </a:moveTo>
                    <a:cubicBezTo>
                      <a:pt x="840" y="1"/>
                      <a:pt x="818" y="10"/>
                      <a:pt x="800" y="32"/>
                    </a:cubicBezTo>
                    <a:cubicBezTo>
                      <a:pt x="1" y="788"/>
                      <a:pt x="26" y="822"/>
                      <a:pt x="78" y="890"/>
                    </a:cubicBezTo>
                    <a:cubicBezTo>
                      <a:pt x="97" y="911"/>
                      <a:pt x="152" y="921"/>
                      <a:pt x="229" y="921"/>
                    </a:cubicBezTo>
                    <a:cubicBezTo>
                      <a:pt x="525" y="921"/>
                      <a:pt x="1139" y="788"/>
                      <a:pt x="1145" y="782"/>
                    </a:cubicBezTo>
                    <a:cubicBezTo>
                      <a:pt x="1188" y="769"/>
                      <a:pt x="1210" y="723"/>
                      <a:pt x="1195" y="683"/>
                    </a:cubicBezTo>
                    <a:cubicBezTo>
                      <a:pt x="1182" y="648"/>
                      <a:pt x="1151" y="627"/>
                      <a:pt x="1117" y="627"/>
                    </a:cubicBezTo>
                    <a:cubicBezTo>
                      <a:pt x="1109" y="627"/>
                      <a:pt x="1101" y="628"/>
                      <a:pt x="1093" y="631"/>
                    </a:cubicBezTo>
                    <a:cubicBezTo>
                      <a:pt x="1028" y="649"/>
                      <a:pt x="544" y="729"/>
                      <a:pt x="300" y="757"/>
                    </a:cubicBezTo>
                    <a:cubicBezTo>
                      <a:pt x="427" y="615"/>
                      <a:pt x="676" y="368"/>
                      <a:pt x="911" y="146"/>
                    </a:cubicBezTo>
                    <a:cubicBezTo>
                      <a:pt x="981" y="90"/>
                      <a:pt x="925" y="1"/>
                      <a:pt x="861"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576" name="Google Shape;1576;p16"/>
              <p:cNvSpPr/>
              <p:nvPr/>
            </p:nvSpPr>
            <p:spPr>
              <a:xfrm flipH="1">
                <a:off x="85157" y="4436674"/>
                <a:ext cx="358432" cy="297061"/>
              </a:xfrm>
              <a:custGeom>
                <a:avLst/>
                <a:gdLst/>
                <a:ahLst/>
                <a:cxnLst/>
                <a:rect l="l" t="t" r="r" b="b"/>
                <a:pathLst>
                  <a:path w="4427" h="3669" extrusionOk="0">
                    <a:moveTo>
                      <a:pt x="1234" y="0"/>
                    </a:moveTo>
                    <a:cubicBezTo>
                      <a:pt x="1179" y="0"/>
                      <a:pt x="1127" y="25"/>
                      <a:pt x="1081" y="84"/>
                    </a:cubicBezTo>
                    <a:cubicBezTo>
                      <a:pt x="769" y="478"/>
                      <a:pt x="1463" y="1792"/>
                      <a:pt x="1463" y="1792"/>
                    </a:cubicBezTo>
                    <a:cubicBezTo>
                      <a:pt x="1463" y="1792"/>
                      <a:pt x="991" y="1509"/>
                      <a:pt x="617" y="1509"/>
                    </a:cubicBezTo>
                    <a:cubicBezTo>
                      <a:pt x="424" y="1509"/>
                      <a:pt x="257" y="1585"/>
                      <a:pt x="195" y="1814"/>
                    </a:cubicBezTo>
                    <a:cubicBezTo>
                      <a:pt x="0" y="2525"/>
                      <a:pt x="944" y="3669"/>
                      <a:pt x="2021" y="3669"/>
                    </a:cubicBezTo>
                    <a:cubicBezTo>
                      <a:pt x="2356" y="3669"/>
                      <a:pt x="2703" y="3559"/>
                      <a:pt x="3033" y="3291"/>
                    </a:cubicBezTo>
                    <a:cubicBezTo>
                      <a:pt x="4427" y="2162"/>
                      <a:pt x="3613" y="852"/>
                      <a:pt x="3613" y="852"/>
                    </a:cubicBezTo>
                    <a:lnTo>
                      <a:pt x="3613" y="852"/>
                    </a:lnTo>
                    <a:lnTo>
                      <a:pt x="2913" y="1490"/>
                    </a:lnTo>
                    <a:cubicBezTo>
                      <a:pt x="2913" y="1490"/>
                      <a:pt x="2795" y="608"/>
                      <a:pt x="2358" y="383"/>
                    </a:cubicBezTo>
                    <a:cubicBezTo>
                      <a:pt x="2294" y="350"/>
                      <a:pt x="2242" y="336"/>
                      <a:pt x="2198" y="336"/>
                    </a:cubicBezTo>
                    <a:cubicBezTo>
                      <a:pt x="1936" y="336"/>
                      <a:pt x="1981" y="827"/>
                      <a:pt x="1981" y="827"/>
                    </a:cubicBezTo>
                    <a:cubicBezTo>
                      <a:pt x="1981" y="827"/>
                      <a:pt x="1553" y="0"/>
                      <a:pt x="12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16"/>
              <p:cNvSpPr/>
              <p:nvPr/>
            </p:nvSpPr>
            <p:spPr>
              <a:xfrm flipH="1">
                <a:off x="362057" y="4580549"/>
                <a:ext cx="53437" cy="51008"/>
              </a:xfrm>
              <a:custGeom>
                <a:avLst/>
                <a:gdLst/>
                <a:ahLst/>
                <a:cxnLst/>
                <a:rect l="l" t="t" r="r" b="b"/>
                <a:pathLst>
                  <a:path w="660" h="630" extrusionOk="0">
                    <a:moveTo>
                      <a:pt x="428" y="0"/>
                    </a:moveTo>
                    <a:cubicBezTo>
                      <a:pt x="374" y="0"/>
                      <a:pt x="319" y="53"/>
                      <a:pt x="351" y="117"/>
                    </a:cubicBezTo>
                    <a:cubicBezTo>
                      <a:pt x="407" y="237"/>
                      <a:pt x="444" y="392"/>
                      <a:pt x="428" y="456"/>
                    </a:cubicBezTo>
                    <a:cubicBezTo>
                      <a:pt x="373" y="419"/>
                      <a:pt x="262" y="287"/>
                      <a:pt x="175" y="154"/>
                    </a:cubicBezTo>
                    <a:cubicBezTo>
                      <a:pt x="158" y="126"/>
                      <a:pt x="133" y="114"/>
                      <a:pt x="109" y="114"/>
                    </a:cubicBezTo>
                    <a:cubicBezTo>
                      <a:pt x="54" y="114"/>
                      <a:pt x="1" y="176"/>
                      <a:pt x="40" y="240"/>
                    </a:cubicBezTo>
                    <a:cubicBezTo>
                      <a:pt x="132" y="382"/>
                      <a:pt x="305" y="623"/>
                      <a:pt x="441" y="629"/>
                    </a:cubicBezTo>
                    <a:lnTo>
                      <a:pt x="447" y="629"/>
                    </a:lnTo>
                    <a:cubicBezTo>
                      <a:pt x="487" y="629"/>
                      <a:pt x="524" y="611"/>
                      <a:pt x="549" y="580"/>
                    </a:cubicBezTo>
                    <a:cubicBezTo>
                      <a:pt x="660" y="438"/>
                      <a:pt x="539" y="139"/>
                      <a:pt x="499" y="52"/>
                    </a:cubicBezTo>
                    <a:cubicBezTo>
                      <a:pt x="485" y="16"/>
                      <a:pt x="457" y="0"/>
                      <a:pt x="428"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578" name="Google Shape;1578;p16"/>
              <p:cNvSpPr/>
              <p:nvPr/>
            </p:nvSpPr>
            <p:spPr>
              <a:xfrm flipH="1">
                <a:off x="219396" y="4507518"/>
                <a:ext cx="103554" cy="101287"/>
              </a:xfrm>
              <a:custGeom>
                <a:avLst/>
                <a:gdLst/>
                <a:ahLst/>
                <a:cxnLst/>
                <a:rect l="l" t="t" r="r" b="b"/>
                <a:pathLst>
                  <a:path w="1279" h="1251" extrusionOk="0">
                    <a:moveTo>
                      <a:pt x="847" y="0"/>
                    </a:moveTo>
                    <a:cubicBezTo>
                      <a:pt x="816" y="0"/>
                      <a:pt x="784" y="9"/>
                      <a:pt x="756" y="26"/>
                    </a:cubicBezTo>
                    <a:cubicBezTo>
                      <a:pt x="667" y="88"/>
                      <a:pt x="642" y="242"/>
                      <a:pt x="642" y="387"/>
                    </a:cubicBezTo>
                    <a:cubicBezTo>
                      <a:pt x="473" y="222"/>
                      <a:pt x="340" y="137"/>
                      <a:pt x="245" y="137"/>
                    </a:cubicBezTo>
                    <a:cubicBezTo>
                      <a:pt x="214" y="137"/>
                      <a:pt x="187" y="146"/>
                      <a:pt x="164" y="165"/>
                    </a:cubicBezTo>
                    <a:cubicBezTo>
                      <a:pt x="124" y="192"/>
                      <a:pt x="1" y="288"/>
                      <a:pt x="386" y="1201"/>
                    </a:cubicBezTo>
                    <a:cubicBezTo>
                      <a:pt x="399" y="1232"/>
                      <a:pt x="430" y="1250"/>
                      <a:pt x="460" y="1250"/>
                    </a:cubicBezTo>
                    <a:cubicBezTo>
                      <a:pt x="473" y="1250"/>
                      <a:pt x="485" y="1247"/>
                      <a:pt x="494" y="1241"/>
                    </a:cubicBezTo>
                    <a:cubicBezTo>
                      <a:pt x="534" y="1226"/>
                      <a:pt x="553" y="1176"/>
                      <a:pt x="537" y="1136"/>
                    </a:cubicBezTo>
                    <a:cubicBezTo>
                      <a:pt x="402" y="812"/>
                      <a:pt x="272" y="424"/>
                      <a:pt x="272" y="300"/>
                    </a:cubicBezTo>
                    <a:lnTo>
                      <a:pt x="272" y="300"/>
                    </a:lnTo>
                    <a:cubicBezTo>
                      <a:pt x="349" y="331"/>
                      <a:pt x="525" y="485"/>
                      <a:pt x="676" y="655"/>
                    </a:cubicBezTo>
                    <a:cubicBezTo>
                      <a:pt x="693" y="674"/>
                      <a:pt x="715" y="682"/>
                      <a:pt x="736" y="682"/>
                    </a:cubicBezTo>
                    <a:cubicBezTo>
                      <a:pt x="779" y="682"/>
                      <a:pt x="821" y="646"/>
                      <a:pt x="815" y="593"/>
                    </a:cubicBezTo>
                    <a:cubicBezTo>
                      <a:pt x="793" y="399"/>
                      <a:pt x="812" y="189"/>
                      <a:pt x="843" y="162"/>
                    </a:cubicBezTo>
                    <a:cubicBezTo>
                      <a:pt x="849" y="162"/>
                      <a:pt x="855" y="165"/>
                      <a:pt x="861" y="168"/>
                    </a:cubicBezTo>
                    <a:cubicBezTo>
                      <a:pt x="1006" y="248"/>
                      <a:pt x="1093" y="606"/>
                      <a:pt x="1111" y="815"/>
                    </a:cubicBezTo>
                    <a:cubicBezTo>
                      <a:pt x="1114" y="867"/>
                      <a:pt x="1152" y="891"/>
                      <a:pt x="1190" y="891"/>
                    </a:cubicBezTo>
                    <a:cubicBezTo>
                      <a:pt x="1234" y="891"/>
                      <a:pt x="1278" y="859"/>
                      <a:pt x="1272" y="800"/>
                    </a:cubicBezTo>
                    <a:cubicBezTo>
                      <a:pt x="1265" y="735"/>
                      <a:pt x="1207" y="171"/>
                      <a:pt x="938" y="26"/>
                    </a:cubicBezTo>
                    <a:cubicBezTo>
                      <a:pt x="911" y="9"/>
                      <a:pt x="879" y="0"/>
                      <a:pt x="847"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579" name="Google Shape;1579;p16"/>
              <p:cNvSpPr/>
              <p:nvPr/>
            </p:nvSpPr>
            <p:spPr>
              <a:xfrm flipH="1">
                <a:off x="182072" y="4624513"/>
                <a:ext cx="177556" cy="91895"/>
              </a:xfrm>
              <a:custGeom>
                <a:avLst/>
                <a:gdLst/>
                <a:ahLst/>
                <a:cxnLst/>
                <a:rect l="l" t="t" r="r" b="b"/>
                <a:pathLst>
                  <a:path w="2193" h="1135" extrusionOk="0">
                    <a:moveTo>
                      <a:pt x="2091" y="0"/>
                    </a:moveTo>
                    <a:cubicBezTo>
                      <a:pt x="2061" y="0"/>
                      <a:pt x="2030" y="17"/>
                      <a:pt x="2018" y="55"/>
                    </a:cubicBezTo>
                    <a:cubicBezTo>
                      <a:pt x="2014" y="61"/>
                      <a:pt x="1795" y="672"/>
                      <a:pt x="1265" y="891"/>
                    </a:cubicBezTo>
                    <a:cubicBezTo>
                      <a:pt x="1137" y="944"/>
                      <a:pt x="1000" y="970"/>
                      <a:pt x="856" y="970"/>
                    </a:cubicBezTo>
                    <a:cubicBezTo>
                      <a:pt x="640" y="970"/>
                      <a:pt x="406" y="911"/>
                      <a:pt x="158" y="792"/>
                    </a:cubicBezTo>
                    <a:cubicBezTo>
                      <a:pt x="143" y="784"/>
                      <a:pt x="129" y="780"/>
                      <a:pt x="116" y="780"/>
                    </a:cubicBezTo>
                    <a:cubicBezTo>
                      <a:pt x="41" y="780"/>
                      <a:pt x="1" y="898"/>
                      <a:pt x="90" y="937"/>
                    </a:cubicBezTo>
                    <a:cubicBezTo>
                      <a:pt x="361" y="1067"/>
                      <a:pt x="620" y="1135"/>
                      <a:pt x="861" y="1135"/>
                    </a:cubicBezTo>
                    <a:cubicBezTo>
                      <a:pt x="1021" y="1135"/>
                      <a:pt x="1182" y="1104"/>
                      <a:pt x="1330" y="1042"/>
                    </a:cubicBezTo>
                    <a:cubicBezTo>
                      <a:pt x="1928" y="792"/>
                      <a:pt x="2163" y="135"/>
                      <a:pt x="2172" y="108"/>
                    </a:cubicBezTo>
                    <a:cubicBezTo>
                      <a:pt x="2193" y="44"/>
                      <a:pt x="2141" y="0"/>
                      <a:pt x="2091"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grpSp>
        <p:nvGrpSpPr>
          <p:cNvPr id="1580" name="Google Shape;1580;p16"/>
          <p:cNvGrpSpPr/>
          <p:nvPr/>
        </p:nvGrpSpPr>
        <p:grpSpPr>
          <a:xfrm>
            <a:off x="64228" y="100651"/>
            <a:ext cx="1775721" cy="1443485"/>
            <a:chOff x="64228" y="100651"/>
            <a:chExt cx="1775721" cy="1443485"/>
          </a:xfrm>
        </p:grpSpPr>
        <p:grpSp>
          <p:nvGrpSpPr>
            <p:cNvPr id="1581" name="Google Shape;1581;p16"/>
            <p:cNvGrpSpPr/>
            <p:nvPr/>
          </p:nvGrpSpPr>
          <p:grpSpPr>
            <a:xfrm>
              <a:off x="207153" y="986833"/>
              <a:ext cx="367879" cy="258973"/>
              <a:chOff x="8341725" y="115829"/>
              <a:chExt cx="267198" cy="188098"/>
            </a:xfrm>
          </p:grpSpPr>
          <p:sp>
            <p:nvSpPr>
              <p:cNvPr id="1582" name="Google Shape;1582;p16"/>
              <p:cNvSpPr/>
              <p:nvPr/>
            </p:nvSpPr>
            <p:spPr>
              <a:xfrm>
                <a:off x="8405670" y="188118"/>
                <a:ext cx="107912" cy="91561"/>
              </a:xfrm>
              <a:custGeom>
                <a:avLst/>
                <a:gdLst/>
                <a:ahLst/>
                <a:cxnLst/>
                <a:rect l="l" t="t" r="r" b="b"/>
                <a:pathLst>
                  <a:path w="2884" h="2447" extrusionOk="0">
                    <a:moveTo>
                      <a:pt x="1471" y="0"/>
                    </a:moveTo>
                    <a:cubicBezTo>
                      <a:pt x="674" y="0"/>
                      <a:pt x="207" y="963"/>
                      <a:pt x="0" y="1543"/>
                    </a:cubicBezTo>
                    <a:lnTo>
                      <a:pt x="509" y="1710"/>
                    </a:lnTo>
                    <a:cubicBezTo>
                      <a:pt x="509" y="1710"/>
                      <a:pt x="918" y="578"/>
                      <a:pt x="1479" y="578"/>
                    </a:cubicBezTo>
                    <a:cubicBezTo>
                      <a:pt x="1552" y="578"/>
                      <a:pt x="1626" y="597"/>
                      <a:pt x="1703" y="639"/>
                    </a:cubicBezTo>
                    <a:cubicBezTo>
                      <a:pt x="2375" y="1009"/>
                      <a:pt x="2030" y="2212"/>
                      <a:pt x="2030" y="2212"/>
                    </a:cubicBezTo>
                    <a:lnTo>
                      <a:pt x="2647" y="2447"/>
                    </a:lnTo>
                    <a:cubicBezTo>
                      <a:pt x="2770" y="1759"/>
                      <a:pt x="2884" y="312"/>
                      <a:pt x="1724" y="32"/>
                    </a:cubicBezTo>
                    <a:cubicBezTo>
                      <a:pt x="1636" y="10"/>
                      <a:pt x="1552" y="0"/>
                      <a:pt x="1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16"/>
              <p:cNvSpPr/>
              <p:nvPr/>
            </p:nvSpPr>
            <p:spPr>
              <a:xfrm>
                <a:off x="8341725" y="115829"/>
                <a:ext cx="267198" cy="188098"/>
              </a:xfrm>
              <a:custGeom>
                <a:avLst/>
                <a:gdLst/>
                <a:ahLst/>
                <a:cxnLst/>
                <a:rect l="l" t="t" r="r" b="b"/>
                <a:pathLst>
                  <a:path w="7141" h="5027" extrusionOk="0">
                    <a:moveTo>
                      <a:pt x="3198" y="0"/>
                    </a:moveTo>
                    <a:cubicBezTo>
                      <a:pt x="998" y="0"/>
                      <a:pt x="1" y="2926"/>
                      <a:pt x="1" y="2926"/>
                    </a:cubicBezTo>
                    <a:lnTo>
                      <a:pt x="475" y="3080"/>
                    </a:lnTo>
                    <a:cubicBezTo>
                      <a:pt x="742" y="2290"/>
                      <a:pt x="1495" y="619"/>
                      <a:pt x="3054" y="619"/>
                    </a:cubicBezTo>
                    <a:cubicBezTo>
                      <a:pt x="3284" y="619"/>
                      <a:pt x="3531" y="655"/>
                      <a:pt x="3797" y="736"/>
                    </a:cubicBezTo>
                    <a:cubicBezTo>
                      <a:pt x="6456" y="1541"/>
                      <a:pt x="5916" y="4018"/>
                      <a:pt x="5648" y="4866"/>
                    </a:cubicBezTo>
                    <a:lnTo>
                      <a:pt x="6067" y="5026"/>
                    </a:lnTo>
                    <a:cubicBezTo>
                      <a:pt x="6067" y="5026"/>
                      <a:pt x="7141" y="1301"/>
                      <a:pt x="4223" y="199"/>
                    </a:cubicBezTo>
                    <a:cubicBezTo>
                      <a:pt x="3856" y="61"/>
                      <a:pt x="3515" y="0"/>
                      <a:pt x="31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16"/>
              <p:cNvSpPr/>
              <p:nvPr/>
            </p:nvSpPr>
            <p:spPr>
              <a:xfrm>
                <a:off x="8359386" y="138953"/>
                <a:ext cx="223906" cy="158950"/>
              </a:xfrm>
              <a:custGeom>
                <a:avLst/>
                <a:gdLst/>
                <a:ahLst/>
                <a:cxnLst/>
                <a:rect l="l" t="t" r="r" b="b"/>
                <a:pathLst>
                  <a:path w="5984" h="4248" extrusionOk="0">
                    <a:moveTo>
                      <a:pt x="2582" y="1"/>
                    </a:moveTo>
                    <a:cubicBezTo>
                      <a:pt x="1023" y="1"/>
                      <a:pt x="269" y="1672"/>
                      <a:pt x="0" y="2459"/>
                    </a:cubicBezTo>
                    <a:lnTo>
                      <a:pt x="627" y="2660"/>
                    </a:lnTo>
                    <a:cubicBezTo>
                      <a:pt x="890" y="1900"/>
                      <a:pt x="1508" y="619"/>
                      <a:pt x="2695" y="619"/>
                    </a:cubicBezTo>
                    <a:cubicBezTo>
                      <a:pt x="2983" y="619"/>
                      <a:pt x="3304" y="694"/>
                      <a:pt x="3661" y="871"/>
                    </a:cubicBezTo>
                    <a:cubicBezTo>
                      <a:pt x="4861" y="1463"/>
                      <a:pt x="4710" y="3199"/>
                      <a:pt x="4562" y="4017"/>
                    </a:cubicBezTo>
                    <a:lnTo>
                      <a:pt x="5173" y="4248"/>
                    </a:lnTo>
                    <a:cubicBezTo>
                      <a:pt x="5444" y="3400"/>
                      <a:pt x="5984" y="923"/>
                      <a:pt x="3325" y="118"/>
                    </a:cubicBezTo>
                    <a:cubicBezTo>
                      <a:pt x="3059" y="37"/>
                      <a:pt x="2812" y="1"/>
                      <a:pt x="258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16"/>
              <p:cNvSpPr/>
              <p:nvPr/>
            </p:nvSpPr>
            <p:spPr>
              <a:xfrm>
                <a:off x="8382696" y="162076"/>
                <a:ext cx="158613" cy="127182"/>
              </a:xfrm>
              <a:custGeom>
                <a:avLst/>
                <a:gdLst/>
                <a:ahLst/>
                <a:cxnLst/>
                <a:rect l="l" t="t" r="r" b="b"/>
                <a:pathLst>
                  <a:path w="4239" h="3399" extrusionOk="0">
                    <a:moveTo>
                      <a:pt x="2072" y="1"/>
                    </a:moveTo>
                    <a:cubicBezTo>
                      <a:pt x="884" y="1"/>
                      <a:pt x="264" y="1282"/>
                      <a:pt x="0" y="2042"/>
                    </a:cubicBezTo>
                    <a:lnTo>
                      <a:pt x="614" y="2239"/>
                    </a:lnTo>
                    <a:cubicBezTo>
                      <a:pt x="824" y="1659"/>
                      <a:pt x="1288" y="696"/>
                      <a:pt x="2085" y="696"/>
                    </a:cubicBezTo>
                    <a:cubicBezTo>
                      <a:pt x="2166" y="696"/>
                      <a:pt x="2250" y="706"/>
                      <a:pt x="2338" y="728"/>
                    </a:cubicBezTo>
                    <a:cubicBezTo>
                      <a:pt x="3498" y="1008"/>
                      <a:pt x="3384" y="2455"/>
                      <a:pt x="3261" y="3140"/>
                    </a:cubicBezTo>
                    <a:lnTo>
                      <a:pt x="3939" y="3399"/>
                    </a:lnTo>
                    <a:cubicBezTo>
                      <a:pt x="4084" y="2581"/>
                      <a:pt x="4238" y="845"/>
                      <a:pt x="3038" y="253"/>
                    </a:cubicBezTo>
                    <a:cubicBezTo>
                      <a:pt x="2681" y="76"/>
                      <a:pt x="2360" y="1"/>
                      <a:pt x="20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16"/>
              <p:cNvSpPr/>
              <p:nvPr/>
            </p:nvSpPr>
            <p:spPr>
              <a:xfrm>
                <a:off x="8355644" y="135024"/>
                <a:ext cx="241044" cy="163814"/>
              </a:xfrm>
              <a:custGeom>
                <a:avLst/>
                <a:gdLst/>
                <a:ahLst/>
                <a:cxnLst/>
                <a:rect l="l" t="t" r="r" b="b"/>
                <a:pathLst>
                  <a:path w="6442" h="4378" extrusionOk="0">
                    <a:moveTo>
                      <a:pt x="2825" y="0"/>
                    </a:moveTo>
                    <a:cubicBezTo>
                      <a:pt x="2536" y="0"/>
                      <a:pt x="2256" y="58"/>
                      <a:pt x="1985" y="174"/>
                    </a:cubicBezTo>
                    <a:cubicBezTo>
                      <a:pt x="671" y="738"/>
                      <a:pt x="48" y="2465"/>
                      <a:pt x="23" y="2536"/>
                    </a:cubicBezTo>
                    <a:cubicBezTo>
                      <a:pt x="0" y="2602"/>
                      <a:pt x="51" y="2647"/>
                      <a:pt x="102" y="2647"/>
                    </a:cubicBezTo>
                    <a:cubicBezTo>
                      <a:pt x="133" y="2647"/>
                      <a:pt x="164" y="2630"/>
                      <a:pt x="178" y="2592"/>
                    </a:cubicBezTo>
                    <a:cubicBezTo>
                      <a:pt x="184" y="2573"/>
                      <a:pt x="801" y="862"/>
                      <a:pt x="2050" y="322"/>
                    </a:cubicBezTo>
                    <a:cubicBezTo>
                      <a:pt x="2299" y="216"/>
                      <a:pt x="2558" y="163"/>
                      <a:pt x="2824" y="163"/>
                    </a:cubicBezTo>
                    <a:cubicBezTo>
                      <a:pt x="3140" y="163"/>
                      <a:pt x="3467" y="238"/>
                      <a:pt x="3802" y="387"/>
                    </a:cubicBezTo>
                    <a:cubicBezTo>
                      <a:pt x="4822" y="843"/>
                      <a:pt x="5368" y="1630"/>
                      <a:pt x="5424" y="2728"/>
                    </a:cubicBezTo>
                    <a:cubicBezTo>
                      <a:pt x="5445" y="3249"/>
                      <a:pt x="5368" y="3773"/>
                      <a:pt x="5199" y="4267"/>
                    </a:cubicBezTo>
                    <a:cubicBezTo>
                      <a:pt x="5183" y="4310"/>
                      <a:pt x="5205" y="4356"/>
                      <a:pt x="5245" y="4371"/>
                    </a:cubicBezTo>
                    <a:cubicBezTo>
                      <a:pt x="5254" y="4375"/>
                      <a:pt x="5263" y="4378"/>
                      <a:pt x="5276" y="4378"/>
                    </a:cubicBezTo>
                    <a:cubicBezTo>
                      <a:pt x="5307" y="4375"/>
                      <a:pt x="5334" y="4356"/>
                      <a:pt x="5347" y="4325"/>
                    </a:cubicBezTo>
                    <a:cubicBezTo>
                      <a:pt x="5359" y="4294"/>
                      <a:pt x="6442" y="1389"/>
                      <a:pt x="3863" y="239"/>
                    </a:cubicBezTo>
                    <a:cubicBezTo>
                      <a:pt x="3508" y="79"/>
                      <a:pt x="3161" y="0"/>
                      <a:pt x="2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16"/>
              <p:cNvSpPr/>
              <p:nvPr/>
            </p:nvSpPr>
            <p:spPr>
              <a:xfrm>
                <a:off x="8378917" y="160430"/>
                <a:ext cx="167107" cy="131822"/>
              </a:xfrm>
              <a:custGeom>
                <a:avLst/>
                <a:gdLst/>
                <a:ahLst/>
                <a:cxnLst/>
                <a:rect l="l" t="t" r="r" b="b"/>
                <a:pathLst>
                  <a:path w="4466" h="3523" extrusionOk="0">
                    <a:moveTo>
                      <a:pt x="2270" y="0"/>
                    </a:moveTo>
                    <a:cubicBezTo>
                      <a:pt x="2003" y="0"/>
                      <a:pt x="1745" y="61"/>
                      <a:pt x="1499" y="183"/>
                    </a:cubicBezTo>
                    <a:cubicBezTo>
                      <a:pt x="493" y="679"/>
                      <a:pt x="43" y="2005"/>
                      <a:pt x="21" y="2064"/>
                    </a:cubicBezTo>
                    <a:cubicBezTo>
                      <a:pt x="0" y="2127"/>
                      <a:pt x="51" y="2169"/>
                      <a:pt x="100" y="2169"/>
                    </a:cubicBezTo>
                    <a:cubicBezTo>
                      <a:pt x="131" y="2169"/>
                      <a:pt x="162" y="2153"/>
                      <a:pt x="175" y="2113"/>
                    </a:cubicBezTo>
                    <a:cubicBezTo>
                      <a:pt x="182" y="2101"/>
                      <a:pt x="626" y="793"/>
                      <a:pt x="1573" y="328"/>
                    </a:cubicBezTo>
                    <a:cubicBezTo>
                      <a:pt x="1793" y="217"/>
                      <a:pt x="2027" y="162"/>
                      <a:pt x="2269" y="162"/>
                    </a:cubicBezTo>
                    <a:cubicBezTo>
                      <a:pt x="2467" y="162"/>
                      <a:pt x="2671" y="199"/>
                      <a:pt x="2880" y="272"/>
                    </a:cubicBezTo>
                    <a:cubicBezTo>
                      <a:pt x="4466" y="818"/>
                      <a:pt x="3966" y="3403"/>
                      <a:pt x="3960" y="3427"/>
                    </a:cubicBezTo>
                    <a:cubicBezTo>
                      <a:pt x="3951" y="3470"/>
                      <a:pt x="3978" y="3514"/>
                      <a:pt x="4022" y="3523"/>
                    </a:cubicBezTo>
                    <a:lnTo>
                      <a:pt x="4040" y="3523"/>
                    </a:lnTo>
                    <a:cubicBezTo>
                      <a:pt x="4077" y="3523"/>
                      <a:pt x="4108" y="3495"/>
                      <a:pt x="4114" y="3461"/>
                    </a:cubicBezTo>
                    <a:cubicBezTo>
                      <a:pt x="4200" y="2986"/>
                      <a:pt x="4222" y="2505"/>
                      <a:pt x="4179" y="2027"/>
                    </a:cubicBezTo>
                    <a:cubicBezTo>
                      <a:pt x="4077" y="1025"/>
                      <a:pt x="3648" y="365"/>
                      <a:pt x="2933" y="118"/>
                    </a:cubicBezTo>
                    <a:cubicBezTo>
                      <a:pt x="2706" y="40"/>
                      <a:pt x="2485" y="0"/>
                      <a:pt x="22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16"/>
              <p:cNvSpPr/>
              <p:nvPr/>
            </p:nvSpPr>
            <p:spPr>
              <a:xfrm>
                <a:off x="8401853" y="185237"/>
                <a:ext cx="121906" cy="97435"/>
              </a:xfrm>
              <a:custGeom>
                <a:avLst/>
                <a:gdLst/>
                <a:ahLst/>
                <a:cxnLst/>
                <a:rect l="l" t="t" r="r" b="b"/>
                <a:pathLst>
                  <a:path w="3258" h="2604" extrusionOk="0">
                    <a:moveTo>
                      <a:pt x="1629" y="1"/>
                    </a:moveTo>
                    <a:cubicBezTo>
                      <a:pt x="1471" y="1"/>
                      <a:pt x="1312" y="37"/>
                      <a:pt x="1166" y="109"/>
                    </a:cubicBezTo>
                    <a:cubicBezTo>
                      <a:pt x="429" y="457"/>
                      <a:pt x="41" y="1549"/>
                      <a:pt x="22" y="1595"/>
                    </a:cubicBezTo>
                    <a:cubicBezTo>
                      <a:pt x="1" y="1659"/>
                      <a:pt x="52" y="1703"/>
                      <a:pt x="103" y="1703"/>
                    </a:cubicBezTo>
                    <a:cubicBezTo>
                      <a:pt x="133" y="1703"/>
                      <a:pt x="163" y="1686"/>
                      <a:pt x="176" y="1648"/>
                    </a:cubicBezTo>
                    <a:cubicBezTo>
                      <a:pt x="182" y="1638"/>
                      <a:pt x="562" y="574"/>
                      <a:pt x="1237" y="254"/>
                    </a:cubicBezTo>
                    <a:cubicBezTo>
                      <a:pt x="1360" y="194"/>
                      <a:pt x="1495" y="163"/>
                      <a:pt x="1630" y="163"/>
                    </a:cubicBezTo>
                    <a:cubicBezTo>
                      <a:pt x="1738" y="163"/>
                      <a:pt x="1847" y="183"/>
                      <a:pt x="1950" y="223"/>
                    </a:cubicBezTo>
                    <a:cubicBezTo>
                      <a:pt x="3069" y="624"/>
                      <a:pt x="2674" y="2487"/>
                      <a:pt x="2668" y="2505"/>
                    </a:cubicBezTo>
                    <a:cubicBezTo>
                      <a:pt x="2659" y="2548"/>
                      <a:pt x="2687" y="2592"/>
                      <a:pt x="2730" y="2601"/>
                    </a:cubicBezTo>
                    <a:cubicBezTo>
                      <a:pt x="2736" y="2604"/>
                      <a:pt x="2742" y="2604"/>
                      <a:pt x="2749" y="2604"/>
                    </a:cubicBezTo>
                    <a:cubicBezTo>
                      <a:pt x="2786" y="2601"/>
                      <a:pt x="2816" y="2576"/>
                      <a:pt x="2826" y="2539"/>
                    </a:cubicBezTo>
                    <a:cubicBezTo>
                      <a:pt x="2844" y="2456"/>
                      <a:pt x="3257" y="519"/>
                      <a:pt x="2002" y="69"/>
                    </a:cubicBezTo>
                    <a:cubicBezTo>
                      <a:pt x="1882" y="23"/>
                      <a:pt x="1755" y="1"/>
                      <a:pt x="16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89" name="Google Shape;1589;p16"/>
            <p:cNvSpPr/>
            <p:nvPr/>
          </p:nvSpPr>
          <p:spPr>
            <a:xfrm>
              <a:off x="738125" y="421348"/>
              <a:ext cx="76150" cy="76625"/>
            </a:xfrm>
            <a:custGeom>
              <a:avLst/>
              <a:gdLst/>
              <a:ahLst/>
              <a:cxnLst/>
              <a:rect l="l" t="t" r="r" b="b"/>
              <a:pathLst>
                <a:path w="1518" h="1528" extrusionOk="0">
                  <a:moveTo>
                    <a:pt x="812" y="1"/>
                  </a:moveTo>
                  <a:cubicBezTo>
                    <a:pt x="765" y="1"/>
                    <a:pt x="731" y="38"/>
                    <a:pt x="731" y="81"/>
                  </a:cubicBezTo>
                  <a:lnTo>
                    <a:pt x="728" y="543"/>
                  </a:lnTo>
                  <a:lnTo>
                    <a:pt x="451" y="250"/>
                  </a:lnTo>
                  <a:cubicBezTo>
                    <a:pt x="433" y="232"/>
                    <a:pt x="413" y="224"/>
                    <a:pt x="394" y="224"/>
                  </a:cubicBezTo>
                  <a:cubicBezTo>
                    <a:pt x="332" y="224"/>
                    <a:pt x="277" y="303"/>
                    <a:pt x="333" y="365"/>
                  </a:cubicBezTo>
                  <a:lnTo>
                    <a:pt x="617" y="664"/>
                  </a:lnTo>
                  <a:lnTo>
                    <a:pt x="99" y="670"/>
                  </a:lnTo>
                  <a:cubicBezTo>
                    <a:pt x="0" y="676"/>
                    <a:pt x="0" y="824"/>
                    <a:pt x="99" y="830"/>
                  </a:cubicBezTo>
                  <a:lnTo>
                    <a:pt x="574" y="827"/>
                  </a:lnTo>
                  <a:lnTo>
                    <a:pt x="574" y="827"/>
                  </a:lnTo>
                  <a:lnTo>
                    <a:pt x="207" y="1083"/>
                  </a:lnTo>
                  <a:cubicBezTo>
                    <a:pt x="142" y="1126"/>
                    <a:pt x="173" y="1228"/>
                    <a:pt x="253" y="1228"/>
                  </a:cubicBezTo>
                  <a:cubicBezTo>
                    <a:pt x="269" y="1228"/>
                    <a:pt x="284" y="1225"/>
                    <a:pt x="300" y="1216"/>
                  </a:cubicBezTo>
                  <a:lnTo>
                    <a:pt x="722" y="920"/>
                  </a:lnTo>
                  <a:lnTo>
                    <a:pt x="719" y="1444"/>
                  </a:lnTo>
                  <a:cubicBezTo>
                    <a:pt x="719" y="1490"/>
                    <a:pt x="756" y="1527"/>
                    <a:pt x="802" y="1527"/>
                  </a:cubicBezTo>
                  <a:cubicBezTo>
                    <a:pt x="845" y="1527"/>
                    <a:pt x="882" y="1490"/>
                    <a:pt x="882" y="1447"/>
                  </a:cubicBezTo>
                  <a:lnTo>
                    <a:pt x="886" y="951"/>
                  </a:lnTo>
                  <a:lnTo>
                    <a:pt x="1182" y="1262"/>
                  </a:lnTo>
                  <a:cubicBezTo>
                    <a:pt x="1194" y="1277"/>
                    <a:pt x="1216" y="1287"/>
                    <a:pt x="1240" y="1287"/>
                  </a:cubicBezTo>
                  <a:cubicBezTo>
                    <a:pt x="1311" y="1287"/>
                    <a:pt x="1345" y="1203"/>
                    <a:pt x="1299" y="1151"/>
                  </a:cubicBezTo>
                  <a:lnTo>
                    <a:pt x="990" y="824"/>
                  </a:lnTo>
                  <a:lnTo>
                    <a:pt x="1410" y="818"/>
                  </a:lnTo>
                  <a:cubicBezTo>
                    <a:pt x="1518" y="818"/>
                    <a:pt x="1518" y="658"/>
                    <a:pt x="1410" y="658"/>
                  </a:cubicBezTo>
                  <a:lnTo>
                    <a:pt x="1095" y="661"/>
                  </a:lnTo>
                  <a:lnTo>
                    <a:pt x="1095" y="661"/>
                  </a:lnTo>
                  <a:lnTo>
                    <a:pt x="1425" y="429"/>
                  </a:lnTo>
                  <a:cubicBezTo>
                    <a:pt x="1492" y="378"/>
                    <a:pt x="1443" y="284"/>
                    <a:pt x="1376" y="284"/>
                  </a:cubicBezTo>
                  <a:cubicBezTo>
                    <a:pt x="1362" y="284"/>
                    <a:pt x="1347" y="288"/>
                    <a:pt x="1333" y="297"/>
                  </a:cubicBezTo>
                  <a:lnTo>
                    <a:pt x="889" y="605"/>
                  </a:lnTo>
                  <a:lnTo>
                    <a:pt x="889" y="605"/>
                  </a:lnTo>
                  <a:lnTo>
                    <a:pt x="892" y="84"/>
                  </a:lnTo>
                  <a:cubicBezTo>
                    <a:pt x="892" y="38"/>
                    <a:pt x="855" y="4"/>
                    <a:pt x="8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16"/>
            <p:cNvSpPr/>
            <p:nvPr/>
          </p:nvSpPr>
          <p:spPr>
            <a:xfrm>
              <a:off x="1678526" y="274305"/>
              <a:ext cx="161423" cy="148928"/>
            </a:xfrm>
            <a:custGeom>
              <a:avLst/>
              <a:gdLst/>
              <a:ahLst/>
              <a:cxnLst/>
              <a:rect l="l" t="t" r="r" b="b"/>
              <a:pathLst>
                <a:path w="2558" h="2360" extrusionOk="0">
                  <a:moveTo>
                    <a:pt x="1855" y="179"/>
                  </a:moveTo>
                  <a:lnTo>
                    <a:pt x="1855" y="179"/>
                  </a:lnTo>
                  <a:cubicBezTo>
                    <a:pt x="1827" y="306"/>
                    <a:pt x="1771" y="531"/>
                    <a:pt x="1707" y="790"/>
                  </a:cubicBezTo>
                  <a:cubicBezTo>
                    <a:pt x="1583" y="710"/>
                    <a:pt x="1457" y="630"/>
                    <a:pt x="1330" y="553"/>
                  </a:cubicBezTo>
                  <a:cubicBezTo>
                    <a:pt x="1629" y="306"/>
                    <a:pt x="1781" y="213"/>
                    <a:pt x="1855" y="179"/>
                  </a:cubicBezTo>
                  <a:close/>
                  <a:moveTo>
                    <a:pt x="522" y="287"/>
                  </a:moveTo>
                  <a:cubicBezTo>
                    <a:pt x="704" y="374"/>
                    <a:pt x="880" y="469"/>
                    <a:pt x="1053" y="577"/>
                  </a:cubicBezTo>
                  <a:cubicBezTo>
                    <a:pt x="942" y="670"/>
                    <a:pt x="824" y="778"/>
                    <a:pt x="698" y="892"/>
                  </a:cubicBezTo>
                  <a:cubicBezTo>
                    <a:pt x="575" y="559"/>
                    <a:pt x="531" y="371"/>
                    <a:pt x="522" y="287"/>
                  </a:cubicBezTo>
                  <a:close/>
                  <a:moveTo>
                    <a:pt x="1811" y="1046"/>
                  </a:moveTo>
                  <a:cubicBezTo>
                    <a:pt x="2070" y="1219"/>
                    <a:pt x="2225" y="1330"/>
                    <a:pt x="2308" y="1398"/>
                  </a:cubicBezTo>
                  <a:cubicBezTo>
                    <a:pt x="2188" y="1413"/>
                    <a:pt x="1981" y="1438"/>
                    <a:pt x="1694" y="1462"/>
                  </a:cubicBezTo>
                  <a:cubicBezTo>
                    <a:pt x="1731" y="1336"/>
                    <a:pt x="1771" y="1197"/>
                    <a:pt x="1808" y="1046"/>
                  </a:cubicBezTo>
                  <a:close/>
                  <a:moveTo>
                    <a:pt x="1201" y="664"/>
                  </a:moveTo>
                  <a:cubicBezTo>
                    <a:pt x="1355" y="756"/>
                    <a:pt x="1515" y="855"/>
                    <a:pt x="1666" y="954"/>
                  </a:cubicBezTo>
                  <a:cubicBezTo>
                    <a:pt x="1617" y="1148"/>
                    <a:pt x="1571" y="1324"/>
                    <a:pt x="1525" y="1478"/>
                  </a:cubicBezTo>
                  <a:cubicBezTo>
                    <a:pt x="1336" y="1493"/>
                    <a:pt x="1136" y="1509"/>
                    <a:pt x="951" y="1521"/>
                  </a:cubicBezTo>
                  <a:cubicBezTo>
                    <a:pt x="883" y="1367"/>
                    <a:pt x="815" y="1210"/>
                    <a:pt x="757" y="1055"/>
                  </a:cubicBezTo>
                  <a:cubicBezTo>
                    <a:pt x="917" y="910"/>
                    <a:pt x="1065" y="778"/>
                    <a:pt x="1201" y="664"/>
                  </a:cubicBezTo>
                  <a:close/>
                  <a:moveTo>
                    <a:pt x="630" y="1173"/>
                  </a:moveTo>
                  <a:cubicBezTo>
                    <a:pt x="676" y="1293"/>
                    <a:pt x="726" y="1413"/>
                    <a:pt x="775" y="1530"/>
                  </a:cubicBezTo>
                  <a:cubicBezTo>
                    <a:pt x="613" y="1539"/>
                    <a:pt x="473" y="1543"/>
                    <a:pt x="370" y="1543"/>
                  </a:cubicBezTo>
                  <a:cubicBezTo>
                    <a:pt x="319" y="1543"/>
                    <a:pt x="276" y="1542"/>
                    <a:pt x="245" y="1540"/>
                  </a:cubicBezTo>
                  <a:cubicBezTo>
                    <a:pt x="337" y="1450"/>
                    <a:pt x="476" y="1317"/>
                    <a:pt x="630" y="1173"/>
                  </a:cubicBezTo>
                  <a:close/>
                  <a:moveTo>
                    <a:pt x="1472" y="1644"/>
                  </a:moveTo>
                  <a:lnTo>
                    <a:pt x="1472" y="1644"/>
                  </a:lnTo>
                  <a:cubicBezTo>
                    <a:pt x="1370" y="1981"/>
                    <a:pt x="1306" y="2116"/>
                    <a:pt x="1275" y="2172"/>
                  </a:cubicBezTo>
                  <a:cubicBezTo>
                    <a:pt x="1176" y="2015"/>
                    <a:pt x="1090" y="1848"/>
                    <a:pt x="1019" y="1678"/>
                  </a:cubicBezTo>
                  <a:cubicBezTo>
                    <a:pt x="1167" y="1672"/>
                    <a:pt x="1321" y="1657"/>
                    <a:pt x="1472" y="1644"/>
                  </a:cubicBezTo>
                  <a:close/>
                  <a:moveTo>
                    <a:pt x="1916" y="0"/>
                  </a:moveTo>
                  <a:cubicBezTo>
                    <a:pt x="1833" y="0"/>
                    <a:pt x="1673" y="53"/>
                    <a:pt x="1182" y="466"/>
                  </a:cubicBezTo>
                  <a:cubicBezTo>
                    <a:pt x="960" y="334"/>
                    <a:pt x="618" y="136"/>
                    <a:pt x="507" y="108"/>
                  </a:cubicBezTo>
                  <a:cubicBezTo>
                    <a:pt x="494" y="108"/>
                    <a:pt x="485" y="105"/>
                    <a:pt x="476" y="105"/>
                  </a:cubicBezTo>
                  <a:cubicBezTo>
                    <a:pt x="439" y="105"/>
                    <a:pt x="408" y="124"/>
                    <a:pt x="386" y="155"/>
                  </a:cubicBezTo>
                  <a:cubicBezTo>
                    <a:pt x="359" y="192"/>
                    <a:pt x="297" y="281"/>
                    <a:pt x="568" y="1009"/>
                  </a:cubicBezTo>
                  <a:cubicBezTo>
                    <a:pt x="328" y="1231"/>
                    <a:pt x="118" y="1435"/>
                    <a:pt x="38" y="1515"/>
                  </a:cubicBezTo>
                  <a:cubicBezTo>
                    <a:pt x="10" y="1543"/>
                    <a:pt x="1" y="1583"/>
                    <a:pt x="13" y="1620"/>
                  </a:cubicBezTo>
                  <a:cubicBezTo>
                    <a:pt x="38" y="1681"/>
                    <a:pt x="93" y="1706"/>
                    <a:pt x="374" y="1706"/>
                  </a:cubicBezTo>
                  <a:cubicBezTo>
                    <a:pt x="497" y="1706"/>
                    <a:pt x="655" y="1700"/>
                    <a:pt x="846" y="1691"/>
                  </a:cubicBezTo>
                  <a:cubicBezTo>
                    <a:pt x="966" y="1959"/>
                    <a:pt x="1117" y="2271"/>
                    <a:pt x="1207" y="2338"/>
                  </a:cubicBezTo>
                  <a:cubicBezTo>
                    <a:pt x="1225" y="2351"/>
                    <a:pt x="1247" y="2360"/>
                    <a:pt x="1272" y="2360"/>
                  </a:cubicBezTo>
                  <a:lnTo>
                    <a:pt x="1275" y="2360"/>
                  </a:lnTo>
                  <a:cubicBezTo>
                    <a:pt x="1358" y="2360"/>
                    <a:pt x="1444" y="2304"/>
                    <a:pt x="1648" y="1629"/>
                  </a:cubicBezTo>
                  <a:cubicBezTo>
                    <a:pt x="1947" y="1604"/>
                    <a:pt x="2413" y="1555"/>
                    <a:pt x="2487" y="1530"/>
                  </a:cubicBezTo>
                  <a:cubicBezTo>
                    <a:pt x="2518" y="1515"/>
                    <a:pt x="2539" y="1487"/>
                    <a:pt x="2545" y="1456"/>
                  </a:cubicBezTo>
                  <a:cubicBezTo>
                    <a:pt x="2549" y="1398"/>
                    <a:pt x="2558" y="1339"/>
                    <a:pt x="1851" y="883"/>
                  </a:cubicBezTo>
                  <a:cubicBezTo>
                    <a:pt x="1959" y="466"/>
                    <a:pt x="2037" y="118"/>
                    <a:pt x="2037" y="115"/>
                  </a:cubicBezTo>
                  <a:cubicBezTo>
                    <a:pt x="2040" y="90"/>
                    <a:pt x="2033" y="62"/>
                    <a:pt x="2018" y="44"/>
                  </a:cubicBezTo>
                  <a:cubicBezTo>
                    <a:pt x="1990" y="16"/>
                    <a:pt x="1953" y="0"/>
                    <a:pt x="19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16"/>
            <p:cNvSpPr/>
            <p:nvPr/>
          </p:nvSpPr>
          <p:spPr>
            <a:xfrm>
              <a:off x="679734" y="119474"/>
              <a:ext cx="70741" cy="70930"/>
            </a:xfrm>
            <a:custGeom>
              <a:avLst/>
              <a:gdLst/>
              <a:ahLst/>
              <a:cxnLst/>
              <a:rect l="l" t="t" r="r" b="b"/>
              <a:pathLst>
                <a:path w="1121" h="1124" extrusionOk="0">
                  <a:moveTo>
                    <a:pt x="562" y="164"/>
                  </a:moveTo>
                  <a:cubicBezTo>
                    <a:pt x="781" y="168"/>
                    <a:pt x="960" y="346"/>
                    <a:pt x="957" y="565"/>
                  </a:cubicBezTo>
                  <a:cubicBezTo>
                    <a:pt x="957" y="784"/>
                    <a:pt x="778" y="960"/>
                    <a:pt x="562" y="960"/>
                  </a:cubicBezTo>
                  <a:cubicBezTo>
                    <a:pt x="340" y="960"/>
                    <a:pt x="164" y="781"/>
                    <a:pt x="164" y="562"/>
                  </a:cubicBezTo>
                  <a:cubicBezTo>
                    <a:pt x="164" y="344"/>
                    <a:pt x="341" y="166"/>
                    <a:pt x="562" y="164"/>
                  </a:cubicBezTo>
                  <a:close/>
                  <a:moveTo>
                    <a:pt x="559" y="1"/>
                  </a:moveTo>
                  <a:cubicBezTo>
                    <a:pt x="250" y="1"/>
                    <a:pt x="0" y="251"/>
                    <a:pt x="0" y="562"/>
                  </a:cubicBezTo>
                  <a:cubicBezTo>
                    <a:pt x="0" y="871"/>
                    <a:pt x="250" y="1120"/>
                    <a:pt x="559" y="1123"/>
                  </a:cubicBezTo>
                  <a:lnTo>
                    <a:pt x="562" y="1123"/>
                  </a:lnTo>
                  <a:cubicBezTo>
                    <a:pt x="870" y="1120"/>
                    <a:pt x="1120" y="871"/>
                    <a:pt x="1120" y="562"/>
                  </a:cubicBezTo>
                  <a:cubicBezTo>
                    <a:pt x="1120" y="251"/>
                    <a:pt x="870" y="1"/>
                    <a:pt x="5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16"/>
            <p:cNvSpPr/>
            <p:nvPr/>
          </p:nvSpPr>
          <p:spPr>
            <a:xfrm>
              <a:off x="64228" y="1429033"/>
              <a:ext cx="114472" cy="115104"/>
            </a:xfrm>
            <a:custGeom>
              <a:avLst/>
              <a:gdLst/>
              <a:ahLst/>
              <a:cxnLst/>
              <a:rect l="l" t="t" r="r" b="b"/>
              <a:pathLst>
                <a:path w="1814" h="1824" extrusionOk="0">
                  <a:moveTo>
                    <a:pt x="969" y="232"/>
                  </a:moveTo>
                  <a:cubicBezTo>
                    <a:pt x="993" y="309"/>
                    <a:pt x="1018" y="414"/>
                    <a:pt x="1034" y="482"/>
                  </a:cubicBezTo>
                  <a:cubicBezTo>
                    <a:pt x="1080" y="664"/>
                    <a:pt x="1089" y="704"/>
                    <a:pt x="1111" y="735"/>
                  </a:cubicBezTo>
                  <a:cubicBezTo>
                    <a:pt x="1135" y="766"/>
                    <a:pt x="1169" y="778"/>
                    <a:pt x="1348" y="843"/>
                  </a:cubicBezTo>
                  <a:cubicBezTo>
                    <a:pt x="1410" y="868"/>
                    <a:pt x="1509" y="901"/>
                    <a:pt x="1579" y="929"/>
                  </a:cubicBezTo>
                  <a:cubicBezTo>
                    <a:pt x="1478" y="975"/>
                    <a:pt x="1314" y="1037"/>
                    <a:pt x="1169" y="1090"/>
                  </a:cubicBezTo>
                  <a:cubicBezTo>
                    <a:pt x="1148" y="1096"/>
                    <a:pt x="1132" y="1111"/>
                    <a:pt x="1123" y="1133"/>
                  </a:cubicBezTo>
                  <a:cubicBezTo>
                    <a:pt x="1049" y="1299"/>
                    <a:pt x="960" y="1487"/>
                    <a:pt x="901" y="1592"/>
                  </a:cubicBezTo>
                  <a:cubicBezTo>
                    <a:pt x="861" y="1478"/>
                    <a:pt x="805" y="1278"/>
                    <a:pt x="762" y="1105"/>
                  </a:cubicBezTo>
                  <a:cubicBezTo>
                    <a:pt x="753" y="1071"/>
                    <a:pt x="728" y="1049"/>
                    <a:pt x="697" y="1043"/>
                  </a:cubicBezTo>
                  <a:cubicBezTo>
                    <a:pt x="528" y="1012"/>
                    <a:pt x="333" y="969"/>
                    <a:pt x="229" y="938"/>
                  </a:cubicBezTo>
                  <a:cubicBezTo>
                    <a:pt x="395" y="849"/>
                    <a:pt x="565" y="772"/>
                    <a:pt x="741" y="704"/>
                  </a:cubicBezTo>
                  <a:cubicBezTo>
                    <a:pt x="759" y="695"/>
                    <a:pt x="778" y="676"/>
                    <a:pt x="784" y="658"/>
                  </a:cubicBezTo>
                  <a:cubicBezTo>
                    <a:pt x="839" y="513"/>
                    <a:pt x="901" y="371"/>
                    <a:pt x="969" y="232"/>
                  </a:cubicBezTo>
                  <a:close/>
                  <a:moveTo>
                    <a:pt x="990" y="1"/>
                  </a:moveTo>
                  <a:cubicBezTo>
                    <a:pt x="941" y="1"/>
                    <a:pt x="867" y="1"/>
                    <a:pt x="648" y="571"/>
                  </a:cubicBezTo>
                  <a:cubicBezTo>
                    <a:pt x="40" y="815"/>
                    <a:pt x="19" y="895"/>
                    <a:pt x="10" y="929"/>
                  </a:cubicBezTo>
                  <a:cubicBezTo>
                    <a:pt x="0" y="957"/>
                    <a:pt x="6" y="985"/>
                    <a:pt x="22" y="1009"/>
                  </a:cubicBezTo>
                  <a:cubicBezTo>
                    <a:pt x="37" y="1031"/>
                    <a:pt x="84" y="1093"/>
                    <a:pt x="617" y="1198"/>
                  </a:cubicBezTo>
                  <a:cubicBezTo>
                    <a:pt x="774" y="1824"/>
                    <a:pt x="830" y="1824"/>
                    <a:pt x="892" y="1824"/>
                  </a:cubicBezTo>
                  <a:lnTo>
                    <a:pt x="898" y="1824"/>
                  </a:lnTo>
                  <a:cubicBezTo>
                    <a:pt x="944" y="1821"/>
                    <a:pt x="1000" y="1817"/>
                    <a:pt x="1259" y="1231"/>
                  </a:cubicBezTo>
                  <a:cubicBezTo>
                    <a:pt x="1416" y="1176"/>
                    <a:pt x="1718" y="1065"/>
                    <a:pt x="1783" y="1006"/>
                  </a:cubicBezTo>
                  <a:cubicBezTo>
                    <a:pt x="1805" y="985"/>
                    <a:pt x="1814" y="951"/>
                    <a:pt x="1811" y="920"/>
                  </a:cubicBezTo>
                  <a:cubicBezTo>
                    <a:pt x="1795" y="846"/>
                    <a:pt x="1715" y="806"/>
                    <a:pt x="1404" y="695"/>
                  </a:cubicBezTo>
                  <a:cubicBezTo>
                    <a:pt x="1345" y="673"/>
                    <a:pt x="1274" y="649"/>
                    <a:pt x="1243" y="633"/>
                  </a:cubicBezTo>
                  <a:cubicBezTo>
                    <a:pt x="1234" y="599"/>
                    <a:pt x="1212" y="516"/>
                    <a:pt x="1194" y="448"/>
                  </a:cubicBezTo>
                  <a:cubicBezTo>
                    <a:pt x="1141" y="229"/>
                    <a:pt x="1104" y="93"/>
                    <a:pt x="1067" y="41"/>
                  </a:cubicBezTo>
                  <a:cubicBezTo>
                    <a:pt x="1046" y="16"/>
                    <a:pt x="1018" y="4"/>
                    <a:pt x="99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16"/>
            <p:cNvSpPr/>
            <p:nvPr/>
          </p:nvSpPr>
          <p:spPr>
            <a:xfrm>
              <a:off x="132954" y="704685"/>
              <a:ext cx="117305" cy="117305"/>
            </a:xfrm>
            <a:custGeom>
              <a:avLst/>
              <a:gdLst/>
              <a:ahLst/>
              <a:cxnLst/>
              <a:rect l="l" t="t" r="r" b="b"/>
              <a:pathLst>
                <a:path w="1611" h="1611" extrusionOk="0">
                  <a:moveTo>
                    <a:pt x="871" y="1"/>
                  </a:moveTo>
                  <a:cubicBezTo>
                    <a:pt x="821" y="1"/>
                    <a:pt x="784" y="38"/>
                    <a:pt x="784" y="84"/>
                  </a:cubicBezTo>
                  <a:lnTo>
                    <a:pt x="781" y="574"/>
                  </a:lnTo>
                  <a:lnTo>
                    <a:pt x="488" y="263"/>
                  </a:lnTo>
                  <a:cubicBezTo>
                    <a:pt x="469" y="243"/>
                    <a:pt x="447" y="234"/>
                    <a:pt x="426" y="234"/>
                  </a:cubicBezTo>
                  <a:cubicBezTo>
                    <a:pt x="360" y="234"/>
                    <a:pt x="303" y="317"/>
                    <a:pt x="362" y="380"/>
                  </a:cubicBezTo>
                  <a:lnTo>
                    <a:pt x="664" y="701"/>
                  </a:lnTo>
                  <a:lnTo>
                    <a:pt x="115" y="704"/>
                  </a:lnTo>
                  <a:cubicBezTo>
                    <a:pt x="1" y="704"/>
                    <a:pt x="1" y="877"/>
                    <a:pt x="115" y="877"/>
                  </a:cubicBezTo>
                  <a:lnTo>
                    <a:pt x="618" y="870"/>
                  </a:lnTo>
                  <a:lnTo>
                    <a:pt x="618" y="870"/>
                  </a:lnTo>
                  <a:lnTo>
                    <a:pt x="232" y="1142"/>
                  </a:lnTo>
                  <a:cubicBezTo>
                    <a:pt x="167" y="1191"/>
                    <a:pt x="201" y="1293"/>
                    <a:pt x="282" y="1296"/>
                  </a:cubicBezTo>
                  <a:cubicBezTo>
                    <a:pt x="297" y="1296"/>
                    <a:pt x="315" y="1290"/>
                    <a:pt x="331" y="1281"/>
                  </a:cubicBezTo>
                  <a:lnTo>
                    <a:pt x="781" y="966"/>
                  </a:lnTo>
                  <a:lnTo>
                    <a:pt x="775" y="1524"/>
                  </a:lnTo>
                  <a:cubicBezTo>
                    <a:pt x="775" y="1571"/>
                    <a:pt x="815" y="1611"/>
                    <a:pt x="861" y="1611"/>
                  </a:cubicBezTo>
                  <a:cubicBezTo>
                    <a:pt x="908" y="1611"/>
                    <a:pt x="948" y="1571"/>
                    <a:pt x="948" y="1524"/>
                  </a:cubicBezTo>
                  <a:lnTo>
                    <a:pt x="951" y="997"/>
                  </a:lnTo>
                  <a:lnTo>
                    <a:pt x="1262" y="1330"/>
                  </a:lnTo>
                  <a:cubicBezTo>
                    <a:pt x="1281" y="1345"/>
                    <a:pt x="1302" y="1355"/>
                    <a:pt x="1327" y="1355"/>
                  </a:cubicBezTo>
                  <a:cubicBezTo>
                    <a:pt x="1349" y="1355"/>
                    <a:pt x="1367" y="1349"/>
                    <a:pt x="1386" y="1333"/>
                  </a:cubicBezTo>
                  <a:cubicBezTo>
                    <a:pt x="1420" y="1299"/>
                    <a:pt x="1420" y="1247"/>
                    <a:pt x="1389" y="1210"/>
                  </a:cubicBezTo>
                  <a:lnTo>
                    <a:pt x="1059" y="864"/>
                  </a:lnTo>
                  <a:lnTo>
                    <a:pt x="1506" y="861"/>
                  </a:lnTo>
                  <a:cubicBezTo>
                    <a:pt x="1611" y="852"/>
                    <a:pt x="1611" y="695"/>
                    <a:pt x="1506" y="689"/>
                  </a:cubicBezTo>
                  <a:lnTo>
                    <a:pt x="1503" y="692"/>
                  </a:lnTo>
                  <a:lnTo>
                    <a:pt x="1170" y="695"/>
                  </a:lnTo>
                  <a:lnTo>
                    <a:pt x="1518" y="451"/>
                  </a:lnTo>
                  <a:cubicBezTo>
                    <a:pt x="1592" y="398"/>
                    <a:pt x="1540" y="297"/>
                    <a:pt x="1468" y="297"/>
                  </a:cubicBezTo>
                  <a:cubicBezTo>
                    <a:pt x="1453" y="297"/>
                    <a:pt x="1436" y="301"/>
                    <a:pt x="1420" y="312"/>
                  </a:cubicBezTo>
                  <a:lnTo>
                    <a:pt x="951" y="639"/>
                  </a:lnTo>
                  <a:lnTo>
                    <a:pt x="954" y="87"/>
                  </a:lnTo>
                  <a:cubicBezTo>
                    <a:pt x="954" y="38"/>
                    <a:pt x="917" y="1"/>
                    <a:pt x="8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16"/>
            <p:cNvSpPr/>
            <p:nvPr/>
          </p:nvSpPr>
          <p:spPr>
            <a:xfrm rot="-5594267">
              <a:off x="128159" y="103595"/>
              <a:ext cx="102915" cy="102661"/>
            </a:xfrm>
            <a:custGeom>
              <a:avLst/>
              <a:gdLst/>
              <a:ahLst/>
              <a:cxnLst/>
              <a:rect l="l" t="t" r="r" b="b"/>
              <a:pathLst>
                <a:path w="1618" h="1614" extrusionOk="0">
                  <a:moveTo>
                    <a:pt x="868" y="1"/>
                  </a:moveTo>
                  <a:cubicBezTo>
                    <a:pt x="821" y="1"/>
                    <a:pt x="784" y="38"/>
                    <a:pt x="784" y="87"/>
                  </a:cubicBezTo>
                  <a:lnTo>
                    <a:pt x="781" y="575"/>
                  </a:lnTo>
                  <a:lnTo>
                    <a:pt x="488" y="266"/>
                  </a:lnTo>
                  <a:cubicBezTo>
                    <a:pt x="470" y="251"/>
                    <a:pt x="451" y="245"/>
                    <a:pt x="432" y="245"/>
                  </a:cubicBezTo>
                  <a:cubicBezTo>
                    <a:pt x="369" y="245"/>
                    <a:pt x="316" y="318"/>
                    <a:pt x="362" y="380"/>
                  </a:cubicBezTo>
                  <a:lnTo>
                    <a:pt x="664" y="701"/>
                  </a:lnTo>
                  <a:lnTo>
                    <a:pt x="115" y="707"/>
                  </a:lnTo>
                  <a:cubicBezTo>
                    <a:pt x="1" y="707"/>
                    <a:pt x="1" y="877"/>
                    <a:pt x="115" y="877"/>
                  </a:cubicBezTo>
                  <a:lnTo>
                    <a:pt x="618" y="874"/>
                  </a:lnTo>
                  <a:lnTo>
                    <a:pt x="229" y="1142"/>
                  </a:lnTo>
                  <a:cubicBezTo>
                    <a:pt x="189" y="1170"/>
                    <a:pt x="180" y="1222"/>
                    <a:pt x="208" y="1262"/>
                  </a:cubicBezTo>
                  <a:cubicBezTo>
                    <a:pt x="225" y="1285"/>
                    <a:pt x="252" y="1298"/>
                    <a:pt x="279" y="1298"/>
                  </a:cubicBezTo>
                  <a:cubicBezTo>
                    <a:pt x="296" y="1298"/>
                    <a:pt x="313" y="1293"/>
                    <a:pt x="328" y="1284"/>
                  </a:cubicBezTo>
                  <a:lnTo>
                    <a:pt x="775" y="969"/>
                  </a:lnTo>
                  <a:lnTo>
                    <a:pt x="775" y="1528"/>
                  </a:lnTo>
                  <a:cubicBezTo>
                    <a:pt x="772" y="1574"/>
                    <a:pt x="812" y="1614"/>
                    <a:pt x="858" y="1614"/>
                  </a:cubicBezTo>
                  <a:cubicBezTo>
                    <a:pt x="905" y="1614"/>
                    <a:pt x="945" y="1574"/>
                    <a:pt x="945" y="1528"/>
                  </a:cubicBezTo>
                  <a:lnTo>
                    <a:pt x="948" y="1000"/>
                  </a:lnTo>
                  <a:lnTo>
                    <a:pt x="1259" y="1333"/>
                  </a:lnTo>
                  <a:cubicBezTo>
                    <a:pt x="1278" y="1353"/>
                    <a:pt x="1300" y="1361"/>
                    <a:pt x="1321" y="1361"/>
                  </a:cubicBezTo>
                  <a:cubicBezTo>
                    <a:pt x="1387" y="1361"/>
                    <a:pt x="1444" y="1277"/>
                    <a:pt x="1386" y="1213"/>
                  </a:cubicBezTo>
                  <a:lnTo>
                    <a:pt x="1059" y="868"/>
                  </a:lnTo>
                  <a:lnTo>
                    <a:pt x="1503" y="865"/>
                  </a:lnTo>
                  <a:cubicBezTo>
                    <a:pt x="1617" y="861"/>
                    <a:pt x="1617" y="692"/>
                    <a:pt x="1503" y="692"/>
                  </a:cubicBezTo>
                  <a:lnTo>
                    <a:pt x="1173" y="695"/>
                  </a:lnTo>
                  <a:lnTo>
                    <a:pt x="1518" y="454"/>
                  </a:lnTo>
                  <a:cubicBezTo>
                    <a:pt x="1597" y="401"/>
                    <a:pt x="1544" y="296"/>
                    <a:pt x="1472" y="296"/>
                  </a:cubicBezTo>
                  <a:cubicBezTo>
                    <a:pt x="1456" y="296"/>
                    <a:pt x="1439" y="301"/>
                    <a:pt x="1423" y="312"/>
                  </a:cubicBezTo>
                  <a:lnTo>
                    <a:pt x="951" y="639"/>
                  </a:lnTo>
                  <a:lnTo>
                    <a:pt x="954" y="87"/>
                  </a:lnTo>
                  <a:cubicBezTo>
                    <a:pt x="954" y="41"/>
                    <a:pt x="917" y="1"/>
                    <a:pt x="8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16"/>
            <p:cNvSpPr/>
            <p:nvPr/>
          </p:nvSpPr>
          <p:spPr>
            <a:xfrm rot="-5594267">
              <a:off x="1518450" y="117160"/>
              <a:ext cx="82879" cy="75565"/>
            </a:xfrm>
            <a:custGeom>
              <a:avLst/>
              <a:gdLst/>
              <a:ahLst/>
              <a:cxnLst/>
              <a:rect l="l" t="t" r="r" b="b"/>
              <a:pathLst>
                <a:path w="1303" h="1188" extrusionOk="0">
                  <a:moveTo>
                    <a:pt x="710" y="173"/>
                  </a:moveTo>
                  <a:cubicBezTo>
                    <a:pt x="941" y="173"/>
                    <a:pt x="1129" y="364"/>
                    <a:pt x="1129" y="595"/>
                  </a:cubicBezTo>
                  <a:cubicBezTo>
                    <a:pt x="1126" y="827"/>
                    <a:pt x="938" y="1012"/>
                    <a:pt x="707" y="1015"/>
                  </a:cubicBezTo>
                  <a:cubicBezTo>
                    <a:pt x="476" y="1015"/>
                    <a:pt x="287" y="823"/>
                    <a:pt x="287" y="592"/>
                  </a:cubicBezTo>
                  <a:cubicBezTo>
                    <a:pt x="287" y="358"/>
                    <a:pt x="479" y="173"/>
                    <a:pt x="710" y="173"/>
                  </a:cubicBezTo>
                  <a:close/>
                  <a:moveTo>
                    <a:pt x="712" y="1"/>
                  </a:moveTo>
                  <a:cubicBezTo>
                    <a:pt x="485" y="1"/>
                    <a:pt x="263" y="130"/>
                    <a:pt x="164" y="364"/>
                  </a:cubicBezTo>
                  <a:cubicBezTo>
                    <a:pt x="1" y="752"/>
                    <a:pt x="284" y="1184"/>
                    <a:pt x="707" y="1187"/>
                  </a:cubicBezTo>
                  <a:lnTo>
                    <a:pt x="710" y="1187"/>
                  </a:lnTo>
                  <a:cubicBezTo>
                    <a:pt x="1034" y="1187"/>
                    <a:pt x="1299" y="922"/>
                    <a:pt x="1302" y="595"/>
                  </a:cubicBezTo>
                  <a:cubicBezTo>
                    <a:pt x="1302" y="438"/>
                    <a:pt x="1240" y="287"/>
                    <a:pt x="1129" y="176"/>
                  </a:cubicBezTo>
                  <a:cubicBezTo>
                    <a:pt x="1012" y="57"/>
                    <a:pt x="861" y="1"/>
                    <a:pt x="7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96" name="Google Shape;1596;p16"/>
            <p:cNvGrpSpPr/>
            <p:nvPr/>
          </p:nvGrpSpPr>
          <p:grpSpPr>
            <a:xfrm>
              <a:off x="978054" y="146142"/>
              <a:ext cx="446685" cy="265947"/>
              <a:chOff x="978054" y="146142"/>
              <a:chExt cx="446685" cy="265947"/>
            </a:xfrm>
          </p:grpSpPr>
          <p:sp>
            <p:nvSpPr>
              <p:cNvPr id="1597" name="Google Shape;1597;p16"/>
              <p:cNvSpPr/>
              <p:nvPr/>
            </p:nvSpPr>
            <p:spPr>
              <a:xfrm>
                <a:off x="978054" y="151960"/>
                <a:ext cx="446685" cy="254309"/>
              </a:xfrm>
              <a:custGeom>
                <a:avLst/>
                <a:gdLst/>
                <a:ahLst/>
                <a:cxnLst/>
                <a:rect l="l" t="t" r="r" b="b"/>
                <a:pathLst>
                  <a:path w="6448" h="3671" extrusionOk="0">
                    <a:moveTo>
                      <a:pt x="3915" y="0"/>
                    </a:moveTo>
                    <a:cubicBezTo>
                      <a:pt x="3615" y="0"/>
                      <a:pt x="3350" y="167"/>
                      <a:pt x="3169" y="387"/>
                    </a:cubicBezTo>
                    <a:lnTo>
                      <a:pt x="3169" y="387"/>
                    </a:lnTo>
                    <a:cubicBezTo>
                      <a:pt x="3046" y="288"/>
                      <a:pt x="2886" y="200"/>
                      <a:pt x="2681" y="132"/>
                    </a:cubicBezTo>
                    <a:cubicBezTo>
                      <a:pt x="2511" y="76"/>
                      <a:pt x="2368" y="52"/>
                      <a:pt x="2248" y="52"/>
                    </a:cubicBezTo>
                    <a:cubicBezTo>
                      <a:pt x="1490" y="52"/>
                      <a:pt x="1623" y="1005"/>
                      <a:pt x="1623" y="1005"/>
                    </a:cubicBezTo>
                    <a:cubicBezTo>
                      <a:pt x="1545" y="958"/>
                      <a:pt x="1462" y="937"/>
                      <a:pt x="1377" y="937"/>
                    </a:cubicBezTo>
                    <a:cubicBezTo>
                      <a:pt x="735" y="937"/>
                      <a:pt x="1" y="2154"/>
                      <a:pt x="840" y="2769"/>
                    </a:cubicBezTo>
                    <a:cubicBezTo>
                      <a:pt x="1102" y="2963"/>
                      <a:pt x="1351" y="3051"/>
                      <a:pt x="1564" y="3064"/>
                    </a:cubicBezTo>
                    <a:lnTo>
                      <a:pt x="1564" y="3064"/>
                    </a:lnTo>
                    <a:cubicBezTo>
                      <a:pt x="1637" y="3387"/>
                      <a:pt x="1868" y="3665"/>
                      <a:pt x="2357" y="3670"/>
                    </a:cubicBezTo>
                    <a:cubicBezTo>
                      <a:pt x="2374" y="3670"/>
                      <a:pt x="2392" y="3670"/>
                      <a:pt x="2408" y="3670"/>
                    </a:cubicBezTo>
                    <a:cubicBezTo>
                      <a:pt x="3079" y="3670"/>
                      <a:pt x="3528" y="3515"/>
                      <a:pt x="3781" y="3285"/>
                    </a:cubicBezTo>
                    <a:lnTo>
                      <a:pt x="3781" y="3285"/>
                    </a:lnTo>
                    <a:cubicBezTo>
                      <a:pt x="3834" y="3357"/>
                      <a:pt x="3900" y="3426"/>
                      <a:pt x="3983" y="3491"/>
                    </a:cubicBezTo>
                    <a:cubicBezTo>
                      <a:pt x="4094" y="3579"/>
                      <a:pt x="4230" y="3618"/>
                      <a:pt x="4376" y="3618"/>
                    </a:cubicBezTo>
                    <a:cubicBezTo>
                      <a:pt x="5223" y="3618"/>
                      <a:pt x="6448" y="2304"/>
                      <a:pt x="5722" y="1542"/>
                    </a:cubicBezTo>
                    <a:cubicBezTo>
                      <a:pt x="5522" y="1331"/>
                      <a:pt x="5310" y="1251"/>
                      <a:pt x="5112" y="1251"/>
                    </a:cubicBezTo>
                    <a:cubicBezTo>
                      <a:pt x="5090" y="1251"/>
                      <a:pt x="5068" y="1252"/>
                      <a:pt x="5046" y="1254"/>
                    </a:cubicBezTo>
                    <a:lnTo>
                      <a:pt x="5046" y="1254"/>
                    </a:lnTo>
                    <a:cubicBezTo>
                      <a:pt x="5054" y="878"/>
                      <a:pt x="4866" y="444"/>
                      <a:pt x="4402" y="151"/>
                    </a:cubicBezTo>
                    <a:cubicBezTo>
                      <a:pt x="4235" y="45"/>
                      <a:pt x="4070" y="0"/>
                      <a:pt x="39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16"/>
              <p:cNvSpPr/>
              <p:nvPr/>
            </p:nvSpPr>
            <p:spPr>
              <a:xfrm>
                <a:off x="999986" y="146142"/>
                <a:ext cx="402834" cy="265947"/>
              </a:xfrm>
              <a:custGeom>
                <a:avLst/>
                <a:gdLst/>
                <a:ahLst/>
                <a:cxnLst/>
                <a:rect l="l" t="t" r="r" b="b"/>
                <a:pathLst>
                  <a:path w="5815" h="3839" extrusionOk="0">
                    <a:moveTo>
                      <a:pt x="2894" y="594"/>
                    </a:moveTo>
                    <a:cubicBezTo>
                      <a:pt x="3125" y="816"/>
                      <a:pt x="3174" y="1078"/>
                      <a:pt x="3110" y="1251"/>
                    </a:cubicBezTo>
                    <a:cubicBezTo>
                      <a:pt x="3077" y="1342"/>
                      <a:pt x="3020" y="1391"/>
                      <a:pt x="2952" y="1391"/>
                    </a:cubicBezTo>
                    <a:cubicBezTo>
                      <a:pt x="2910" y="1391"/>
                      <a:pt x="2864" y="1373"/>
                      <a:pt x="2817" y="1334"/>
                    </a:cubicBezTo>
                    <a:cubicBezTo>
                      <a:pt x="2656" y="1195"/>
                      <a:pt x="2693" y="877"/>
                      <a:pt x="2894" y="594"/>
                    </a:cubicBezTo>
                    <a:close/>
                    <a:moveTo>
                      <a:pt x="4667" y="1439"/>
                    </a:moveTo>
                    <a:lnTo>
                      <a:pt x="4667" y="1439"/>
                    </a:lnTo>
                    <a:cubicBezTo>
                      <a:pt x="4627" y="1750"/>
                      <a:pt x="4436" y="1981"/>
                      <a:pt x="4177" y="2018"/>
                    </a:cubicBezTo>
                    <a:cubicBezTo>
                      <a:pt x="4161" y="2018"/>
                      <a:pt x="4149" y="2022"/>
                      <a:pt x="4134" y="2022"/>
                    </a:cubicBezTo>
                    <a:cubicBezTo>
                      <a:pt x="4063" y="2022"/>
                      <a:pt x="4063" y="2000"/>
                      <a:pt x="4063" y="1981"/>
                    </a:cubicBezTo>
                    <a:cubicBezTo>
                      <a:pt x="4060" y="1852"/>
                      <a:pt x="4309" y="1519"/>
                      <a:pt x="4667" y="1439"/>
                    </a:cubicBezTo>
                    <a:close/>
                    <a:moveTo>
                      <a:pt x="1620" y="2253"/>
                    </a:moveTo>
                    <a:cubicBezTo>
                      <a:pt x="1663" y="2253"/>
                      <a:pt x="1706" y="2293"/>
                      <a:pt x="1731" y="2327"/>
                    </a:cubicBezTo>
                    <a:cubicBezTo>
                      <a:pt x="1857" y="2484"/>
                      <a:pt x="1888" y="2660"/>
                      <a:pt x="1820" y="2805"/>
                    </a:cubicBezTo>
                    <a:cubicBezTo>
                      <a:pt x="1743" y="2959"/>
                      <a:pt x="1564" y="3055"/>
                      <a:pt x="1348" y="3061"/>
                    </a:cubicBezTo>
                    <a:cubicBezTo>
                      <a:pt x="1305" y="2774"/>
                      <a:pt x="1385" y="2472"/>
                      <a:pt x="1500" y="2330"/>
                    </a:cubicBezTo>
                    <a:cubicBezTo>
                      <a:pt x="1543" y="2278"/>
                      <a:pt x="1583" y="2253"/>
                      <a:pt x="1620" y="2253"/>
                    </a:cubicBezTo>
                    <a:close/>
                    <a:moveTo>
                      <a:pt x="3548" y="2490"/>
                    </a:moveTo>
                    <a:cubicBezTo>
                      <a:pt x="3563" y="2490"/>
                      <a:pt x="3597" y="2524"/>
                      <a:pt x="3625" y="2614"/>
                    </a:cubicBezTo>
                    <a:cubicBezTo>
                      <a:pt x="3699" y="2827"/>
                      <a:pt x="3652" y="3061"/>
                      <a:pt x="3507" y="3231"/>
                    </a:cubicBezTo>
                    <a:cubicBezTo>
                      <a:pt x="3372" y="2993"/>
                      <a:pt x="3384" y="2737"/>
                      <a:pt x="3461" y="2586"/>
                    </a:cubicBezTo>
                    <a:cubicBezTo>
                      <a:pt x="3495" y="2518"/>
                      <a:pt x="3532" y="2490"/>
                      <a:pt x="3548" y="2490"/>
                    </a:cubicBezTo>
                    <a:close/>
                    <a:moveTo>
                      <a:pt x="3628" y="170"/>
                    </a:moveTo>
                    <a:cubicBezTo>
                      <a:pt x="3775" y="170"/>
                      <a:pt x="3925" y="213"/>
                      <a:pt x="4066" y="304"/>
                    </a:cubicBezTo>
                    <a:cubicBezTo>
                      <a:pt x="4430" y="532"/>
                      <a:pt x="4652" y="887"/>
                      <a:pt x="4673" y="1260"/>
                    </a:cubicBezTo>
                    <a:cubicBezTo>
                      <a:pt x="4229" y="1340"/>
                      <a:pt x="3881" y="1747"/>
                      <a:pt x="3893" y="1988"/>
                    </a:cubicBezTo>
                    <a:cubicBezTo>
                      <a:pt x="3899" y="2086"/>
                      <a:pt x="3960" y="2190"/>
                      <a:pt x="4132" y="2190"/>
                    </a:cubicBezTo>
                    <a:cubicBezTo>
                      <a:pt x="4153" y="2190"/>
                      <a:pt x="4177" y="2188"/>
                      <a:pt x="4201" y="2185"/>
                    </a:cubicBezTo>
                    <a:cubicBezTo>
                      <a:pt x="4550" y="2139"/>
                      <a:pt x="4803" y="1827"/>
                      <a:pt x="4840" y="1417"/>
                    </a:cubicBezTo>
                    <a:cubicBezTo>
                      <a:pt x="5034" y="1423"/>
                      <a:pt x="5213" y="1510"/>
                      <a:pt x="5373" y="1682"/>
                    </a:cubicBezTo>
                    <a:cubicBezTo>
                      <a:pt x="5651" y="1972"/>
                      <a:pt x="5586" y="2321"/>
                      <a:pt x="5485" y="2561"/>
                    </a:cubicBezTo>
                    <a:cubicBezTo>
                      <a:pt x="5247" y="3113"/>
                      <a:pt x="4581" y="3616"/>
                      <a:pt x="4090" y="3616"/>
                    </a:cubicBezTo>
                    <a:cubicBezTo>
                      <a:pt x="4086" y="3616"/>
                      <a:pt x="4082" y="3616"/>
                      <a:pt x="4077" y="3616"/>
                    </a:cubicBezTo>
                    <a:cubicBezTo>
                      <a:pt x="3958" y="3616"/>
                      <a:pt x="3843" y="3576"/>
                      <a:pt x="3748" y="3505"/>
                    </a:cubicBezTo>
                    <a:cubicBezTo>
                      <a:pt x="3699" y="3465"/>
                      <a:pt x="3652" y="3422"/>
                      <a:pt x="3609" y="3372"/>
                    </a:cubicBezTo>
                    <a:cubicBezTo>
                      <a:pt x="3816" y="3157"/>
                      <a:pt x="3884" y="2845"/>
                      <a:pt x="3788" y="2564"/>
                    </a:cubicBezTo>
                    <a:cubicBezTo>
                      <a:pt x="3723" y="2352"/>
                      <a:pt x="3609" y="2321"/>
                      <a:pt x="3548" y="2321"/>
                    </a:cubicBezTo>
                    <a:cubicBezTo>
                      <a:pt x="3455" y="2321"/>
                      <a:pt x="3366" y="2389"/>
                      <a:pt x="3307" y="2506"/>
                    </a:cubicBezTo>
                    <a:cubicBezTo>
                      <a:pt x="3202" y="2716"/>
                      <a:pt x="3187" y="3049"/>
                      <a:pt x="3381" y="3351"/>
                    </a:cubicBezTo>
                    <a:cubicBezTo>
                      <a:pt x="3181" y="3505"/>
                      <a:pt x="2807" y="3669"/>
                      <a:pt x="2120" y="3669"/>
                    </a:cubicBezTo>
                    <a:lnTo>
                      <a:pt x="2070" y="3669"/>
                    </a:lnTo>
                    <a:cubicBezTo>
                      <a:pt x="1651" y="3662"/>
                      <a:pt x="1469" y="3447"/>
                      <a:pt x="1392" y="3231"/>
                    </a:cubicBezTo>
                    <a:cubicBezTo>
                      <a:pt x="1657" y="3215"/>
                      <a:pt x="1873" y="3086"/>
                      <a:pt x="1972" y="2879"/>
                    </a:cubicBezTo>
                    <a:cubicBezTo>
                      <a:pt x="2073" y="2672"/>
                      <a:pt x="2033" y="2432"/>
                      <a:pt x="1864" y="2222"/>
                    </a:cubicBezTo>
                    <a:cubicBezTo>
                      <a:pt x="1771" y="2105"/>
                      <a:pt x="1679" y="2080"/>
                      <a:pt x="1617" y="2080"/>
                    </a:cubicBezTo>
                    <a:cubicBezTo>
                      <a:pt x="1527" y="2080"/>
                      <a:pt x="1441" y="2130"/>
                      <a:pt x="1367" y="2222"/>
                    </a:cubicBezTo>
                    <a:cubicBezTo>
                      <a:pt x="1216" y="2410"/>
                      <a:pt x="1139" y="2749"/>
                      <a:pt x="1173" y="3049"/>
                    </a:cubicBezTo>
                    <a:cubicBezTo>
                      <a:pt x="966" y="3002"/>
                      <a:pt x="769" y="2913"/>
                      <a:pt x="602" y="2783"/>
                    </a:cubicBezTo>
                    <a:cubicBezTo>
                      <a:pt x="161" y="2456"/>
                      <a:pt x="254" y="2003"/>
                      <a:pt x="312" y="1821"/>
                    </a:cubicBezTo>
                    <a:cubicBezTo>
                      <a:pt x="442" y="1426"/>
                      <a:pt x="790" y="1106"/>
                      <a:pt x="1086" y="1106"/>
                    </a:cubicBezTo>
                    <a:cubicBezTo>
                      <a:pt x="1157" y="1106"/>
                      <a:pt x="1228" y="1124"/>
                      <a:pt x="1290" y="1161"/>
                    </a:cubicBezTo>
                    <a:cubicBezTo>
                      <a:pt x="1304" y="1169"/>
                      <a:pt x="1319" y="1173"/>
                      <a:pt x="1333" y="1173"/>
                    </a:cubicBezTo>
                    <a:cubicBezTo>
                      <a:pt x="1382" y="1173"/>
                      <a:pt x="1427" y="1130"/>
                      <a:pt x="1419" y="1075"/>
                    </a:cubicBezTo>
                    <a:cubicBezTo>
                      <a:pt x="1419" y="1072"/>
                      <a:pt x="1358" y="621"/>
                      <a:pt x="1574" y="375"/>
                    </a:cubicBezTo>
                    <a:cubicBezTo>
                      <a:pt x="1664" y="270"/>
                      <a:pt x="1793" y="218"/>
                      <a:pt x="1959" y="218"/>
                    </a:cubicBezTo>
                    <a:cubicBezTo>
                      <a:pt x="2076" y="218"/>
                      <a:pt x="2212" y="243"/>
                      <a:pt x="2366" y="294"/>
                    </a:cubicBezTo>
                    <a:cubicBezTo>
                      <a:pt x="2508" y="338"/>
                      <a:pt x="2641" y="402"/>
                      <a:pt x="2761" y="486"/>
                    </a:cubicBezTo>
                    <a:cubicBezTo>
                      <a:pt x="2527" y="809"/>
                      <a:pt x="2446" y="1244"/>
                      <a:pt x="2709" y="1463"/>
                    </a:cubicBezTo>
                    <a:cubicBezTo>
                      <a:pt x="2777" y="1525"/>
                      <a:pt x="2863" y="1562"/>
                      <a:pt x="2955" y="1565"/>
                    </a:cubicBezTo>
                    <a:cubicBezTo>
                      <a:pt x="3094" y="1565"/>
                      <a:pt x="3218" y="1466"/>
                      <a:pt x="3273" y="1306"/>
                    </a:cubicBezTo>
                    <a:cubicBezTo>
                      <a:pt x="3353" y="1075"/>
                      <a:pt x="3298" y="735"/>
                      <a:pt x="3002" y="458"/>
                    </a:cubicBezTo>
                    <a:cubicBezTo>
                      <a:pt x="3182" y="270"/>
                      <a:pt x="3403" y="170"/>
                      <a:pt x="3628" y="170"/>
                    </a:cubicBezTo>
                    <a:close/>
                    <a:moveTo>
                      <a:pt x="3632" y="0"/>
                    </a:moveTo>
                    <a:cubicBezTo>
                      <a:pt x="3356" y="0"/>
                      <a:pt x="3085" y="122"/>
                      <a:pt x="2872" y="350"/>
                    </a:cubicBezTo>
                    <a:cubicBezTo>
                      <a:pt x="2733" y="257"/>
                      <a:pt x="2582" y="183"/>
                      <a:pt x="2422" y="131"/>
                    </a:cubicBezTo>
                    <a:cubicBezTo>
                      <a:pt x="2252" y="76"/>
                      <a:pt x="2099" y="48"/>
                      <a:pt x="1963" y="48"/>
                    </a:cubicBezTo>
                    <a:cubicBezTo>
                      <a:pt x="1743" y="48"/>
                      <a:pt x="1568" y="120"/>
                      <a:pt x="1444" y="264"/>
                    </a:cubicBezTo>
                    <a:cubicBezTo>
                      <a:pt x="1262" y="470"/>
                      <a:pt x="1237" y="776"/>
                      <a:pt x="1241" y="954"/>
                    </a:cubicBezTo>
                    <a:cubicBezTo>
                      <a:pt x="1191" y="939"/>
                      <a:pt x="1139" y="933"/>
                      <a:pt x="1089" y="933"/>
                    </a:cubicBezTo>
                    <a:cubicBezTo>
                      <a:pt x="716" y="933"/>
                      <a:pt x="306" y="1300"/>
                      <a:pt x="152" y="1766"/>
                    </a:cubicBezTo>
                    <a:cubicBezTo>
                      <a:pt x="1" y="2225"/>
                      <a:pt x="127" y="2645"/>
                      <a:pt x="500" y="2919"/>
                    </a:cubicBezTo>
                    <a:cubicBezTo>
                      <a:pt x="735" y="3092"/>
                      <a:pt x="978" y="3197"/>
                      <a:pt x="1210" y="3224"/>
                    </a:cubicBezTo>
                    <a:cubicBezTo>
                      <a:pt x="1321" y="3613"/>
                      <a:pt x="1632" y="3835"/>
                      <a:pt x="2070" y="3838"/>
                    </a:cubicBezTo>
                    <a:lnTo>
                      <a:pt x="2120" y="3838"/>
                    </a:lnTo>
                    <a:cubicBezTo>
                      <a:pt x="2715" y="3838"/>
                      <a:pt x="3184" y="3718"/>
                      <a:pt x="3483" y="3490"/>
                    </a:cubicBezTo>
                    <a:cubicBezTo>
                      <a:pt x="3532" y="3542"/>
                      <a:pt x="3585" y="3595"/>
                      <a:pt x="3643" y="3641"/>
                    </a:cubicBezTo>
                    <a:cubicBezTo>
                      <a:pt x="3766" y="3737"/>
                      <a:pt x="3921" y="3786"/>
                      <a:pt x="4076" y="3786"/>
                    </a:cubicBezTo>
                    <a:cubicBezTo>
                      <a:pt x="4081" y="3786"/>
                      <a:pt x="4086" y="3786"/>
                      <a:pt x="4090" y="3786"/>
                    </a:cubicBezTo>
                    <a:cubicBezTo>
                      <a:pt x="4652" y="3786"/>
                      <a:pt x="5377" y="3246"/>
                      <a:pt x="5642" y="2629"/>
                    </a:cubicBezTo>
                    <a:cubicBezTo>
                      <a:pt x="5815" y="2222"/>
                      <a:pt x="5765" y="1843"/>
                      <a:pt x="5500" y="1565"/>
                    </a:cubicBezTo>
                    <a:cubicBezTo>
                      <a:pt x="5303" y="1358"/>
                      <a:pt x="5084" y="1254"/>
                      <a:pt x="4843" y="1247"/>
                    </a:cubicBezTo>
                    <a:cubicBezTo>
                      <a:pt x="4821" y="819"/>
                      <a:pt x="4572" y="418"/>
                      <a:pt x="4161" y="159"/>
                    </a:cubicBezTo>
                    <a:cubicBezTo>
                      <a:pt x="3992" y="52"/>
                      <a:pt x="3811" y="0"/>
                      <a:pt x="36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9" name="Google Shape;1599;p16"/>
            <p:cNvGrpSpPr/>
            <p:nvPr/>
          </p:nvGrpSpPr>
          <p:grpSpPr>
            <a:xfrm>
              <a:off x="241328" y="274302"/>
              <a:ext cx="299552" cy="265537"/>
              <a:chOff x="8792070" y="4843090"/>
              <a:chExt cx="142474" cy="126290"/>
            </a:xfrm>
          </p:grpSpPr>
          <p:sp>
            <p:nvSpPr>
              <p:cNvPr id="1600" name="Google Shape;1600;p16"/>
              <p:cNvSpPr/>
              <p:nvPr/>
            </p:nvSpPr>
            <p:spPr>
              <a:xfrm>
                <a:off x="8835905" y="4843090"/>
                <a:ext cx="69128" cy="58982"/>
              </a:xfrm>
              <a:custGeom>
                <a:avLst/>
                <a:gdLst/>
                <a:ahLst/>
                <a:cxnLst/>
                <a:rect l="l" t="t" r="r" b="b"/>
                <a:pathLst>
                  <a:path w="1935" h="1651" extrusionOk="0">
                    <a:moveTo>
                      <a:pt x="926" y="796"/>
                    </a:moveTo>
                    <a:cubicBezTo>
                      <a:pt x="947" y="848"/>
                      <a:pt x="960" y="904"/>
                      <a:pt x="966" y="959"/>
                    </a:cubicBezTo>
                    <a:cubicBezTo>
                      <a:pt x="958" y="961"/>
                      <a:pt x="950" y="962"/>
                      <a:pt x="941" y="962"/>
                    </a:cubicBezTo>
                    <a:cubicBezTo>
                      <a:pt x="933" y="962"/>
                      <a:pt x="924" y="961"/>
                      <a:pt x="917" y="959"/>
                    </a:cubicBezTo>
                    <a:cubicBezTo>
                      <a:pt x="904" y="938"/>
                      <a:pt x="904" y="882"/>
                      <a:pt x="926" y="796"/>
                    </a:cubicBezTo>
                    <a:close/>
                    <a:moveTo>
                      <a:pt x="1472" y="164"/>
                    </a:moveTo>
                    <a:cubicBezTo>
                      <a:pt x="1537" y="164"/>
                      <a:pt x="1595" y="194"/>
                      <a:pt x="1635" y="241"/>
                    </a:cubicBezTo>
                    <a:cubicBezTo>
                      <a:pt x="1725" y="327"/>
                      <a:pt x="1771" y="447"/>
                      <a:pt x="1765" y="571"/>
                    </a:cubicBezTo>
                    <a:cubicBezTo>
                      <a:pt x="1746" y="950"/>
                      <a:pt x="1296" y="1348"/>
                      <a:pt x="1296" y="1348"/>
                    </a:cubicBezTo>
                    <a:cubicBezTo>
                      <a:pt x="1197" y="1431"/>
                      <a:pt x="1074" y="1481"/>
                      <a:pt x="947" y="1487"/>
                    </a:cubicBezTo>
                    <a:cubicBezTo>
                      <a:pt x="565" y="1487"/>
                      <a:pt x="275" y="999"/>
                      <a:pt x="210" y="645"/>
                    </a:cubicBezTo>
                    <a:cubicBezTo>
                      <a:pt x="183" y="491"/>
                      <a:pt x="189" y="312"/>
                      <a:pt x="297" y="272"/>
                    </a:cubicBezTo>
                    <a:cubicBezTo>
                      <a:pt x="328" y="262"/>
                      <a:pt x="358" y="256"/>
                      <a:pt x="389" y="256"/>
                    </a:cubicBezTo>
                    <a:cubicBezTo>
                      <a:pt x="559" y="256"/>
                      <a:pt x="722" y="423"/>
                      <a:pt x="827" y="592"/>
                    </a:cubicBezTo>
                    <a:cubicBezTo>
                      <a:pt x="778" y="710"/>
                      <a:pt x="704" y="922"/>
                      <a:pt x="781" y="1046"/>
                    </a:cubicBezTo>
                    <a:cubicBezTo>
                      <a:pt x="815" y="1098"/>
                      <a:pt x="867" y="1125"/>
                      <a:pt x="932" y="1125"/>
                    </a:cubicBezTo>
                    <a:cubicBezTo>
                      <a:pt x="956" y="1125"/>
                      <a:pt x="982" y="1121"/>
                      <a:pt x="1009" y="1114"/>
                    </a:cubicBezTo>
                    <a:cubicBezTo>
                      <a:pt x="1052" y="1101"/>
                      <a:pt x="1086" y="1070"/>
                      <a:pt x="1105" y="1027"/>
                    </a:cubicBezTo>
                    <a:cubicBezTo>
                      <a:pt x="1148" y="916"/>
                      <a:pt x="1086" y="734"/>
                      <a:pt x="1009" y="586"/>
                    </a:cubicBezTo>
                    <a:cubicBezTo>
                      <a:pt x="1123" y="370"/>
                      <a:pt x="1311" y="164"/>
                      <a:pt x="1472" y="164"/>
                    </a:cubicBezTo>
                    <a:close/>
                    <a:moveTo>
                      <a:pt x="1472" y="0"/>
                    </a:moveTo>
                    <a:cubicBezTo>
                      <a:pt x="1247" y="0"/>
                      <a:pt x="1043" y="210"/>
                      <a:pt x="914" y="429"/>
                    </a:cubicBezTo>
                    <a:cubicBezTo>
                      <a:pt x="809" y="287"/>
                      <a:pt x="624" y="93"/>
                      <a:pt x="389" y="93"/>
                    </a:cubicBezTo>
                    <a:cubicBezTo>
                      <a:pt x="337" y="93"/>
                      <a:pt x="287" y="102"/>
                      <a:pt x="241" y="120"/>
                    </a:cubicBezTo>
                    <a:cubicBezTo>
                      <a:pt x="72" y="185"/>
                      <a:pt x="1" y="392"/>
                      <a:pt x="50" y="676"/>
                    </a:cubicBezTo>
                    <a:cubicBezTo>
                      <a:pt x="124" y="1067"/>
                      <a:pt x="457" y="1650"/>
                      <a:pt x="947" y="1650"/>
                    </a:cubicBezTo>
                    <a:cubicBezTo>
                      <a:pt x="1099" y="1650"/>
                      <a:pt x="1250" y="1589"/>
                      <a:pt x="1398" y="1471"/>
                    </a:cubicBezTo>
                    <a:cubicBezTo>
                      <a:pt x="1419" y="1453"/>
                      <a:pt x="1907" y="1027"/>
                      <a:pt x="1925" y="577"/>
                    </a:cubicBezTo>
                    <a:cubicBezTo>
                      <a:pt x="1934" y="410"/>
                      <a:pt x="1873" y="247"/>
                      <a:pt x="1752" y="130"/>
                    </a:cubicBezTo>
                    <a:cubicBezTo>
                      <a:pt x="1682" y="49"/>
                      <a:pt x="1580" y="3"/>
                      <a:pt x="1472"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16"/>
              <p:cNvSpPr/>
              <p:nvPr/>
            </p:nvSpPr>
            <p:spPr>
              <a:xfrm>
                <a:off x="8856626" y="4909183"/>
                <a:ext cx="68020" cy="60197"/>
              </a:xfrm>
              <a:custGeom>
                <a:avLst/>
                <a:gdLst/>
                <a:ahLst/>
                <a:cxnLst/>
                <a:rect l="l" t="t" r="r" b="b"/>
                <a:pathLst>
                  <a:path w="1904" h="1685" extrusionOk="0">
                    <a:moveTo>
                      <a:pt x="809" y="676"/>
                    </a:moveTo>
                    <a:cubicBezTo>
                      <a:pt x="821" y="688"/>
                      <a:pt x="836" y="750"/>
                      <a:pt x="830" y="849"/>
                    </a:cubicBezTo>
                    <a:cubicBezTo>
                      <a:pt x="781" y="769"/>
                      <a:pt x="771" y="710"/>
                      <a:pt x="778" y="692"/>
                    </a:cubicBezTo>
                    <a:cubicBezTo>
                      <a:pt x="787" y="685"/>
                      <a:pt x="799" y="679"/>
                      <a:pt x="809" y="676"/>
                    </a:cubicBezTo>
                    <a:close/>
                    <a:moveTo>
                      <a:pt x="784" y="161"/>
                    </a:moveTo>
                    <a:lnTo>
                      <a:pt x="784" y="164"/>
                    </a:lnTo>
                    <a:cubicBezTo>
                      <a:pt x="870" y="164"/>
                      <a:pt x="957" y="183"/>
                      <a:pt x="1037" y="217"/>
                    </a:cubicBezTo>
                    <a:cubicBezTo>
                      <a:pt x="1043" y="220"/>
                      <a:pt x="1583" y="476"/>
                      <a:pt x="1703" y="837"/>
                    </a:cubicBezTo>
                    <a:cubicBezTo>
                      <a:pt x="1743" y="954"/>
                      <a:pt x="1731" y="1080"/>
                      <a:pt x="1669" y="1188"/>
                    </a:cubicBezTo>
                    <a:cubicBezTo>
                      <a:pt x="1623" y="1274"/>
                      <a:pt x="1558" y="1318"/>
                      <a:pt x="1472" y="1318"/>
                    </a:cubicBezTo>
                    <a:cubicBezTo>
                      <a:pt x="1311" y="1318"/>
                      <a:pt x="1111" y="1176"/>
                      <a:pt x="972" y="1028"/>
                    </a:cubicBezTo>
                    <a:cubicBezTo>
                      <a:pt x="1006" y="864"/>
                      <a:pt x="1015" y="673"/>
                      <a:pt x="941" y="577"/>
                    </a:cubicBezTo>
                    <a:cubicBezTo>
                      <a:pt x="913" y="540"/>
                      <a:pt x="870" y="519"/>
                      <a:pt x="824" y="519"/>
                    </a:cubicBezTo>
                    <a:cubicBezTo>
                      <a:pt x="697" y="522"/>
                      <a:pt x="648" y="587"/>
                      <a:pt x="633" y="624"/>
                    </a:cubicBezTo>
                    <a:cubicBezTo>
                      <a:pt x="568" y="766"/>
                      <a:pt x="704" y="966"/>
                      <a:pt x="790" y="1071"/>
                    </a:cubicBezTo>
                    <a:cubicBezTo>
                      <a:pt x="728" y="1288"/>
                      <a:pt x="596" y="1525"/>
                      <a:pt x="391" y="1525"/>
                    </a:cubicBezTo>
                    <a:cubicBezTo>
                      <a:pt x="383" y="1525"/>
                      <a:pt x="375" y="1525"/>
                      <a:pt x="367" y="1524"/>
                    </a:cubicBezTo>
                    <a:cubicBezTo>
                      <a:pt x="247" y="1512"/>
                      <a:pt x="167" y="1305"/>
                      <a:pt x="179" y="1028"/>
                    </a:cubicBezTo>
                    <a:cubicBezTo>
                      <a:pt x="198" y="608"/>
                      <a:pt x="414" y="161"/>
                      <a:pt x="784" y="161"/>
                    </a:cubicBezTo>
                    <a:close/>
                    <a:moveTo>
                      <a:pt x="784" y="1"/>
                    </a:moveTo>
                    <a:cubicBezTo>
                      <a:pt x="309" y="1"/>
                      <a:pt x="37" y="516"/>
                      <a:pt x="16" y="1022"/>
                    </a:cubicBezTo>
                    <a:cubicBezTo>
                      <a:pt x="0" y="1407"/>
                      <a:pt x="130" y="1666"/>
                      <a:pt x="352" y="1685"/>
                    </a:cubicBezTo>
                    <a:lnTo>
                      <a:pt x="389" y="1685"/>
                    </a:lnTo>
                    <a:cubicBezTo>
                      <a:pt x="651" y="1685"/>
                      <a:pt x="824" y="1456"/>
                      <a:pt x="916" y="1207"/>
                    </a:cubicBezTo>
                    <a:cubicBezTo>
                      <a:pt x="1071" y="1352"/>
                      <a:pt x="1274" y="1481"/>
                      <a:pt x="1469" y="1481"/>
                    </a:cubicBezTo>
                    <a:cubicBezTo>
                      <a:pt x="1570" y="1481"/>
                      <a:pt x="1712" y="1444"/>
                      <a:pt x="1805" y="1265"/>
                    </a:cubicBezTo>
                    <a:cubicBezTo>
                      <a:pt x="1888" y="1120"/>
                      <a:pt x="1903" y="944"/>
                      <a:pt x="1851" y="787"/>
                    </a:cubicBezTo>
                    <a:cubicBezTo>
                      <a:pt x="1709" y="362"/>
                      <a:pt x="1126" y="84"/>
                      <a:pt x="1098" y="69"/>
                    </a:cubicBezTo>
                    <a:cubicBezTo>
                      <a:pt x="997" y="25"/>
                      <a:pt x="892" y="4"/>
                      <a:pt x="784"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16"/>
              <p:cNvSpPr/>
              <p:nvPr/>
            </p:nvSpPr>
            <p:spPr>
              <a:xfrm>
                <a:off x="8792070" y="4893678"/>
                <a:ext cx="69092" cy="50086"/>
              </a:xfrm>
              <a:custGeom>
                <a:avLst/>
                <a:gdLst/>
                <a:ahLst/>
                <a:cxnLst/>
                <a:rect l="l" t="t" r="r" b="b"/>
                <a:pathLst>
                  <a:path w="1934" h="1402" extrusionOk="0">
                    <a:moveTo>
                      <a:pt x="1147" y="1"/>
                    </a:moveTo>
                    <a:cubicBezTo>
                      <a:pt x="1058" y="1"/>
                      <a:pt x="963" y="19"/>
                      <a:pt x="867" y="65"/>
                    </a:cubicBezTo>
                    <a:cubicBezTo>
                      <a:pt x="386" y="290"/>
                      <a:pt x="0" y="740"/>
                      <a:pt x="241" y="1042"/>
                    </a:cubicBezTo>
                    <a:cubicBezTo>
                      <a:pt x="397" y="1239"/>
                      <a:pt x="698" y="1401"/>
                      <a:pt x="1009" y="1401"/>
                    </a:cubicBezTo>
                    <a:cubicBezTo>
                      <a:pt x="1176" y="1401"/>
                      <a:pt x="1347" y="1354"/>
                      <a:pt x="1499" y="1240"/>
                    </a:cubicBezTo>
                    <a:cubicBezTo>
                      <a:pt x="1934" y="910"/>
                      <a:pt x="1934" y="416"/>
                      <a:pt x="1789" y="296"/>
                    </a:cubicBezTo>
                    <a:cubicBezTo>
                      <a:pt x="1789" y="296"/>
                      <a:pt x="1508" y="1"/>
                      <a:pt x="11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16"/>
              <p:cNvSpPr/>
              <p:nvPr/>
            </p:nvSpPr>
            <p:spPr>
              <a:xfrm>
                <a:off x="8838763" y="4894428"/>
                <a:ext cx="12397" cy="38369"/>
              </a:xfrm>
              <a:custGeom>
                <a:avLst/>
                <a:gdLst/>
                <a:ahLst/>
                <a:cxnLst/>
                <a:rect l="l" t="t" r="r" b="b"/>
                <a:pathLst>
                  <a:path w="347" h="1074" extrusionOk="0">
                    <a:moveTo>
                      <a:pt x="1" y="0"/>
                    </a:moveTo>
                    <a:cubicBezTo>
                      <a:pt x="1" y="1"/>
                      <a:pt x="214" y="957"/>
                      <a:pt x="346" y="1074"/>
                    </a:cubicBez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16"/>
              <p:cNvSpPr/>
              <p:nvPr/>
            </p:nvSpPr>
            <p:spPr>
              <a:xfrm>
                <a:off x="8835262" y="4891285"/>
                <a:ext cx="19863" cy="44370"/>
              </a:xfrm>
              <a:custGeom>
                <a:avLst/>
                <a:gdLst/>
                <a:ahLst/>
                <a:cxnLst/>
                <a:rect l="l" t="t" r="r" b="b"/>
                <a:pathLst>
                  <a:path w="556" h="1242" extrusionOk="0">
                    <a:moveTo>
                      <a:pt x="98" y="0"/>
                    </a:moveTo>
                    <a:cubicBezTo>
                      <a:pt x="50" y="0"/>
                      <a:pt x="1" y="40"/>
                      <a:pt x="19" y="104"/>
                    </a:cubicBezTo>
                    <a:cubicBezTo>
                      <a:pt x="71" y="335"/>
                      <a:pt x="250" y="1097"/>
                      <a:pt x="392" y="1223"/>
                    </a:cubicBezTo>
                    <a:cubicBezTo>
                      <a:pt x="407" y="1236"/>
                      <a:pt x="426" y="1242"/>
                      <a:pt x="447" y="1242"/>
                    </a:cubicBezTo>
                    <a:cubicBezTo>
                      <a:pt x="521" y="1242"/>
                      <a:pt x="555" y="1149"/>
                      <a:pt x="500" y="1100"/>
                    </a:cubicBezTo>
                    <a:cubicBezTo>
                      <a:pt x="429" y="1038"/>
                      <a:pt x="278" y="517"/>
                      <a:pt x="176" y="70"/>
                    </a:cubicBezTo>
                    <a:cubicBezTo>
                      <a:pt x="168" y="22"/>
                      <a:pt x="133" y="0"/>
                      <a:pt x="9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16"/>
              <p:cNvSpPr/>
              <p:nvPr/>
            </p:nvSpPr>
            <p:spPr>
              <a:xfrm>
                <a:off x="8821794" y="4897286"/>
                <a:ext cx="16255" cy="44978"/>
              </a:xfrm>
              <a:custGeom>
                <a:avLst/>
                <a:gdLst/>
                <a:ahLst/>
                <a:cxnLst/>
                <a:rect l="l" t="t" r="r" b="b"/>
                <a:pathLst>
                  <a:path w="455" h="1259" extrusionOk="0">
                    <a:moveTo>
                      <a:pt x="1" y="1"/>
                    </a:moveTo>
                    <a:cubicBezTo>
                      <a:pt x="1" y="1"/>
                      <a:pt x="285" y="1111"/>
                      <a:pt x="454" y="1259"/>
                    </a:cubicBez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16"/>
              <p:cNvSpPr/>
              <p:nvPr/>
            </p:nvSpPr>
            <p:spPr>
              <a:xfrm>
                <a:off x="8818150" y="4894143"/>
                <a:ext cx="23864" cy="51122"/>
              </a:xfrm>
              <a:custGeom>
                <a:avLst/>
                <a:gdLst/>
                <a:ahLst/>
                <a:cxnLst/>
                <a:rect l="l" t="t" r="r" b="b"/>
                <a:pathLst>
                  <a:path w="668" h="1431" extrusionOk="0">
                    <a:moveTo>
                      <a:pt x="103" y="1"/>
                    </a:moveTo>
                    <a:cubicBezTo>
                      <a:pt x="52" y="1"/>
                      <a:pt x="1" y="43"/>
                      <a:pt x="23" y="110"/>
                    </a:cubicBezTo>
                    <a:cubicBezTo>
                      <a:pt x="72" y="298"/>
                      <a:pt x="325" y="1251"/>
                      <a:pt x="504" y="1409"/>
                    </a:cubicBezTo>
                    <a:cubicBezTo>
                      <a:pt x="519" y="1421"/>
                      <a:pt x="538" y="1427"/>
                      <a:pt x="556" y="1427"/>
                    </a:cubicBezTo>
                    <a:lnTo>
                      <a:pt x="556" y="1430"/>
                    </a:lnTo>
                    <a:cubicBezTo>
                      <a:pt x="630" y="1430"/>
                      <a:pt x="667" y="1338"/>
                      <a:pt x="612" y="1288"/>
                    </a:cubicBezTo>
                    <a:cubicBezTo>
                      <a:pt x="507" y="1196"/>
                      <a:pt x="297" y="520"/>
                      <a:pt x="180" y="70"/>
                    </a:cubicBezTo>
                    <a:cubicBezTo>
                      <a:pt x="172" y="22"/>
                      <a:pt x="138" y="1"/>
                      <a:pt x="1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16"/>
              <p:cNvSpPr/>
              <p:nvPr/>
            </p:nvSpPr>
            <p:spPr>
              <a:xfrm>
                <a:off x="8888458" y="4866562"/>
                <a:ext cx="33189" cy="34296"/>
              </a:xfrm>
              <a:custGeom>
                <a:avLst/>
                <a:gdLst/>
                <a:ahLst/>
                <a:cxnLst/>
                <a:rect l="l" t="t" r="r" b="b"/>
                <a:pathLst>
                  <a:path w="929" h="960" extrusionOk="0">
                    <a:moveTo>
                      <a:pt x="841" y="1"/>
                    </a:moveTo>
                    <a:cubicBezTo>
                      <a:pt x="805" y="1"/>
                      <a:pt x="770" y="22"/>
                      <a:pt x="763" y="68"/>
                    </a:cubicBezTo>
                    <a:cubicBezTo>
                      <a:pt x="682" y="679"/>
                      <a:pt x="118" y="796"/>
                      <a:pt x="96" y="799"/>
                    </a:cubicBezTo>
                    <a:cubicBezTo>
                      <a:pt x="1" y="817"/>
                      <a:pt x="13" y="959"/>
                      <a:pt x="112" y="959"/>
                    </a:cubicBezTo>
                    <a:lnTo>
                      <a:pt x="127" y="959"/>
                    </a:lnTo>
                    <a:cubicBezTo>
                      <a:pt x="133" y="956"/>
                      <a:pt x="824" y="820"/>
                      <a:pt x="923" y="90"/>
                    </a:cubicBezTo>
                    <a:cubicBezTo>
                      <a:pt x="928" y="32"/>
                      <a:pt x="884" y="1"/>
                      <a:pt x="8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16"/>
              <p:cNvSpPr/>
              <p:nvPr/>
            </p:nvSpPr>
            <p:spPr>
              <a:xfrm>
                <a:off x="8810218" y="4907861"/>
                <a:ext cx="12825" cy="35511"/>
              </a:xfrm>
              <a:custGeom>
                <a:avLst/>
                <a:gdLst/>
                <a:ahLst/>
                <a:cxnLst/>
                <a:rect l="l" t="t" r="r" b="b"/>
                <a:pathLst>
                  <a:path w="359" h="994" extrusionOk="0">
                    <a:moveTo>
                      <a:pt x="1" y="1"/>
                    </a:moveTo>
                    <a:lnTo>
                      <a:pt x="1" y="1"/>
                    </a:lnTo>
                    <a:cubicBezTo>
                      <a:pt x="1" y="1"/>
                      <a:pt x="143" y="827"/>
                      <a:pt x="359" y="994"/>
                    </a:cubicBez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16"/>
              <p:cNvSpPr/>
              <p:nvPr/>
            </p:nvSpPr>
            <p:spPr>
              <a:xfrm>
                <a:off x="8806824" y="4904860"/>
                <a:ext cx="20185" cy="41512"/>
              </a:xfrm>
              <a:custGeom>
                <a:avLst/>
                <a:gdLst/>
                <a:ahLst/>
                <a:cxnLst/>
                <a:rect l="l" t="t" r="r" b="b"/>
                <a:pathLst>
                  <a:path w="565" h="1162" extrusionOk="0">
                    <a:moveTo>
                      <a:pt x="96" y="0"/>
                    </a:moveTo>
                    <a:cubicBezTo>
                      <a:pt x="48" y="0"/>
                      <a:pt x="0" y="37"/>
                      <a:pt x="16" y="100"/>
                    </a:cubicBezTo>
                    <a:cubicBezTo>
                      <a:pt x="31" y="186"/>
                      <a:pt x="173" y="961"/>
                      <a:pt x="404" y="1143"/>
                    </a:cubicBezTo>
                    <a:cubicBezTo>
                      <a:pt x="420" y="1155"/>
                      <a:pt x="435" y="1161"/>
                      <a:pt x="454" y="1161"/>
                    </a:cubicBezTo>
                    <a:cubicBezTo>
                      <a:pt x="531" y="1161"/>
                      <a:pt x="565" y="1062"/>
                      <a:pt x="503" y="1016"/>
                    </a:cubicBezTo>
                    <a:cubicBezTo>
                      <a:pt x="364" y="908"/>
                      <a:pt x="229" y="381"/>
                      <a:pt x="176" y="72"/>
                    </a:cubicBezTo>
                    <a:cubicBezTo>
                      <a:pt x="169" y="23"/>
                      <a:pt x="133" y="0"/>
                      <a:pt x="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16"/>
              <p:cNvSpPr/>
              <p:nvPr/>
            </p:nvSpPr>
            <p:spPr>
              <a:xfrm>
                <a:off x="8888387" y="4899466"/>
                <a:ext cx="46157" cy="17898"/>
              </a:xfrm>
              <a:custGeom>
                <a:avLst/>
                <a:gdLst/>
                <a:ahLst/>
                <a:cxnLst/>
                <a:rect l="l" t="t" r="r" b="b"/>
                <a:pathLst>
                  <a:path w="1292" h="501" extrusionOk="0">
                    <a:moveTo>
                      <a:pt x="514" y="1"/>
                    </a:moveTo>
                    <a:cubicBezTo>
                      <a:pt x="390" y="1"/>
                      <a:pt x="249" y="22"/>
                      <a:pt x="92" y="75"/>
                    </a:cubicBezTo>
                    <a:cubicBezTo>
                      <a:pt x="0" y="106"/>
                      <a:pt x="34" y="234"/>
                      <a:pt x="116" y="234"/>
                    </a:cubicBezTo>
                    <a:cubicBezTo>
                      <a:pt x="125" y="234"/>
                      <a:pt x="135" y="233"/>
                      <a:pt x="145" y="230"/>
                    </a:cubicBezTo>
                    <a:cubicBezTo>
                      <a:pt x="286" y="182"/>
                      <a:pt x="410" y="163"/>
                      <a:pt x="518" y="163"/>
                    </a:cubicBezTo>
                    <a:cubicBezTo>
                      <a:pt x="937" y="163"/>
                      <a:pt x="1122" y="446"/>
                      <a:pt x="1132" y="461"/>
                    </a:cubicBezTo>
                    <a:cubicBezTo>
                      <a:pt x="1147" y="486"/>
                      <a:pt x="1172" y="501"/>
                      <a:pt x="1199" y="501"/>
                    </a:cubicBezTo>
                    <a:cubicBezTo>
                      <a:pt x="1215" y="501"/>
                      <a:pt x="1230" y="495"/>
                      <a:pt x="1243" y="489"/>
                    </a:cubicBezTo>
                    <a:cubicBezTo>
                      <a:pt x="1280" y="464"/>
                      <a:pt x="1292" y="415"/>
                      <a:pt x="1270" y="378"/>
                    </a:cubicBezTo>
                    <a:cubicBezTo>
                      <a:pt x="1268" y="373"/>
                      <a:pt x="1031" y="1"/>
                      <a:pt x="5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11" name="Google Shape;1611;p16"/>
          <p:cNvGrpSpPr/>
          <p:nvPr/>
        </p:nvGrpSpPr>
        <p:grpSpPr>
          <a:xfrm>
            <a:off x="85064" y="3357080"/>
            <a:ext cx="1869349" cy="1821430"/>
            <a:chOff x="85064" y="3357080"/>
            <a:chExt cx="1869349" cy="1821430"/>
          </a:xfrm>
        </p:grpSpPr>
        <p:sp>
          <p:nvSpPr>
            <p:cNvPr id="1612" name="Google Shape;1612;p16"/>
            <p:cNvSpPr/>
            <p:nvPr/>
          </p:nvSpPr>
          <p:spPr>
            <a:xfrm>
              <a:off x="591016" y="4398235"/>
              <a:ext cx="117305" cy="117305"/>
            </a:xfrm>
            <a:custGeom>
              <a:avLst/>
              <a:gdLst/>
              <a:ahLst/>
              <a:cxnLst/>
              <a:rect l="l" t="t" r="r" b="b"/>
              <a:pathLst>
                <a:path w="1611" h="1611" extrusionOk="0">
                  <a:moveTo>
                    <a:pt x="871" y="1"/>
                  </a:moveTo>
                  <a:cubicBezTo>
                    <a:pt x="821" y="1"/>
                    <a:pt x="784" y="38"/>
                    <a:pt x="784" y="84"/>
                  </a:cubicBezTo>
                  <a:lnTo>
                    <a:pt x="781" y="574"/>
                  </a:lnTo>
                  <a:lnTo>
                    <a:pt x="488" y="263"/>
                  </a:lnTo>
                  <a:cubicBezTo>
                    <a:pt x="469" y="243"/>
                    <a:pt x="447" y="234"/>
                    <a:pt x="426" y="234"/>
                  </a:cubicBezTo>
                  <a:cubicBezTo>
                    <a:pt x="360" y="234"/>
                    <a:pt x="303" y="317"/>
                    <a:pt x="362" y="380"/>
                  </a:cubicBezTo>
                  <a:lnTo>
                    <a:pt x="664" y="701"/>
                  </a:lnTo>
                  <a:lnTo>
                    <a:pt x="115" y="704"/>
                  </a:lnTo>
                  <a:cubicBezTo>
                    <a:pt x="1" y="704"/>
                    <a:pt x="1" y="877"/>
                    <a:pt x="115" y="877"/>
                  </a:cubicBezTo>
                  <a:lnTo>
                    <a:pt x="618" y="870"/>
                  </a:lnTo>
                  <a:lnTo>
                    <a:pt x="618" y="870"/>
                  </a:lnTo>
                  <a:lnTo>
                    <a:pt x="232" y="1142"/>
                  </a:lnTo>
                  <a:cubicBezTo>
                    <a:pt x="167" y="1191"/>
                    <a:pt x="201" y="1293"/>
                    <a:pt x="282" y="1296"/>
                  </a:cubicBezTo>
                  <a:cubicBezTo>
                    <a:pt x="297" y="1296"/>
                    <a:pt x="315" y="1290"/>
                    <a:pt x="331" y="1281"/>
                  </a:cubicBezTo>
                  <a:lnTo>
                    <a:pt x="781" y="966"/>
                  </a:lnTo>
                  <a:lnTo>
                    <a:pt x="775" y="1524"/>
                  </a:lnTo>
                  <a:cubicBezTo>
                    <a:pt x="775" y="1571"/>
                    <a:pt x="815" y="1611"/>
                    <a:pt x="861" y="1611"/>
                  </a:cubicBezTo>
                  <a:cubicBezTo>
                    <a:pt x="908" y="1611"/>
                    <a:pt x="948" y="1571"/>
                    <a:pt x="948" y="1524"/>
                  </a:cubicBezTo>
                  <a:lnTo>
                    <a:pt x="951" y="997"/>
                  </a:lnTo>
                  <a:lnTo>
                    <a:pt x="1262" y="1330"/>
                  </a:lnTo>
                  <a:cubicBezTo>
                    <a:pt x="1281" y="1345"/>
                    <a:pt x="1302" y="1355"/>
                    <a:pt x="1327" y="1355"/>
                  </a:cubicBezTo>
                  <a:cubicBezTo>
                    <a:pt x="1349" y="1355"/>
                    <a:pt x="1367" y="1349"/>
                    <a:pt x="1386" y="1333"/>
                  </a:cubicBezTo>
                  <a:cubicBezTo>
                    <a:pt x="1420" y="1299"/>
                    <a:pt x="1420" y="1247"/>
                    <a:pt x="1389" y="1210"/>
                  </a:cubicBezTo>
                  <a:lnTo>
                    <a:pt x="1059" y="864"/>
                  </a:lnTo>
                  <a:lnTo>
                    <a:pt x="1506" y="861"/>
                  </a:lnTo>
                  <a:cubicBezTo>
                    <a:pt x="1611" y="852"/>
                    <a:pt x="1611" y="695"/>
                    <a:pt x="1506" y="689"/>
                  </a:cubicBezTo>
                  <a:lnTo>
                    <a:pt x="1503" y="692"/>
                  </a:lnTo>
                  <a:lnTo>
                    <a:pt x="1170" y="695"/>
                  </a:lnTo>
                  <a:lnTo>
                    <a:pt x="1518" y="451"/>
                  </a:lnTo>
                  <a:cubicBezTo>
                    <a:pt x="1592" y="398"/>
                    <a:pt x="1540" y="297"/>
                    <a:pt x="1468" y="297"/>
                  </a:cubicBezTo>
                  <a:cubicBezTo>
                    <a:pt x="1453" y="297"/>
                    <a:pt x="1436" y="301"/>
                    <a:pt x="1420" y="312"/>
                  </a:cubicBezTo>
                  <a:lnTo>
                    <a:pt x="951" y="639"/>
                  </a:lnTo>
                  <a:lnTo>
                    <a:pt x="954" y="87"/>
                  </a:lnTo>
                  <a:cubicBezTo>
                    <a:pt x="954" y="38"/>
                    <a:pt x="917" y="1"/>
                    <a:pt x="8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16"/>
            <p:cNvSpPr/>
            <p:nvPr/>
          </p:nvSpPr>
          <p:spPr>
            <a:xfrm>
              <a:off x="85064" y="4802233"/>
              <a:ext cx="86504" cy="86286"/>
            </a:xfrm>
            <a:custGeom>
              <a:avLst/>
              <a:gdLst/>
              <a:ahLst/>
              <a:cxnLst/>
              <a:rect l="l" t="t" r="r" b="b"/>
              <a:pathLst>
                <a:path w="1188" h="1185" extrusionOk="0">
                  <a:moveTo>
                    <a:pt x="596" y="170"/>
                  </a:moveTo>
                  <a:cubicBezTo>
                    <a:pt x="827" y="173"/>
                    <a:pt x="1015" y="361"/>
                    <a:pt x="1012" y="596"/>
                  </a:cubicBezTo>
                  <a:cubicBezTo>
                    <a:pt x="1009" y="827"/>
                    <a:pt x="824" y="1012"/>
                    <a:pt x="592" y="1015"/>
                  </a:cubicBezTo>
                  <a:cubicBezTo>
                    <a:pt x="364" y="1006"/>
                    <a:pt x="185" y="818"/>
                    <a:pt x="185" y="592"/>
                  </a:cubicBezTo>
                  <a:cubicBezTo>
                    <a:pt x="185" y="364"/>
                    <a:pt x="367" y="179"/>
                    <a:pt x="596" y="173"/>
                  </a:cubicBezTo>
                  <a:lnTo>
                    <a:pt x="596" y="170"/>
                  </a:lnTo>
                  <a:close/>
                  <a:moveTo>
                    <a:pt x="596" y="0"/>
                  </a:moveTo>
                  <a:cubicBezTo>
                    <a:pt x="269" y="0"/>
                    <a:pt x="0" y="262"/>
                    <a:pt x="0" y="592"/>
                  </a:cubicBezTo>
                  <a:cubicBezTo>
                    <a:pt x="0" y="919"/>
                    <a:pt x="266" y="1185"/>
                    <a:pt x="592" y="1185"/>
                  </a:cubicBezTo>
                  <a:lnTo>
                    <a:pt x="596" y="1185"/>
                  </a:lnTo>
                  <a:cubicBezTo>
                    <a:pt x="923" y="1185"/>
                    <a:pt x="1188" y="919"/>
                    <a:pt x="1188" y="592"/>
                  </a:cubicBezTo>
                  <a:cubicBezTo>
                    <a:pt x="1188" y="262"/>
                    <a:pt x="923" y="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16"/>
            <p:cNvSpPr/>
            <p:nvPr/>
          </p:nvSpPr>
          <p:spPr>
            <a:xfrm rot="-1523482">
              <a:off x="388316" y="4690908"/>
              <a:ext cx="787482" cy="334944"/>
            </a:xfrm>
            <a:custGeom>
              <a:avLst/>
              <a:gdLst/>
              <a:ahLst/>
              <a:cxnLst/>
              <a:rect l="l" t="t" r="r" b="b"/>
              <a:pathLst>
                <a:path w="10815" h="4600" extrusionOk="0">
                  <a:moveTo>
                    <a:pt x="1879" y="0"/>
                  </a:moveTo>
                  <a:cubicBezTo>
                    <a:pt x="1876" y="0"/>
                    <a:pt x="1873" y="0"/>
                    <a:pt x="1870" y="0"/>
                  </a:cubicBezTo>
                  <a:cubicBezTo>
                    <a:pt x="1747" y="0"/>
                    <a:pt x="1626" y="22"/>
                    <a:pt x="1509" y="59"/>
                  </a:cubicBezTo>
                  <a:cubicBezTo>
                    <a:pt x="1417" y="90"/>
                    <a:pt x="1438" y="226"/>
                    <a:pt x="1534" y="226"/>
                  </a:cubicBezTo>
                  <a:lnTo>
                    <a:pt x="1537" y="226"/>
                  </a:lnTo>
                  <a:cubicBezTo>
                    <a:pt x="1543" y="226"/>
                    <a:pt x="1552" y="226"/>
                    <a:pt x="1559" y="223"/>
                  </a:cubicBezTo>
                  <a:cubicBezTo>
                    <a:pt x="1660" y="189"/>
                    <a:pt x="1765" y="173"/>
                    <a:pt x="1870" y="170"/>
                  </a:cubicBezTo>
                  <a:cubicBezTo>
                    <a:pt x="1873" y="170"/>
                    <a:pt x="1876" y="170"/>
                    <a:pt x="1879" y="170"/>
                  </a:cubicBezTo>
                  <a:cubicBezTo>
                    <a:pt x="1991" y="170"/>
                    <a:pt x="1991" y="0"/>
                    <a:pt x="1879" y="0"/>
                  </a:cubicBezTo>
                  <a:close/>
                  <a:moveTo>
                    <a:pt x="2205" y="48"/>
                  </a:moveTo>
                  <a:cubicBezTo>
                    <a:pt x="2115" y="48"/>
                    <a:pt x="2084" y="186"/>
                    <a:pt x="2185" y="216"/>
                  </a:cubicBezTo>
                  <a:cubicBezTo>
                    <a:pt x="2286" y="247"/>
                    <a:pt x="2382" y="293"/>
                    <a:pt x="2475" y="349"/>
                  </a:cubicBezTo>
                  <a:cubicBezTo>
                    <a:pt x="2487" y="358"/>
                    <a:pt x="2502" y="361"/>
                    <a:pt x="2518" y="361"/>
                  </a:cubicBezTo>
                  <a:cubicBezTo>
                    <a:pt x="2607" y="361"/>
                    <a:pt x="2638" y="247"/>
                    <a:pt x="2564" y="204"/>
                  </a:cubicBezTo>
                  <a:cubicBezTo>
                    <a:pt x="2459" y="139"/>
                    <a:pt x="2348" y="87"/>
                    <a:pt x="2234" y="53"/>
                  </a:cubicBezTo>
                  <a:cubicBezTo>
                    <a:pt x="2224" y="50"/>
                    <a:pt x="2214" y="48"/>
                    <a:pt x="2205" y="48"/>
                  </a:cubicBezTo>
                  <a:close/>
                  <a:moveTo>
                    <a:pt x="1225" y="194"/>
                  </a:moveTo>
                  <a:cubicBezTo>
                    <a:pt x="1210" y="194"/>
                    <a:pt x="1195" y="198"/>
                    <a:pt x="1179" y="207"/>
                  </a:cubicBezTo>
                  <a:cubicBezTo>
                    <a:pt x="1077" y="269"/>
                    <a:pt x="982" y="340"/>
                    <a:pt x="889" y="417"/>
                  </a:cubicBezTo>
                  <a:cubicBezTo>
                    <a:pt x="852" y="445"/>
                    <a:pt x="849" y="500"/>
                    <a:pt x="880" y="537"/>
                  </a:cubicBezTo>
                  <a:cubicBezTo>
                    <a:pt x="895" y="556"/>
                    <a:pt x="920" y="568"/>
                    <a:pt x="945" y="568"/>
                  </a:cubicBezTo>
                  <a:lnTo>
                    <a:pt x="948" y="568"/>
                  </a:lnTo>
                  <a:cubicBezTo>
                    <a:pt x="966" y="568"/>
                    <a:pt x="985" y="559"/>
                    <a:pt x="1000" y="549"/>
                  </a:cubicBezTo>
                  <a:cubicBezTo>
                    <a:pt x="1084" y="475"/>
                    <a:pt x="1173" y="414"/>
                    <a:pt x="1266" y="355"/>
                  </a:cubicBezTo>
                  <a:cubicBezTo>
                    <a:pt x="1348" y="306"/>
                    <a:pt x="1301" y="194"/>
                    <a:pt x="1225" y="194"/>
                  </a:cubicBezTo>
                  <a:close/>
                  <a:moveTo>
                    <a:pt x="2793" y="393"/>
                  </a:moveTo>
                  <a:cubicBezTo>
                    <a:pt x="2724" y="393"/>
                    <a:pt x="2668" y="486"/>
                    <a:pt x="2734" y="546"/>
                  </a:cubicBezTo>
                  <a:cubicBezTo>
                    <a:pt x="2786" y="593"/>
                    <a:pt x="2839" y="642"/>
                    <a:pt x="2891" y="701"/>
                  </a:cubicBezTo>
                  <a:lnTo>
                    <a:pt x="2968" y="784"/>
                  </a:lnTo>
                  <a:cubicBezTo>
                    <a:pt x="2984" y="799"/>
                    <a:pt x="3008" y="812"/>
                    <a:pt x="3033" y="812"/>
                  </a:cubicBezTo>
                  <a:cubicBezTo>
                    <a:pt x="3107" y="812"/>
                    <a:pt x="3144" y="722"/>
                    <a:pt x="3095" y="670"/>
                  </a:cubicBezTo>
                  <a:cubicBezTo>
                    <a:pt x="3070" y="639"/>
                    <a:pt x="3045" y="611"/>
                    <a:pt x="3017" y="583"/>
                  </a:cubicBezTo>
                  <a:cubicBezTo>
                    <a:pt x="2962" y="522"/>
                    <a:pt x="2906" y="469"/>
                    <a:pt x="2851" y="417"/>
                  </a:cubicBezTo>
                  <a:cubicBezTo>
                    <a:pt x="2832" y="400"/>
                    <a:pt x="2812" y="393"/>
                    <a:pt x="2793" y="393"/>
                  </a:cubicBezTo>
                  <a:close/>
                  <a:moveTo>
                    <a:pt x="691" y="637"/>
                  </a:moveTo>
                  <a:cubicBezTo>
                    <a:pt x="672" y="637"/>
                    <a:pt x="651" y="644"/>
                    <a:pt x="633" y="661"/>
                  </a:cubicBezTo>
                  <a:cubicBezTo>
                    <a:pt x="556" y="741"/>
                    <a:pt x="482" y="830"/>
                    <a:pt x="408" y="926"/>
                  </a:cubicBezTo>
                  <a:cubicBezTo>
                    <a:pt x="377" y="963"/>
                    <a:pt x="383" y="1018"/>
                    <a:pt x="424" y="1046"/>
                  </a:cubicBezTo>
                  <a:cubicBezTo>
                    <a:pt x="439" y="1058"/>
                    <a:pt x="454" y="1065"/>
                    <a:pt x="476" y="1065"/>
                  </a:cubicBezTo>
                  <a:cubicBezTo>
                    <a:pt x="504" y="1065"/>
                    <a:pt x="528" y="1052"/>
                    <a:pt x="544" y="1031"/>
                  </a:cubicBezTo>
                  <a:cubicBezTo>
                    <a:pt x="615" y="938"/>
                    <a:pt x="686" y="852"/>
                    <a:pt x="760" y="775"/>
                  </a:cubicBezTo>
                  <a:cubicBezTo>
                    <a:pt x="809" y="711"/>
                    <a:pt x="754" y="637"/>
                    <a:pt x="691" y="637"/>
                  </a:cubicBezTo>
                  <a:close/>
                  <a:moveTo>
                    <a:pt x="5503" y="1071"/>
                  </a:moveTo>
                  <a:cubicBezTo>
                    <a:pt x="5386" y="1071"/>
                    <a:pt x="5269" y="1080"/>
                    <a:pt x="5152" y="1105"/>
                  </a:cubicBezTo>
                  <a:cubicBezTo>
                    <a:pt x="5047" y="1120"/>
                    <a:pt x="5059" y="1274"/>
                    <a:pt x="5167" y="1274"/>
                  </a:cubicBezTo>
                  <a:cubicBezTo>
                    <a:pt x="5173" y="1274"/>
                    <a:pt x="5180" y="1271"/>
                    <a:pt x="5183" y="1271"/>
                  </a:cubicBezTo>
                  <a:cubicBezTo>
                    <a:pt x="5279" y="1255"/>
                    <a:pt x="5376" y="1243"/>
                    <a:pt x="5473" y="1243"/>
                  </a:cubicBezTo>
                  <a:cubicBezTo>
                    <a:pt x="5484" y="1243"/>
                    <a:pt x="5495" y="1243"/>
                    <a:pt x="5506" y="1243"/>
                  </a:cubicBezTo>
                  <a:cubicBezTo>
                    <a:pt x="5553" y="1243"/>
                    <a:pt x="5593" y="1203"/>
                    <a:pt x="5593" y="1157"/>
                  </a:cubicBezTo>
                  <a:cubicBezTo>
                    <a:pt x="5590" y="1108"/>
                    <a:pt x="5553" y="1071"/>
                    <a:pt x="5503" y="1071"/>
                  </a:cubicBezTo>
                  <a:close/>
                  <a:moveTo>
                    <a:pt x="3254" y="895"/>
                  </a:moveTo>
                  <a:cubicBezTo>
                    <a:pt x="3189" y="895"/>
                    <a:pt x="3131" y="972"/>
                    <a:pt x="3187" y="1037"/>
                  </a:cubicBezTo>
                  <a:cubicBezTo>
                    <a:pt x="3261" y="1129"/>
                    <a:pt x="3329" y="1222"/>
                    <a:pt x="3391" y="1308"/>
                  </a:cubicBezTo>
                  <a:cubicBezTo>
                    <a:pt x="3406" y="1330"/>
                    <a:pt x="3434" y="1345"/>
                    <a:pt x="3462" y="1345"/>
                  </a:cubicBezTo>
                  <a:cubicBezTo>
                    <a:pt x="3480" y="1345"/>
                    <a:pt x="3495" y="1339"/>
                    <a:pt x="3511" y="1327"/>
                  </a:cubicBezTo>
                  <a:cubicBezTo>
                    <a:pt x="3548" y="1299"/>
                    <a:pt x="3557" y="1247"/>
                    <a:pt x="3533" y="1210"/>
                  </a:cubicBezTo>
                  <a:cubicBezTo>
                    <a:pt x="3468" y="1117"/>
                    <a:pt x="3400" y="1024"/>
                    <a:pt x="3323" y="932"/>
                  </a:cubicBezTo>
                  <a:cubicBezTo>
                    <a:pt x="3303" y="906"/>
                    <a:pt x="3278" y="895"/>
                    <a:pt x="3254" y="895"/>
                  </a:cubicBezTo>
                  <a:close/>
                  <a:moveTo>
                    <a:pt x="5845" y="1100"/>
                  </a:moveTo>
                  <a:cubicBezTo>
                    <a:pt x="5747" y="1100"/>
                    <a:pt x="5725" y="1254"/>
                    <a:pt x="5833" y="1271"/>
                  </a:cubicBezTo>
                  <a:cubicBezTo>
                    <a:pt x="5877" y="1277"/>
                    <a:pt x="5917" y="1287"/>
                    <a:pt x="5960" y="1296"/>
                  </a:cubicBezTo>
                  <a:cubicBezTo>
                    <a:pt x="6028" y="1311"/>
                    <a:pt x="6092" y="1330"/>
                    <a:pt x="6154" y="1348"/>
                  </a:cubicBezTo>
                  <a:cubicBezTo>
                    <a:pt x="6163" y="1351"/>
                    <a:pt x="6173" y="1351"/>
                    <a:pt x="6182" y="1351"/>
                  </a:cubicBezTo>
                  <a:lnTo>
                    <a:pt x="6179" y="1351"/>
                  </a:lnTo>
                  <a:cubicBezTo>
                    <a:pt x="6180" y="1351"/>
                    <a:pt x="6181" y="1351"/>
                    <a:pt x="6182" y="1351"/>
                  </a:cubicBezTo>
                  <a:cubicBezTo>
                    <a:pt x="6278" y="1351"/>
                    <a:pt x="6298" y="1215"/>
                    <a:pt x="6207" y="1185"/>
                  </a:cubicBezTo>
                  <a:cubicBezTo>
                    <a:pt x="6139" y="1163"/>
                    <a:pt x="6071" y="1145"/>
                    <a:pt x="6000" y="1129"/>
                  </a:cubicBezTo>
                  <a:cubicBezTo>
                    <a:pt x="5951" y="1117"/>
                    <a:pt x="5907" y="1108"/>
                    <a:pt x="5861" y="1102"/>
                  </a:cubicBezTo>
                  <a:cubicBezTo>
                    <a:pt x="5855" y="1101"/>
                    <a:pt x="5850" y="1100"/>
                    <a:pt x="5845" y="1100"/>
                  </a:cubicBezTo>
                  <a:close/>
                  <a:moveTo>
                    <a:pt x="4842" y="1199"/>
                  </a:moveTo>
                  <a:cubicBezTo>
                    <a:pt x="4831" y="1199"/>
                    <a:pt x="4819" y="1201"/>
                    <a:pt x="4806" y="1206"/>
                  </a:cubicBezTo>
                  <a:cubicBezTo>
                    <a:pt x="4695" y="1250"/>
                    <a:pt x="4590" y="1308"/>
                    <a:pt x="4492" y="1373"/>
                  </a:cubicBezTo>
                  <a:cubicBezTo>
                    <a:pt x="4421" y="1419"/>
                    <a:pt x="4452" y="1530"/>
                    <a:pt x="4538" y="1530"/>
                  </a:cubicBezTo>
                  <a:cubicBezTo>
                    <a:pt x="4553" y="1530"/>
                    <a:pt x="4572" y="1527"/>
                    <a:pt x="4584" y="1518"/>
                  </a:cubicBezTo>
                  <a:cubicBezTo>
                    <a:pt x="4677" y="1456"/>
                    <a:pt x="4772" y="1404"/>
                    <a:pt x="4871" y="1364"/>
                  </a:cubicBezTo>
                  <a:cubicBezTo>
                    <a:pt x="4963" y="1326"/>
                    <a:pt x="4924" y="1199"/>
                    <a:pt x="4842" y="1199"/>
                  </a:cubicBezTo>
                  <a:close/>
                  <a:moveTo>
                    <a:pt x="273" y="1172"/>
                  </a:moveTo>
                  <a:cubicBezTo>
                    <a:pt x="248" y="1172"/>
                    <a:pt x="223" y="1184"/>
                    <a:pt x="205" y="1213"/>
                  </a:cubicBezTo>
                  <a:cubicBezTo>
                    <a:pt x="87" y="1388"/>
                    <a:pt x="26" y="1509"/>
                    <a:pt x="23" y="1515"/>
                  </a:cubicBezTo>
                  <a:cubicBezTo>
                    <a:pt x="1" y="1558"/>
                    <a:pt x="20" y="1610"/>
                    <a:pt x="63" y="1632"/>
                  </a:cubicBezTo>
                  <a:cubicBezTo>
                    <a:pt x="72" y="1638"/>
                    <a:pt x="87" y="1641"/>
                    <a:pt x="100" y="1641"/>
                  </a:cubicBezTo>
                  <a:lnTo>
                    <a:pt x="103" y="1641"/>
                  </a:lnTo>
                  <a:cubicBezTo>
                    <a:pt x="134" y="1638"/>
                    <a:pt x="161" y="1620"/>
                    <a:pt x="177" y="1592"/>
                  </a:cubicBezTo>
                  <a:cubicBezTo>
                    <a:pt x="229" y="1493"/>
                    <a:pt x="285" y="1398"/>
                    <a:pt x="346" y="1305"/>
                  </a:cubicBezTo>
                  <a:cubicBezTo>
                    <a:pt x="390" y="1238"/>
                    <a:pt x="333" y="1172"/>
                    <a:pt x="273" y="1172"/>
                  </a:cubicBezTo>
                  <a:close/>
                  <a:moveTo>
                    <a:pt x="6490" y="1316"/>
                  </a:moveTo>
                  <a:cubicBezTo>
                    <a:pt x="6411" y="1316"/>
                    <a:pt x="6363" y="1434"/>
                    <a:pt x="6453" y="1478"/>
                  </a:cubicBezTo>
                  <a:cubicBezTo>
                    <a:pt x="6546" y="1530"/>
                    <a:pt x="6635" y="1595"/>
                    <a:pt x="6715" y="1666"/>
                  </a:cubicBezTo>
                  <a:cubicBezTo>
                    <a:pt x="6731" y="1678"/>
                    <a:pt x="6753" y="1688"/>
                    <a:pt x="6774" y="1688"/>
                  </a:cubicBezTo>
                  <a:cubicBezTo>
                    <a:pt x="6851" y="1688"/>
                    <a:pt x="6888" y="1589"/>
                    <a:pt x="6830" y="1536"/>
                  </a:cubicBezTo>
                  <a:cubicBezTo>
                    <a:pt x="6740" y="1456"/>
                    <a:pt x="6641" y="1388"/>
                    <a:pt x="6537" y="1330"/>
                  </a:cubicBezTo>
                  <a:cubicBezTo>
                    <a:pt x="6520" y="1320"/>
                    <a:pt x="6504" y="1316"/>
                    <a:pt x="6490" y="1316"/>
                  </a:cubicBezTo>
                  <a:close/>
                  <a:moveTo>
                    <a:pt x="3651" y="1462"/>
                  </a:moveTo>
                  <a:cubicBezTo>
                    <a:pt x="3593" y="1462"/>
                    <a:pt x="3536" y="1523"/>
                    <a:pt x="3573" y="1589"/>
                  </a:cubicBezTo>
                  <a:cubicBezTo>
                    <a:pt x="3628" y="1684"/>
                    <a:pt x="3681" y="1783"/>
                    <a:pt x="3727" y="1885"/>
                  </a:cubicBezTo>
                  <a:cubicBezTo>
                    <a:pt x="3739" y="1916"/>
                    <a:pt x="3770" y="1937"/>
                    <a:pt x="3804" y="1937"/>
                  </a:cubicBezTo>
                  <a:cubicBezTo>
                    <a:pt x="3866" y="1934"/>
                    <a:pt x="3906" y="1873"/>
                    <a:pt x="3881" y="1817"/>
                  </a:cubicBezTo>
                  <a:cubicBezTo>
                    <a:pt x="3835" y="1709"/>
                    <a:pt x="3779" y="1604"/>
                    <a:pt x="3721" y="1503"/>
                  </a:cubicBezTo>
                  <a:cubicBezTo>
                    <a:pt x="3703" y="1474"/>
                    <a:pt x="3677" y="1462"/>
                    <a:pt x="3651" y="1462"/>
                  </a:cubicBezTo>
                  <a:close/>
                  <a:moveTo>
                    <a:pt x="4273" y="1572"/>
                  </a:moveTo>
                  <a:cubicBezTo>
                    <a:pt x="4253" y="1572"/>
                    <a:pt x="4232" y="1580"/>
                    <a:pt x="4214" y="1598"/>
                  </a:cubicBezTo>
                  <a:cubicBezTo>
                    <a:pt x="4128" y="1681"/>
                    <a:pt x="4048" y="1771"/>
                    <a:pt x="3977" y="1866"/>
                  </a:cubicBezTo>
                  <a:cubicBezTo>
                    <a:pt x="3949" y="1903"/>
                    <a:pt x="3958" y="1956"/>
                    <a:pt x="3995" y="1987"/>
                  </a:cubicBezTo>
                  <a:cubicBezTo>
                    <a:pt x="4011" y="1996"/>
                    <a:pt x="4029" y="2002"/>
                    <a:pt x="4048" y="2002"/>
                  </a:cubicBezTo>
                  <a:cubicBezTo>
                    <a:pt x="4072" y="2002"/>
                    <a:pt x="4100" y="1990"/>
                    <a:pt x="4115" y="1968"/>
                  </a:cubicBezTo>
                  <a:cubicBezTo>
                    <a:pt x="4180" y="1879"/>
                    <a:pt x="4251" y="1799"/>
                    <a:pt x="4331" y="1721"/>
                  </a:cubicBezTo>
                  <a:cubicBezTo>
                    <a:pt x="4396" y="1660"/>
                    <a:pt x="4339" y="1572"/>
                    <a:pt x="4273" y="1572"/>
                  </a:cubicBezTo>
                  <a:close/>
                  <a:moveTo>
                    <a:pt x="7005" y="1768"/>
                  </a:moveTo>
                  <a:cubicBezTo>
                    <a:pt x="6943" y="1768"/>
                    <a:pt x="6886" y="1837"/>
                    <a:pt x="6934" y="1903"/>
                  </a:cubicBezTo>
                  <a:cubicBezTo>
                    <a:pt x="6999" y="1993"/>
                    <a:pt x="7052" y="2085"/>
                    <a:pt x="7095" y="2187"/>
                  </a:cubicBezTo>
                  <a:cubicBezTo>
                    <a:pt x="7110" y="2215"/>
                    <a:pt x="7138" y="2237"/>
                    <a:pt x="7172" y="2237"/>
                  </a:cubicBezTo>
                  <a:lnTo>
                    <a:pt x="7175" y="2237"/>
                  </a:lnTo>
                  <a:cubicBezTo>
                    <a:pt x="7237" y="2237"/>
                    <a:pt x="7277" y="2172"/>
                    <a:pt x="7252" y="2116"/>
                  </a:cubicBezTo>
                  <a:cubicBezTo>
                    <a:pt x="7203" y="2005"/>
                    <a:pt x="7144" y="1900"/>
                    <a:pt x="7073" y="1805"/>
                  </a:cubicBezTo>
                  <a:cubicBezTo>
                    <a:pt x="7054" y="1779"/>
                    <a:pt x="7029" y="1768"/>
                    <a:pt x="7005" y="1768"/>
                  </a:cubicBezTo>
                  <a:close/>
                  <a:moveTo>
                    <a:pt x="8677" y="2061"/>
                  </a:moveTo>
                  <a:cubicBezTo>
                    <a:pt x="8557" y="2064"/>
                    <a:pt x="8437" y="2082"/>
                    <a:pt x="8322" y="2113"/>
                  </a:cubicBezTo>
                  <a:cubicBezTo>
                    <a:pt x="8224" y="2141"/>
                    <a:pt x="8242" y="2283"/>
                    <a:pt x="8344" y="2283"/>
                  </a:cubicBezTo>
                  <a:cubicBezTo>
                    <a:pt x="8350" y="2283"/>
                    <a:pt x="8356" y="2283"/>
                    <a:pt x="8366" y="2280"/>
                  </a:cubicBezTo>
                  <a:cubicBezTo>
                    <a:pt x="8467" y="2252"/>
                    <a:pt x="8575" y="2237"/>
                    <a:pt x="8683" y="2233"/>
                  </a:cubicBezTo>
                  <a:cubicBezTo>
                    <a:pt x="8730" y="2230"/>
                    <a:pt x="8767" y="2190"/>
                    <a:pt x="8767" y="2144"/>
                  </a:cubicBezTo>
                  <a:cubicBezTo>
                    <a:pt x="8763" y="2098"/>
                    <a:pt x="8723" y="2061"/>
                    <a:pt x="8677" y="2061"/>
                  </a:cubicBezTo>
                  <a:close/>
                  <a:moveTo>
                    <a:pt x="9017" y="2095"/>
                  </a:moveTo>
                  <a:cubicBezTo>
                    <a:pt x="8925" y="2095"/>
                    <a:pt x="8898" y="2242"/>
                    <a:pt x="9001" y="2264"/>
                  </a:cubicBezTo>
                  <a:cubicBezTo>
                    <a:pt x="9106" y="2289"/>
                    <a:pt x="9208" y="2326"/>
                    <a:pt x="9303" y="2375"/>
                  </a:cubicBezTo>
                  <a:cubicBezTo>
                    <a:pt x="9312" y="2382"/>
                    <a:pt x="9328" y="2385"/>
                    <a:pt x="9340" y="2385"/>
                  </a:cubicBezTo>
                  <a:lnTo>
                    <a:pt x="9343" y="2385"/>
                  </a:lnTo>
                  <a:cubicBezTo>
                    <a:pt x="9430" y="2385"/>
                    <a:pt x="9461" y="2264"/>
                    <a:pt x="9380" y="2224"/>
                  </a:cubicBezTo>
                  <a:cubicBezTo>
                    <a:pt x="9272" y="2169"/>
                    <a:pt x="9158" y="2126"/>
                    <a:pt x="9041" y="2098"/>
                  </a:cubicBezTo>
                  <a:cubicBezTo>
                    <a:pt x="9033" y="2096"/>
                    <a:pt x="9025" y="2095"/>
                    <a:pt x="9017" y="2095"/>
                  </a:cubicBezTo>
                  <a:close/>
                  <a:moveTo>
                    <a:pt x="8026" y="2230"/>
                  </a:moveTo>
                  <a:cubicBezTo>
                    <a:pt x="8013" y="2230"/>
                    <a:pt x="8000" y="2233"/>
                    <a:pt x="7986" y="2240"/>
                  </a:cubicBezTo>
                  <a:cubicBezTo>
                    <a:pt x="7878" y="2292"/>
                    <a:pt x="7776" y="2351"/>
                    <a:pt x="7678" y="2419"/>
                  </a:cubicBezTo>
                  <a:cubicBezTo>
                    <a:pt x="7610" y="2468"/>
                    <a:pt x="7644" y="2576"/>
                    <a:pt x="7727" y="2576"/>
                  </a:cubicBezTo>
                  <a:cubicBezTo>
                    <a:pt x="7746" y="2576"/>
                    <a:pt x="7761" y="2570"/>
                    <a:pt x="7776" y="2560"/>
                  </a:cubicBezTo>
                  <a:cubicBezTo>
                    <a:pt x="7866" y="2499"/>
                    <a:pt x="7962" y="2443"/>
                    <a:pt x="8060" y="2394"/>
                  </a:cubicBezTo>
                  <a:cubicBezTo>
                    <a:pt x="8151" y="2351"/>
                    <a:pt x="8106" y="2230"/>
                    <a:pt x="8026" y="2230"/>
                  </a:cubicBezTo>
                  <a:close/>
                  <a:moveTo>
                    <a:pt x="3919" y="2086"/>
                  </a:moveTo>
                  <a:cubicBezTo>
                    <a:pt x="3911" y="2086"/>
                    <a:pt x="3904" y="2087"/>
                    <a:pt x="3896" y="2089"/>
                  </a:cubicBezTo>
                  <a:cubicBezTo>
                    <a:pt x="3859" y="2113"/>
                    <a:pt x="3822" y="2138"/>
                    <a:pt x="3789" y="2166"/>
                  </a:cubicBezTo>
                  <a:cubicBezTo>
                    <a:pt x="3730" y="2271"/>
                    <a:pt x="3684" y="2382"/>
                    <a:pt x="3647" y="2496"/>
                  </a:cubicBezTo>
                  <a:cubicBezTo>
                    <a:pt x="3631" y="2539"/>
                    <a:pt x="3656" y="2588"/>
                    <a:pt x="3702" y="2604"/>
                  </a:cubicBezTo>
                  <a:cubicBezTo>
                    <a:pt x="3711" y="2604"/>
                    <a:pt x="3721" y="2607"/>
                    <a:pt x="3730" y="2607"/>
                  </a:cubicBezTo>
                  <a:cubicBezTo>
                    <a:pt x="3767" y="2607"/>
                    <a:pt x="3798" y="2582"/>
                    <a:pt x="3810" y="2545"/>
                  </a:cubicBezTo>
                  <a:cubicBezTo>
                    <a:pt x="3829" y="2489"/>
                    <a:pt x="3850" y="2431"/>
                    <a:pt x="3875" y="2378"/>
                  </a:cubicBezTo>
                  <a:cubicBezTo>
                    <a:pt x="3881" y="2422"/>
                    <a:pt x="3884" y="2465"/>
                    <a:pt x="3884" y="2511"/>
                  </a:cubicBezTo>
                  <a:cubicBezTo>
                    <a:pt x="3884" y="2556"/>
                    <a:pt x="3921" y="2595"/>
                    <a:pt x="3965" y="2595"/>
                  </a:cubicBezTo>
                  <a:cubicBezTo>
                    <a:pt x="3967" y="2595"/>
                    <a:pt x="3969" y="2594"/>
                    <a:pt x="3970" y="2594"/>
                  </a:cubicBezTo>
                  <a:cubicBezTo>
                    <a:pt x="4020" y="2594"/>
                    <a:pt x="4057" y="2554"/>
                    <a:pt x="4057" y="2508"/>
                  </a:cubicBezTo>
                  <a:cubicBezTo>
                    <a:pt x="4051" y="2388"/>
                    <a:pt x="4035" y="2267"/>
                    <a:pt x="4001" y="2150"/>
                  </a:cubicBezTo>
                  <a:cubicBezTo>
                    <a:pt x="3991" y="2111"/>
                    <a:pt x="3957" y="2086"/>
                    <a:pt x="3919" y="2086"/>
                  </a:cubicBezTo>
                  <a:close/>
                  <a:moveTo>
                    <a:pt x="9628" y="2400"/>
                  </a:moveTo>
                  <a:cubicBezTo>
                    <a:pt x="9557" y="2400"/>
                    <a:pt x="9503" y="2500"/>
                    <a:pt x="9578" y="2557"/>
                  </a:cubicBezTo>
                  <a:cubicBezTo>
                    <a:pt x="9667" y="2625"/>
                    <a:pt x="9754" y="2696"/>
                    <a:pt x="9834" y="2770"/>
                  </a:cubicBezTo>
                  <a:cubicBezTo>
                    <a:pt x="9849" y="2786"/>
                    <a:pt x="9868" y="2792"/>
                    <a:pt x="9889" y="2792"/>
                  </a:cubicBezTo>
                  <a:lnTo>
                    <a:pt x="9892" y="2792"/>
                  </a:lnTo>
                  <a:cubicBezTo>
                    <a:pt x="9969" y="2792"/>
                    <a:pt x="10006" y="2696"/>
                    <a:pt x="9948" y="2644"/>
                  </a:cubicBezTo>
                  <a:cubicBezTo>
                    <a:pt x="9865" y="2567"/>
                    <a:pt x="9775" y="2493"/>
                    <a:pt x="9679" y="2419"/>
                  </a:cubicBezTo>
                  <a:cubicBezTo>
                    <a:pt x="9662" y="2406"/>
                    <a:pt x="9645" y="2400"/>
                    <a:pt x="9628" y="2400"/>
                  </a:cubicBezTo>
                  <a:close/>
                  <a:moveTo>
                    <a:pt x="7284" y="2391"/>
                  </a:moveTo>
                  <a:cubicBezTo>
                    <a:pt x="7276" y="2391"/>
                    <a:pt x="7269" y="2392"/>
                    <a:pt x="7261" y="2394"/>
                  </a:cubicBezTo>
                  <a:cubicBezTo>
                    <a:pt x="7215" y="2403"/>
                    <a:pt x="7187" y="2449"/>
                    <a:pt x="7200" y="2496"/>
                  </a:cubicBezTo>
                  <a:cubicBezTo>
                    <a:pt x="7221" y="2594"/>
                    <a:pt x="7237" y="2696"/>
                    <a:pt x="7243" y="2801"/>
                  </a:cubicBezTo>
                  <a:cubicBezTo>
                    <a:pt x="7215" y="2832"/>
                    <a:pt x="7184" y="2863"/>
                    <a:pt x="7160" y="2897"/>
                  </a:cubicBezTo>
                  <a:cubicBezTo>
                    <a:pt x="7129" y="2934"/>
                    <a:pt x="7132" y="2986"/>
                    <a:pt x="7169" y="3017"/>
                  </a:cubicBezTo>
                  <a:cubicBezTo>
                    <a:pt x="7184" y="3029"/>
                    <a:pt x="7203" y="3035"/>
                    <a:pt x="7224" y="3038"/>
                  </a:cubicBezTo>
                  <a:cubicBezTo>
                    <a:pt x="7249" y="3038"/>
                    <a:pt x="7274" y="3026"/>
                    <a:pt x="7292" y="3005"/>
                  </a:cubicBezTo>
                  <a:cubicBezTo>
                    <a:pt x="7360" y="2921"/>
                    <a:pt x="7437" y="2841"/>
                    <a:pt x="7517" y="2767"/>
                  </a:cubicBezTo>
                  <a:cubicBezTo>
                    <a:pt x="7587" y="2707"/>
                    <a:pt x="7530" y="2614"/>
                    <a:pt x="7462" y="2614"/>
                  </a:cubicBezTo>
                  <a:cubicBezTo>
                    <a:pt x="7443" y="2614"/>
                    <a:pt x="7422" y="2622"/>
                    <a:pt x="7403" y="2641"/>
                  </a:cubicBezTo>
                  <a:lnTo>
                    <a:pt x="7400" y="2644"/>
                  </a:lnTo>
                  <a:cubicBezTo>
                    <a:pt x="7391" y="2579"/>
                    <a:pt x="7379" y="2517"/>
                    <a:pt x="7366" y="2456"/>
                  </a:cubicBezTo>
                  <a:cubicBezTo>
                    <a:pt x="7356" y="2417"/>
                    <a:pt x="7322" y="2391"/>
                    <a:pt x="7284" y="2391"/>
                  </a:cubicBezTo>
                  <a:close/>
                  <a:moveTo>
                    <a:pt x="3904" y="2757"/>
                  </a:moveTo>
                  <a:cubicBezTo>
                    <a:pt x="3876" y="2757"/>
                    <a:pt x="3849" y="2771"/>
                    <a:pt x="3832" y="2804"/>
                  </a:cubicBezTo>
                  <a:cubicBezTo>
                    <a:pt x="3804" y="2860"/>
                    <a:pt x="3770" y="2875"/>
                    <a:pt x="3770" y="2875"/>
                  </a:cubicBezTo>
                  <a:cubicBezTo>
                    <a:pt x="3770" y="2875"/>
                    <a:pt x="3769" y="2878"/>
                    <a:pt x="3769" y="2878"/>
                  </a:cubicBezTo>
                  <a:cubicBezTo>
                    <a:pt x="3767" y="2878"/>
                    <a:pt x="3766" y="2872"/>
                    <a:pt x="3764" y="2847"/>
                  </a:cubicBezTo>
                  <a:cubicBezTo>
                    <a:pt x="3757" y="2796"/>
                    <a:pt x="3718" y="2772"/>
                    <a:pt x="3679" y="2772"/>
                  </a:cubicBezTo>
                  <a:cubicBezTo>
                    <a:pt x="3632" y="2772"/>
                    <a:pt x="3584" y="2806"/>
                    <a:pt x="3591" y="2869"/>
                  </a:cubicBezTo>
                  <a:cubicBezTo>
                    <a:pt x="3594" y="2906"/>
                    <a:pt x="3610" y="2943"/>
                    <a:pt x="3631" y="2977"/>
                  </a:cubicBezTo>
                  <a:cubicBezTo>
                    <a:pt x="3662" y="3020"/>
                    <a:pt x="3711" y="3048"/>
                    <a:pt x="3767" y="3048"/>
                  </a:cubicBezTo>
                  <a:cubicBezTo>
                    <a:pt x="3850" y="3048"/>
                    <a:pt x="3927" y="2986"/>
                    <a:pt x="3983" y="2884"/>
                  </a:cubicBezTo>
                  <a:cubicBezTo>
                    <a:pt x="4018" y="2816"/>
                    <a:pt x="3961" y="2757"/>
                    <a:pt x="3904" y="2757"/>
                  </a:cubicBezTo>
                  <a:close/>
                  <a:moveTo>
                    <a:pt x="10131" y="2862"/>
                  </a:moveTo>
                  <a:cubicBezTo>
                    <a:pt x="10068" y="2862"/>
                    <a:pt x="10010" y="2940"/>
                    <a:pt x="10065" y="3005"/>
                  </a:cubicBezTo>
                  <a:cubicBezTo>
                    <a:pt x="10139" y="3088"/>
                    <a:pt x="10207" y="3177"/>
                    <a:pt x="10269" y="3270"/>
                  </a:cubicBezTo>
                  <a:cubicBezTo>
                    <a:pt x="10284" y="3291"/>
                    <a:pt x="10312" y="3307"/>
                    <a:pt x="10340" y="3307"/>
                  </a:cubicBezTo>
                  <a:lnTo>
                    <a:pt x="10340" y="3310"/>
                  </a:lnTo>
                  <a:cubicBezTo>
                    <a:pt x="10355" y="3307"/>
                    <a:pt x="10373" y="3301"/>
                    <a:pt x="10389" y="3291"/>
                  </a:cubicBezTo>
                  <a:cubicBezTo>
                    <a:pt x="10426" y="3264"/>
                    <a:pt x="10438" y="3211"/>
                    <a:pt x="10410" y="3174"/>
                  </a:cubicBezTo>
                  <a:cubicBezTo>
                    <a:pt x="10346" y="3075"/>
                    <a:pt x="10272" y="2983"/>
                    <a:pt x="10195" y="2894"/>
                  </a:cubicBezTo>
                  <a:cubicBezTo>
                    <a:pt x="10176" y="2871"/>
                    <a:pt x="10153" y="2862"/>
                    <a:pt x="10131" y="2862"/>
                  </a:cubicBezTo>
                  <a:close/>
                  <a:moveTo>
                    <a:pt x="7315" y="3069"/>
                  </a:moveTo>
                  <a:cubicBezTo>
                    <a:pt x="7273" y="3069"/>
                    <a:pt x="7233" y="3101"/>
                    <a:pt x="7231" y="3143"/>
                  </a:cubicBezTo>
                  <a:cubicBezTo>
                    <a:pt x="7215" y="3248"/>
                    <a:pt x="7187" y="3347"/>
                    <a:pt x="7141" y="3443"/>
                  </a:cubicBezTo>
                  <a:cubicBezTo>
                    <a:pt x="7120" y="3483"/>
                    <a:pt x="7135" y="3535"/>
                    <a:pt x="7175" y="3557"/>
                  </a:cubicBezTo>
                  <a:cubicBezTo>
                    <a:pt x="7187" y="3563"/>
                    <a:pt x="7203" y="3566"/>
                    <a:pt x="7218" y="3569"/>
                  </a:cubicBezTo>
                  <a:cubicBezTo>
                    <a:pt x="7249" y="3569"/>
                    <a:pt x="7277" y="3550"/>
                    <a:pt x="7292" y="3523"/>
                  </a:cubicBezTo>
                  <a:cubicBezTo>
                    <a:pt x="7348" y="3412"/>
                    <a:pt x="7385" y="3291"/>
                    <a:pt x="7400" y="3168"/>
                  </a:cubicBezTo>
                  <a:cubicBezTo>
                    <a:pt x="7406" y="3122"/>
                    <a:pt x="7372" y="3079"/>
                    <a:pt x="7326" y="3069"/>
                  </a:cubicBezTo>
                  <a:cubicBezTo>
                    <a:pt x="7323" y="3069"/>
                    <a:pt x="7319" y="3069"/>
                    <a:pt x="7315" y="3069"/>
                  </a:cubicBezTo>
                  <a:close/>
                  <a:moveTo>
                    <a:pt x="7027" y="3148"/>
                  </a:moveTo>
                  <a:cubicBezTo>
                    <a:pt x="7000" y="3148"/>
                    <a:pt x="6973" y="3161"/>
                    <a:pt x="6956" y="3193"/>
                  </a:cubicBezTo>
                  <a:cubicBezTo>
                    <a:pt x="6901" y="3285"/>
                    <a:pt x="6867" y="3387"/>
                    <a:pt x="6860" y="3495"/>
                  </a:cubicBezTo>
                  <a:cubicBezTo>
                    <a:pt x="6860" y="3529"/>
                    <a:pt x="6867" y="3563"/>
                    <a:pt x="6882" y="3594"/>
                  </a:cubicBezTo>
                  <a:cubicBezTo>
                    <a:pt x="6894" y="3625"/>
                    <a:pt x="6925" y="3643"/>
                    <a:pt x="6959" y="3646"/>
                  </a:cubicBezTo>
                  <a:cubicBezTo>
                    <a:pt x="6971" y="3646"/>
                    <a:pt x="6984" y="3643"/>
                    <a:pt x="6993" y="3637"/>
                  </a:cubicBezTo>
                  <a:cubicBezTo>
                    <a:pt x="7036" y="3618"/>
                    <a:pt x="7055" y="3566"/>
                    <a:pt x="7036" y="3523"/>
                  </a:cubicBezTo>
                  <a:cubicBezTo>
                    <a:pt x="7033" y="3513"/>
                    <a:pt x="7030" y="3504"/>
                    <a:pt x="7033" y="3495"/>
                  </a:cubicBezTo>
                  <a:cubicBezTo>
                    <a:pt x="7033" y="3464"/>
                    <a:pt x="7042" y="3396"/>
                    <a:pt x="7107" y="3276"/>
                  </a:cubicBezTo>
                  <a:cubicBezTo>
                    <a:pt x="7143" y="3207"/>
                    <a:pt x="7085" y="3148"/>
                    <a:pt x="7027" y="3148"/>
                  </a:cubicBezTo>
                  <a:close/>
                  <a:moveTo>
                    <a:pt x="10512" y="3433"/>
                  </a:moveTo>
                  <a:cubicBezTo>
                    <a:pt x="10456" y="3433"/>
                    <a:pt x="10399" y="3489"/>
                    <a:pt x="10432" y="3557"/>
                  </a:cubicBezTo>
                  <a:cubicBezTo>
                    <a:pt x="10481" y="3655"/>
                    <a:pt x="10522" y="3757"/>
                    <a:pt x="10555" y="3862"/>
                  </a:cubicBezTo>
                  <a:cubicBezTo>
                    <a:pt x="10568" y="3899"/>
                    <a:pt x="10599" y="3921"/>
                    <a:pt x="10636" y="3924"/>
                  </a:cubicBezTo>
                  <a:cubicBezTo>
                    <a:pt x="10645" y="3921"/>
                    <a:pt x="10654" y="3921"/>
                    <a:pt x="10663" y="3918"/>
                  </a:cubicBezTo>
                  <a:cubicBezTo>
                    <a:pt x="10710" y="3905"/>
                    <a:pt x="10734" y="3856"/>
                    <a:pt x="10719" y="3810"/>
                  </a:cubicBezTo>
                  <a:cubicBezTo>
                    <a:pt x="10682" y="3699"/>
                    <a:pt x="10639" y="3587"/>
                    <a:pt x="10586" y="3483"/>
                  </a:cubicBezTo>
                  <a:cubicBezTo>
                    <a:pt x="10570" y="3447"/>
                    <a:pt x="10541" y="3433"/>
                    <a:pt x="10512" y="3433"/>
                  </a:cubicBezTo>
                  <a:close/>
                  <a:moveTo>
                    <a:pt x="10716" y="4086"/>
                  </a:moveTo>
                  <a:cubicBezTo>
                    <a:pt x="10711" y="4086"/>
                    <a:pt x="10706" y="4086"/>
                    <a:pt x="10700" y="4087"/>
                  </a:cubicBezTo>
                  <a:cubicBezTo>
                    <a:pt x="10654" y="4093"/>
                    <a:pt x="10620" y="4136"/>
                    <a:pt x="10626" y="4183"/>
                  </a:cubicBezTo>
                  <a:cubicBezTo>
                    <a:pt x="10636" y="4254"/>
                    <a:pt x="10642" y="4325"/>
                    <a:pt x="10642" y="4399"/>
                  </a:cubicBezTo>
                  <a:cubicBezTo>
                    <a:pt x="10642" y="4433"/>
                    <a:pt x="10642" y="4467"/>
                    <a:pt x="10639" y="4504"/>
                  </a:cubicBezTo>
                  <a:cubicBezTo>
                    <a:pt x="10633" y="4550"/>
                    <a:pt x="10666" y="4593"/>
                    <a:pt x="10713" y="4599"/>
                  </a:cubicBezTo>
                  <a:lnTo>
                    <a:pt x="10722" y="4599"/>
                  </a:lnTo>
                  <a:cubicBezTo>
                    <a:pt x="10765" y="4596"/>
                    <a:pt x="10802" y="4565"/>
                    <a:pt x="10808" y="4522"/>
                  </a:cubicBezTo>
                  <a:cubicBezTo>
                    <a:pt x="10811" y="4482"/>
                    <a:pt x="10815" y="4439"/>
                    <a:pt x="10815" y="4399"/>
                  </a:cubicBezTo>
                  <a:cubicBezTo>
                    <a:pt x="10815" y="4318"/>
                    <a:pt x="10808" y="4238"/>
                    <a:pt x="10796" y="4158"/>
                  </a:cubicBezTo>
                  <a:cubicBezTo>
                    <a:pt x="10793" y="4117"/>
                    <a:pt x="10756" y="4086"/>
                    <a:pt x="10716" y="408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16"/>
            <p:cNvSpPr/>
            <p:nvPr/>
          </p:nvSpPr>
          <p:spPr>
            <a:xfrm>
              <a:off x="347851" y="3549083"/>
              <a:ext cx="86504" cy="86286"/>
            </a:xfrm>
            <a:custGeom>
              <a:avLst/>
              <a:gdLst/>
              <a:ahLst/>
              <a:cxnLst/>
              <a:rect l="l" t="t" r="r" b="b"/>
              <a:pathLst>
                <a:path w="1188" h="1185" extrusionOk="0">
                  <a:moveTo>
                    <a:pt x="596" y="170"/>
                  </a:moveTo>
                  <a:cubicBezTo>
                    <a:pt x="827" y="173"/>
                    <a:pt x="1015" y="361"/>
                    <a:pt x="1012" y="596"/>
                  </a:cubicBezTo>
                  <a:cubicBezTo>
                    <a:pt x="1009" y="827"/>
                    <a:pt x="824" y="1012"/>
                    <a:pt x="592" y="1015"/>
                  </a:cubicBezTo>
                  <a:cubicBezTo>
                    <a:pt x="364" y="1006"/>
                    <a:pt x="185" y="818"/>
                    <a:pt x="185" y="592"/>
                  </a:cubicBezTo>
                  <a:cubicBezTo>
                    <a:pt x="185" y="364"/>
                    <a:pt x="367" y="179"/>
                    <a:pt x="596" y="173"/>
                  </a:cubicBezTo>
                  <a:lnTo>
                    <a:pt x="596" y="170"/>
                  </a:lnTo>
                  <a:close/>
                  <a:moveTo>
                    <a:pt x="596" y="0"/>
                  </a:moveTo>
                  <a:cubicBezTo>
                    <a:pt x="269" y="0"/>
                    <a:pt x="0" y="262"/>
                    <a:pt x="0" y="592"/>
                  </a:cubicBezTo>
                  <a:cubicBezTo>
                    <a:pt x="0" y="919"/>
                    <a:pt x="266" y="1185"/>
                    <a:pt x="592" y="1185"/>
                  </a:cubicBezTo>
                  <a:lnTo>
                    <a:pt x="596" y="1185"/>
                  </a:lnTo>
                  <a:cubicBezTo>
                    <a:pt x="923" y="1185"/>
                    <a:pt x="1188" y="919"/>
                    <a:pt x="1188" y="592"/>
                  </a:cubicBezTo>
                  <a:cubicBezTo>
                    <a:pt x="1188" y="262"/>
                    <a:pt x="923" y="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16"/>
            <p:cNvSpPr/>
            <p:nvPr/>
          </p:nvSpPr>
          <p:spPr>
            <a:xfrm>
              <a:off x="98895" y="3357080"/>
              <a:ext cx="161423" cy="148928"/>
            </a:xfrm>
            <a:custGeom>
              <a:avLst/>
              <a:gdLst/>
              <a:ahLst/>
              <a:cxnLst/>
              <a:rect l="l" t="t" r="r" b="b"/>
              <a:pathLst>
                <a:path w="2558" h="2360" extrusionOk="0">
                  <a:moveTo>
                    <a:pt x="1855" y="179"/>
                  </a:moveTo>
                  <a:lnTo>
                    <a:pt x="1855" y="179"/>
                  </a:lnTo>
                  <a:cubicBezTo>
                    <a:pt x="1827" y="306"/>
                    <a:pt x="1771" y="531"/>
                    <a:pt x="1707" y="790"/>
                  </a:cubicBezTo>
                  <a:cubicBezTo>
                    <a:pt x="1583" y="710"/>
                    <a:pt x="1457" y="630"/>
                    <a:pt x="1330" y="553"/>
                  </a:cubicBezTo>
                  <a:cubicBezTo>
                    <a:pt x="1629" y="306"/>
                    <a:pt x="1781" y="213"/>
                    <a:pt x="1855" y="179"/>
                  </a:cubicBezTo>
                  <a:close/>
                  <a:moveTo>
                    <a:pt x="522" y="287"/>
                  </a:moveTo>
                  <a:cubicBezTo>
                    <a:pt x="704" y="374"/>
                    <a:pt x="880" y="469"/>
                    <a:pt x="1053" y="577"/>
                  </a:cubicBezTo>
                  <a:cubicBezTo>
                    <a:pt x="942" y="670"/>
                    <a:pt x="824" y="778"/>
                    <a:pt x="698" y="892"/>
                  </a:cubicBezTo>
                  <a:cubicBezTo>
                    <a:pt x="575" y="559"/>
                    <a:pt x="531" y="371"/>
                    <a:pt x="522" y="287"/>
                  </a:cubicBezTo>
                  <a:close/>
                  <a:moveTo>
                    <a:pt x="1811" y="1046"/>
                  </a:moveTo>
                  <a:cubicBezTo>
                    <a:pt x="2070" y="1219"/>
                    <a:pt x="2225" y="1330"/>
                    <a:pt x="2308" y="1398"/>
                  </a:cubicBezTo>
                  <a:cubicBezTo>
                    <a:pt x="2188" y="1413"/>
                    <a:pt x="1981" y="1438"/>
                    <a:pt x="1694" y="1462"/>
                  </a:cubicBezTo>
                  <a:cubicBezTo>
                    <a:pt x="1731" y="1336"/>
                    <a:pt x="1771" y="1197"/>
                    <a:pt x="1808" y="1046"/>
                  </a:cubicBezTo>
                  <a:close/>
                  <a:moveTo>
                    <a:pt x="1201" y="664"/>
                  </a:moveTo>
                  <a:cubicBezTo>
                    <a:pt x="1355" y="756"/>
                    <a:pt x="1515" y="855"/>
                    <a:pt x="1666" y="954"/>
                  </a:cubicBezTo>
                  <a:cubicBezTo>
                    <a:pt x="1617" y="1148"/>
                    <a:pt x="1571" y="1324"/>
                    <a:pt x="1525" y="1478"/>
                  </a:cubicBezTo>
                  <a:cubicBezTo>
                    <a:pt x="1336" y="1493"/>
                    <a:pt x="1136" y="1509"/>
                    <a:pt x="951" y="1521"/>
                  </a:cubicBezTo>
                  <a:cubicBezTo>
                    <a:pt x="883" y="1367"/>
                    <a:pt x="815" y="1210"/>
                    <a:pt x="757" y="1055"/>
                  </a:cubicBezTo>
                  <a:cubicBezTo>
                    <a:pt x="917" y="910"/>
                    <a:pt x="1065" y="778"/>
                    <a:pt x="1201" y="664"/>
                  </a:cubicBezTo>
                  <a:close/>
                  <a:moveTo>
                    <a:pt x="630" y="1173"/>
                  </a:moveTo>
                  <a:cubicBezTo>
                    <a:pt x="676" y="1293"/>
                    <a:pt x="726" y="1413"/>
                    <a:pt x="775" y="1530"/>
                  </a:cubicBezTo>
                  <a:cubicBezTo>
                    <a:pt x="613" y="1539"/>
                    <a:pt x="473" y="1543"/>
                    <a:pt x="370" y="1543"/>
                  </a:cubicBezTo>
                  <a:cubicBezTo>
                    <a:pt x="319" y="1543"/>
                    <a:pt x="276" y="1542"/>
                    <a:pt x="245" y="1540"/>
                  </a:cubicBezTo>
                  <a:cubicBezTo>
                    <a:pt x="337" y="1450"/>
                    <a:pt x="476" y="1317"/>
                    <a:pt x="630" y="1173"/>
                  </a:cubicBezTo>
                  <a:close/>
                  <a:moveTo>
                    <a:pt x="1472" y="1644"/>
                  </a:moveTo>
                  <a:lnTo>
                    <a:pt x="1472" y="1644"/>
                  </a:lnTo>
                  <a:cubicBezTo>
                    <a:pt x="1370" y="1981"/>
                    <a:pt x="1306" y="2116"/>
                    <a:pt x="1275" y="2172"/>
                  </a:cubicBezTo>
                  <a:cubicBezTo>
                    <a:pt x="1176" y="2015"/>
                    <a:pt x="1090" y="1848"/>
                    <a:pt x="1019" y="1678"/>
                  </a:cubicBezTo>
                  <a:cubicBezTo>
                    <a:pt x="1167" y="1672"/>
                    <a:pt x="1321" y="1657"/>
                    <a:pt x="1472" y="1644"/>
                  </a:cubicBezTo>
                  <a:close/>
                  <a:moveTo>
                    <a:pt x="1916" y="0"/>
                  </a:moveTo>
                  <a:cubicBezTo>
                    <a:pt x="1833" y="0"/>
                    <a:pt x="1673" y="53"/>
                    <a:pt x="1182" y="466"/>
                  </a:cubicBezTo>
                  <a:cubicBezTo>
                    <a:pt x="960" y="334"/>
                    <a:pt x="618" y="136"/>
                    <a:pt x="507" y="108"/>
                  </a:cubicBezTo>
                  <a:cubicBezTo>
                    <a:pt x="494" y="108"/>
                    <a:pt x="485" y="105"/>
                    <a:pt x="476" y="105"/>
                  </a:cubicBezTo>
                  <a:cubicBezTo>
                    <a:pt x="439" y="105"/>
                    <a:pt x="408" y="124"/>
                    <a:pt x="386" y="155"/>
                  </a:cubicBezTo>
                  <a:cubicBezTo>
                    <a:pt x="359" y="192"/>
                    <a:pt x="297" y="281"/>
                    <a:pt x="568" y="1009"/>
                  </a:cubicBezTo>
                  <a:cubicBezTo>
                    <a:pt x="328" y="1231"/>
                    <a:pt x="118" y="1435"/>
                    <a:pt x="38" y="1515"/>
                  </a:cubicBezTo>
                  <a:cubicBezTo>
                    <a:pt x="10" y="1543"/>
                    <a:pt x="1" y="1583"/>
                    <a:pt x="13" y="1620"/>
                  </a:cubicBezTo>
                  <a:cubicBezTo>
                    <a:pt x="38" y="1681"/>
                    <a:pt x="93" y="1706"/>
                    <a:pt x="374" y="1706"/>
                  </a:cubicBezTo>
                  <a:cubicBezTo>
                    <a:pt x="497" y="1706"/>
                    <a:pt x="655" y="1700"/>
                    <a:pt x="846" y="1691"/>
                  </a:cubicBezTo>
                  <a:cubicBezTo>
                    <a:pt x="966" y="1959"/>
                    <a:pt x="1117" y="2271"/>
                    <a:pt x="1207" y="2338"/>
                  </a:cubicBezTo>
                  <a:cubicBezTo>
                    <a:pt x="1225" y="2351"/>
                    <a:pt x="1247" y="2360"/>
                    <a:pt x="1272" y="2360"/>
                  </a:cubicBezTo>
                  <a:lnTo>
                    <a:pt x="1275" y="2360"/>
                  </a:lnTo>
                  <a:cubicBezTo>
                    <a:pt x="1358" y="2360"/>
                    <a:pt x="1444" y="2304"/>
                    <a:pt x="1648" y="1629"/>
                  </a:cubicBezTo>
                  <a:cubicBezTo>
                    <a:pt x="1947" y="1604"/>
                    <a:pt x="2413" y="1555"/>
                    <a:pt x="2487" y="1530"/>
                  </a:cubicBezTo>
                  <a:cubicBezTo>
                    <a:pt x="2518" y="1515"/>
                    <a:pt x="2539" y="1487"/>
                    <a:pt x="2545" y="1456"/>
                  </a:cubicBezTo>
                  <a:cubicBezTo>
                    <a:pt x="2549" y="1398"/>
                    <a:pt x="2558" y="1339"/>
                    <a:pt x="1851" y="883"/>
                  </a:cubicBezTo>
                  <a:cubicBezTo>
                    <a:pt x="1959" y="466"/>
                    <a:pt x="2037" y="118"/>
                    <a:pt x="2037" y="115"/>
                  </a:cubicBezTo>
                  <a:cubicBezTo>
                    <a:pt x="2040" y="90"/>
                    <a:pt x="2033" y="62"/>
                    <a:pt x="2018" y="44"/>
                  </a:cubicBezTo>
                  <a:cubicBezTo>
                    <a:pt x="1990" y="16"/>
                    <a:pt x="1953" y="0"/>
                    <a:pt x="19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16"/>
            <p:cNvSpPr/>
            <p:nvPr/>
          </p:nvSpPr>
          <p:spPr>
            <a:xfrm>
              <a:off x="1839941" y="4971621"/>
              <a:ext cx="114472" cy="115104"/>
            </a:xfrm>
            <a:custGeom>
              <a:avLst/>
              <a:gdLst/>
              <a:ahLst/>
              <a:cxnLst/>
              <a:rect l="l" t="t" r="r" b="b"/>
              <a:pathLst>
                <a:path w="1814" h="1824" extrusionOk="0">
                  <a:moveTo>
                    <a:pt x="969" y="232"/>
                  </a:moveTo>
                  <a:cubicBezTo>
                    <a:pt x="993" y="309"/>
                    <a:pt x="1018" y="414"/>
                    <a:pt x="1034" y="482"/>
                  </a:cubicBezTo>
                  <a:cubicBezTo>
                    <a:pt x="1080" y="664"/>
                    <a:pt x="1089" y="704"/>
                    <a:pt x="1111" y="735"/>
                  </a:cubicBezTo>
                  <a:cubicBezTo>
                    <a:pt x="1135" y="766"/>
                    <a:pt x="1169" y="778"/>
                    <a:pt x="1348" y="843"/>
                  </a:cubicBezTo>
                  <a:cubicBezTo>
                    <a:pt x="1410" y="868"/>
                    <a:pt x="1509" y="901"/>
                    <a:pt x="1579" y="929"/>
                  </a:cubicBezTo>
                  <a:cubicBezTo>
                    <a:pt x="1478" y="975"/>
                    <a:pt x="1314" y="1037"/>
                    <a:pt x="1169" y="1090"/>
                  </a:cubicBezTo>
                  <a:cubicBezTo>
                    <a:pt x="1148" y="1096"/>
                    <a:pt x="1132" y="1111"/>
                    <a:pt x="1123" y="1133"/>
                  </a:cubicBezTo>
                  <a:cubicBezTo>
                    <a:pt x="1049" y="1299"/>
                    <a:pt x="960" y="1487"/>
                    <a:pt x="901" y="1592"/>
                  </a:cubicBezTo>
                  <a:cubicBezTo>
                    <a:pt x="861" y="1478"/>
                    <a:pt x="805" y="1278"/>
                    <a:pt x="762" y="1105"/>
                  </a:cubicBezTo>
                  <a:cubicBezTo>
                    <a:pt x="753" y="1071"/>
                    <a:pt x="728" y="1049"/>
                    <a:pt x="697" y="1043"/>
                  </a:cubicBezTo>
                  <a:cubicBezTo>
                    <a:pt x="528" y="1012"/>
                    <a:pt x="333" y="969"/>
                    <a:pt x="229" y="938"/>
                  </a:cubicBezTo>
                  <a:cubicBezTo>
                    <a:pt x="395" y="849"/>
                    <a:pt x="565" y="772"/>
                    <a:pt x="741" y="704"/>
                  </a:cubicBezTo>
                  <a:cubicBezTo>
                    <a:pt x="759" y="695"/>
                    <a:pt x="778" y="676"/>
                    <a:pt x="784" y="658"/>
                  </a:cubicBezTo>
                  <a:cubicBezTo>
                    <a:pt x="839" y="513"/>
                    <a:pt x="901" y="371"/>
                    <a:pt x="969" y="232"/>
                  </a:cubicBezTo>
                  <a:close/>
                  <a:moveTo>
                    <a:pt x="990" y="1"/>
                  </a:moveTo>
                  <a:cubicBezTo>
                    <a:pt x="941" y="1"/>
                    <a:pt x="867" y="1"/>
                    <a:pt x="648" y="571"/>
                  </a:cubicBezTo>
                  <a:cubicBezTo>
                    <a:pt x="40" y="815"/>
                    <a:pt x="19" y="895"/>
                    <a:pt x="10" y="929"/>
                  </a:cubicBezTo>
                  <a:cubicBezTo>
                    <a:pt x="0" y="957"/>
                    <a:pt x="6" y="985"/>
                    <a:pt x="22" y="1009"/>
                  </a:cubicBezTo>
                  <a:cubicBezTo>
                    <a:pt x="37" y="1031"/>
                    <a:pt x="84" y="1093"/>
                    <a:pt x="617" y="1198"/>
                  </a:cubicBezTo>
                  <a:cubicBezTo>
                    <a:pt x="774" y="1824"/>
                    <a:pt x="830" y="1824"/>
                    <a:pt x="892" y="1824"/>
                  </a:cubicBezTo>
                  <a:lnTo>
                    <a:pt x="898" y="1824"/>
                  </a:lnTo>
                  <a:cubicBezTo>
                    <a:pt x="944" y="1821"/>
                    <a:pt x="1000" y="1817"/>
                    <a:pt x="1259" y="1231"/>
                  </a:cubicBezTo>
                  <a:cubicBezTo>
                    <a:pt x="1416" y="1176"/>
                    <a:pt x="1718" y="1065"/>
                    <a:pt x="1783" y="1006"/>
                  </a:cubicBezTo>
                  <a:cubicBezTo>
                    <a:pt x="1805" y="985"/>
                    <a:pt x="1814" y="951"/>
                    <a:pt x="1811" y="920"/>
                  </a:cubicBezTo>
                  <a:cubicBezTo>
                    <a:pt x="1795" y="846"/>
                    <a:pt x="1715" y="806"/>
                    <a:pt x="1404" y="695"/>
                  </a:cubicBezTo>
                  <a:cubicBezTo>
                    <a:pt x="1345" y="673"/>
                    <a:pt x="1274" y="649"/>
                    <a:pt x="1243" y="633"/>
                  </a:cubicBezTo>
                  <a:cubicBezTo>
                    <a:pt x="1234" y="599"/>
                    <a:pt x="1212" y="516"/>
                    <a:pt x="1194" y="448"/>
                  </a:cubicBezTo>
                  <a:cubicBezTo>
                    <a:pt x="1141" y="229"/>
                    <a:pt x="1104" y="93"/>
                    <a:pt x="1067" y="41"/>
                  </a:cubicBezTo>
                  <a:cubicBezTo>
                    <a:pt x="1046" y="16"/>
                    <a:pt x="1018" y="4"/>
                    <a:pt x="99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18" name="Google Shape;1618;p16"/>
            <p:cNvGrpSpPr/>
            <p:nvPr/>
          </p:nvGrpSpPr>
          <p:grpSpPr>
            <a:xfrm>
              <a:off x="1339577" y="4712702"/>
              <a:ext cx="407881" cy="242857"/>
              <a:chOff x="78527" y="4008152"/>
              <a:chExt cx="407881" cy="242857"/>
            </a:xfrm>
          </p:grpSpPr>
          <p:sp>
            <p:nvSpPr>
              <p:cNvPr id="1619" name="Google Shape;1619;p16"/>
              <p:cNvSpPr/>
              <p:nvPr/>
            </p:nvSpPr>
            <p:spPr>
              <a:xfrm>
                <a:off x="78527" y="4013042"/>
                <a:ext cx="407881" cy="232406"/>
              </a:xfrm>
              <a:custGeom>
                <a:avLst/>
                <a:gdLst/>
                <a:ahLst/>
                <a:cxnLst/>
                <a:rect l="l" t="t" r="r" b="b"/>
                <a:pathLst>
                  <a:path w="6088" h="3469" extrusionOk="0">
                    <a:moveTo>
                      <a:pt x="3696" y="1"/>
                    </a:moveTo>
                    <a:cubicBezTo>
                      <a:pt x="3413" y="1"/>
                      <a:pt x="3163" y="158"/>
                      <a:pt x="2991" y="365"/>
                    </a:cubicBezTo>
                    <a:lnTo>
                      <a:pt x="2991" y="365"/>
                    </a:lnTo>
                    <a:cubicBezTo>
                      <a:pt x="2876" y="273"/>
                      <a:pt x="2725" y="190"/>
                      <a:pt x="2533" y="128"/>
                    </a:cubicBezTo>
                    <a:cubicBezTo>
                      <a:pt x="2372" y="75"/>
                      <a:pt x="2237" y="52"/>
                      <a:pt x="2122" y="52"/>
                    </a:cubicBezTo>
                    <a:cubicBezTo>
                      <a:pt x="1407" y="52"/>
                      <a:pt x="1530" y="951"/>
                      <a:pt x="1530" y="951"/>
                    </a:cubicBezTo>
                    <a:cubicBezTo>
                      <a:pt x="1457" y="907"/>
                      <a:pt x="1378" y="886"/>
                      <a:pt x="1298" y="886"/>
                    </a:cubicBezTo>
                    <a:cubicBezTo>
                      <a:pt x="694" y="886"/>
                      <a:pt x="1" y="2034"/>
                      <a:pt x="790" y="2617"/>
                    </a:cubicBezTo>
                    <a:cubicBezTo>
                      <a:pt x="1039" y="2800"/>
                      <a:pt x="1275" y="2883"/>
                      <a:pt x="1477" y="2895"/>
                    </a:cubicBezTo>
                    <a:lnTo>
                      <a:pt x="1477" y="2895"/>
                    </a:lnTo>
                    <a:cubicBezTo>
                      <a:pt x="1545" y="3200"/>
                      <a:pt x="1763" y="3463"/>
                      <a:pt x="2224" y="3468"/>
                    </a:cubicBezTo>
                    <a:cubicBezTo>
                      <a:pt x="2242" y="3468"/>
                      <a:pt x="2259" y="3468"/>
                      <a:pt x="2276" y="3468"/>
                    </a:cubicBezTo>
                    <a:cubicBezTo>
                      <a:pt x="2909" y="3468"/>
                      <a:pt x="3333" y="3322"/>
                      <a:pt x="3571" y="3105"/>
                    </a:cubicBezTo>
                    <a:lnTo>
                      <a:pt x="3571" y="3105"/>
                    </a:lnTo>
                    <a:cubicBezTo>
                      <a:pt x="3621" y="3172"/>
                      <a:pt x="3683" y="3237"/>
                      <a:pt x="3760" y="3298"/>
                    </a:cubicBezTo>
                    <a:cubicBezTo>
                      <a:pt x="3866" y="3382"/>
                      <a:pt x="3994" y="3419"/>
                      <a:pt x="4133" y="3419"/>
                    </a:cubicBezTo>
                    <a:cubicBezTo>
                      <a:pt x="4932" y="3419"/>
                      <a:pt x="6088" y="2177"/>
                      <a:pt x="5404" y="1457"/>
                    </a:cubicBezTo>
                    <a:cubicBezTo>
                      <a:pt x="5215" y="1258"/>
                      <a:pt x="5015" y="1183"/>
                      <a:pt x="4827" y="1183"/>
                    </a:cubicBezTo>
                    <a:cubicBezTo>
                      <a:pt x="4806" y="1183"/>
                      <a:pt x="4786" y="1184"/>
                      <a:pt x="4765" y="1185"/>
                    </a:cubicBezTo>
                    <a:lnTo>
                      <a:pt x="4765" y="1185"/>
                    </a:lnTo>
                    <a:cubicBezTo>
                      <a:pt x="4773" y="830"/>
                      <a:pt x="4595" y="421"/>
                      <a:pt x="4155" y="143"/>
                    </a:cubicBezTo>
                    <a:cubicBezTo>
                      <a:pt x="3998" y="43"/>
                      <a:pt x="3843" y="1"/>
                      <a:pt x="36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16"/>
              <p:cNvSpPr/>
              <p:nvPr/>
            </p:nvSpPr>
            <p:spPr>
              <a:xfrm>
                <a:off x="96750" y="4008152"/>
                <a:ext cx="367883" cy="242857"/>
              </a:xfrm>
              <a:custGeom>
                <a:avLst/>
                <a:gdLst/>
                <a:ahLst/>
                <a:cxnLst/>
                <a:rect l="l" t="t" r="r" b="b"/>
                <a:pathLst>
                  <a:path w="5491" h="3625" extrusionOk="0">
                    <a:moveTo>
                      <a:pt x="2733" y="558"/>
                    </a:moveTo>
                    <a:cubicBezTo>
                      <a:pt x="2952" y="768"/>
                      <a:pt x="2995" y="1015"/>
                      <a:pt x="2936" y="1178"/>
                    </a:cubicBezTo>
                    <a:cubicBezTo>
                      <a:pt x="2906" y="1264"/>
                      <a:pt x="2852" y="1311"/>
                      <a:pt x="2788" y="1311"/>
                    </a:cubicBezTo>
                    <a:cubicBezTo>
                      <a:pt x="2749" y="1311"/>
                      <a:pt x="2705" y="1293"/>
                      <a:pt x="2662" y="1255"/>
                    </a:cubicBezTo>
                    <a:cubicBezTo>
                      <a:pt x="2508" y="1129"/>
                      <a:pt x="2542" y="827"/>
                      <a:pt x="2733" y="558"/>
                    </a:cubicBezTo>
                    <a:close/>
                    <a:moveTo>
                      <a:pt x="4404" y="1354"/>
                    </a:moveTo>
                    <a:lnTo>
                      <a:pt x="4404" y="1354"/>
                    </a:lnTo>
                    <a:cubicBezTo>
                      <a:pt x="4367" y="1650"/>
                      <a:pt x="4185" y="1872"/>
                      <a:pt x="3945" y="1906"/>
                    </a:cubicBezTo>
                    <a:cubicBezTo>
                      <a:pt x="3929" y="1906"/>
                      <a:pt x="3917" y="1909"/>
                      <a:pt x="3902" y="1909"/>
                    </a:cubicBezTo>
                    <a:cubicBezTo>
                      <a:pt x="3837" y="1909"/>
                      <a:pt x="3837" y="1888"/>
                      <a:pt x="3837" y="1869"/>
                    </a:cubicBezTo>
                    <a:cubicBezTo>
                      <a:pt x="3831" y="1746"/>
                      <a:pt x="4068" y="1431"/>
                      <a:pt x="4404" y="1354"/>
                    </a:cubicBezTo>
                    <a:close/>
                    <a:moveTo>
                      <a:pt x="1527" y="2125"/>
                    </a:moveTo>
                    <a:cubicBezTo>
                      <a:pt x="1570" y="2125"/>
                      <a:pt x="1610" y="2162"/>
                      <a:pt x="1635" y="2196"/>
                    </a:cubicBezTo>
                    <a:cubicBezTo>
                      <a:pt x="1755" y="2347"/>
                      <a:pt x="1783" y="2511"/>
                      <a:pt x="1718" y="2646"/>
                    </a:cubicBezTo>
                    <a:cubicBezTo>
                      <a:pt x="1647" y="2795"/>
                      <a:pt x="1477" y="2884"/>
                      <a:pt x="1274" y="2890"/>
                    </a:cubicBezTo>
                    <a:cubicBezTo>
                      <a:pt x="1231" y="2619"/>
                      <a:pt x="1308" y="2332"/>
                      <a:pt x="1416" y="2199"/>
                    </a:cubicBezTo>
                    <a:cubicBezTo>
                      <a:pt x="1440" y="2159"/>
                      <a:pt x="1481" y="2131"/>
                      <a:pt x="1527" y="2125"/>
                    </a:cubicBezTo>
                    <a:close/>
                    <a:moveTo>
                      <a:pt x="3350" y="2350"/>
                    </a:moveTo>
                    <a:cubicBezTo>
                      <a:pt x="3362" y="2350"/>
                      <a:pt x="3396" y="2384"/>
                      <a:pt x="3424" y="2468"/>
                    </a:cubicBezTo>
                    <a:cubicBezTo>
                      <a:pt x="3491" y="2668"/>
                      <a:pt x="3448" y="2890"/>
                      <a:pt x="3313" y="3051"/>
                    </a:cubicBezTo>
                    <a:cubicBezTo>
                      <a:pt x="3183" y="2825"/>
                      <a:pt x="3195" y="2582"/>
                      <a:pt x="3266" y="2440"/>
                    </a:cubicBezTo>
                    <a:cubicBezTo>
                      <a:pt x="3297" y="2375"/>
                      <a:pt x="3334" y="2350"/>
                      <a:pt x="3350" y="2350"/>
                    </a:cubicBezTo>
                    <a:close/>
                    <a:moveTo>
                      <a:pt x="3426" y="160"/>
                    </a:moveTo>
                    <a:cubicBezTo>
                      <a:pt x="3566" y="160"/>
                      <a:pt x="3707" y="201"/>
                      <a:pt x="3840" y="287"/>
                    </a:cubicBezTo>
                    <a:cubicBezTo>
                      <a:pt x="4185" y="503"/>
                      <a:pt x="4395" y="836"/>
                      <a:pt x="4411" y="1191"/>
                    </a:cubicBezTo>
                    <a:cubicBezTo>
                      <a:pt x="3994" y="1265"/>
                      <a:pt x="3667" y="1650"/>
                      <a:pt x="3677" y="1878"/>
                    </a:cubicBezTo>
                    <a:cubicBezTo>
                      <a:pt x="3679" y="1969"/>
                      <a:pt x="3738" y="2069"/>
                      <a:pt x="3899" y="2069"/>
                    </a:cubicBezTo>
                    <a:cubicBezTo>
                      <a:pt x="3920" y="2069"/>
                      <a:pt x="3942" y="2067"/>
                      <a:pt x="3966" y="2064"/>
                    </a:cubicBezTo>
                    <a:cubicBezTo>
                      <a:pt x="4293" y="2020"/>
                      <a:pt x="4534" y="1727"/>
                      <a:pt x="4571" y="1339"/>
                    </a:cubicBezTo>
                    <a:cubicBezTo>
                      <a:pt x="4753" y="1342"/>
                      <a:pt x="4920" y="1428"/>
                      <a:pt x="5074" y="1589"/>
                    </a:cubicBezTo>
                    <a:cubicBezTo>
                      <a:pt x="5336" y="1863"/>
                      <a:pt x="5274" y="2190"/>
                      <a:pt x="5176" y="2418"/>
                    </a:cubicBezTo>
                    <a:cubicBezTo>
                      <a:pt x="4953" y="2939"/>
                      <a:pt x="4327" y="3414"/>
                      <a:pt x="3862" y="3414"/>
                    </a:cubicBezTo>
                    <a:cubicBezTo>
                      <a:pt x="3857" y="3415"/>
                      <a:pt x="3853" y="3415"/>
                      <a:pt x="3848" y="3415"/>
                    </a:cubicBezTo>
                    <a:cubicBezTo>
                      <a:pt x="3736" y="3415"/>
                      <a:pt x="3627" y="3378"/>
                      <a:pt x="3541" y="3310"/>
                    </a:cubicBezTo>
                    <a:cubicBezTo>
                      <a:pt x="3491" y="3273"/>
                      <a:pt x="3448" y="3232"/>
                      <a:pt x="3408" y="3186"/>
                    </a:cubicBezTo>
                    <a:cubicBezTo>
                      <a:pt x="3603" y="2983"/>
                      <a:pt x="3667" y="2687"/>
                      <a:pt x="3578" y="2421"/>
                    </a:cubicBezTo>
                    <a:cubicBezTo>
                      <a:pt x="3513" y="2218"/>
                      <a:pt x="3408" y="2190"/>
                      <a:pt x="3350" y="2190"/>
                    </a:cubicBezTo>
                    <a:cubicBezTo>
                      <a:pt x="3260" y="2190"/>
                      <a:pt x="3177" y="2255"/>
                      <a:pt x="3121" y="2366"/>
                    </a:cubicBezTo>
                    <a:cubicBezTo>
                      <a:pt x="3023" y="2563"/>
                      <a:pt x="3010" y="2878"/>
                      <a:pt x="3192" y="3165"/>
                    </a:cubicBezTo>
                    <a:cubicBezTo>
                      <a:pt x="3001" y="3306"/>
                      <a:pt x="2649" y="3461"/>
                      <a:pt x="1999" y="3461"/>
                    </a:cubicBezTo>
                    <a:lnTo>
                      <a:pt x="1956" y="3461"/>
                    </a:lnTo>
                    <a:cubicBezTo>
                      <a:pt x="1558" y="3458"/>
                      <a:pt x="1385" y="3254"/>
                      <a:pt x="1314" y="3051"/>
                    </a:cubicBezTo>
                    <a:cubicBezTo>
                      <a:pt x="1564" y="3035"/>
                      <a:pt x="1767" y="2915"/>
                      <a:pt x="1863" y="2720"/>
                    </a:cubicBezTo>
                    <a:cubicBezTo>
                      <a:pt x="1959" y="2523"/>
                      <a:pt x="1922" y="2298"/>
                      <a:pt x="1761" y="2097"/>
                    </a:cubicBezTo>
                    <a:cubicBezTo>
                      <a:pt x="1675" y="1986"/>
                      <a:pt x="1585" y="1965"/>
                      <a:pt x="1527" y="1965"/>
                    </a:cubicBezTo>
                    <a:cubicBezTo>
                      <a:pt x="1444" y="1965"/>
                      <a:pt x="1360" y="2011"/>
                      <a:pt x="1289" y="2097"/>
                    </a:cubicBezTo>
                    <a:cubicBezTo>
                      <a:pt x="1147" y="2276"/>
                      <a:pt x="1076" y="2594"/>
                      <a:pt x="1107" y="2878"/>
                    </a:cubicBezTo>
                    <a:cubicBezTo>
                      <a:pt x="913" y="2835"/>
                      <a:pt x="728" y="2751"/>
                      <a:pt x="568" y="2628"/>
                    </a:cubicBezTo>
                    <a:cubicBezTo>
                      <a:pt x="154" y="2320"/>
                      <a:pt x="241" y="1891"/>
                      <a:pt x="296" y="1718"/>
                    </a:cubicBezTo>
                    <a:cubicBezTo>
                      <a:pt x="420" y="1345"/>
                      <a:pt x="746" y="1043"/>
                      <a:pt x="1027" y="1043"/>
                    </a:cubicBezTo>
                    <a:cubicBezTo>
                      <a:pt x="1095" y="1043"/>
                      <a:pt x="1163" y="1061"/>
                      <a:pt x="1218" y="1095"/>
                    </a:cubicBezTo>
                    <a:cubicBezTo>
                      <a:pt x="1232" y="1103"/>
                      <a:pt x="1246" y="1106"/>
                      <a:pt x="1260" y="1106"/>
                    </a:cubicBezTo>
                    <a:cubicBezTo>
                      <a:pt x="1307" y="1106"/>
                      <a:pt x="1349" y="1067"/>
                      <a:pt x="1342" y="1015"/>
                    </a:cubicBezTo>
                    <a:cubicBezTo>
                      <a:pt x="1342" y="1012"/>
                      <a:pt x="1283" y="586"/>
                      <a:pt x="1487" y="355"/>
                    </a:cubicBezTo>
                    <a:cubicBezTo>
                      <a:pt x="1572" y="255"/>
                      <a:pt x="1695" y="205"/>
                      <a:pt x="1853" y="205"/>
                    </a:cubicBezTo>
                    <a:cubicBezTo>
                      <a:pt x="1964" y="205"/>
                      <a:pt x="2092" y="230"/>
                      <a:pt x="2236" y="278"/>
                    </a:cubicBezTo>
                    <a:cubicBezTo>
                      <a:pt x="2369" y="318"/>
                      <a:pt x="2495" y="380"/>
                      <a:pt x="2609" y="457"/>
                    </a:cubicBezTo>
                    <a:cubicBezTo>
                      <a:pt x="2387" y="765"/>
                      <a:pt x="2313" y="1172"/>
                      <a:pt x="2560" y="1382"/>
                    </a:cubicBezTo>
                    <a:cubicBezTo>
                      <a:pt x="2622" y="1437"/>
                      <a:pt x="2705" y="1474"/>
                      <a:pt x="2791" y="1478"/>
                    </a:cubicBezTo>
                    <a:cubicBezTo>
                      <a:pt x="2921" y="1478"/>
                      <a:pt x="3038" y="1382"/>
                      <a:pt x="3091" y="1234"/>
                    </a:cubicBezTo>
                    <a:cubicBezTo>
                      <a:pt x="3168" y="1018"/>
                      <a:pt x="3112" y="694"/>
                      <a:pt x="2835" y="432"/>
                    </a:cubicBezTo>
                    <a:cubicBezTo>
                      <a:pt x="3006" y="255"/>
                      <a:pt x="3214" y="160"/>
                      <a:pt x="3426" y="160"/>
                    </a:cubicBezTo>
                    <a:close/>
                    <a:moveTo>
                      <a:pt x="3431" y="0"/>
                    </a:moveTo>
                    <a:cubicBezTo>
                      <a:pt x="3171" y="0"/>
                      <a:pt x="2915" y="116"/>
                      <a:pt x="2711" y="333"/>
                    </a:cubicBezTo>
                    <a:cubicBezTo>
                      <a:pt x="2582" y="241"/>
                      <a:pt x="2440" y="173"/>
                      <a:pt x="2289" y="124"/>
                    </a:cubicBezTo>
                    <a:cubicBezTo>
                      <a:pt x="2129" y="71"/>
                      <a:pt x="1984" y="45"/>
                      <a:pt x="1856" y="45"/>
                    </a:cubicBezTo>
                    <a:cubicBezTo>
                      <a:pt x="1647" y="45"/>
                      <a:pt x="1482" y="113"/>
                      <a:pt x="1363" y="247"/>
                    </a:cubicBezTo>
                    <a:cubicBezTo>
                      <a:pt x="1194" y="444"/>
                      <a:pt x="1169" y="731"/>
                      <a:pt x="1172" y="901"/>
                    </a:cubicBezTo>
                    <a:cubicBezTo>
                      <a:pt x="1126" y="888"/>
                      <a:pt x="1076" y="882"/>
                      <a:pt x="1027" y="882"/>
                    </a:cubicBezTo>
                    <a:cubicBezTo>
                      <a:pt x="676" y="882"/>
                      <a:pt x="287" y="1228"/>
                      <a:pt x="142" y="1669"/>
                    </a:cubicBezTo>
                    <a:cubicBezTo>
                      <a:pt x="0" y="2104"/>
                      <a:pt x="120" y="2498"/>
                      <a:pt x="472" y="2757"/>
                    </a:cubicBezTo>
                    <a:cubicBezTo>
                      <a:pt x="694" y="2921"/>
                      <a:pt x="922" y="3020"/>
                      <a:pt x="1141" y="3047"/>
                    </a:cubicBezTo>
                    <a:cubicBezTo>
                      <a:pt x="1246" y="3408"/>
                      <a:pt x="1539" y="3621"/>
                      <a:pt x="1952" y="3624"/>
                    </a:cubicBezTo>
                    <a:lnTo>
                      <a:pt x="1999" y="3624"/>
                    </a:lnTo>
                    <a:cubicBezTo>
                      <a:pt x="2563" y="3624"/>
                      <a:pt x="3007" y="3513"/>
                      <a:pt x="3288" y="3297"/>
                    </a:cubicBezTo>
                    <a:cubicBezTo>
                      <a:pt x="3334" y="3347"/>
                      <a:pt x="3384" y="3396"/>
                      <a:pt x="3439" y="3439"/>
                    </a:cubicBezTo>
                    <a:cubicBezTo>
                      <a:pt x="3556" y="3529"/>
                      <a:pt x="3699" y="3578"/>
                      <a:pt x="3848" y="3578"/>
                    </a:cubicBezTo>
                    <a:cubicBezTo>
                      <a:pt x="3853" y="3578"/>
                      <a:pt x="3857" y="3578"/>
                      <a:pt x="3862" y="3578"/>
                    </a:cubicBezTo>
                    <a:cubicBezTo>
                      <a:pt x="4392" y="3578"/>
                      <a:pt x="5077" y="3066"/>
                      <a:pt x="5327" y="2483"/>
                    </a:cubicBezTo>
                    <a:cubicBezTo>
                      <a:pt x="5490" y="2097"/>
                      <a:pt x="5444" y="1743"/>
                      <a:pt x="5191" y="1478"/>
                    </a:cubicBezTo>
                    <a:cubicBezTo>
                      <a:pt x="5009" y="1283"/>
                      <a:pt x="4802" y="1185"/>
                      <a:pt x="4574" y="1178"/>
                    </a:cubicBezTo>
                    <a:cubicBezTo>
                      <a:pt x="4552" y="774"/>
                      <a:pt x="4315" y="395"/>
                      <a:pt x="3929" y="151"/>
                    </a:cubicBezTo>
                    <a:cubicBezTo>
                      <a:pt x="3770" y="49"/>
                      <a:pt x="3600" y="0"/>
                      <a:pt x="34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1621" name="Google Shape;1621;p16"/>
            <p:cNvGrpSpPr/>
            <p:nvPr/>
          </p:nvGrpSpPr>
          <p:grpSpPr>
            <a:xfrm>
              <a:off x="106515" y="3757800"/>
              <a:ext cx="345427" cy="299475"/>
              <a:chOff x="1011528" y="129375"/>
              <a:chExt cx="345427" cy="299475"/>
            </a:xfrm>
          </p:grpSpPr>
          <p:sp>
            <p:nvSpPr>
              <p:cNvPr id="1622" name="Google Shape;1622;p16"/>
              <p:cNvSpPr/>
              <p:nvPr/>
            </p:nvSpPr>
            <p:spPr>
              <a:xfrm>
                <a:off x="1244129" y="155966"/>
                <a:ext cx="106534" cy="77311"/>
              </a:xfrm>
              <a:custGeom>
                <a:avLst/>
                <a:gdLst/>
                <a:ahLst/>
                <a:cxnLst/>
                <a:rect l="l" t="t" r="r" b="b"/>
                <a:pathLst>
                  <a:path w="1254" h="910" extrusionOk="0">
                    <a:moveTo>
                      <a:pt x="1097" y="0"/>
                    </a:moveTo>
                    <a:cubicBezTo>
                      <a:pt x="975" y="0"/>
                      <a:pt x="707" y="47"/>
                      <a:pt x="93" y="188"/>
                    </a:cubicBezTo>
                    <a:cubicBezTo>
                      <a:pt x="0" y="214"/>
                      <a:pt x="25" y="347"/>
                      <a:pt x="113" y="347"/>
                    </a:cubicBezTo>
                    <a:cubicBezTo>
                      <a:pt x="119" y="347"/>
                      <a:pt x="124" y="346"/>
                      <a:pt x="130" y="345"/>
                    </a:cubicBezTo>
                    <a:cubicBezTo>
                      <a:pt x="445" y="274"/>
                      <a:pt x="790" y="203"/>
                      <a:pt x="979" y="176"/>
                    </a:cubicBezTo>
                    <a:lnTo>
                      <a:pt x="979" y="176"/>
                    </a:lnTo>
                    <a:cubicBezTo>
                      <a:pt x="818" y="364"/>
                      <a:pt x="485" y="722"/>
                      <a:pt x="433" y="765"/>
                    </a:cubicBezTo>
                    <a:cubicBezTo>
                      <a:pt x="399" y="793"/>
                      <a:pt x="390" y="842"/>
                      <a:pt x="417" y="879"/>
                    </a:cubicBezTo>
                    <a:cubicBezTo>
                      <a:pt x="433" y="897"/>
                      <a:pt x="457" y="910"/>
                      <a:pt x="482" y="910"/>
                    </a:cubicBezTo>
                    <a:cubicBezTo>
                      <a:pt x="501" y="910"/>
                      <a:pt x="516" y="904"/>
                      <a:pt x="531" y="894"/>
                    </a:cubicBezTo>
                    <a:cubicBezTo>
                      <a:pt x="538" y="888"/>
                      <a:pt x="1253" y="194"/>
                      <a:pt x="1210" y="62"/>
                    </a:cubicBezTo>
                    <a:cubicBezTo>
                      <a:pt x="1198" y="27"/>
                      <a:pt x="1189" y="0"/>
                      <a:pt x="10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16"/>
              <p:cNvSpPr/>
              <p:nvPr/>
            </p:nvSpPr>
            <p:spPr>
              <a:xfrm>
                <a:off x="1011528" y="129375"/>
                <a:ext cx="345427" cy="299475"/>
              </a:xfrm>
              <a:custGeom>
                <a:avLst/>
                <a:gdLst/>
                <a:ahLst/>
                <a:cxnLst/>
                <a:rect l="l" t="t" r="r" b="b"/>
                <a:pathLst>
                  <a:path w="4066" h="3525" extrusionOk="0">
                    <a:moveTo>
                      <a:pt x="790" y="0"/>
                    </a:moveTo>
                    <a:cubicBezTo>
                      <a:pt x="781" y="0"/>
                      <a:pt x="773" y="1"/>
                      <a:pt x="765" y="1"/>
                    </a:cubicBezTo>
                    <a:cubicBezTo>
                      <a:pt x="265" y="41"/>
                      <a:pt x="885" y="1161"/>
                      <a:pt x="885" y="1161"/>
                    </a:cubicBezTo>
                    <a:cubicBezTo>
                      <a:pt x="885" y="1161"/>
                      <a:pt x="676" y="991"/>
                      <a:pt x="509" y="991"/>
                    </a:cubicBezTo>
                    <a:cubicBezTo>
                      <a:pt x="412" y="991"/>
                      <a:pt x="329" y="1048"/>
                      <a:pt x="308" y="1229"/>
                    </a:cubicBezTo>
                    <a:cubicBezTo>
                      <a:pt x="253" y="1719"/>
                      <a:pt x="922" y="2308"/>
                      <a:pt x="922" y="2308"/>
                    </a:cubicBezTo>
                    <a:lnTo>
                      <a:pt x="0" y="2534"/>
                    </a:lnTo>
                    <a:cubicBezTo>
                      <a:pt x="0" y="2534"/>
                      <a:pt x="453" y="3524"/>
                      <a:pt x="1613" y="3524"/>
                    </a:cubicBezTo>
                    <a:cubicBezTo>
                      <a:pt x="1834" y="3524"/>
                      <a:pt x="2080" y="3489"/>
                      <a:pt x="2353" y="3403"/>
                    </a:cubicBezTo>
                    <a:cubicBezTo>
                      <a:pt x="4065" y="2867"/>
                      <a:pt x="3612" y="526"/>
                      <a:pt x="2696" y="220"/>
                    </a:cubicBezTo>
                    <a:cubicBezTo>
                      <a:pt x="2643" y="203"/>
                      <a:pt x="2594" y="195"/>
                      <a:pt x="2549" y="195"/>
                    </a:cubicBezTo>
                    <a:cubicBezTo>
                      <a:pt x="2026" y="195"/>
                      <a:pt x="1974" y="1263"/>
                      <a:pt x="1974" y="1263"/>
                    </a:cubicBezTo>
                    <a:cubicBezTo>
                      <a:pt x="1974" y="1263"/>
                      <a:pt x="1290" y="0"/>
                      <a:pt x="7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16"/>
              <p:cNvSpPr/>
              <p:nvPr/>
            </p:nvSpPr>
            <p:spPr>
              <a:xfrm>
                <a:off x="1207769" y="166841"/>
                <a:ext cx="52757" cy="56242"/>
              </a:xfrm>
              <a:custGeom>
                <a:avLst/>
                <a:gdLst/>
                <a:ahLst/>
                <a:cxnLst/>
                <a:rect l="l" t="t" r="r" b="b"/>
                <a:pathLst>
                  <a:path w="621" h="662" extrusionOk="0">
                    <a:moveTo>
                      <a:pt x="375" y="0"/>
                    </a:moveTo>
                    <a:cubicBezTo>
                      <a:pt x="323" y="0"/>
                      <a:pt x="269" y="51"/>
                      <a:pt x="299" y="116"/>
                    </a:cubicBezTo>
                    <a:cubicBezTo>
                      <a:pt x="364" y="264"/>
                      <a:pt x="413" y="430"/>
                      <a:pt x="413" y="495"/>
                    </a:cubicBezTo>
                    <a:cubicBezTo>
                      <a:pt x="352" y="473"/>
                      <a:pt x="244" y="353"/>
                      <a:pt x="176" y="245"/>
                    </a:cubicBezTo>
                    <a:cubicBezTo>
                      <a:pt x="157" y="219"/>
                      <a:pt x="133" y="208"/>
                      <a:pt x="109" y="208"/>
                    </a:cubicBezTo>
                    <a:cubicBezTo>
                      <a:pt x="53" y="208"/>
                      <a:pt x="1" y="267"/>
                      <a:pt x="37" y="331"/>
                    </a:cubicBezTo>
                    <a:cubicBezTo>
                      <a:pt x="90" y="409"/>
                      <a:pt x="262" y="661"/>
                      <a:pt x="435" y="661"/>
                    </a:cubicBezTo>
                    <a:lnTo>
                      <a:pt x="450" y="661"/>
                    </a:lnTo>
                    <a:cubicBezTo>
                      <a:pt x="494" y="658"/>
                      <a:pt x="531" y="634"/>
                      <a:pt x="552" y="600"/>
                    </a:cubicBezTo>
                    <a:cubicBezTo>
                      <a:pt x="620" y="483"/>
                      <a:pt x="515" y="205"/>
                      <a:pt x="447" y="51"/>
                    </a:cubicBezTo>
                    <a:cubicBezTo>
                      <a:pt x="432" y="15"/>
                      <a:pt x="404" y="0"/>
                      <a:pt x="37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16"/>
              <p:cNvSpPr/>
              <p:nvPr/>
            </p:nvSpPr>
            <p:spPr>
              <a:xfrm>
                <a:off x="1068616" y="214076"/>
                <a:ext cx="115454" cy="110445"/>
              </a:xfrm>
              <a:custGeom>
                <a:avLst/>
                <a:gdLst/>
                <a:ahLst/>
                <a:cxnLst/>
                <a:rect l="l" t="t" r="r" b="b"/>
                <a:pathLst>
                  <a:path w="1359" h="1300" extrusionOk="0">
                    <a:moveTo>
                      <a:pt x="604" y="0"/>
                    </a:moveTo>
                    <a:cubicBezTo>
                      <a:pt x="588" y="0"/>
                      <a:pt x="576" y="4"/>
                      <a:pt x="568" y="7"/>
                    </a:cubicBezTo>
                    <a:cubicBezTo>
                      <a:pt x="457" y="47"/>
                      <a:pt x="432" y="223"/>
                      <a:pt x="491" y="531"/>
                    </a:cubicBezTo>
                    <a:cubicBezTo>
                      <a:pt x="396" y="468"/>
                      <a:pt x="285" y="414"/>
                      <a:pt x="195" y="414"/>
                    </a:cubicBezTo>
                    <a:cubicBezTo>
                      <a:pt x="170" y="414"/>
                      <a:pt x="148" y="418"/>
                      <a:pt x="127" y="426"/>
                    </a:cubicBezTo>
                    <a:cubicBezTo>
                      <a:pt x="68" y="451"/>
                      <a:pt x="28" y="513"/>
                      <a:pt x="28" y="577"/>
                    </a:cubicBezTo>
                    <a:cubicBezTo>
                      <a:pt x="0" y="880"/>
                      <a:pt x="438" y="1244"/>
                      <a:pt x="488" y="1284"/>
                    </a:cubicBezTo>
                    <a:cubicBezTo>
                      <a:pt x="503" y="1293"/>
                      <a:pt x="522" y="1299"/>
                      <a:pt x="540" y="1299"/>
                    </a:cubicBezTo>
                    <a:cubicBezTo>
                      <a:pt x="617" y="1299"/>
                      <a:pt x="651" y="1203"/>
                      <a:pt x="590" y="1157"/>
                    </a:cubicBezTo>
                    <a:cubicBezTo>
                      <a:pt x="429" y="1025"/>
                      <a:pt x="176" y="756"/>
                      <a:pt x="192" y="593"/>
                    </a:cubicBezTo>
                    <a:lnTo>
                      <a:pt x="192" y="574"/>
                    </a:lnTo>
                    <a:cubicBezTo>
                      <a:pt x="194" y="574"/>
                      <a:pt x="196" y="574"/>
                      <a:pt x="199" y="574"/>
                    </a:cubicBezTo>
                    <a:cubicBezTo>
                      <a:pt x="256" y="574"/>
                      <a:pt x="426" y="672"/>
                      <a:pt x="568" y="790"/>
                    </a:cubicBezTo>
                    <a:cubicBezTo>
                      <a:pt x="583" y="803"/>
                      <a:pt x="601" y="809"/>
                      <a:pt x="618" y="809"/>
                    </a:cubicBezTo>
                    <a:cubicBezTo>
                      <a:pt x="666" y="809"/>
                      <a:pt x="711" y="764"/>
                      <a:pt x="697" y="707"/>
                    </a:cubicBezTo>
                    <a:cubicBezTo>
                      <a:pt x="636" y="473"/>
                      <a:pt x="605" y="229"/>
                      <a:pt x="617" y="170"/>
                    </a:cubicBezTo>
                    <a:lnTo>
                      <a:pt x="617" y="170"/>
                    </a:lnTo>
                    <a:cubicBezTo>
                      <a:pt x="716" y="226"/>
                      <a:pt x="975" y="559"/>
                      <a:pt x="1176" y="858"/>
                    </a:cubicBezTo>
                    <a:cubicBezTo>
                      <a:pt x="1192" y="887"/>
                      <a:pt x="1216" y="899"/>
                      <a:pt x="1241" y="899"/>
                    </a:cubicBezTo>
                    <a:cubicBezTo>
                      <a:pt x="1299" y="899"/>
                      <a:pt x="1358" y="832"/>
                      <a:pt x="1308" y="769"/>
                    </a:cubicBezTo>
                    <a:cubicBezTo>
                      <a:pt x="857" y="85"/>
                      <a:pt x="679" y="0"/>
                      <a:pt x="6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16"/>
              <p:cNvSpPr/>
              <p:nvPr/>
            </p:nvSpPr>
            <p:spPr>
              <a:xfrm>
                <a:off x="1134540" y="274310"/>
                <a:ext cx="164558" cy="119875"/>
              </a:xfrm>
              <a:custGeom>
                <a:avLst/>
                <a:gdLst/>
                <a:ahLst/>
                <a:cxnLst/>
                <a:rect l="l" t="t" r="r" b="b"/>
                <a:pathLst>
                  <a:path w="1937" h="1411" extrusionOk="0">
                    <a:moveTo>
                      <a:pt x="1849" y="0"/>
                    </a:moveTo>
                    <a:cubicBezTo>
                      <a:pt x="1813" y="0"/>
                      <a:pt x="1777" y="22"/>
                      <a:pt x="1769" y="69"/>
                    </a:cubicBezTo>
                    <a:cubicBezTo>
                      <a:pt x="1707" y="522"/>
                      <a:pt x="1528" y="852"/>
                      <a:pt x="1242" y="1043"/>
                    </a:cubicBezTo>
                    <a:cubicBezTo>
                      <a:pt x="1002" y="1205"/>
                      <a:pt x="722" y="1246"/>
                      <a:pt x="503" y="1246"/>
                    </a:cubicBezTo>
                    <a:cubicBezTo>
                      <a:pt x="288" y="1246"/>
                      <a:pt x="131" y="1207"/>
                      <a:pt x="128" y="1207"/>
                    </a:cubicBezTo>
                    <a:cubicBezTo>
                      <a:pt x="123" y="1206"/>
                      <a:pt x="118" y="1206"/>
                      <a:pt x="113" y="1206"/>
                    </a:cubicBezTo>
                    <a:cubicBezTo>
                      <a:pt x="26" y="1206"/>
                      <a:pt x="0" y="1332"/>
                      <a:pt x="88" y="1364"/>
                    </a:cubicBezTo>
                    <a:cubicBezTo>
                      <a:pt x="227" y="1395"/>
                      <a:pt x="366" y="1411"/>
                      <a:pt x="504" y="1411"/>
                    </a:cubicBezTo>
                    <a:cubicBezTo>
                      <a:pt x="748" y="1411"/>
                      <a:pt x="1060" y="1364"/>
                      <a:pt x="1331" y="1179"/>
                    </a:cubicBezTo>
                    <a:cubicBezTo>
                      <a:pt x="1661" y="960"/>
                      <a:pt x="1861" y="590"/>
                      <a:pt x="1929" y="90"/>
                    </a:cubicBezTo>
                    <a:cubicBezTo>
                      <a:pt x="1936" y="33"/>
                      <a:pt x="1892" y="0"/>
                      <a:pt x="18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7" name="Google Shape;1627;p16"/>
            <p:cNvGrpSpPr/>
            <p:nvPr/>
          </p:nvGrpSpPr>
          <p:grpSpPr>
            <a:xfrm>
              <a:off x="85064" y="4309069"/>
              <a:ext cx="388320" cy="384805"/>
              <a:chOff x="10649934" y="1571625"/>
              <a:chExt cx="449705" cy="445634"/>
            </a:xfrm>
          </p:grpSpPr>
          <p:sp>
            <p:nvSpPr>
              <p:cNvPr id="1628" name="Google Shape;1628;p16"/>
              <p:cNvSpPr/>
              <p:nvPr/>
            </p:nvSpPr>
            <p:spPr>
              <a:xfrm>
                <a:off x="10649934" y="1571625"/>
                <a:ext cx="449705" cy="445634"/>
              </a:xfrm>
              <a:custGeom>
                <a:avLst/>
                <a:gdLst/>
                <a:ahLst/>
                <a:cxnLst/>
                <a:rect l="l" t="t" r="r" b="b"/>
                <a:pathLst>
                  <a:path w="7070" h="7006" extrusionOk="0">
                    <a:moveTo>
                      <a:pt x="3541" y="217"/>
                    </a:moveTo>
                    <a:cubicBezTo>
                      <a:pt x="3631" y="377"/>
                      <a:pt x="3809" y="793"/>
                      <a:pt x="3948" y="1161"/>
                    </a:cubicBezTo>
                    <a:cubicBezTo>
                      <a:pt x="3958" y="1182"/>
                      <a:pt x="3976" y="1201"/>
                      <a:pt x="4001" y="1210"/>
                    </a:cubicBezTo>
                    <a:cubicBezTo>
                      <a:pt x="4009" y="1214"/>
                      <a:pt x="4019" y="1215"/>
                      <a:pt x="4028" y="1215"/>
                    </a:cubicBezTo>
                    <a:cubicBezTo>
                      <a:pt x="4043" y="1215"/>
                      <a:pt x="4059" y="1211"/>
                      <a:pt x="4072" y="1204"/>
                    </a:cubicBezTo>
                    <a:cubicBezTo>
                      <a:pt x="4414" y="1016"/>
                      <a:pt x="4941" y="750"/>
                      <a:pt x="5077" y="726"/>
                    </a:cubicBezTo>
                    <a:lnTo>
                      <a:pt x="5077" y="726"/>
                    </a:lnTo>
                    <a:cubicBezTo>
                      <a:pt x="5093" y="846"/>
                      <a:pt x="5019" y="1262"/>
                      <a:pt x="4932" y="1611"/>
                    </a:cubicBezTo>
                    <a:cubicBezTo>
                      <a:pt x="4918" y="1665"/>
                      <a:pt x="4959" y="1717"/>
                      <a:pt x="5014" y="1717"/>
                    </a:cubicBezTo>
                    <a:cubicBezTo>
                      <a:pt x="5019" y="1717"/>
                      <a:pt x="5023" y="1716"/>
                      <a:pt x="5028" y="1716"/>
                    </a:cubicBezTo>
                    <a:cubicBezTo>
                      <a:pt x="5034" y="1716"/>
                      <a:pt x="5737" y="1611"/>
                      <a:pt x="6095" y="1611"/>
                    </a:cubicBezTo>
                    <a:cubicBezTo>
                      <a:pt x="6135" y="1611"/>
                      <a:pt x="6175" y="1614"/>
                      <a:pt x="6215" y="1617"/>
                    </a:cubicBezTo>
                    <a:cubicBezTo>
                      <a:pt x="6169" y="1762"/>
                      <a:pt x="5975" y="2166"/>
                      <a:pt x="5790" y="2521"/>
                    </a:cubicBezTo>
                    <a:cubicBezTo>
                      <a:pt x="5765" y="2570"/>
                      <a:pt x="5790" y="2629"/>
                      <a:pt x="5842" y="2641"/>
                    </a:cubicBezTo>
                    <a:cubicBezTo>
                      <a:pt x="6252" y="2755"/>
                      <a:pt x="6727" y="2919"/>
                      <a:pt x="6820" y="2990"/>
                    </a:cubicBezTo>
                    <a:cubicBezTo>
                      <a:pt x="6755" y="3107"/>
                      <a:pt x="6329" y="3455"/>
                      <a:pt x="5950" y="3727"/>
                    </a:cubicBezTo>
                    <a:cubicBezTo>
                      <a:pt x="5904" y="3764"/>
                      <a:pt x="5904" y="3835"/>
                      <a:pt x="5953" y="3869"/>
                    </a:cubicBezTo>
                    <a:cubicBezTo>
                      <a:pt x="6385" y="4158"/>
                      <a:pt x="6755" y="4495"/>
                      <a:pt x="6752" y="4584"/>
                    </a:cubicBezTo>
                    <a:cubicBezTo>
                      <a:pt x="6706" y="4677"/>
                      <a:pt x="6172" y="4834"/>
                      <a:pt x="5583" y="4933"/>
                    </a:cubicBezTo>
                    <a:cubicBezTo>
                      <a:pt x="5524" y="4942"/>
                      <a:pt x="5493" y="5007"/>
                      <a:pt x="5521" y="5059"/>
                    </a:cubicBezTo>
                    <a:cubicBezTo>
                      <a:pt x="5719" y="5411"/>
                      <a:pt x="5913" y="5846"/>
                      <a:pt x="5907" y="5957"/>
                    </a:cubicBezTo>
                    <a:cubicBezTo>
                      <a:pt x="5871" y="5966"/>
                      <a:pt x="5836" y="5970"/>
                      <a:pt x="5801" y="5970"/>
                    </a:cubicBezTo>
                    <a:cubicBezTo>
                      <a:pt x="5790" y="5970"/>
                      <a:pt x="5779" y="5970"/>
                      <a:pt x="5768" y="5969"/>
                    </a:cubicBezTo>
                    <a:cubicBezTo>
                      <a:pt x="5444" y="5969"/>
                      <a:pt x="4846" y="5842"/>
                      <a:pt x="4840" y="5842"/>
                    </a:cubicBezTo>
                    <a:cubicBezTo>
                      <a:pt x="4833" y="5841"/>
                      <a:pt x="4827" y="5841"/>
                      <a:pt x="4821" y="5841"/>
                    </a:cubicBezTo>
                    <a:cubicBezTo>
                      <a:pt x="4785" y="5841"/>
                      <a:pt x="4752" y="5864"/>
                      <a:pt x="4741" y="5898"/>
                    </a:cubicBezTo>
                    <a:cubicBezTo>
                      <a:pt x="4624" y="6265"/>
                      <a:pt x="4470" y="6684"/>
                      <a:pt x="4399" y="6817"/>
                    </a:cubicBezTo>
                    <a:cubicBezTo>
                      <a:pt x="4272" y="6721"/>
                      <a:pt x="3951" y="6327"/>
                      <a:pt x="3692" y="5972"/>
                    </a:cubicBezTo>
                    <a:cubicBezTo>
                      <a:pt x="3680" y="5950"/>
                      <a:pt x="3655" y="5938"/>
                      <a:pt x="3631" y="5938"/>
                    </a:cubicBezTo>
                    <a:lnTo>
                      <a:pt x="3624" y="5938"/>
                    </a:lnTo>
                    <a:cubicBezTo>
                      <a:pt x="3622" y="5938"/>
                      <a:pt x="3619" y="5937"/>
                      <a:pt x="3616" y="5937"/>
                    </a:cubicBezTo>
                    <a:cubicBezTo>
                      <a:pt x="3597" y="5937"/>
                      <a:pt x="3576" y="5946"/>
                      <a:pt x="3563" y="5960"/>
                    </a:cubicBezTo>
                    <a:cubicBezTo>
                      <a:pt x="3245" y="6277"/>
                      <a:pt x="2863" y="6632"/>
                      <a:pt x="2727" y="6728"/>
                    </a:cubicBezTo>
                    <a:cubicBezTo>
                      <a:pt x="2684" y="6580"/>
                      <a:pt x="2607" y="6206"/>
                      <a:pt x="2548" y="5870"/>
                    </a:cubicBezTo>
                    <a:cubicBezTo>
                      <a:pt x="2541" y="5827"/>
                      <a:pt x="2505" y="5799"/>
                      <a:pt x="2465" y="5799"/>
                    </a:cubicBezTo>
                    <a:cubicBezTo>
                      <a:pt x="2454" y="5799"/>
                      <a:pt x="2442" y="5801"/>
                      <a:pt x="2431" y="5805"/>
                    </a:cubicBezTo>
                    <a:cubicBezTo>
                      <a:pt x="2061" y="5950"/>
                      <a:pt x="1447" y="6176"/>
                      <a:pt x="1222" y="6216"/>
                    </a:cubicBezTo>
                    <a:cubicBezTo>
                      <a:pt x="1253" y="6037"/>
                      <a:pt x="1376" y="5562"/>
                      <a:pt x="1502" y="5136"/>
                    </a:cubicBezTo>
                    <a:cubicBezTo>
                      <a:pt x="1509" y="5111"/>
                      <a:pt x="1506" y="5090"/>
                      <a:pt x="1493" y="5068"/>
                    </a:cubicBezTo>
                    <a:cubicBezTo>
                      <a:pt x="1481" y="5050"/>
                      <a:pt x="1462" y="5034"/>
                      <a:pt x="1441" y="5028"/>
                    </a:cubicBezTo>
                    <a:cubicBezTo>
                      <a:pt x="987" y="4917"/>
                      <a:pt x="466" y="4763"/>
                      <a:pt x="324" y="4686"/>
                    </a:cubicBezTo>
                    <a:cubicBezTo>
                      <a:pt x="420" y="4566"/>
                      <a:pt x="802" y="4251"/>
                      <a:pt x="1142" y="4001"/>
                    </a:cubicBezTo>
                    <a:cubicBezTo>
                      <a:pt x="1163" y="3983"/>
                      <a:pt x="1179" y="3955"/>
                      <a:pt x="1175" y="3927"/>
                    </a:cubicBezTo>
                    <a:cubicBezTo>
                      <a:pt x="1175" y="3899"/>
                      <a:pt x="1160" y="3872"/>
                      <a:pt x="1132" y="3859"/>
                    </a:cubicBezTo>
                    <a:cubicBezTo>
                      <a:pt x="636" y="3572"/>
                      <a:pt x="204" y="3233"/>
                      <a:pt x="207" y="3134"/>
                    </a:cubicBezTo>
                    <a:cubicBezTo>
                      <a:pt x="222" y="3042"/>
                      <a:pt x="701" y="2857"/>
                      <a:pt x="1206" y="2740"/>
                    </a:cubicBezTo>
                    <a:cubicBezTo>
                      <a:pt x="1262" y="2727"/>
                      <a:pt x="1290" y="2666"/>
                      <a:pt x="1262" y="2616"/>
                    </a:cubicBezTo>
                    <a:cubicBezTo>
                      <a:pt x="1043" y="2203"/>
                      <a:pt x="812" y="1734"/>
                      <a:pt x="756" y="1558"/>
                    </a:cubicBezTo>
                    <a:lnTo>
                      <a:pt x="756" y="1558"/>
                    </a:lnTo>
                    <a:cubicBezTo>
                      <a:pt x="981" y="1577"/>
                      <a:pt x="1580" y="1716"/>
                      <a:pt x="1805" y="1774"/>
                    </a:cubicBezTo>
                    <a:cubicBezTo>
                      <a:pt x="1811" y="1776"/>
                      <a:pt x="1818" y="1777"/>
                      <a:pt x="1824" y="1777"/>
                    </a:cubicBezTo>
                    <a:cubicBezTo>
                      <a:pt x="1843" y="1777"/>
                      <a:pt x="1862" y="1770"/>
                      <a:pt x="1876" y="1759"/>
                    </a:cubicBezTo>
                    <a:cubicBezTo>
                      <a:pt x="1897" y="1743"/>
                      <a:pt x="1910" y="1719"/>
                      <a:pt x="1910" y="1694"/>
                    </a:cubicBezTo>
                    <a:cubicBezTo>
                      <a:pt x="1925" y="1241"/>
                      <a:pt x="1956" y="738"/>
                      <a:pt x="1990" y="562"/>
                    </a:cubicBezTo>
                    <a:cubicBezTo>
                      <a:pt x="2162" y="649"/>
                      <a:pt x="2644" y="954"/>
                      <a:pt x="3072" y="1238"/>
                    </a:cubicBezTo>
                    <a:cubicBezTo>
                      <a:pt x="3086" y="1247"/>
                      <a:pt x="3103" y="1253"/>
                      <a:pt x="3121" y="1253"/>
                    </a:cubicBezTo>
                    <a:cubicBezTo>
                      <a:pt x="3130" y="1253"/>
                      <a:pt x="3140" y="1251"/>
                      <a:pt x="3149" y="1247"/>
                    </a:cubicBezTo>
                    <a:cubicBezTo>
                      <a:pt x="3174" y="1238"/>
                      <a:pt x="3196" y="1219"/>
                      <a:pt x="3202" y="1191"/>
                    </a:cubicBezTo>
                    <a:cubicBezTo>
                      <a:pt x="3313" y="812"/>
                      <a:pt x="3461" y="380"/>
                      <a:pt x="3541" y="217"/>
                    </a:cubicBezTo>
                    <a:close/>
                    <a:moveTo>
                      <a:pt x="3541" y="1"/>
                    </a:moveTo>
                    <a:cubicBezTo>
                      <a:pt x="3476" y="1"/>
                      <a:pt x="3381" y="1"/>
                      <a:pt x="3072" y="1034"/>
                    </a:cubicBezTo>
                    <a:cubicBezTo>
                      <a:pt x="2403" y="593"/>
                      <a:pt x="2027" y="368"/>
                      <a:pt x="1943" y="368"/>
                    </a:cubicBezTo>
                    <a:cubicBezTo>
                      <a:pt x="1937" y="368"/>
                      <a:pt x="1928" y="371"/>
                      <a:pt x="1919" y="371"/>
                    </a:cubicBezTo>
                    <a:cubicBezTo>
                      <a:pt x="1854" y="389"/>
                      <a:pt x="1783" y="405"/>
                      <a:pt x="1743" y="1583"/>
                    </a:cubicBezTo>
                    <a:cubicBezTo>
                      <a:pt x="1499" y="1524"/>
                      <a:pt x="904" y="1386"/>
                      <a:pt x="713" y="1386"/>
                    </a:cubicBezTo>
                    <a:cubicBezTo>
                      <a:pt x="709" y="1385"/>
                      <a:pt x="704" y="1385"/>
                      <a:pt x="700" y="1385"/>
                    </a:cubicBezTo>
                    <a:cubicBezTo>
                      <a:pt x="670" y="1385"/>
                      <a:pt x="638" y="1394"/>
                      <a:pt x="614" y="1410"/>
                    </a:cubicBezTo>
                    <a:cubicBezTo>
                      <a:pt x="556" y="1457"/>
                      <a:pt x="482" y="1509"/>
                      <a:pt x="1058" y="2601"/>
                    </a:cubicBezTo>
                    <a:cubicBezTo>
                      <a:pt x="697" y="2690"/>
                      <a:pt x="77" y="2875"/>
                      <a:pt x="40" y="3110"/>
                    </a:cubicBezTo>
                    <a:cubicBezTo>
                      <a:pt x="0" y="3344"/>
                      <a:pt x="583" y="3733"/>
                      <a:pt x="935" y="3943"/>
                    </a:cubicBezTo>
                    <a:cubicBezTo>
                      <a:pt x="108" y="4562"/>
                      <a:pt x="127" y="4674"/>
                      <a:pt x="136" y="4723"/>
                    </a:cubicBezTo>
                    <a:cubicBezTo>
                      <a:pt x="145" y="4775"/>
                      <a:pt x="164" y="4889"/>
                      <a:pt x="1311" y="5176"/>
                    </a:cubicBezTo>
                    <a:cubicBezTo>
                      <a:pt x="1209" y="5534"/>
                      <a:pt x="1024" y="6194"/>
                      <a:pt x="1043" y="6308"/>
                    </a:cubicBezTo>
                    <a:cubicBezTo>
                      <a:pt x="1046" y="6327"/>
                      <a:pt x="1068" y="6395"/>
                      <a:pt x="1172" y="6395"/>
                    </a:cubicBezTo>
                    <a:cubicBezTo>
                      <a:pt x="1373" y="6395"/>
                      <a:pt x="2116" y="6114"/>
                      <a:pt x="2397" y="6006"/>
                    </a:cubicBezTo>
                    <a:cubicBezTo>
                      <a:pt x="2459" y="6342"/>
                      <a:pt x="2551" y="6811"/>
                      <a:pt x="2607" y="6885"/>
                    </a:cubicBezTo>
                    <a:cubicBezTo>
                      <a:pt x="2628" y="6910"/>
                      <a:pt x="2656" y="6922"/>
                      <a:pt x="2687" y="6925"/>
                    </a:cubicBezTo>
                    <a:cubicBezTo>
                      <a:pt x="2785" y="6925"/>
                      <a:pt x="3097" y="6666"/>
                      <a:pt x="3612" y="6154"/>
                    </a:cubicBezTo>
                    <a:cubicBezTo>
                      <a:pt x="4028" y="6718"/>
                      <a:pt x="4297" y="7005"/>
                      <a:pt x="4417" y="7005"/>
                    </a:cubicBezTo>
                    <a:cubicBezTo>
                      <a:pt x="4445" y="7005"/>
                      <a:pt x="4473" y="6996"/>
                      <a:pt x="4494" y="6974"/>
                    </a:cubicBezTo>
                    <a:cubicBezTo>
                      <a:pt x="4590" y="6882"/>
                      <a:pt x="4790" y="6296"/>
                      <a:pt x="4880" y="6028"/>
                    </a:cubicBezTo>
                    <a:cubicBezTo>
                      <a:pt x="5056" y="6061"/>
                      <a:pt x="5493" y="6142"/>
                      <a:pt x="5768" y="6142"/>
                    </a:cubicBezTo>
                    <a:cubicBezTo>
                      <a:pt x="5885" y="6142"/>
                      <a:pt x="6015" y="6129"/>
                      <a:pt x="6058" y="6043"/>
                    </a:cubicBezTo>
                    <a:cubicBezTo>
                      <a:pt x="6135" y="5889"/>
                      <a:pt x="5907" y="5414"/>
                      <a:pt x="5728" y="5081"/>
                    </a:cubicBezTo>
                    <a:cubicBezTo>
                      <a:pt x="6194" y="5000"/>
                      <a:pt x="6857" y="4849"/>
                      <a:pt x="6915" y="4633"/>
                    </a:cubicBezTo>
                    <a:cubicBezTo>
                      <a:pt x="6974" y="4421"/>
                      <a:pt x="6499" y="4041"/>
                      <a:pt x="6147" y="3798"/>
                    </a:cubicBezTo>
                    <a:cubicBezTo>
                      <a:pt x="7070" y="3125"/>
                      <a:pt x="7011" y="2993"/>
                      <a:pt x="6986" y="2934"/>
                    </a:cubicBezTo>
                    <a:cubicBezTo>
                      <a:pt x="6931" y="2801"/>
                      <a:pt x="6434" y="2635"/>
                      <a:pt x="5990" y="2508"/>
                    </a:cubicBezTo>
                    <a:cubicBezTo>
                      <a:pt x="6141" y="2215"/>
                      <a:pt x="6394" y="1703"/>
                      <a:pt x="6394" y="1577"/>
                    </a:cubicBezTo>
                    <a:cubicBezTo>
                      <a:pt x="6394" y="1444"/>
                      <a:pt x="6206" y="1444"/>
                      <a:pt x="6092" y="1444"/>
                    </a:cubicBezTo>
                    <a:cubicBezTo>
                      <a:pt x="5814" y="1444"/>
                      <a:pt x="5352" y="1503"/>
                      <a:pt x="5130" y="1531"/>
                    </a:cubicBezTo>
                    <a:cubicBezTo>
                      <a:pt x="5336" y="655"/>
                      <a:pt x="5222" y="596"/>
                      <a:pt x="5170" y="571"/>
                    </a:cubicBezTo>
                    <a:cubicBezTo>
                      <a:pt x="5151" y="562"/>
                      <a:pt x="5130" y="559"/>
                      <a:pt x="5108" y="559"/>
                    </a:cubicBezTo>
                    <a:cubicBezTo>
                      <a:pt x="4932" y="559"/>
                      <a:pt x="4328" y="874"/>
                      <a:pt x="4075" y="1009"/>
                    </a:cubicBezTo>
                    <a:cubicBezTo>
                      <a:pt x="3705" y="59"/>
                      <a:pt x="3612" y="22"/>
                      <a:pt x="3578" y="7"/>
                    </a:cubicBezTo>
                    <a:cubicBezTo>
                      <a:pt x="3566" y="4"/>
                      <a:pt x="3553" y="1"/>
                      <a:pt x="35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16"/>
              <p:cNvSpPr/>
              <p:nvPr/>
            </p:nvSpPr>
            <p:spPr>
              <a:xfrm>
                <a:off x="10732687" y="1664810"/>
                <a:ext cx="279682" cy="279619"/>
              </a:xfrm>
              <a:custGeom>
                <a:avLst/>
                <a:gdLst/>
                <a:ahLst/>
                <a:cxnLst/>
                <a:rect l="l" t="t" r="r" b="b"/>
                <a:pathLst>
                  <a:path w="4397" h="4396" extrusionOk="0">
                    <a:moveTo>
                      <a:pt x="2197" y="1"/>
                    </a:moveTo>
                    <a:cubicBezTo>
                      <a:pt x="985" y="1"/>
                      <a:pt x="1" y="985"/>
                      <a:pt x="1" y="2197"/>
                    </a:cubicBezTo>
                    <a:cubicBezTo>
                      <a:pt x="1" y="3412"/>
                      <a:pt x="985" y="4396"/>
                      <a:pt x="2197" y="4396"/>
                    </a:cubicBezTo>
                    <a:cubicBezTo>
                      <a:pt x="3412" y="4396"/>
                      <a:pt x="4396" y="3412"/>
                      <a:pt x="4396" y="2197"/>
                    </a:cubicBezTo>
                    <a:cubicBezTo>
                      <a:pt x="4396" y="985"/>
                      <a:pt x="3412" y="1"/>
                      <a:pt x="21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16"/>
              <p:cNvSpPr/>
              <p:nvPr/>
            </p:nvSpPr>
            <p:spPr>
              <a:xfrm>
                <a:off x="10883180" y="1708190"/>
                <a:ext cx="23217" cy="14184"/>
              </a:xfrm>
              <a:custGeom>
                <a:avLst/>
                <a:gdLst/>
                <a:ahLst/>
                <a:cxnLst/>
                <a:rect l="l" t="t" r="r" b="b"/>
                <a:pathLst>
                  <a:path w="365" h="223" extrusionOk="0">
                    <a:moveTo>
                      <a:pt x="1" y="0"/>
                    </a:moveTo>
                    <a:lnTo>
                      <a:pt x="365" y="223"/>
                    </a:lnTo>
                    <a:cubicBezTo>
                      <a:pt x="318" y="65"/>
                      <a:pt x="1" y="1"/>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16"/>
              <p:cNvSpPr/>
              <p:nvPr/>
            </p:nvSpPr>
            <p:spPr>
              <a:xfrm>
                <a:off x="10875102" y="1702720"/>
                <a:ext cx="37401" cy="25125"/>
              </a:xfrm>
              <a:custGeom>
                <a:avLst/>
                <a:gdLst/>
                <a:ahLst/>
                <a:cxnLst/>
                <a:rect l="l" t="t" r="r" b="b"/>
                <a:pathLst>
                  <a:path w="588" h="395" extrusionOk="0">
                    <a:moveTo>
                      <a:pt x="119" y="0"/>
                    </a:moveTo>
                    <a:cubicBezTo>
                      <a:pt x="24" y="0"/>
                      <a:pt x="0" y="153"/>
                      <a:pt x="109" y="170"/>
                    </a:cubicBezTo>
                    <a:cubicBezTo>
                      <a:pt x="223" y="194"/>
                      <a:pt x="390" y="262"/>
                      <a:pt x="408" y="333"/>
                    </a:cubicBezTo>
                    <a:cubicBezTo>
                      <a:pt x="421" y="370"/>
                      <a:pt x="455" y="395"/>
                      <a:pt x="492" y="395"/>
                    </a:cubicBezTo>
                    <a:cubicBezTo>
                      <a:pt x="501" y="395"/>
                      <a:pt x="507" y="392"/>
                      <a:pt x="516" y="389"/>
                    </a:cubicBezTo>
                    <a:cubicBezTo>
                      <a:pt x="562" y="376"/>
                      <a:pt x="587" y="330"/>
                      <a:pt x="575" y="284"/>
                    </a:cubicBezTo>
                    <a:cubicBezTo>
                      <a:pt x="516" y="86"/>
                      <a:pt x="205" y="16"/>
                      <a:pt x="143" y="3"/>
                    </a:cubicBezTo>
                    <a:cubicBezTo>
                      <a:pt x="135" y="1"/>
                      <a:pt x="127" y="0"/>
                      <a:pt x="1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16"/>
              <p:cNvSpPr/>
              <p:nvPr/>
            </p:nvSpPr>
            <p:spPr>
              <a:xfrm>
                <a:off x="10899655" y="1751125"/>
                <a:ext cx="23217" cy="14248"/>
              </a:xfrm>
              <a:custGeom>
                <a:avLst/>
                <a:gdLst/>
                <a:ahLst/>
                <a:cxnLst/>
                <a:rect l="l" t="t" r="r" b="b"/>
                <a:pathLst>
                  <a:path w="365" h="224" extrusionOk="0">
                    <a:moveTo>
                      <a:pt x="1" y="1"/>
                    </a:moveTo>
                    <a:lnTo>
                      <a:pt x="365" y="223"/>
                    </a:lnTo>
                    <a:cubicBezTo>
                      <a:pt x="318" y="69"/>
                      <a:pt x="1" y="1"/>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16"/>
              <p:cNvSpPr/>
              <p:nvPr/>
            </p:nvSpPr>
            <p:spPr>
              <a:xfrm>
                <a:off x="10891704" y="1745718"/>
                <a:ext cx="37274" cy="25125"/>
              </a:xfrm>
              <a:custGeom>
                <a:avLst/>
                <a:gdLst/>
                <a:ahLst/>
                <a:cxnLst/>
                <a:rect l="l" t="t" r="r" b="b"/>
                <a:pathLst>
                  <a:path w="586" h="395" extrusionOk="0">
                    <a:moveTo>
                      <a:pt x="119" y="0"/>
                    </a:moveTo>
                    <a:cubicBezTo>
                      <a:pt x="23" y="0"/>
                      <a:pt x="1" y="152"/>
                      <a:pt x="107" y="172"/>
                    </a:cubicBezTo>
                    <a:cubicBezTo>
                      <a:pt x="221" y="194"/>
                      <a:pt x="388" y="262"/>
                      <a:pt x="409" y="333"/>
                    </a:cubicBezTo>
                    <a:cubicBezTo>
                      <a:pt x="419" y="370"/>
                      <a:pt x="453" y="394"/>
                      <a:pt x="490" y="394"/>
                    </a:cubicBezTo>
                    <a:cubicBezTo>
                      <a:pt x="499" y="394"/>
                      <a:pt x="508" y="391"/>
                      <a:pt x="514" y="391"/>
                    </a:cubicBezTo>
                    <a:cubicBezTo>
                      <a:pt x="561" y="376"/>
                      <a:pt x="585" y="330"/>
                      <a:pt x="573" y="283"/>
                    </a:cubicBezTo>
                    <a:cubicBezTo>
                      <a:pt x="514" y="89"/>
                      <a:pt x="203" y="15"/>
                      <a:pt x="141" y="3"/>
                    </a:cubicBezTo>
                    <a:cubicBezTo>
                      <a:pt x="134" y="1"/>
                      <a:pt x="126" y="0"/>
                      <a:pt x="1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16"/>
              <p:cNvSpPr/>
              <p:nvPr/>
            </p:nvSpPr>
            <p:spPr>
              <a:xfrm>
                <a:off x="10945769" y="1750743"/>
                <a:ext cx="20482" cy="17937"/>
              </a:xfrm>
              <a:custGeom>
                <a:avLst/>
                <a:gdLst/>
                <a:ahLst/>
                <a:cxnLst/>
                <a:rect l="l" t="t" r="r" b="b"/>
                <a:pathLst>
                  <a:path w="322" h="282" extrusionOk="0">
                    <a:moveTo>
                      <a:pt x="0" y="1"/>
                    </a:moveTo>
                    <a:lnTo>
                      <a:pt x="321" y="281"/>
                    </a:lnTo>
                    <a:cubicBezTo>
                      <a:pt x="303" y="121"/>
                      <a:pt x="1" y="1"/>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16"/>
              <p:cNvSpPr/>
              <p:nvPr/>
            </p:nvSpPr>
            <p:spPr>
              <a:xfrm>
                <a:off x="10937755" y="1745209"/>
                <a:ext cx="34157" cy="28941"/>
              </a:xfrm>
              <a:custGeom>
                <a:avLst/>
                <a:gdLst/>
                <a:ahLst/>
                <a:cxnLst/>
                <a:rect l="l" t="t" r="r" b="b"/>
                <a:pathLst>
                  <a:path w="537" h="455" extrusionOk="0">
                    <a:moveTo>
                      <a:pt x="122" y="0"/>
                    </a:moveTo>
                    <a:cubicBezTo>
                      <a:pt x="40" y="0"/>
                      <a:pt x="0" y="130"/>
                      <a:pt x="96" y="168"/>
                    </a:cubicBezTo>
                    <a:cubicBezTo>
                      <a:pt x="200" y="208"/>
                      <a:pt x="355" y="307"/>
                      <a:pt x="361" y="378"/>
                    </a:cubicBezTo>
                    <a:cubicBezTo>
                      <a:pt x="367" y="421"/>
                      <a:pt x="404" y="455"/>
                      <a:pt x="447" y="455"/>
                    </a:cubicBezTo>
                    <a:lnTo>
                      <a:pt x="456" y="455"/>
                    </a:lnTo>
                    <a:cubicBezTo>
                      <a:pt x="503" y="449"/>
                      <a:pt x="537" y="405"/>
                      <a:pt x="534" y="359"/>
                    </a:cubicBezTo>
                    <a:cubicBezTo>
                      <a:pt x="509" y="156"/>
                      <a:pt x="216" y="32"/>
                      <a:pt x="157" y="8"/>
                    </a:cubicBezTo>
                    <a:cubicBezTo>
                      <a:pt x="145" y="3"/>
                      <a:pt x="133" y="0"/>
                      <a:pt x="1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16"/>
              <p:cNvSpPr/>
              <p:nvPr/>
            </p:nvSpPr>
            <p:spPr>
              <a:xfrm>
                <a:off x="10846861" y="1739994"/>
                <a:ext cx="23217" cy="14184"/>
              </a:xfrm>
              <a:custGeom>
                <a:avLst/>
                <a:gdLst/>
                <a:ahLst/>
                <a:cxnLst/>
                <a:rect l="l" t="t" r="r" b="b"/>
                <a:pathLst>
                  <a:path w="365" h="223" extrusionOk="0">
                    <a:moveTo>
                      <a:pt x="1" y="0"/>
                    </a:moveTo>
                    <a:lnTo>
                      <a:pt x="365" y="222"/>
                    </a:lnTo>
                    <a:cubicBezTo>
                      <a:pt x="319" y="65"/>
                      <a:pt x="1" y="0"/>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16"/>
              <p:cNvSpPr/>
              <p:nvPr/>
            </p:nvSpPr>
            <p:spPr>
              <a:xfrm>
                <a:off x="10839101" y="1734523"/>
                <a:ext cx="37083" cy="25125"/>
              </a:xfrm>
              <a:custGeom>
                <a:avLst/>
                <a:gdLst/>
                <a:ahLst/>
                <a:cxnLst/>
                <a:rect l="l" t="t" r="r" b="b"/>
                <a:pathLst>
                  <a:path w="583" h="395" extrusionOk="0">
                    <a:moveTo>
                      <a:pt x="119" y="1"/>
                    </a:moveTo>
                    <a:cubicBezTo>
                      <a:pt x="24" y="1"/>
                      <a:pt x="0" y="149"/>
                      <a:pt x="104" y="169"/>
                    </a:cubicBezTo>
                    <a:cubicBezTo>
                      <a:pt x="212" y="194"/>
                      <a:pt x="385" y="259"/>
                      <a:pt x="407" y="333"/>
                    </a:cubicBezTo>
                    <a:cubicBezTo>
                      <a:pt x="416" y="367"/>
                      <a:pt x="450" y="395"/>
                      <a:pt x="487" y="395"/>
                    </a:cubicBezTo>
                    <a:cubicBezTo>
                      <a:pt x="496" y="391"/>
                      <a:pt x="505" y="391"/>
                      <a:pt x="512" y="388"/>
                    </a:cubicBezTo>
                    <a:cubicBezTo>
                      <a:pt x="558" y="376"/>
                      <a:pt x="583" y="330"/>
                      <a:pt x="570" y="284"/>
                    </a:cubicBezTo>
                    <a:cubicBezTo>
                      <a:pt x="512" y="86"/>
                      <a:pt x="200" y="15"/>
                      <a:pt x="138" y="3"/>
                    </a:cubicBezTo>
                    <a:cubicBezTo>
                      <a:pt x="132" y="2"/>
                      <a:pt x="125" y="1"/>
                      <a:pt x="11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16"/>
              <p:cNvSpPr/>
              <p:nvPr/>
            </p:nvSpPr>
            <p:spPr>
              <a:xfrm>
                <a:off x="10822945" y="1705646"/>
                <a:ext cx="25952" cy="8523"/>
              </a:xfrm>
              <a:custGeom>
                <a:avLst/>
                <a:gdLst/>
                <a:ahLst/>
                <a:cxnLst/>
                <a:rect l="l" t="t" r="r" b="b"/>
                <a:pathLst>
                  <a:path w="408" h="134" extrusionOk="0">
                    <a:moveTo>
                      <a:pt x="13" y="0"/>
                    </a:moveTo>
                    <a:cubicBezTo>
                      <a:pt x="5" y="0"/>
                      <a:pt x="1" y="0"/>
                      <a:pt x="1" y="0"/>
                    </a:cubicBezTo>
                    <a:lnTo>
                      <a:pt x="408" y="133"/>
                    </a:lnTo>
                    <a:cubicBezTo>
                      <a:pt x="337" y="8"/>
                      <a:pt x="73" y="0"/>
                      <a:pt x="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16"/>
              <p:cNvSpPr/>
              <p:nvPr/>
            </p:nvSpPr>
            <p:spPr>
              <a:xfrm>
                <a:off x="10817475" y="1700176"/>
                <a:ext cx="37528" cy="19464"/>
              </a:xfrm>
              <a:custGeom>
                <a:avLst/>
                <a:gdLst/>
                <a:ahLst/>
                <a:cxnLst/>
                <a:rect l="l" t="t" r="r" b="b"/>
                <a:pathLst>
                  <a:path w="590" h="306" extrusionOk="0">
                    <a:moveTo>
                      <a:pt x="84" y="0"/>
                    </a:moveTo>
                    <a:cubicBezTo>
                      <a:pt x="37" y="3"/>
                      <a:pt x="0" y="40"/>
                      <a:pt x="0" y="89"/>
                    </a:cubicBezTo>
                    <a:cubicBezTo>
                      <a:pt x="3" y="136"/>
                      <a:pt x="40" y="173"/>
                      <a:pt x="90" y="173"/>
                    </a:cubicBezTo>
                    <a:cubicBezTo>
                      <a:pt x="99" y="172"/>
                      <a:pt x="108" y="172"/>
                      <a:pt x="118" y="172"/>
                    </a:cubicBezTo>
                    <a:cubicBezTo>
                      <a:pt x="227" y="172"/>
                      <a:pt x="383" y="203"/>
                      <a:pt x="417" y="262"/>
                    </a:cubicBezTo>
                    <a:cubicBezTo>
                      <a:pt x="432" y="290"/>
                      <a:pt x="460" y="305"/>
                      <a:pt x="491" y="305"/>
                    </a:cubicBezTo>
                    <a:cubicBezTo>
                      <a:pt x="506" y="305"/>
                      <a:pt x="522" y="299"/>
                      <a:pt x="534" y="293"/>
                    </a:cubicBezTo>
                    <a:cubicBezTo>
                      <a:pt x="574" y="268"/>
                      <a:pt x="589" y="219"/>
                      <a:pt x="568" y="179"/>
                    </a:cubicBezTo>
                    <a:cubicBezTo>
                      <a:pt x="466" y="0"/>
                      <a:pt x="148" y="0"/>
                      <a:pt x="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p:cSld name="BLANK_1_1_1_1_1_1_1">
    <p:bg>
      <p:bgPr>
        <a:solidFill>
          <a:schemeClr val="dk2"/>
        </a:solidFill>
        <a:effectLst/>
      </p:bgPr>
    </p:bg>
    <p:spTree>
      <p:nvGrpSpPr>
        <p:cNvPr id="1" name="Shape 2179"/>
        <p:cNvGrpSpPr/>
        <p:nvPr/>
      </p:nvGrpSpPr>
      <p:grpSpPr>
        <a:xfrm>
          <a:off x="0" y="0"/>
          <a:ext cx="0" cy="0"/>
          <a:chOff x="0" y="0"/>
          <a:chExt cx="0" cy="0"/>
        </a:xfrm>
      </p:grpSpPr>
      <p:sp>
        <p:nvSpPr>
          <p:cNvPr id="2180" name="Google Shape;2180;p22"/>
          <p:cNvSpPr/>
          <p:nvPr/>
        </p:nvSpPr>
        <p:spPr>
          <a:xfrm>
            <a:off x="-111285" y="-151800"/>
            <a:ext cx="9366570" cy="5506907"/>
          </a:xfrm>
          <a:custGeom>
            <a:avLst/>
            <a:gdLst/>
            <a:ahLst/>
            <a:cxnLst/>
            <a:rect l="l" t="t" r="r" b="b"/>
            <a:pathLst>
              <a:path w="287870" h="169248" extrusionOk="0">
                <a:moveTo>
                  <a:pt x="17455" y="3287"/>
                </a:moveTo>
                <a:lnTo>
                  <a:pt x="17455" y="9371"/>
                </a:lnTo>
                <a:lnTo>
                  <a:pt x="11371" y="9371"/>
                </a:lnTo>
                <a:lnTo>
                  <a:pt x="11371" y="3287"/>
                </a:lnTo>
                <a:close/>
                <a:moveTo>
                  <a:pt x="24503" y="3287"/>
                </a:moveTo>
                <a:lnTo>
                  <a:pt x="24503" y="9371"/>
                </a:lnTo>
                <a:lnTo>
                  <a:pt x="18431" y="9371"/>
                </a:lnTo>
                <a:lnTo>
                  <a:pt x="18431" y="3287"/>
                </a:lnTo>
                <a:close/>
                <a:moveTo>
                  <a:pt x="31564" y="3287"/>
                </a:moveTo>
                <a:lnTo>
                  <a:pt x="31564" y="9371"/>
                </a:lnTo>
                <a:lnTo>
                  <a:pt x="25492" y="9371"/>
                </a:lnTo>
                <a:lnTo>
                  <a:pt x="25492" y="3287"/>
                </a:lnTo>
                <a:close/>
                <a:moveTo>
                  <a:pt x="38612" y="3287"/>
                </a:moveTo>
                <a:lnTo>
                  <a:pt x="38612" y="9371"/>
                </a:lnTo>
                <a:lnTo>
                  <a:pt x="32540" y="9371"/>
                </a:lnTo>
                <a:lnTo>
                  <a:pt x="32540" y="3287"/>
                </a:lnTo>
                <a:close/>
                <a:moveTo>
                  <a:pt x="45673" y="3287"/>
                </a:moveTo>
                <a:lnTo>
                  <a:pt x="45673" y="9371"/>
                </a:lnTo>
                <a:lnTo>
                  <a:pt x="39601" y="9371"/>
                </a:lnTo>
                <a:lnTo>
                  <a:pt x="39601" y="3287"/>
                </a:lnTo>
                <a:close/>
                <a:moveTo>
                  <a:pt x="52721" y="3287"/>
                </a:moveTo>
                <a:lnTo>
                  <a:pt x="52721" y="9371"/>
                </a:lnTo>
                <a:lnTo>
                  <a:pt x="46649" y="9371"/>
                </a:lnTo>
                <a:lnTo>
                  <a:pt x="46649" y="3287"/>
                </a:lnTo>
                <a:close/>
                <a:moveTo>
                  <a:pt x="59782" y="3287"/>
                </a:moveTo>
                <a:lnTo>
                  <a:pt x="59782" y="9371"/>
                </a:lnTo>
                <a:lnTo>
                  <a:pt x="53709" y="9371"/>
                </a:lnTo>
                <a:lnTo>
                  <a:pt x="53709" y="3287"/>
                </a:lnTo>
                <a:close/>
                <a:moveTo>
                  <a:pt x="66842" y="3287"/>
                </a:moveTo>
                <a:lnTo>
                  <a:pt x="66842" y="9371"/>
                </a:lnTo>
                <a:lnTo>
                  <a:pt x="60770" y="9371"/>
                </a:lnTo>
                <a:lnTo>
                  <a:pt x="60770" y="3287"/>
                </a:lnTo>
                <a:close/>
                <a:moveTo>
                  <a:pt x="73902" y="3287"/>
                </a:moveTo>
                <a:lnTo>
                  <a:pt x="73902" y="9371"/>
                </a:lnTo>
                <a:lnTo>
                  <a:pt x="67818" y="9371"/>
                </a:lnTo>
                <a:lnTo>
                  <a:pt x="67818" y="3287"/>
                </a:lnTo>
                <a:close/>
                <a:moveTo>
                  <a:pt x="80951" y="3287"/>
                </a:moveTo>
                <a:lnTo>
                  <a:pt x="80951" y="9371"/>
                </a:lnTo>
                <a:lnTo>
                  <a:pt x="74879" y="9371"/>
                </a:lnTo>
                <a:lnTo>
                  <a:pt x="74879" y="3287"/>
                </a:lnTo>
                <a:close/>
                <a:moveTo>
                  <a:pt x="88011" y="3287"/>
                </a:moveTo>
                <a:lnTo>
                  <a:pt x="88011" y="9371"/>
                </a:lnTo>
                <a:lnTo>
                  <a:pt x="81939" y="9371"/>
                </a:lnTo>
                <a:lnTo>
                  <a:pt x="81939" y="3287"/>
                </a:lnTo>
                <a:close/>
                <a:moveTo>
                  <a:pt x="95060" y="3287"/>
                </a:moveTo>
                <a:lnTo>
                  <a:pt x="95060" y="9371"/>
                </a:lnTo>
                <a:lnTo>
                  <a:pt x="88988" y="9371"/>
                </a:lnTo>
                <a:lnTo>
                  <a:pt x="88988" y="3287"/>
                </a:lnTo>
                <a:close/>
                <a:moveTo>
                  <a:pt x="102120" y="3287"/>
                </a:moveTo>
                <a:lnTo>
                  <a:pt x="102120" y="9371"/>
                </a:lnTo>
                <a:lnTo>
                  <a:pt x="96036" y="9371"/>
                </a:lnTo>
                <a:lnTo>
                  <a:pt x="96036" y="3287"/>
                </a:lnTo>
                <a:close/>
                <a:moveTo>
                  <a:pt x="109169" y="3287"/>
                </a:moveTo>
                <a:lnTo>
                  <a:pt x="109169" y="9371"/>
                </a:lnTo>
                <a:lnTo>
                  <a:pt x="103097" y="9371"/>
                </a:lnTo>
                <a:lnTo>
                  <a:pt x="103097" y="3287"/>
                </a:lnTo>
                <a:close/>
                <a:moveTo>
                  <a:pt x="116229" y="3287"/>
                </a:moveTo>
                <a:lnTo>
                  <a:pt x="116229" y="9371"/>
                </a:lnTo>
                <a:lnTo>
                  <a:pt x="110157" y="9371"/>
                </a:lnTo>
                <a:lnTo>
                  <a:pt x="110157" y="3287"/>
                </a:lnTo>
                <a:close/>
                <a:moveTo>
                  <a:pt x="123278" y="3287"/>
                </a:moveTo>
                <a:lnTo>
                  <a:pt x="123278" y="9371"/>
                </a:lnTo>
                <a:lnTo>
                  <a:pt x="117205" y="9371"/>
                </a:lnTo>
                <a:lnTo>
                  <a:pt x="117205" y="3287"/>
                </a:lnTo>
                <a:close/>
                <a:moveTo>
                  <a:pt x="130338" y="3287"/>
                </a:moveTo>
                <a:lnTo>
                  <a:pt x="130338" y="9371"/>
                </a:lnTo>
                <a:lnTo>
                  <a:pt x="124266" y="9371"/>
                </a:lnTo>
                <a:lnTo>
                  <a:pt x="124266" y="3287"/>
                </a:lnTo>
                <a:close/>
                <a:moveTo>
                  <a:pt x="137387" y="3287"/>
                </a:moveTo>
                <a:lnTo>
                  <a:pt x="137387" y="9371"/>
                </a:lnTo>
                <a:lnTo>
                  <a:pt x="131314" y="9371"/>
                </a:lnTo>
                <a:lnTo>
                  <a:pt x="131314" y="3287"/>
                </a:lnTo>
                <a:close/>
                <a:moveTo>
                  <a:pt x="144447" y="3287"/>
                </a:moveTo>
                <a:lnTo>
                  <a:pt x="144447" y="9371"/>
                </a:lnTo>
                <a:lnTo>
                  <a:pt x="138375" y="9371"/>
                </a:lnTo>
                <a:lnTo>
                  <a:pt x="138375" y="3287"/>
                </a:lnTo>
                <a:close/>
                <a:moveTo>
                  <a:pt x="151495" y="3287"/>
                </a:moveTo>
                <a:lnTo>
                  <a:pt x="151495" y="9371"/>
                </a:lnTo>
                <a:lnTo>
                  <a:pt x="145423" y="9371"/>
                </a:lnTo>
                <a:lnTo>
                  <a:pt x="145423" y="3287"/>
                </a:lnTo>
                <a:close/>
                <a:moveTo>
                  <a:pt x="158556" y="3287"/>
                </a:moveTo>
                <a:lnTo>
                  <a:pt x="158556" y="9371"/>
                </a:lnTo>
                <a:lnTo>
                  <a:pt x="152484" y="9371"/>
                </a:lnTo>
                <a:lnTo>
                  <a:pt x="152484" y="3287"/>
                </a:lnTo>
                <a:close/>
                <a:moveTo>
                  <a:pt x="165604" y="3287"/>
                </a:moveTo>
                <a:lnTo>
                  <a:pt x="165604" y="9371"/>
                </a:lnTo>
                <a:lnTo>
                  <a:pt x="159532" y="9371"/>
                </a:lnTo>
                <a:lnTo>
                  <a:pt x="159532" y="3287"/>
                </a:lnTo>
                <a:close/>
                <a:moveTo>
                  <a:pt x="172665" y="3287"/>
                </a:moveTo>
                <a:lnTo>
                  <a:pt x="172665" y="9371"/>
                </a:lnTo>
                <a:lnTo>
                  <a:pt x="166581" y="9371"/>
                </a:lnTo>
                <a:lnTo>
                  <a:pt x="166581" y="3287"/>
                </a:lnTo>
                <a:close/>
                <a:moveTo>
                  <a:pt x="179713" y="3287"/>
                </a:moveTo>
                <a:lnTo>
                  <a:pt x="179713" y="9371"/>
                </a:lnTo>
                <a:lnTo>
                  <a:pt x="173641" y="9371"/>
                </a:lnTo>
                <a:lnTo>
                  <a:pt x="173641" y="3287"/>
                </a:lnTo>
                <a:close/>
                <a:moveTo>
                  <a:pt x="186774" y="3287"/>
                </a:moveTo>
                <a:lnTo>
                  <a:pt x="186774" y="9371"/>
                </a:lnTo>
                <a:lnTo>
                  <a:pt x="180702" y="9371"/>
                </a:lnTo>
                <a:lnTo>
                  <a:pt x="180702" y="3287"/>
                </a:lnTo>
                <a:close/>
                <a:moveTo>
                  <a:pt x="193822" y="3287"/>
                </a:moveTo>
                <a:lnTo>
                  <a:pt x="193822" y="9371"/>
                </a:lnTo>
                <a:lnTo>
                  <a:pt x="187750" y="9371"/>
                </a:lnTo>
                <a:lnTo>
                  <a:pt x="187750" y="3287"/>
                </a:lnTo>
                <a:close/>
                <a:moveTo>
                  <a:pt x="200883" y="3287"/>
                </a:moveTo>
                <a:lnTo>
                  <a:pt x="200883" y="9371"/>
                </a:lnTo>
                <a:lnTo>
                  <a:pt x="194810" y="9371"/>
                </a:lnTo>
                <a:lnTo>
                  <a:pt x="194810" y="3287"/>
                </a:lnTo>
                <a:close/>
                <a:moveTo>
                  <a:pt x="207931" y="3287"/>
                </a:moveTo>
                <a:lnTo>
                  <a:pt x="207931" y="9371"/>
                </a:lnTo>
                <a:lnTo>
                  <a:pt x="201859" y="9371"/>
                </a:lnTo>
                <a:lnTo>
                  <a:pt x="201859" y="3287"/>
                </a:lnTo>
                <a:close/>
                <a:moveTo>
                  <a:pt x="214992" y="3287"/>
                </a:moveTo>
                <a:lnTo>
                  <a:pt x="214992" y="9371"/>
                </a:lnTo>
                <a:lnTo>
                  <a:pt x="208919" y="9371"/>
                </a:lnTo>
                <a:lnTo>
                  <a:pt x="208919" y="3287"/>
                </a:lnTo>
                <a:close/>
                <a:moveTo>
                  <a:pt x="222052" y="3287"/>
                </a:moveTo>
                <a:lnTo>
                  <a:pt x="222052" y="9371"/>
                </a:lnTo>
                <a:lnTo>
                  <a:pt x="215968" y="9371"/>
                </a:lnTo>
                <a:lnTo>
                  <a:pt x="215968" y="3287"/>
                </a:lnTo>
                <a:close/>
                <a:moveTo>
                  <a:pt x="229100" y="3287"/>
                </a:moveTo>
                <a:lnTo>
                  <a:pt x="229100" y="9371"/>
                </a:lnTo>
                <a:lnTo>
                  <a:pt x="223028" y="9371"/>
                </a:lnTo>
                <a:lnTo>
                  <a:pt x="223028" y="3287"/>
                </a:lnTo>
                <a:close/>
                <a:moveTo>
                  <a:pt x="236161" y="3287"/>
                </a:moveTo>
                <a:lnTo>
                  <a:pt x="236161" y="9371"/>
                </a:lnTo>
                <a:lnTo>
                  <a:pt x="230077" y="9371"/>
                </a:lnTo>
                <a:lnTo>
                  <a:pt x="230077" y="3287"/>
                </a:lnTo>
                <a:close/>
                <a:moveTo>
                  <a:pt x="243209" y="3287"/>
                </a:moveTo>
                <a:lnTo>
                  <a:pt x="243209" y="9371"/>
                </a:lnTo>
                <a:lnTo>
                  <a:pt x="237137" y="9371"/>
                </a:lnTo>
                <a:lnTo>
                  <a:pt x="237137" y="3287"/>
                </a:lnTo>
                <a:close/>
                <a:moveTo>
                  <a:pt x="250270" y="3287"/>
                </a:moveTo>
                <a:lnTo>
                  <a:pt x="250270" y="9371"/>
                </a:lnTo>
                <a:lnTo>
                  <a:pt x="244198" y="9371"/>
                </a:lnTo>
                <a:lnTo>
                  <a:pt x="244198" y="3287"/>
                </a:lnTo>
                <a:close/>
                <a:moveTo>
                  <a:pt x="257318" y="3287"/>
                </a:moveTo>
                <a:lnTo>
                  <a:pt x="257318" y="9371"/>
                </a:lnTo>
                <a:lnTo>
                  <a:pt x="251246" y="9371"/>
                </a:lnTo>
                <a:lnTo>
                  <a:pt x="251246" y="3287"/>
                </a:lnTo>
                <a:close/>
                <a:moveTo>
                  <a:pt x="264379" y="3287"/>
                </a:moveTo>
                <a:lnTo>
                  <a:pt x="264379" y="9371"/>
                </a:lnTo>
                <a:lnTo>
                  <a:pt x="258306" y="9371"/>
                </a:lnTo>
                <a:lnTo>
                  <a:pt x="258306" y="3287"/>
                </a:lnTo>
                <a:close/>
                <a:moveTo>
                  <a:pt x="271427" y="3287"/>
                </a:moveTo>
                <a:lnTo>
                  <a:pt x="271427" y="9371"/>
                </a:lnTo>
                <a:lnTo>
                  <a:pt x="265355" y="9371"/>
                </a:lnTo>
                <a:lnTo>
                  <a:pt x="265355" y="3287"/>
                </a:lnTo>
                <a:close/>
                <a:moveTo>
                  <a:pt x="278488" y="3287"/>
                </a:moveTo>
                <a:lnTo>
                  <a:pt x="278488" y="9371"/>
                </a:lnTo>
                <a:lnTo>
                  <a:pt x="272415" y="9371"/>
                </a:lnTo>
                <a:lnTo>
                  <a:pt x="272415" y="3287"/>
                </a:lnTo>
                <a:close/>
                <a:moveTo>
                  <a:pt x="17443" y="10347"/>
                </a:moveTo>
                <a:lnTo>
                  <a:pt x="17443" y="16419"/>
                </a:lnTo>
                <a:lnTo>
                  <a:pt x="11371" y="16419"/>
                </a:lnTo>
                <a:lnTo>
                  <a:pt x="11371" y="10347"/>
                </a:lnTo>
                <a:close/>
                <a:moveTo>
                  <a:pt x="24503" y="10347"/>
                </a:moveTo>
                <a:lnTo>
                  <a:pt x="24503" y="16419"/>
                </a:lnTo>
                <a:lnTo>
                  <a:pt x="18431" y="16419"/>
                </a:lnTo>
                <a:lnTo>
                  <a:pt x="18431" y="10347"/>
                </a:lnTo>
                <a:close/>
                <a:moveTo>
                  <a:pt x="31564" y="10347"/>
                </a:moveTo>
                <a:lnTo>
                  <a:pt x="31564" y="16419"/>
                </a:lnTo>
                <a:lnTo>
                  <a:pt x="25492" y="16419"/>
                </a:lnTo>
                <a:lnTo>
                  <a:pt x="25492" y="10347"/>
                </a:lnTo>
                <a:close/>
                <a:moveTo>
                  <a:pt x="38612" y="10347"/>
                </a:moveTo>
                <a:lnTo>
                  <a:pt x="38612" y="16419"/>
                </a:lnTo>
                <a:lnTo>
                  <a:pt x="32540" y="16419"/>
                </a:lnTo>
                <a:lnTo>
                  <a:pt x="32540" y="10347"/>
                </a:lnTo>
                <a:close/>
                <a:moveTo>
                  <a:pt x="45673" y="10347"/>
                </a:moveTo>
                <a:lnTo>
                  <a:pt x="45673" y="16419"/>
                </a:lnTo>
                <a:lnTo>
                  <a:pt x="39601" y="16419"/>
                </a:lnTo>
                <a:lnTo>
                  <a:pt x="39601" y="10347"/>
                </a:lnTo>
                <a:close/>
                <a:moveTo>
                  <a:pt x="52721" y="10347"/>
                </a:moveTo>
                <a:lnTo>
                  <a:pt x="52721" y="16419"/>
                </a:lnTo>
                <a:lnTo>
                  <a:pt x="46649" y="16419"/>
                </a:lnTo>
                <a:lnTo>
                  <a:pt x="46649" y="10347"/>
                </a:lnTo>
                <a:close/>
                <a:moveTo>
                  <a:pt x="59782" y="10347"/>
                </a:moveTo>
                <a:lnTo>
                  <a:pt x="59782" y="16419"/>
                </a:lnTo>
                <a:lnTo>
                  <a:pt x="53709" y="16419"/>
                </a:lnTo>
                <a:lnTo>
                  <a:pt x="53709" y="10347"/>
                </a:lnTo>
                <a:close/>
                <a:moveTo>
                  <a:pt x="66842" y="10347"/>
                </a:moveTo>
                <a:lnTo>
                  <a:pt x="66842" y="16419"/>
                </a:lnTo>
                <a:lnTo>
                  <a:pt x="60758" y="16419"/>
                </a:lnTo>
                <a:lnTo>
                  <a:pt x="60758" y="10347"/>
                </a:lnTo>
                <a:close/>
                <a:moveTo>
                  <a:pt x="73902" y="10347"/>
                </a:moveTo>
                <a:lnTo>
                  <a:pt x="73902" y="16419"/>
                </a:lnTo>
                <a:lnTo>
                  <a:pt x="67818" y="16419"/>
                </a:lnTo>
                <a:lnTo>
                  <a:pt x="67818" y="10347"/>
                </a:lnTo>
                <a:close/>
                <a:moveTo>
                  <a:pt x="80951" y="10347"/>
                </a:moveTo>
                <a:lnTo>
                  <a:pt x="80951" y="16419"/>
                </a:lnTo>
                <a:lnTo>
                  <a:pt x="74879" y="16419"/>
                </a:lnTo>
                <a:lnTo>
                  <a:pt x="74879" y="10347"/>
                </a:lnTo>
                <a:close/>
                <a:moveTo>
                  <a:pt x="88011" y="10347"/>
                </a:moveTo>
                <a:lnTo>
                  <a:pt x="88011" y="16419"/>
                </a:lnTo>
                <a:lnTo>
                  <a:pt x="81927" y="16419"/>
                </a:lnTo>
                <a:lnTo>
                  <a:pt x="81927" y="10347"/>
                </a:lnTo>
                <a:close/>
                <a:moveTo>
                  <a:pt x="95060" y="10347"/>
                </a:moveTo>
                <a:lnTo>
                  <a:pt x="95060" y="16419"/>
                </a:lnTo>
                <a:lnTo>
                  <a:pt x="88988" y="16419"/>
                </a:lnTo>
                <a:lnTo>
                  <a:pt x="88988" y="10347"/>
                </a:lnTo>
                <a:close/>
                <a:moveTo>
                  <a:pt x="102120" y="10347"/>
                </a:moveTo>
                <a:lnTo>
                  <a:pt x="102120" y="16419"/>
                </a:lnTo>
                <a:lnTo>
                  <a:pt x="96036" y="16419"/>
                </a:lnTo>
                <a:lnTo>
                  <a:pt x="96036" y="10347"/>
                </a:lnTo>
                <a:close/>
                <a:moveTo>
                  <a:pt x="109169" y="10347"/>
                </a:moveTo>
                <a:lnTo>
                  <a:pt x="109169" y="16419"/>
                </a:lnTo>
                <a:lnTo>
                  <a:pt x="103097" y="16419"/>
                </a:lnTo>
                <a:lnTo>
                  <a:pt x="103097" y="10347"/>
                </a:lnTo>
                <a:close/>
                <a:moveTo>
                  <a:pt x="116229" y="10347"/>
                </a:moveTo>
                <a:lnTo>
                  <a:pt x="116229" y="16419"/>
                </a:lnTo>
                <a:lnTo>
                  <a:pt x="110157" y="16419"/>
                </a:lnTo>
                <a:lnTo>
                  <a:pt x="110157" y="10347"/>
                </a:lnTo>
                <a:close/>
                <a:moveTo>
                  <a:pt x="123278" y="10347"/>
                </a:moveTo>
                <a:lnTo>
                  <a:pt x="123278" y="16419"/>
                </a:lnTo>
                <a:lnTo>
                  <a:pt x="117205" y="16419"/>
                </a:lnTo>
                <a:lnTo>
                  <a:pt x="117205" y="10347"/>
                </a:lnTo>
                <a:close/>
                <a:moveTo>
                  <a:pt x="130338" y="10347"/>
                </a:moveTo>
                <a:lnTo>
                  <a:pt x="130338" y="16419"/>
                </a:lnTo>
                <a:lnTo>
                  <a:pt x="124254" y="16419"/>
                </a:lnTo>
                <a:lnTo>
                  <a:pt x="124254" y="10347"/>
                </a:lnTo>
                <a:close/>
                <a:moveTo>
                  <a:pt x="137387" y="10347"/>
                </a:moveTo>
                <a:lnTo>
                  <a:pt x="137387" y="16419"/>
                </a:lnTo>
                <a:lnTo>
                  <a:pt x="131314" y="16419"/>
                </a:lnTo>
                <a:lnTo>
                  <a:pt x="131314" y="10347"/>
                </a:lnTo>
                <a:close/>
                <a:moveTo>
                  <a:pt x="144447" y="10347"/>
                </a:moveTo>
                <a:lnTo>
                  <a:pt x="144447" y="16419"/>
                </a:lnTo>
                <a:lnTo>
                  <a:pt x="138375" y="16419"/>
                </a:lnTo>
                <a:lnTo>
                  <a:pt x="138375" y="10347"/>
                </a:lnTo>
                <a:close/>
                <a:moveTo>
                  <a:pt x="151495" y="10347"/>
                </a:moveTo>
                <a:lnTo>
                  <a:pt x="151495" y="16419"/>
                </a:lnTo>
                <a:lnTo>
                  <a:pt x="145423" y="16419"/>
                </a:lnTo>
                <a:lnTo>
                  <a:pt x="145423" y="10347"/>
                </a:lnTo>
                <a:close/>
                <a:moveTo>
                  <a:pt x="158556" y="10347"/>
                </a:moveTo>
                <a:lnTo>
                  <a:pt x="158556" y="16419"/>
                </a:lnTo>
                <a:lnTo>
                  <a:pt x="152484" y="16419"/>
                </a:lnTo>
                <a:lnTo>
                  <a:pt x="152484" y="10347"/>
                </a:lnTo>
                <a:close/>
                <a:moveTo>
                  <a:pt x="165604" y="10347"/>
                </a:moveTo>
                <a:lnTo>
                  <a:pt x="165604" y="16419"/>
                </a:lnTo>
                <a:lnTo>
                  <a:pt x="159532" y="16419"/>
                </a:lnTo>
                <a:lnTo>
                  <a:pt x="159532" y="10347"/>
                </a:lnTo>
                <a:close/>
                <a:moveTo>
                  <a:pt x="172665" y="10347"/>
                </a:moveTo>
                <a:lnTo>
                  <a:pt x="172665" y="16419"/>
                </a:lnTo>
                <a:lnTo>
                  <a:pt x="166581" y="16419"/>
                </a:lnTo>
                <a:lnTo>
                  <a:pt x="166581" y="10347"/>
                </a:lnTo>
                <a:close/>
                <a:moveTo>
                  <a:pt x="179713" y="10347"/>
                </a:moveTo>
                <a:lnTo>
                  <a:pt x="179713" y="16419"/>
                </a:lnTo>
                <a:lnTo>
                  <a:pt x="173641" y="16419"/>
                </a:lnTo>
                <a:lnTo>
                  <a:pt x="173641" y="10347"/>
                </a:lnTo>
                <a:close/>
                <a:moveTo>
                  <a:pt x="186774" y="10347"/>
                </a:moveTo>
                <a:lnTo>
                  <a:pt x="186774" y="16419"/>
                </a:lnTo>
                <a:lnTo>
                  <a:pt x="180702" y="16419"/>
                </a:lnTo>
                <a:lnTo>
                  <a:pt x="180702" y="10347"/>
                </a:lnTo>
                <a:close/>
                <a:moveTo>
                  <a:pt x="193822" y="10347"/>
                </a:moveTo>
                <a:lnTo>
                  <a:pt x="193822" y="16419"/>
                </a:lnTo>
                <a:lnTo>
                  <a:pt x="187750" y="16419"/>
                </a:lnTo>
                <a:lnTo>
                  <a:pt x="187750" y="10347"/>
                </a:lnTo>
                <a:close/>
                <a:moveTo>
                  <a:pt x="200883" y="10347"/>
                </a:moveTo>
                <a:lnTo>
                  <a:pt x="200883" y="16419"/>
                </a:lnTo>
                <a:lnTo>
                  <a:pt x="194810" y="16419"/>
                </a:lnTo>
                <a:lnTo>
                  <a:pt x="194810" y="10347"/>
                </a:lnTo>
                <a:close/>
                <a:moveTo>
                  <a:pt x="207931" y="10347"/>
                </a:moveTo>
                <a:lnTo>
                  <a:pt x="207931" y="16419"/>
                </a:lnTo>
                <a:lnTo>
                  <a:pt x="201859" y="16419"/>
                </a:lnTo>
                <a:lnTo>
                  <a:pt x="201859" y="10347"/>
                </a:lnTo>
                <a:close/>
                <a:moveTo>
                  <a:pt x="214992" y="10347"/>
                </a:moveTo>
                <a:lnTo>
                  <a:pt x="214992" y="16419"/>
                </a:lnTo>
                <a:lnTo>
                  <a:pt x="208919" y="16419"/>
                </a:lnTo>
                <a:lnTo>
                  <a:pt x="208919" y="10347"/>
                </a:lnTo>
                <a:close/>
                <a:moveTo>
                  <a:pt x="222052" y="10347"/>
                </a:moveTo>
                <a:lnTo>
                  <a:pt x="222052" y="16419"/>
                </a:lnTo>
                <a:lnTo>
                  <a:pt x="215968" y="16419"/>
                </a:lnTo>
                <a:lnTo>
                  <a:pt x="215968" y="10347"/>
                </a:lnTo>
                <a:close/>
                <a:moveTo>
                  <a:pt x="229100" y="10347"/>
                </a:moveTo>
                <a:lnTo>
                  <a:pt x="229100" y="16419"/>
                </a:lnTo>
                <a:lnTo>
                  <a:pt x="223028" y="16419"/>
                </a:lnTo>
                <a:lnTo>
                  <a:pt x="223028" y="10347"/>
                </a:lnTo>
                <a:close/>
                <a:moveTo>
                  <a:pt x="236161" y="10347"/>
                </a:moveTo>
                <a:lnTo>
                  <a:pt x="236161" y="16419"/>
                </a:lnTo>
                <a:lnTo>
                  <a:pt x="230077" y="16419"/>
                </a:lnTo>
                <a:lnTo>
                  <a:pt x="230077" y="10347"/>
                </a:lnTo>
                <a:close/>
                <a:moveTo>
                  <a:pt x="243209" y="10347"/>
                </a:moveTo>
                <a:lnTo>
                  <a:pt x="243209" y="16419"/>
                </a:lnTo>
                <a:lnTo>
                  <a:pt x="237137" y="16419"/>
                </a:lnTo>
                <a:lnTo>
                  <a:pt x="237137" y="10347"/>
                </a:lnTo>
                <a:close/>
                <a:moveTo>
                  <a:pt x="250270" y="10347"/>
                </a:moveTo>
                <a:lnTo>
                  <a:pt x="250270" y="16419"/>
                </a:lnTo>
                <a:lnTo>
                  <a:pt x="244198" y="16419"/>
                </a:lnTo>
                <a:lnTo>
                  <a:pt x="244198" y="10347"/>
                </a:lnTo>
                <a:close/>
                <a:moveTo>
                  <a:pt x="257318" y="10347"/>
                </a:moveTo>
                <a:lnTo>
                  <a:pt x="257318" y="16419"/>
                </a:lnTo>
                <a:lnTo>
                  <a:pt x="251246" y="16419"/>
                </a:lnTo>
                <a:lnTo>
                  <a:pt x="251246" y="10347"/>
                </a:lnTo>
                <a:close/>
                <a:moveTo>
                  <a:pt x="264379" y="10347"/>
                </a:moveTo>
                <a:lnTo>
                  <a:pt x="264379" y="16419"/>
                </a:lnTo>
                <a:lnTo>
                  <a:pt x="258306" y="16419"/>
                </a:lnTo>
                <a:lnTo>
                  <a:pt x="258306" y="10347"/>
                </a:lnTo>
                <a:close/>
                <a:moveTo>
                  <a:pt x="271427" y="10347"/>
                </a:moveTo>
                <a:lnTo>
                  <a:pt x="271427" y="16419"/>
                </a:lnTo>
                <a:lnTo>
                  <a:pt x="265355" y="16419"/>
                </a:lnTo>
                <a:lnTo>
                  <a:pt x="265355" y="10347"/>
                </a:lnTo>
                <a:close/>
                <a:moveTo>
                  <a:pt x="278488" y="10347"/>
                </a:moveTo>
                <a:lnTo>
                  <a:pt x="278488" y="16419"/>
                </a:lnTo>
                <a:lnTo>
                  <a:pt x="272415" y="16419"/>
                </a:lnTo>
                <a:lnTo>
                  <a:pt x="272415" y="10347"/>
                </a:lnTo>
                <a:close/>
                <a:moveTo>
                  <a:pt x="17443" y="17408"/>
                </a:moveTo>
                <a:lnTo>
                  <a:pt x="17443" y="23480"/>
                </a:lnTo>
                <a:lnTo>
                  <a:pt x="11371" y="23480"/>
                </a:lnTo>
                <a:lnTo>
                  <a:pt x="11371" y="17408"/>
                </a:lnTo>
                <a:close/>
                <a:moveTo>
                  <a:pt x="24503" y="17408"/>
                </a:moveTo>
                <a:lnTo>
                  <a:pt x="24503" y="23480"/>
                </a:lnTo>
                <a:lnTo>
                  <a:pt x="18431" y="23480"/>
                </a:lnTo>
                <a:lnTo>
                  <a:pt x="18431" y="17408"/>
                </a:lnTo>
                <a:close/>
                <a:moveTo>
                  <a:pt x="31564" y="17408"/>
                </a:moveTo>
                <a:lnTo>
                  <a:pt x="31564" y="23480"/>
                </a:lnTo>
                <a:lnTo>
                  <a:pt x="25492" y="23480"/>
                </a:lnTo>
                <a:lnTo>
                  <a:pt x="25492" y="17408"/>
                </a:lnTo>
                <a:close/>
                <a:moveTo>
                  <a:pt x="38612" y="17408"/>
                </a:moveTo>
                <a:lnTo>
                  <a:pt x="38612" y="23480"/>
                </a:lnTo>
                <a:lnTo>
                  <a:pt x="32540" y="23480"/>
                </a:lnTo>
                <a:lnTo>
                  <a:pt x="32540" y="17408"/>
                </a:lnTo>
                <a:close/>
                <a:moveTo>
                  <a:pt x="45673" y="17408"/>
                </a:moveTo>
                <a:lnTo>
                  <a:pt x="45673" y="23480"/>
                </a:lnTo>
                <a:lnTo>
                  <a:pt x="39601" y="23480"/>
                </a:lnTo>
                <a:lnTo>
                  <a:pt x="39601" y="17408"/>
                </a:lnTo>
                <a:close/>
                <a:moveTo>
                  <a:pt x="52721" y="17408"/>
                </a:moveTo>
                <a:lnTo>
                  <a:pt x="52721" y="23480"/>
                </a:lnTo>
                <a:lnTo>
                  <a:pt x="46649" y="23480"/>
                </a:lnTo>
                <a:lnTo>
                  <a:pt x="46649" y="17408"/>
                </a:lnTo>
                <a:close/>
                <a:moveTo>
                  <a:pt x="59782" y="17408"/>
                </a:moveTo>
                <a:lnTo>
                  <a:pt x="59782" y="23480"/>
                </a:lnTo>
                <a:lnTo>
                  <a:pt x="53709" y="23480"/>
                </a:lnTo>
                <a:lnTo>
                  <a:pt x="53709" y="17408"/>
                </a:lnTo>
                <a:close/>
                <a:moveTo>
                  <a:pt x="66842" y="17408"/>
                </a:moveTo>
                <a:lnTo>
                  <a:pt x="66842" y="23480"/>
                </a:lnTo>
                <a:lnTo>
                  <a:pt x="60758" y="23480"/>
                </a:lnTo>
                <a:lnTo>
                  <a:pt x="60758" y="17408"/>
                </a:lnTo>
                <a:close/>
                <a:moveTo>
                  <a:pt x="73902" y="17408"/>
                </a:moveTo>
                <a:lnTo>
                  <a:pt x="73902" y="23480"/>
                </a:lnTo>
                <a:lnTo>
                  <a:pt x="67818" y="23480"/>
                </a:lnTo>
                <a:lnTo>
                  <a:pt x="67818" y="17408"/>
                </a:lnTo>
                <a:close/>
                <a:moveTo>
                  <a:pt x="80951" y="17408"/>
                </a:moveTo>
                <a:lnTo>
                  <a:pt x="80951" y="23480"/>
                </a:lnTo>
                <a:lnTo>
                  <a:pt x="74879" y="23480"/>
                </a:lnTo>
                <a:lnTo>
                  <a:pt x="74879" y="17408"/>
                </a:lnTo>
                <a:close/>
                <a:moveTo>
                  <a:pt x="88011" y="17408"/>
                </a:moveTo>
                <a:lnTo>
                  <a:pt x="88011" y="23480"/>
                </a:lnTo>
                <a:lnTo>
                  <a:pt x="81927" y="23480"/>
                </a:lnTo>
                <a:lnTo>
                  <a:pt x="81927" y="17408"/>
                </a:lnTo>
                <a:close/>
                <a:moveTo>
                  <a:pt x="95060" y="17408"/>
                </a:moveTo>
                <a:lnTo>
                  <a:pt x="95060" y="23480"/>
                </a:lnTo>
                <a:lnTo>
                  <a:pt x="88988" y="23480"/>
                </a:lnTo>
                <a:lnTo>
                  <a:pt x="88988" y="17408"/>
                </a:lnTo>
                <a:close/>
                <a:moveTo>
                  <a:pt x="102120" y="17408"/>
                </a:moveTo>
                <a:lnTo>
                  <a:pt x="102120" y="23480"/>
                </a:lnTo>
                <a:lnTo>
                  <a:pt x="96036" y="23480"/>
                </a:lnTo>
                <a:lnTo>
                  <a:pt x="96036" y="17408"/>
                </a:lnTo>
                <a:close/>
                <a:moveTo>
                  <a:pt x="109169" y="17408"/>
                </a:moveTo>
                <a:lnTo>
                  <a:pt x="109169" y="23480"/>
                </a:lnTo>
                <a:lnTo>
                  <a:pt x="103097" y="23480"/>
                </a:lnTo>
                <a:lnTo>
                  <a:pt x="103097" y="17408"/>
                </a:lnTo>
                <a:close/>
                <a:moveTo>
                  <a:pt x="116229" y="17408"/>
                </a:moveTo>
                <a:lnTo>
                  <a:pt x="116229" y="23480"/>
                </a:lnTo>
                <a:lnTo>
                  <a:pt x="110157" y="23480"/>
                </a:lnTo>
                <a:lnTo>
                  <a:pt x="110157" y="17408"/>
                </a:lnTo>
                <a:close/>
                <a:moveTo>
                  <a:pt x="123278" y="17408"/>
                </a:moveTo>
                <a:lnTo>
                  <a:pt x="123278" y="23480"/>
                </a:lnTo>
                <a:lnTo>
                  <a:pt x="117205" y="23480"/>
                </a:lnTo>
                <a:lnTo>
                  <a:pt x="117205" y="17408"/>
                </a:lnTo>
                <a:close/>
                <a:moveTo>
                  <a:pt x="130338" y="17408"/>
                </a:moveTo>
                <a:lnTo>
                  <a:pt x="130338" y="23480"/>
                </a:lnTo>
                <a:lnTo>
                  <a:pt x="124254" y="23480"/>
                </a:lnTo>
                <a:lnTo>
                  <a:pt x="124254" y="17408"/>
                </a:lnTo>
                <a:close/>
                <a:moveTo>
                  <a:pt x="137387" y="17408"/>
                </a:moveTo>
                <a:lnTo>
                  <a:pt x="137387" y="23480"/>
                </a:lnTo>
                <a:lnTo>
                  <a:pt x="131314" y="23480"/>
                </a:lnTo>
                <a:lnTo>
                  <a:pt x="131314" y="17408"/>
                </a:lnTo>
                <a:close/>
                <a:moveTo>
                  <a:pt x="144447" y="17408"/>
                </a:moveTo>
                <a:lnTo>
                  <a:pt x="144447" y="23480"/>
                </a:lnTo>
                <a:lnTo>
                  <a:pt x="138375" y="23480"/>
                </a:lnTo>
                <a:lnTo>
                  <a:pt x="138375" y="17408"/>
                </a:lnTo>
                <a:close/>
                <a:moveTo>
                  <a:pt x="151495" y="17408"/>
                </a:moveTo>
                <a:lnTo>
                  <a:pt x="151495" y="23480"/>
                </a:lnTo>
                <a:lnTo>
                  <a:pt x="145423" y="23480"/>
                </a:lnTo>
                <a:lnTo>
                  <a:pt x="145423" y="17408"/>
                </a:lnTo>
                <a:close/>
                <a:moveTo>
                  <a:pt x="158556" y="17408"/>
                </a:moveTo>
                <a:lnTo>
                  <a:pt x="158556" y="23480"/>
                </a:lnTo>
                <a:lnTo>
                  <a:pt x="152484" y="23480"/>
                </a:lnTo>
                <a:lnTo>
                  <a:pt x="152484" y="17408"/>
                </a:lnTo>
                <a:close/>
                <a:moveTo>
                  <a:pt x="165604" y="17408"/>
                </a:moveTo>
                <a:lnTo>
                  <a:pt x="165604" y="23480"/>
                </a:lnTo>
                <a:lnTo>
                  <a:pt x="159532" y="23480"/>
                </a:lnTo>
                <a:lnTo>
                  <a:pt x="159532" y="17408"/>
                </a:lnTo>
                <a:close/>
                <a:moveTo>
                  <a:pt x="172665" y="17408"/>
                </a:moveTo>
                <a:lnTo>
                  <a:pt x="172665" y="23480"/>
                </a:lnTo>
                <a:lnTo>
                  <a:pt x="166581" y="23480"/>
                </a:lnTo>
                <a:lnTo>
                  <a:pt x="166581" y="17408"/>
                </a:lnTo>
                <a:close/>
                <a:moveTo>
                  <a:pt x="179713" y="17408"/>
                </a:moveTo>
                <a:lnTo>
                  <a:pt x="179713" y="23480"/>
                </a:lnTo>
                <a:lnTo>
                  <a:pt x="173641" y="23480"/>
                </a:lnTo>
                <a:lnTo>
                  <a:pt x="173641" y="17408"/>
                </a:lnTo>
                <a:close/>
                <a:moveTo>
                  <a:pt x="186774" y="17408"/>
                </a:moveTo>
                <a:lnTo>
                  <a:pt x="186774" y="23480"/>
                </a:lnTo>
                <a:lnTo>
                  <a:pt x="180702" y="23480"/>
                </a:lnTo>
                <a:lnTo>
                  <a:pt x="180702" y="17408"/>
                </a:lnTo>
                <a:close/>
                <a:moveTo>
                  <a:pt x="193822" y="17408"/>
                </a:moveTo>
                <a:lnTo>
                  <a:pt x="193822" y="23480"/>
                </a:lnTo>
                <a:lnTo>
                  <a:pt x="187750" y="23480"/>
                </a:lnTo>
                <a:lnTo>
                  <a:pt x="187750" y="17408"/>
                </a:lnTo>
                <a:close/>
                <a:moveTo>
                  <a:pt x="200883" y="17408"/>
                </a:moveTo>
                <a:lnTo>
                  <a:pt x="200883" y="23480"/>
                </a:lnTo>
                <a:lnTo>
                  <a:pt x="194810" y="23480"/>
                </a:lnTo>
                <a:lnTo>
                  <a:pt x="194810" y="17408"/>
                </a:lnTo>
                <a:close/>
                <a:moveTo>
                  <a:pt x="207931" y="17408"/>
                </a:moveTo>
                <a:lnTo>
                  <a:pt x="207931" y="23480"/>
                </a:lnTo>
                <a:lnTo>
                  <a:pt x="201859" y="23480"/>
                </a:lnTo>
                <a:lnTo>
                  <a:pt x="201859" y="17408"/>
                </a:lnTo>
                <a:close/>
                <a:moveTo>
                  <a:pt x="214992" y="17408"/>
                </a:moveTo>
                <a:lnTo>
                  <a:pt x="214992" y="23480"/>
                </a:lnTo>
                <a:lnTo>
                  <a:pt x="208919" y="23480"/>
                </a:lnTo>
                <a:lnTo>
                  <a:pt x="208919" y="17408"/>
                </a:lnTo>
                <a:close/>
                <a:moveTo>
                  <a:pt x="222052" y="17408"/>
                </a:moveTo>
                <a:lnTo>
                  <a:pt x="222052" y="23480"/>
                </a:lnTo>
                <a:lnTo>
                  <a:pt x="215968" y="23480"/>
                </a:lnTo>
                <a:lnTo>
                  <a:pt x="215968" y="17408"/>
                </a:lnTo>
                <a:close/>
                <a:moveTo>
                  <a:pt x="229100" y="17408"/>
                </a:moveTo>
                <a:lnTo>
                  <a:pt x="229100" y="23480"/>
                </a:lnTo>
                <a:lnTo>
                  <a:pt x="223028" y="23480"/>
                </a:lnTo>
                <a:lnTo>
                  <a:pt x="223028" y="17408"/>
                </a:lnTo>
                <a:close/>
                <a:moveTo>
                  <a:pt x="236161" y="17408"/>
                </a:moveTo>
                <a:lnTo>
                  <a:pt x="236161" y="23480"/>
                </a:lnTo>
                <a:lnTo>
                  <a:pt x="230077" y="23480"/>
                </a:lnTo>
                <a:lnTo>
                  <a:pt x="230077" y="17408"/>
                </a:lnTo>
                <a:close/>
                <a:moveTo>
                  <a:pt x="243209" y="17408"/>
                </a:moveTo>
                <a:lnTo>
                  <a:pt x="243209" y="23480"/>
                </a:lnTo>
                <a:lnTo>
                  <a:pt x="237137" y="23480"/>
                </a:lnTo>
                <a:lnTo>
                  <a:pt x="237137" y="17408"/>
                </a:lnTo>
                <a:close/>
                <a:moveTo>
                  <a:pt x="250270" y="17408"/>
                </a:moveTo>
                <a:lnTo>
                  <a:pt x="250270" y="23480"/>
                </a:lnTo>
                <a:lnTo>
                  <a:pt x="244198" y="23480"/>
                </a:lnTo>
                <a:lnTo>
                  <a:pt x="244198" y="17408"/>
                </a:lnTo>
                <a:close/>
                <a:moveTo>
                  <a:pt x="257318" y="17408"/>
                </a:moveTo>
                <a:lnTo>
                  <a:pt x="257318" y="23480"/>
                </a:lnTo>
                <a:lnTo>
                  <a:pt x="251246" y="23480"/>
                </a:lnTo>
                <a:lnTo>
                  <a:pt x="251246" y="17408"/>
                </a:lnTo>
                <a:close/>
                <a:moveTo>
                  <a:pt x="264379" y="17408"/>
                </a:moveTo>
                <a:lnTo>
                  <a:pt x="264379" y="23480"/>
                </a:lnTo>
                <a:lnTo>
                  <a:pt x="258306" y="23480"/>
                </a:lnTo>
                <a:lnTo>
                  <a:pt x="258306" y="17408"/>
                </a:lnTo>
                <a:close/>
                <a:moveTo>
                  <a:pt x="271427" y="17408"/>
                </a:moveTo>
                <a:lnTo>
                  <a:pt x="271427" y="23480"/>
                </a:lnTo>
                <a:lnTo>
                  <a:pt x="265355" y="23480"/>
                </a:lnTo>
                <a:lnTo>
                  <a:pt x="265355" y="17408"/>
                </a:lnTo>
                <a:close/>
                <a:moveTo>
                  <a:pt x="278488" y="17408"/>
                </a:moveTo>
                <a:lnTo>
                  <a:pt x="278488" y="23480"/>
                </a:lnTo>
                <a:lnTo>
                  <a:pt x="272415" y="23480"/>
                </a:lnTo>
                <a:lnTo>
                  <a:pt x="272415" y="17408"/>
                </a:lnTo>
                <a:close/>
                <a:moveTo>
                  <a:pt x="17443" y="24456"/>
                </a:moveTo>
                <a:lnTo>
                  <a:pt x="17443" y="30528"/>
                </a:lnTo>
                <a:lnTo>
                  <a:pt x="11371" y="30528"/>
                </a:lnTo>
                <a:lnTo>
                  <a:pt x="11371" y="24456"/>
                </a:lnTo>
                <a:close/>
                <a:moveTo>
                  <a:pt x="24503" y="24456"/>
                </a:moveTo>
                <a:lnTo>
                  <a:pt x="24503" y="30528"/>
                </a:lnTo>
                <a:lnTo>
                  <a:pt x="18431" y="30528"/>
                </a:lnTo>
                <a:lnTo>
                  <a:pt x="18431" y="24456"/>
                </a:lnTo>
                <a:close/>
                <a:moveTo>
                  <a:pt x="31564" y="24456"/>
                </a:moveTo>
                <a:lnTo>
                  <a:pt x="31564" y="30528"/>
                </a:lnTo>
                <a:lnTo>
                  <a:pt x="25492" y="30528"/>
                </a:lnTo>
                <a:lnTo>
                  <a:pt x="25492" y="24456"/>
                </a:lnTo>
                <a:close/>
                <a:moveTo>
                  <a:pt x="38612" y="24456"/>
                </a:moveTo>
                <a:lnTo>
                  <a:pt x="38612" y="30528"/>
                </a:lnTo>
                <a:lnTo>
                  <a:pt x="32540" y="30528"/>
                </a:lnTo>
                <a:lnTo>
                  <a:pt x="32540" y="24456"/>
                </a:lnTo>
                <a:close/>
                <a:moveTo>
                  <a:pt x="45673" y="24456"/>
                </a:moveTo>
                <a:lnTo>
                  <a:pt x="45673" y="30528"/>
                </a:lnTo>
                <a:lnTo>
                  <a:pt x="39601" y="30528"/>
                </a:lnTo>
                <a:lnTo>
                  <a:pt x="39601" y="24456"/>
                </a:lnTo>
                <a:close/>
                <a:moveTo>
                  <a:pt x="52721" y="24456"/>
                </a:moveTo>
                <a:lnTo>
                  <a:pt x="52721" y="30528"/>
                </a:lnTo>
                <a:lnTo>
                  <a:pt x="46649" y="30528"/>
                </a:lnTo>
                <a:lnTo>
                  <a:pt x="46649" y="24456"/>
                </a:lnTo>
                <a:close/>
                <a:moveTo>
                  <a:pt x="59782" y="24456"/>
                </a:moveTo>
                <a:lnTo>
                  <a:pt x="59782" y="30528"/>
                </a:lnTo>
                <a:lnTo>
                  <a:pt x="53709" y="30528"/>
                </a:lnTo>
                <a:lnTo>
                  <a:pt x="53709" y="24456"/>
                </a:lnTo>
                <a:close/>
                <a:moveTo>
                  <a:pt x="88011" y="24456"/>
                </a:moveTo>
                <a:lnTo>
                  <a:pt x="88011" y="30528"/>
                </a:lnTo>
                <a:lnTo>
                  <a:pt x="81927" y="30528"/>
                </a:lnTo>
                <a:lnTo>
                  <a:pt x="81927" y="24456"/>
                </a:lnTo>
                <a:close/>
                <a:moveTo>
                  <a:pt x="95060" y="24456"/>
                </a:moveTo>
                <a:lnTo>
                  <a:pt x="95060" y="30528"/>
                </a:lnTo>
                <a:lnTo>
                  <a:pt x="88988" y="30528"/>
                </a:lnTo>
                <a:lnTo>
                  <a:pt x="88988" y="24456"/>
                </a:lnTo>
                <a:close/>
                <a:moveTo>
                  <a:pt x="123278" y="24456"/>
                </a:moveTo>
                <a:lnTo>
                  <a:pt x="123278" y="30528"/>
                </a:lnTo>
                <a:lnTo>
                  <a:pt x="117205" y="30528"/>
                </a:lnTo>
                <a:lnTo>
                  <a:pt x="117205" y="24456"/>
                </a:lnTo>
                <a:close/>
                <a:moveTo>
                  <a:pt x="130338" y="24456"/>
                </a:moveTo>
                <a:lnTo>
                  <a:pt x="130338" y="30528"/>
                </a:lnTo>
                <a:lnTo>
                  <a:pt x="124254" y="30528"/>
                </a:lnTo>
                <a:lnTo>
                  <a:pt x="124254" y="24456"/>
                </a:lnTo>
                <a:close/>
                <a:moveTo>
                  <a:pt x="144447" y="24456"/>
                </a:moveTo>
                <a:lnTo>
                  <a:pt x="144447" y="30528"/>
                </a:lnTo>
                <a:lnTo>
                  <a:pt x="138375" y="30528"/>
                </a:lnTo>
                <a:lnTo>
                  <a:pt x="138375" y="24456"/>
                </a:lnTo>
                <a:close/>
                <a:moveTo>
                  <a:pt x="151495" y="24456"/>
                </a:moveTo>
                <a:lnTo>
                  <a:pt x="151495" y="30528"/>
                </a:lnTo>
                <a:lnTo>
                  <a:pt x="145423" y="30528"/>
                </a:lnTo>
                <a:lnTo>
                  <a:pt x="145423" y="24456"/>
                </a:lnTo>
                <a:close/>
                <a:moveTo>
                  <a:pt x="158556" y="24456"/>
                </a:moveTo>
                <a:lnTo>
                  <a:pt x="158556" y="30528"/>
                </a:lnTo>
                <a:lnTo>
                  <a:pt x="152484" y="30528"/>
                </a:lnTo>
                <a:lnTo>
                  <a:pt x="152484" y="24456"/>
                </a:lnTo>
                <a:close/>
                <a:moveTo>
                  <a:pt x="165604" y="24456"/>
                </a:moveTo>
                <a:lnTo>
                  <a:pt x="165604" y="30528"/>
                </a:lnTo>
                <a:lnTo>
                  <a:pt x="159532" y="30528"/>
                </a:lnTo>
                <a:lnTo>
                  <a:pt x="159532" y="24456"/>
                </a:lnTo>
                <a:close/>
                <a:moveTo>
                  <a:pt x="172665" y="24456"/>
                </a:moveTo>
                <a:lnTo>
                  <a:pt x="172665" y="30528"/>
                </a:lnTo>
                <a:lnTo>
                  <a:pt x="166581" y="30528"/>
                </a:lnTo>
                <a:lnTo>
                  <a:pt x="166581" y="24456"/>
                </a:lnTo>
                <a:close/>
                <a:moveTo>
                  <a:pt x="179713" y="24456"/>
                </a:moveTo>
                <a:lnTo>
                  <a:pt x="179713" y="30528"/>
                </a:lnTo>
                <a:lnTo>
                  <a:pt x="173641" y="30528"/>
                </a:lnTo>
                <a:lnTo>
                  <a:pt x="173641" y="24456"/>
                </a:lnTo>
                <a:close/>
                <a:moveTo>
                  <a:pt x="186774" y="24456"/>
                </a:moveTo>
                <a:lnTo>
                  <a:pt x="186774" y="30528"/>
                </a:lnTo>
                <a:lnTo>
                  <a:pt x="180702" y="30528"/>
                </a:lnTo>
                <a:lnTo>
                  <a:pt x="180702" y="24456"/>
                </a:lnTo>
                <a:close/>
                <a:moveTo>
                  <a:pt x="193822" y="24456"/>
                </a:moveTo>
                <a:lnTo>
                  <a:pt x="193822" y="30528"/>
                </a:lnTo>
                <a:lnTo>
                  <a:pt x="187750" y="30528"/>
                </a:lnTo>
                <a:lnTo>
                  <a:pt x="187750" y="24456"/>
                </a:lnTo>
                <a:close/>
                <a:moveTo>
                  <a:pt x="200883" y="24456"/>
                </a:moveTo>
                <a:lnTo>
                  <a:pt x="200883" y="30528"/>
                </a:lnTo>
                <a:lnTo>
                  <a:pt x="194810" y="30528"/>
                </a:lnTo>
                <a:lnTo>
                  <a:pt x="194810" y="24456"/>
                </a:lnTo>
                <a:close/>
                <a:moveTo>
                  <a:pt x="207931" y="24456"/>
                </a:moveTo>
                <a:lnTo>
                  <a:pt x="207931" y="30528"/>
                </a:lnTo>
                <a:lnTo>
                  <a:pt x="201859" y="30528"/>
                </a:lnTo>
                <a:lnTo>
                  <a:pt x="201859" y="24456"/>
                </a:lnTo>
                <a:close/>
                <a:moveTo>
                  <a:pt x="214992" y="24456"/>
                </a:moveTo>
                <a:lnTo>
                  <a:pt x="214992" y="30528"/>
                </a:lnTo>
                <a:lnTo>
                  <a:pt x="208919" y="30528"/>
                </a:lnTo>
                <a:lnTo>
                  <a:pt x="208919" y="24456"/>
                </a:lnTo>
                <a:close/>
                <a:moveTo>
                  <a:pt x="222052" y="24456"/>
                </a:moveTo>
                <a:lnTo>
                  <a:pt x="222052" y="30528"/>
                </a:lnTo>
                <a:lnTo>
                  <a:pt x="215968" y="30528"/>
                </a:lnTo>
                <a:lnTo>
                  <a:pt x="215968" y="24456"/>
                </a:lnTo>
                <a:close/>
                <a:moveTo>
                  <a:pt x="229100" y="24456"/>
                </a:moveTo>
                <a:lnTo>
                  <a:pt x="229100" y="30528"/>
                </a:lnTo>
                <a:lnTo>
                  <a:pt x="223028" y="30528"/>
                </a:lnTo>
                <a:lnTo>
                  <a:pt x="223028" y="24456"/>
                </a:lnTo>
                <a:close/>
                <a:moveTo>
                  <a:pt x="236161" y="24456"/>
                </a:moveTo>
                <a:lnTo>
                  <a:pt x="236161" y="30528"/>
                </a:lnTo>
                <a:lnTo>
                  <a:pt x="230077" y="30528"/>
                </a:lnTo>
                <a:lnTo>
                  <a:pt x="230077" y="24456"/>
                </a:lnTo>
                <a:close/>
                <a:moveTo>
                  <a:pt x="243209" y="24456"/>
                </a:moveTo>
                <a:lnTo>
                  <a:pt x="243209" y="30528"/>
                </a:lnTo>
                <a:lnTo>
                  <a:pt x="237137" y="30528"/>
                </a:lnTo>
                <a:lnTo>
                  <a:pt x="237137" y="24456"/>
                </a:lnTo>
                <a:close/>
                <a:moveTo>
                  <a:pt x="250270" y="24456"/>
                </a:moveTo>
                <a:lnTo>
                  <a:pt x="250270" y="30528"/>
                </a:lnTo>
                <a:lnTo>
                  <a:pt x="244198" y="30528"/>
                </a:lnTo>
                <a:lnTo>
                  <a:pt x="244198" y="24456"/>
                </a:lnTo>
                <a:close/>
                <a:moveTo>
                  <a:pt x="257318" y="24456"/>
                </a:moveTo>
                <a:lnTo>
                  <a:pt x="257318" y="30528"/>
                </a:lnTo>
                <a:lnTo>
                  <a:pt x="251246" y="30528"/>
                </a:lnTo>
                <a:lnTo>
                  <a:pt x="251246" y="24456"/>
                </a:lnTo>
                <a:close/>
                <a:moveTo>
                  <a:pt x="264379" y="24456"/>
                </a:moveTo>
                <a:lnTo>
                  <a:pt x="264379" y="30528"/>
                </a:lnTo>
                <a:lnTo>
                  <a:pt x="258306" y="30528"/>
                </a:lnTo>
                <a:lnTo>
                  <a:pt x="258306" y="24456"/>
                </a:lnTo>
                <a:close/>
                <a:moveTo>
                  <a:pt x="271427" y="24456"/>
                </a:moveTo>
                <a:lnTo>
                  <a:pt x="271427" y="30528"/>
                </a:lnTo>
                <a:lnTo>
                  <a:pt x="265355" y="30528"/>
                </a:lnTo>
                <a:lnTo>
                  <a:pt x="265355" y="24456"/>
                </a:lnTo>
                <a:close/>
                <a:moveTo>
                  <a:pt x="278488" y="24456"/>
                </a:moveTo>
                <a:lnTo>
                  <a:pt x="278488" y="30528"/>
                </a:lnTo>
                <a:lnTo>
                  <a:pt x="272415" y="30528"/>
                </a:lnTo>
                <a:lnTo>
                  <a:pt x="272415" y="24456"/>
                </a:lnTo>
                <a:close/>
                <a:moveTo>
                  <a:pt x="66842" y="24456"/>
                </a:moveTo>
                <a:lnTo>
                  <a:pt x="66842" y="30540"/>
                </a:lnTo>
                <a:lnTo>
                  <a:pt x="60758" y="30540"/>
                </a:lnTo>
                <a:lnTo>
                  <a:pt x="60758" y="24456"/>
                </a:lnTo>
                <a:close/>
                <a:moveTo>
                  <a:pt x="73902" y="24456"/>
                </a:moveTo>
                <a:lnTo>
                  <a:pt x="73902" y="30540"/>
                </a:lnTo>
                <a:lnTo>
                  <a:pt x="67818" y="30540"/>
                </a:lnTo>
                <a:lnTo>
                  <a:pt x="67818" y="24456"/>
                </a:lnTo>
                <a:close/>
                <a:moveTo>
                  <a:pt x="80951" y="24456"/>
                </a:moveTo>
                <a:lnTo>
                  <a:pt x="80951" y="30540"/>
                </a:lnTo>
                <a:lnTo>
                  <a:pt x="74879" y="30540"/>
                </a:lnTo>
                <a:lnTo>
                  <a:pt x="74879" y="24456"/>
                </a:lnTo>
                <a:close/>
                <a:moveTo>
                  <a:pt x="96036" y="24456"/>
                </a:moveTo>
                <a:lnTo>
                  <a:pt x="102120" y="24468"/>
                </a:lnTo>
                <a:lnTo>
                  <a:pt x="102120" y="30540"/>
                </a:lnTo>
                <a:lnTo>
                  <a:pt x="96036" y="30540"/>
                </a:lnTo>
                <a:lnTo>
                  <a:pt x="96036" y="24456"/>
                </a:lnTo>
                <a:close/>
                <a:moveTo>
                  <a:pt x="103097" y="24456"/>
                </a:moveTo>
                <a:lnTo>
                  <a:pt x="109169" y="24468"/>
                </a:lnTo>
                <a:lnTo>
                  <a:pt x="109169" y="30540"/>
                </a:lnTo>
                <a:lnTo>
                  <a:pt x="103097" y="30540"/>
                </a:lnTo>
                <a:lnTo>
                  <a:pt x="103097" y="24456"/>
                </a:lnTo>
                <a:close/>
                <a:moveTo>
                  <a:pt x="110157" y="24456"/>
                </a:moveTo>
                <a:lnTo>
                  <a:pt x="116229" y="24468"/>
                </a:lnTo>
                <a:lnTo>
                  <a:pt x="116229" y="30540"/>
                </a:lnTo>
                <a:lnTo>
                  <a:pt x="110157" y="30540"/>
                </a:lnTo>
                <a:lnTo>
                  <a:pt x="110157" y="24456"/>
                </a:lnTo>
                <a:close/>
                <a:moveTo>
                  <a:pt x="131314" y="24456"/>
                </a:moveTo>
                <a:lnTo>
                  <a:pt x="137387" y="24468"/>
                </a:lnTo>
                <a:lnTo>
                  <a:pt x="137387" y="30540"/>
                </a:lnTo>
                <a:lnTo>
                  <a:pt x="131314" y="30540"/>
                </a:lnTo>
                <a:lnTo>
                  <a:pt x="131314" y="24456"/>
                </a:lnTo>
                <a:close/>
                <a:moveTo>
                  <a:pt x="17443" y="31516"/>
                </a:moveTo>
                <a:lnTo>
                  <a:pt x="17443" y="37589"/>
                </a:lnTo>
                <a:lnTo>
                  <a:pt x="11371" y="37589"/>
                </a:lnTo>
                <a:lnTo>
                  <a:pt x="11371" y="31516"/>
                </a:lnTo>
                <a:close/>
                <a:moveTo>
                  <a:pt x="24503" y="31516"/>
                </a:moveTo>
                <a:lnTo>
                  <a:pt x="24503" y="37589"/>
                </a:lnTo>
                <a:lnTo>
                  <a:pt x="18431" y="37589"/>
                </a:lnTo>
                <a:lnTo>
                  <a:pt x="18431" y="31516"/>
                </a:lnTo>
                <a:close/>
                <a:moveTo>
                  <a:pt x="31564" y="31516"/>
                </a:moveTo>
                <a:lnTo>
                  <a:pt x="31564" y="37589"/>
                </a:lnTo>
                <a:lnTo>
                  <a:pt x="25492" y="37589"/>
                </a:lnTo>
                <a:lnTo>
                  <a:pt x="25492" y="31516"/>
                </a:lnTo>
                <a:close/>
                <a:moveTo>
                  <a:pt x="38612" y="31516"/>
                </a:moveTo>
                <a:lnTo>
                  <a:pt x="38612" y="37589"/>
                </a:lnTo>
                <a:lnTo>
                  <a:pt x="32540" y="37589"/>
                </a:lnTo>
                <a:lnTo>
                  <a:pt x="32540" y="31516"/>
                </a:lnTo>
                <a:close/>
                <a:moveTo>
                  <a:pt x="45673" y="31516"/>
                </a:moveTo>
                <a:lnTo>
                  <a:pt x="45673" y="37589"/>
                </a:lnTo>
                <a:lnTo>
                  <a:pt x="39601" y="37589"/>
                </a:lnTo>
                <a:lnTo>
                  <a:pt x="39601" y="31516"/>
                </a:lnTo>
                <a:close/>
                <a:moveTo>
                  <a:pt x="52721" y="31516"/>
                </a:moveTo>
                <a:lnTo>
                  <a:pt x="52721" y="37589"/>
                </a:lnTo>
                <a:lnTo>
                  <a:pt x="46649" y="37589"/>
                </a:lnTo>
                <a:lnTo>
                  <a:pt x="46649" y="31516"/>
                </a:lnTo>
                <a:close/>
                <a:moveTo>
                  <a:pt x="59782" y="31516"/>
                </a:moveTo>
                <a:lnTo>
                  <a:pt x="59782" y="37589"/>
                </a:lnTo>
                <a:lnTo>
                  <a:pt x="53709" y="37589"/>
                </a:lnTo>
                <a:lnTo>
                  <a:pt x="53709" y="31516"/>
                </a:lnTo>
                <a:close/>
                <a:moveTo>
                  <a:pt x="66842" y="31516"/>
                </a:moveTo>
                <a:lnTo>
                  <a:pt x="66842" y="37589"/>
                </a:lnTo>
                <a:lnTo>
                  <a:pt x="60758" y="37589"/>
                </a:lnTo>
                <a:lnTo>
                  <a:pt x="60758" y="31516"/>
                </a:lnTo>
                <a:close/>
                <a:moveTo>
                  <a:pt x="73902" y="31516"/>
                </a:moveTo>
                <a:lnTo>
                  <a:pt x="73902" y="37589"/>
                </a:lnTo>
                <a:lnTo>
                  <a:pt x="67818" y="37589"/>
                </a:lnTo>
                <a:lnTo>
                  <a:pt x="67818" y="31516"/>
                </a:lnTo>
                <a:close/>
                <a:moveTo>
                  <a:pt x="80951" y="31516"/>
                </a:moveTo>
                <a:lnTo>
                  <a:pt x="80951" y="37589"/>
                </a:lnTo>
                <a:lnTo>
                  <a:pt x="74879" y="37589"/>
                </a:lnTo>
                <a:lnTo>
                  <a:pt x="74879" y="31516"/>
                </a:lnTo>
                <a:close/>
                <a:moveTo>
                  <a:pt x="88011" y="31516"/>
                </a:moveTo>
                <a:lnTo>
                  <a:pt x="88011" y="37589"/>
                </a:lnTo>
                <a:lnTo>
                  <a:pt x="81927" y="37589"/>
                </a:lnTo>
                <a:lnTo>
                  <a:pt x="81927" y="31516"/>
                </a:lnTo>
                <a:close/>
                <a:moveTo>
                  <a:pt x="95060" y="31516"/>
                </a:moveTo>
                <a:lnTo>
                  <a:pt x="95060" y="37589"/>
                </a:lnTo>
                <a:lnTo>
                  <a:pt x="88988" y="37589"/>
                </a:lnTo>
                <a:lnTo>
                  <a:pt x="88988" y="31516"/>
                </a:lnTo>
                <a:close/>
                <a:moveTo>
                  <a:pt x="102120" y="31516"/>
                </a:moveTo>
                <a:lnTo>
                  <a:pt x="102120" y="37589"/>
                </a:lnTo>
                <a:lnTo>
                  <a:pt x="96036" y="37589"/>
                </a:lnTo>
                <a:lnTo>
                  <a:pt x="96036" y="31516"/>
                </a:lnTo>
                <a:close/>
                <a:moveTo>
                  <a:pt x="109169" y="31516"/>
                </a:moveTo>
                <a:lnTo>
                  <a:pt x="109169" y="37589"/>
                </a:lnTo>
                <a:lnTo>
                  <a:pt x="103097" y="37589"/>
                </a:lnTo>
                <a:lnTo>
                  <a:pt x="103097" y="31516"/>
                </a:lnTo>
                <a:close/>
                <a:moveTo>
                  <a:pt x="116229" y="31516"/>
                </a:moveTo>
                <a:lnTo>
                  <a:pt x="116229" y="37589"/>
                </a:lnTo>
                <a:lnTo>
                  <a:pt x="110157" y="37589"/>
                </a:lnTo>
                <a:lnTo>
                  <a:pt x="110157" y="31516"/>
                </a:lnTo>
                <a:close/>
                <a:moveTo>
                  <a:pt x="123278" y="31516"/>
                </a:moveTo>
                <a:lnTo>
                  <a:pt x="123278" y="37589"/>
                </a:lnTo>
                <a:lnTo>
                  <a:pt x="117205" y="37589"/>
                </a:lnTo>
                <a:lnTo>
                  <a:pt x="117205" y="31516"/>
                </a:lnTo>
                <a:close/>
                <a:moveTo>
                  <a:pt x="130338" y="31516"/>
                </a:moveTo>
                <a:lnTo>
                  <a:pt x="130338" y="37589"/>
                </a:lnTo>
                <a:lnTo>
                  <a:pt x="124254" y="37589"/>
                </a:lnTo>
                <a:lnTo>
                  <a:pt x="124254" y="31516"/>
                </a:lnTo>
                <a:close/>
                <a:moveTo>
                  <a:pt x="137387" y="31516"/>
                </a:moveTo>
                <a:lnTo>
                  <a:pt x="137387" y="37589"/>
                </a:lnTo>
                <a:lnTo>
                  <a:pt x="131314" y="37589"/>
                </a:lnTo>
                <a:lnTo>
                  <a:pt x="131314" y="31516"/>
                </a:lnTo>
                <a:close/>
                <a:moveTo>
                  <a:pt x="144447" y="31516"/>
                </a:moveTo>
                <a:lnTo>
                  <a:pt x="144447" y="37589"/>
                </a:lnTo>
                <a:lnTo>
                  <a:pt x="138375" y="37589"/>
                </a:lnTo>
                <a:lnTo>
                  <a:pt x="138375" y="31516"/>
                </a:lnTo>
                <a:close/>
                <a:moveTo>
                  <a:pt x="151495" y="31516"/>
                </a:moveTo>
                <a:lnTo>
                  <a:pt x="151495" y="37589"/>
                </a:lnTo>
                <a:lnTo>
                  <a:pt x="145423" y="37589"/>
                </a:lnTo>
                <a:lnTo>
                  <a:pt x="145423" y="31516"/>
                </a:lnTo>
                <a:close/>
                <a:moveTo>
                  <a:pt x="158556" y="31516"/>
                </a:moveTo>
                <a:lnTo>
                  <a:pt x="158556" y="37589"/>
                </a:lnTo>
                <a:lnTo>
                  <a:pt x="152484" y="37589"/>
                </a:lnTo>
                <a:lnTo>
                  <a:pt x="152484" y="31516"/>
                </a:lnTo>
                <a:close/>
                <a:moveTo>
                  <a:pt x="165604" y="31516"/>
                </a:moveTo>
                <a:lnTo>
                  <a:pt x="165604" y="37589"/>
                </a:lnTo>
                <a:lnTo>
                  <a:pt x="159532" y="37589"/>
                </a:lnTo>
                <a:lnTo>
                  <a:pt x="159532" y="31516"/>
                </a:lnTo>
                <a:close/>
                <a:moveTo>
                  <a:pt x="172665" y="31516"/>
                </a:moveTo>
                <a:lnTo>
                  <a:pt x="172665" y="37589"/>
                </a:lnTo>
                <a:lnTo>
                  <a:pt x="166581" y="37589"/>
                </a:lnTo>
                <a:lnTo>
                  <a:pt x="166581" y="31516"/>
                </a:lnTo>
                <a:close/>
                <a:moveTo>
                  <a:pt x="179713" y="31516"/>
                </a:moveTo>
                <a:lnTo>
                  <a:pt x="179713" y="37589"/>
                </a:lnTo>
                <a:lnTo>
                  <a:pt x="173641" y="37589"/>
                </a:lnTo>
                <a:lnTo>
                  <a:pt x="173641" y="31516"/>
                </a:lnTo>
                <a:close/>
                <a:moveTo>
                  <a:pt x="186774" y="31516"/>
                </a:moveTo>
                <a:lnTo>
                  <a:pt x="186774" y="37589"/>
                </a:lnTo>
                <a:lnTo>
                  <a:pt x="180702" y="37589"/>
                </a:lnTo>
                <a:lnTo>
                  <a:pt x="180702" y="31516"/>
                </a:lnTo>
                <a:close/>
                <a:moveTo>
                  <a:pt x="193822" y="31516"/>
                </a:moveTo>
                <a:lnTo>
                  <a:pt x="193822" y="37589"/>
                </a:lnTo>
                <a:lnTo>
                  <a:pt x="187750" y="37589"/>
                </a:lnTo>
                <a:lnTo>
                  <a:pt x="187750" y="31516"/>
                </a:lnTo>
                <a:close/>
                <a:moveTo>
                  <a:pt x="200883" y="31516"/>
                </a:moveTo>
                <a:lnTo>
                  <a:pt x="200883" y="37589"/>
                </a:lnTo>
                <a:lnTo>
                  <a:pt x="194810" y="37589"/>
                </a:lnTo>
                <a:lnTo>
                  <a:pt x="194810" y="31516"/>
                </a:lnTo>
                <a:close/>
                <a:moveTo>
                  <a:pt x="207931" y="31516"/>
                </a:moveTo>
                <a:lnTo>
                  <a:pt x="207931" y="37589"/>
                </a:lnTo>
                <a:lnTo>
                  <a:pt x="201859" y="37589"/>
                </a:lnTo>
                <a:lnTo>
                  <a:pt x="201859" y="31516"/>
                </a:lnTo>
                <a:close/>
                <a:moveTo>
                  <a:pt x="214992" y="31516"/>
                </a:moveTo>
                <a:lnTo>
                  <a:pt x="214992" y="37589"/>
                </a:lnTo>
                <a:lnTo>
                  <a:pt x="208919" y="37589"/>
                </a:lnTo>
                <a:lnTo>
                  <a:pt x="208919" y="31516"/>
                </a:lnTo>
                <a:close/>
                <a:moveTo>
                  <a:pt x="222052" y="31516"/>
                </a:moveTo>
                <a:lnTo>
                  <a:pt x="222052" y="37589"/>
                </a:lnTo>
                <a:lnTo>
                  <a:pt x="215968" y="37589"/>
                </a:lnTo>
                <a:lnTo>
                  <a:pt x="215968" y="31516"/>
                </a:lnTo>
                <a:close/>
                <a:moveTo>
                  <a:pt x="229100" y="31516"/>
                </a:moveTo>
                <a:lnTo>
                  <a:pt x="229100" y="37589"/>
                </a:lnTo>
                <a:lnTo>
                  <a:pt x="223028" y="37589"/>
                </a:lnTo>
                <a:lnTo>
                  <a:pt x="223028" y="31516"/>
                </a:lnTo>
                <a:close/>
                <a:moveTo>
                  <a:pt x="236161" y="31516"/>
                </a:moveTo>
                <a:lnTo>
                  <a:pt x="236161" y="37589"/>
                </a:lnTo>
                <a:lnTo>
                  <a:pt x="230077" y="37589"/>
                </a:lnTo>
                <a:lnTo>
                  <a:pt x="230077" y="31516"/>
                </a:lnTo>
                <a:close/>
                <a:moveTo>
                  <a:pt x="243209" y="31516"/>
                </a:moveTo>
                <a:lnTo>
                  <a:pt x="243209" y="37589"/>
                </a:lnTo>
                <a:lnTo>
                  <a:pt x="237137" y="37589"/>
                </a:lnTo>
                <a:lnTo>
                  <a:pt x="237137" y="31516"/>
                </a:lnTo>
                <a:close/>
                <a:moveTo>
                  <a:pt x="250270" y="31516"/>
                </a:moveTo>
                <a:lnTo>
                  <a:pt x="250270" y="37589"/>
                </a:lnTo>
                <a:lnTo>
                  <a:pt x="244198" y="37589"/>
                </a:lnTo>
                <a:lnTo>
                  <a:pt x="244198" y="31516"/>
                </a:lnTo>
                <a:close/>
                <a:moveTo>
                  <a:pt x="257318" y="31516"/>
                </a:moveTo>
                <a:lnTo>
                  <a:pt x="257318" y="37589"/>
                </a:lnTo>
                <a:lnTo>
                  <a:pt x="251246" y="37589"/>
                </a:lnTo>
                <a:lnTo>
                  <a:pt x="251246" y="31516"/>
                </a:lnTo>
                <a:close/>
                <a:moveTo>
                  <a:pt x="264379" y="31516"/>
                </a:moveTo>
                <a:lnTo>
                  <a:pt x="264379" y="37589"/>
                </a:lnTo>
                <a:lnTo>
                  <a:pt x="258306" y="37589"/>
                </a:lnTo>
                <a:lnTo>
                  <a:pt x="258306" y="31516"/>
                </a:lnTo>
                <a:close/>
                <a:moveTo>
                  <a:pt x="271427" y="31516"/>
                </a:moveTo>
                <a:lnTo>
                  <a:pt x="271427" y="37589"/>
                </a:lnTo>
                <a:lnTo>
                  <a:pt x="265355" y="37589"/>
                </a:lnTo>
                <a:lnTo>
                  <a:pt x="265355" y="31516"/>
                </a:lnTo>
                <a:close/>
                <a:moveTo>
                  <a:pt x="278488" y="31516"/>
                </a:moveTo>
                <a:lnTo>
                  <a:pt x="278488" y="37589"/>
                </a:lnTo>
                <a:lnTo>
                  <a:pt x="272415" y="37589"/>
                </a:lnTo>
                <a:lnTo>
                  <a:pt x="272415" y="31516"/>
                </a:lnTo>
                <a:close/>
                <a:moveTo>
                  <a:pt x="17443" y="38565"/>
                </a:moveTo>
                <a:lnTo>
                  <a:pt x="17443" y="44637"/>
                </a:lnTo>
                <a:lnTo>
                  <a:pt x="11371" y="44637"/>
                </a:lnTo>
                <a:lnTo>
                  <a:pt x="11371" y="38565"/>
                </a:lnTo>
                <a:close/>
                <a:moveTo>
                  <a:pt x="24503" y="38565"/>
                </a:moveTo>
                <a:lnTo>
                  <a:pt x="24503" y="44637"/>
                </a:lnTo>
                <a:lnTo>
                  <a:pt x="18431" y="44637"/>
                </a:lnTo>
                <a:lnTo>
                  <a:pt x="18431" y="38565"/>
                </a:lnTo>
                <a:close/>
                <a:moveTo>
                  <a:pt x="31564" y="38565"/>
                </a:moveTo>
                <a:lnTo>
                  <a:pt x="31564" y="44637"/>
                </a:lnTo>
                <a:lnTo>
                  <a:pt x="25492" y="44637"/>
                </a:lnTo>
                <a:lnTo>
                  <a:pt x="25492" y="38565"/>
                </a:lnTo>
                <a:close/>
                <a:moveTo>
                  <a:pt x="38612" y="38565"/>
                </a:moveTo>
                <a:lnTo>
                  <a:pt x="38612" y="44637"/>
                </a:lnTo>
                <a:lnTo>
                  <a:pt x="32540" y="44637"/>
                </a:lnTo>
                <a:lnTo>
                  <a:pt x="32540" y="38565"/>
                </a:lnTo>
                <a:close/>
                <a:moveTo>
                  <a:pt x="45673" y="38565"/>
                </a:moveTo>
                <a:lnTo>
                  <a:pt x="45673" y="44637"/>
                </a:lnTo>
                <a:lnTo>
                  <a:pt x="39601" y="44637"/>
                </a:lnTo>
                <a:lnTo>
                  <a:pt x="39601" y="38565"/>
                </a:lnTo>
                <a:close/>
                <a:moveTo>
                  <a:pt x="52721" y="38565"/>
                </a:moveTo>
                <a:lnTo>
                  <a:pt x="52721" y="44637"/>
                </a:lnTo>
                <a:lnTo>
                  <a:pt x="46649" y="44637"/>
                </a:lnTo>
                <a:lnTo>
                  <a:pt x="46649" y="38565"/>
                </a:lnTo>
                <a:close/>
                <a:moveTo>
                  <a:pt x="59782" y="38565"/>
                </a:moveTo>
                <a:lnTo>
                  <a:pt x="59782" y="44637"/>
                </a:lnTo>
                <a:lnTo>
                  <a:pt x="53709" y="44637"/>
                </a:lnTo>
                <a:lnTo>
                  <a:pt x="53709" y="38565"/>
                </a:lnTo>
                <a:close/>
                <a:moveTo>
                  <a:pt x="88011" y="38565"/>
                </a:moveTo>
                <a:lnTo>
                  <a:pt x="88011" y="44637"/>
                </a:lnTo>
                <a:lnTo>
                  <a:pt x="81927" y="44637"/>
                </a:lnTo>
                <a:lnTo>
                  <a:pt x="81927" y="38565"/>
                </a:lnTo>
                <a:close/>
                <a:moveTo>
                  <a:pt x="95060" y="38565"/>
                </a:moveTo>
                <a:lnTo>
                  <a:pt x="95060" y="44637"/>
                </a:lnTo>
                <a:lnTo>
                  <a:pt x="88988" y="44637"/>
                </a:lnTo>
                <a:lnTo>
                  <a:pt x="88988" y="38565"/>
                </a:lnTo>
                <a:close/>
                <a:moveTo>
                  <a:pt x="123278" y="38565"/>
                </a:moveTo>
                <a:lnTo>
                  <a:pt x="123278" y="44637"/>
                </a:lnTo>
                <a:lnTo>
                  <a:pt x="117205" y="44637"/>
                </a:lnTo>
                <a:lnTo>
                  <a:pt x="117205" y="38565"/>
                </a:lnTo>
                <a:close/>
                <a:moveTo>
                  <a:pt x="130338" y="38565"/>
                </a:moveTo>
                <a:lnTo>
                  <a:pt x="130338" y="44637"/>
                </a:lnTo>
                <a:lnTo>
                  <a:pt x="124254" y="44637"/>
                </a:lnTo>
                <a:lnTo>
                  <a:pt x="124254" y="38565"/>
                </a:lnTo>
                <a:close/>
                <a:moveTo>
                  <a:pt x="144447" y="38565"/>
                </a:moveTo>
                <a:lnTo>
                  <a:pt x="144447" y="44637"/>
                </a:lnTo>
                <a:lnTo>
                  <a:pt x="138375" y="44637"/>
                </a:lnTo>
                <a:lnTo>
                  <a:pt x="138375" y="38565"/>
                </a:lnTo>
                <a:close/>
                <a:moveTo>
                  <a:pt x="151495" y="38565"/>
                </a:moveTo>
                <a:lnTo>
                  <a:pt x="151495" y="44637"/>
                </a:lnTo>
                <a:lnTo>
                  <a:pt x="145423" y="44637"/>
                </a:lnTo>
                <a:lnTo>
                  <a:pt x="145423" y="38565"/>
                </a:lnTo>
                <a:close/>
                <a:moveTo>
                  <a:pt x="158556" y="38565"/>
                </a:moveTo>
                <a:lnTo>
                  <a:pt x="158556" y="44637"/>
                </a:lnTo>
                <a:lnTo>
                  <a:pt x="152484" y="44637"/>
                </a:lnTo>
                <a:lnTo>
                  <a:pt x="152484" y="38565"/>
                </a:lnTo>
                <a:close/>
                <a:moveTo>
                  <a:pt x="165604" y="38565"/>
                </a:moveTo>
                <a:lnTo>
                  <a:pt x="165604" y="44637"/>
                </a:lnTo>
                <a:lnTo>
                  <a:pt x="159532" y="44637"/>
                </a:lnTo>
                <a:lnTo>
                  <a:pt x="159532" y="38565"/>
                </a:lnTo>
                <a:close/>
                <a:moveTo>
                  <a:pt x="172665" y="38565"/>
                </a:moveTo>
                <a:lnTo>
                  <a:pt x="172665" y="44637"/>
                </a:lnTo>
                <a:lnTo>
                  <a:pt x="166581" y="44637"/>
                </a:lnTo>
                <a:lnTo>
                  <a:pt x="166581" y="38565"/>
                </a:lnTo>
                <a:close/>
                <a:moveTo>
                  <a:pt x="179713" y="38565"/>
                </a:moveTo>
                <a:lnTo>
                  <a:pt x="179713" y="44637"/>
                </a:lnTo>
                <a:lnTo>
                  <a:pt x="173641" y="44637"/>
                </a:lnTo>
                <a:lnTo>
                  <a:pt x="173641" y="38565"/>
                </a:lnTo>
                <a:close/>
                <a:moveTo>
                  <a:pt x="186774" y="38565"/>
                </a:moveTo>
                <a:lnTo>
                  <a:pt x="186774" y="44637"/>
                </a:lnTo>
                <a:lnTo>
                  <a:pt x="180702" y="44637"/>
                </a:lnTo>
                <a:lnTo>
                  <a:pt x="180702" y="38565"/>
                </a:lnTo>
                <a:close/>
                <a:moveTo>
                  <a:pt x="193822" y="38565"/>
                </a:moveTo>
                <a:lnTo>
                  <a:pt x="193822" y="44637"/>
                </a:lnTo>
                <a:lnTo>
                  <a:pt x="187750" y="44637"/>
                </a:lnTo>
                <a:lnTo>
                  <a:pt x="187750" y="38565"/>
                </a:lnTo>
                <a:close/>
                <a:moveTo>
                  <a:pt x="200883" y="38565"/>
                </a:moveTo>
                <a:lnTo>
                  <a:pt x="200883" y="44637"/>
                </a:lnTo>
                <a:lnTo>
                  <a:pt x="194810" y="44637"/>
                </a:lnTo>
                <a:lnTo>
                  <a:pt x="194810" y="38565"/>
                </a:lnTo>
                <a:close/>
                <a:moveTo>
                  <a:pt x="207931" y="38565"/>
                </a:moveTo>
                <a:lnTo>
                  <a:pt x="207931" y="44637"/>
                </a:lnTo>
                <a:lnTo>
                  <a:pt x="201859" y="44637"/>
                </a:lnTo>
                <a:lnTo>
                  <a:pt x="201859" y="38565"/>
                </a:lnTo>
                <a:close/>
                <a:moveTo>
                  <a:pt x="214992" y="38565"/>
                </a:moveTo>
                <a:lnTo>
                  <a:pt x="214992" y="44637"/>
                </a:lnTo>
                <a:lnTo>
                  <a:pt x="208919" y="44637"/>
                </a:lnTo>
                <a:lnTo>
                  <a:pt x="208919" y="38565"/>
                </a:lnTo>
                <a:close/>
                <a:moveTo>
                  <a:pt x="222052" y="38565"/>
                </a:moveTo>
                <a:lnTo>
                  <a:pt x="222052" y="44637"/>
                </a:lnTo>
                <a:lnTo>
                  <a:pt x="215968" y="44637"/>
                </a:lnTo>
                <a:lnTo>
                  <a:pt x="215968" y="38565"/>
                </a:lnTo>
                <a:close/>
                <a:moveTo>
                  <a:pt x="229100" y="38565"/>
                </a:moveTo>
                <a:lnTo>
                  <a:pt x="229100" y="44637"/>
                </a:lnTo>
                <a:lnTo>
                  <a:pt x="223028" y="44637"/>
                </a:lnTo>
                <a:lnTo>
                  <a:pt x="223028" y="38565"/>
                </a:lnTo>
                <a:close/>
                <a:moveTo>
                  <a:pt x="236161" y="38565"/>
                </a:moveTo>
                <a:lnTo>
                  <a:pt x="236161" y="44637"/>
                </a:lnTo>
                <a:lnTo>
                  <a:pt x="230077" y="44637"/>
                </a:lnTo>
                <a:lnTo>
                  <a:pt x="230077" y="38565"/>
                </a:lnTo>
                <a:close/>
                <a:moveTo>
                  <a:pt x="243209" y="38565"/>
                </a:moveTo>
                <a:lnTo>
                  <a:pt x="243209" y="44637"/>
                </a:lnTo>
                <a:lnTo>
                  <a:pt x="237137" y="44637"/>
                </a:lnTo>
                <a:lnTo>
                  <a:pt x="237137" y="38565"/>
                </a:lnTo>
                <a:close/>
                <a:moveTo>
                  <a:pt x="250270" y="38565"/>
                </a:moveTo>
                <a:lnTo>
                  <a:pt x="250270" y="44637"/>
                </a:lnTo>
                <a:lnTo>
                  <a:pt x="244198" y="44637"/>
                </a:lnTo>
                <a:lnTo>
                  <a:pt x="244198" y="38565"/>
                </a:lnTo>
                <a:close/>
                <a:moveTo>
                  <a:pt x="257318" y="38565"/>
                </a:moveTo>
                <a:lnTo>
                  <a:pt x="257318" y="44637"/>
                </a:lnTo>
                <a:lnTo>
                  <a:pt x="251246" y="44637"/>
                </a:lnTo>
                <a:lnTo>
                  <a:pt x="251246" y="38565"/>
                </a:lnTo>
                <a:close/>
                <a:moveTo>
                  <a:pt x="264379" y="38565"/>
                </a:moveTo>
                <a:lnTo>
                  <a:pt x="264379" y="44637"/>
                </a:lnTo>
                <a:lnTo>
                  <a:pt x="258306" y="44637"/>
                </a:lnTo>
                <a:lnTo>
                  <a:pt x="258306" y="38565"/>
                </a:lnTo>
                <a:close/>
                <a:moveTo>
                  <a:pt x="271427" y="38565"/>
                </a:moveTo>
                <a:lnTo>
                  <a:pt x="271427" y="44637"/>
                </a:lnTo>
                <a:lnTo>
                  <a:pt x="265355" y="44637"/>
                </a:lnTo>
                <a:lnTo>
                  <a:pt x="265355" y="38565"/>
                </a:lnTo>
                <a:close/>
                <a:moveTo>
                  <a:pt x="278488" y="38565"/>
                </a:moveTo>
                <a:lnTo>
                  <a:pt x="278488" y="44637"/>
                </a:lnTo>
                <a:lnTo>
                  <a:pt x="272415" y="44637"/>
                </a:lnTo>
                <a:lnTo>
                  <a:pt x="272415" y="38565"/>
                </a:lnTo>
                <a:close/>
                <a:moveTo>
                  <a:pt x="66842" y="38565"/>
                </a:moveTo>
                <a:lnTo>
                  <a:pt x="66842" y="44649"/>
                </a:lnTo>
                <a:lnTo>
                  <a:pt x="60758" y="44649"/>
                </a:lnTo>
                <a:lnTo>
                  <a:pt x="60758" y="38565"/>
                </a:lnTo>
                <a:close/>
                <a:moveTo>
                  <a:pt x="73902" y="38565"/>
                </a:moveTo>
                <a:lnTo>
                  <a:pt x="73902" y="44649"/>
                </a:lnTo>
                <a:lnTo>
                  <a:pt x="67818" y="44649"/>
                </a:lnTo>
                <a:lnTo>
                  <a:pt x="67818" y="38565"/>
                </a:lnTo>
                <a:close/>
                <a:moveTo>
                  <a:pt x="80951" y="38565"/>
                </a:moveTo>
                <a:lnTo>
                  <a:pt x="80951" y="44649"/>
                </a:lnTo>
                <a:lnTo>
                  <a:pt x="74879" y="44649"/>
                </a:lnTo>
                <a:lnTo>
                  <a:pt x="74879" y="38565"/>
                </a:lnTo>
                <a:close/>
                <a:moveTo>
                  <a:pt x="96036" y="38565"/>
                </a:moveTo>
                <a:lnTo>
                  <a:pt x="102120" y="38577"/>
                </a:lnTo>
                <a:lnTo>
                  <a:pt x="102120" y="44649"/>
                </a:lnTo>
                <a:lnTo>
                  <a:pt x="96036" y="44649"/>
                </a:lnTo>
                <a:lnTo>
                  <a:pt x="96036" y="38565"/>
                </a:lnTo>
                <a:close/>
                <a:moveTo>
                  <a:pt x="103097" y="38565"/>
                </a:moveTo>
                <a:lnTo>
                  <a:pt x="109169" y="38577"/>
                </a:lnTo>
                <a:lnTo>
                  <a:pt x="109169" y="44649"/>
                </a:lnTo>
                <a:lnTo>
                  <a:pt x="103097" y="44649"/>
                </a:lnTo>
                <a:lnTo>
                  <a:pt x="103097" y="38565"/>
                </a:lnTo>
                <a:close/>
                <a:moveTo>
                  <a:pt x="110157" y="38565"/>
                </a:moveTo>
                <a:lnTo>
                  <a:pt x="116229" y="38577"/>
                </a:lnTo>
                <a:lnTo>
                  <a:pt x="116229" y="44649"/>
                </a:lnTo>
                <a:lnTo>
                  <a:pt x="110157" y="44649"/>
                </a:lnTo>
                <a:lnTo>
                  <a:pt x="110157" y="38565"/>
                </a:lnTo>
                <a:close/>
                <a:moveTo>
                  <a:pt x="131314" y="38565"/>
                </a:moveTo>
                <a:lnTo>
                  <a:pt x="137387" y="38577"/>
                </a:lnTo>
                <a:lnTo>
                  <a:pt x="137387" y="44649"/>
                </a:lnTo>
                <a:lnTo>
                  <a:pt x="131314" y="44649"/>
                </a:lnTo>
                <a:lnTo>
                  <a:pt x="131314" y="38565"/>
                </a:lnTo>
                <a:close/>
                <a:moveTo>
                  <a:pt x="17443" y="45625"/>
                </a:moveTo>
                <a:lnTo>
                  <a:pt x="17443" y="51697"/>
                </a:lnTo>
                <a:lnTo>
                  <a:pt x="11371" y="51697"/>
                </a:lnTo>
                <a:lnTo>
                  <a:pt x="11371" y="45625"/>
                </a:lnTo>
                <a:close/>
                <a:moveTo>
                  <a:pt x="24503" y="45625"/>
                </a:moveTo>
                <a:lnTo>
                  <a:pt x="24503" y="51697"/>
                </a:lnTo>
                <a:lnTo>
                  <a:pt x="18431" y="51697"/>
                </a:lnTo>
                <a:lnTo>
                  <a:pt x="18431" y="45625"/>
                </a:lnTo>
                <a:close/>
                <a:moveTo>
                  <a:pt x="31564" y="45625"/>
                </a:moveTo>
                <a:lnTo>
                  <a:pt x="31564" y="51697"/>
                </a:lnTo>
                <a:lnTo>
                  <a:pt x="25492" y="51697"/>
                </a:lnTo>
                <a:lnTo>
                  <a:pt x="25492" y="45625"/>
                </a:lnTo>
                <a:close/>
                <a:moveTo>
                  <a:pt x="38612" y="45625"/>
                </a:moveTo>
                <a:lnTo>
                  <a:pt x="38612" y="51697"/>
                </a:lnTo>
                <a:lnTo>
                  <a:pt x="32540" y="51697"/>
                </a:lnTo>
                <a:lnTo>
                  <a:pt x="32540" y="45625"/>
                </a:lnTo>
                <a:close/>
                <a:moveTo>
                  <a:pt x="45673" y="45625"/>
                </a:moveTo>
                <a:lnTo>
                  <a:pt x="45673" y="51697"/>
                </a:lnTo>
                <a:lnTo>
                  <a:pt x="39601" y="51697"/>
                </a:lnTo>
                <a:lnTo>
                  <a:pt x="39601" y="45625"/>
                </a:lnTo>
                <a:close/>
                <a:moveTo>
                  <a:pt x="52721" y="45625"/>
                </a:moveTo>
                <a:lnTo>
                  <a:pt x="52721" y="51697"/>
                </a:lnTo>
                <a:lnTo>
                  <a:pt x="46649" y="51697"/>
                </a:lnTo>
                <a:lnTo>
                  <a:pt x="46649" y="45625"/>
                </a:lnTo>
                <a:close/>
                <a:moveTo>
                  <a:pt x="59782" y="45625"/>
                </a:moveTo>
                <a:lnTo>
                  <a:pt x="59782" y="51697"/>
                </a:lnTo>
                <a:lnTo>
                  <a:pt x="53709" y="51697"/>
                </a:lnTo>
                <a:lnTo>
                  <a:pt x="53709" y="45625"/>
                </a:lnTo>
                <a:close/>
                <a:moveTo>
                  <a:pt x="66842" y="45625"/>
                </a:moveTo>
                <a:lnTo>
                  <a:pt x="66842" y="51697"/>
                </a:lnTo>
                <a:lnTo>
                  <a:pt x="60758" y="51697"/>
                </a:lnTo>
                <a:lnTo>
                  <a:pt x="60758" y="45625"/>
                </a:lnTo>
                <a:close/>
                <a:moveTo>
                  <a:pt x="73902" y="45625"/>
                </a:moveTo>
                <a:lnTo>
                  <a:pt x="73902" y="51697"/>
                </a:lnTo>
                <a:lnTo>
                  <a:pt x="67818" y="51697"/>
                </a:lnTo>
                <a:lnTo>
                  <a:pt x="67818" y="45625"/>
                </a:lnTo>
                <a:close/>
                <a:moveTo>
                  <a:pt x="80951" y="45625"/>
                </a:moveTo>
                <a:lnTo>
                  <a:pt x="80951" y="51697"/>
                </a:lnTo>
                <a:lnTo>
                  <a:pt x="74879" y="51697"/>
                </a:lnTo>
                <a:lnTo>
                  <a:pt x="74879" y="45625"/>
                </a:lnTo>
                <a:close/>
                <a:moveTo>
                  <a:pt x="88011" y="45625"/>
                </a:moveTo>
                <a:lnTo>
                  <a:pt x="88011" y="51697"/>
                </a:lnTo>
                <a:lnTo>
                  <a:pt x="81927" y="51697"/>
                </a:lnTo>
                <a:lnTo>
                  <a:pt x="81927" y="45625"/>
                </a:lnTo>
                <a:close/>
                <a:moveTo>
                  <a:pt x="95060" y="45625"/>
                </a:moveTo>
                <a:lnTo>
                  <a:pt x="95060" y="51697"/>
                </a:lnTo>
                <a:lnTo>
                  <a:pt x="88988" y="51697"/>
                </a:lnTo>
                <a:lnTo>
                  <a:pt x="88988" y="45625"/>
                </a:lnTo>
                <a:close/>
                <a:moveTo>
                  <a:pt x="102120" y="45625"/>
                </a:moveTo>
                <a:lnTo>
                  <a:pt x="102120" y="51697"/>
                </a:lnTo>
                <a:lnTo>
                  <a:pt x="96036" y="51697"/>
                </a:lnTo>
                <a:lnTo>
                  <a:pt x="96036" y="45625"/>
                </a:lnTo>
                <a:close/>
                <a:moveTo>
                  <a:pt x="109169" y="45625"/>
                </a:moveTo>
                <a:lnTo>
                  <a:pt x="109169" y="51697"/>
                </a:lnTo>
                <a:lnTo>
                  <a:pt x="103097" y="51697"/>
                </a:lnTo>
                <a:lnTo>
                  <a:pt x="103097" y="45625"/>
                </a:lnTo>
                <a:close/>
                <a:moveTo>
                  <a:pt x="116229" y="45625"/>
                </a:moveTo>
                <a:lnTo>
                  <a:pt x="116229" y="51697"/>
                </a:lnTo>
                <a:lnTo>
                  <a:pt x="110157" y="51697"/>
                </a:lnTo>
                <a:lnTo>
                  <a:pt x="110157" y="45625"/>
                </a:lnTo>
                <a:close/>
                <a:moveTo>
                  <a:pt x="123278" y="45625"/>
                </a:moveTo>
                <a:lnTo>
                  <a:pt x="123278" y="51697"/>
                </a:lnTo>
                <a:lnTo>
                  <a:pt x="117205" y="51697"/>
                </a:lnTo>
                <a:lnTo>
                  <a:pt x="117205" y="45625"/>
                </a:lnTo>
                <a:close/>
                <a:moveTo>
                  <a:pt x="130338" y="45625"/>
                </a:moveTo>
                <a:lnTo>
                  <a:pt x="130338" y="51697"/>
                </a:lnTo>
                <a:lnTo>
                  <a:pt x="124254" y="51697"/>
                </a:lnTo>
                <a:lnTo>
                  <a:pt x="124254" y="45625"/>
                </a:lnTo>
                <a:close/>
                <a:moveTo>
                  <a:pt x="137387" y="45625"/>
                </a:moveTo>
                <a:lnTo>
                  <a:pt x="137387" y="51697"/>
                </a:lnTo>
                <a:lnTo>
                  <a:pt x="131314" y="51697"/>
                </a:lnTo>
                <a:lnTo>
                  <a:pt x="131314" y="45625"/>
                </a:lnTo>
                <a:close/>
                <a:moveTo>
                  <a:pt x="144447" y="45625"/>
                </a:moveTo>
                <a:lnTo>
                  <a:pt x="144447" y="51697"/>
                </a:lnTo>
                <a:lnTo>
                  <a:pt x="138375" y="51697"/>
                </a:lnTo>
                <a:lnTo>
                  <a:pt x="138375" y="45625"/>
                </a:lnTo>
                <a:close/>
                <a:moveTo>
                  <a:pt x="151495" y="45625"/>
                </a:moveTo>
                <a:lnTo>
                  <a:pt x="151495" y="51697"/>
                </a:lnTo>
                <a:lnTo>
                  <a:pt x="145423" y="51697"/>
                </a:lnTo>
                <a:lnTo>
                  <a:pt x="145423" y="45625"/>
                </a:lnTo>
                <a:close/>
                <a:moveTo>
                  <a:pt x="158556" y="45625"/>
                </a:moveTo>
                <a:lnTo>
                  <a:pt x="158556" y="51697"/>
                </a:lnTo>
                <a:lnTo>
                  <a:pt x="152484" y="51697"/>
                </a:lnTo>
                <a:lnTo>
                  <a:pt x="152484" y="45625"/>
                </a:lnTo>
                <a:close/>
                <a:moveTo>
                  <a:pt x="165604" y="45625"/>
                </a:moveTo>
                <a:lnTo>
                  <a:pt x="165604" y="51697"/>
                </a:lnTo>
                <a:lnTo>
                  <a:pt x="159532" y="51697"/>
                </a:lnTo>
                <a:lnTo>
                  <a:pt x="159532" y="45625"/>
                </a:lnTo>
                <a:close/>
                <a:moveTo>
                  <a:pt x="172665" y="45625"/>
                </a:moveTo>
                <a:lnTo>
                  <a:pt x="172665" y="51697"/>
                </a:lnTo>
                <a:lnTo>
                  <a:pt x="166581" y="51697"/>
                </a:lnTo>
                <a:lnTo>
                  <a:pt x="166581" y="45625"/>
                </a:lnTo>
                <a:close/>
                <a:moveTo>
                  <a:pt x="179713" y="45625"/>
                </a:moveTo>
                <a:lnTo>
                  <a:pt x="179713" y="51697"/>
                </a:lnTo>
                <a:lnTo>
                  <a:pt x="173641" y="51697"/>
                </a:lnTo>
                <a:lnTo>
                  <a:pt x="173641" y="45625"/>
                </a:lnTo>
                <a:close/>
                <a:moveTo>
                  <a:pt x="186774" y="45625"/>
                </a:moveTo>
                <a:lnTo>
                  <a:pt x="186774" y="51697"/>
                </a:lnTo>
                <a:lnTo>
                  <a:pt x="180702" y="51697"/>
                </a:lnTo>
                <a:lnTo>
                  <a:pt x="180702" y="45625"/>
                </a:lnTo>
                <a:close/>
                <a:moveTo>
                  <a:pt x="193822" y="45625"/>
                </a:moveTo>
                <a:lnTo>
                  <a:pt x="193822" y="51697"/>
                </a:lnTo>
                <a:lnTo>
                  <a:pt x="187750" y="51697"/>
                </a:lnTo>
                <a:lnTo>
                  <a:pt x="187750" y="45625"/>
                </a:lnTo>
                <a:close/>
                <a:moveTo>
                  <a:pt x="200883" y="45625"/>
                </a:moveTo>
                <a:lnTo>
                  <a:pt x="200883" y="51697"/>
                </a:lnTo>
                <a:lnTo>
                  <a:pt x="194810" y="51697"/>
                </a:lnTo>
                <a:lnTo>
                  <a:pt x="194810" y="45625"/>
                </a:lnTo>
                <a:close/>
                <a:moveTo>
                  <a:pt x="207931" y="45625"/>
                </a:moveTo>
                <a:lnTo>
                  <a:pt x="207931" y="51697"/>
                </a:lnTo>
                <a:lnTo>
                  <a:pt x="201859" y="51697"/>
                </a:lnTo>
                <a:lnTo>
                  <a:pt x="201859" y="45625"/>
                </a:lnTo>
                <a:close/>
                <a:moveTo>
                  <a:pt x="214992" y="45625"/>
                </a:moveTo>
                <a:lnTo>
                  <a:pt x="214992" y="51697"/>
                </a:lnTo>
                <a:lnTo>
                  <a:pt x="208919" y="51697"/>
                </a:lnTo>
                <a:lnTo>
                  <a:pt x="208919" y="45625"/>
                </a:lnTo>
                <a:close/>
                <a:moveTo>
                  <a:pt x="222052" y="45625"/>
                </a:moveTo>
                <a:lnTo>
                  <a:pt x="222052" y="51697"/>
                </a:lnTo>
                <a:lnTo>
                  <a:pt x="215968" y="51697"/>
                </a:lnTo>
                <a:lnTo>
                  <a:pt x="215968" y="45625"/>
                </a:lnTo>
                <a:close/>
                <a:moveTo>
                  <a:pt x="229100" y="45625"/>
                </a:moveTo>
                <a:lnTo>
                  <a:pt x="229100" y="51697"/>
                </a:lnTo>
                <a:lnTo>
                  <a:pt x="223028" y="51697"/>
                </a:lnTo>
                <a:lnTo>
                  <a:pt x="223028" y="45625"/>
                </a:lnTo>
                <a:close/>
                <a:moveTo>
                  <a:pt x="236161" y="45625"/>
                </a:moveTo>
                <a:lnTo>
                  <a:pt x="236161" y="51697"/>
                </a:lnTo>
                <a:lnTo>
                  <a:pt x="230077" y="51697"/>
                </a:lnTo>
                <a:lnTo>
                  <a:pt x="230077" y="45625"/>
                </a:lnTo>
                <a:close/>
                <a:moveTo>
                  <a:pt x="243209" y="45625"/>
                </a:moveTo>
                <a:lnTo>
                  <a:pt x="243209" y="51697"/>
                </a:lnTo>
                <a:lnTo>
                  <a:pt x="237137" y="51697"/>
                </a:lnTo>
                <a:lnTo>
                  <a:pt x="237137" y="45625"/>
                </a:lnTo>
                <a:close/>
                <a:moveTo>
                  <a:pt x="250270" y="45625"/>
                </a:moveTo>
                <a:lnTo>
                  <a:pt x="250270" y="51697"/>
                </a:lnTo>
                <a:lnTo>
                  <a:pt x="244198" y="51697"/>
                </a:lnTo>
                <a:lnTo>
                  <a:pt x="244198" y="45625"/>
                </a:lnTo>
                <a:close/>
                <a:moveTo>
                  <a:pt x="257318" y="45625"/>
                </a:moveTo>
                <a:lnTo>
                  <a:pt x="257318" y="51697"/>
                </a:lnTo>
                <a:lnTo>
                  <a:pt x="251246" y="51697"/>
                </a:lnTo>
                <a:lnTo>
                  <a:pt x="251246" y="45625"/>
                </a:lnTo>
                <a:close/>
                <a:moveTo>
                  <a:pt x="264379" y="45625"/>
                </a:moveTo>
                <a:lnTo>
                  <a:pt x="264379" y="51697"/>
                </a:lnTo>
                <a:lnTo>
                  <a:pt x="258306" y="51697"/>
                </a:lnTo>
                <a:lnTo>
                  <a:pt x="258306" y="45625"/>
                </a:lnTo>
                <a:close/>
                <a:moveTo>
                  <a:pt x="271427" y="45625"/>
                </a:moveTo>
                <a:lnTo>
                  <a:pt x="271427" y="51697"/>
                </a:lnTo>
                <a:lnTo>
                  <a:pt x="265355" y="51697"/>
                </a:lnTo>
                <a:lnTo>
                  <a:pt x="265355" y="45625"/>
                </a:lnTo>
                <a:close/>
                <a:moveTo>
                  <a:pt x="278488" y="45625"/>
                </a:moveTo>
                <a:lnTo>
                  <a:pt x="278488" y="51697"/>
                </a:lnTo>
                <a:lnTo>
                  <a:pt x="272415" y="51697"/>
                </a:lnTo>
                <a:lnTo>
                  <a:pt x="272415" y="45625"/>
                </a:lnTo>
                <a:close/>
                <a:moveTo>
                  <a:pt x="17443" y="52674"/>
                </a:moveTo>
                <a:lnTo>
                  <a:pt x="17443" y="58746"/>
                </a:lnTo>
                <a:lnTo>
                  <a:pt x="11371" y="58746"/>
                </a:lnTo>
                <a:lnTo>
                  <a:pt x="11371" y="52674"/>
                </a:lnTo>
                <a:close/>
                <a:moveTo>
                  <a:pt x="24503" y="52674"/>
                </a:moveTo>
                <a:lnTo>
                  <a:pt x="24503" y="58746"/>
                </a:lnTo>
                <a:lnTo>
                  <a:pt x="18431" y="58746"/>
                </a:lnTo>
                <a:lnTo>
                  <a:pt x="18431" y="52674"/>
                </a:lnTo>
                <a:close/>
                <a:moveTo>
                  <a:pt x="31564" y="52674"/>
                </a:moveTo>
                <a:lnTo>
                  <a:pt x="31564" y="58746"/>
                </a:lnTo>
                <a:lnTo>
                  <a:pt x="25492" y="58746"/>
                </a:lnTo>
                <a:lnTo>
                  <a:pt x="25492" y="52674"/>
                </a:lnTo>
                <a:close/>
                <a:moveTo>
                  <a:pt x="38612" y="52674"/>
                </a:moveTo>
                <a:lnTo>
                  <a:pt x="38612" y="58746"/>
                </a:lnTo>
                <a:lnTo>
                  <a:pt x="32540" y="58746"/>
                </a:lnTo>
                <a:lnTo>
                  <a:pt x="32540" y="52674"/>
                </a:lnTo>
                <a:close/>
                <a:moveTo>
                  <a:pt x="45673" y="52674"/>
                </a:moveTo>
                <a:lnTo>
                  <a:pt x="45673" y="58746"/>
                </a:lnTo>
                <a:lnTo>
                  <a:pt x="39601" y="58746"/>
                </a:lnTo>
                <a:lnTo>
                  <a:pt x="39601" y="52674"/>
                </a:lnTo>
                <a:close/>
                <a:moveTo>
                  <a:pt x="52721" y="52674"/>
                </a:moveTo>
                <a:lnTo>
                  <a:pt x="52721" y="58746"/>
                </a:lnTo>
                <a:lnTo>
                  <a:pt x="46649" y="58746"/>
                </a:lnTo>
                <a:lnTo>
                  <a:pt x="46649" y="52674"/>
                </a:lnTo>
                <a:close/>
                <a:moveTo>
                  <a:pt x="59782" y="52674"/>
                </a:moveTo>
                <a:lnTo>
                  <a:pt x="59782" y="58746"/>
                </a:lnTo>
                <a:lnTo>
                  <a:pt x="53709" y="58746"/>
                </a:lnTo>
                <a:lnTo>
                  <a:pt x="53709" y="52674"/>
                </a:lnTo>
                <a:close/>
                <a:moveTo>
                  <a:pt x="88011" y="52674"/>
                </a:moveTo>
                <a:lnTo>
                  <a:pt x="88011" y="58746"/>
                </a:lnTo>
                <a:lnTo>
                  <a:pt x="81927" y="58746"/>
                </a:lnTo>
                <a:lnTo>
                  <a:pt x="81927" y="52674"/>
                </a:lnTo>
                <a:close/>
                <a:moveTo>
                  <a:pt x="95060" y="52674"/>
                </a:moveTo>
                <a:lnTo>
                  <a:pt x="95060" y="58746"/>
                </a:lnTo>
                <a:lnTo>
                  <a:pt x="88988" y="58746"/>
                </a:lnTo>
                <a:lnTo>
                  <a:pt x="88988" y="52674"/>
                </a:lnTo>
                <a:close/>
                <a:moveTo>
                  <a:pt x="123278" y="52674"/>
                </a:moveTo>
                <a:lnTo>
                  <a:pt x="123278" y="58746"/>
                </a:lnTo>
                <a:lnTo>
                  <a:pt x="117205" y="58746"/>
                </a:lnTo>
                <a:lnTo>
                  <a:pt x="117205" y="52674"/>
                </a:lnTo>
                <a:close/>
                <a:moveTo>
                  <a:pt x="130338" y="52674"/>
                </a:moveTo>
                <a:lnTo>
                  <a:pt x="130338" y="58746"/>
                </a:lnTo>
                <a:lnTo>
                  <a:pt x="124254" y="58746"/>
                </a:lnTo>
                <a:lnTo>
                  <a:pt x="124254" y="52674"/>
                </a:lnTo>
                <a:close/>
                <a:moveTo>
                  <a:pt x="144447" y="52674"/>
                </a:moveTo>
                <a:lnTo>
                  <a:pt x="144447" y="58746"/>
                </a:lnTo>
                <a:lnTo>
                  <a:pt x="138375" y="58746"/>
                </a:lnTo>
                <a:lnTo>
                  <a:pt x="138375" y="52674"/>
                </a:lnTo>
                <a:close/>
                <a:moveTo>
                  <a:pt x="151495" y="52674"/>
                </a:moveTo>
                <a:lnTo>
                  <a:pt x="151495" y="58746"/>
                </a:lnTo>
                <a:lnTo>
                  <a:pt x="145423" y="58746"/>
                </a:lnTo>
                <a:lnTo>
                  <a:pt x="145423" y="52674"/>
                </a:lnTo>
                <a:close/>
                <a:moveTo>
                  <a:pt x="158556" y="52674"/>
                </a:moveTo>
                <a:lnTo>
                  <a:pt x="158556" y="58746"/>
                </a:lnTo>
                <a:lnTo>
                  <a:pt x="152484" y="58746"/>
                </a:lnTo>
                <a:lnTo>
                  <a:pt x="152484" y="52674"/>
                </a:lnTo>
                <a:close/>
                <a:moveTo>
                  <a:pt x="165604" y="52674"/>
                </a:moveTo>
                <a:lnTo>
                  <a:pt x="165604" y="58746"/>
                </a:lnTo>
                <a:lnTo>
                  <a:pt x="159532" y="58746"/>
                </a:lnTo>
                <a:lnTo>
                  <a:pt x="159532" y="52674"/>
                </a:lnTo>
                <a:close/>
                <a:moveTo>
                  <a:pt x="172665" y="52674"/>
                </a:moveTo>
                <a:lnTo>
                  <a:pt x="172665" y="58746"/>
                </a:lnTo>
                <a:lnTo>
                  <a:pt x="166581" y="58746"/>
                </a:lnTo>
                <a:lnTo>
                  <a:pt x="166581" y="52674"/>
                </a:lnTo>
                <a:close/>
                <a:moveTo>
                  <a:pt x="179713" y="52674"/>
                </a:moveTo>
                <a:lnTo>
                  <a:pt x="179713" y="58746"/>
                </a:lnTo>
                <a:lnTo>
                  <a:pt x="173641" y="58746"/>
                </a:lnTo>
                <a:lnTo>
                  <a:pt x="173641" y="52674"/>
                </a:lnTo>
                <a:close/>
                <a:moveTo>
                  <a:pt x="186774" y="52674"/>
                </a:moveTo>
                <a:lnTo>
                  <a:pt x="186774" y="58746"/>
                </a:lnTo>
                <a:lnTo>
                  <a:pt x="180702" y="58746"/>
                </a:lnTo>
                <a:lnTo>
                  <a:pt x="180702" y="52674"/>
                </a:lnTo>
                <a:close/>
                <a:moveTo>
                  <a:pt x="193822" y="52674"/>
                </a:moveTo>
                <a:lnTo>
                  <a:pt x="193822" y="58746"/>
                </a:lnTo>
                <a:lnTo>
                  <a:pt x="187750" y="58746"/>
                </a:lnTo>
                <a:lnTo>
                  <a:pt x="187750" y="52674"/>
                </a:lnTo>
                <a:close/>
                <a:moveTo>
                  <a:pt x="200883" y="52674"/>
                </a:moveTo>
                <a:lnTo>
                  <a:pt x="200883" y="58746"/>
                </a:lnTo>
                <a:lnTo>
                  <a:pt x="194810" y="58746"/>
                </a:lnTo>
                <a:lnTo>
                  <a:pt x="194810" y="52674"/>
                </a:lnTo>
                <a:close/>
                <a:moveTo>
                  <a:pt x="207931" y="52674"/>
                </a:moveTo>
                <a:lnTo>
                  <a:pt x="207931" y="58746"/>
                </a:lnTo>
                <a:lnTo>
                  <a:pt x="201859" y="58746"/>
                </a:lnTo>
                <a:lnTo>
                  <a:pt x="201859" y="52674"/>
                </a:lnTo>
                <a:close/>
                <a:moveTo>
                  <a:pt x="214992" y="52674"/>
                </a:moveTo>
                <a:lnTo>
                  <a:pt x="214992" y="58746"/>
                </a:lnTo>
                <a:lnTo>
                  <a:pt x="208919" y="58746"/>
                </a:lnTo>
                <a:lnTo>
                  <a:pt x="208919" y="52674"/>
                </a:lnTo>
                <a:close/>
                <a:moveTo>
                  <a:pt x="222052" y="52674"/>
                </a:moveTo>
                <a:lnTo>
                  <a:pt x="222052" y="58746"/>
                </a:lnTo>
                <a:lnTo>
                  <a:pt x="215968" y="58746"/>
                </a:lnTo>
                <a:lnTo>
                  <a:pt x="215968" y="52674"/>
                </a:lnTo>
                <a:close/>
                <a:moveTo>
                  <a:pt x="229100" y="52674"/>
                </a:moveTo>
                <a:lnTo>
                  <a:pt x="229100" y="58746"/>
                </a:lnTo>
                <a:lnTo>
                  <a:pt x="223028" y="58746"/>
                </a:lnTo>
                <a:lnTo>
                  <a:pt x="223028" y="52674"/>
                </a:lnTo>
                <a:close/>
                <a:moveTo>
                  <a:pt x="236161" y="52674"/>
                </a:moveTo>
                <a:lnTo>
                  <a:pt x="236161" y="58746"/>
                </a:lnTo>
                <a:lnTo>
                  <a:pt x="230077" y="58746"/>
                </a:lnTo>
                <a:lnTo>
                  <a:pt x="230077" y="52674"/>
                </a:lnTo>
                <a:close/>
                <a:moveTo>
                  <a:pt x="243209" y="52674"/>
                </a:moveTo>
                <a:lnTo>
                  <a:pt x="243209" y="58746"/>
                </a:lnTo>
                <a:lnTo>
                  <a:pt x="237137" y="58746"/>
                </a:lnTo>
                <a:lnTo>
                  <a:pt x="237137" y="52674"/>
                </a:lnTo>
                <a:close/>
                <a:moveTo>
                  <a:pt x="250270" y="52674"/>
                </a:moveTo>
                <a:lnTo>
                  <a:pt x="250270" y="58746"/>
                </a:lnTo>
                <a:lnTo>
                  <a:pt x="244198" y="58746"/>
                </a:lnTo>
                <a:lnTo>
                  <a:pt x="244198" y="52674"/>
                </a:lnTo>
                <a:close/>
                <a:moveTo>
                  <a:pt x="257318" y="52674"/>
                </a:moveTo>
                <a:lnTo>
                  <a:pt x="257318" y="58746"/>
                </a:lnTo>
                <a:lnTo>
                  <a:pt x="251246" y="58746"/>
                </a:lnTo>
                <a:lnTo>
                  <a:pt x="251246" y="52674"/>
                </a:lnTo>
                <a:close/>
                <a:moveTo>
                  <a:pt x="264379" y="52674"/>
                </a:moveTo>
                <a:lnTo>
                  <a:pt x="264379" y="58746"/>
                </a:lnTo>
                <a:lnTo>
                  <a:pt x="258306" y="58746"/>
                </a:lnTo>
                <a:lnTo>
                  <a:pt x="258306" y="52674"/>
                </a:lnTo>
                <a:close/>
                <a:moveTo>
                  <a:pt x="271427" y="52674"/>
                </a:moveTo>
                <a:lnTo>
                  <a:pt x="271427" y="58746"/>
                </a:lnTo>
                <a:lnTo>
                  <a:pt x="265355" y="58746"/>
                </a:lnTo>
                <a:lnTo>
                  <a:pt x="265355" y="52674"/>
                </a:lnTo>
                <a:close/>
                <a:moveTo>
                  <a:pt x="278488" y="52674"/>
                </a:moveTo>
                <a:lnTo>
                  <a:pt x="278488" y="58746"/>
                </a:lnTo>
                <a:lnTo>
                  <a:pt x="272415" y="58746"/>
                </a:lnTo>
                <a:lnTo>
                  <a:pt x="272415" y="52674"/>
                </a:lnTo>
                <a:close/>
                <a:moveTo>
                  <a:pt x="60758" y="52674"/>
                </a:moveTo>
                <a:lnTo>
                  <a:pt x="66842" y="52686"/>
                </a:lnTo>
                <a:lnTo>
                  <a:pt x="66842" y="58758"/>
                </a:lnTo>
                <a:lnTo>
                  <a:pt x="60758" y="58758"/>
                </a:lnTo>
                <a:lnTo>
                  <a:pt x="60758" y="52674"/>
                </a:lnTo>
                <a:close/>
                <a:moveTo>
                  <a:pt x="67818" y="52674"/>
                </a:moveTo>
                <a:lnTo>
                  <a:pt x="73902" y="52686"/>
                </a:lnTo>
                <a:lnTo>
                  <a:pt x="73902" y="58758"/>
                </a:lnTo>
                <a:lnTo>
                  <a:pt x="67818" y="58758"/>
                </a:lnTo>
                <a:lnTo>
                  <a:pt x="67818" y="52674"/>
                </a:lnTo>
                <a:close/>
                <a:moveTo>
                  <a:pt x="74879" y="52674"/>
                </a:moveTo>
                <a:lnTo>
                  <a:pt x="80951" y="52686"/>
                </a:lnTo>
                <a:lnTo>
                  <a:pt x="80951" y="58758"/>
                </a:lnTo>
                <a:lnTo>
                  <a:pt x="74879" y="58758"/>
                </a:lnTo>
                <a:lnTo>
                  <a:pt x="74879" y="52674"/>
                </a:lnTo>
                <a:close/>
                <a:moveTo>
                  <a:pt x="96036" y="52674"/>
                </a:moveTo>
                <a:lnTo>
                  <a:pt x="102120" y="52686"/>
                </a:lnTo>
                <a:lnTo>
                  <a:pt x="102120" y="58758"/>
                </a:lnTo>
                <a:lnTo>
                  <a:pt x="96036" y="58758"/>
                </a:lnTo>
                <a:lnTo>
                  <a:pt x="96036" y="52674"/>
                </a:lnTo>
                <a:close/>
                <a:moveTo>
                  <a:pt x="103097" y="52674"/>
                </a:moveTo>
                <a:lnTo>
                  <a:pt x="109169" y="52686"/>
                </a:lnTo>
                <a:lnTo>
                  <a:pt x="109169" y="58758"/>
                </a:lnTo>
                <a:lnTo>
                  <a:pt x="103097" y="58758"/>
                </a:lnTo>
                <a:lnTo>
                  <a:pt x="103097" y="52674"/>
                </a:lnTo>
                <a:close/>
                <a:moveTo>
                  <a:pt x="110157" y="52674"/>
                </a:moveTo>
                <a:lnTo>
                  <a:pt x="116229" y="52686"/>
                </a:lnTo>
                <a:lnTo>
                  <a:pt x="116229" y="58758"/>
                </a:lnTo>
                <a:lnTo>
                  <a:pt x="110157" y="58758"/>
                </a:lnTo>
                <a:lnTo>
                  <a:pt x="110157" y="52674"/>
                </a:lnTo>
                <a:close/>
                <a:moveTo>
                  <a:pt x="131314" y="52674"/>
                </a:moveTo>
                <a:lnTo>
                  <a:pt x="137387" y="52686"/>
                </a:lnTo>
                <a:lnTo>
                  <a:pt x="137387" y="58758"/>
                </a:lnTo>
                <a:lnTo>
                  <a:pt x="131314" y="58758"/>
                </a:lnTo>
                <a:lnTo>
                  <a:pt x="131314" y="52674"/>
                </a:lnTo>
                <a:close/>
                <a:moveTo>
                  <a:pt x="17443" y="59734"/>
                </a:moveTo>
                <a:lnTo>
                  <a:pt x="17443" y="65806"/>
                </a:lnTo>
                <a:lnTo>
                  <a:pt x="11371" y="65806"/>
                </a:lnTo>
                <a:lnTo>
                  <a:pt x="11371" y="59734"/>
                </a:lnTo>
                <a:close/>
                <a:moveTo>
                  <a:pt x="24503" y="59734"/>
                </a:moveTo>
                <a:lnTo>
                  <a:pt x="24503" y="65806"/>
                </a:lnTo>
                <a:lnTo>
                  <a:pt x="18431" y="65806"/>
                </a:lnTo>
                <a:lnTo>
                  <a:pt x="18431" y="59734"/>
                </a:lnTo>
                <a:close/>
                <a:moveTo>
                  <a:pt x="31564" y="59734"/>
                </a:moveTo>
                <a:lnTo>
                  <a:pt x="31564" y="65806"/>
                </a:lnTo>
                <a:lnTo>
                  <a:pt x="25492" y="65806"/>
                </a:lnTo>
                <a:lnTo>
                  <a:pt x="25492" y="59734"/>
                </a:lnTo>
                <a:close/>
                <a:moveTo>
                  <a:pt x="38612" y="59734"/>
                </a:moveTo>
                <a:lnTo>
                  <a:pt x="38612" y="65806"/>
                </a:lnTo>
                <a:lnTo>
                  <a:pt x="32540" y="65806"/>
                </a:lnTo>
                <a:lnTo>
                  <a:pt x="32540" y="59734"/>
                </a:lnTo>
                <a:close/>
                <a:moveTo>
                  <a:pt x="45673" y="59734"/>
                </a:moveTo>
                <a:lnTo>
                  <a:pt x="45673" y="65806"/>
                </a:lnTo>
                <a:lnTo>
                  <a:pt x="39601" y="65806"/>
                </a:lnTo>
                <a:lnTo>
                  <a:pt x="39601" y="59734"/>
                </a:lnTo>
                <a:close/>
                <a:moveTo>
                  <a:pt x="52721" y="59734"/>
                </a:moveTo>
                <a:lnTo>
                  <a:pt x="52721" y="65806"/>
                </a:lnTo>
                <a:lnTo>
                  <a:pt x="46649" y="65806"/>
                </a:lnTo>
                <a:lnTo>
                  <a:pt x="46649" y="59734"/>
                </a:lnTo>
                <a:close/>
                <a:moveTo>
                  <a:pt x="59782" y="59734"/>
                </a:moveTo>
                <a:lnTo>
                  <a:pt x="59782" y="65806"/>
                </a:lnTo>
                <a:lnTo>
                  <a:pt x="53709" y="65806"/>
                </a:lnTo>
                <a:lnTo>
                  <a:pt x="53709" y="59734"/>
                </a:lnTo>
                <a:close/>
                <a:moveTo>
                  <a:pt x="66842" y="59734"/>
                </a:moveTo>
                <a:lnTo>
                  <a:pt x="66842" y="65806"/>
                </a:lnTo>
                <a:lnTo>
                  <a:pt x="60758" y="65806"/>
                </a:lnTo>
                <a:lnTo>
                  <a:pt x="60758" y="59734"/>
                </a:lnTo>
                <a:close/>
                <a:moveTo>
                  <a:pt x="73902" y="59734"/>
                </a:moveTo>
                <a:lnTo>
                  <a:pt x="73902" y="65806"/>
                </a:lnTo>
                <a:lnTo>
                  <a:pt x="67818" y="65806"/>
                </a:lnTo>
                <a:lnTo>
                  <a:pt x="67818" y="59734"/>
                </a:lnTo>
                <a:close/>
                <a:moveTo>
                  <a:pt x="80951" y="59734"/>
                </a:moveTo>
                <a:lnTo>
                  <a:pt x="80951" y="65806"/>
                </a:lnTo>
                <a:lnTo>
                  <a:pt x="74879" y="65806"/>
                </a:lnTo>
                <a:lnTo>
                  <a:pt x="74879" y="59734"/>
                </a:lnTo>
                <a:close/>
                <a:moveTo>
                  <a:pt x="88011" y="59734"/>
                </a:moveTo>
                <a:lnTo>
                  <a:pt x="88011" y="65806"/>
                </a:lnTo>
                <a:lnTo>
                  <a:pt x="81927" y="65806"/>
                </a:lnTo>
                <a:lnTo>
                  <a:pt x="81927" y="59734"/>
                </a:lnTo>
                <a:close/>
                <a:moveTo>
                  <a:pt x="95060" y="59734"/>
                </a:moveTo>
                <a:lnTo>
                  <a:pt x="95060" y="65806"/>
                </a:lnTo>
                <a:lnTo>
                  <a:pt x="88988" y="65806"/>
                </a:lnTo>
                <a:lnTo>
                  <a:pt x="88988" y="59734"/>
                </a:lnTo>
                <a:close/>
                <a:moveTo>
                  <a:pt x="123278" y="59734"/>
                </a:moveTo>
                <a:lnTo>
                  <a:pt x="123278" y="65806"/>
                </a:lnTo>
                <a:lnTo>
                  <a:pt x="117205" y="65806"/>
                </a:lnTo>
                <a:lnTo>
                  <a:pt x="117205" y="59734"/>
                </a:lnTo>
                <a:close/>
                <a:moveTo>
                  <a:pt x="130338" y="59734"/>
                </a:moveTo>
                <a:lnTo>
                  <a:pt x="130338" y="65806"/>
                </a:lnTo>
                <a:lnTo>
                  <a:pt x="124254" y="65806"/>
                </a:lnTo>
                <a:lnTo>
                  <a:pt x="124254" y="59734"/>
                </a:lnTo>
                <a:close/>
                <a:moveTo>
                  <a:pt x="144447" y="59734"/>
                </a:moveTo>
                <a:lnTo>
                  <a:pt x="144447" y="65806"/>
                </a:lnTo>
                <a:lnTo>
                  <a:pt x="138375" y="65806"/>
                </a:lnTo>
                <a:lnTo>
                  <a:pt x="138375" y="59734"/>
                </a:lnTo>
                <a:close/>
                <a:moveTo>
                  <a:pt x="151495" y="59734"/>
                </a:moveTo>
                <a:lnTo>
                  <a:pt x="151495" y="65806"/>
                </a:lnTo>
                <a:lnTo>
                  <a:pt x="145423" y="65806"/>
                </a:lnTo>
                <a:lnTo>
                  <a:pt x="145423" y="59734"/>
                </a:lnTo>
                <a:close/>
                <a:moveTo>
                  <a:pt x="158556" y="59734"/>
                </a:moveTo>
                <a:lnTo>
                  <a:pt x="158556" y="65806"/>
                </a:lnTo>
                <a:lnTo>
                  <a:pt x="152484" y="65806"/>
                </a:lnTo>
                <a:lnTo>
                  <a:pt x="152484" y="59734"/>
                </a:lnTo>
                <a:close/>
                <a:moveTo>
                  <a:pt x="165604" y="59734"/>
                </a:moveTo>
                <a:lnTo>
                  <a:pt x="165604" y="65806"/>
                </a:lnTo>
                <a:lnTo>
                  <a:pt x="159532" y="65806"/>
                </a:lnTo>
                <a:lnTo>
                  <a:pt x="159532" y="59734"/>
                </a:lnTo>
                <a:close/>
                <a:moveTo>
                  <a:pt x="172665" y="59734"/>
                </a:moveTo>
                <a:lnTo>
                  <a:pt x="172665" y="65806"/>
                </a:lnTo>
                <a:lnTo>
                  <a:pt x="166581" y="65806"/>
                </a:lnTo>
                <a:lnTo>
                  <a:pt x="166581" y="59734"/>
                </a:lnTo>
                <a:close/>
                <a:moveTo>
                  <a:pt x="179713" y="59734"/>
                </a:moveTo>
                <a:lnTo>
                  <a:pt x="179713" y="65806"/>
                </a:lnTo>
                <a:lnTo>
                  <a:pt x="173641" y="65806"/>
                </a:lnTo>
                <a:lnTo>
                  <a:pt x="173641" y="59734"/>
                </a:lnTo>
                <a:close/>
                <a:moveTo>
                  <a:pt x="186774" y="59734"/>
                </a:moveTo>
                <a:lnTo>
                  <a:pt x="186774" y="65806"/>
                </a:lnTo>
                <a:lnTo>
                  <a:pt x="180702" y="65806"/>
                </a:lnTo>
                <a:lnTo>
                  <a:pt x="180702" y="59734"/>
                </a:lnTo>
                <a:close/>
                <a:moveTo>
                  <a:pt x="193822" y="59734"/>
                </a:moveTo>
                <a:lnTo>
                  <a:pt x="193822" y="65806"/>
                </a:lnTo>
                <a:lnTo>
                  <a:pt x="187750" y="65806"/>
                </a:lnTo>
                <a:lnTo>
                  <a:pt x="187750" y="59734"/>
                </a:lnTo>
                <a:close/>
                <a:moveTo>
                  <a:pt x="200883" y="59734"/>
                </a:moveTo>
                <a:lnTo>
                  <a:pt x="200883" y="65806"/>
                </a:lnTo>
                <a:lnTo>
                  <a:pt x="194810" y="65806"/>
                </a:lnTo>
                <a:lnTo>
                  <a:pt x="194810" y="59734"/>
                </a:lnTo>
                <a:close/>
                <a:moveTo>
                  <a:pt x="207931" y="59734"/>
                </a:moveTo>
                <a:lnTo>
                  <a:pt x="207931" y="65806"/>
                </a:lnTo>
                <a:lnTo>
                  <a:pt x="201859" y="65806"/>
                </a:lnTo>
                <a:lnTo>
                  <a:pt x="201859" y="59734"/>
                </a:lnTo>
                <a:close/>
                <a:moveTo>
                  <a:pt x="214992" y="59734"/>
                </a:moveTo>
                <a:lnTo>
                  <a:pt x="214992" y="65806"/>
                </a:lnTo>
                <a:lnTo>
                  <a:pt x="208919" y="65806"/>
                </a:lnTo>
                <a:lnTo>
                  <a:pt x="208919" y="59734"/>
                </a:lnTo>
                <a:close/>
                <a:moveTo>
                  <a:pt x="222052" y="59734"/>
                </a:moveTo>
                <a:lnTo>
                  <a:pt x="222052" y="65806"/>
                </a:lnTo>
                <a:lnTo>
                  <a:pt x="215968" y="65806"/>
                </a:lnTo>
                <a:lnTo>
                  <a:pt x="215968" y="59734"/>
                </a:lnTo>
                <a:close/>
                <a:moveTo>
                  <a:pt x="229100" y="59734"/>
                </a:moveTo>
                <a:lnTo>
                  <a:pt x="229100" y="65806"/>
                </a:lnTo>
                <a:lnTo>
                  <a:pt x="223028" y="65806"/>
                </a:lnTo>
                <a:lnTo>
                  <a:pt x="223028" y="59734"/>
                </a:lnTo>
                <a:close/>
                <a:moveTo>
                  <a:pt x="236161" y="59734"/>
                </a:moveTo>
                <a:lnTo>
                  <a:pt x="236161" y="65806"/>
                </a:lnTo>
                <a:lnTo>
                  <a:pt x="230077" y="65806"/>
                </a:lnTo>
                <a:lnTo>
                  <a:pt x="230077" y="59734"/>
                </a:lnTo>
                <a:close/>
                <a:moveTo>
                  <a:pt x="243209" y="59734"/>
                </a:moveTo>
                <a:lnTo>
                  <a:pt x="243209" y="65806"/>
                </a:lnTo>
                <a:lnTo>
                  <a:pt x="237137" y="65806"/>
                </a:lnTo>
                <a:lnTo>
                  <a:pt x="237137" y="59734"/>
                </a:lnTo>
                <a:close/>
                <a:moveTo>
                  <a:pt x="250270" y="59734"/>
                </a:moveTo>
                <a:lnTo>
                  <a:pt x="250270" y="65806"/>
                </a:lnTo>
                <a:lnTo>
                  <a:pt x="244198" y="65806"/>
                </a:lnTo>
                <a:lnTo>
                  <a:pt x="244198" y="59734"/>
                </a:lnTo>
                <a:close/>
                <a:moveTo>
                  <a:pt x="257318" y="59734"/>
                </a:moveTo>
                <a:lnTo>
                  <a:pt x="257318" y="65806"/>
                </a:lnTo>
                <a:lnTo>
                  <a:pt x="251246" y="65806"/>
                </a:lnTo>
                <a:lnTo>
                  <a:pt x="251246" y="59734"/>
                </a:lnTo>
                <a:close/>
                <a:moveTo>
                  <a:pt x="264379" y="59734"/>
                </a:moveTo>
                <a:lnTo>
                  <a:pt x="264379" y="65806"/>
                </a:lnTo>
                <a:lnTo>
                  <a:pt x="258306" y="65806"/>
                </a:lnTo>
                <a:lnTo>
                  <a:pt x="258306" y="59734"/>
                </a:lnTo>
                <a:close/>
                <a:moveTo>
                  <a:pt x="271427" y="59734"/>
                </a:moveTo>
                <a:lnTo>
                  <a:pt x="271427" y="65806"/>
                </a:lnTo>
                <a:lnTo>
                  <a:pt x="265355" y="65806"/>
                </a:lnTo>
                <a:lnTo>
                  <a:pt x="265355" y="59734"/>
                </a:lnTo>
                <a:close/>
                <a:moveTo>
                  <a:pt x="278488" y="59734"/>
                </a:moveTo>
                <a:lnTo>
                  <a:pt x="278488" y="65806"/>
                </a:lnTo>
                <a:lnTo>
                  <a:pt x="272415" y="65806"/>
                </a:lnTo>
                <a:lnTo>
                  <a:pt x="272415" y="59734"/>
                </a:lnTo>
                <a:close/>
                <a:moveTo>
                  <a:pt x="102120" y="59734"/>
                </a:moveTo>
                <a:lnTo>
                  <a:pt x="102120" y="65818"/>
                </a:lnTo>
                <a:lnTo>
                  <a:pt x="96036" y="65818"/>
                </a:lnTo>
                <a:lnTo>
                  <a:pt x="96036" y="59734"/>
                </a:lnTo>
                <a:close/>
                <a:moveTo>
                  <a:pt x="109169" y="59734"/>
                </a:moveTo>
                <a:lnTo>
                  <a:pt x="109169" y="65818"/>
                </a:lnTo>
                <a:lnTo>
                  <a:pt x="103097" y="65818"/>
                </a:lnTo>
                <a:lnTo>
                  <a:pt x="103097" y="59734"/>
                </a:lnTo>
                <a:close/>
                <a:moveTo>
                  <a:pt x="116229" y="59734"/>
                </a:moveTo>
                <a:lnTo>
                  <a:pt x="116229" y="65818"/>
                </a:lnTo>
                <a:lnTo>
                  <a:pt x="110157" y="65818"/>
                </a:lnTo>
                <a:lnTo>
                  <a:pt x="110157" y="59734"/>
                </a:lnTo>
                <a:close/>
                <a:moveTo>
                  <a:pt x="137387" y="59734"/>
                </a:moveTo>
                <a:lnTo>
                  <a:pt x="137387" y="65818"/>
                </a:lnTo>
                <a:lnTo>
                  <a:pt x="131314" y="65818"/>
                </a:lnTo>
                <a:lnTo>
                  <a:pt x="131314" y="59734"/>
                </a:lnTo>
                <a:close/>
                <a:moveTo>
                  <a:pt x="17443" y="66783"/>
                </a:moveTo>
                <a:lnTo>
                  <a:pt x="17443" y="72867"/>
                </a:lnTo>
                <a:lnTo>
                  <a:pt x="11371" y="72867"/>
                </a:lnTo>
                <a:lnTo>
                  <a:pt x="11371" y="66783"/>
                </a:lnTo>
                <a:close/>
                <a:moveTo>
                  <a:pt x="24503" y="66783"/>
                </a:moveTo>
                <a:lnTo>
                  <a:pt x="24503" y="72867"/>
                </a:lnTo>
                <a:lnTo>
                  <a:pt x="18431" y="72867"/>
                </a:lnTo>
                <a:lnTo>
                  <a:pt x="18431" y="66783"/>
                </a:lnTo>
                <a:close/>
                <a:moveTo>
                  <a:pt x="31564" y="66783"/>
                </a:moveTo>
                <a:lnTo>
                  <a:pt x="31564" y="72867"/>
                </a:lnTo>
                <a:lnTo>
                  <a:pt x="25492" y="72867"/>
                </a:lnTo>
                <a:lnTo>
                  <a:pt x="25492" y="66783"/>
                </a:lnTo>
                <a:close/>
                <a:moveTo>
                  <a:pt x="38612" y="66783"/>
                </a:moveTo>
                <a:lnTo>
                  <a:pt x="38612" y="72867"/>
                </a:lnTo>
                <a:lnTo>
                  <a:pt x="32540" y="72867"/>
                </a:lnTo>
                <a:lnTo>
                  <a:pt x="32540" y="66783"/>
                </a:lnTo>
                <a:close/>
                <a:moveTo>
                  <a:pt x="45673" y="66783"/>
                </a:moveTo>
                <a:lnTo>
                  <a:pt x="45673" y="72867"/>
                </a:lnTo>
                <a:lnTo>
                  <a:pt x="39601" y="72867"/>
                </a:lnTo>
                <a:lnTo>
                  <a:pt x="39601" y="66783"/>
                </a:lnTo>
                <a:close/>
                <a:moveTo>
                  <a:pt x="52721" y="66783"/>
                </a:moveTo>
                <a:lnTo>
                  <a:pt x="52721" y="72867"/>
                </a:lnTo>
                <a:lnTo>
                  <a:pt x="46649" y="72867"/>
                </a:lnTo>
                <a:lnTo>
                  <a:pt x="46649" y="66783"/>
                </a:lnTo>
                <a:close/>
                <a:moveTo>
                  <a:pt x="59782" y="66783"/>
                </a:moveTo>
                <a:lnTo>
                  <a:pt x="59782" y="72867"/>
                </a:lnTo>
                <a:lnTo>
                  <a:pt x="53709" y="72867"/>
                </a:lnTo>
                <a:lnTo>
                  <a:pt x="53709" y="66783"/>
                </a:lnTo>
                <a:close/>
                <a:moveTo>
                  <a:pt x="60758" y="66783"/>
                </a:moveTo>
                <a:lnTo>
                  <a:pt x="66842" y="66795"/>
                </a:lnTo>
                <a:lnTo>
                  <a:pt x="66842" y="72867"/>
                </a:lnTo>
                <a:lnTo>
                  <a:pt x="60758" y="72867"/>
                </a:lnTo>
                <a:lnTo>
                  <a:pt x="60758" y="66783"/>
                </a:lnTo>
                <a:close/>
                <a:moveTo>
                  <a:pt x="67818" y="66783"/>
                </a:moveTo>
                <a:lnTo>
                  <a:pt x="73902" y="66795"/>
                </a:lnTo>
                <a:lnTo>
                  <a:pt x="73902" y="72867"/>
                </a:lnTo>
                <a:lnTo>
                  <a:pt x="67818" y="72867"/>
                </a:lnTo>
                <a:lnTo>
                  <a:pt x="67818" y="66783"/>
                </a:lnTo>
                <a:close/>
                <a:moveTo>
                  <a:pt x="74879" y="66783"/>
                </a:moveTo>
                <a:lnTo>
                  <a:pt x="80951" y="66795"/>
                </a:lnTo>
                <a:lnTo>
                  <a:pt x="80951" y="72867"/>
                </a:lnTo>
                <a:lnTo>
                  <a:pt x="74879" y="72867"/>
                </a:lnTo>
                <a:lnTo>
                  <a:pt x="74879" y="66783"/>
                </a:lnTo>
                <a:close/>
                <a:moveTo>
                  <a:pt x="88011" y="66783"/>
                </a:moveTo>
                <a:lnTo>
                  <a:pt x="88011" y="72867"/>
                </a:lnTo>
                <a:lnTo>
                  <a:pt x="81927" y="72867"/>
                </a:lnTo>
                <a:lnTo>
                  <a:pt x="81927" y="66783"/>
                </a:lnTo>
                <a:close/>
                <a:moveTo>
                  <a:pt x="95060" y="66783"/>
                </a:moveTo>
                <a:lnTo>
                  <a:pt x="95060" y="72867"/>
                </a:lnTo>
                <a:lnTo>
                  <a:pt x="88988" y="72867"/>
                </a:lnTo>
                <a:lnTo>
                  <a:pt x="88988" y="66783"/>
                </a:lnTo>
                <a:close/>
                <a:moveTo>
                  <a:pt x="96036" y="66783"/>
                </a:moveTo>
                <a:lnTo>
                  <a:pt x="102120" y="66795"/>
                </a:lnTo>
                <a:lnTo>
                  <a:pt x="102120" y="72867"/>
                </a:lnTo>
                <a:lnTo>
                  <a:pt x="96036" y="72867"/>
                </a:lnTo>
                <a:lnTo>
                  <a:pt x="96036" y="66783"/>
                </a:lnTo>
                <a:close/>
                <a:moveTo>
                  <a:pt x="103097" y="66783"/>
                </a:moveTo>
                <a:lnTo>
                  <a:pt x="109169" y="66795"/>
                </a:lnTo>
                <a:lnTo>
                  <a:pt x="109169" y="72867"/>
                </a:lnTo>
                <a:lnTo>
                  <a:pt x="103097" y="72867"/>
                </a:lnTo>
                <a:lnTo>
                  <a:pt x="103097" y="66783"/>
                </a:lnTo>
                <a:close/>
                <a:moveTo>
                  <a:pt x="110157" y="66783"/>
                </a:moveTo>
                <a:lnTo>
                  <a:pt x="116229" y="66795"/>
                </a:lnTo>
                <a:lnTo>
                  <a:pt x="116229" y="72867"/>
                </a:lnTo>
                <a:lnTo>
                  <a:pt x="110157" y="72867"/>
                </a:lnTo>
                <a:lnTo>
                  <a:pt x="110157" y="66783"/>
                </a:lnTo>
                <a:close/>
                <a:moveTo>
                  <a:pt x="123278" y="66783"/>
                </a:moveTo>
                <a:lnTo>
                  <a:pt x="123278" y="72867"/>
                </a:lnTo>
                <a:lnTo>
                  <a:pt x="117205" y="72867"/>
                </a:lnTo>
                <a:lnTo>
                  <a:pt x="117205" y="66783"/>
                </a:lnTo>
                <a:close/>
                <a:moveTo>
                  <a:pt x="130338" y="66783"/>
                </a:moveTo>
                <a:lnTo>
                  <a:pt x="130338" y="72867"/>
                </a:lnTo>
                <a:lnTo>
                  <a:pt x="124254" y="72867"/>
                </a:lnTo>
                <a:lnTo>
                  <a:pt x="124254" y="66783"/>
                </a:lnTo>
                <a:close/>
                <a:moveTo>
                  <a:pt x="131314" y="66783"/>
                </a:moveTo>
                <a:lnTo>
                  <a:pt x="137387" y="66795"/>
                </a:lnTo>
                <a:lnTo>
                  <a:pt x="137387" y="72867"/>
                </a:lnTo>
                <a:lnTo>
                  <a:pt x="131314" y="72867"/>
                </a:lnTo>
                <a:lnTo>
                  <a:pt x="131314" y="66783"/>
                </a:lnTo>
                <a:close/>
                <a:moveTo>
                  <a:pt x="144447" y="66783"/>
                </a:moveTo>
                <a:lnTo>
                  <a:pt x="144447" y="72867"/>
                </a:lnTo>
                <a:lnTo>
                  <a:pt x="138375" y="72867"/>
                </a:lnTo>
                <a:lnTo>
                  <a:pt x="138375" y="66783"/>
                </a:lnTo>
                <a:close/>
                <a:moveTo>
                  <a:pt x="151495" y="66783"/>
                </a:moveTo>
                <a:lnTo>
                  <a:pt x="151495" y="72867"/>
                </a:lnTo>
                <a:lnTo>
                  <a:pt x="145423" y="72867"/>
                </a:lnTo>
                <a:lnTo>
                  <a:pt x="145423" y="66783"/>
                </a:lnTo>
                <a:close/>
                <a:moveTo>
                  <a:pt x="158556" y="66783"/>
                </a:moveTo>
                <a:lnTo>
                  <a:pt x="158556" y="72867"/>
                </a:lnTo>
                <a:lnTo>
                  <a:pt x="152484" y="72867"/>
                </a:lnTo>
                <a:lnTo>
                  <a:pt x="152484" y="66783"/>
                </a:lnTo>
                <a:close/>
                <a:moveTo>
                  <a:pt x="165604" y="66783"/>
                </a:moveTo>
                <a:lnTo>
                  <a:pt x="165604" y="72867"/>
                </a:lnTo>
                <a:lnTo>
                  <a:pt x="159532" y="72867"/>
                </a:lnTo>
                <a:lnTo>
                  <a:pt x="159532" y="66783"/>
                </a:lnTo>
                <a:close/>
                <a:moveTo>
                  <a:pt x="172665" y="66783"/>
                </a:moveTo>
                <a:lnTo>
                  <a:pt x="172665" y="72867"/>
                </a:lnTo>
                <a:lnTo>
                  <a:pt x="166581" y="72867"/>
                </a:lnTo>
                <a:lnTo>
                  <a:pt x="166581" y="66783"/>
                </a:lnTo>
                <a:close/>
                <a:moveTo>
                  <a:pt x="179713" y="66783"/>
                </a:moveTo>
                <a:lnTo>
                  <a:pt x="179713" y="72867"/>
                </a:lnTo>
                <a:lnTo>
                  <a:pt x="173641" y="72867"/>
                </a:lnTo>
                <a:lnTo>
                  <a:pt x="173641" y="66783"/>
                </a:lnTo>
                <a:close/>
                <a:moveTo>
                  <a:pt x="186774" y="66783"/>
                </a:moveTo>
                <a:lnTo>
                  <a:pt x="186774" y="72867"/>
                </a:lnTo>
                <a:lnTo>
                  <a:pt x="180702" y="72867"/>
                </a:lnTo>
                <a:lnTo>
                  <a:pt x="180702" y="66783"/>
                </a:lnTo>
                <a:close/>
                <a:moveTo>
                  <a:pt x="193822" y="66783"/>
                </a:moveTo>
                <a:lnTo>
                  <a:pt x="193822" y="72867"/>
                </a:lnTo>
                <a:lnTo>
                  <a:pt x="187750" y="72867"/>
                </a:lnTo>
                <a:lnTo>
                  <a:pt x="187750" y="66783"/>
                </a:lnTo>
                <a:close/>
                <a:moveTo>
                  <a:pt x="200883" y="66783"/>
                </a:moveTo>
                <a:lnTo>
                  <a:pt x="200883" y="72867"/>
                </a:lnTo>
                <a:lnTo>
                  <a:pt x="194810" y="72867"/>
                </a:lnTo>
                <a:lnTo>
                  <a:pt x="194810" y="66783"/>
                </a:lnTo>
                <a:close/>
                <a:moveTo>
                  <a:pt x="207931" y="66783"/>
                </a:moveTo>
                <a:lnTo>
                  <a:pt x="207931" y="72867"/>
                </a:lnTo>
                <a:lnTo>
                  <a:pt x="201859" y="72867"/>
                </a:lnTo>
                <a:lnTo>
                  <a:pt x="201859" y="66783"/>
                </a:lnTo>
                <a:close/>
                <a:moveTo>
                  <a:pt x="214992" y="66783"/>
                </a:moveTo>
                <a:lnTo>
                  <a:pt x="214992" y="72867"/>
                </a:lnTo>
                <a:lnTo>
                  <a:pt x="208919" y="72867"/>
                </a:lnTo>
                <a:lnTo>
                  <a:pt x="208919" y="66783"/>
                </a:lnTo>
                <a:close/>
                <a:moveTo>
                  <a:pt x="222052" y="66783"/>
                </a:moveTo>
                <a:lnTo>
                  <a:pt x="222052" y="72867"/>
                </a:lnTo>
                <a:lnTo>
                  <a:pt x="215968" y="72867"/>
                </a:lnTo>
                <a:lnTo>
                  <a:pt x="215968" y="66783"/>
                </a:lnTo>
                <a:close/>
                <a:moveTo>
                  <a:pt x="229100" y="66783"/>
                </a:moveTo>
                <a:lnTo>
                  <a:pt x="229100" y="72867"/>
                </a:lnTo>
                <a:lnTo>
                  <a:pt x="223028" y="72867"/>
                </a:lnTo>
                <a:lnTo>
                  <a:pt x="223028" y="66783"/>
                </a:lnTo>
                <a:close/>
                <a:moveTo>
                  <a:pt x="236161" y="66783"/>
                </a:moveTo>
                <a:lnTo>
                  <a:pt x="236161" y="72867"/>
                </a:lnTo>
                <a:lnTo>
                  <a:pt x="230077" y="72867"/>
                </a:lnTo>
                <a:lnTo>
                  <a:pt x="230077" y="66783"/>
                </a:lnTo>
                <a:close/>
                <a:moveTo>
                  <a:pt x="243209" y="66783"/>
                </a:moveTo>
                <a:lnTo>
                  <a:pt x="243209" y="72867"/>
                </a:lnTo>
                <a:lnTo>
                  <a:pt x="237137" y="72867"/>
                </a:lnTo>
                <a:lnTo>
                  <a:pt x="237137" y="66783"/>
                </a:lnTo>
                <a:close/>
                <a:moveTo>
                  <a:pt x="250270" y="66783"/>
                </a:moveTo>
                <a:lnTo>
                  <a:pt x="250270" y="72867"/>
                </a:lnTo>
                <a:lnTo>
                  <a:pt x="244198" y="72867"/>
                </a:lnTo>
                <a:lnTo>
                  <a:pt x="244198" y="66783"/>
                </a:lnTo>
                <a:close/>
                <a:moveTo>
                  <a:pt x="257318" y="66783"/>
                </a:moveTo>
                <a:lnTo>
                  <a:pt x="257318" y="72867"/>
                </a:lnTo>
                <a:lnTo>
                  <a:pt x="251246" y="72867"/>
                </a:lnTo>
                <a:lnTo>
                  <a:pt x="251246" y="66783"/>
                </a:lnTo>
                <a:close/>
                <a:moveTo>
                  <a:pt x="264379" y="66783"/>
                </a:moveTo>
                <a:lnTo>
                  <a:pt x="264379" y="72867"/>
                </a:lnTo>
                <a:lnTo>
                  <a:pt x="258306" y="72867"/>
                </a:lnTo>
                <a:lnTo>
                  <a:pt x="258306" y="66783"/>
                </a:lnTo>
                <a:close/>
                <a:moveTo>
                  <a:pt x="271427" y="66783"/>
                </a:moveTo>
                <a:lnTo>
                  <a:pt x="271427" y="72867"/>
                </a:lnTo>
                <a:lnTo>
                  <a:pt x="265355" y="72867"/>
                </a:lnTo>
                <a:lnTo>
                  <a:pt x="265355" y="66783"/>
                </a:lnTo>
                <a:close/>
                <a:moveTo>
                  <a:pt x="278488" y="66783"/>
                </a:moveTo>
                <a:lnTo>
                  <a:pt x="278488" y="72867"/>
                </a:lnTo>
                <a:lnTo>
                  <a:pt x="272415" y="72867"/>
                </a:lnTo>
                <a:lnTo>
                  <a:pt x="272415" y="66783"/>
                </a:lnTo>
                <a:close/>
                <a:moveTo>
                  <a:pt x="17443" y="73843"/>
                </a:moveTo>
                <a:lnTo>
                  <a:pt x="17443" y="79915"/>
                </a:lnTo>
                <a:lnTo>
                  <a:pt x="11371" y="79915"/>
                </a:lnTo>
                <a:lnTo>
                  <a:pt x="11371" y="73843"/>
                </a:lnTo>
                <a:close/>
                <a:moveTo>
                  <a:pt x="24503" y="73843"/>
                </a:moveTo>
                <a:lnTo>
                  <a:pt x="24503" y="79915"/>
                </a:lnTo>
                <a:lnTo>
                  <a:pt x="18431" y="79915"/>
                </a:lnTo>
                <a:lnTo>
                  <a:pt x="18431" y="73843"/>
                </a:lnTo>
                <a:close/>
                <a:moveTo>
                  <a:pt x="31564" y="73843"/>
                </a:moveTo>
                <a:lnTo>
                  <a:pt x="31564" y="79915"/>
                </a:lnTo>
                <a:lnTo>
                  <a:pt x="25492" y="79915"/>
                </a:lnTo>
                <a:lnTo>
                  <a:pt x="25492" y="73843"/>
                </a:lnTo>
                <a:close/>
                <a:moveTo>
                  <a:pt x="38612" y="73843"/>
                </a:moveTo>
                <a:lnTo>
                  <a:pt x="38612" y="79915"/>
                </a:lnTo>
                <a:lnTo>
                  <a:pt x="32540" y="79915"/>
                </a:lnTo>
                <a:lnTo>
                  <a:pt x="32540" y="73843"/>
                </a:lnTo>
                <a:close/>
                <a:moveTo>
                  <a:pt x="45673" y="73843"/>
                </a:moveTo>
                <a:lnTo>
                  <a:pt x="45673" y="79915"/>
                </a:lnTo>
                <a:lnTo>
                  <a:pt x="39601" y="79915"/>
                </a:lnTo>
                <a:lnTo>
                  <a:pt x="39601" y="73843"/>
                </a:lnTo>
                <a:close/>
                <a:moveTo>
                  <a:pt x="52721" y="73843"/>
                </a:moveTo>
                <a:lnTo>
                  <a:pt x="52721" y="79915"/>
                </a:lnTo>
                <a:lnTo>
                  <a:pt x="46649" y="79915"/>
                </a:lnTo>
                <a:lnTo>
                  <a:pt x="46649" y="73843"/>
                </a:lnTo>
                <a:close/>
                <a:moveTo>
                  <a:pt x="59782" y="73843"/>
                </a:moveTo>
                <a:lnTo>
                  <a:pt x="59782" y="79915"/>
                </a:lnTo>
                <a:lnTo>
                  <a:pt x="53709" y="79915"/>
                </a:lnTo>
                <a:lnTo>
                  <a:pt x="53709" y="73843"/>
                </a:lnTo>
                <a:close/>
                <a:moveTo>
                  <a:pt x="66842" y="73843"/>
                </a:moveTo>
                <a:lnTo>
                  <a:pt x="66842" y="79915"/>
                </a:lnTo>
                <a:lnTo>
                  <a:pt x="60758" y="79915"/>
                </a:lnTo>
                <a:lnTo>
                  <a:pt x="60758" y="73843"/>
                </a:lnTo>
                <a:close/>
                <a:moveTo>
                  <a:pt x="73902" y="73843"/>
                </a:moveTo>
                <a:lnTo>
                  <a:pt x="73902" y="79915"/>
                </a:lnTo>
                <a:lnTo>
                  <a:pt x="67818" y="79915"/>
                </a:lnTo>
                <a:lnTo>
                  <a:pt x="67818" y="73843"/>
                </a:lnTo>
                <a:close/>
                <a:moveTo>
                  <a:pt x="80951" y="73843"/>
                </a:moveTo>
                <a:lnTo>
                  <a:pt x="80951" y="79915"/>
                </a:lnTo>
                <a:lnTo>
                  <a:pt x="74879" y="79915"/>
                </a:lnTo>
                <a:lnTo>
                  <a:pt x="74879" y="73843"/>
                </a:lnTo>
                <a:close/>
                <a:moveTo>
                  <a:pt x="88011" y="73843"/>
                </a:moveTo>
                <a:lnTo>
                  <a:pt x="88011" y="79915"/>
                </a:lnTo>
                <a:lnTo>
                  <a:pt x="81927" y="79915"/>
                </a:lnTo>
                <a:lnTo>
                  <a:pt x="81927" y="73843"/>
                </a:lnTo>
                <a:close/>
                <a:moveTo>
                  <a:pt x="95060" y="73843"/>
                </a:moveTo>
                <a:lnTo>
                  <a:pt x="95060" y="79915"/>
                </a:lnTo>
                <a:lnTo>
                  <a:pt x="88988" y="79915"/>
                </a:lnTo>
                <a:lnTo>
                  <a:pt x="88988" y="73843"/>
                </a:lnTo>
                <a:close/>
                <a:moveTo>
                  <a:pt x="123278" y="73843"/>
                </a:moveTo>
                <a:lnTo>
                  <a:pt x="123278" y="79915"/>
                </a:lnTo>
                <a:lnTo>
                  <a:pt x="117205" y="79915"/>
                </a:lnTo>
                <a:lnTo>
                  <a:pt x="117205" y="73843"/>
                </a:lnTo>
                <a:close/>
                <a:moveTo>
                  <a:pt x="130338" y="73843"/>
                </a:moveTo>
                <a:lnTo>
                  <a:pt x="130338" y="79915"/>
                </a:lnTo>
                <a:lnTo>
                  <a:pt x="124254" y="79915"/>
                </a:lnTo>
                <a:lnTo>
                  <a:pt x="124254" y="73843"/>
                </a:lnTo>
                <a:close/>
                <a:moveTo>
                  <a:pt x="144447" y="73843"/>
                </a:moveTo>
                <a:lnTo>
                  <a:pt x="144447" y="79915"/>
                </a:lnTo>
                <a:lnTo>
                  <a:pt x="138375" y="79915"/>
                </a:lnTo>
                <a:lnTo>
                  <a:pt x="138375" y="73843"/>
                </a:lnTo>
                <a:close/>
                <a:moveTo>
                  <a:pt x="151495" y="73843"/>
                </a:moveTo>
                <a:lnTo>
                  <a:pt x="151495" y="79915"/>
                </a:lnTo>
                <a:lnTo>
                  <a:pt x="145423" y="79915"/>
                </a:lnTo>
                <a:lnTo>
                  <a:pt x="145423" y="73843"/>
                </a:lnTo>
                <a:close/>
                <a:moveTo>
                  <a:pt x="158556" y="73843"/>
                </a:moveTo>
                <a:lnTo>
                  <a:pt x="158556" y="79915"/>
                </a:lnTo>
                <a:lnTo>
                  <a:pt x="152484" y="79915"/>
                </a:lnTo>
                <a:lnTo>
                  <a:pt x="152484" y="73843"/>
                </a:lnTo>
                <a:close/>
                <a:moveTo>
                  <a:pt x="165604" y="73843"/>
                </a:moveTo>
                <a:lnTo>
                  <a:pt x="165604" y="79915"/>
                </a:lnTo>
                <a:lnTo>
                  <a:pt x="159532" y="79915"/>
                </a:lnTo>
                <a:lnTo>
                  <a:pt x="159532" y="73843"/>
                </a:lnTo>
                <a:close/>
                <a:moveTo>
                  <a:pt x="172665" y="73843"/>
                </a:moveTo>
                <a:lnTo>
                  <a:pt x="172665" y="79915"/>
                </a:lnTo>
                <a:lnTo>
                  <a:pt x="166581" y="79915"/>
                </a:lnTo>
                <a:lnTo>
                  <a:pt x="166581" y="73843"/>
                </a:lnTo>
                <a:close/>
                <a:moveTo>
                  <a:pt x="179713" y="73843"/>
                </a:moveTo>
                <a:lnTo>
                  <a:pt x="179713" y="79915"/>
                </a:lnTo>
                <a:lnTo>
                  <a:pt x="173641" y="79915"/>
                </a:lnTo>
                <a:lnTo>
                  <a:pt x="173641" y="73843"/>
                </a:lnTo>
                <a:close/>
                <a:moveTo>
                  <a:pt x="186774" y="73843"/>
                </a:moveTo>
                <a:lnTo>
                  <a:pt x="186774" y="79915"/>
                </a:lnTo>
                <a:lnTo>
                  <a:pt x="180702" y="79915"/>
                </a:lnTo>
                <a:lnTo>
                  <a:pt x="180702" y="73843"/>
                </a:lnTo>
                <a:close/>
                <a:moveTo>
                  <a:pt x="193822" y="73843"/>
                </a:moveTo>
                <a:lnTo>
                  <a:pt x="193822" y="79915"/>
                </a:lnTo>
                <a:lnTo>
                  <a:pt x="187750" y="79915"/>
                </a:lnTo>
                <a:lnTo>
                  <a:pt x="187750" y="73843"/>
                </a:lnTo>
                <a:close/>
                <a:moveTo>
                  <a:pt x="200883" y="73843"/>
                </a:moveTo>
                <a:lnTo>
                  <a:pt x="200883" y="79915"/>
                </a:lnTo>
                <a:lnTo>
                  <a:pt x="194810" y="79915"/>
                </a:lnTo>
                <a:lnTo>
                  <a:pt x="194810" y="73843"/>
                </a:lnTo>
                <a:close/>
                <a:moveTo>
                  <a:pt x="207931" y="73843"/>
                </a:moveTo>
                <a:lnTo>
                  <a:pt x="207931" y="79915"/>
                </a:lnTo>
                <a:lnTo>
                  <a:pt x="201859" y="79915"/>
                </a:lnTo>
                <a:lnTo>
                  <a:pt x="201859" y="73843"/>
                </a:lnTo>
                <a:close/>
                <a:moveTo>
                  <a:pt x="214992" y="73843"/>
                </a:moveTo>
                <a:lnTo>
                  <a:pt x="214992" y="79915"/>
                </a:lnTo>
                <a:lnTo>
                  <a:pt x="208919" y="79915"/>
                </a:lnTo>
                <a:lnTo>
                  <a:pt x="208919" y="73843"/>
                </a:lnTo>
                <a:close/>
                <a:moveTo>
                  <a:pt x="222052" y="73843"/>
                </a:moveTo>
                <a:lnTo>
                  <a:pt x="222052" y="79915"/>
                </a:lnTo>
                <a:lnTo>
                  <a:pt x="215968" y="79915"/>
                </a:lnTo>
                <a:lnTo>
                  <a:pt x="215968" y="73843"/>
                </a:lnTo>
                <a:close/>
                <a:moveTo>
                  <a:pt x="229100" y="73843"/>
                </a:moveTo>
                <a:lnTo>
                  <a:pt x="229100" y="79915"/>
                </a:lnTo>
                <a:lnTo>
                  <a:pt x="223028" y="79915"/>
                </a:lnTo>
                <a:lnTo>
                  <a:pt x="223028" y="73843"/>
                </a:lnTo>
                <a:close/>
                <a:moveTo>
                  <a:pt x="236161" y="73843"/>
                </a:moveTo>
                <a:lnTo>
                  <a:pt x="236161" y="79915"/>
                </a:lnTo>
                <a:lnTo>
                  <a:pt x="230077" y="79915"/>
                </a:lnTo>
                <a:lnTo>
                  <a:pt x="230077" y="73843"/>
                </a:lnTo>
                <a:close/>
                <a:moveTo>
                  <a:pt x="243209" y="73843"/>
                </a:moveTo>
                <a:lnTo>
                  <a:pt x="243209" y="79915"/>
                </a:lnTo>
                <a:lnTo>
                  <a:pt x="237137" y="79915"/>
                </a:lnTo>
                <a:lnTo>
                  <a:pt x="237137" y="73843"/>
                </a:lnTo>
                <a:close/>
                <a:moveTo>
                  <a:pt x="250270" y="73843"/>
                </a:moveTo>
                <a:lnTo>
                  <a:pt x="250270" y="79915"/>
                </a:lnTo>
                <a:lnTo>
                  <a:pt x="244198" y="79915"/>
                </a:lnTo>
                <a:lnTo>
                  <a:pt x="244198" y="73843"/>
                </a:lnTo>
                <a:close/>
                <a:moveTo>
                  <a:pt x="257318" y="73843"/>
                </a:moveTo>
                <a:lnTo>
                  <a:pt x="257318" y="79915"/>
                </a:lnTo>
                <a:lnTo>
                  <a:pt x="251246" y="79915"/>
                </a:lnTo>
                <a:lnTo>
                  <a:pt x="251246" y="73843"/>
                </a:lnTo>
                <a:close/>
                <a:moveTo>
                  <a:pt x="264379" y="73843"/>
                </a:moveTo>
                <a:lnTo>
                  <a:pt x="264379" y="79915"/>
                </a:lnTo>
                <a:lnTo>
                  <a:pt x="258306" y="79915"/>
                </a:lnTo>
                <a:lnTo>
                  <a:pt x="258306" y="73843"/>
                </a:lnTo>
                <a:close/>
                <a:moveTo>
                  <a:pt x="271427" y="73843"/>
                </a:moveTo>
                <a:lnTo>
                  <a:pt x="271427" y="79915"/>
                </a:lnTo>
                <a:lnTo>
                  <a:pt x="265355" y="79915"/>
                </a:lnTo>
                <a:lnTo>
                  <a:pt x="265355" y="73843"/>
                </a:lnTo>
                <a:close/>
                <a:moveTo>
                  <a:pt x="278488" y="73843"/>
                </a:moveTo>
                <a:lnTo>
                  <a:pt x="278488" y="79915"/>
                </a:lnTo>
                <a:lnTo>
                  <a:pt x="272415" y="79915"/>
                </a:lnTo>
                <a:lnTo>
                  <a:pt x="272415" y="73843"/>
                </a:lnTo>
                <a:close/>
                <a:moveTo>
                  <a:pt x="96036" y="73843"/>
                </a:moveTo>
                <a:lnTo>
                  <a:pt x="102120" y="73855"/>
                </a:lnTo>
                <a:lnTo>
                  <a:pt x="102120" y="79927"/>
                </a:lnTo>
                <a:lnTo>
                  <a:pt x="96036" y="79927"/>
                </a:lnTo>
                <a:lnTo>
                  <a:pt x="96036" y="73843"/>
                </a:lnTo>
                <a:close/>
                <a:moveTo>
                  <a:pt x="103097" y="73843"/>
                </a:moveTo>
                <a:lnTo>
                  <a:pt x="109169" y="73855"/>
                </a:lnTo>
                <a:lnTo>
                  <a:pt x="109169" y="79927"/>
                </a:lnTo>
                <a:lnTo>
                  <a:pt x="103097" y="79927"/>
                </a:lnTo>
                <a:lnTo>
                  <a:pt x="103097" y="73843"/>
                </a:lnTo>
                <a:close/>
                <a:moveTo>
                  <a:pt x="110157" y="73843"/>
                </a:moveTo>
                <a:lnTo>
                  <a:pt x="116229" y="73855"/>
                </a:lnTo>
                <a:lnTo>
                  <a:pt x="116229" y="79927"/>
                </a:lnTo>
                <a:lnTo>
                  <a:pt x="110157" y="79927"/>
                </a:lnTo>
                <a:lnTo>
                  <a:pt x="110157" y="73843"/>
                </a:lnTo>
                <a:close/>
                <a:moveTo>
                  <a:pt x="131314" y="73843"/>
                </a:moveTo>
                <a:lnTo>
                  <a:pt x="137387" y="73855"/>
                </a:lnTo>
                <a:lnTo>
                  <a:pt x="137387" y="79927"/>
                </a:lnTo>
                <a:lnTo>
                  <a:pt x="131314" y="79927"/>
                </a:lnTo>
                <a:lnTo>
                  <a:pt x="131314" y="73843"/>
                </a:lnTo>
                <a:close/>
                <a:moveTo>
                  <a:pt x="17443" y="80903"/>
                </a:moveTo>
                <a:lnTo>
                  <a:pt x="17443" y="86976"/>
                </a:lnTo>
                <a:lnTo>
                  <a:pt x="11371" y="86976"/>
                </a:lnTo>
                <a:lnTo>
                  <a:pt x="11371" y="80903"/>
                </a:lnTo>
                <a:close/>
                <a:moveTo>
                  <a:pt x="24503" y="80903"/>
                </a:moveTo>
                <a:lnTo>
                  <a:pt x="24503" y="86976"/>
                </a:lnTo>
                <a:lnTo>
                  <a:pt x="18431" y="86976"/>
                </a:lnTo>
                <a:lnTo>
                  <a:pt x="18431" y="80903"/>
                </a:lnTo>
                <a:close/>
                <a:moveTo>
                  <a:pt x="31564" y="80903"/>
                </a:moveTo>
                <a:lnTo>
                  <a:pt x="31564" y="86976"/>
                </a:lnTo>
                <a:lnTo>
                  <a:pt x="25492" y="86976"/>
                </a:lnTo>
                <a:lnTo>
                  <a:pt x="25492" y="80903"/>
                </a:lnTo>
                <a:close/>
                <a:moveTo>
                  <a:pt x="38612" y="80903"/>
                </a:moveTo>
                <a:lnTo>
                  <a:pt x="38612" y="86976"/>
                </a:lnTo>
                <a:lnTo>
                  <a:pt x="32540" y="86976"/>
                </a:lnTo>
                <a:lnTo>
                  <a:pt x="32540" y="80903"/>
                </a:lnTo>
                <a:close/>
                <a:moveTo>
                  <a:pt x="45673" y="80903"/>
                </a:moveTo>
                <a:lnTo>
                  <a:pt x="45673" y="86976"/>
                </a:lnTo>
                <a:lnTo>
                  <a:pt x="39601" y="86976"/>
                </a:lnTo>
                <a:lnTo>
                  <a:pt x="39601" y="80903"/>
                </a:lnTo>
                <a:close/>
                <a:moveTo>
                  <a:pt x="52721" y="80903"/>
                </a:moveTo>
                <a:lnTo>
                  <a:pt x="52721" y="86976"/>
                </a:lnTo>
                <a:lnTo>
                  <a:pt x="46649" y="86976"/>
                </a:lnTo>
                <a:lnTo>
                  <a:pt x="46649" y="80903"/>
                </a:lnTo>
                <a:close/>
                <a:moveTo>
                  <a:pt x="59782" y="80903"/>
                </a:moveTo>
                <a:lnTo>
                  <a:pt x="59782" y="86976"/>
                </a:lnTo>
                <a:lnTo>
                  <a:pt x="53709" y="86976"/>
                </a:lnTo>
                <a:lnTo>
                  <a:pt x="53709" y="80903"/>
                </a:lnTo>
                <a:close/>
                <a:moveTo>
                  <a:pt x="66842" y="80903"/>
                </a:moveTo>
                <a:lnTo>
                  <a:pt x="66842" y="86976"/>
                </a:lnTo>
                <a:lnTo>
                  <a:pt x="60758" y="86976"/>
                </a:lnTo>
                <a:lnTo>
                  <a:pt x="60758" y="80903"/>
                </a:lnTo>
                <a:close/>
                <a:moveTo>
                  <a:pt x="73902" y="80903"/>
                </a:moveTo>
                <a:lnTo>
                  <a:pt x="73902" y="86976"/>
                </a:lnTo>
                <a:lnTo>
                  <a:pt x="67818" y="86976"/>
                </a:lnTo>
                <a:lnTo>
                  <a:pt x="67818" y="80903"/>
                </a:lnTo>
                <a:close/>
                <a:moveTo>
                  <a:pt x="80951" y="80903"/>
                </a:moveTo>
                <a:lnTo>
                  <a:pt x="80951" y="86976"/>
                </a:lnTo>
                <a:lnTo>
                  <a:pt x="74879" y="86976"/>
                </a:lnTo>
                <a:lnTo>
                  <a:pt x="74879" y="80903"/>
                </a:lnTo>
                <a:close/>
                <a:moveTo>
                  <a:pt x="88011" y="80903"/>
                </a:moveTo>
                <a:lnTo>
                  <a:pt x="88011" y="86976"/>
                </a:lnTo>
                <a:lnTo>
                  <a:pt x="81927" y="86976"/>
                </a:lnTo>
                <a:lnTo>
                  <a:pt x="81927" y="80903"/>
                </a:lnTo>
                <a:close/>
                <a:moveTo>
                  <a:pt x="95060" y="80903"/>
                </a:moveTo>
                <a:lnTo>
                  <a:pt x="95060" y="86976"/>
                </a:lnTo>
                <a:lnTo>
                  <a:pt x="88988" y="86976"/>
                </a:lnTo>
                <a:lnTo>
                  <a:pt x="88988" y="80903"/>
                </a:lnTo>
                <a:close/>
                <a:moveTo>
                  <a:pt x="102120" y="80903"/>
                </a:moveTo>
                <a:lnTo>
                  <a:pt x="102120" y="86976"/>
                </a:lnTo>
                <a:lnTo>
                  <a:pt x="96036" y="86976"/>
                </a:lnTo>
                <a:lnTo>
                  <a:pt x="96036" y="80903"/>
                </a:lnTo>
                <a:close/>
                <a:moveTo>
                  <a:pt x="109169" y="80903"/>
                </a:moveTo>
                <a:lnTo>
                  <a:pt x="109169" y="86976"/>
                </a:lnTo>
                <a:lnTo>
                  <a:pt x="103097" y="86976"/>
                </a:lnTo>
                <a:lnTo>
                  <a:pt x="103097" y="80903"/>
                </a:lnTo>
                <a:close/>
                <a:moveTo>
                  <a:pt x="116229" y="80903"/>
                </a:moveTo>
                <a:lnTo>
                  <a:pt x="116229" y="86976"/>
                </a:lnTo>
                <a:lnTo>
                  <a:pt x="110157" y="86976"/>
                </a:lnTo>
                <a:lnTo>
                  <a:pt x="110157" y="80903"/>
                </a:lnTo>
                <a:close/>
                <a:moveTo>
                  <a:pt x="123278" y="80903"/>
                </a:moveTo>
                <a:lnTo>
                  <a:pt x="123278" y="86976"/>
                </a:lnTo>
                <a:lnTo>
                  <a:pt x="117205" y="86976"/>
                </a:lnTo>
                <a:lnTo>
                  <a:pt x="117205" y="80903"/>
                </a:lnTo>
                <a:close/>
                <a:moveTo>
                  <a:pt x="130338" y="80903"/>
                </a:moveTo>
                <a:lnTo>
                  <a:pt x="130338" y="86976"/>
                </a:lnTo>
                <a:lnTo>
                  <a:pt x="124254" y="86976"/>
                </a:lnTo>
                <a:lnTo>
                  <a:pt x="124254" y="80903"/>
                </a:lnTo>
                <a:close/>
                <a:moveTo>
                  <a:pt x="137387" y="80903"/>
                </a:moveTo>
                <a:lnTo>
                  <a:pt x="137387" y="86976"/>
                </a:lnTo>
                <a:lnTo>
                  <a:pt x="131314" y="86976"/>
                </a:lnTo>
                <a:lnTo>
                  <a:pt x="131314" y="80903"/>
                </a:lnTo>
                <a:close/>
                <a:moveTo>
                  <a:pt x="144447" y="80903"/>
                </a:moveTo>
                <a:lnTo>
                  <a:pt x="144447" y="86976"/>
                </a:lnTo>
                <a:lnTo>
                  <a:pt x="138375" y="86976"/>
                </a:lnTo>
                <a:lnTo>
                  <a:pt x="138375" y="80903"/>
                </a:lnTo>
                <a:close/>
                <a:moveTo>
                  <a:pt x="151495" y="80903"/>
                </a:moveTo>
                <a:lnTo>
                  <a:pt x="151495" y="86976"/>
                </a:lnTo>
                <a:lnTo>
                  <a:pt x="145423" y="86976"/>
                </a:lnTo>
                <a:lnTo>
                  <a:pt x="145423" y="80903"/>
                </a:lnTo>
                <a:close/>
                <a:moveTo>
                  <a:pt x="158556" y="80903"/>
                </a:moveTo>
                <a:lnTo>
                  <a:pt x="158556" y="86976"/>
                </a:lnTo>
                <a:lnTo>
                  <a:pt x="152484" y="86976"/>
                </a:lnTo>
                <a:lnTo>
                  <a:pt x="152484" y="80903"/>
                </a:lnTo>
                <a:close/>
                <a:moveTo>
                  <a:pt x="165604" y="80903"/>
                </a:moveTo>
                <a:lnTo>
                  <a:pt x="165604" y="86976"/>
                </a:lnTo>
                <a:lnTo>
                  <a:pt x="159532" y="86976"/>
                </a:lnTo>
                <a:lnTo>
                  <a:pt x="159532" y="80903"/>
                </a:lnTo>
                <a:close/>
                <a:moveTo>
                  <a:pt x="172665" y="80903"/>
                </a:moveTo>
                <a:lnTo>
                  <a:pt x="172665" y="86976"/>
                </a:lnTo>
                <a:lnTo>
                  <a:pt x="166581" y="86976"/>
                </a:lnTo>
                <a:lnTo>
                  <a:pt x="166581" y="80903"/>
                </a:lnTo>
                <a:close/>
                <a:moveTo>
                  <a:pt x="179713" y="80903"/>
                </a:moveTo>
                <a:lnTo>
                  <a:pt x="179713" y="86976"/>
                </a:lnTo>
                <a:lnTo>
                  <a:pt x="173641" y="86976"/>
                </a:lnTo>
                <a:lnTo>
                  <a:pt x="173641" y="80903"/>
                </a:lnTo>
                <a:close/>
                <a:moveTo>
                  <a:pt x="186774" y="80903"/>
                </a:moveTo>
                <a:lnTo>
                  <a:pt x="186774" y="86976"/>
                </a:lnTo>
                <a:lnTo>
                  <a:pt x="180702" y="86976"/>
                </a:lnTo>
                <a:lnTo>
                  <a:pt x="180702" y="80903"/>
                </a:lnTo>
                <a:close/>
                <a:moveTo>
                  <a:pt x="193822" y="80903"/>
                </a:moveTo>
                <a:lnTo>
                  <a:pt x="193822" y="86976"/>
                </a:lnTo>
                <a:lnTo>
                  <a:pt x="187750" y="86976"/>
                </a:lnTo>
                <a:lnTo>
                  <a:pt x="187750" y="80903"/>
                </a:lnTo>
                <a:close/>
                <a:moveTo>
                  <a:pt x="200883" y="80903"/>
                </a:moveTo>
                <a:lnTo>
                  <a:pt x="200883" y="86976"/>
                </a:lnTo>
                <a:lnTo>
                  <a:pt x="194810" y="86976"/>
                </a:lnTo>
                <a:lnTo>
                  <a:pt x="194810" y="80903"/>
                </a:lnTo>
                <a:close/>
                <a:moveTo>
                  <a:pt x="207931" y="80903"/>
                </a:moveTo>
                <a:lnTo>
                  <a:pt x="207931" y="86976"/>
                </a:lnTo>
                <a:lnTo>
                  <a:pt x="201859" y="86976"/>
                </a:lnTo>
                <a:lnTo>
                  <a:pt x="201859" y="80903"/>
                </a:lnTo>
                <a:close/>
                <a:moveTo>
                  <a:pt x="214992" y="80903"/>
                </a:moveTo>
                <a:lnTo>
                  <a:pt x="214992" y="86976"/>
                </a:lnTo>
                <a:lnTo>
                  <a:pt x="208919" y="86976"/>
                </a:lnTo>
                <a:lnTo>
                  <a:pt x="208919" y="80903"/>
                </a:lnTo>
                <a:close/>
                <a:moveTo>
                  <a:pt x="222052" y="80903"/>
                </a:moveTo>
                <a:lnTo>
                  <a:pt x="222052" y="86976"/>
                </a:lnTo>
                <a:lnTo>
                  <a:pt x="215968" y="86976"/>
                </a:lnTo>
                <a:lnTo>
                  <a:pt x="215968" y="80903"/>
                </a:lnTo>
                <a:close/>
                <a:moveTo>
                  <a:pt x="229100" y="80903"/>
                </a:moveTo>
                <a:lnTo>
                  <a:pt x="229100" y="86976"/>
                </a:lnTo>
                <a:lnTo>
                  <a:pt x="223028" y="86976"/>
                </a:lnTo>
                <a:lnTo>
                  <a:pt x="223028" y="80903"/>
                </a:lnTo>
                <a:close/>
                <a:moveTo>
                  <a:pt x="236161" y="80903"/>
                </a:moveTo>
                <a:lnTo>
                  <a:pt x="236161" y="86976"/>
                </a:lnTo>
                <a:lnTo>
                  <a:pt x="230077" y="86976"/>
                </a:lnTo>
                <a:lnTo>
                  <a:pt x="230077" y="80903"/>
                </a:lnTo>
                <a:close/>
                <a:moveTo>
                  <a:pt x="243209" y="80903"/>
                </a:moveTo>
                <a:lnTo>
                  <a:pt x="243209" y="86976"/>
                </a:lnTo>
                <a:lnTo>
                  <a:pt x="237137" y="86976"/>
                </a:lnTo>
                <a:lnTo>
                  <a:pt x="237137" y="80903"/>
                </a:lnTo>
                <a:close/>
                <a:moveTo>
                  <a:pt x="250270" y="80903"/>
                </a:moveTo>
                <a:lnTo>
                  <a:pt x="250270" y="86976"/>
                </a:lnTo>
                <a:lnTo>
                  <a:pt x="244198" y="86976"/>
                </a:lnTo>
                <a:lnTo>
                  <a:pt x="244198" y="80903"/>
                </a:lnTo>
                <a:close/>
                <a:moveTo>
                  <a:pt x="257318" y="80903"/>
                </a:moveTo>
                <a:lnTo>
                  <a:pt x="257318" y="86976"/>
                </a:lnTo>
                <a:lnTo>
                  <a:pt x="251246" y="86976"/>
                </a:lnTo>
                <a:lnTo>
                  <a:pt x="251246" y="80903"/>
                </a:lnTo>
                <a:close/>
                <a:moveTo>
                  <a:pt x="264379" y="80903"/>
                </a:moveTo>
                <a:lnTo>
                  <a:pt x="264379" y="86976"/>
                </a:lnTo>
                <a:lnTo>
                  <a:pt x="258306" y="86976"/>
                </a:lnTo>
                <a:lnTo>
                  <a:pt x="258306" y="80903"/>
                </a:lnTo>
                <a:close/>
                <a:moveTo>
                  <a:pt x="271427" y="80903"/>
                </a:moveTo>
                <a:lnTo>
                  <a:pt x="271427" y="86976"/>
                </a:lnTo>
                <a:lnTo>
                  <a:pt x="265355" y="86976"/>
                </a:lnTo>
                <a:lnTo>
                  <a:pt x="265355" y="80903"/>
                </a:lnTo>
                <a:close/>
                <a:moveTo>
                  <a:pt x="278488" y="80903"/>
                </a:moveTo>
                <a:lnTo>
                  <a:pt x="278488" y="86976"/>
                </a:lnTo>
                <a:lnTo>
                  <a:pt x="272415" y="86976"/>
                </a:lnTo>
                <a:lnTo>
                  <a:pt x="272415" y="80903"/>
                </a:lnTo>
                <a:close/>
                <a:moveTo>
                  <a:pt x="17443" y="87952"/>
                </a:moveTo>
                <a:lnTo>
                  <a:pt x="17443" y="94024"/>
                </a:lnTo>
                <a:lnTo>
                  <a:pt x="11371" y="94024"/>
                </a:lnTo>
                <a:lnTo>
                  <a:pt x="11371" y="87952"/>
                </a:lnTo>
                <a:close/>
                <a:moveTo>
                  <a:pt x="24503" y="87952"/>
                </a:moveTo>
                <a:lnTo>
                  <a:pt x="24503" y="94024"/>
                </a:lnTo>
                <a:lnTo>
                  <a:pt x="18431" y="94024"/>
                </a:lnTo>
                <a:lnTo>
                  <a:pt x="18431" y="87952"/>
                </a:lnTo>
                <a:close/>
                <a:moveTo>
                  <a:pt x="31564" y="87952"/>
                </a:moveTo>
                <a:lnTo>
                  <a:pt x="31564" y="94024"/>
                </a:lnTo>
                <a:lnTo>
                  <a:pt x="25492" y="94024"/>
                </a:lnTo>
                <a:lnTo>
                  <a:pt x="25492" y="87952"/>
                </a:lnTo>
                <a:close/>
                <a:moveTo>
                  <a:pt x="38612" y="87952"/>
                </a:moveTo>
                <a:lnTo>
                  <a:pt x="38612" y="94024"/>
                </a:lnTo>
                <a:lnTo>
                  <a:pt x="32540" y="94024"/>
                </a:lnTo>
                <a:lnTo>
                  <a:pt x="32540" y="87952"/>
                </a:lnTo>
                <a:close/>
                <a:moveTo>
                  <a:pt x="45673" y="87952"/>
                </a:moveTo>
                <a:lnTo>
                  <a:pt x="45673" y="94024"/>
                </a:lnTo>
                <a:lnTo>
                  <a:pt x="39601" y="94024"/>
                </a:lnTo>
                <a:lnTo>
                  <a:pt x="39601" y="87952"/>
                </a:lnTo>
                <a:close/>
                <a:moveTo>
                  <a:pt x="52721" y="87952"/>
                </a:moveTo>
                <a:lnTo>
                  <a:pt x="52721" y="94024"/>
                </a:lnTo>
                <a:lnTo>
                  <a:pt x="46649" y="94024"/>
                </a:lnTo>
                <a:lnTo>
                  <a:pt x="46649" y="87952"/>
                </a:lnTo>
                <a:close/>
                <a:moveTo>
                  <a:pt x="59782" y="87952"/>
                </a:moveTo>
                <a:lnTo>
                  <a:pt x="59782" y="94024"/>
                </a:lnTo>
                <a:lnTo>
                  <a:pt x="53709" y="94024"/>
                </a:lnTo>
                <a:lnTo>
                  <a:pt x="53709" y="87952"/>
                </a:lnTo>
                <a:close/>
                <a:moveTo>
                  <a:pt x="88011" y="87952"/>
                </a:moveTo>
                <a:lnTo>
                  <a:pt x="88011" y="94024"/>
                </a:lnTo>
                <a:lnTo>
                  <a:pt x="81927" y="94024"/>
                </a:lnTo>
                <a:lnTo>
                  <a:pt x="81927" y="87952"/>
                </a:lnTo>
                <a:close/>
                <a:moveTo>
                  <a:pt x="95060" y="87952"/>
                </a:moveTo>
                <a:lnTo>
                  <a:pt x="95060" y="94024"/>
                </a:lnTo>
                <a:lnTo>
                  <a:pt x="88988" y="94024"/>
                </a:lnTo>
                <a:lnTo>
                  <a:pt x="88988" y="87952"/>
                </a:lnTo>
                <a:close/>
                <a:moveTo>
                  <a:pt x="123278" y="87952"/>
                </a:moveTo>
                <a:lnTo>
                  <a:pt x="123278" y="94024"/>
                </a:lnTo>
                <a:lnTo>
                  <a:pt x="117205" y="94024"/>
                </a:lnTo>
                <a:lnTo>
                  <a:pt x="117205" y="87952"/>
                </a:lnTo>
                <a:close/>
                <a:moveTo>
                  <a:pt x="130338" y="87952"/>
                </a:moveTo>
                <a:lnTo>
                  <a:pt x="130338" y="94024"/>
                </a:lnTo>
                <a:lnTo>
                  <a:pt x="124254" y="94024"/>
                </a:lnTo>
                <a:lnTo>
                  <a:pt x="124254" y="87952"/>
                </a:lnTo>
                <a:close/>
                <a:moveTo>
                  <a:pt x="144447" y="87952"/>
                </a:moveTo>
                <a:lnTo>
                  <a:pt x="144447" y="94024"/>
                </a:lnTo>
                <a:lnTo>
                  <a:pt x="138375" y="94024"/>
                </a:lnTo>
                <a:lnTo>
                  <a:pt x="138375" y="87952"/>
                </a:lnTo>
                <a:close/>
                <a:moveTo>
                  <a:pt x="151495" y="87952"/>
                </a:moveTo>
                <a:lnTo>
                  <a:pt x="151495" y="94024"/>
                </a:lnTo>
                <a:lnTo>
                  <a:pt x="145423" y="94024"/>
                </a:lnTo>
                <a:lnTo>
                  <a:pt x="145423" y="87952"/>
                </a:lnTo>
                <a:close/>
                <a:moveTo>
                  <a:pt x="158556" y="87952"/>
                </a:moveTo>
                <a:lnTo>
                  <a:pt x="158556" y="94024"/>
                </a:lnTo>
                <a:lnTo>
                  <a:pt x="152484" y="94024"/>
                </a:lnTo>
                <a:lnTo>
                  <a:pt x="152484" y="87952"/>
                </a:lnTo>
                <a:close/>
                <a:moveTo>
                  <a:pt x="165604" y="87952"/>
                </a:moveTo>
                <a:lnTo>
                  <a:pt x="165604" y="94024"/>
                </a:lnTo>
                <a:lnTo>
                  <a:pt x="159532" y="94024"/>
                </a:lnTo>
                <a:lnTo>
                  <a:pt x="159532" y="87952"/>
                </a:lnTo>
                <a:close/>
                <a:moveTo>
                  <a:pt x="172665" y="87952"/>
                </a:moveTo>
                <a:lnTo>
                  <a:pt x="172665" y="94024"/>
                </a:lnTo>
                <a:lnTo>
                  <a:pt x="166581" y="94024"/>
                </a:lnTo>
                <a:lnTo>
                  <a:pt x="166581" y="87952"/>
                </a:lnTo>
                <a:close/>
                <a:moveTo>
                  <a:pt x="179713" y="87952"/>
                </a:moveTo>
                <a:lnTo>
                  <a:pt x="179713" y="94024"/>
                </a:lnTo>
                <a:lnTo>
                  <a:pt x="173641" y="94024"/>
                </a:lnTo>
                <a:lnTo>
                  <a:pt x="173641" y="87952"/>
                </a:lnTo>
                <a:close/>
                <a:moveTo>
                  <a:pt x="186774" y="87952"/>
                </a:moveTo>
                <a:lnTo>
                  <a:pt x="186774" y="94024"/>
                </a:lnTo>
                <a:lnTo>
                  <a:pt x="180702" y="94024"/>
                </a:lnTo>
                <a:lnTo>
                  <a:pt x="180702" y="87952"/>
                </a:lnTo>
                <a:close/>
                <a:moveTo>
                  <a:pt x="193822" y="87952"/>
                </a:moveTo>
                <a:lnTo>
                  <a:pt x="193822" y="94024"/>
                </a:lnTo>
                <a:lnTo>
                  <a:pt x="187750" y="94024"/>
                </a:lnTo>
                <a:lnTo>
                  <a:pt x="187750" y="87952"/>
                </a:lnTo>
                <a:close/>
                <a:moveTo>
                  <a:pt x="200883" y="87952"/>
                </a:moveTo>
                <a:lnTo>
                  <a:pt x="200883" y="94024"/>
                </a:lnTo>
                <a:lnTo>
                  <a:pt x="194810" y="94024"/>
                </a:lnTo>
                <a:lnTo>
                  <a:pt x="194810" y="87952"/>
                </a:lnTo>
                <a:close/>
                <a:moveTo>
                  <a:pt x="207931" y="87952"/>
                </a:moveTo>
                <a:lnTo>
                  <a:pt x="207931" y="94024"/>
                </a:lnTo>
                <a:lnTo>
                  <a:pt x="201859" y="94024"/>
                </a:lnTo>
                <a:lnTo>
                  <a:pt x="201859" y="87952"/>
                </a:lnTo>
                <a:close/>
                <a:moveTo>
                  <a:pt x="214992" y="87952"/>
                </a:moveTo>
                <a:lnTo>
                  <a:pt x="214992" y="94024"/>
                </a:lnTo>
                <a:lnTo>
                  <a:pt x="208919" y="94024"/>
                </a:lnTo>
                <a:lnTo>
                  <a:pt x="208919" y="87952"/>
                </a:lnTo>
                <a:close/>
                <a:moveTo>
                  <a:pt x="222052" y="87952"/>
                </a:moveTo>
                <a:lnTo>
                  <a:pt x="222052" y="94024"/>
                </a:lnTo>
                <a:lnTo>
                  <a:pt x="215968" y="94024"/>
                </a:lnTo>
                <a:lnTo>
                  <a:pt x="215968" y="87952"/>
                </a:lnTo>
                <a:close/>
                <a:moveTo>
                  <a:pt x="229100" y="87952"/>
                </a:moveTo>
                <a:lnTo>
                  <a:pt x="229100" y="94024"/>
                </a:lnTo>
                <a:lnTo>
                  <a:pt x="223028" y="94024"/>
                </a:lnTo>
                <a:lnTo>
                  <a:pt x="223028" y="87952"/>
                </a:lnTo>
                <a:close/>
                <a:moveTo>
                  <a:pt x="236161" y="87952"/>
                </a:moveTo>
                <a:lnTo>
                  <a:pt x="236161" y="94024"/>
                </a:lnTo>
                <a:lnTo>
                  <a:pt x="230077" y="94024"/>
                </a:lnTo>
                <a:lnTo>
                  <a:pt x="230077" y="87952"/>
                </a:lnTo>
                <a:close/>
                <a:moveTo>
                  <a:pt x="243209" y="87952"/>
                </a:moveTo>
                <a:lnTo>
                  <a:pt x="243209" y="94024"/>
                </a:lnTo>
                <a:lnTo>
                  <a:pt x="237137" y="94024"/>
                </a:lnTo>
                <a:lnTo>
                  <a:pt x="237137" y="87952"/>
                </a:lnTo>
                <a:close/>
                <a:moveTo>
                  <a:pt x="250270" y="87952"/>
                </a:moveTo>
                <a:lnTo>
                  <a:pt x="250270" y="94024"/>
                </a:lnTo>
                <a:lnTo>
                  <a:pt x="244198" y="94024"/>
                </a:lnTo>
                <a:lnTo>
                  <a:pt x="244198" y="87952"/>
                </a:lnTo>
                <a:close/>
                <a:moveTo>
                  <a:pt x="257318" y="87952"/>
                </a:moveTo>
                <a:lnTo>
                  <a:pt x="257318" y="94024"/>
                </a:lnTo>
                <a:lnTo>
                  <a:pt x="251246" y="94024"/>
                </a:lnTo>
                <a:lnTo>
                  <a:pt x="251246" y="87952"/>
                </a:lnTo>
                <a:close/>
                <a:moveTo>
                  <a:pt x="264379" y="87952"/>
                </a:moveTo>
                <a:lnTo>
                  <a:pt x="264379" y="94024"/>
                </a:lnTo>
                <a:lnTo>
                  <a:pt x="258306" y="94024"/>
                </a:lnTo>
                <a:lnTo>
                  <a:pt x="258306" y="87952"/>
                </a:lnTo>
                <a:close/>
                <a:moveTo>
                  <a:pt x="271427" y="87952"/>
                </a:moveTo>
                <a:lnTo>
                  <a:pt x="271427" y="94024"/>
                </a:lnTo>
                <a:lnTo>
                  <a:pt x="265355" y="94024"/>
                </a:lnTo>
                <a:lnTo>
                  <a:pt x="265355" y="87952"/>
                </a:lnTo>
                <a:close/>
                <a:moveTo>
                  <a:pt x="278488" y="87952"/>
                </a:moveTo>
                <a:lnTo>
                  <a:pt x="278488" y="94024"/>
                </a:lnTo>
                <a:lnTo>
                  <a:pt x="272415" y="94024"/>
                </a:lnTo>
                <a:lnTo>
                  <a:pt x="272415" y="87952"/>
                </a:lnTo>
                <a:close/>
                <a:moveTo>
                  <a:pt x="66842" y="87952"/>
                </a:moveTo>
                <a:lnTo>
                  <a:pt x="66842" y="94036"/>
                </a:lnTo>
                <a:lnTo>
                  <a:pt x="60758" y="94036"/>
                </a:lnTo>
                <a:lnTo>
                  <a:pt x="60758" y="87952"/>
                </a:lnTo>
                <a:close/>
                <a:moveTo>
                  <a:pt x="73902" y="87952"/>
                </a:moveTo>
                <a:lnTo>
                  <a:pt x="73902" y="94036"/>
                </a:lnTo>
                <a:lnTo>
                  <a:pt x="67818" y="94036"/>
                </a:lnTo>
                <a:lnTo>
                  <a:pt x="67818" y="87952"/>
                </a:lnTo>
                <a:close/>
                <a:moveTo>
                  <a:pt x="80951" y="87952"/>
                </a:moveTo>
                <a:lnTo>
                  <a:pt x="80951" y="94036"/>
                </a:lnTo>
                <a:lnTo>
                  <a:pt x="74879" y="94036"/>
                </a:lnTo>
                <a:lnTo>
                  <a:pt x="74879" y="87952"/>
                </a:lnTo>
                <a:close/>
                <a:moveTo>
                  <a:pt x="102120" y="87952"/>
                </a:moveTo>
                <a:lnTo>
                  <a:pt x="102120" y="94036"/>
                </a:lnTo>
                <a:lnTo>
                  <a:pt x="96036" y="94036"/>
                </a:lnTo>
                <a:lnTo>
                  <a:pt x="96036" y="87952"/>
                </a:lnTo>
                <a:close/>
                <a:moveTo>
                  <a:pt x="103097" y="87952"/>
                </a:moveTo>
                <a:lnTo>
                  <a:pt x="109169" y="87964"/>
                </a:lnTo>
                <a:lnTo>
                  <a:pt x="109169" y="94036"/>
                </a:lnTo>
                <a:lnTo>
                  <a:pt x="103097" y="94036"/>
                </a:lnTo>
                <a:lnTo>
                  <a:pt x="103097" y="87952"/>
                </a:lnTo>
                <a:close/>
                <a:moveTo>
                  <a:pt x="110157" y="87952"/>
                </a:moveTo>
                <a:lnTo>
                  <a:pt x="116229" y="87964"/>
                </a:lnTo>
                <a:lnTo>
                  <a:pt x="116229" y="94036"/>
                </a:lnTo>
                <a:lnTo>
                  <a:pt x="110157" y="94036"/>
                </a:lnTo>
                <a:lnTo>
                  <a:pt x="110157" y="87952"/>
                </a:lnTo>
                <a:close/>
                <a:moveTo>
                  <a:pt x="137387" y="87952"/>
                </a:moveTo>
                <a:lnTo>
                  <a:pt x="137387" y="94036"/>
                </a:lnTo>
                <a:lnTo>
                  <a:pt x="131314" y="94036"/>
                </a:lnTo>
                <a:lnTo>
                  <a:pt x="131314" y="87952"/>
                </a:lnTo>
                <a:close/>
                <a:moveTo>
                  <a:pt x="17443" y="95012"/>
                </a:moveTo>
                <a:lnTo>
                  <a:pt x="17443" y="101085"/>
                </a:lnTo>
                <a:lnTo>
                  <a:pt x="11371" y="101085"/>
                </a:lnTo>
                <a:lnTo>
                  <a:pt x="11371" y="95012"/>
                </a:lnTo>
                <a:close/>
                <a:moveTo>
                  <a:pt x="24503" y="95012"/>
                </a:moveTo>
                <a:lnTo>
                  <a:pt x="24503" y="101085"/>
                </a:lnTo>
                <a:lnTo>
                  <a:pt x="18431" y="101085"/>
                </a:lnTo>
                <a:lnTo>
                  <a:pt x="18431" y="95012"/>
                </a:lnTo>
                <a:close/>
                <a:moveTo>
                  <a:pt x="31564" y="95012"/>
                </a:moveTo>
                <a:lnTo>
                  <a:pt x="31564" y="101085"/>
                </a:lnTo>
                <a:lnTo>
                  <a:pt x="25492" y="101085"/>
                </a:lnTo>
                <a:lnTo>
                  <a:pt x="25492" y="95012"/>
                </a:lnTo>
                <a:close/>
                <a:moveTo>
                  <a:pt x="38612" y="95012"/>
                </a:moveTo>
                <a:lnTo>
                  <a:pt x="38612" y="101085"/>
                </a:lnTo>
                <a:lnTo>
                  <a:pt x="32540" y="101085"/>
                </a:lnTo>
                <a:lnTo>
                  <a:pt x="32540" y="95012"/>
                </a:lnTo>
                <a:close/>
                <a:moveTo>
                  <a:pt x="45673" y="95012"/>
                </a:moveTo>
                <a:lnTo>
                  <a:pt x="45673" y="101085"/>
                </a:lnTo>
                <a:lnTo>
                  <a:pt x="39601" y="101085"/>
                </a:lnTo>
                <a:lnTo>
                  <a:pt x="39601" y="95012"/>
                </a:lnTo>
                <a:close/>
                <a:moveTo>
                  <a:pt x="52721" y="95012"/>
                </a:moveTo>
                <a:lnTo>
                  <a:pt x="52721" y="101085"/>
                </a:lnTo>
                <a:lnTo>
                  <a:pt x="46649" y="101085"/>
                </a:lnTo>
                <a:lnTo>
                  <a:pt x="46649" y="95012"/>
                </a:lnTo>
                <a:close/>
                <a:moveTo>
                  <a:pt x="59782" y="95012"/>
                </a:moveTo>
                <a:lnTo>
                  <a:pt x="59782" y="101085"/>
                </a:lnTo>
                <a:lnTo>
                  <a:pt x="53709" y="101085"/>
                </a:lnTo>
                <a:lnTo>
                  <a:pt x="53709" y="95012"/>
                </a:lnTo>
                <a:close/>
                <a:moveTo>
                  <a:pt x="66842" y="95012"/>
                </a:moveTo>
                <a:lnTo>
                  <a:pt x="66842" y="101085"/>
                </a:lnTo>
                <a:lnTo>
                  <a:pt x="60758" y="101085"/>
                </a:lnTo>
                <a:lnTo>
                  <a:pt x="60758" y="95012"/>
                </a:lnTo>
                <a:close/>
                <a:moveTo>
                  <a:pt x="73902" y="95012"/>
                </a:moveTo>
                <a:lnTo>
                  <a:pt x="73902" y="101085"/>
                </a:lnTo>
                <a:lnTo>
                  <a:pt x="67818" y="101085"/>
                </a:lnTo>
                <a:lnTo>
                  <a:pt x="67818" y="95012"/>
                </a:lnTo>
                <a:close/>
                <a:moveTo>
                  <a:pt x="80951" y="95012"/>
                </a:moveTo>
                <a:lnTo>
                  <a:pt x="80951" y="101085"/>
                </a:lnTo>
                <a:lnTo>
                  <a:pt x="74879" y="101085"/>
                </a:lnTo>
                <a:lnTo>
                  <a:pt x="74879" y="95012"/>
                </a:lnTo>
                <a:close/>
                <a:moveTo>
                  <a:pt x="88011" y="95012"/>
                </a:moveTo>
                <a:lnTo>
                  <a:pt x="88011" y="101085"/>
                </a:lnTo>
                <a:lnTo>
                  <a:pt x="81927" y="101085"/>
                </a:lnTo>
                <a:lnTo>
                  <a:pt x="81927" y="95012"/>
                </a:lnTo>
                <a:close/>
                <a:moveTo>
                  <a:pt x="95060" y="95012"/>
                </a:moveTo>
                <a:lnTo>
                  <a:pt x="95060" y="101085"/>
                </a:lnTo>
                <a:lnTo>
                  <a:pt x="88988" y="101085"/>
                </a:lnTo>
                <a:lnTo>
                  <a:pt x="88988" y="95012"/>
                </a:lnTo>
                <a:close/>
                <a:moveTo>
                  <a:pt x="102120" y="95012"/>
                </a:moveTo>
                <a:lnTo>
                  <a:pt x="102120" y="101085"/>
                </a:lnTo>
                <a:lnTo>
                  <a:pt x="96036" y="101085"/>
                </a:lnTo>
                <a:lnTo>
                  <a:pt x="96036" y="95012"/>
                </a:lnTo>
                <a:close/>
                <a:moveTo>
                  <a:pt x="109169" y="95012"/>
                </a:moveTo>
                <a:lnTo>
                  <a:pt x="109169" y="101085"/>
                </a:lnTo>
                <a:lnTo>
                  <a:pt x="103097" y="101085"/>
                </a:lnTo>
                <a:lnTo>
                  <a:pt x="103097" y="95012"/>
                </a:lnTo>
                <a:close/>
                <a:moveTo>
                  <a:pt x="116229" y="95012"/>
                </a:moveTo>
                <a:lnTo>
                  <a:pt x="116229" y="101085"/>
                </a:lnTo>
                <a:lnTo>
                  <a:pt x="110157" y="101085"/>
                </a:lnTo>
                <a:lnTo>
                  <a:pt x="110157" y="95012"/>
                </a:lnTo>
                <a:close/>
                <a:moveTo>
                  <a:pt x="123278" y="95012"/>
                </a:moveTo>
                <a:lnTo>
                  <a:pt x="123278" y="101085"/>
                </a:lnTo>
                <a:lnTo>
                  <a:pt x="117205" y="101085"/>
                </a:lnTo>
                <a:lnTo>
                  <a:pt x="117205" y="95012"/>
                </a:lnTo>
                <a:close/>
                <a:moveTo>
                  <a:pt x="130338" y="95012"/>
                </a:moveTo>
                <a:lnTo>
                  <a:pt x="130338" y="101085"/>
                </a:lnTo>
                <a:lnTo>
                  <a:pt x="124254" y="101085"/>
                </a:lnTo>
                <a:lnTo>
                  <a:pt x="124254" y="95012"/>
                </a:lnTo>
                <a:close/>
                <a:moveTo>
                  <a:pt x="137387" y="95012"/>
                </a:moveTo>
                <a:lnTo>
                  <a:pt x="137387" y="101085"/>
                </a:lnTo>
                <a:lnTo>
                  <a:pt x="131314" y="101085"/>
                </a:lnTo>
                <a:lnTo>
                  <a:pt x="131314" y="95012"/>
                </a:lnTo>
                <a:close/>
                <a:moveTo>
                  <a:pt x="144447" y="95012"/>
                </a:moveTo>
                <a:lnTo>
                  <a:pt x="144447" y="101085"/>
                </a:lnTo>
                <a:lnTo>
                  <a:pt x="138375" y="101085"/>
                </a:lnTo>
                <a:lnTo>
                  <a:pt x="138375" y="95012"/>
                </a:lnTo>
                <a:close/>
                <a:moveTo>
                  <a:pt x="151495" y="95012"/>
                </a:moveTo>
                <a:lnTo>
                  <a:pt x="151495" y="101085"/>
                </a:lnTo>
                <a:lnTo>
                  <a:pt x="145423" y="101085"/>
                </a:lnTo>
                <a:lnTo>
                  <a:pt x="145423" y="95012"/>
                </a:lnTo>
                <a:close/>
                <a:moveTo>
                  <a:pt x="158556" y="95012"/>
                </a:moveTo>
                <a:lnTo>
                  <a:pt x="158556" y="101085"/>
                </a:lnTo>
                <a:lnTo>
                  <a:pt x="152484" y="101085"/>
                </a:lnTo>
                <a:lnTo>
                  <a:pt x="152484" y="95012"/>
                </a:lnTo>
                <a:close/>
                <a:moveTo>
                  <a:pt x="165604" y="95012"/>
                </a:moveTo>
                <a:lnTo>
                  <a:pt x="165604" y="101085"/>
                </a:lnTo>
                <a:lnTo>
                  <a:pt x="159532" y="101085"/>
                </a:lnTo>
                <a:lnTo>
                  <a:pt x="159532" y="95012"/>
                </a:lnTo>
                <a:close/>
                <a:moveTo>
                  <a:pt x="172665" y="95012"/>
                </a:moveTo>
                <a:lnTo>
                  <a:pt x="172665" y="101085"/>
                </a:lnTo>
                <a:lnTo>
                  <a:pt x="166581" y="101085"/>
                </a:lnTo>
                <a:lnTo>
                  <a:pt x="166581" y="95012"/>
                </a:lnTo>
                <a:close/>
                <a:moveTo>
                  <a:pt x="179713" y="95012"/>
                </a:moveTo>
                <a:lnTo>
                  <a:pt x="179713" y="101085"/>
                </a:lnTo>
                <a:lnTo>
                  <a:pt x="173641" y="101085"/>
                </a:lnTo>
                <a:lnTo>
                  <a:pt x="173641" y="95012"/>
                </a:lnTo>
                <a:close/>
                <a:moveTo>
                  <a:pt x="186774" y="95012"/>
                </a:moveTo>
                <a:lnTo>
                  <a:pt x="186774" y="101085"/>
                </a:lnTo>
                <a:lnTo>
                  <a:pt x="180702" y="101085"/>
                </a:lnTo>
                <a:lnTo>
                  <a:pt x="180702" y="95012"/>
                </a:lnTo>
                <a:close/>
                <a:moveTo>
                  <a:pt x="193822" y="95012"/>
                </a:moveTo>
                <a:lnTo>
                  <a:pt x="193822" y="101085"/>
                </a:lnTo>
                <a:lnTo>
                  <a:pt x="187750" y="101085"/>
                </a:lnTo>
                <a:lnTo>
                  <a:pt x="187750" y="95012"/>
                </a:lnTo>
                <a:close/>
                <a:moveTo>
                  <a:pt x="200883" y="95012"/>
                </a:moveTo>
                <a:lnTo>
                  <a:pt x="200883" y="101085"/>
                </a:lnTo>
                <a:lnTo>
                  <a:pt x="194810" y="101085"/>
                </a:lnTo>
                <a:lnTo>
                  <a:pt x="194810" y="95012"/>
                </a:lnTo>
                <a:close/>
                <a:moveTo>
                  <a:pt x="207931" y="95012"/>
                </a:moveTo>
                <a:lnTo>
                  <a:pt x="207931" y="101085"/>
                </a:lnTo>
                <a:lnTo>
                  <a:pt x="201859" y="101085"/>
                </a:lnTo>
                <a:lnTo>
                  <a:pt x="201859" y="95012"/>
                </a:lnTo>
                <a:close/>
                <a:moveTo>
                  <a:pt x="214992" y="95012"/>
                </a:moveTo>
                <a:lnTo>
                  <a:pt x="214992" y="101085"/>
                </a:lnTo>
                <a:lnTo>
                  <a:pt x="208919" y="101085"/>
                </a:lnTo>
                <a:lnTo>
                  <a:pt x="208919" y="95012"/>
                </a:lnTo>
                <a:close/>
                <a:moveTo>
                  <a:pt x="222052" y="95012"/>
                </a:moveTo>
                <a:lnTo>
                  <a:pt x="222052" y="101085"/>
                </a:lnTo>
                <a:lnTo>
                  <a:pt x="215968" y="101085"/>
                </a:lnTo>
                <a:lnTo>
                  <a:pt x="215968" y="95012"/>
                </a:lnTo>
                <a:close/>
                <a:moveTo>
                  <a:pt x="229100" y="95012"/>
                </a:moveTo>
                <a:lnTo>
                  <a:pt x="229100" y="101085"/>
                </a:lnTo>
                <a:lnTo>
                  <a:pt x="223028" y="101085"/>
                </a:lnTo>
                <a:lnTo>
                  <a:pt x="223028" y="95012"/>
                </a:lnTo>
                <a:close/>
                <a:moveTo>
                  <a:pt x="236161" y="95012"/>
                </a:moveTo>
                <a:lnTo>
                  <a:pt x="236161" y="101085"/>
                </a:lnTo>
                <a:lnTo>
                  <a:pt x="230077" y="101085"/>
                </a:lnTo>
                <a:lnTo>
                  <a:pt x="230077" y="95012"/>
                </a:lnTo>
                <a:close/>
                <a:moveTo>
                  <a:pt x="243209" y="95012"/>
                </a:moveTo>
                <a:lnTo>
                  <a:pt x="243209" y="101085"/>
                </a:lnTo>
                <a:lnTo>
                  <a:pt x="237137" y="101085"/>
                </a:lnTo>
                <a:lnTo>
                  <a:pt x="237137" y="95012"/>
                </a:lnTo>
                <a:close/>
                <a:moveTo>
                  <a:pt x="250270" y="95012"/>
                </a:moveTo>
                <a:lnTo>
                  <a:pt x="250270" y="101085"/>
                </a:lnTo>
                <a:lnTo>
                  <a:pt x="244198" y="101085"/>
                </a:lnTo>
                <a:lnTo>
                  <a:pt x="244198" y="95012"/>
                </a:lnTo>
                <a:close/>
                <a:moveTo>
                  <a:pt x="257318" y="95012"/>
                </a:moveTo>
                <a:lnTo>
                  <a:pt x="257318" y="101085"/>
                </a:lnTo>
                <a:lnTo>
                  <a:pt x="251246" y="101085"/>
                </a:lnTo>
                <a:lnTo>
                  <a:pt x="251246" y="95012"/>
                </a:lnTo>
                <a:close/>
                <a:moveTo>
                  <a:pt x="264379" y="95012"/>
                </a:moveTo>
                <a:lnTo>
                  <a:pt x="264379" y="101085"/>
                </a:lnTo>
                <a:lnTo>
                  <a:pt x="258306" y="101085"/>
                </a:lnTo>
                <a:lnTo>
                  <a:pt x="258306" y="95012"/>
                </a:lnTo>
                <a:close/>
                <a:moveTo>
                  <a:pt x="271427" y="95012"/>
                </a:moveTo>
                <a:lnTo>
                  <a:pt x="271427" y="101085"/>
                </a:lnTo>
                <a:lnTo>
                  <a:pt x="265355" y="101085"/>
                </a:lnTo>
                <a:lnTo>
                  <a:pt x="265355" y="95012"/>
                </a:lnTo>
                <a:close/>
                <a:moveTo>
                  <a:pt x="278488" y="95012"/>
                </a:moveTo>
                <a:lnTo>
                  <a:pt x="278488" y="101085"/>
                </a:lnTo>
                <a:lnTo>
                  <a:pt x="272415" y="101085"/>
                </a:lnTo>
                <a:lnTo>
                  <a:pt x="272415" y="95012"/>
                </a:lnTo>
                <a:close/>
                <a:moveTo>
                  <a:pt x="17443" y="102061"/>
                </a:moveTo>
                <a:lnTo>
                  <a:pt x="17443" y="108145"/>
                </a:lnTo>
                <a:lnTo>
                  <a:pt x="11371" y="108145"/>
                </a:lnTo>
                <a:lnTo>
                  <a:pt x="11371" y="102061"/>
                </a:lnTo>
                <a:close/>
                <a:moveTo>
                  <a:pt x="24503" y="102061"/>
                </a:moveTo>
                <a:lnTo>
                  <a:pt x="24503" y="108145"/>
                </a:lnTo>
                <a:lnTo>
                  <a:pt x="18431" y="108145"/>
                </a:lnTo>
                <a:lnTo>
                  <a:pt x="18431" y="102061"/>
                </a:lnTo>
                <a:close/>
                <a:moveTo>
                  <a:pt x="31564" y="102061"/>
                </a:moveTo>
                <a:lnTo>
                  <a:pt x="31564" y="108145"/>
                </a:lnTo>
                <a:lnTo>
                  <a:pt x="25492" y="108145"/>
                </a:lnTo>
                <a:lnTo>
                  <a:pt x="25492" y="102061"/>
                </a:lnTo>
                <a:close/>
                <a:moveTo>
                  <a:pt x="38612" y="102061"/>
                </a:moveTo>
                <a:lnTo>
                  <a:pt x="38612" y="108145"/>
                </a:lnTo>
                <a:lnTo>
                  <a:pt x="32540" y="108145"/>
                </a:lnTo>
                <a:lnTo>
                  <a:pt x="32540" y="102061"/>
                </a:lnTo>
                <a:close/>
                <a:moveTo>
                  <a:pt x="45673" y="102061"/>
                </a:moveTo>
                <a:lnTo>
                  <a:pt x="45673" y="108145"/>
                </a:lnTo>
                <a:lnTo>
                  <a:pt x="39601" y="108145"/>
                </a:lnTo>
                <a:lnTo>
                  <a:pt x="39601" y="102061"/>
                </a:lnTo>
                <a:close/>
                <a:moveTo>
                  <a:pt x="52721" y="102061"/>
                </a:moveTo>
                <a:lnTo>
                  <a:pt x="52721" y="108145"/>
                </a:lnTo>
                <a:lnTo>
                  <a:pt x="46649" y="108145"/>
                </a:lnTo>
                <a:lnTo>
                  <a:pt x="46649" y="102061"/>
                </a:lnTo>
                <a:close/>
                <a:moveTo>
                  <a:pt x="59782" y="102061"/>
                </a:moveTo>
                <a:lnTo>
                  <a:pt x="59782" y="108145"/>
                </a:lnTo>
                <a:lnTo>
                  <a:pt x="53709" y="108145"/>
                </a:lnTo>
                <a:lnTo>
                  <a:pt x="53709" y="102061"/>
                </a:lnTo>
                <a:close/>
                <a:moveTo>
                  <a:pt x="66842" y="102061"/>
                </a:moveTo>
                <a:lnTo>
                  <a:pt x="66842" y="108145"/>
                </a:lnTo>
                <a:lnTo>
                  <a:pt x="60758" y="108145"/>
                </a:lnTo>
                <a:lnTo>
                  <a:pt x="60758" y="102061"/>
                </a:lnTo>
                <a:close/>
                <a:moveTo>
                  <a:pt x="73902" y="102061"/>
                </a:moveTo>
                <a:lnTo>
                  <a:pt x="73902" y="108145"/>
                </a:lnTo>
                <a:lnTo>
                  <a:pt x="67818" y="108145"/>
                </a:lnTo>
                <a:lnTo>
                  <a:pt x="67818" y="102061"/>
                </a:lnTo>
                <a:close/>
                <a:moveTo>
                  <a:pt x="80951" y="102061"/>
                </a:moveTo>
                <a:lnTo>
                  <a:pt x="80951" y="108145"/>
                </a:lnTo>
                <a:lnTo>
                  <a:pt x="74879" y="108145"/>
                </a:lnTo>
                <a:lnTo>
                  <a:pt x="74879" y="102061"/>
                </a:lnTo>
                <a:close/>
                <a:moveTo>
                  <a:pt x="88011" y="102061"/>
                </a:moveTo>
                <a:lnTo>
                  <a:pt x="88011" y="108145"/>
                </a:lnTo>
                <a:lnTo>
                  <a:pt x="81927" y="108145"/>
                </a:lnTo>
                <a:lnTo>
                  <a:pt x="81927" y="102061"/>
                </a:lnTo>
                <a:close/>
                <a:moveTo>
                  <a:pt x="95060" y="102061"/>
                </a:moveTo>
                <a:lnTo>
                  <a:pt x="95060" y="108145"/>
                </a:lnTo>
                <a:lnTo>
                  <a:pt x="88988" y="108145"/>
                </a:lnTo>
                <a:lnTo>
                  <a:pt x="88988" y="102061"/>
                </a:lnTo>
                <a:close/>
                <a:moveTo>
                  <a:pt x="102120" y="102061"/>
                </a:moveTo>
                <a:lnTo>
                  <a:pt x="102120" y="108145"/>
                </a:lnTo>
                <a:lnTo>
                  <a:pt x="96036" y="108145"/>
                </a:lnTo>
                <a:lnTo>
                  <a:pt x="96036" y="102061"/>
                </a:lnTo>
                <a:close/>
                <a:moveTo>
                  <a:pt x="103097" y="102061"/>
                </a:moveTo>
                <a:lnTo>
                  <a:pt x="109169" y="102073"/>
                </a:lnTo>
                <a:lnTo>
                  <a:pt x="109169" y="108145"/>
                </a:lnTo>
                <a:lnTo>
                  <a:pt x="103097" y="108145"/>
                </a:lnTo>
                <a:lnTo>
                  <a:pt x="103097" y="102061"/>
                </a:lnTo>
                <a:close/>
                <a:moveTo>
                  <a:pt x="110157" y="102061"/>
                </a:moveTo>
                <a:lnTo>
                  <a:pt x="116229" y="102073"/>
                </a:lnTo>
                <a:lnTo>
                  <a:pt x="116229" y="108145"/>
                </a:lnTo>
                <a:lnTo>
                  <a:pt x="110157" y="108145"/>
                </a:lnTo>
                <a:lnTo>
                  <a:pt x="110157" y="102061"/>
                </a:lnTo>
                <a:close/>
                <a:moveTo>
                  <a:pt x="123278" y="102061"/>
                </a:moveTo>
                <a:lnTo>
                  <a:pt x="123278" y="108145"/>
                </a:lnTo>
                <a:lnTo>
                  <a:pt x="117205" y="108145"/>
                </a:lnTo>
                <a:lnTo>
                  <a:pt x="117205" y="102061"/>
                </a:lnTo>
                <a:close/>
                <a:moveTo>
                  <a:pt x="130338" y="102061"/>
                </a:moveTo>
                <a:lnTo>
                  <a:pt x="130338" y="108145"/>
                </a:lnTo>
                <a:lnTo>
                  <a:pt x="124254" y="108145"/>
                </a:lnTo>
                <a:lnTo>
                  <a:pt x="124254" y="102061"/>
                </a:lnTo>
                <a:close/>
                <a:moveTo>
                  <a:pt x="137387" y="102061"/>
                </a:moveTo>
                <a:lnTo>
                  <a:pt x="137387" y="108145"/>
                </a:lnTo>
                <a:lnTo>
                  <a:pt x="131314" y="108145"/>
                </a:lnTo>
                <a:lnTo>
                  <a:pt x="131314" y="102061"/>
                </a:lnTo>
                <a:close/>
                <a:moveTo>
                  <a:pt x="144447" y="102061"/>
                </a:moveTo>
                <a:lnTo>
                  <a:pt x="144447" y="108145"/>
                </a:lnTo>
                <a:lnTo>
                  <a:pt x="138375" y="108145"/>
                </a:lnTo>
                <a:lnTo>
                  <a:pt x="138375" y="102061"/>
                </a:lnTo>
                <a:close/>
                <a:moveTo>
                  <a:pt x="151495" y="102061"/>
                </a:moveTo>
                <a:lnTo>
                  <a:pt x="151495" y="108145"/>
                </a:lnTo>
                <a:lnTo>
                  <a:pt x="145423" y="108145"/>
                </a:lnTo>
                <a:lnTo>
                  <a:pt x="145423" y="102061"/>
                </a:lnTo>
                <a:close/>
                <a:moveTo>
                  <a:pt x="158556" y="102061"/>
                </a:moveTo>
                <a:lnTo>
                  <a:pt x="158556" y="108145"/>
                </a:lnTo>
                <a:lnTo>
                  <a:pt x="152484" y="108145"/>
                </a:lnTo>
                <a:lnTo>
                  <a:pt x="152484" y="102061"/>
                </a:lnTo>
                <a:close/>
                <a:moveTo>
                  <a:pt x="165604" y="102061"/>
                </a:moveTo>
                <a:lnTo>
                  <a:pt x="165604" y="108145"/>
                </a:lnTo>
                <a:lnTo>
                  <a:pt x="159532" y="108145"/>
                </a:lnTo>
                <a:lnTo>
                  <a:pt x="159532" y="102061"/>
                </a:lnTo>
                <a:close/>
                <a:moveTo>
                  <a:pt x="172665" y="102061"/>
                </a:moveTo>
                <a:lnTo>
                  <a:pt x="172665" y="108145"/>
                </a:lnTo>
                <a:lnTo>
                  <a:pt x="166581" y="108145"/>
                </a:lnTo>
                <a:lnTo>
                  <a:pt x="166581" y="102061"/>
                </a:lnTo>
                <a:close/>
                <a:moveTo>
                  <a:pt x="179713" y="102061"/>
                </a:moveTo>
                <a:lnTo>
                  <a:pt x="179713" y="108145"/>
                </a:lnTo>
                <a:lnTo>
                  <a:pt x="173641" y="108145"/>
                </a:lnTo>
                <a:lnTo>
                  <a:pt x="173641" y="102061"/>
                </a:lnTo>
                <a:close/>
                <a:moveTo>
                  <a:pt x="186774" y="102061"/>
                </a:moveTo>
                <a:lnTo>
                  <a:pt x="186774" y="108145"/>
                </a:lnTo>
                <a:lnTo>
                  <a:pt x="180702" y="108145"/>
                </a:lnTo>
                <a:lnTo>
                  <a:pt x="180702" y="102061"/>
                </a:lnTo>
                <a:close/>
                <a:moveTo>
                  <a:pt x="193822" y="102061"/>
                </a:moveTo>
                <a:lnTo>
                  <a:pt x="193822" y="108145"/>
                </a:lnTo>
                <a:lnTo>
                  <a:pt x="187750" y="108145"/>
                </a:lnTo>
                <a:lnTo>
                  <a:pt x="187750" y="102061"/>
                </a:lnTo>
                <a:close/>
                <a:moveTo>
                  <a:pt x="200883" y="102061"/>
                </a:moveTo>
                <a:lnTo>
                  <a:pt x="200883" y="108145"/>
                </a:lnTo>
                <a:lnTo>
                  <a:pt x="194810" y="108145"/>
                </a:lnTo>
                <a:lnTo>
                  <a:pt x="194810" y="102061"/>
                </a:lnTo>
                <a:close/>
                <a:moveTo>
                  <a:pt x="207931" y="102061"/>
                </a:moveTo>
                <a:lnTo>
                  <a:pt x="207931" y="108145"/>
                </a:lnTo>
                <a:lnTo>
                  <a:pt x="201859" y="108145"/>
                </a:lnTo>
                <a:lnTo>
                  <a:pt x="201859" y="102061"/>
                </a:lnTo>
                <a:close/>
                <a:moveTo>
                  <a:pt x="214992" y="102061"/>
                </a:moveTo>
                <a:lnTo>
                  <a:pt x="214992" y="108145"/>
                </a:lnTo>
                <a:lnTo>
                  <a:pt x="208919" y="108145"/>
                </a:lnTo>
                <a:lnTo>
                  <a:pt x="208919" y="102061"/>
                </a:lnTo>
                <a:close/>
                <a:moveTo>
                  <a:pt x="222052" y="102061"/>
                </a:moveTo>
                <a:lnTo>
                  <a:pt x="222052" y="108145"/>
                </a:lnTo>
                <a:lnTo>
                  <a:pt x="215968" y="108145"/>
                </a:lnTo>
                <a:lnTo>
                  <a:pt x="215968" y="102061"/>
                </a:lnTo>
                <a:close/>
                <a:moveTo>
                  <a:pt x="229100" y="102061"/>
                </a:moveTo>
                <a:lnTo>
                  <a:pt x="229100" y="108145"/>
                </a:lnTo>
                <a:lnTo>
                  <a:pt x="223028" y="108145"/>
                </a:lnTo>
                <a:lnTo>
                  <a:pt x="223028" y="102061"/>
                </a:lnTo>
                <a:close/>
                <a:moveTo>
                  <a:pt x="236161" y="102061"/>
                </a:moveTo>
                <a:lnTo>
                  <a:pt x="236161" y="108145"/>
                </a:lnTo>
                <a:lnTo>
                  <a:pt x="230077" y="108145"/>
                </a:lnTo>
                <a:lnTo>
                  <a:pt x="230077" y="102061"/>
                </a:lnTo>
                <a:close/>
                <a:moveTo>
                  <a:pt x="243209" y="102061"/>
                </a:moveTo>
                <a:lnTo>
                  <a:pt x="243209" y="108145"/>
                </a:lnTo>
                <a:lnTo>
                  <a:pt x="237137" y="108145"/>
                </a:lnTo>
                <a:lnTo>
                  <a:pt x="237137" y="102061"/>
                </a:lnTo>
                <a:close/>
                <a:moveTo>
                  <a:pt x="250270" y="102061"/>
                </a:moveTo>
                <a:lnTo>
                  <a:pt x="250270" y="108145"/>
                </a:lnTo>
                <a:lnTo>
                  <a:pt x="244198" y="108145"/>
                </a:lnTo>
                <a:lnTo>
                  <a:pt x="244198" y="102061"/>
                </a:lnTo>
                <a:close/>
                <a:moveTo>
                  <a:pt x="257318" y="102061"/>
                </a:moveTo>
                <a:lnTo>
                  <a:pt x="257318" y="108145"/>
                </a:lnTo>
                <a:lnTo>
                  <a:pt x="251246" y="108145"/>
                </a:lnTo>
                <a:lnTo>
                  <a:pt x="251246" y="102061"/>
                </a:lnTo>
                <a:close/>
                <a:moveTo>
                  <a:pt x="264379" y="102061"/>
                </a:moveTo>
                <a:lnTo>
                  <a:pt x="264379" y="108145"/>
                </a:lnTo>
                <a:lnTo>
                  <a:pt x="258306" y="108145"/>
                </a:lnTo>
                <a:lnTo>
                  <a:pt x="258306" y="102061"/>
                </a:lnTo>
                <a:close/>
                <a:moveTo>
                  <a:pt x="271427" y="102061"/>
                </a:moveTo>
                <a:lnTo>
                  <a:pt x="271427" y="108145"/>
                </a:lnTo>
                <a:lnTo>
                  <a:pt x="265355" y="108145"/>
                </a:lnTo>
                <a:lnTo>
                  <a:pt x="265355" y="102061"/>
                </a:lnTo>
                <a:close/>
                <a:moveTo>
                  <a:pt x="278488" y="102061"/>
                </a:moveTo>
                <a:lnTo>
                  <a:pt x="278488" y="108145"/>
                </a:lnTo>
                <a:lnTo>
                  <a:pt x="272415" y="108145"/>
                </a:lnTo>
                <a:lnTo>
                  <a:pt x="272415" y="102061"/>
                </a:lnTo>
                <a:close/>
                <a:moveTo>
                  <a:pt x="17443" y="109121"/>
                </a:moveTo>
                <a:lnTo>
                  <a:pt x="17443" y="115193"/>
                </a:lnTo>
                <a:lnTo>
                  <a:pt x="11371" y="115193"/>
                </a:lnTo>
                <a:lnTo>
                  <a:pt x="11371" y="109121"/>
                </a:lnTo>
                <a:close/>
                <a:moveTo>
                  <a:pt x="24503" y="109121"/>
                </a:moveTo>
                <a:lnTo>
                  <a:pt x="24503" y="115193"/>
                </a:lnTo>
                <a:lnTo>
                  <a:pt x="18431" y="115193"/>
                </a:lnTo>
                <a:lnTo>
                  <a:pt x="18431" y="109121"/>
                </a:lnTo>
                <a:close/>
                <a:moveTo>
                  <a:pt x="31564" y="109121"/>
                </a:moveTo>
                <a:lnTo>
                  <a:pt x="31564" y="115193"/>
                </a:lnTo>
                <a:lnTo>
                  <a:pt x="25492" y="115193"/>
                </a:lnTo>
                <a:lnTo>
                  <a:pt x="25492" y="109121"/>
                </a:lnTo>
                <a:close/>
                <a:moveTo>
                  <a:pt x="38612" y="109121"/>
                </a:moveTo>
                <a:lnTo>
                  <a:pt x="38612" y="115193"/>
                </a:lnTo>
                <a:lnTo>
                  <a:pt x="32540" y="115193"/>
                </a:lnTo>
                <a:lnTo>
                  <a:pt x="32540" y="109121"/>
                </a:lnTo>
                <a:close/>
                <a:moveTo>
                  <a:pt x="45673" y="109121"/>
                </a:moveTo>
                <a:lnTo>
                  <a:pt x="45673" y="115193"/>
                </a:lnTo>
                <a:lnTo>
                  <a:pt x="39601" y="115193"/>
                </a:lnTo>
                <a:lnTo>
                  <a:pt x="39601" y="109121"/>
                </a:lnTo>
                <a:close/>
                <a:moveTo>
                  <a:pt x="52721" y="109121"/>
                </a:moveTo>
                <a:lnTo>
                  <a:pt x="52721" y="115193"/>
                </a:lnTo>
                <a:lnTo>
                  <a:pt x="46649" y="115193"/>
                </a:lnTo>
                <a:lnTo>
                  <a:pt x="46649" y="109121"/>
                </a:lnTo>
                <a:close/>
                <a:moveTo>
                  <a:pt x="59782" y="109121"/>
                </a:moveTo>
                <a:lnTo>
                  <a:pt x="59782" y="115193"/>
                </a:lnTo>
                <a:lnTo>
                  <a:pt x="53709" y="115193"/>
                </a:lnTo>
                <a:lnTo>
                  <a:pt x="53709" y="109121"/>
                </a:lnTo>
                <a:close/>
                <a:moveTo>
                  <a:pt x="66842" y="109121"/>
                </a:moveTo>
                <a:lnTo>
                  <a:pt x="66842" y="115193"/>
                </a:lnTo>
                <a:lnTo>
                  <a:pt x="60758" y="115193"/>
                </a:lnTo>
                <a:lnTo>
                  <a:pt x="60758" y="109121"/>
                </a:lnTo>
                <a:close/>
                <a:moveTo>
                  <a:pt x="73902" y="109121"/>
                </a:moveTo>
                <a:lnTo>
                  <a:pt x="73902" y="115193"/>
                </a:lnTo>
                <a:lnTo>
                  <a:pt x="67818" y="115193"/>
                </a:lnTo>
                <a:lnTo>
                  <a:pt x="67818" y="109121"/>
                </a:lnTo>
                <a:close/>
                <a:moveTo>
                  <a:pt x="80951" y="109121"/>
                </a:moveTo>
                <a:lnTo>
                  <a:pt x="80951" y="115193"/>
                </a:lnTo>
                <a:lnTo>
                  <a:pt x="74879" y="115193"/>
                </a:lnTo>
                <a:lnTo>
                  <a:pt x="74879" y="109121"/>
                </a:lnTo>
                <a:close/>
                <a:moveTo>
                  <a:pt x="88011" y="109121"/>
                </a:moveTo>
                <a:lnTo>
                  <a:pt x="88011" y="115193"/>
                </a:lnTo>
                <a:lnTo>
                  <a:pt x="81927" y="115193"/>
                </a:lnTo>
                <a:lnTo>
                  <a:pt x="81927" y="109121"/>
                </a:lnTo>
                <a:close/>
                <a:moveTo>
                  <a:pt x="95060" y="109121"/>
                </a:moveTo>
                <a:lnTo>
                  <a:pt x="95060" y="115193"/>
                </a:lnTo>
                <a:lnTo>
                  <a:pt x="88988" y="115193"/>
                </a:lnTo>
                <a:lnTo>
                  <a:pt x="88988" y="109121"/>
                </a:lnTo>
                <a:close/>
                <a:moveTo>
                  <a:pt x="102120" y="109121"/>
                </a:moveTo>
                <a:lnTo>
                  <a:pt x="102120" y="115193"/>
                </a:lnTo>
                <a:lnTo>
                  <a:pt x="96036" y="115193"/>
                </a:lnTo>
                <a:lnTo>
                  <a:pt x="96036" y="109121"/>
                </a:lnTo>
                <a:close/>
                <a:moveTo>
                  <a:pt x="109169" y="109121"/>
                </a:moveTo>
                <a:lnTo>
                  <a:pt x="109169" y="115193"/>
                </a:lnTo>
                <a:lnTo>
                  <a:pt x="103097" y="115193"/>
                </a:lnTo>
                <a:lnTo>
                  <a:pt x="103097" y="109121"/>
                </a:lnTo>
                <a:close/>
                <a:moveTo>
                  <a:pt x="116229" y="109121"/>
                </a:moveTo>
                <a:lnTo>
                  <a:pt x="116229" y="115193"/>
                </a:lnTo>
                <a:lnTo>
                  <a:pt x="110157" y="115193"/>
                </a:lnTo>
                <a:lnTo>
                  <a:pt x="110157" y="109121"/>
                </a:lnTo>
                <a:close/>
                <a:moveTo>
                  <a:pt x="123278" y="109121"/>
                </a:moveTo>
                <a:lnTo>
                  <a:pt x="123278" y="115193"/>
                </a:lnTo>
                <a:lnTo>
                  <a:pt x="117205" y="115193"/>
                </a:lnTo>
                <a:lnTo>
                  <a:pt x="117205" y="109121"/>
                </a:lnTo>
                <a:close/>
                <a:moveTo>
                  <a:pt x="130338" y="109121"/>
                </a:moveTo>
                <a:lnTo>
                  <a:pt x="130338" y="115193"/>
                </a:lnTo>
                <a:lnTo>
                  <a:pt x="124254" y="115193"/>
                </a:lnTo>
                <a:lnTo>
                  <a:pt x="124254" y="109121"/>
                </a:lnTo>
                <a:close/>
                <a:moveTo>
                  <a:pt x="137387" y="109121"/>
                </a:moveTo>
                <a:lnTo>
                  <a:pt x="137387" y="115193"/>
                </a:lnTo>
                <a:lnTo>
                  <a:pt x="131314" y="115193"/>
                </a:lnTo>
                <a:lnTo>
                  <a:pt x="131314" y="109121"/>
                </a:lnTo>
                <a:close/>
                <a:moveTo>
                  <a:pt x="144447" y="109121"/>
                </a:moveTo>
                <a:lnTo>
                  <a:pt x="144447" y="115193"/>
                </a:lnTo>
                <a:lnTo>
                  <a:pt x="138375" y="115193"/>
                </a:lnTo>
                <a:lnTo>
                  <a:pt x="138375" y="109121"/>
                </a:lnTo>
                <a:close/>
                <a:moveTo>
                  <a:pt x="151495" y="109121"/>
                </a:moveTo>
                <a:lnTo>
                  <a:pt x="151495" y="115193"/>
                </a:lnTo>
                <a:lnTo>
                  <a:pt x="145423" y="115193"/>
                </a:lnTo>
                <a:lnTo>
                  <a:pt x="145423" y="109121"/>
                </a:lnTo>
                <a:close/>
                <a:moveTo>
                  <a:pt x="158556" y="109121"/>
                </a:moveTo>
                <a:lnTo>
                  <a:pt x="158556" y="115193"/>
                </a:lnTo>
                <a:lnTo>
                  <a:pt x="152484" y="115193"/>
                </a:lnTo>
                <a:lnTo>
                  <a:pt x="152484" y="109121"/>
                </a:lnTo>
                <a:close/>
                <a:moveTo>
                  <a:pt x="165604" y="109121"/>
                </a:moveTo>
                <a:lnTo>
                  <a:pt x="165604" y="115193"/>
                </a:lnTo>
                <a:lnTo>
                  <a:pt x="159532" y="115193"/>
                </a:lnTo>
                <a:lnTo>
                  <a:pt x="159532" y="109121"/>
                </a:lnTo>
                <a:close/>
                <a:moveTo>
                  <a:pt x="172665" y="109121"/>
                </a:moveTo>
                <a:lnTo>
                  <a:pt x="172665" y="115193"/>
                </a:lnTo>
                <a:lnTo>
                  <a:pt x="166581" y="115193"/>
                </a:lnTo>
                <a:lnTo>
                  <a:pt x="166581" y="109121"/>
                </a:lnTo>
                <a:close/>
                <a:moveTo>
                  <a:pt x="179713" y="109121"/>
                </a:moveTo>
                <a:lnTo>
                  <a:pt x="179713" y="115193"/>
                </a:lnTo>
                <a:lnTo>
                  <a:pt x="173641" y="115193"/>
                </a:lnTo>
                <a:lnTo>
                  <a:pt x="173641" y="109121"/>
                </a:lnTo>
                <a:close/>
                <a:moveTo>
                  <a:pt x="186774" y="109121"/>
                </a:moveTo>
                <a:lnTo>
                  <a:pt x="186774" y="115193"/>
                </a:lnTo>
                <a:lnTo>
                  <a:pt x="180702" y="115193"/>
                </a:lnTo>
                <a:lnTo>
                  <a:pt x="180702" y="109121"/>
                </a:lnTo>
                <a:close/>
                <a:moveTo>
                  <a:pt x="193822" y="109121"/>
                </a:moveTo>
                <a:lnTo>
                  <a:pt x="193822" y="115193"/>
                </a:lnTo>
                <a:lnTo>
                  <a:pt x="187750" y="115193"/>
                </a:lnTo>
                <a:lnTo>
                  <a:pt x="187750" y="109121"/>
                </a:lnTo>
                <a:close/>
                <a:moveTo>
                  <a:pt x="200883" y="109121"/>
                </a:moveTo>
                <a:lnTo>
                  <a:pt x="200883" y="115193"/>
                </a:lnTo>
                <a:lnTo>
                  <a:pt x="194810" y="115193"/>
                </a:lnTo>
                <a:lnTo>
                  <a:pt x="194810" y="109121"/>
                </a:lnTo>
                <a:close/>
                <a:moveTo>
                  <a:pt x="207931" y="109121"/>
                </a:moveTo>
                <a:lnTo>
                  <a:pt x="207931" y="115193"/>
                </a:lnTo>
                <a:lnTo>
                  <a:pt x="201859" y="115193"/>
                </a:lnTo>
                <a:lnTo>
                  <a:pt x="201859" y="109121"/>
                </a:lnTo>
                <a:close/>
                <a:moveTo>
                  <a:pt x="214992" y="109121"/>
                </a:moveTo>
                <a:lnTo>
                  <a:pt x="214992" y="115193"/>
                </a:lnTo>
                <a:lnTo>
                  <a:pt x="208919" y="115193"/>
                </a:lnTo>
                <a:lnTo>
                  <a:pt x="208919" y="109121"/>
                </a:lnTo>
                <a:close/>
                <a:moveTo>
                  <a:pt x="222052" y="109121"/>
                </a:moveTo>
                <a:lnTo>
                  <a:pt x="222052" y="115193"/>
                </a:lnTo>
                <a:lnTo>
                  <a:pt x="215968" y="115193"/>
                </a:lnTo>
                <a:lnTo>
                  <a:pt x="215968" y="109121"/>
                </a:lnTo>
                <a:close/>
                <a:moveTo>
                  <a:pt x="229100" y="109121"/>
                </a:moveTo>
                <a:lnTo>
                  <a:pt x="229100" y="115193"/>
                </a:lnTo>
                <a:lnTo>
                  <a:pt x="223028" y="115193"/>
                </a:lnTo>
                <a:lnTo>
                  <a:pt x="223028" y="109121"/>
                </a:lnTo>
                <a:close/>
                <a:moveTo>
                  <a:pt x="236161" y="109121"/>
                </a:moveTo>
                <a:lnTo>
                  <a:pt x="236161" y="115193"/>
                </a:lnTo>
                <a:lnTo>
                  <a:pt x="230077" y="115193"/>
                </a:lnTo>
                <a:lnTo>
                  <a:pt x="230077" y="109121"/>
                </a:lnTo>
                <a:close/>
                <a:moveTo>
                  <a:pt x="243209" y="109121"/>
                </a:moveTo>
                <a:lnTo>
                  <a:pt x="243209" y="115193"/>
                </a:lnTo>
                <a:lnTo>
                  <a:pt x="237137" y="115193"/>
                </a:lnTo>
                <a:lnTo>
                  <a:pt x="237137" y="109121"/>
                </a:lnTo>
                <a:close/>
                <a:moveTo>
                  <a:pt x="250270" y="109121"/>
                </a:moveTo>
                <a:lnTo>
                  <a:pt x="250270" y="115193"/>
                </a:lnTo>
                <a:lnTo>
                  <a:pt x="244198" y="115193"/>
                </a:lnTo>
                <a:lnTo>
                  <a:pt x="244198" y="109121"/>
                </a:lnTo>
                <a:close/>
                <a:moveTo>
                  <a:pt x="257318" y="109121"/>
                </a:moveTo>
                <a:lnTo>
                  <a:pt x="257318" y="115193"/>
                </a:lnTo>
                <a:lnTo>
                  <a:pt x="251246" y="115193"/>
                </a:lnTo>
                <a:lnTo>
                  <a:pt x="251246" y="109121"/>
                </a:lnTo>
                <a:close/>
                <a:moveTo>
                  <a:pt x="264379" y="109121"/>
                </a:moveTo>
                <a:lnTo>
                  <a:pt x="264379" y="115193"/>
                </a:lnTo>
                <a:lnTo>
                  <a:pt x="258306" y="115193"/>
                </a:lnTo>
                <a:lnTo>
                  <a:pt x="258306" y="109121"/>
                </a:lnTo>
                <a:close/>
                <a:moveTo>
                  <a:pt x="271427" y="109121"/>
                </a:moveTo>
                <a:lnTo>
                  <a:pt x="271427" y="115193"/>
                </a:lnTo>
                <a:lnTo>
                  <a:pt x="265355" y="115193"/>
                </a:lnTo>
                <a:lnTo>
                  <a:pt x="265355" y="109121"/>
                </a:lnTo>
                <a:close/>
                <a:moveTo>
                  <a:pt x="278488" y="109121"/>
                </a:moveTo>
                <a:lnTo>
                  <a:pt x="278488" y="115193"/>
                </a:lnTo>
                <a:lnTo>
                  <a:pt x="272415" y="115193"/>
                </a:lnTo>
                <a:lnTo>
                  <a:pt x="272415" y="109121"/>
                </a:lnTo>
                <a:close/>
                <a:moveTo>
                  <a:pt x="17443" y="116170"/>
                </a:moveTo>
                <a:lnTo>
                  <a:pt x="17443" y="122254"/>
                </a:lnTo>
                <a:lnTo>
                  <a:pt x="11371" y="122254"/>
                </a:lnTo>
                <a:lnTo>
                  <a:pt x="11371" y="116182"/>
                </a:lnTo>
                <a:lnTo>
                  <a:pt x="17443" y="116170"/>
                </a:lnTo>
                <a:close/>
                <a:moveTo>
                  <a:pt x="24503" y="116170"/>
                </a:moveTo>
                <a:lnTo>
                  <a:pt x="24503" y="122254"/>
                </a:lnTo>
                <a:lnTo>
                  <a:pt x="18431" y="122254"/>
                </a:lnTo>
                <a:lnTo>
                  <a:pt x="18431" y="116182"/>
                </a:lnTo>
                <a:lnTo>
                  <a:pt x="24503" y="116170"/>
                </a:lnTo>
                <a:close/>
                <a:moveTo>
                  <a:pt x="31564" y="116170"/>
                </a:moveTo>
                <a:lnTo>
                  <a:pt x="31564" y="122254"/>
                </a:lnTo>
                <a:lnTo>
                  <a:pt x="25492" y="122254"/>
                </a:lnTo>
                <a:lnTo>
                  <a:pt x="25492" y="116182"/>
                </a:lnTo>
                <a:lnTo>
                  <a:pt x="31564" y="116170"/>
                </a:lnTo>
                <a:close/>
                <a:moveTo>
                  <a:pt x="38612" y="116170"/>
                </a:moveTo>
                <a:lnTo>
                  <a:pt x="38612" y="122254"/>
                </a:lnTo>
                <a:lnTo>
                  <a:pt x="32540" y="122254"/>
                </a:lnTo>
                <a:lnTo>
                  <a:pt x="32540" y="116182"/>
                </a:lnTo>
                <a:lnTo>
                  <a:pt x="38612" y="116170"/>
                </a:lnTo>
                <a:close/>
                <a:moveTo>
                  <a:pt x="45673" y="116170"/>
                </a:moveTo>
                <a:lnTo>
                  <a:pt x="45673" y="122254"/>
                </a:lnTo>
                <a:lnTo>
                  <a:pt x="39601" y="122254"/>
                </a:lnTo>
                <a:lnTo>
                  <a:pt x="39601" y="116182"/>
                </a:lnTo>
                <a:lnTo>
                  <a:pt x="45673" y="116170"/>
                </a:lnTo>
                <a:close/>
                <a:moveTo>
                  <a:pt x="52721" y="116170"/>
                </a:moveTo>
                <a:lnTo>
                  <a:pt x="52721" y="122254"/>
                </a:lnTo>
                <a:lnTo>
                  <a:pt x="46649" y="122254"/>
                </a:lnTo>
                <a:lnTo>
                  <a:pt x="46649" y="116182"/>
                </a:lnTo>
                <a:lnTo>
                  <a:pt x="52721" y="116170"/>
                </a:lnTo>
                <a:close/>
                <a:moveTo>
                  <a:pt x="59782" y="116170"/>
                </a:moveTo>
                <a:lnTo>
                  <a:pt x="59782" y="122254"/>
                </a:lnTo>
                <a:lnTo>
                  <a:pt x="53709" y="122254"/>
                </a:lnTo>
                <a:lnTo>
                  <a:pt x="53709" y="116182"/>
                </a:lnTo>
                <a:lnTo>
                  <a:pt x="59782" y="116170"/>
                </a:lnTo>
                <a:close/>
                <a:moveTo>
                  <a:pt x="66842" y="116182"/>
                </a:moveTo>
                <a:lnTo>
                  <a:pt x="66842" y="122254"/>
                </a:lnTo>
                <a:lnTo>
                  <a:pt x="60758" y="122254"/>
                </a:lnTo>
                <a:lnTo>
                  <a:pt x="60758" y="116182"/>
                </a:lnTo>
                <a:close/>
                <a:moveTo>
                  <a:pt x="73902" y="116182"/>
                </a:moveTo>
                <a:lnTo>
                  <a:pt x="73902" y="122254"/>
                </a:lnTo>
                <a:lnTo>
                  <a:pt x="67818" y="122254"/>
                </a:lnTo>
                <a:lnTo>
                  <a:pt x="67818" y="116182"/>
                </a:lnTo>
                <a:close/>
                <a:moveTo>
                  <a:pt x="80951" y="116182"/>
                </a:moveTo>
                <a:lnTo>
                  <a:pt x="80951" y="122254"/>
                </a:lnTo>
                <a:lnTo>
                  <a:pt x="74879" y="122254"/>
                </a:lnTo>
                <a:lnTo>
                  <a:pt x="74879" y="116182"/>
                </a:lnTo>
                <a:close/>
                <a:moveTo>
                  <a:pt x="88011" y="116170"/>
                </a:moveTo>
                <a:lnTo>
                  <a:pt x="88011" y="122254"/>
                </a:lnTo>
                <a:lnTo>
                  <a:pt x="81927" y="122254"/>
                </a:lnTo>
                <a:lnTo>
                  <a:pt x="81927" y="116182"/>
                </a:lnTo>
                <a:lnTo>
                  <a:pt x="88011" y="116170"/>
                </a:lnTo>
                <a:close/>
                <a:moveTo>
                  <a:pt x="95060" y="116170"/>
                </a:moveTo>
                <a:lnTo>
                  <a:pt x="95060" y="122254"/>
                </a:lnTo>
                <a:lnTo>
                  <a:pt x="88988" y="122254"/>
                </a:lnTo>
                <a:lnTo>
                  <a:pt x="88988" y="116182"/>
                </a:lnTo>
                <a:lnTo>
                  <a:pt x="95060" y="116170"/>
                </a:lnTo>
                <a:close/>
                <a:moveTo>
                  <a:pt x="102120" y="116182"/>
                </a:moveTo>
                <a:lnTo>
                  <a:pt x="102120" y="122254"/>
                </a:lnTo>
                <a:lnTo>
                  <a:pt x="96036" y="122254"/>
                </a:lnTo>
                <a:lnTo>
                  <a:pt x="96036" y="116182"/>
                </a:lnTo>
                <a:close/>
                <a:moveTo>
                  <a:pt x="109169" y="116182"/>
                </a:moveTo>
                <a:lnTo>
                  <a:pt x="109169" y="122254"/>
                </a:lnTo>
                <a:lnTo>
                  <a:pt x="103097" y="122254"/>
                </a:lnTo>
                <a:lnTo>
                  <a:pt x="103097" y="116182"/>
                </a:lnTo>
                <a:close/>
                <a:moveTo>
                  <a:pt x="116229" y="116182"/>
                </a:moveTo>
                <a:lnTo>
                  <a:pt x="116229" y="122254"/>
                </a:lnTo>
                <a:lnTo>
                  <a:pt x="110157" y="122254"/>
                </a:lnTo>
                <a:lnTo>
                  <a:pt x="110157" y="116182"/>
                </a:lnTo>
                <a:close/>
                <a:moveTo>
                  <a:pt x="123278" y="116170"/>
                </a:moveTo>
                <a:lnTo>
                  <a:pt x="123278" y="122254"/>
                </a:lnTo>
                <a:lnTo>
                  <a:pt x="117205" y="122254"/>
                </a:lnTo>
                <a:lnTo>
                  <a:pt x="117205" y="116182"/>
                </a:lnTo>
                <a:lnTo>
                  <a:pt x="123278" y="116170"/>
                </a:lnTo>
                <a:close/>
                <a:moveTo>
                  <a:pt x="130338" y="116170"/>
                </a:moveTo>
                <a:lnTo>
                  <a:pt x="130338" y="122254"/>
                </a:lnTo>
                <a:lnTo>
                  <a:pt x="124254" y="122254"/>
                </a:lnTo>
                <a:lnTo>
                  <a:pt x="124254" y="116182"/>
                </a:lnTo>
                <a:lnTo>
                  <a:pt x="130338" y="116170"/>
                </a:lnTo>
                <a:close/>
                <a:moveTo>
                  <a:pt x="137387" y="116182"/>
                </a:moveTo>
                <a:lnTo>
                  <a:pt x="137387" y="122254"/>
                </a:lnTo>
                <a:lnTo>
                  <a:pt x="131314" y="122254"/>
                </a:lnTo>
                <a:lnTo>
                  <a:pt x="131314" y="116182"/>
                </a:lnTo>
                <a:close/>
                <a:moveTo>
                  <a:pt x="144447" y="116170"/>
                </a:moveTo>
                <a:lnTo>
                  <a:pt x="144447" y="122254"/>
                </a:lnTo>
                <a:lnTo>
                  <a:pt x="138375" y="122254"/>
                </a:lnTo>
                <a:lnTo>
                  <a:pt x="138375" y="116182"/>
                </a:lnTo>
                <a:lnTo>
                  <a:pt x="144447" y="116170"/>
                </a:lnTo>
                <a:close/>
                <a:moveTo>
                  <a:pt x="151495" y="116170"/>
                </a:moveTo>
                <a:lnTo>
                  <a:pt x="151495" y="122254"/>
                </a:lnTo>
                <a:lnTo>
                  <a:pt x="145423" y="122254"/>
                </a:lnTo>
                <a:lnTo>
                  <a:pt x="145423" y="116182"/>
                </a:lnTo>
                <a:lnTo>
                  <a:pt x="151495" y="116170"/>
                </a:lnTo>
                <a:close/>
                <a:moveTo>
                  <a:pt x="158556" y="116170"/>
                </a:moveTo>
                <a:lnTo>
                  <a:pt x="158556" y="122254"/>
                </a:lnTo>
                <a:lnTo>
                  <a:pt x="152484" y="122254"/>
                </a:lnTo>
                <a:lnTo>
                  <a:pt x="152484" y="116182"/>
                </a:lnTo>
                <a:lnTo>
                  <a:pt x="158556" y="116170"/>
                </a:lnTo>
                <a:close/>
                <a:moveTo>
                  <a:pt x="165604" y="116170"/>
                </a:moveTo>
                <a:lnTo>
                  <a:pt x="165604" y="122254"/>
                </a:lnTo>
                <a:lnTo>
                  <a:pt x="159532" y="122254"/>
                </a:lnTo>
                <a:lnTo>
                  <a:pt x="159532" y="116182"/>
                </a:lnTo>
                <a:lnTo>
                  <a:pt x="165604" y="116170"/>
                </a:lnTo>
                <a:close/>
                <a:moveTo>
                  <a:pt x="172665" y="116170"/>
                </a:moveTo>
                <a:lnTo>
                  <a:pt x="172665" y="122254"/>
                </a:lnTo>
                <a:lnTo>
                  <a:pt x="166581" y="122254"/>
                </a:lnTo>
                <a:lnTo>
                  <a:pt x="166581" y="116182"/>
                </a:lnTo>
                <a:lnTo>
                  <a:pt x="172665" y="116170"/>
                </a:lnTo>
                <a:close/>
                <a:moveTo>
                  <a:pt x="179713" y="116170"/>
                </a:moveTo>
                <a:lnTo>
                  <a:pt x="179713" y="122254"/>
                </a:lnTo>
                <a:lnTo>
                  <a:pt x="173641" y="122254"/>
                </a:lnTo>
                <a:lnTo>
                  <a:pt x="173641" y="116182"/>
                </a:lnTo>
                <a:lnTo>
                  <a:pt x="179713" y="116170"/>
                </a:lnTo>
                <a:close/>
                <a:moveTo>
                  <a:pt x="186774" y="116170"/>
                </a:moveTo>
                <a:lnTo>
                  <a:pt x="186774" y="122254"/>
                </a:lnTo>
                <a:lnTo>
                  <a:pt x="180702" y="122254"/>
                </a:lnTo>
                <a:lnTo>
                  <a:pt x="180702" y="116182"/>
                </a:lnTo>
                <a:lnTo>
                  <a:pt x="186774" y="116170"/>
                </a:lnTo>
                <a:close/>
                <a:moveTo>
                  <a:pt x="193822" y="116170"/>
                </a:moveTo>
                <a:lnTo>
                  <a:pt x="193822" y="122254"/>
                </a:lnTo>
                <a:lnTo>
                  <a:pt x="187750" y="122254"/>
                </a:lnTo>
                <a:lnTo>
                  <a:pt x="187750" y="116182"/>
                </a:lnTo>
                <a:lnTo>
                  <a:pt x="193822" y="116170"/>
                </a:lnTo>
                <a:close/>
                <a:moveTo>
                  <a:pt x="200883" y="116170"/>
                </a:moveTo>
                <a:lnTo>
                  <a:pt x="200883" y="122254"/>
                </a:lnTo>
                <a:lnTo>
                  <a:pt x="194810" y="122254"/>
                </a:lnTo>
                <a:lnTo>
                  <a:pt x="194810" y="116182"/>
                </a:lnTo>
                <a:lnTo>
                  <a:pt x="200883" y="116170"/>
                </a:lnTo>
                <a:close/>
                <a:moveTo>
                  <a:pt x="207931" y="116170"/>
                </a:moveTo>
                <a:lnTo>
                  <a:pt x="207931" y="122254"/>
                </a:lnTo>
                <a:lnTo>
                  <a:pt x="201859" y="122254"/>
                </a:lnTo>
                <a:lnTo>
                  <a:pt x="201859" y="116182"/>
                </a:lnTo>
                <a:lnTo>
                  <a:pt x="207931" y="116170"/>
                </a:lnTo>
                <a:close/>
                <a:moveTo>
                  <a:pt x="214992" y="116170"/>
                </a:moveTo>
                <a:lnTo>
                  <a:pt x="214992" y="122254"/>
                </a:lnTo>
                <a:lnTo>
                  <a:pt x="208919" y="122254"/>
                </a:lnTo>
                <a:lnTo>
                  <a:pt x="208919" y="116182"/>
                </a:lnTo>
                <a:lnTo>
                  <a:pt x="214992" y="116170"/>
                </a:lnTo>
                <a:close/>
                <a:moveTo>
                  <a:pt x="222052" y="116170"/>
                </a:moveTo>
                <a:lnTo>
                  <a:pt x="222052" y="122254"/>
                </a:lnTo>
                <a:lnTo>
                  <a:pt x="215968" y="122254"/>
                </a:lnTo>
                <a:lnTo>
                  <a:pt x="215968" y="116182"/>
                </a:lnTo>
                <a:lnTo>
                  <a:pt x="222052" y="116170"/>
                </a:lnTo>
                <a:close/>
                <a:moveTo>
                  <a:pt x="229100" y="116170"/>
                </a:moveTo>
                <a:lnTo>
                  <a:pt x="229100" y="122254"/>
                </a:lnTo>
                <a:lnTo>
                  <a:pt x="223028" y="122254"/>
                </a:lnTo>
                <a:lnTo>
                  <a:pt x="223028" y="116182"/>
                </a:lnTo>
                <a:lnTo>
                  <a:pt x="229100" y="116170"/>
                </a:lnTo>
                <a:close/>
                <a:moveTo>
                  <a:pt x="236161" y="116170"/>
                </a:moveTo>
                <a:lnTo>
                  <a:pt x="236161" y="122254"/>
                </a:lnTo>
                <a:lnTo>
                  <a:pt x="230077" y="122254"/>
                </a:lnTo>
                <a:lnTo>
                  <a:pt x="230077" y="116182"/>
                </a:lnTo>
                <a:lnTo>
                  <a:pt x="236161" y="116170"/>
                </a:lnTo>
                <a:close/>
                <a:moveTo>
                  <a:pt x="243209" y="116170"/>
                </a:moveTo>
                <a:lnTo>
                  <a:pt x="243209" y="122254"/>
                </a:lnTo>
                <a:lnTo>
                  <a:pt x="237137" y="122254"/>
                </a:lnTo>
                <a:lnTo>
                  <a:pt x="237137" y="116182"/>
                </a:lnTo>
                <a:lnTo>
                  <a:pt x="243209" y="116170"/>
                </a:lnTo>
                <a:close/>
                <a:moveTo>
                  <a:pt x="250270" y="116170"/>
                </a:moveTo>
                <a:lnTo>
                  <a:pt x="250270" y="122254"/>
                </a:lnTo>
                <a:lnTo>
                  <a:pt x="244198" y="122254"/>
                </a:lnTo>
                <a:lnTo>
                  <a:pt x="244198" y="116182"/>
                </a:lnTo>
                <a:lnTo>
                  <a:pt x="250270" y="116170"/>
                </a:lnTo>
                <a:close/>
                <a:moveTo>
                  <a:pt x="257318" y="116170"/>
                </a:moveTo>
                <a:lnTo>
                  <a:pt x="257318" y="122254"/>
                </a:lnTo>
                <a:lnTo>
                  <a:pt x="251246" y="122254"/>
                </a:lnTo>
                <a:lnTo>
                  <a:pt x="251246" y="116182"/>
                </a:lnTo>
                <a:lnTo>
                  <a:pt x="257318" y="116170"/>
                </a:lnTo>
                <a:close/>
                <a:moveTo>
                  <a:pt x="264379" y="116170"/>
                </a:moveTo>
                <a:lnTo>
                  <a:pt x="264379" y="122254"/>
                </a:lnTo>
                <a:lnTo>
                  <a:pt x="258306" y="122254"/>
                </a:lnTo>
                <a:lnTo>
                  <a:pt x="258306" y="116182"/>
                </a:lnTo>
                <a:lnTo>
                  <a:pt x="264379" y="116170"/>
                </a:lnTo>
                <a:close/>
                <a:moveTo>
                  <a:pt x="271427" y="116170"/>
                </a:moveTo>
                <a:lnTo>
                  <a:pt x="271427" y="122254"/>
                </a:lnTo>
                <a:lnTo>
                  <a:pt x="265355" y="122254"/>
                </a:lnTo>
                <a:lnTo>
                  <a:pt x="265355" y="116182"/>
                </a:lnTo>
                <a:lnTo>
                  <a:pt x="271427" y="116170"/>
                </a:lnTo>
                <a:close/>
                <a:moveTo>
                  <a:pt x="278488" y="116170"/>
                </a:moveTo>
                <a:lnTo>
                  <a:pt x="278488" y="122254"/>
                </a:lnTo>
                <a:lnTo>
                  <a:pt x="272415" y="122254"/>
                </a:lnTo>
                <a:lnTo>
                  <a:pt x="272415" y="116182"/>
                </a:lnTo>
                <a:lnTo>
                  <a:pt x="278488" y="116170"/>
                </a:lnTo>
                <a:close/>
                <a:moveTo>
                  <a:pt x="17443" y="123230"/>
                </a:moveTo>
                <a:lnTo>
                  <a:pt x="17443" y="129302"/>
                </a:lnTo>
                <a:lnTo>
                  <a:pt x="11371" y="129302"/>
                </a:lnTo>
                <a:lnTo>
                  <a:pt x="11371" y="123230"/>
                </a:lnTo>
                <a:close/>
                <a:moveTo>
                  <a:pt x="24503" y="123230"/>
                </a:moveTo>
                <a:lnTo>
                  <a:pt x="24503" y="129302"/>
                </a:lnTo>
                <a:lnTo>
                  <a:pt x="18431" y="129302"/>
                </a:lnTo>
                <a:lnTo>
                  <a:pt x="18431" y="123230"/>
                </a:lnTo>
                <a:close/>
                <a:moveTo>
                  <a:pt x="31564" y="123230"/>
                </a:moveTo>
                <a:lnTo>
                  <a:pt x="31564" y="129302"/>
                </a:lnTo>
                <a:lnTo>
                  <a:pt x="25492" y="129302"/>
                </a:lnTo>
                <a:lnTo>
                  <a:pt x="25492" y="123230"/>
                </a:lnTo>
                <a:close/>
                <a:moveTo>
                  <a:pt x="38612" y="123230"/>
                </a:moveTo>
                <a:lnTo>
                  <a:pt x="38612" y="129302"/>
                </a:lnTo>
                <a:lnTo>
                  <a:pt x="32540" y="129302"/>
                </a:lnTo>
                <a:lnTo>
                  <a:pt x="32540" y="123230"/>
                </a:lnTo>
                <a:close/>
                <a:moveTo>
                  <a:pt x="45673" y="123230"/>
                </a:moveTo>
                <a:lnTo>
                  <a:pt x="45673" y="129302"/>
                </a:lnTo>
                <a:lnTo>
                  <a:pt x="39601" y="129302"/>
                </a:lnTo>
                <a:lnTo>
                  <a:pt x="39601" y="123230"/>
                </a:lnTo>
                <a:close/>
                <a:moveTo>
                  <a:pt x="52721" y="123230"/>
                </a:moveTo>
                <a:lnTo>
                  <a:pt x="52721" y="129302"/>
                </a:lnTo>
                <a:lnTo>
                  <a:pt x="46649" y="129302"/>
                </a:lnTo>
                <a:lnTo>
                  <a:pt x="46649" y="123230"/>
                </a:lnTo>
                <a:close/>
                <a:moveTo>
                  <a:pt x="59782" y="123230"/>
                </a:moveTo>
                <a:lnTo>
                  <a:pt x="59782" y="129302"/>
                </a:lnTo>
                <a:lnTo>
                  <a:pt x="53709" y="129302"/>
                </a:lnTo>
                <a:lnTo>
                  <a:pt x="53709" y="123230"/>
                </a:lnTo>
                <a:close/>
                <a:moveTo>
                  <a:pt x="66842" y="123230"/>
                </a:moveTo>
                <a:lnTo>
                  <a:pt x="66842" y="129302"/>
                </a:lnTo>
                <a:lnTo>
                  <a:pt x="60758" y="129302"/>
                </a:lnTo>
                <a:lnTo>
                  <a:pt x="60758" y="123230"/>
                </a:lnTo>
                <a:close/>
                <a:moveTo>
                  <a:pt x="73902" y="123230"/>
                </a:moveTo>
                <a:lnTo>
                  <a:pt x="73902" y="129302"/>
                </a:lnTo>
                <a:lnTo>
                  <a:pt x="67818" y="129302"/>
                </a:lnTo>
                <a:lnTo>
                  <a:pt x="67818" y="123230"/>
                </a:lnTo>
                <a:close/>
                <a:moveTo>
                  <a:pt x="80951" y="123230"/>
                </a:moveTo>
                <a:lnTo>
                  <a:pt x="80951" y="129302"/>
                </a:lnTo>
                <a:lnTo>
                  <a:pt x="74879" y="129302"/>
                </a:lnTo>
                <a:lnTo>
                  <a:pt x="74879" y="123230"/>
                </a:lnTo>
                <a:close/>
                <a:moveTo>
                  <a:pt x="88011" y="123230"/>
                </a:moveTo>
                <a:lnTo>
                  <a:pt x="88011" y="129302"/>
                </a:lnTo>
                <a:lnTo>
                  <a:pt x="81927" y="129302"/>
                </a:lnTo>
                <a:lnTo>
                  <a:pt x="81927" y="123230"/>
                </a:lnTo>
                <a:close/>
                <a:moveTo>
                  <a:pt x="95060" y="123230"/>
                </a:moveTo>
                <a:lnTo>
                  <a:pt x="95060" y="129302"/>
                </a:lnTo>
                <a:lnTo>
                  <a:pt x="88988" y="129302"/>
                </a:lnTo>
                <a:lnTo>
                  <a:pt x="88988" y="123230"/>
                </a:lnTo>
                <a:close/>
                <a:moveTo>
                  <a:pt x="102120" y="123230"/>
                </a:moveTo>
                <a:lnTo>
                  <a:pt x="102120" y="129302"/>
                </a:lnTo>
                <a:lnTo>
                  <a:pt x="96036" y="129302"/>
                </a:lnTo>
                <a:lnTo>
                  <a:pt x="96036" y="123230"/>
                </a:lnTo>
                <a:close/>
                <a:moveTo>
                  <a:pt x="109169" y="123230"/>
                </a:moveTo>
                <a:lnTo>
                  <a:pt x="109169" y="129302"/>
                </a:lnTo>
                <a:lnTo>
                  <a:pt x="103097" y="129302"/>
                </a:lnTo>
                <a:lnTo>
                  <a:pt x="103097" y="123230"/>
                </a:lnTo>
                <a:close/>
                <a:moveTo>
                  <a:pt x="116229" y="123230"/>
                </a:moveTo>
                <a:lnTo>
                  <a:pt x="116229" y="129302"/>
                </a:lnTo>
                <a:lnTo>
                  <a:pt x="110157" y="129302"/>
                </a:lnTo>
                <a:lnTo>
                  <a:pt x="110157" y="123230"/>
                </a:lnTo>
                <a:close/>
                <a:moveTo>
                  <a:pt x="123278" y="123230"/>
                </a:moveTo>
                <a:lnTo>
                  <a:pt x="123278" y="129302"/>
                </a:lnTo>
                <a:lnTo>
                  <a:pt x="117205" y="129302"/>
                </a:lnTo>
                <a:lnTo>
                  <a:pt x="117205" y="123230"/>
                </a:lnTo>
                <a:close/>
                <a:moveTo>
                  <a:pt x="130338" y="123230"/>
                </a:moveTo>
                <a:lnTo>
                  <a:pt x="130338" y="129302"/>
                </a:lnTo>
                <a:lnTo>
                  <a:pt x="124254" y="129302"/>
                </a:lnTo>
                <a:lnTo>
                  <a:pt x="124254" y="123230"/>
                </a:lnTo>
                <a:close/>
                <a:moveTo>
                  <a:pt x="137387" y="123230"/>
                </a:moveTo>
                <a:lnTo>
                  <a:pt x="137387" y="129302"/>
                </a:lnTo>
                <a:lnTo>
                  <a:pt x="131314" y="129302"/>
                </a:lnTo>
                <a:lnTo>
                  <a:pt x="131314" y="123230"/>
                </a:lnTo>
                <a:close/>
                <a:moveTo>
                  <a:pt x="144447" y="123230"/>
                </a:moveTo>
                <a:lnTo>
                  <a:pt x="144447" y="129302"/>
                </a:lnTo>
                <a:lnTo>
                  <a:pt x="138375" y="129302"/>
                </a:lnTo>
                <a:lnTo>
                  <a:pt x="138375" y="123230"/>
                </a:lnTo>
                <a:close/>
                <a:moveTo>
                  <a:pt x="151495" y="123230"/>
                </a:moveTo>
                <a:lnTo>
                  <a:pt x="151495" y="129302"/>
                </a:lnTo>
                <a:lnTo>
                  <a:pt x="145423" y="129302"/>
                </a:lnTo>
                <a:lnTo>
                  <a:pt x="145423" y="123230"/>
                </a:lnTo>
                <a:close/>
                <a:moveTo>
                  <a:pt x="158556" y="123230"/>
                </a:moveTo>
                <a:lnTo>
                  <a:pt x="158556" y="129302"/>
                </a:lnTo>
                <a:lnTo>
                  <a:pt x="152484" y="129302"/>
                </a:lnTo>
                <a:lnTo>
                  <a:pt x="152484" y="123230"/>
                </a:lnTo>
                <a:close/>
                <a:moveTo>
                  <a:pt x="165604" y="123230"/>
                </a:moveTo>
                <a:lnTo>
                  <a:pt x="165604" y="129302"/>
                </a:lnTo>
                <a:lnTo>
                  <a:pt x="159532" y="129302"/>
                </a:lnTo>
                <a:lnTo>
                  <a:pt x="159532" y="123230"/>
                </a:lnTo>
                <a:close/>
                <a:moveTo>
                  <a:pt x="172665" y="123230"/>
                </a:moveTo>
                <a:lnTo>
                  <a:pt x="172665" y="129302"/>
                </a:lnTo>
                <a:lnTo>
                  <a:pt x="166581" y="129302"/>
                </a:lnTo>
                <a:lnTo>
                  <a:pt x="166581" y="123230"/>
                </a:lnTo>
                <a:close/>
                <a:moveTo>
                  <a:pt x="179713" y="123230"/>
                </a:moveTo>
                <a:lnTo>
                  <a:pt x="179713" y="129302"/>
                </a:lnTo>
                <a:lnTo>
                  <a:pt x="173641" y="129302"/>
                </a:lnTo>
                <a:lnTo>
                  <a:pt x="173641" y="123230"/>
                </a:lnTo>
                <a:close/>
                <a:moveTo>
                  <a:pt x="186774" y="123230"/>
                </a:moveTo>
                <a:lnTo>
                  <a:pt x="186774" y="129302"/>
                </a:lnTo>
                <a:lnTo>
                  <a:pt x="180702" y="129302"/>
                </a:lnTo>
                <a:lnTo>
                  <a:pt x="180702" y="123230"/>
                </a:lnTo>
                <a:close/>
                <a:moveTo>
                  <a:pt x="193822" y="123230"/>
                </a:moveTo>
                <a:lnTo>
                  <a:pt x="193822" y="129302"/>
                </a:lnTo>
                <a:lnTo>
                  <a:pt x="187750" y="129302"/>
                </a:lnTo>
                <a:lnTo>
                  <a:pt x="187750" y="123230"/>
                </a:lnTo>
                <a:close/>
                <a:moveTo>
                  <a:pt x="200883" y="123230"/>
                </a:moveTo>
                <a:lnTo>
                  <a:pt x="200883" y="129302"/>
                </a:lnTo>
                <a:lnTo>
                  <a:pt x="194810" y="129302"/>
                </a:lnTo>
                <a:lnTo>
                  <a:pt x="194810" y="123230"/>
                </a:lnTo>
                <a:close/>
                <a:moveTo>
                  <a:pt x="207931" y="123230"/>
                </a:moveTo>
                <a:lnTo>
                  <a:pt x="207931" y="129302"/>
                </a:lnTo>
                <a:lnTo>
                  <a:pt x="201859" y="129302"/>
                </a:lnTo>
                <a:lnTo>
                  <a:pt x="201859" y="123230"/>
                </a:lnTo>
                <a:close/>
                <a:moveTo>
                  <a:pt x="214992" y="123230"/>
                </a:moveTo>
                <a:lnTo>
                  <a:pt x="214992" y="129302"/>
                </a:lnTo>
                <a:lnTo>
                  <a:pt x="208919" y="129302"/>
                </a:lnTo>
                <a:lnTo>
                  <a:pt x="208919" y="123230"/>
                </a:lnTo>
                <a:close/>
                <a:moveTo>
                  <a:pt x="222052" y="123230"/>
                </a:moveTo>
                <a:lnTo>
                  <a:pt x="222052" y="129302"/>
                </a:lnTo>
                <a:lnTo>
                  <a:pt x="215968" y="129302"/>
                </a:lnTo>
                <a:lnTo>
                  <a:pt x="215968" y="123230"/>
                </a:lnTo>
                <a:close/>
                <a:moveTo>
                  <a:pt x="229100" y="123230"/>
                </a:moveTo>
                <a:lnTo>
                  <a:pt x="229100" y="129302"/>
                </a:lnTo>
                <a:lnTo>
                  <a:pt x="223028" y="129302"/>
                </a:lnTo>
                <a:lnTo>
                  <a:pt x="223028" y="123230"/>
                </a:lnTo>
                <a:close/>
                <a:moveTo>
                  <a:pt x="236161" y="123230"/>
                </a:moveTo>
                <a:lnTo>
                  <a:pt x="236161" y="129302"/>
                </a:lnTo>
                <a:lnTo>
                  <a:pt x="230077" y="129302"/>
                </a:lnTo>
                <a:lnTo>
                  <a:pt x="230077" y="123230"/>
                </a:lnTo>
                <a:close/>
                <a:moveTo>
                  <a:pt x="243209" y="123230"/>
                </a:moveTo>
                <a:lnTo>
                  <a:pt x="243209" y="129302"/>
                </a:lnTo>
                <a:lnTo>
                  <a:pt x="237137" y="129302"/>
                </a:lnTo>
                <a:lnTo>
                  <a:pt x="237137" y="123230"/>
                </a:lnTo>
                <a:close/>
                <a:moveTo>
                  <a:pt x="250270" y="123230"/>
                </a:moveTo>
                <a:lnTo>
                  <a:pt x="250270" y="129302"/>
                </a:lnTo>
                <a:lnTo>
                  <a:pt x="244198" y="129302"/>
                </a:lnTo>
                <a:lnTo>
                  <a:pt x="244198" y="123230"/>
                </a:lnTo>
                <a:close/>
                <a:moveTo>
                  <a:pt x="257318" y="123230"/>
                </a:moveTo>
                <a:lnTo>
                  <a:pt x="257318" y="129302"/>
                </a:lnTo>
                <a:lnTo>
                  <a:pt x="251246" y="129302"/>
                </a:lnTo>
                <a:lnTo>
                  <a:pt x="251246" y="123230"/>
                </a:lnTo>
                <a:close/>
                <a:moveTo>
                  <a:pt x="264379" y="123230"/>
                </a:moveTo>
                <a:lnTo>
                  <a:pt x="264379" y="129302"/>
                </a:lnTo>
                <a:lnTo>
                  <a:pt x="258306" y="129302"/>
                </a:lnTo>
                <a:lnTo>
                  <a:pt x="258306" y="123230"/>
                </a:lnTo>
                <a:close/>
                <a:moveTo>
                  <a:pt x="271427" y="123230"/>
                </a:moveTo>
                <a:lnTo>
                  <a:pt x="271427" y="129302"/>
                </a:lnTo>
                <a:lnTo>
                  <a:pt x="265355" y="129302"/>
                </a:lnTo>
                <a:lnTo>
                  <a:pt x="265355" y="123230"/>
                </a:lnTo>
                <a:close/>
                <a:moveTo>
                  <a:pt x="278488" y="123230"/>
                </a:moveTo>
                <a:lnTo>
                  <a:pt x="278488" y="129302"/>
                </a:lnTo>
                <a:lnTo>
                  <a:pt x="272415" y="129302"/>
                </a:lnTo>
                <a:lnTo>
                  <a:pt x="272415" y="123230"/>
                </a:lnTo>
                <a:close/>
                <a:moveTo>
                  <a:pt x="17443" y="130279"/>
                </a:moveTo>
                <a:lnTo>
                  <a:pt x="17443" y="136363"/>
                </a:lnTo>
                <a:lnTo>
                  <a:pt x="11371" y="136363"/>
                </a:lnTo>
                <a:lnTo>
                  <a:pt x="11371" y="130279"/>
                </a:lnTo>
                <a:close/>
                <a:moveTo>
                  <a:pt x="24503" y="130279"/>
                </a:moveTo>
                <a:lnTo>
                  <a:pt x="24503" y="136363"/>
                </a:lnTo>
                <a:lnTo>
                  <a:pt x="18431" y="136363"/>
                </a:lnTo>
                <a:lnTo>
                  <a:pt x="18431" y="130279"/>
                </a:lnTo>
                <a:close/>
                <a:moveTo>
                  <a:pt x="31564" y="130279"/>
                </a:moveTo>
                <a:lnTo>
                  <a:pt x="31564" y="136363"/>
                </a:lnTo>
                <a:lnTo>
                  <a:pt x="25492" y="136363"/>
                </a:lnTo>
                <a:lnTo>
                  <a:pt x="25492" y="130279"/>
                </a:lnTo>
                <a:close/>
                <a:moveTo>
                  <a:pt x="38612" y="130279"/>
                </a:moveTo>
                <a:lnTo>
                  <a:pt x="38612" y="136363"/>
                </a:lnTo>
                <a:lnTo>
                  <a:pt x="32540" y="136363"/>
                </a:lnTo>
                <a:lnTo>
                  <a:pt x="32540" y="130279"/>
                </a:lnTo>
                <a:close/>
                <a:moveTo>
                  <a:pt x="45673" y="130279"/>
                </a:moveTo>
                <a:lnTo>
                  <a:pt x="45673" y="136363"/>
                </a:lnTo>
                <a:lnTo>
                  <a:pt x="39601" y="136363"/>
                </a:lnTo>
                <a:lnTo>
                  <a:pt x="39601" y="130279"/>
                </a:lnTo>
                <a:close/>
                <a:moveTo>
                  <a:pt x="52721" y="130279"/>
                </a:moveTo>
                <a:lnTo>
                  <a:pt x="52721" y="136363"/>
                </a:lnTo>
                <a:lnTo>
                  <a:pt x="46649" y="136363"/>
                </a:lnTo>
                <a:lnTo>
                  <a:pt x="46649" y="130279"/>
                </a:lnTo>
                <a:close/>
                <a:moveTo>
                  <a:pt x="59782" y="130279"/>
                </a:moveTo>
                <a:lnTo>
                  <a:pt x="59782" y="136363"/>
                </a:lnTo>
                <a:lnTo>
                  <a:pt x="53709" y="136363"/>
                </a:lnTo>
                <a:lnTo>
                  <a:pt x="53709" y="130279"/>
                </a:lnTo>
                <a:close/>
                <a:moveTo>
                  <a:pt x="66842" y="130279"/>
                </a:moveTo>
                <a:lnTo>
                  <a:pt x="66842" y="136363"/>
                </a:lnTo>
                <a:lnTo>
                  <a:pt x="60758" y="136363"/>
                </a:lnTo>
                <a:lnTo>
                  <a:pt x="60758" y="130279"/>
                </a:lnTo>
                <a:close/>
                <a:moveTo>
                  <a:pt x="67818" y="130279"/>
                </a:moveTo>
                <a:lnTo>
                  <a:pt x="73902" y="130290"/>
                </a:lnTo>
                <a:lnTo>
                  <a:pt x="73902" y="136363"/>
                </a:lnTo>
                <a:lnTo>
                  <a:pt x="67818" y="136363"/>
                </a:lnTo>
                <a:lnTo>
                  <a:pt x="67818" y="130279"/>
                </a:lnTo>
                <a:close/>
                <a:moveTo>
                  <a:pt x="74879" y="130279"/>
                </a:moveTo>
                <a:lnTo>
                  <a:pt x="80951" y="130290"/>
                </a:lnTo>
                <a:lnTo>
                  <a:pt x="80951" y="136363"/>
                </a:lnTo>
                <a:lnTo>
                  <a:pt x="74879" y="136363"/>
                </a:lnTo>
                <a:lnTo>
                  <a:pt x="74879" y="130279"/>
                </a:lnTo>
                <a:close/>
                <a:moveTo>
                  <a:pt x="88011" y="130279"/>
                </a:moveTo>
                <a:lnTo>
                  <a:pt x="88011" y="136363"/>
                </a:lnTo>
                <a:lnTo>
                  <a:pt x="81927" y="136363"/>
                </a:lnTo>
                <a:lnTo>
                  <a:pt x="81927" y="130279"/>
                </a:lnTo>
                <a:close/>
                <a:moveTo>
                  <a:pt x="95060" y="130279"/>
                </a:moveTo>
                <a:lnTo>
                  <a:pt x="95060" y="136363"/>
                </a:lnTo>
                <a:lnTo>
                  <a:pt x="88988" y="136363"/>
                </a:lnTo>
                <a:lnTo>
                  <a:pt x="88988" y="130279"/>
                </a:lnTo>
                <a:close/>
                <a:moveTo>
                  <a:pt x="102120" y="130279"/>
                </a:moveTo>
                <a:lnTo>
                  <a:pt x="102120" y="136363"/>
                </a:lnTo>
                <a:lnTo>
                  <a:pt x="96036" y="136363"/>
                </a:lnTo>
                <a:lnTo>
                  <a:pt x="96036" y="130279"/>
                </a:lnTo>
                <a:close/>
                <a:moveTo>
                  <a:pt x="103097" y="130279"/>
                </a:moveTo>
                <a:lnTo>
                  <a:pt x="109169" y="130290"/>
                </a:lnTo>
                <a:lnTo>
                  <a:pt x="109169" y="136363"/>
                </a:lnTo>
                <a:lnTo>
                  <a:pt x="103097" y="136363"/>
                </a:lnTo>
                <a:lnTo>
                  <a:pt x="103097" y="130279"/>
                </a:lnTo>
                <a:close/>
                <a:moveTo>
                  <a:pt x="110157" y="130279"/>
                </a:moveTo>
                <a:lnTo>
                  <a:pt x="116229" y="130290"/>
                </a:lnTo>
                <a:lnTo>
                  <a:pt x="116229" y="136363"/>
                </a:lnTo>
                <a:lnTo>
                  <a:pt x="110157" y="136363"/>
                </a:lnTo>
                <a:lnTo>
                  <a:pt x="110157" y="130279"/>
                </a:lnTo>
                <a:close/>
                <a:moveTo>
                  <a:pt x="123278" y="130279"/>
                </a:moveTo>
                <a:lnTo>
                  <a:pt x="123278" y="136363"/>
                </a:lnTo>
                <a:lnTo>
                  <a:pt x="117205" y="136363"/>
                </a:lnTo>
                <a:lnTo>
                  <a:pt x="117205" y="130279"/>
                </a:lnTo>
                <a:close/>
                <a:moveTo>
                  <a:pt x="130338" y="130279"/>
                </a:moveTo>
                <a:lnTo>
                  <a:pt x="130338" y="136363"/>
                </a:lnTo>
                <a:lnTo>
                  <a:pt x="124254" y="136363"/>
                </a:lnTo>
                <a:lnTo>
                  <a:pt x="124254" y="130279"/>
                </a:lnTo>
                <a:close/>
                <a:moveTo>
                  <a:pt x="137387" y="130279"/>
                </a:moveTo>
                <a:lnTo>
                  <a:pt x="137387" y="136363"/>
                </a:lnTo>
                <a:lnTo>
                  <a:pt x="131314" y="136363"/>
                </a:lnTo>
                <a:lnTo>
                  <a:pt x="131314" y="130279"/>
                </a:lnTo>
                <a:close/>
                <a:moveTo>
                  <a:pt x="144447" y="130279"/>
                </a:moveTo>
                <a:lnTo>
                  <a:pt x="144447" y="136363"/>
                </a:lnTo>
                <a:lnTo>
                  <a:pt x="138375" y="136363"/>
                </a:lnTo>
                <a:lnTo>
                  <a:pt x="138375" y="130279"/>
                </a:lnTo>
                <a:close/>
                <a:moveTo>
                  <a:pt x="151495" y="130279"/>
                </a:moveTo>
                <a:lnTo>
                  <a:pt x="151495" y="136363"/>
                </a:lnTo>
                <a:lnTo>
                  <a:pt x="145423" y="136363"/>
                </a:lnTo>
                <a:lnTo>
                  <a:pt x="145423" y="130279"/>
                </a:lnTo>
                <a:close/>
                <a:moveTo>
                  <a:pt x="158556" y="130279"/>
                </a:moveTo>
                <a:lnTo>
                  <a:pt x="158556" y="136363"/>
                </a:lnTo>
                <a:lnTo>
                  <a:pt x="152484" y="136363"/>
                </a:lnTo>
                <a:lnTo>
                  <a:pt x="152484" y="130279"/>
                </a:lnTo>
                <a:close/>
                <a:moveTo>
                  <a:pt x="165604" y="130279"/>
                </a:moveTo>
                <a:lnTo>
                  <a:pt x="165604" y="136363"/>
                </a:lnTo>
                <a:lnTo>
                  <a:pt x="159532" y="136363"/>
                </a:lnTo>
                <a:lnTo>
                  <a:pt x="159532" y="130279"/>
                </a:lnTo>
                <a:close/>
                <a:moveTo>
                  <a:pt x="172665" y="130279"/>
                </a:moveTo>
                <a:lnTo>
                  <a:pt x="172665" y="136363"/>
                </a:lnTo>
                <a:lnTo>
                  <a:pt x="166581" y="136363"/>
                </a:lnTo>
                <a:lnTo>
                  <a:pt x="166581" y="130279"/>
                </a:lnTo>
                <a:close/>
                <a:moveTo>
                  <a:pt x="179713" y="130279"/>
                </a:moveTo>
                <a:lnTo>
                  <a:pt x="179713" y="136363"/>
                </a:lnTo>
                <a:lnTo>
                  <a:pt x="173641" y="136363"/>
                </a:lnTo>
                <a:lnTo>
                  <a:pt x="173641" y="130279"/>
                </a:lnTo>
                <a:close/>
                <a:moveTo>
                  <a:pt x="186774" y="130279"/>
                </a:moveTo>
                <a:lnTo>
                  <a:pt x="186774" y="136363"/>
                </a:lnTo>
                <a:lnTo>
                  <a:pt x="180702" y="136363"/>
                </a:lnTo>
                <a:lnTo>
                  <a:pt x="180702" y="130279"/>
                </a:lnTo>
                <a:close/>
                <a:moveTo>
                  <a:pt x="193822" y="130279"/>
                </a:moveTo>
                <a:lnTo>
                  <a:pt x="193822" y="136363"/>
                </a:lnTo>
                <a:lnTo>
                  <a:pt x="187750" y="136363"/>
                </a:lnTo>
                <a:lnTo>
                  <a:pt x="187750" y="130279"/>
                </a:lnTo>
                <a:close/>
                <a:moveTo>
                  <a:pt x="200883" y="130279"/>
                </a:moveTo>
                <a:lnTo>
                  <a:pt x="200883" y="136363"/>
                </a:lnTo>
                <a:lnTo>
                  <a:pt x="194810" y="136363"/>
                </a:lnTo>
                <a:lnTo>
                  <a:pt x="194810" y="130279"/>
                </a:lnTo>
                <a:close/>
                <a:moveTo>
                  <a:pt x="207931" y="130279"/>
                </a:moveTo>
                <a:lnTo>
                  <a:pt x="207931" y="136363"/>
                </a:lnTo>
                <a:lnTo>
                  <a:pt x="201859" y="136363"/>
                </a:lnTo>
                <a:lnTo>
                  <a:pt x="201859" y="130279"/>
                </a:lnTo>
                <a:close/>
                <a:moveTo>
                  <a:pt x="214992" y="130279"/>
                </a:moveTo>
                <a:lnTo>
                  <a:pt x="214992" y="136363"/>
                </a:lnTo>
                <a:lnTo>
                  <a:pt x="208919" y="136363"/>
                </a:lnTo>
                <a:lnTo>
                  <a:pt x="208919" y="130279"/>
                </a:lnTo>
                <a:close/>
                <a:moveTo>
                  <a:pt x="222052" y="130279"/>
                </a:moveTo>
                <a:lnTo>
                  <a:pt x="222052" y="136363"/>
                </a:lnTo>
                <a:lnTo>
                  <a:pt x="215968" y="136363"/>
                </a:lnTo>
                <a:lnTo>
                  <a:pt x="215968" y="130279"/>
                </a:lnTo>
                <a:close/>
                <a:moveTo>
                  <a:pt x="229100" y="130279"/>
                </a:moveTo>
                <a:lnTo>
                  <a:pt x="229100" y="136363"/>
                </a:lnTo>
                <a:lnTo>
                  <a:pt x="223028" y="136363"/>
                </a:lnTo>
                <a:lnTo>
                  <a:pt x="223028" y="130279"/>
                </a:lnTo>
                <a:close/>
                <a:moveTo>
                  <a:pt x="236161" y="130279"/>
                </a:moveTo>
                <a:lnTo>
                  <a:pt x="236161" y="136363"/>
                </a:lnTo>
                <a:lnTo>
                  <a:pt x="230077" y="136363"/>
                </a:lnTo>
                <a:lnTo>
                  <a:pt x="230077" y="130279"/>
                </a:lnTo>
                <a:close/>
                <a:moveTo>
                  <a:pt x="243209" y="130279"/>
                </a:moveTo>
                <a:lnTo>
                  <a:pt x="243209" y="136363"/>
                </a:lnTo>
                <a:lnTo>
                  <a:pt x="237137" y="136363"/>
                </a:lnTo>
                <a:lnTo>
                  <a:pt x="237137" y="130279"/>
                </a:lnTo>
                <a:close/>
                <a:moveTo>
                  <a:pt x="250270" y="130279"/>
                </a:moveTo>
                <a:lnTo>
                  <a:pt x="250270" y="136363"/>
                </a:lnTo>
                <a:lnTo>
                  <a:pt x="244198" y="136363"/>
                </a:lnTo>
                <a:lnTo>
                  <a:pt x="244198" y="130279"/>
                </a:lnTo>
                <a:close/>
                <a:moveTo>
                  <a:pt x="257318" y="130279"/>
                </a:moveTo>
                <a:lnTo>
                  <a:pt x="257318" y="136363"/>
                </a:lnTo>
                <a:lnTo>
                  <a:pt x="251246" y="136363"/>
                </a:lnTo>
                <a:lnTo>
                  <a:pt x="251246" y="130279"/>
                </a:lnTo>
                <a:close/>
                <a:moveTo>
                  <a:pt x="264379" y="130279"/>
                </a:moveTo>
                <a:lnTo>
                  <a:pt x="264379" y="136363"/>
                </a:lnTo>
                <a:lnTo>
                  <a:pt x="258306" y="136363"/>
                </a:lnTo>
                <a:lnTo>
                  <a:pt x="258306" y="130279"/>
                </a:lnTo>
                <a:close/>
                <a:moveTo>
                  <a:pt x="271427" y="130279"/>
                </a:moveTo>
                <a:lnTo>
                  <a:pt x="271427" y="136363"/>
                </a:lnTo>
                <a:lnTo>
                  <a:pt x="265355" y="136363"/>
                </a:lnTo>
                <a:lnTo>
                  <a:pt x="265355" y="130279"/>
                </a:lnTo>
                <a:close/>
                <a:moveTo>
                  <a:pt x="278488" y="130279"/>
                </a:moveTo>
                <a:lnTo>
                  <a:pt x="278488" y="136363"/>
                </a:lnTo>
                <a:lnTo>
                  <a:pt x="272415" y="136363"/>
                </a:lnTo>
                <a:lnTo>
                  <a:pt x="272415" y="130279"/>
                </a:lnTo>
                <a:close/>
                <a:moveTo>
                  <a:pt x="17443" y="137339"/>
                </a:moveTo>
                <a:lnTo>
                  <a:pt x="17443" y="143411"/>
                </a:lnTo>
                <a:lnTo>
                  <a:pt x="11371" y="143411"/>
                </a:lnTo>
                <a:lnTo>
                  <a:pt x="11371" y="137339"/>
                </a:lnTo>
                <a:close/>
                <a:moveTo>
                  <a:pt x="24503" y="137339"/>
                </a:moveTo>
                <a:lnTo>
                  <a:pt x="24503" y="143411"/>
                </a:lnTo>
                <a:lnTo>
                  <a:pt x="18431" y="143411"/>
                </a:lnTo>
                <a:lnTo>
                  <a:pt x="18431" y="137339"/>
                </a:lnTo>
                <a:close/>
                <a:moveTo>
                  <a:pt x="31564" y="137339"/>
                </a:moveTo>
                <a:lnTo>
                  <a:pt x="31564" y="143411"/>
                </a:lnTo>
                <a:lnTo>
                  <a:pt x="25492" y="143411"/>
                </a:lnTo>
                <a:lnTo>
                  <a:pt x="25492" y="137339"/>
                </a:lnTo>
                <a:close/>
                <a:moveTo>
                  <a:pt x="38612" y="137339"/>
                </a:moveTo>
                <a:lnTo>
                  <a:pt x="38612" y="143411"/>
                </a:lnTo>
                <a:lnTo>
                  <a:pt x="32540" y="143411"/>
                </a:lnTo>
                <a:lnTo>
                  <a:pt x="32540" y="137339"/>
                </a:lnTo>
                <a:close/>
                <a:moveTo>
                  <a:pt x="45673" y="137339"/>
                </a:moveTo>
                <a:lnTo>
                  <a:pt x="45673" y="143411"/>
                </a:lnTo>
                <a:lnTo>
                  <a:pt x="39601" y="143411"/>
                </a:lnTo>
                <a:lnTo>
                  <a:pt x="39601" y="137339"/>
                </a:lnTo>
                <a:close/>
                <a:moveTo>
                  <a:pt x="52721" y="137339"/>
                </a:moveTo>
                <a:lnTo>
                  <a:pt x="52721" y="143411"/>
                </a:lnTo>
                <a:lnTo>
                  <a:pt x="46649" y="143411"/>
                </a:lnTo>
                <a:lnTo>
                  <a:pt x="46649" y="137339"/>
                </a:lnTo>
                <a:close/>
                <a:moveTo>
                  <a:pt x="59782" y="137339"/>
                </a:moveTo>
                <a:lnTo>
                  <a:pt x="59782" y="143411"/>
                </a:lnTo>
                <a:lnTo>
                  <a:pt x="53709" y="143411"/>
                </a:lnTo>
                <a:lnTo>
                  <a:pt x="53709" y="137339"/>
                </a:lnTo>
                <a:close/>
                <a:moveTo>
                  <a:pt x="66842" y="137339"/>
                </a:moveTo>
                <a:lnTo>
                  <a:pt x="66842" y="143411"/>
                </a:lnTo>
                <a:lnTo>
                  <a:pt x="60758" y="143411"/>
                </a:lnTo>
                <a:lnTo>
                  <a:pt x="60758" y="137339"/>
                </a:lnTo>
                <a:close/>
                <a:moveTo>
                  <a:pt x="73902" y="137339"/>
                </a:moveTo>
                <a:lnTo>
                  <a:pt x="73902" y="143411"/>
                </a:lnTo>
                <a:lnTo>
                  <a:pt x="67818" y="143411"/>
                </a:lnTo>
                <a:lnTo>
                  <a:pt x="67818" y="137339"/>
                </a:lnTo>
                <a:close/>
                <a:moveTo>
                  <a:pt x="80951" y="137339"/>
                </a:moveTo>
                <a:lnTo>
                  <a:pt x="80951" y="143411"/>
                </a:lnTo>
                <a:lnTo>
                  <a:pt x="74879" y="143411"/>
                </a:lnTo>
                <a:lnTo>
                  <a:pt x="74879" y="137339"/>
                </a:lnTo>
                <a:close/>
                <a:moveTo>
                  <a:pt x="88011" y="137339"/>
                </a:moveTo>
                <a:lnTo>
                  <a:pt x="88011" y="143411"/>
                </a:lnTo>
                <a:lnTo>
                  <a:pt x="81927" y="143411"/>
                </a:lnTo>
                <a:lnTo>
                  <a:pt x="81927" y="137339"/>
                </a:lnTo>
                <a:close/>
                <a:moveTo>
                  <a:pt x="95060" y="137339"/>
                </a:moveTo>
                <a:lnTo>
                  <a:pt x="95060" y="143411"/>
                </a:lnTo>
                <a:lnTo>
                  <a:pt x="88988" y="143411"/>
                </a:lnTo>
                <a:lnTo>
                  <a:pt x="88988" y="137339"/>
                </a:lnTo>
                <a:close/>
                <a:moveTo>
                  <a:pt x="102120" y="137339"/>
                </a:moveTo>
                <a:lnTo>
                  <a:pt x="102120" y="143411"/>
                </a:lnTo>
                <a:lnTo>
                  <a:pt x="96036" y="143411"/>
                </a:lnTo>
                <a:lnTo>
                  <a:pt x="96036" y="137339"/>
                </a:lnTo>
                <a:close/>
                <a:moveTo>
                  <a:pt x="103097" y="137339"/>
                </a:moveTo>
                <a:lnTo>
                  <a:pt x="109169" y="137351"/>
                </a:lnTo>
                <a:lnTo>
                  <a:pt x="109169" y="143411"/>
                </a:lnTo>
                <a:lnTo>
                  <a:pt x="103097" y="143411"/>
                </a:lnTo>
                <a:lnTo>
                  <a:pt x="103097" y="137339"/>
                </a:lnTo>
                <a:close/>
                <a:moveTo>
                  <a:pt x="110157" y="137339"/>
                </a:moveTo>
                <a:lnTo>
                  <a:pt x="116229" y="137351"/>
                </a:lnTo>
                <a:lnTo>
                  <a:pt x="116229" y="143411"/>
                </a:lnTo>
                <a:lnTo>
                  <a:pt x="110157" y="143411"/>
                </a:lnTo>
                <a:lnTo>
                  <a:pt x="110157" y="137339"/>
                </a:lnTo>
                <a:close/>
                <a:moveTo>
                  <a:pt x="123278" y="137339"/>
                </a:moveTo>
                <a:lnTo>
                  <a:pt x="123278" y="143411"/>
                </a:lnTo>
                <a:lnTo>
                  <a:pt x="117205" y="143411"/>
                </a:lnTo>
                <a:lnTo>
                  <a:pt x="117205" y="137339"/>
                </a:lnTo>
                <a:close/>
                <a:moveTo>
                  <a:pt x="130338" y="137339"/>
                </a:moveTo>
                <a:lnTo>
                  <a:pt x="130338" y="143411"/>
                </a:lnTo>
                <a:lnTo>
                  <a:pt x="124254" y="143411"/>
                </a:lnTo>
                <a:lnTo>
                  <a:pt x="124254" y="137339"/>
                </a:lnTo>
                <a:close/>
                <a:moveTo>
                  <a:pt x="137387" y="137339"/>
                </a:moveTo>
                <a:lnTo>
                  <a:pt x="137387" y="143411"/>
                </a:lnTo>
                <a:lnTo>
                  <a:pt x="131314" y="143411"/>
                </a:lnTo>
                <a:lnTo>
                  <a:pt x="131314" y="137339"/>
                </a:lnTo>
                <a:close/>
                <a:moveTo>
                  <a:pt x="144447" y="137339"/>
                </a:moveTo>
                <a:lnTo>
                  <a:pt x="144447" y="143411"/>
                </a:lnTo>
                <a:lnTo>
                  <a:pt x="138375" y="143411"/>
                </a:lnTo>
                <a:lnTo>
                  <a:pt x="138375" y="137339"/>
                </a:lnTo>
                <a:close/>
                <a:moveTo>
                  <a:pt x="151495" y="137339"/>
                </a:moveTo>
                <a:lnTo>
                  <a:pt x="151495" y="143411"/>
                </a:lnTo>
                <a:lnTo>
                  <a:pt x="145423" y="143411"/>
                </a:lnTo>
                <a:lnTo>
                  <a:pt x="145423" y="137339"/>
                </a:lnTo>
                <a:close/>
                <a:moveTo>
                  <a:pt x="158556" y="137339"/>
                </a:moveTo>
                <a:lnTo>
                  <a:pt x="158556" y="143411"/>
                </a:lnTo>
                <a:lnTo>
                  <a:pt x="152484" y="143411"/>
                </a:lnTo>
                <a:lnTo>
                  <a:pt x="152484" y="137339"/>
                </a:lnTo>
                <a:close/>
                <a:moveTo>
                  <a:pt x="165604" y="137339"/>
                </a:moveTo>
                <a:lnTo>
                  <a:pt x="165604" y="143411"/>
                </a:lnTo>
                <a:lnTo>
                  <a:pt x="159532" y="143411"/>
                </a:lnTo>
                <a:lnTo>
                  <a:pt x="159532" y="137339"/>
                </a:lnTo>
                <a:close/>
                <a:moveTo>
                  <a:pt x="172665" y="137339"/>
                </a:moveTo>
                <a:lnTo>
                  <a:pt x="172665" y="143411"/>
                </a:lnTo>
                <a:lnTo>
                  <a:pt x="166581" y="143411"/>
                </a:lnTo>
                <a:lnTo>
                  <a:pt x="166581" y="137339"/>
                </a:lnTo>
                <a:close/>
                <a:moveTo>
                  <a:pt x="179713" y="137339"/>
                </a:moveTo>
                <a:lnTo>
                  <a:pt x="179713" y="143411"/>
                </a:lnTo>
                <a:lnTo>
                  <a:pt x="173641" y="143411"/>
                </a:lnTo>
                <a:lnTo>
                  <a:pt x="173641" y="137339"/>
                </a:lnTo>
                <a:close/>
                <a:moveTo>
                  <a:pt x="186774" y="137339"/>
                </a:moveTo>
                <a:lnTo>
                  <a:pt x="186774" y="143411"/>
                </a:lnTo>
                <a:lnTo>
                  <a:pt x="180702" y="143411"/>
                </a:lnTo>
                <a:lnTo>
                  <a:pt x="180702" y="137339"/>
                </a:lnTo>
                <a:close/>
                <a:moveTo>
                  <a:pt x="193822" y="137339"/>
                </a:moveTo>
                <a:lnTo>
                  <a:pt x="193822" y="143411"/>
                </a:lnTo>
                <a:lnTo>
                  <a:pt x="187750" y="143411"/>
                </a:lnTo>
                <a:lnTo>
                  <a:pt x="187750" y="137339"/>
                </a:lnTo>
                <a:close/>
                <a:moveTo>
                  <a:pt x="200883" y="137339"/>
                </a:moveTo>
                <a:lnTo>
                  <a:pt x="200883" y="143411"/>
                </a:lnTo>
                <a:lnTo>
                  <a:pt x="194810" y="143411"/>
                </a:lnTo>
                <a:lnTo>
                  <a:pt x="194810" y="137339"/>
                </a:lnTo>
                <a:close/>
                <a:moveTo>
                  <a:pt x="207931" y="137339"/>
                </a:moveTo>
                <a:lnTo>
                  <a:pt x="207931" y="143411"/>
                </a:lnTo>
                <a:lnTo>
                  <a:pt x="201859" y="143411"/>
                </a:lnTo>
                <a:lnTo>
                  <a:pt x="201859" y="137339"/>
                </a:lnTo>
                <a:close/>
                <a:moveTo>
                  <a:pt x="214992" y="137339"/>
                </a:moveTo>
                <a:lnTo>
                  <a:pt x="214992" y="143411"/>
                </a:lnTo>
                <a:lnTo>
                  <a:pt x="208919" y="143411"/>
                </a:lnTo>
                <a:lnTo>
                  <a:pt x="208919" y="137339"/>
                </a:lnTo>
                <a:close/>
                <a:moveTo>
                  <a:pt x="222052" y="137339"/>
                </a:moveTo>
                <a:lnTo>
                  <a:pt x="222052" y="143411"/>
                </a:lnTo>
                <a:lnTo>
                  <a:pt x="215968" y="143411"/>
                </a:lnTo>
                <a:lnTo>
                  <a:pt x="215968" y="137339"/>
                </a:lnTo>
                <a:close/>
                <a:moveTo>
                  <a:pt x="229100" y="137339"/>
                </a:moveTo>
                <a:lnTo>
                  <a:pt x="229100" y="143411"/>
                </a:lnTo>
                <a:lnTo>
                  <a:pt x="223028" y="143411"/>
                </a:lnTo>
                <a:lnTo>
                  <a:pt x="223028" y="137339"/>
                </a:lnTo>
                <a:close/>
                <a:moveTo>
                  <a:pt x="236161" y="137339"/>
                </a:moveTo>
                <a:lnTo>
                  <a:pt x="236161" y="143411"/>
                </a:lnTo>
                <a:lnTo>
                  <a:pt x="230077" y="143411"/>
                </a:lnTo>
                <a:lnTo>
                  <a:pt x="230077" y="137339"/>
                </a:lnTo>
                <a:close/>
                <a:moveTo>
                  <a:pt x="243209" y="137339"/>
                </a:moveTo>
                <a:lnTo>
                  <a:pt x="243209" y="143411"/>
                </a:lnTo>
                <a:lnTo>
                  <a:pt x="237137" y="143411"/>
                </a:lnTo>
                <a:lnTo>
                  <a:pt x="237137" y="137339"/>
                </a:lnTo>
                <a:close/>
                <a:moveTo>
                  <a:pt x="250270" y="137339"/>
                </a:moveTo>
                <a:lnTo>
                  <a:pt x="250270" y="143411"/>
                </a:lnTo>
                <a:lnTo>
                  <a:pt x="244198" y="143411"/>
                </a:lnTo>
                <a:lnTo>
                  <a:pt x="244198" y="137339"/>
                </a:lnTo>
                <a:close/>
                <a:moveTo>
                  <a:pt x="257318" y="137339"/>
                </a:moveTo>
                <a:lnTo>
                  <a:pt x="257318" y="143411"/>
                </a:lnTo>
                <a:lnTo>
                  <a:pt x="251246" y="143411"/>
                </a:lnTo>
                <a:lnTo>
                  <a:pt x="251246" y="137339"/>
                </a:lnTo>
                <a:close/>
                <a:moveTo>
                  <a:pt x="264379" y="137339"/>
                </a:moveTo>
                <a:lnTo>
                  <a:pt x="264379" y="143411"/>
                </a:lnTo>
                <a:lnTo>
                  <a:pt x="258306" y="143411"/>
                </a:lnTo>
                <a:lnTo>
                  <a:pt x="258306" y="137339"/>
                </a:lnTo>
                <a:close/>
                <a:moveTo>
                  <a:pt x="271427" y="137339"/>
                </a:moveTo>
                <a:lnTo>
                  <a:pt x="271427" y="143411"/>
                </a:lnTo>
                <a:lnTo>
                  <a:pt x="265355" y="143411"/>
                </a:lnTo>
                <a:lnTo>
                  <a:pt x="265355" y="137339"/>
                </a:lnTo>
                <a:close/>
                <a:moveTo>
                  <a:pt x="278488" y="137339"/>
                </a:moveTo>
                <a:lnTo>
                  <a:pt x="278488" y="143411"/>
                </a:lnTo>
                <a:lnTo>
                  <a:pt x="272415" y="143411"/>
                </a:lnTo>
                <a:lnTo>
                  <a:pt x="272415" y="137339"/>
                </a:lnTo>
                <a:close/>
                <a:moveTo>
                  <a:pt x="17443" y="144399"/>
                </a:moveTo>
                <a:lnTo>
                  <a:pt x="17443" y="150472"/>
                </a:lnTo>
                <a:lnTo>
                  <a:pt x="11371" y="150472"/>
                </a:lnTo>
                <a:lnTo>
                  <a:pt x="11371" y="144399"/>
                </a:lnTo>
                <a:close/>
                <a:moveTo>
                  <a:pt x="24503" y="144399"/>
                </a:moveTo>
                <a:lnTo>
                  <a:pt x="24503" y="150472"/>
                </a:lnTo>
                <a:lnTo>
                  <a:pt x="18431" y="150472"/>
                </a:lnTo>
                <a:lnTo>
                  <a:pt x="18431" y="144399"/>
                </a:lnTo>
                <a:close/>
                <a:moveTo>
                  <a:pt x="31564" y="144399"/>
                </a:moveTo>
                <a:lnTo>
                  <a:pt x="31564" y="150472"/>
                </a:lnTo>
                <a:lnTo>
                  <a:pt x="25492" y="150472"/>
                </a:lnTo>
                <a:lnTo>
                  <a:pt x="25492" y="144399"/>
                </a:lnTo>
                <a:close/>
                <a:moveTo>
                  <a:pt x="38612" y="144399"/>
                </a:moveTo>
                <a:lnTo>
                  <a:pt x="38612" y="150472"/>
                </a:lnTo>
                <a:lnTo>
                  <a:pt x="32540" y="150472"/>
                </a:lnTo>
                <a:lnTo>
                  <a:pt x="32540" y="144399"/>
                </a:lnTo>
                <a:close/>
                <a:moveTo>
                  <a:pt x="45673" y="144399"/>
                </a:moveTo>
                <a:lnTo>
                  <a:pt x="45673" y="150472"/>
                </a:lnTo>
                <a:lnTo>
                  <a:pt x="39601" y="150472"/>
                </a:lnTo>
                <a:lnTo>
                  <a:pt x="39601" y="144399"/>
                </a:lnTo>
                <a:close/>
                <a:moveTo>
                  <a:pt x="52721" y="144399"/>
                </a:moveTo>
                <a:lnTo>
                  <a:pt x="52721" y="150472"/>
                </a:lnTo>
                <a:lnTo>
                  <a:pt x="46649" y="150472"/>
                </a:lnTo>
                <a:lnTo>
                  <a:pt x="46649" y="144399"/>
                </a:lnTo>
                <a:close/>
                <a:moveTo>
                  <a:pt x="59782" y="144399"/>
                </a:moveTo>
                <a:lnTo>
                  <a:pt x="59782" y="150472"/>
                </a:lnTo>
                <a:lnTo>
                  <a:pt x="53709" y="150472"/>
                </a:lnTo>
                <a:lnTo>
                  <a:pt x="53709" y="144399"/>
                </a:lnTo>
                <a:close/>
                <a:moveTo>
                  <a:pt x="66842" y="144387"/>
                </a:moveTo>
                <a:lnTo>
                  <a:pt x="66842" y="150472"/>
                </a:lnTo>
                <a:lnTo>
                  <a:pt x="60758" y="150472"/>
                </a:lnTo>
                <a:lnTo>
                  <a:pt x="60758" y="144399"/>
                </a:lnTo>
                <a:lnTo>
                  <a:pt x="66842" y="144387"/>
                </a:lnTo>
                <a:close/>
                <a:moveTo>
                  <a:pt x="73902" y="144399"/>
                </a:moveTo>
                <a:lnTo>
                  <a:pt x="73902" y="150472"/>
                </a:lnTo>
                <a:lnTo>
                  <a:pt x="67818" y="150472"/>
                </a:lnTo>
                <a:lnTo>
                  <a:pt x="67818" y="144399"/>
                </a:lnTo>
                <a:close/>
                <a:moveTo>
                  <a:pt x="80951" y="144399"/>
                </a:moveTo>
                <a:lnTo>
                  <a:pt x="80951" y="150472"/>
                </a:lnTo>
                <a:lnTo>
                  <a:pt x="74879" y="150472"/>
                </a:lnTo>
                <a:lnTo>
                  <a:pt x="74879" y="144399"/>
                </a:lnTo>
                <a:close/>
                <a:moveTo>
                  <a:pt x="88011" y="144399"/>
                </a:moveTo>
                <a:lnTo>
                  <a:pt x="88011" y="150472"/>
                </a:lnTo>
                <a:lnTo>
                  <a:pt x="81927" y="150472"/>
                </a:lnTo>
                <a:lnTo>
                  <a:pt x="81927" y="144399"/>
                </a:lnTo>
                <a:close/>
                <a:moveTo>
                  <a:pt x="95060" y="144399"/>
                </a:moveTo>
                <a:lnTo>
                  <a:pt x="95060" y="150472"/>
                </a:lnTo>
                <a:lnTo>
                  <a:pt x="88988" y="150472"/>
                </a:lnTo>
                <a:lnTo>
                  <a:pt x="88988" y="144399"/>
                </a:lnTo>
                <a:close/>
                <a:moveTo>
                  <a:pt x="102120" y="144387"/>
                </a:moveTo>
                <a:lnTo>
                  <a:pt x="102120" y="150472"/>
                </a:lnTo>
                <a:lnTo>
                  <a:pt x="96036" y="150472"/>
                </a:lnTo>
                <a:lnTo>
                  <a:pt x="96036" y="144399"/>
                </a:lnTo>
                <a:lnTo>
                  <a:pt x="102120" y="144387"/>
                </a:lnTo>
                <a:close/>
                <a:moveTo>
                  <a:pt x="109169" y="144399"/>
                </a:moveTo>
                <a:lnTo>
                  <a:pt x="109169" y="150472"/>
                </a:lnTo>
                <a:lnTo>
                  <a:pt x="103097" y="150472"/>
                </a:lnTo>
                <a:lnTo>
                  <a:pt x="103097" y="144399"/>
                </a:lnTo>
                <a:close/>
                <a:moveTo>
                  <a:pt x="116229" y="144399"/>
                </a:moveTo>
                <a:lnTo>
                  <a:pt x="116229" y="150472"/>
                </a:lnTo>
                <a:lnTo>
                  <a:pt x="110157" y="150472"/>
                </a:lnTo>
                <a:lnTo>
                  <a:pt x="110157" y="144399"/>
                </a:lnTo>
                <a:close/>
                <a:moveTo>
                  <a:pt x="123278" y="144399"/>
                </a:moveTo>
                <a:lnTo>
                  <a:pt x="123278" y="150472"/>
                </a:lnTo>
                <a:lnTo>
                  <a:pt x="117205" y="150472"/>
                </a:lnTo>
                <a:lnTo>
                  <a:pt x="117205" y="144399"/>
                </a:lnTo>
                <a:close/>
                <a:moveTo>
                  <a:pt x="130338" y="144399"/>
                </a:moveTo>
                <a:lnTo>
                  <a:pt x="130338" y="150472"/>
                </a:lnTo>
                <a:lnTo>
                  <a:pt x="124254" y="150472"/>
                </a:lnTo>
                <a:lnTo>
                  <a:pt x="124254" y="144399"/>
                </a:lnTo>
                <a:close/>
                <a:moveTo>
                  <a:pt x="137387" y="144387"/>
                </a:moveTo>
                <a:lnTo>
                  <a:pt x="137387" y="150472"/>
                </a:lnTo>
                <a:lnTo>
                  <a:pt x="131314" y="150472"/>
                </a:lnTo>
                <a:lnTo>
                  <a:pt x="131314" y="144399"/>
                </a:lnTo>
                <a:lnTo>
                  <a:pt x="137387" y="144387"/>
                </a:lnTo>
                <a:close/>
                <a:moveTo>
                  <a:pt x="144447" y="144399"/>
                </a:moveTo>
                <a:lnTo>
                  <a:pt x="144447" y="150472"/>
                </a:lnTo>
                <a:lnTo>
                  <a:pt x="138375" y="150472"/>
                </a:lnTo>
                <a:lnTo>
                  <a:pt x="138375" y="144399"/>
                </a:lnTo>
                <a:close/>
                <a:moveTo>
                  <a:pt x="151495" y="144399"/>
                </a:moveTo>
                <a:lnTo>
                  <a:pt x="151495" y="150472"/>
                </a:lnTo>
                <a:lnTo>
                  <a:pt x="145423" y="150472"/>
                </a:lnTo>
                <a:lnTo>
                  <a:pt x="145423" y="144399"/>
                </a:lnTo>
                <a:close/>
                <a:moveTo>
                  <a:pt x="158556" y="144399"/>
                </a:moveTo>
                <a:lnTo>
                  <a:pt x="158556" y="150472"/>
                </a:lnTo>
                <a:lnTo>
                  <a:pt x="152484" y="150472"/>
                </a:lnTo>
                <a:lnTo>
                  <a:pt x="152484" y="144399"/>
                </a:lnTo>
                <a:close/>
                <a:moveTo>
                  <a:pt x="165604" y="144399"/>
                </a:moveTo>
                <a:lnTo>
                  <a:pt x="165604" y="150472"/>
                </a:lnTo>
                <a:lnTo>
                  <a:pt x="159532" y="150472"/>
                </a:lnTo>
                <a:lnTo>
                  <a:pt x="159532" y="144399"/>
                </a:lnTo>
                <a:close/>
                <a:moveTo>
                  <a:pt x="172665" y="144399"/>
                </a:moveTo>
                <a:lnTo>
                  <a:pt x="172665" y="150472"/>
                </a:lnTo>
                <a:lnTo>
                  <a:pt x="166581" y="150472"/>
                </a:lnTo>
                <a:lnTo>
                  <a:pt x="166581" y="144399"/>
                </a:lnTo>
                <a:close/>
                <a:moveTo>
                  <a:pt x="179713" y="144399"/>
                </a:moveTo>
                <a:lnTo>
                  <a:pt x="179713" y="150472"/>
                </a:lnTo>
                <a:lnTo>
                  <a:pt x="173641" y="150472"/>
                </a:lnTo>
                <a:lnTo>
                  <a:pt x="173641" y="144399"/>
                </a:lnTo>
                <a:close/>
                <a:moveTo>
                  <a:pt x="186774" y="144399"/>
                </a:moveTo>
                <a:lnTo>
                  <a:pt x="186774" y="150472"/>
                </a:lnTo>
                <a:lnTo>
                  <a:pt x="180702" y="150472"/>
                </a:lnTo>
                <a:lnTo>
                  <a:pt x="180702" y="144399"/>
                </a:lnTo>
                <a:close/>
                <a:moveTo>
                  <a:pt x="193822" y="144399"/>
                </a:moveTo>
                <a:lnTo>
                  <a:pt x="193822" y="150472"/>
                </a:lnTo>
                <a:lnTo>
                  <a:pt x="187750" y="150472"/>
                </a:lnTo>
                <a:lnTo>
                  <a:pt x="187750" y="144399"/>
                </a:lnTo>
                <a:close/>
                <a:moveTo>
                  <a:pt x="200883" y="144399"/>
                </a:moveTo>
                <a:lnTo>
                  <a:pt x="200883" y="150472"/>
                </a:lnTo>
                <a:lnTo>
                  <a:pt x="194810" y="150472"/>
                </a:lnTo>
                <a:lnTo>
                  <a:pt x="194810" y="144399"/>
                </a:lnTo>
                <a:close/>
                <a:moveTo>
                  <a:pt x="207931" y="144399"/>
                </a:moveTo>
                <a:lnTo>
                  <a:pt x="207931" y="150472"/>
                </a:lnTo>
                <a:lnTo>
                  <a:pt x="201859" y="150472"/>
                </a:lnTo>
                <a:lnTo>
                  <a:pt x="201859" y="144399"/>
                </a:lnTo>
                <a:close/>
                <a:moveTo>
                  <a:pt x="214992" y="144399"/>
                </a:moveTo>
                <a:lnTo>
                  <a:pt x="214992" y="150472"/>
                </a:lnTo>
                <a:lnTo>
                  <a:pt x="208919" y="150472"/>
                </a:lnTo>
                <a:lnTo>
                  <a:pt x="208919" y="144399"/>
                </a:lnTo>
                <a:close/>
                <a:moveTo>
                  <a:pt x="222052" y="144399"/>
                </a:moveTo>
                <a:lnTo>
                  <a:pt x="222052" y="150472"/>
                </a:lnTo>
                <a:lnTo>
                  <a:pt x="215968" y="150472"/>
                </a:lnTo>
                <a:lnTo>
                  <a:pt x="215968" y="144399"/>
                </a:lnTo>
                <a:close/>
                <a:moveTo>
                  <a:pt x="229100" y="144399"/>
                </a:moveTo>
                <a:lnTo>
                  <a:pt x="229100" y="150472"/>
                </a:lnTo>
                <a:lnTo>
                  <a:pt x="223028" y="150472"/>
                </a:lnTo>
                <a:lnTo>
                  <a:pt x="223028" y="144399"/>
                </a:lnTo>
                <a:close/>
                <a:moveTo>
                  <a:pt x="236161" y="144399"/>
                </a:moveTo>
                <a:lnTo>
                  <a:pt x="236161" y="150472"/>
                </a:lnTo>
                <a:lnTo>
                  <a:pt x="230077" y="150472"/>
                </a:lnTo>
                <a:lnTo>
                  <a:pt x="230077" y="144399"/>
                </a:lnTo>
                <a:close/>
                <a:moveTo>
                  <a:pt x="243209" y="144399"/>
                </a:moveTo>
                <a:lnTo>
                  <a:pt x="243209" y="150472"/>
                </a:lnTo>
                <a:lnTo>
                  <a:pt x="237137" y="150472"/>
                </a:lnTo>
                <a:lnTo>
                  <a:pt x="237137" y="144399"/>
                </a:lnTo>
                <a:close/>
                <a:moveTo>
                  <a:pt x="250270" y="144399"/>
                </a:moveTo>
                <a:lnTo>
                  <a:pt x="250270" y="150472"/>
                </a:lnTo>
                <a:lnTo>
                  <a:pt x="244198" y="150472"/>
                </a:lnTo>
                <a:lnTo>
                  <a:pt x="244198" y="144399"/>
                </a:lnTo>
                <a:close/>
                <a:moveTo>
                  <a:pt x="257318" y="144399"/>
                </a:moveTo>
                <a:lnTo>
                  <a:pt x="257318" y="150472"/>
                </a:lnTo>
                <a:lnTo>
                  <a:pt x="251246" y="150472"/>
                </a:lnTo>
                <a:lnTo>
                  <a:pt x="251246" y="144399"/>
                </a:lnTo>
                <a:close/>
                <a:moveTo>
                  <a:pt x="264379" y="144399"/>
                </a:moveTo>
                <a:lnTo>
                  <a:pt x="264379" y="150472"/>
                </a:lnTo>
                <a:lnTo>
                  <a:pt x="258306" y="150472"/>
                </a:lnTo>
                <a:lnTo>
                  <a:pt x="258306" y="144399"/>
                </a:lnTo>
                <a:close/>
                <a:moveTo>
                  <a:pt x="271427" y="144399"/>
                </a:moveTo>
                <a:lnTo>
                  <a:pt x="271427" y="150472"/>
                </a:lnTo>
                <a:lnTo>
                  <a:pt x="265355" y="150472"/>
                </a:lnTo>
                <a:lnTo>
                  <a:pt x="265355" y="144399"/>
                </a:lnTo>
                <a:close/>
                <a:moveTo>
                  <a:pt x="278488" y="144399"/>
                </a:moveTo>
                <a:lnTo>
                  <a:pt x="278488" y="150472"/>
                </a:lnTo>
                <a:lnTo>
                  <a:pt x="272415" y="150472"/>
                </a:lnTo>
                <a:lnTo>
                  <a:pt x="272415" y="144399"/>
                </a:lnTo>
                <a:close/>
                <a:moveTo>
                  <a:pt x="17443" y="151448"/>
                </a:moveTo>
                <a:lnTo>
                  <a:pt x="17443" y="157520"/>
                </a:lnTo>
                <a:lnTo>
                  <a:pt x="11371" y="157520"/>
                </a:lnTo>
                <a:lnTo>
                  <a:pt x="11371" y="151448"/>
                </a:lnTo>
                <a:close/>
                <a:moveTo>
                  <a:pt x="24503" y="151448"/>
                </a:moveTo>
                <a:lnTo>
                  <a:pt x="24503" y="157520"/>
                </a:lnTo>
                <a:lnTo>
                  <a:pt x="18431" y="157520"/>
                </a:lnTo>
                <a:lnTo>
                  <a:pt x="18431" y="151448"/>
                </a:lnTo>
                <a:close/>
                <a:moveTo>
                  <a:pt x="31564" y="151448"/>
                </a:moveTo>
                <a:lnTo>
                  <a:pt x="31564" y="157520"/>
                </a:lnTo>
                <a:lnTo>
                  <a:pt x="25492" y="157520"/>
                </a:lnTo>
                <a:lnTo>
                  <a:pt x="25492" y="151448"/>
                </a:lnTo>
                <a:close/>
                <a:moveTo>
                  <a:pt x="38612" y="151448"/>
                </a:moveTo>
                <a:lnTo>
                  <a:pt x="38612" y="157520"/>
                </a:lnTo>
                <a:lnTo>
                  <a:pt x="32540" y="157520"/>
                </a:lnTo>
                <a:lnTo>
                  <a:pt x="32540" y="151448"/>
                </a:lnTo>
                <a:close/>
                <a:moveTo>
                  <a:pt x="45673" y="151448"/>
                </a:moveTo>
                <a:lnTo>
                  <a:pt x="45673" y="157520"/>
                </a:lnTo>
                <a:lnTo>
                  <a:pt x="39601" y="157520"/>
                </a:lnTo>
                <a:lnTo>
                  <a:pt x="39601" y="151448"/>
                </a:lnTo>
                <a:close/>
                <a:moveTo>
                  <a:pt x="52721" y="151448"/>
                </a:moveTo>
                <a:lnTo>
                  <a:pt x="52721" y="157520"/>
                </a:lnTo>
                <a:lnTo>
                  <a:pt x="46649" y="157520"/>
                </a:lnTo>
                <a:lnTo>
                  <a:pt x="46649" y="151448"/>
                </a:lnTo>
                <a:close/>
                <a:moveTo>
                  <a:pt x="59782" y="151448"/>
                </a:moveTo>
                <a:lnTo>
                  <a:pt x="59782" y="157520"/>
                </a:lnTo>
                <a:lnTo>
                  <a:pt x="53709" y="157520"/>
                </a:lnTo>
                <a:lnTo>
                  <a:pt x="53709" y="151448"/>
                </a:lnTo>
                <a:close/>
                <a:moveTo>
                  <a:pt x="66842" y="151448"/>
                </a:moveTo>
                <a:lnTo>
                  <a:pt x="66842" y="157520"/>
                </a:lnTo>
                <a:lnTo>
                  <a:pt x="60758" y="157520"/>
                </a:lnTo>
                <a:lnTo>
                  <a:pt x="60758" y="151448"/>
                </a:lnTo>
                <a:close/>
                <a:moveTo>
                  <a:pt x="88011" y="151448"/>
                </a:moveTo>
                <a:lnTo>
                  <a:pt x="88011" y="157520"/>
                </a:lnTo>
                <a:lnTo>
                  <a:pt x="81927" y="157520"/>
                </a:lnTo>
                <a:lnTo>
                  <a:pt x="81927" y="151448"/>
                </a:lnTo>
                <a:close/>
                <a:moveTo>
                  <a:pt x="95060" y="151448"/>
                </a:moveTo>
                <a:lnTo>
                  <a:pt x="95060" y="157520"/>
                </a:lnTo>
                <a:lnTo>
                  <a:pt x="88988" y="157520"/>
                </a:lnTo>
                <a:lnTo>
                  <a:pt x="88988" y="151448"/>
                </a:lnTo>
                <a:close/>
                <a:moveTo>
                  <a:pt x="102120" y="151448"/>
                </a:moveTo>
                <a:lnTo>
                  <a:pt x="102120" y="157520"/>
                </a:lnTo>
                <a:lnTo>
                  <a:pt x="96036" y="157520"/>
                </a:lnTo>
                <a:lnTo>
                  <a:pt x="96036" y="151448"/>
                </a:lnTo>
                <a:close/>
                <a:moveTo>
                  <a:pt x="123278" y="151448"/>
                </a:moveTo>
                <a:lnTo>
                  <a:pt x="123278" y="157520"/>
                </a:lnTo>
                <a:lnTo>
                  <a:pt x="117205" y="157520"/>
                </a:lnTo>
                <a:lnTo>
                  <a:pt x="117205" y="151448"/>
                </a:lnTo>
                <a:close/>
                <a:moveTo>
                  <a:pt x="130338" y="151448"/>
                </a:moveTo>
                <a:lnTo>
                  <a:pt x="130338" y="157520"/>
                </a:lnTo>
                <a:lnTo>
                  <a:pt x="124254" y="157520"/>
                </a:lnTo>
                <a:lnTo>
                  <a:pt x="124254" y="151448"/>
                </a:lnTo>
                <a:close/>
                <a:moveTo>
                  <a:pt x="137387" y="151448"/>
                </a:moveTo>
                <a:lnTo>
                  <a:pt x="137387" y="157520"/>
                </a:lnTo>
                <a:lnTo>
                  <a:pt x="131314" y="157520"/>
                </a:lnTo>
                <a:lnTo>
                  <a:pt x="131314" y="151448"/>
                </a:lnTo>
                <a:close/>
                <a:moveTo>
                  <a:pt x="144447" y="151448"/>
                </a:moveTo>
                <a:lnTo>
                  <a:pt x="144447" y="157520"/>
                </a:lnTo>
                <a:lnTo>
                  <a:pt x="138375" y="157520"/>
                </a:lnTo>
                <a:lnTo>
                  <a:pt x="138375" y="151448"/>
                </a:lnTo>
                <a:close/>
                <a:moveTo>
                  <a:pt x="151495" y="151448"/>
                </a:moveTo>
                <a:lnTo>
                  <a:pt x="151495" y="157520"/>
                </a:lnTo>
                <a:lnTo>
                  <a:pt x="145423" y="157520"/>
                </a:lnTo>
                <a:lnTo>
                  <a:pt x="145423" y="151448"/>
                </a:lnTo>
                <a:close/>
                <a:moveTo>
                  <a:pt x="158556" y="151448"/>
                </a:moveTo>
                <a:lnTo>
                  <a:pt x="158556" y="157520"/>
                </a:lnTo>
                <a:lnTo>
                  <a:pt x="152484" y="157520"/>
                </a:lnTo>
                <a:lnTo>
                  <a:pt x="152484" y="151448"/>
                </a:lnTo>
                <a:close/>
                <a:moveTo>
                  <a:pt x="165604" y="151448"/>
                </a:moveTo>
                <a:lnTo>
                  <a:pt x="165604" y="157520"/>
                </a:lnTo>
                <a:lnTo>
                  <a:pt x="159532" y="157520"/>
                </a:lnTo>
                <a:lnTo>
                  <a:pt x="159532" y="151448"/>
                </a:lnTo>
                <a:close/>
                <a:moveTo>
                  <a:pt x="172665" y="151448"/>
                </a:moveTo>
                <a:lnTo>
                  <a:pt x="172665" y="157520"/>
                </a:lnTo>
                <a:lnTo>
                  <a:pt x="166581" y="157520"/>
                </a:lnTo>
                <a:lnTo>
                  <a:pt x="166581" y="151448"/>
                </a:lnTo>
                <a:close/>
                <a:moveTo>
                  <a:pt x="179713" y="151448"/>
                </a:moveTo>
                <a:lnTo>
                  <a:pt x="179713" y="157520"/>
                </a:lnTo>
                <a:lnTo>
                  <a:pt x="173641" y="157520"/>
                </a:lnTo>
                <a:lnTo>
                  <a:pt x="173641" y="151448"/>
                </a:lnTo>
                <a:close/>
                <a:moveTo>
                  <a:pt x="186774" y="151448"/>
                </a:moveTo>
                <a:lnTo>
                  <a:pt x="186774" y="157520"/>
                </a:lnTo>
                <a:lnTo>
                  <a:pt x="180702" y="157520"/>
                </a:lnTo>
                <a:lnTo>
                  <a:pt x="180702" y="151448"/>
                </a:lnTo>
                <a:close/>
                <a:moveTo>
                  <a:pt x="193822" y="151448"/>
                </a:moveTo>
                <a:lnTo>
                  <a:pt x="193822" y="157520"/>
                </a:lnTo>
                <a:lnTo>
                  <a:pt x="187750" y="157520"/>
                </a:lnTo>
                <a:lnTo>
                  <a:pt x="187750" y="151448"/>
                </a:lnTo>
                <a:close/>
                <a:moveTo>
                  <a:pt x="200883" y="151448"/>
                </a:moveTo>
                <a:lnTo>
                  <a:pt x="200883" y="157520"/>
                </a:lnTo>
                <a:lnTo>
                  <a:pt x="194810" y="157520"/>
                </a:lnTo>
                <a:lnTo>
                  <a:pt x="194810" y="151448"/>
                </a:lnTo>
                <a:close/>
                <a:moveTo>
                  <a:pt x="207931" y="151448"/>
                </a:moveTo>
                <a:lnTo>
                  <a:pt x="207931" y="157520"/>
                </a:lnTo>
                <a:lnTo>
                  <a:pt x="201859" y="157520"/>
                </a:lnTo>
                <a:lnTo>
                  <a:pt x="201859" y="151448"/>
                </a:lnTo>
                <a:close/>
                <a:moveTo>
                  <a:pt x="214992" y="151448"/>
                </a:moveTo>
                <a:lnTo>
                  <a:pt x="214992" y="157520"/>
                </a:lnTo>
                <a:lnTo>
                  <a:pt x="208919" y="157520"/>
                </a:lnTo>
                <a:lnTo>
                  <a:pt x="208919" y="151448"/>
                </a:lnTo>
                <a:close/>
                <a:moveTo>
                  <a:pt x="222052" y="151448"/>
                </a:moveTo>
                <a:lnTo>
                  <a:pt x="222052" y="157520"/>
                </a:lnTo>
                <a:lnTo>
                  <a:pt x="215968" y="157520"/>
                </a:lnTo>
                <a:lnTo>
                  <a:pt x="215968" y="151448"/>
                </a:lnTo>
                <a:close/>
                <a:moveTo>
                  <a:pt x="229100" y="151448"/>
                </a:moveTo>
                <a:lnTo>
                  <a:pt x="229100" y="157520"/>
                </a:lnTo>
                <a:lnTo>
                  <a:pt x="223028" y="157520"/>
                </a:lnTo>
                <a:lnTo>
                  <a:pt x="223028" y="151448"/>
                </a:lnTo>
                <a:close/>
                <a:moveTo>
                  <a:pt x="236161" y="151448"/>
                </a:moveTo>
                <a:lnTo>
                  <a:pt x="236161" y="157520"/>
                </a:lnTo>
                <a:lnTo>
                  <a:pt x="230077" y="157520"/>
                </a:lnTo>
                <a:lnTo>
                  <a:pt x="230077" y="151448"/>
                </a:lnTo>
                <a:close/>
                <a:moveTo>
                  <a:pt x="243209" y="151448"/>
                </a:moveTo>
                <a:lnTo>
                  <a:pt x="243209" y="157520"/>
                </a:lnTo>
                <a:lnTo>
                  <a:pt x="237137" y="157520"/>
                </a:lnTo>
                <a:lnTo>
                  <a:pt x="237137" y="151448"/>
                </a:lnTo>
                <a:close/>
                <a:moveTo>
                  <a:pt x="250270" y="151448"/>
                </a:moveTo>
                <a:lnTo>
                  <a:pt x="250270" y="157520"/>
                </a:lnTo>
                <a:lnTo>
                  <a:pt x="244198" y="157520"/>
                </a:lnTo>
                <a:lnTo>
                  <a:pt x="244198" y="151448"/>
                </a:lnTo>
                <a:close/>
                <a:moveTo>
                  <a:pt x="257318" y="151448"/>
                </a:moveTo>
                <a:lnTo>
                  <a:pt x="257318" y="157520"/>
                </a:lnTo>
                <a:lnTo>
                  <a:pt x="251246" y="157520"/>
                </a:lnTo>
                <a:lnTo>
                  <a:pt x="251246" y="151448"/>
                </a:lnTo>
                <a:close/>
                <a:moveTo>
                  <a:pt x="264379" y="151448"/>
                </a:moveTo>
                <a:lnTo>
                  <a:pt x="264379" y="157520"/>
                </a:lnTo>
                <a:lnTo>
                  <a:pt x="258306" y="157520"/>
                </a:lnTo>
                <a:lnTo>
                  <a:pt x="258306" y="151448"/>
                </a:lnTo>
                <a:close/>
                <a:moveTo>
                  <a:pt x="271427" y="151448"/>
                </a:moveTo>
                <a:lnTo>
                  <a:pt x="271427" y="157520"/>
                </a:lnTo>
                <a:lnTo>
                  <a:pt x="265355" y="157520"/>
                </a:lnTo>
                <a:lnTo>
                  <a:pt x="265355" y="151448"/>
                </a:lnTo>
                <a:close/>
                <a:moveTo>
                  <a:pt x="278488" y="151448"/>
                </a:moveTo>
                <a:lnTo>
                  <a:pt x="278488" y="157520"/>
                </a:lnTo>
                <a:lnTo>
                  <a:pt x="272415" y="157520"/>
                </a:lnTo>
                <a:lnTo>
                  <a:pt x="272415" y="151448"/>
                </a:lnTo>
                <a:close/>
                <a:moveTo>
                  <a:pt x="73902" y="151448"/>
                </a:moveTo>
                <a:lnTo>
                  <a:pt x="73902" y="157532"/>
                </a:lnTo>
                <a:lnTo>
                  <a:pt x="67818" y="157532"/>
                </a:lnTo>
                <a:lnTo>
                  <a:pt x="67818" y="151448"/>
                </a:lnTo>
                <a:close/>
                <a:moveTo>
                  <a:pt x="80951" y="151448"/>
                </a:moveTo>
                <a:lnTo>
                  <a:pt x="80951" y="157532"/>
                </a:lnTo>
                <a:lnTo>
                  <a:pt x="74879" y="157532"/>
                </a:lnTo>
                <a:lnTo>
                  <a:pt x="74879" y="151448"/>
                </a:lnTo>
                <a:close/>
                <a:moveTo>
                  <a:pt x="103097" y="151448"/>
                </a:moveTo>
                <a:lnTo>
                  <a:pt x="109169" y="151460"/>
                </a:lnTo>
                <a:lnTo>
                  <a:pt x="109169" y="157532"/>
                </a:lnTo>
                <a:lnTo>
                  <a:pt x="103097" y="157532"/>
                </a:lnTo>
                <a:lnTo>
                  <a:pt x="103097" y="151448"/>
                </a:lnTo>
                <a:close/>
                <a:moveTo>
                  <a:pt x="110157" y="151448"/>
                </a:moveTo>
                <a:lnTo>
                  <a:pt x="116229" y="151460"/>
                </a:lnTo>
                <a:lnTo>
                  <a:pt x="116229" y="157532"/>
                </a:lnTo>
                <a:lnTo>
                  <a:pt x="110157" y="157532"/>
                </a:lnTo>
                <a:lnTo>
                  <a:pt x="110157" y="151448"/>
                </a:lnTo>
                <a:close/>
                <a:moveTo>
                  <a:pt x="17443" y="158508"/>
                </a:moveTo>
                <a:lnTo>
                  <a:pt x="17443" y="164580"/>
                </a:lnTo>
                <a:lnTo>
                  <a:pt x="11371" y="164580"/>
                </a:lnTo>
                <a:lnTo>
                  <a:pt x="11371" y="158508"/>
                </a:lnTo>
                <a:close/>
                <a:moveTo>
                  <a:pt x="24503" y="158508"/>
                </a:moveTo>
                <a:lnTo>
                  <a:pt x="24503" y="164580"/>
                </a:lnTo>
                <a:lnTo>
                  <a:pt x="18431" y="164580"/>
                </a:lnTo>
                <a:lnTo>
                  <a:pt x="18431" y="158508"/>
                </a:lnTo>
                <a:close/>
                <a:moveTo>
                  <a:pt x="31564" y="158508"/>
                </a:moveTo>
                <a:lnTo>
                  <a:pt x="31564" y="164580"/>
                </a:lnTo>
                <a:lnTo>
                  <a:pt x="25492" y="164580"/>
                </a:lnTo>
                <a:lnTo>
                  <a:pt x="25492" y="158508"/>
                </a:lnTo>
                <a:close/>
                <a:moveTo>
                  <a:pt x="38612" y="158508"/>
                </a:moveTo>
                <a:lnTo>
                  <a:pt x="38612" y="164580"/>
                </a:lnTo>
                <a:lnTo>
                  <a:pt x="32540" y="164580"/>
                </a:lnTo>
                <a:lnTo>
                  <a:pt x="32540" y="158508"/>
                </a:lnTo>
                <a:close/>
                <a:moveTo>
                  <a:pt x="45673" y="158508"/>
                </a:moveTo>
                <a:lnTo>
                  <a:pt x="45673" y="164580"/>
                </a:lnTo>
                <a:lnTo>
                  <a:pt x="39601" y="164580"/>
                </a:lnTo>
                <a:lnTo>
                  <a:pt x="39601" y="158508"/>
                </a:lnTo>
                <a:close/>
                <a:moveTo>
                  <a:pt x="52721" y="158508"/>
                </a:moveTo>
                <a:lnTo>
                  <a:pt x="52721" y="164580"/>
                </a:lnTo>
                <a:lnTo>
                  <a:pt x="46649" y="164580"/>
                </a:lnTo>
                <a:lnTo>
                  <a:pt x="46649" y="158508"/>
                </a:lnTo>
                <a:close/>
                <a:moveTo>
                  <a:pt x="59782" y="158508"/>
                </a:moveTo>
                <a:lnTo>
                  <a:pt x="59782" y="164580"/>
                </a:lnTo>
                <a:lnTo>
                  <a:pt x="53709" y="164580"/>
                </a:lnTo>
                <a:lnTo>
                  <a:pt x="53709" y="158508"/>
                </a:lnTo>
                <a:close/>
                <a:moveTo>
                  <a:pt x="66842" y="158508"/>
                </a:moveTo>
                <a:lnTo>
                  <a:pt x="66842" y="164580"/>
                </a:lnTo>
                <a:lnTo>
                  <a:pt x="60758" y="164580"/>
                </a:lnTo>
                <a:lnTo>
                  <a:pt x="60758" y="158508"/>
                </a:lnTo>
                <a:close/>
                <a:moveTo>
                  <a:pt x="73902" y="158508"/>
                </a:moveTo>
                <a:lnTo>
                  <a:pt x="73902" y="164580"/>
                </a:lnTo>
                <a:lnTo>
                  <a:pt x="67818" y="164580"/>
                </a:lnTo>
                <a:lnTo>
                  <a:pt x="67818" y="158508"/>
                </a:lnTo>
                <a:close/>
                <a:moveTo>
                  <a:pt x="80951" y="158508"/>
                </a:moveTo>
                <a:lnTo>
                  <a:pt x="80951" y="164580"/>
                </a:lnTo>
                <a:lnTo>
                  <a:pt x="74879" y="164580"/>
                </a:lnTo>
                <a:lnTo>
                  <a:pt x="74879" y="158508"/>
                </a:lnTo>
                <a:close/>
                <a:moveTo>
                  <a:pt x="88011" y="158508"/>
                </a:moveTo>
                <a:lnTo>
                  <a:pt x="88011" y="164580"/>
                </a:lnTo>
                <a:lnTo>
                  <a:pt x="81927" y="164580"/>
                </a:lnTo>
                <a:lnTo>
                  <a:pt x="81927" y="158508"/>
                </a:lnTo>
                <a:close/>
                <a:moveTo>
                  <a:pt x="95060" y="158508"/>
                </a:moveTo>
                <a:lnTo>
                  <a:pt x="95060" y="164580"/>
                </a:lnTo>
                <a:lnTo>
                  <a:pt x="88988" y="164580"/>
                </a:lnTo>
                <a:lnTo>
                  <a:pt x="88988" y="158508"/>
                </a:lnTo>
                <a:close/>
                <a:moveTo>
                  <a:pt x="102120" y="158508"/>
                </a:moveTo>
                <a:lnTo>
                  <a:pt x="102120" y="164580"/>
                </a:lnTo>
                <a:lnTo>
                  <a:pt x="96036" y="164580"/>
                </a:lnTo>
                <a:lnTo>
                  <a:pt x="96036" y="158508"/>
                </a:lnTo>
                <a:close/>
                <a:moveTo>
                  <a:pt x="109169" y="158508"/>
                </a:moveTo>
                <a:lnTo>
                  <a:pt x="109169" y="164580"/>
                </a:lnTo>
                <a:lnTo>
                  <a:pt x="103097" y="164580"/>
                </a:lnTo>
                <a:lnTo>
                  <a:pt x="103097" y="158508"/>
                </a:lnTo>
                <a:close/>
                <a:moveTo>
                  <a:pt x="116229" y="158508"/>
                </a:moveTo>
                <a:lnTo>
                  <a:pt x="116229" y="164580"/>
                </a:lnTo>
                <a:lnTo>
                  <a:pt x="110157" y="164580"/>
                </a:lnTo>
                <a:lnTo>
                  <a:pt x="110157" y="158508"/>
                </a:lnTo>
                <a:close/>
                <a:moveTo>
                  <a:pt x="123278" y="158508"/>
                </a:moveTo>
                <a:lnTo>
                  <a:pt x="123278" y="164580"/>
                </a:lnTo>
                <a:lnTo>
                  <a:pt x="117205" y="164580"/>
                </a:lnTo>
                <a:lnTo>
                  <a:pt x="117205" y="158508"/>
                </a:lnTo>
                <a:close/>
                <a:moveTo>
                  <a:pt x="130338" y="158508"/>
                </a:moveTo>
                <a:lnTo>
                  <a:pt x="130338" y="164580"/>
                </a:lnTo>
                <a:lnTo>
                  <a:pt x="124254" y="164580"/>
                </a:lnTo>
                <a:lnTo>
                  <a:pt x="124254" y="158508"/>
                </a:lnTo>
                <a:close/>
                <a:moveTo>
                  <a:pt x="137387" y="158508"/>
                </a:moveTo>
                <a:lnTo>
                  <a:pt x="137387" y="164580"/>
                </a:lnTo>
                <a:lnTo>
                  <a:pt x="131314" y="164580"/>
                </a:lnTo>
                <a:lnTo>
                  <a:pt x="131314" y="158508"/>
                </a:lnTo>
                <a:close/>
                <a:moveTo>
                  <a:pt x="144447" y="158508"/>
                </a:moveTo>
                <a:lnTo>
                  <a:pt x="144447" y="164580"/>
                </a:lnTo>
                <a:lnTo>
                  <a:pt x="138375" y="164580"/>
                </a:lnTo>
                <a:lnTo>
                  <a:pt x="138375" y="158508"/>
                </a:lnTo>
                <a:close/>
                <a:moveTo>
                  <a:pt x="151495" y="158508"/>
                </a:moveTo>
                <a:lnTo>
                  <a:pt x="151495" y="164580"/>
                </a:lnTo>
                <a:lnTo>
                  <a:pt x="145423" y="164580"/>
                </a:lnTo>
                <a:lnTo>
                  <a:pt x="145423" y="158508"/>
                </a:lnTo>
                <a:close/>
                <a:moveTo>
                  <a:pt x="158556" y="158508"/>
                </a:moveTo>
                <a:lnTo>
                  <a:pt x="158556" y="164580"/>
                </a:lnTo>
                <a:lnTo>
                  <a:pt x="152484" y="164580"/>
                </a:lnTo>
                <a:lnTo>
                  <a:pt x="152484" y="158508"/>
                </a:lnTo>
                <a:close/>
                <a:moveTo>
                  <a:pt x="165604" y="158508"/>
                </a:moveTo>
                <a:lnTo>
                  <a:pt x="165604" y="164580"/>
                </a:lnTo>
                <a:lnTo>
                  <a:pt x="159532" y="164580"/>
                </a:lnTo>
                <a:lnTo>
                  <a:pt x="159532" y="158508"/>
                </a:lnTo>
                <a:close/>
                <a:moveTo>
                  <a:pt x="172665" y="158508"/>
                </a:moveTo>
                <a:lnTo>
                  <a:pt x="172665" y="164580"/>
                </a:lnTo>
                <a:lnTo>
                  <a:pt x="166581" y="164580"/>
                </a:lnTo>
                <a:lnTo>
                  <a:pt x="166581" y="158508"/>
                </a:lnTo>
                <a:close/>
                <a:moveTo>
                  <a:pt x="179713" y="158508"/>
                </a:moveTo>
                <a:lnTo>
                  <a:pt x="179713" y="164580"/>
                </a:lnTo>
                <a:lnTo>
                  <a:pt x="173641" y="164580"/>
                </a:lnTo>
                <a:lnTo>
                  <a:pt x="173641" y="158508"/>
                </a:lnTo>
                <a:close/>
                <a:moveTo>
                  <a:pt x="186774" y="158508"/>
                </a:moveTo>
                <a:lnTo>
                  <a:pt x="186774" y="164580"/>
                </a:lnTo>
                <a:lnTo>
                  <a:pt x="180702" y="164580"/>
                </a:lnTo>
                <a:lnTo>
                  <a:pt x="180702" y="158508"/>
                </a:lnTo>
                <a:close/>
                <a:moveTo>
                  <a:pt x="193822" y="158508"/>
                </a:moveTo>
                <a:lnTo>
                  <a:pt x="193822" y="164580"/>
                </a:lnTo>
                <a:lnTo>
                  <a:pt x="187750" y="164580"/>
                </a:lnTo>
                <a:lnTo>
                  <a:pt x="187750" y="158508"/>
                </a:lnTo>
                <a:close/>
                <a:moveTo>
                  <a:pt x="200883" y="158508"/>
                </a:moveTo>
                <a:lnTo>
                  <a:pt x="200883" y="164580"/>
                </a:lnTo>
                <a:lnTo>
                  <a:pt x="194810" y="164580"/>
                </a:lnTo>
                <a:lnTo>
                  <a:pt x="194810" y="158508"/>
                </a:lnTo>
                <a:close/>
                <a:moveTo>
                  <a:pt x="207931" y="158508"/>
                </a:moveTo>
                <a:lnTo>
                  <a:pt x="207931" y="164580"/>
                </a:lnTo>
                <a:lnTo>
                  <a:pt x="201859" y="164580"/>
                </a:lnTo>
                <a:lnTo>
                  <a:pt x="201859" y="158508"/>
                </a:lnTo>
                <a:close/>
                <a:moveTo>
                  <a:pt x="214992" y="158508"/>
                </a:moveTo>
                <a:lnTo>
                  <a:pt x="214992" y="164580"/>
                </a:lnTo>
                <a:lnTo>
                  <a:pt x="208919" y="164580"/>
                </a:lnTo>
                <a:lnTo>
                  <a:pt x="208919" y="158508"/>
                </a:lnTo>
                <a:close/>
                <a:moveTo>
                  <a:pt x="222052" y="158508"/>
                </a:moveTo>
                <a:lnTo>
                  <a:pt x="222052" y="164580"/>
                </a:lnTo>
                <a:lnTo>
                  <a:pt x="215968" y="164580"/>
                </a:lnTo>
                <a:lnTo>
                  <a:pt x="215968" y="158508"/>
                </a:lnTo>
                <a:close/>
                <a:moveTo>
                  <a:pt x="229100" y="158508"/>
                </a:moveTo>
                <a:lnTo>
                  <a:pt x="229100" y="164580"/>
                </a:lnTo>
                <a:lnTo>
                  <a:pt x="223028" y="164580"/>
                </a:lnTo>
                <a:lnTo>
                  <a:pt x="223028" y="158508"/>
                </a:lnTo>
                <a:close/>
                <a:moveTo>
                  <a:pt x="236161" y="158508"/>
                </a:moveTo>
                <a:lnTo>
                  <a:pt x="236161" y="164580"/>
                </a:lnTo>
                <a:lnTo>
                  <a:pt x="230077" y="164580"/>
                </a:lnTo>
                <a:lnTo>
                  <a:pt x="230077" y="158508"/>
                </a:lnTo>
                <a:close/>
                <a:moveTo>
                  <a:pt x="243209" y="158508"/>
                </a:moveTo>
                <a:lnTo>
                  <a:pt x="243209" y="164580"/>
                </a:lnTo>
                <a:lnTo>
                  <a:pt x="237137" y="164580"/>
                </a:lnTo>
                <a:lnTo>
                  <a:pt x="237137" y="158508"/>
                </a:lnTo>
                <a:close/>
                <a:moveTo>
                  <a:pt x="250270" y="158508"/>
                </a:moveTo>
                <a:lnTo>
                  <a:pt x="250270" y="164580"/>
                </a:lnTo>
                <a:lnTo>
                  <a:pt x="244198" y="164580"/>
                </a:lnTo>
                <a:lnTo>
                  <a:pt x="244198" y="158508"/>
                </a:lnTo>
                <a:close/>
                <a:moveTo>
                  <a:pt x="257318" y="158508"/>
                </a:moveTo>
                <a:lnTo>
                  <a:pt x="257318" y="164580"/>
                </a:lnTo>
                <a:lnTo>
                  <a:pt x="251246" y="164580"/>
                </a:lnTo>
                <a:lnTo>
                  <a:pt x="251246" y="158508"/>
                </a:lnTo>
                <a:close/>
                <a:moveTo>
                  <a:pt x="264379" y="158508"/>
                </a:moveTo>
                <a:lnTo>
                  <a:pt x="264379" y="164580"/>
                </a:lnTo>
                <a:lnTo>
                  <a:pt x="258306" y="164580"/>
                </a:lnTo>
                <a:lnTo>
                  <a:pt x="258306" y="158508"/>
                </a:lnTo>
                <a:close/>
                <a:moveTo>
                  <a:pt x="271427" y="158508"/>
                </a:moveTo>
                <a:lnTo>
                  <a:pt x="271427" y="164580"/>
                </a:lnTo>
                <a:lnTo>
                  <a:pt x="265355" y="164580"/>
                </a:lnTo>
                <a:lnTo>
                  <a:pt x="265355" y="158508"/>
                </a:lnTo>
                <a:close/>
                <a:moveTo>
                  <a:pt x="278488" y="158508"/>
                </a:moveTo>
                <a:lnTo>
                  <a:pt x="278488" y="164580"/>
                </a:lnTo>
                <a:lnTo>
                  <a:pt x="272415" y="164580"/>
                </a:lnTo>
                <a:lnTo>
                  <a:pt x="272415" y="158508"/>
                </a:lnTo>
                <a:close/>
                <a:moveTo>
                  <a:pt x="10395" y="1"/>
                </a:moveTo>
                <a:lnTo>
                  <a:pt x="10395" y="2310"/>
                </a:lnTo>
                <a:lnTo>
                  <a:pt x="0" y="2310"/>
                </a:lnTo>
                <a:lnTo>
                  <a:pt x="0" y="3287"/>
                </a:lnTo>
                <a:lnTo>
                  <a:pt x="10395" y="3287"/>
                </a:lnTo>
                <a:lnTo>
                  <a:pt x="10395" y="9371"/>
                </a:lnTo>
                <a:lnTo>
                  <a:pt x="0" y="9371"/>
                </a:lnTo>
                <a:lnTo>
                  <a:pt x="0" y="10347"/>
                </a:lnTo>
                <a:lnTo>
                  <a:pt x="10395" y="10347"/>
                </a:lnTo>
                <a:lnTo>
                  <a:pt x="10395" y="16419"/>
                </a:lnTo>
                <a:lnTo>
                  <a:pt x="0" y="16419"/>
                </a:lnTo>
                <a:lnTo>
                  <a:pt x="0" y="17408"/>
                </a:lnTo>
                <a:lnTo>
                  <a:pt x="10395" y="17408"/>
                </a:lnTo>
                <a:lnTo>
                  <a:pt x="10395" y="23480"/>
                </a:lnTo>
                <a:lnTo>
                  <a:pt x="0" y="23480"/>
                </a:lnTo>
                <a:lnTo>
                  <a:pt x="0" y="24456"/>
                </a:lnTo>
                <a:lnTo>
                  <a:pt x="10395" y="24456"/>
                </a:lnTo>
                <a:lnTo>
                  <a:pt x="10395" y="30528"/>
                </a:lnTo>
                <a:lnTo>
                  <a:pt x="0" y="30528"/>
                </a:lnTo>
                <a:lnTo>
                  <a:pt x="0" y="31516"/>
                </a:lnTo>
                <a:lnTo>
                  <a:pt x="10395" y="31516"/>
                </a:lnTo>
                <a:lnTo>
                  <a:pt x="10395" y="37589"/>
                </a:lnTo>
                <a:lnTo>
                  <a:pt x="0" y="37589"/>
                </a:lnTo>
                <a:lnTo>
                  <a:pt x="0" y="38565"/>
                </a:lnTo>
                <a:lnTo>
                  <a:pt x="10395" y="38565"/>
                </a:lnTo>
                <a:lnTo>
                  <a:pt x="10395" y="44637"/>
                </a:lnTo>
                <a:lnTo>
                  <a:pt x="0" y="44637"/>
                </a:lnTo>
                <a:lnTo>
                  <a:pt x="0" y="45625"/>
                </a:lnTo>
                <a:lnTo>
                  <a:pt x="10395" y="45625"/>
                </a:lnTo>
                <a:lnTo>
                  <a:pt x="10395" y="51697"/>
                </a:lnTo>
                <a:lnTo>
                  <a:pt x="0" y="51697"/>
                </a:lnTo>
                <a:lnTo>
                  <a:pt x="0" y="52674"/>
                </a:lnTo>
                <a:lnTo>
                  <a:pt x="10395" y="52674"/>
                </a:lnTo>
                <a:lnTo>
                  <a:pt x="10395" y="58746"/>
                </a:lnTo>
                <a:lnTo>
                  <a:pt x="0" y="58746"/>
                </a:lnTo>
                <a:lnTo>
                  <a:pt x="0" y="59734"/>
                </a:lnTo>
                <a:lnTo>
                  <a:pt x="10395" y="59734"/>
                </a:lnTo>
                <a:lnTo>
                  <a:pt x="10395" y="65806"/>
                </a:lnTo>
                <a:lnTo>
                  <a:pt x="0" y="65806"/>
                </a:lnTo>
                <a:lnTo>
                  <a:pt x="0" y="66783"/>
                </a:lnTo>
                <a:lnTo>
                  <a:pt x="10395" y="66783"/>
                </a:lnTo>
                <a:lnTo>
                  <a:pt x="10395" y="72867"/>
                </a:lnTo>
                <a:lnTo>
                  <a:pt x="0" y="72867"/>
                </a:lnTo>
                <a:lnTo>
                  <a:pt x="0" y="73843"/>
                </a:lnTo>
                <a:lnTo>
                  <a:pt x="10395" y="73843"/>
                </a:lnTo>
                <a:lnTo>
                  <a:pt x="10395" y="79927"/>
                </a:lnTo>
                <a:lnTo>
                  <a:pt x="0" y="79927"/>
                </a:lnTo>
                <a:lnTo>
                  <a:pt x="0" y="80903"/>
                </a:lnTo>
                <a:lnTo>
                  <a:pt x="10395" y="80903"/>
                </a:lnTo>
                <a:lnTo>
                  <a:pt x="10395" y="86976"/>
                </a:lnTo>
                <a:lnTo>
                  <a:pt x="0" y="86976"/>
                </a:lnTo>
                <a:lnTo>
                  <a:pt x="0" y="87964"/>
                </a:lnTo>
                <a:lnTo>
                  <a:pt x="10395" y="87964"/>
                </a:lnTo>
                <a:lnTo>
                  <a:pt x="10395" y="94036"/>
                </a:lnTo>
                <a:lnTo>
                  <a:pt x="0" y="94036"/>
                </a:lnTo>
                <a:lnTo>
                  <a:pt x="0" y="95012"/>
                </a:lnTo>
                <a:lnTo>
                  <a:pt x="10395" y="95012"/>
                </a:lnTo>
                <a:lnTo>
                  <a:pt x="10395" y="101085"/>
                </a:lnTo>
                <a:lnTo>
                  <a:pt x="0" y="101085"/>
                </a:lnTo>
                <a:lnTo>
                  <a:pt x="0" y="102073"/>
                </a:lnTo>
                <a:lnTo>
                  <a:pt x="10395" y="102073"/>
                </a:lnTo>
                <a:lnTo>
                  <a:pt x="10395" y="108145"/>
                </a:lnTo>
                <a:lnTo>
                  <a:pt x="0" y="108145"/>
                </a:lnTo>
                <a:lnTo>
                  <a:pt x="0" y="109121"/>
                </a:lnTo>
                <a:lnTo>
                  <a:pt x="10395" y="109121"/>
                </a:lnTo>
                <a:lnTo>
                  <a:pt x="10395" y="115193"/>
                </a:lnTo>
                <a:lnTo>
                  <a:pt x="0" y="115193"/>
                </a:lnTo>
                <a:lnTo>
                  <a:pt x="0" y="116182"/>
                </a:lnTo>
                <a:lnTo>
                  <a:pt x="10395" y="116182"/>
                </a:lnTo>
                <a:lnTo>
                  <a:pt x="10395" y="122254"/>
                </a:lnTo>
                <a:lnTo>
                  <a:pt x="0" y="122254"/>
                </a:lnTo>
                <a:lnTo>
                  <a:pt x="0" y="123230"/>
                </a:lnTo>
                <a:lnTo>
                  <a:pt x="10395" y="123230"/>
                </a:lnTo>
                <a:lnTo>
                  <a:pt x="10395" y="129302"/>
                </a:lnTo>
                <a:lnTo>
                  <a:pt x="0" y="129302"/>
                </a:lnTo>
                <a:lnTo>
                  <a:pt x="0" y="130279"/>
                </a:lnTo>
                <a:lnTo>
                  <a:pt x="10395" y="130279"/>
                </a:lnTo>
                <a:lnTo>
                  <a:pt x="10395" y="136363"/>
                </a:lnTo>
                <a:lnTo>
                  <a:pt x="0" y="136363"/>
                </a:lnTo>
                <a:lnTo>
                  <a:pt x="0" y="137339"/>
                </a:lnTo>
                <a:lnTo>
                  <a:pt x="10395" y="137339"/>
                </a:lnTo>
                <a:lnTo>
                  <a:pt x="10395" y="143411"/>
                </a:lnTo>
                <a:lnTo>
                  <a:pt x="0" y="143411"/>
                </a:lnTo>
                <a:lnTo>
                  <a:pt x="0" y="144387"/>
                </a:lnTo>
                <a:lnTo>
                  <a:pt x="10395" y="144387"/>
                </a:lnTo>
                <a:lnTo>
                  <a:pt x="10395" y="150472"/>
                </a:lnTo>
                <a:lnTo>
                  <a:pt x="0" y="150472"/>
                </a:lnTo>
                <a:lnTo>
                  <a:pt x="0" y="151448"/>
                </a:lnTo>
                <a:lnTo>
                  <a:pt x="10395" y="151448"/>
                </a:lnTo>
                <a:lnTo>
                  <a:pt x="10395" y="157520"/>
                </a:lnTo>
                <a:lnTo>
                  <a:pt x="0" y="157520"/>
                </a:lnTo>
                <a:lnTo>
                  <a:pt x="0" y="158508"/>
                </a:lnTo>
                <a:lnTo>
                  <a:pt x="10395" y="158508"/>
                </a:lnTo>
                <a:lnTo>
                  <a:pt x="10395" y="164580"/>
                </a:lnTo>
                <a:lnTo>
                  <a:pt x="0" y="164580"/>
                </a:lnTo>
                <a:lnTo>
                  <a:pt x="0" y="165557"/>
                </a:lnTo>
                <a:lnTo>
                  <a:pt x="10395" y="165557"/>
                </a:lnTo>
                <a:lnTo>
                  <a:pt x="10395" y="169248"/>
                </a:lnTo>
                <a:lnTo>
                  <a:pt x="11371" y="169248"/>
                </a:lnTo>
                <a:lnTo>
                  <a:pt x="11371" y="165557"/>
                </a:lnTo>
                <a:lnTo>
                  <a:pt x="17455" y="165557"/>
                </a:lnTo>
                <a:lnTo>
                  <a:pt x="17455" y="169248"/>
                </a:lnTo>
                <a:lnTo>
                  <a:pt x="18431" y="169248"/>
                </a:lnTo>
                <a:lnTo>
                  <a:pt x="18431" y="165557"/>
                </a:lnTo>
                <a:lnTo>
                  <a:pt x="24503" y="165557"/>
                </a:lnTo>
                <a:lnTo>
                  <a:pt x="24503" y="169248"/>
                </a:lnTo>
                <a:lnTo>
                  <a:pt x="25492" y="169248"/>
                </a:lnTo>
                <a:lnTo>
                  <a:pt x="25492" y="165557"/>
                </a:lnTo>
                <a:lnTo>
                  <a:pt x="31564" y="165557"/>
                </a:lnTo>
                <a:lnTo>
                  <a:pt x="31564" y="169248"/>
                </a:lnTo>
                <a:lnTo>
                  <a:pt x="32540" y="169248"/>
                </a:lnTo>
                <a:lnTo>
                  <a:pt x="32540" y="165557"/>
                </a:lnTo>
                <a:lnTo>
                  <a:pt x="38612" y="165557"/>
                </a:lnTo>
                <a:lnTo>
                  <a:pt x="38612" y="169248"/>
                </a:lnTo>
                <a:lnTo>
                  <a:pt x="39601" y="169248"/>
                </a:lnTo>
                <a:lnTo>
                  <a:pt x="39601" y="165557"/>
                </a:lnTo>
                <a:lnTo>
                  <a:pt x="45673" y="165557"/>
                </a:lnTo>
                <a:lnTo>
                  <a:pt x="45673" y="169248"/>
                </a:lnTo>
                <a:lnTo>
                  <a:pt x="46649" y="169248"/>
                </a:lnTo>
                <a:lnTo>
                  <a:pt x="46649" y="165557"/>
                </a:lnTo>
                <a:lnTo>
                  <a:pt x="52721" y="165557"/>
                </a:lnTo>
                <a:lnTo>
                  <a:pt x="52721" y="169248"/>
                </a:lnTo>
                <a:lnTo>
                  <a:pt x="53709" y="169248"/>
                </a:lnTo>
                <a:lnTo>
                  <a:pt x="53709" y="165557"/>
                </a:lnTo>
                <a:lnTo>
                  <a:pt x="59782" y="165557"/>
                </a:lnTo>
                <a:lnTo>
                  <a:pt x="59782" y="169248"/>
                </a:lnTo>
                <a:lnTo>
                  <a:pt x="60758" y="169248"/>
                </a:lnTo>
                <a:lnTo>
                  <a:pt x="60758" y="165557"/>
                </a:lnTo>
                <a:lnTo>
                  <a:pt x="66842" y="165557"/>
                </a:lnTo>
                <a:lnTo>
                  <a:pt x="66842" y="169248"/>
                </a:lnTo>
                <a:lnTo>
                  <a:pt x="67818" y="169248"/>
                </a:lnTo>
                <a:lnTo>
                  <a:pt x="67818" y="165557"/>
                </a:lnTo>
                <a:lnTo>
                  <a:pt x="73902" y="165557"/>
                </a:lnTo>
                <a:lnTo>
                  <a:pt x="73902" y="169248"/>
                </a:lnTo>
                <a:lnTo>
                  <a:pt x="74879" y="169248"/>
                </a:lnTo>
                <a:lnTo>
                  <a:pt x="74879" y="165557"/>
                </a:lnTo>
                <a:lnTo>
                  <a:pt x="80951" y="165557"/>
                </a:lnTo>
                <a:lnTo>
                  <a:pt x="80951" y="169248"/>
                </a:lnTo>
                <a:lnTo>
                  <a:pt x="81939" y="169248"/>
                </a:lnTo>
                <a:lnTo>
                  <a:pt x="81939" y="165557"/>
                </a:lnTo>
                <a:lnTo>
                  <a:pt x="88011" y="165557"/>
                </a:lnTo>
                <a:lnTo>
                  <a:pt x="88011" y="169248"/>
                </a:lnTo>
                <a:lnTo>
                  <a:pt x="88988" y="169248"/>
                </a:lnTo>
                <a:lnTo>
                  <a:pt x="88988" y="165557"/>
                </a:lnTo>
                <a:lnTo>
                  <a:pt x="95060" y="165557"/>
                </a:lnTo>
                <a:lnTo>
                  <a:pt x="95060" y="169248"/>
                </a:lnTo>
                <a:lnTo>
                  <a:pt x="96048" y="169248"/>
                </a:lnTo>
                <a:lnTo>
                  <a:pt x="96048" y="165557"/>
                </a:lnTo>
                <a:lnTo>
                  <a:pt x="102120" y="165557"/>
                </a:lnTo>
                <a:lnTo>
                  <a:pt x="102120" y="169248"/>
                </a:lnTo>
                <a:lnTo>
                  <a:pt x="103097" y="169248"/>
                </a:lnTo>
                <a:lnTo>
                  <a:pt x="103097" y="165557"/>
                </a:lnTo>
                <a:lnTo>
                  <a:pt x="109169" y="165557"/>
                </a:lnTo>
                <a:lnTo>
                  <a:pt x="109169" y="169248"/>
                </a:lnTo>
                <a:lnTo>
                  <a:pt x="110157" y="169248"/>
                </a:lnTo>
                <a:lnTo>
                  <a:pt x="110157" y="165557"/>
                </a:lnTo>
                <a:lnTo>
                  <a:pt x="116229" y="165557"/>
                </a:lnTo>
                <a:lnTo>
                  <a:pt x="116229" y="169248"/>
                </a:lnTo>
                <a:lnTo>
                  <a:pt x="117205" y="169248"/>
                </a:lnTo>
                <a:lnTo>
                  <a:pt x="117205" y="165557"/>
                </a:lnTo>
                <a:lnTo>
                  <a:pt x="123278" y="165557"/>
                </a:lnTo>
                <a:lnTo>
                  <a:pt x="123278" y="169248"/>
                </a:lnTo>
                <a:lnTo>
                  <a:pt x="124254" y="169248"/>
                </a:lnTo>
                <a:lnTo>
                  <a:pt x="124254" y="165557"/>
                </a:lnTo>
                <a:lnTo>
                  <a:pt x="130338" y="165557"/>
                </a:lnTo>
                <a:lnTo>
                  <a:pt x="130338" y="169248"/>
                </a:lnTo>
                <a:lnTo>
                  <a:pt x="131314" y="169248"/>
                </a:lnTo>
                <a:lnTo>
                  <a:pt x="131314" y="165557"/>
                </a:lnTo>
                <a:lnTo>
                  <a:pt x="137387" y="165557"/>
                </a:lnTo>
                <a:lnTo>
                  <a:pt x="137387" y="169248"/>
                </a:lnTo>
                <a:lnTo>
                  <a:pt x="138363" y="169248"/>
                </a:lnTo>
                <a:lnTo>
                  <a:pt x="138363" y="165557"/>
                </a:lnTo>
                <a:lnTo>
                  <a:pt x="144447" y="165557"/>
                </a:lnTo>
                <a:lnTo>
                  <a:pt x="144447" y="169248"/>
                </a:lnTo>
                <a:lnTo>
                  <a:pt x="145423" y="169248"/>
                </a:lnTo>
                <a:lnTo>
                  <a:pt x="145423" y="165557"/>
                </a:lnTo>
                <a:lnTo>
                  <a:pt x="151495" y="165557"/>
                </a:lnTo>
                <a:lnTo>
                  <a:pt x="151495" y="169248"/>
                </a:lnTo>
                <a:lnTo>
                  <a:pt x="152484" y="169248"/>
                </a:lnTo>
                <a:lnTo>
                  <a:pt x="152484" y="165557"/>
                </a:lnTo>
                <a:lnTo>
                  <a:pt x="158556" y="165557"/>
                </a:lnTo>
                <a:lnTo>
                  <a:pt x="158556" y="169248"/>
                </a:lnTo>
                <a:lnTo>
                  <a:pt x="159532" y="169248"/>
                </a:lnTo>
                <a:lnTo>
                  <a:pt x="159532" y="165557"/>
                </a:lnTo>
                <a:lnTo>
                  <a:pt x="165604" y="165557"/>
                </a:lnTo>
                <a:lnTo>
                  <a:pt x="165604" y="169248"/>
                </a:lnTo>
                <a:lnTo>
                  <a:pt x="166593" y="169248"/>
                </a:lnTo>
                <a:lnTo>
                  <a:pt x="166593" y="165557"/>
                </a:lnTo>
                <a:lnTo>
                  <a:pt x="172665" y="165557"/>
                </a:lnTo>
                <a:lnTo>
                  <a:pt x="172665" y="169248"/>
                </a:lnTo>
                <a:lnTo>
                  <a:pt x="173641" y="169248"/>
                </a:lnTo>
                <a:lnTo>
                  <a:pt x="173641" y="165557"/>
                </a:lnTo>
                <a:lnTo>
                  <a:pt x="179713" y="165557"/>
                </a:lnTo>
                <a:lnTo>
                  <a:pt x="179713" y="169248"/>
                </a:lnTo>
                <a:lnTo>
                  <a:pt x="180702" y="169248"/>
                </a:lnTo>
                <a:lnTo>
                  <a:pt x="180702" y="165557"/>
                </a:lnTo>
                <a:lnTo>
                  <a:pt x="186774" y="165557"/>
                </a:lnTo>
                <a:lnTo>
                  <a:pt x="186774" y="169248"/>
                </a:lnTo>
                <a:lnTo>
                  <a:pt x="187750" y="169248"/>
                </a:lnTo>
                <a:lnTo>
                  <a:pt x="187750" y="165557"/>
                </a:lnTo>
                <a:lnTo>
                  <a:pt x="193822" y="165557"/>
                </a:lnTo>
                <a:lnTo>
                  <a:pt x="193822" y="169248"/>
                </a:lnTo>
                <a:lnTo>
                  <a:pt x="194810" y="169248"/>
                </a:lnTo>
                <a:lnTo>
                  <a:pt x="194810" y="165557"/>
                </a:lnTo>
                <a:lnTo>
                  <a:pt x="200883" y="165557"/>
                </a:lnTo>
                <a:lnTo>
                  <a:pt x="200883" y="169248"/>
                </a:lnTo>
                <a:lnTo>
                  <a:pt x="201859" y="169248"/>
                </a:lnTo>
                <a:lnTo>
                  <a:pt x="201859" y="165557"/>
                </a:lnTo>
                <a:lnTo>
                  <a:pt x="207931" y="165557"/>
                </a:lnTo>
                <a:lnTo>
                  <a:pt x="207931" y="169248"/>
                </a:lnTo>
                <a:lnTo>
                  <a:pt x="208919" y="169248"/>
                </a:lnTo>
                <a:lnTo>
                  <a:pt x="208919" y="165557"/>
                </a:lnTo>
                <a:lnTo>
                  <a:pt x="214992" y="165557"/>
                </a:lnTo>
                <a:lnTo>
                  <a:pt x="214992" y="169248"/>
                </a:lnTo>
                <a:lnTo>
                  <a:pt x="215968" y="169248"/>
                </a:lnTo>
                <a:lnTo>
                  <a:pt x="215968" y="165557"/>
                </a:lnTo>
                <a:lnTo>
                  <a:pt x="222040" y="165557"/>
                </a:lnTo>
                <a:lnTo>
                  <a:pt x="222040" y="169248"/>
                </a:lnTo>
                <a:lnTo>
                  <a:pt x="223028" y="169248"/>
                </a:lnTo>
                <a:lnTo>
                  <a:pt x="223028" y="165557"/>
                </a:lnTo>
                <a:lnTo>
                  <a:pt x="229100" y="165557"/>
                </a:lnTo>
                <a:lnTo>
                  <a:pt x="229100" y="169248"/>
                </a:lnTo>
                <a:lnTo>
                  <a:pt x="230077" y="169248"/>
                </a:lnTo>
                <a:lnTo>
                  <a:pt x="230077" y="165557"/>
                </a:lnTo>
                <a:lnTo>
                  <a:pt x="236161" y="165557"/>
                </a:lnTo>
                <a:lnTo>
                  <a:pt x="236161" y="169248"/>
                </a:lnTo>
                <a:lnTo>
                  <a:pt x="237137" y="169248"/>
                </a:lnTo>
                <a:lnTo>
                  <a:pt x="237137" y="165557"/>
                </a:lnTo>
                <a:lnTo>
                  <a:pt x="243209" y="165557"/>
                </a:lnTo>
                <a:lnTo>
                  <a:pt x="243209" y="169248"/>
                </a:lnTo>
                <a:lnTo>
                  <a:pt x="244198" y="169248"/>
                </a:lnTo>
                <a:lnTo>
                  <a:pt x="244198" y="165557"/>
                </a:lnTo>
                <a:lnTo>
                  <a:pt x="250270" y="165557"/>
                </a:lnTo>
                <a:lnTo>
                  <a:pt x="250270" y="169248"/>
                </a:lnTo>
                <a:lnTo>
                  <a:pt x="251246" y="169248"/>
                </a:lnTo>
                <a:lnTo>
                  <a:pt x="251246" y="165557"/>
                </a:lnTo>
                <a:lnTo>
                  <a:pt x="257318" y="165557"/>
                </a:lnTo>
                <a:lnTo>
                  <a:pt x="257318" y="169248"/>
                </a:lnTo>
                <a:lnTo>
                  <a:pt x="258306" y="169248"/>
                </a:lnTo>
                <a:lnTo>
                  <a:pt x="258306" y="165557"/>
                </a:lnTo>
                <a:lnTo>
                  <a:pt x="264379" y="165557"/>
                </a:lnTo>
                <a:lnTo>
                  <a:pt x="264379" y="169248"/>
                </a:lnTo>
                <a:lnTo>
                  <a:pt x="265355" y="169248"/>
                </a:lnTo>
                <a:lnTo>
                  <a:pt x="265355" y="165557"/>
                </a:lnTo>
                <a:lnTo>
                  <a:pt x="271427" y="165557"/>
                </a:lnTo>
                <a:lnTo>
                  <a:pt x="271427" y="169248"/>
                </a:lnTo>
                <a:lnTo>
                  <a:pt x="272415" y="169248"/>
                </a:lnTo>
                <a:lnTo>
                  <a:pt x="272415" y="165557"/>
                </a:lnTo>
                <a:lnTo>
                  <a:pt x="278488" y="165557"/>
                </a:lnTo>
                <a:lnTo>
                  <a:pt x="278488" y="169248"/>
                </a:lnTo>
                <a:lnTo>
                  <a:pt x="279464" y="169248"/>
                </a:lnTo>
                <a:lnTo>
                  <a:pt x="279464" y="165557"/>
                </a:lnTo>
                <a:lnTo>
                  <a:pt x="287858" y="165557"/>
                </a:lnTo>
                <a:lnTo>
                  <a:pt x="287858" y="164580"/>
                </a:lnTo>
                <a:lnTo>
                  <a:pt x="279476" y="164580"/>
                </a:lnTo>
                <a:lnTo>
                  <a:pt x="279476" y="158508"/>
                </a:lnTo>
                <a:lnTo>
                  <a:pt x="287870" y="158508"/>
                </a:lnTo>
                <a:lnTo>
                  <a:pt x="287870" y="157520"/>
                </a:lnTo>
                <a:lnTo>
                  <a:pt x="279476" y="157520"/>
                </a:lnTo>
                <a:lnTo>
                  <a:pt x="279476" y="151448"/>
                </a:lnTo>
                <a:lnTo>
                  <a:pt x="287870" y="151448"/>
                </a:lnTo>
                <a:lnTo>
                  <a:pt x="287870" y="150472"/>
                </a:lnTo>
                <a:lnTo>
                  <a:pt x="279476" y="150472"/>
                </a:lnTo>
                <a:lnTo>
                  <a:pt x="279476" y="144399"/>
                </a:lnTo>
                <a:lnTo>
                  <a:pt x="287870" y="144399"/>
                </a:lnTo>
                <a:lnTo>
                  <a:pt x="287870" y="143411"/>
                </a:lnTo>
                <a:lnTo>
                  <a:pt x="279476" y="143411"/>
                </a:lnTo>
                <a:lnTo>
                  <a:pt x="279476" y="137339"/>
                </a:lnTo>
                <a:lnTo>
                  <a:pt x="287870" y="137339"/>
                </a:lnTo>
                <a:lnTo>
                  <a:pt x="287870" y="136363"/>
                </a:lnTo>
                <a:lnTo>
                  <a:pt x="279476" y="136363"/>
                </a:lnTo>
                <a:lnTo>
                  <a:pt x="279476" y="130279"/>
                </a:lnTo>
                <a:lnTo>
                  <a:pt x="287870" y="130279"/>
                </a:lnTo>
                <a:lnTo>
                  <a:pt x="287870" y="129302"/>
                </a:lnTo>
                <a:lnTo>
                  <a:pt x="279476" y="129302"/>
                </a:lnTo>
                <a:lnTo>
                  <a:pt x="279476" y="123230"/>
                </a:lnTo>
                <a:lnTo>
                  <a:pt x="287870" y="123230"/>
                </a:lnTo>
                <a:lnTo>
                  <a:pt x="287870" y="122254"/>
                </a:lnTo>
                <a:lnTo>
                  <a:pt x="279476" y="122254"/>
                </a:lnTo>
                <a:lnTo>
                  <a:pt x="279476" y="116182"/>
                </a:lnTo>
                <a:lnTo>
                  <a:pt x="287870" y="116182"/>
                </a:lnTo>
                <a:lnTo>
                  <a:pt x="287870" y="115193"/>
                </a:lnTo>
                <a:lnTo>
                  <a:pt x="279476" y="115193"/>
                </a:lnTo>
                <a:lnTo>
                  <a:pt x="279476" y="109121"/>
                </a:lnTo>
                <a:lnTo>
                  <a:pt x="287870" y="109121"/>
                </a:lnTo>
                <a:lnTo>
                  <a:pt x="287870" y="108145"/>
                </a:lnTo>
                <a:lnTo>
                  <a:pt x="279476" y="108145"/>
                </a:lnTo>
                <a:lnTo>
                  <a:pt x="279476" y="102061"/>
                </a:lnTo>
                <a:lnTo>
                  <a:pt x="287870" y="102061"/>
                </a:lnTo>
                <a:lnTo>
                  <a:pt x="287870" y="101085"/>
                </a:lnTo>
                <a:lnTo>
                  <a:pt x="279476" y="101085"/>
                </a:lnTo>
                <a:lnTo>
                  <a:pt x="279476" y="95012"/>
                </a:lnTo>
                <a:lnTo>
                  <a:pt x="287870" y="95012"/>
                </a:lnTo>
                <a:lnTo>
                  <a:pt x="287870" y="94024"/>
                </a:lnTo>
                <a:lnTo>
                  <a:pt x="279476" y="94024"/>
                </a:lnTo>
                <a:lnTo>
                  <a:pt x="279476" y="87952"/>
                </a:lnTo>
                <a:lnTo>
                  <a:pt x="287870" y="87952"/>
                </a:lnTo>
                <a:lnTo>
                  <a:pt x="287870" y="86976"/>
                </a:lnTo>
                <a:lnTo>
                  <a:pt x="279476" y="86976"/>
                </a:lnTo>
                <a:lnTo>
                  <a:pt x="279476" y="80903"/>
                </a:lnTo>
                <a:lnTo>
                  <a:pt x="287870" y="80903"/>
                </a:lnTo>
                <a:lnTo>
                  <a:pt x="287870" y="79927"/>
                </a:lnTo>
                <a:lnTo>
                  <a:pt x="279476" y="79927"/>
                </a:lnTo>
                <a:lnTo>
                  <a:pt x="279476" y="73843"/>
                </a:lnTo>
                <a:lnTo>
                  <a:pt x="287870" y="73843"/>
                </a:lnTo>
                <a:lnTo>
                  <a:pt x="287870" y="72867"/>
                </a:lnTo>
                <a:lnTo>
                  <a:pt x="279476" y="72867"/>
                </a:lnTo>
                <a:lnTo>
                  <a:pt x="279476" y="66783"/>
                </a:lnTo>
                <a:lnTo>
                  <a:pt x="287870" y="66783"/>
                </a:lnTo>
                <a:lnTo>
                  <a:pt x="287870" y="65806"/>
                </a:lnTo>
                <a:lnTo>
                  <a:pt x="279476" y="65806"/>
                </a:lnTo>
                <a:lnTo>
                  <a:pt x="279476" y="59734"/>
                </a:lnTo>
                <a:lnTo>
                  <a:pt x="287870" y="59734"/>
                </a:lnTo>
                <a:lnTo>
                  <a:pt x="287870" y="58746"/>
                </a:lnTo>
                <a:lnTo>
                  <a:pt x="279476" y="58746"/>
                </a:lnTo>
                <a:lnTo>
                  <a:pt x="279476" y="52674"/>
                </a:lnTo>
                <a:lnTo>
                  <a:pt x="287870" y="52674"/>
                </a:lnTo>
                <a:lnTo>
                  <a:pt x="287870" y="51697"/>
                </a:lnTo>
                <a:lnTo>
                  <a:pt x="279476" y="51697"/>
                </a:lnTo>
                <a:lnTo>
                  <a:pt x="279476" y="45625"/>
                </a:lnTo>
                <a:lnTo>
                  <a:pt x="287870" y="45625"/>
                </a:lnTo>
                <a:lnTo>
                  <a:pt x="287870" y="44637"/>
                </a:lnTo>
                <a:lnTo>
                  <a:pt x="279476" y="44637"/>
                </a:lnTo>
                <a:lnTo>
                  <a:pt x="279476" y="38565"/>
                </a:lnTo>
                <a:lnTo>
                  <a:pt x="287870" y="38565"/>
                </a:lnTo>
                <a:lnTo>
                  <a:pt x="287870" y="37589"/>
                </a:lnTo>
                <a:lnTo>
                  <a:pt x="279476" y="37589"/>
                </a:lnTo>
                <a:lnTo>
                  <a:pt x="279476" y="31516"/>
                </a:lnTo>
                <a:lnTo>
                  <a:pt x="287870" y="31516"/>
                </a:lnTo>
                <a:lnTo>
                  <a:pt x="287870" y="30528"/>
                </a:lnTo>
                <a:lnTo>
                  <a:pt x="279476" y="30528"/>
                </a:lnTo>
                <a:lnTo>
                  <a:pt x="279476" y="24456"/>
                </a:lnTo>
                <a:lnTo>
                  <a:pt x="287870" y="24456"/>
                </a:lnTo>
                <a:lnTo>
                  <a:pt x="287870" y="23480"/>
                </a:lnTo>
                <a:lnTo>
                  <a:pt x="279476" y="23480"/>
                </a:lnTo>
                <a:lnTo>
                  <a:pt x="279476" y="17408"/>
                </a:lnTo>
                <a:lnTo>
                  <a:pt x="287870" y="17408"/>
                </a:lnTo>
                <a:lnTo>
                  <a:pt x="287870" y="16419"/>
                </a:lnTo>
                <a:lnTo>
                  <a:pt x="279476" y="16419"/>
                </a:lnTo>
                <a:lnTo>
                  <a:pt x="279476" y="10347"/>
                </a:lnTo>
                <a:lnTo>
                  <a:pt x="287870" y="10347"/>
                </a:lnTo>
                <a:lnTo>
                  <a:pt x="287870" y="9371"/>
                </a:lnTo>
                <a:lnTo>
                  <a:pt x="279476" y="9371"/>
                </a:lnTo>
                <a:lnTo>
                  <a:pt x="279476" y="3287"/>
                </a:lnTo>
                <a:lnTo>
                  <a:pt x="287870" y="3287"/>
                </a:lnTo>
                <a:lnTo>
                  <a:pt x="287870" y="2310"/>
                </a:lnTo>
                <a:lnTo>
                  <a:pt x="279476" y="2310"/>
                </a:lnTo>
                <a:lnTo>
                  <a:pt x="279476" y="1"/>
                </a:lnTo>
                <a:lnTo>
                  <a:pt x="278488" y="1"/>
                </a:lnTo>
                <a:lnTo>
                  <a:pt x="278488" y="2310"/>
                </a:lnTo>
                <a:lnTo>
                  <a:pt x="272415" y="2310"/>
                </a:lnTo>
                <a:lnTo>
                  <a:pt x="272415" y="1"/>
                </a:lnTo>
                <a:lnTo>
                  <a:pt x="271439" y="1"/>
                </a:lnTo>
                <a:lnTo>
                  <a:pt x="271439" y="2310"/>
                </a:lnTo>
                <a:lnTo>
                  <a:pt x="265367" y="2310"/>
                </a:lnTo>
                <a:lnTo>
                  <a:pt x="265367" y="1"/>
                </a:lnTo>
                <a:lnTo>
                  <a:pt x="264379" y="1"/>
                </a:lnTo>
                <a:lnTo>
                  <a:pt x="264379" y="2310"/>
                </a:lnTo>
                <a:lnTo>
                  <a:pt x="258306" y="2310"/>
                </a:lnTo>
                <a:lnTo>
                  <a:pt x="258306" y="1"/>
                </a:lnTo>
                <a:lnTo>
                  <a:pt x="257330" y="1"/>
                </a:lnTo>
                <a:lnTo>
                  <a:pt x="257330" y="2310"/>
                </a:lnTo>
                <a:lnTo>
                  <a:pt x="251258" y="2310"/>
                </a:lnTo>
                <a:lnTo>
                  <a:pt x="251258" y="1"/>
                </a:lnTo>
                <a:lnTo>
                  <a:pt x="250270" y="1"/>
                </a:lnTo>
                <a:lnTo>
                  <a:pt x="250270" y="2310"/>
                </a:lnTo>
                <a:lnTo>
                  <a:pt x="244198" y="2310"/>
                </a:lnTo>
                <a:lnTo>
                  <a:pt x="244198" y="1"/>
                </a:lnTo>
                <a:lnTo>
                  <a:pt x="243221" y="1"/>
                </a:lnTo>
                <a:lnTo>
                  <a:pt x="243221" y="2310"/>
                </a:lnTo>
                <a:lnTo>
                  <a:pt x="237137" y="2310"/>
                </a:lnTo>
                <a:lnTo>
                  <a:pt x="237137" y="1"/>
                </a:lnTo>
                <a:lnTo>
                  <a:pt x="236161" y="1"/>
                </a:lnTo>
                <a:lnTo>
                  <a:pt x="236161" y="2310"/>
                </a:lnTo>
                <a:lnTo>
                  <a:pt x="230089" y="2310"/>
                </a:lnTo>
                <a:lnTo>
                  <a:pt x="230089" y="1"/>
                </a:lnTo>
                <a:lnTo>
                  <a:pt x="229100" y="1"/>
                </a:lnTo>
                <a:lnTo>
                  <a:pt x="229100" y="2310"/>
                </a:lnTo>
                <a:lnTo>
                  <a:pt x="223028" y="2310"/>
                </a:lnTo>
                <a:lnTo>
                  <a:pt x="223028" y="1"/>
                </a:lnTo>
                <a:lnTo>
                  <a:pt x="222052" y="1"/>
                </a:lnTo>
                <a:lnTo>
                  <a:pt x="222052" y="2310"/>
                </a:lnTo>
                <a:lnTo>
                  <a:pt x="215980" y="2310"/>
                </a:lnTo>
                <a:lnTo>
                  <a:pt x="215980" y="1"/>
                </a:lnTo>
                <a:lnTo>
                  <a:pt x="214992" y="1"/>
                </a:lnTo>
                <a:lnTo>
                  <a:pt x="214992" y="2310"/>
                </a:lnTo>
                <a:lnTo>
                  <a:pt x="208919" y="2310"/>
                </a:lnTo>
                <a:lnTo>
                  <a:pt x="208919" y="1"/>
                </a:lnTo>
                <a:lnTo>
                  <a:pt x="207943" y="1"/>
                </a:lnTo>
                <a:lnTo>
                  <a:pt x="207943" y="2310"/>
                </a:lnTo>
                <a:lnTo>
                  <a:pt x="201871" y="2310"/>
                </a:lnTo>
                <a:lnTo>
                  <a:pt x="201871" y="1"/>
                </a:lnTo>
                <a:lnTo>
                  <a:pt x="200883" y="1"/>
                </a:lnTo>
                <a:lnTo>
                  <a:pt x="200883" y="2310"/>
                </a:lnTo>
                <a:lnTo>
                  <a:pt x="194810" y="2310"/>
                </a:lnTo>
                <a:lnTo>
                  <a:pt x="194810" y="1"/>
                </a:lnTo>
                <a:lnTo>
                  <a:pt x="193834" y="1"/>
                </a:lnTo>
                <a:lnTo>
                  <a:pt x="193834" y="2310"/>
                </a:lnTo>
                <a:lnTo>
                  <a:pt x="187762" y="2310"/>
                </a:lnTo>
                <a:lnTo>
                  <a:pt x="187762" y="1"/>
                </a:lnTo>
                <a:lnTo>
                  <a:pt x="186774" y="1"/>
                </a:lnTo>
                <a:lnTo>
                  <a:pt x="186774" y="2310"/>
                </a:lnTo>
                <a:lnTo>
                  <a:pt x="180702" y="2310"/>
                </a:lnTo>
                <a:lnTo>
                  <a:pt x="180702" y="1"/>
                </a:lnTo>
                <a:lnTo>
                  <a:pt x="179713" y="1"/>
                </a:lnTo>
                <a:lnTo>
                  <a:pt x="179713" y="2310"/>
                </a:lnTo>
                <a:lnTo>
                  <a:pt x="173641" y="2310"/>
                </a:lnTo>
                <a:lnTo>
                  <a:pt x="173641" y="1"/>
                </a:lnTo>
                <a:lnTo>
                  <a:pt x="172665" y="1"/>
                </a:lnTo>
                <a:lnTo>
                  <a:pt x="172665" y="2310"/>
                </a:lnTo>
                <a:lnTo>
                  <a:pt x="166581" y="2310"/>
                </a:lnTo>
                <a:lnTo>
                  <a:pt x="166581" y="1"/>
                </a:lnTo>
                <a:lnTo>
                  <a:pt x="165604" y="1"/>
                </a:lnTo>
                <a:lnTo>
                  <a:pt x="165604" y="2310"/>
                </a:lnTo>
                <a:lnTo>
                  <a:pt x="159532" y="2310"/>
                </a:lnTo>
                <a:lnTo>
                  <a:pt x="159532" y="1"/>
                </a:lnTo>
                <a:lnTo>
                  <a:pt x="158544" y="1"/>
                </a:lnTo>
                <a:lnTo>
                  <a:pt x="158544" y="2310"/>
                </a:lnTo>
                <a:lnTo>
                  <a:pt x="152472" y="2310"/>
                </a:lnTo>
                <a:lnTo>
                  <a:pt x="152472" y="1"/>
                </a:lnTo>
                <a:lnTo>
                  <a:pt x="151495" y="1"/>
                </a:lnTo>
                <a:lnTo>
                  <a:pt x="151495" y="2310"/>
                </a:lnTo>
                <a:lnTo>
                  <a:pt x="145423" y="2310"/>
                </a:lnTo>
                <a:lnTo>
                  <a:pt x="145423" y="1"/>
                </a:lnTo>
                <a:lnTo>
                  <a:pt x="144447" y="1"/>
                </a:lnTo>
                <a:lnTo>
                  <a:pt x="144447" y="2310"/>
                </a:lnTo>
                <a:lnTo>
                  <a:pt x="138375" y="2310"/>
                </a:lnTo>
                <a:lnTo>
                  <a:pt x="138375" y="1"/>
                </a:lnTo>
                <a:lnTo>
                  <a:pt x="137387" y="1"/>
                </a:lnTo>
                <a:lnTo>
                  <a:pt x="137387" y="2310"/>
                </a:lnTo>
                <a:lnTo>
                  <a:pt x="131314" y="2310"/>
                </a:lnTo>
                <a:lnTo>
                  <a:pt x="131314" y="1"/>
                </a:lnTo>
                <a:lnTo>
                  <a:pt x="130338" y="1"/>
                </a:lnTo>
                <a:lnTo>
                  <a:pt x="130338" y="2310"/>
                </a:lnTo>
                <a:lnTo>
                  <a:pt x="124254" y="2310"/>
                </a:lnTo>
                <a:lnTo>
                  <a:pt x="124254" y="1"/>
                </a:lnTo>
                <a:lnTo>
                  <a:pt x="123278" y="1"/>
                </a:lnTo>
                <a:lnTo>
                  <a:pt x="123278" y="2310"/>
                </a:lnTo>
                <a:lnTo>
                  <a:pt x="117205" y="2310"/>
                </a:lnTo>
                <a:lnTo>
                  <a:pt x="117205" y="1"/>
                </a:lnTo>
                <a:lnTo>
                  <a:pt x="116217" y="1"/>
                </a:lnTo>
                <a:lnTo>
                  <a:pt x="116217" y="2310"/>
                </a:lnTo>
                <a:lnTo>
                  <a:pt x="110157" y="2310"/>
                </a:lnTo>
                <a:lnTo>
                  <a:pt x="110157" y="1"/>
                </a:lnTo>
                <a:lnTo>
                  <a:pt x="109169" y="1"/>
                </a:lnTo>
                <a:lnTo>
                  <a:pt x="109169" y="2310"/>
                </a:lnTo>
                <a:lnTo>
                  <a:pt x="103097" y="2310"/>
                </a:lnTo>
                <a:lnTo>
                  <a:pt x="103097" y="1"/>
                </a:lnTo>
                <a:lnTo>
                  <a:pt x="102120" y="1"/>
                </a:lnTo>
                <a:lnTo>
                  <a:pt x="102120" y="2310"/>
                </a:lnTo>
                <a:lnTo>
                  <a:pt x="96036" y="2310"/>
                </a:lnTo>
                <a:lnTo>
                  <a:pt x="96036" y="1"/>
                </a:lnTo>
                <a:lnTo>
                  <a:pt x="95060" y="1"/>
                </a:lnTo>
                <a:lnTo>
                  <a:pt x="95060" y="2310"/>
                </a:lnTo>
                <a:lnTo>
                  <a:pt x="88988" y="2310"/>
                </a:lnTo>
                <a:lnTo>
                  <a:pt x="88988" y="1"/>
                </a:lnTo>
                <a:lnTo>
                  <a:pt x="87999" y="1"/>
                </a:lnTo>
                <a:lnTo>
                  <a:pt x="87999" y="2310"/>
                </a:lnTo>
                <a:lnTo>
                  <a:pt x="81927" y="2310"/>
                </a:lnTo>
                <a:lnTo>
                  <a:pt x="81927" y="1"/>
                </a:lnTo>
                <a:lnTo>
                  <a:pt x="80951" y="1"/>
                </a:lnTo>
                <a:lnTo>
                  <a:pt x="80951" y="2310"/>
                </a:lnTo>
                <a:lnTo>
                  <a:pt x="74879" y="2310"/>
                </a:lnTo>
                <a:lnTo>
                  <a:pt x="74879" y="1"/>
                </a:lnTo>
                <a:lnTo>
                  <a:pt x="73902" y="1"/>
                </a:lnTo>
                <a:lnTo>
                  <a:pt x="73902" y="2310"/>
                </a:lnTo>
                <a:lnTo>
                  <a:pt x="67818" y="2310"/>
                </a:lnTo>
                <a:lnTo>
                  <a:pt x="67818" y="1"/>
                </a:lnTo>
                <a:lnTo>
                  <a:pt x="66842" y="1"/>
                </a:lnTo>
                <a:lnTo>
                  <a:pt x="66842" y="2310"/>
                </a:lnTo>
                <a:lnTo>
                  <a:pt x="60758" y="2310"/>
                </a:lnTo>
                <a:lnTo>
                  <a:pt x="60758" y="1"/>
                </a:lnTo>
                <a:lnTo>
                  <a:pt x="59782" y="1"/>
                </a:lnTo>
                <a:lnTo>
                  <a:pt x="59782" y="2310"/>
                </a:lnTo>
                <a:lnTo>
                  <a:pt x="53709" y="2310"/>
                </a:lnTo>
                <a:lnTo>
                  <a:pt x="53709" y="1"/>
                </a:lnTo>
                <a:lnTo>
                  <a:pt x="52721" y="1"/>
                </a:lnTo>
                <a:lnTo>
                  <a:pt x="52721" y="2310"/>
                </a:lnTo>
                <a:lnTo>
                  <a:pt x="46649" y="2310"/>
                </a:lnTo>
                <a:lnTo>
                  <a:pt x="46649" y="1"/>
                </a:lnTo>
                <a:lnTo>
                  <a:pt x="45673" y="1"/>
                </a:lnTo>
                <a:lnTo>
                  <a:pt x="45673" y="2310"/>
                </a:lnTo>
                <a:lnTo>
                  <a:pt x="39601" y="2310"/>
                </a:lnTo>
                <a:lnTo>
                  <a:pt x="39601" y="1"/>
                </a:lnTo>
                <a:lnTo>
                  <a:pt x="38612" y="1"/>
                </a:lnTo>
                <a:lnTo>
                  <a:pt x="38612" y="2310"/>
                </a:lnTo>
                <a:lnTo>
                  <a:pt x="32540" y="2310"/>
                </a:lnTo>
                <a:lnTo>
                  <a:pt x="32540" y="1"/>
                </a:lnTo>
                <a:lnTo>
                  <a:pt x="31564" y="1"/>
                </a:lnTo>
                <a:lnTo>
                  <a:pt x="31564" y="2310"/>
                </a:lnTo>
                <a:lnTo>
                  <a:pt x="25492" y="2310"/>
                </a:lnTo>
                <a:lnTo>
                  <a:pt x="25492" y="1"/>
                </a:lnTo>
                <a:lnTo>
                  <a:pt x="24503" y="1"/>
                </a:lnTo>
                <a:lnTo>
                  <a:pt x="24503" y="2310"/>
                </a:lnTo>
                <a:lnTo>
                  <a:pt x="18431" y="2310"/>
                </a:lnTo>
                <a:lnTo>
                  <a:pt x="18431" y="1"/>
                </a:lnTo>
                <a:lnTo>
                  <a:pt x="17455" y="1"/>
                </a:lnTo>
                <a:lnTo>
                  <a:pt x="17455" y="2310"/>
                </a:lnTo>
                <a:lnTo>
                  <a:pt x="11371" y="2310"/>
                </a:lnTo>
                <a:lnTo>
                  <a:pt x="1137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81" name="Google Shape;2181;p22"/>
          <p:cNvGrpSpPr/>
          <p:nvPr/>
        </p:nvGrpSpPr>
        <p:grpSpPr>
          <a:xfrm>
            <a:off x="64228" y="98137"/>
            <a:ext cx="9081593" cy="5138297"/>
            <a:chOff x="64228" y="98137"/>
            <a:chExt cx="9081593" cy="5138297"/>
          </a:xfrm>
        </p:grpSpPr>
        <p:grpSp>
          <p:nvGrpSpPr>
            <p:cNvPr id="2182" name="Google Shape;2182;p22"/>
            <p:cNvGrpSpPr/>
            <p:nvPr/>
          </p:nvGrpSpPr>
          <p:grpSpPr>
            <a:xfrm>
              <a:off x="8727034" y="1413481"/>
              <a:ext cx="356308" cy="212146"/>
              <a:chOff x="5852753" y="-1422679"/>
              <a:chExt cx="195881" cy="116634"/>
            </a:xfrm>
          </p:grpSpPr>
          <p:sp>
            <p:nvSpPr>
              <p:cNvPr id="2183" name="Google Shape;2183;p22"/>
              <p:cNvSpPr/>
              <p:nvPr/>
            </p:nvSpPr>
            <p:spPr>
              <a:xfrm>
                <a:off x="5852753" y="-1420330"/>
                <a:ext cx="195881" cy="111615"/>
              </a:xfrm>
              <a:custGeom>
                <a:avLst/>
                <a:gdLst/>
                <a:ahLst/>
                <a:cxnLst/>
                <a:rect l="l" t="t" r="r" b="b"/>
                <a:pathLst>
                  <a:path w="6088" h="3469" extrusionOk="0">
                    <a:moveTo>
                      <a:pt x="3696" y="1"/>
                    </a:moveTo>
                    <a:cubicBezTo>
                      <a:pt x="3413" y="1"/>
                      <a:pt x="3163" y="158"/>
                      <a:pt x="2991" y="365"/>
                    </a:cubicBezTo>
                    <a:lnTo>
                      <a:pt x="2991" y="365"/>
                    </a:lnTo>
                    <a:cubicBezTo>
                      <a:pt x="2876" y="273"/>
                      <a:pt x="2725" y="190"/>
                      <a:pt x="2533" y="128"/>
                    </a:cubicBezTo>
                    <a:cubicBezTo>
                      <a:pt x="2372" y="75"/>
                      <a:pt x="2237" y="52"/>
                      <a:pt x="2122" y="52"/>
                    </a:cubicBezTo>
                    <a:cubicBezTo>
                      <a:pt x="1407" y="52"/>
                      <a:pt x="1530" y="951"/>
                      <a:pt x="1530" y="951"/>
                    </a:cubicBezTo>
                    <a:cubicBezTo>
                      <a:pt x="1457" y="907"/>
                      <a:pt x="1378" y="886"/>
                      <a:pt x="1298" y="886"/>
                    </a:cubicBezTo>
                    <a:cubicBezTo>
                      <a:pt x="694" y="886"/>
                      <a:pt x="1" y="2034"/>
                      <a:pt x="790" y="2617"/>
                    </a:cubicBezTo>
                    <a:cubicBezTo>
                      <a:pt x="1039" y="2800"/>
                      <a:pt x="1275" y="2883"/>
                      <a:pt x="1477" y="2895"/>
                    </a:cubicBezTo>
                    <a:lnTo>
                      <a:pt x="1477" y="2895"/>
                    </a:lnTo>
                    <a:cubicBezTo>
                      <a:pt x="1545" y="3200"/>
                      <a:pt x="1763" y="3463"/>
                      <a:pt x="2224" y="3468"/>
                    </a:cubicBezTo>
                    <a:cubicBezTo>
                      <a:pt x="2242" y="3468"/>
                      <a:pt x="2259" y="3468"/>
                      <a:pt x="2276" y="3468"/>
                    </a:cubicBezTo>
                    <a:cubicBezTo>
                      <a:pt x="2909" y="3468"/>
                      <a:pt x="3333" y="3322"/>
                      <a:pt x="3571" y="3105"/>
                    </a:cubicBezTo>
                    <a:lnTo>
                      <a:pt x="3571" y="3105"/>
                    </a:lnTo>
                    <a:cubicBezTo>
                      <a:pt x="3621" y="3172"/>
                      <a:pt x="3683" y="3237"/>
                      <a:pt x="3760" y="3298"/>
                    </a:cubicBezTo>
                    <a:cubicBezTo>
                      <a:pt x="3866" y="3382"/>
                      <a:pt x="3994" y="3419"/>
                      <a:pt x="4133" y="3419"/>
                    </a:cubicBezTo>
                    <a:cubicBezTo>
                      <a:pt x="4932" y="3419"/>
                      <a:pt x="6088" y="2177"/>
                      <a:pt x="5404" y="1457"/>
                    </a:cubicBezTo>
                    <a:cubicBezTo>
                      <a:pt x="5215" y="1258"/>
                      <a:pt x="5015" y="1183"/>
                      <a:pt x="4827" y="1183"/>
                    </a:cubicBezTo>
                    <a:cubicBezTo>
                      <a:pt x="4806" y="1183"/>
                      <a:pt x="4786" y="1184"/>
                      <a:pt x="4765" y="1185"/>
                    </a:cubicBezTo>
                    <a:lnTo>
                      <a:pt x="4765" y="1185"/>
                    </a:lnTo>
                    <a:cubicBezTo>
                      <a:pt x="4773" y="830"/>
                      <a:pt x="4595" y="421"/>
                      <a:pt x="4155" y="143"/>
                    </a:cubicBezTo>
                    <a:cubicBezTo>
                      <a:pt x="3998" y="43"/>
                      <a:pt x="3843" y="1"/>
                      <a:pt x="36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22"/>
              <p:cNvSpPr/>
              <p:nvPr/>
            </p:nvSpPr>
            <p:spPr>
              <a:xfrm>
                <a:off x="5861505" y="-1422679"/>
                <a:ext cx="176673" cy="116634"/>
              </a:xfrm>
              <a:custGeom>
                <a:avLst/>
                <a:gdLst/>
                <a:ahLst/>
                <a:cxnLst/>
                <a:rect l="l" t="t" r="r" b="b"/>
                <a:pathLst>
                  <a:path w="5491" h="3625" extrusionOk="0">
                    <a:moveTo>
                      <a:pt x="2733" y="558"/>
                    </a:moveTo>
                    <a:cubicBezTo>
                      <a:pt x="2952" y="768"/>
                      <a:pt x="2995" y="1015"/>
                      <a:pt x="2936" y="1178"/>
                    </a:cubicBezTo>
                    <a:cubicBezTo>
                      <a:pt x="2906" y="1264"/>
                      <a:pt x="2852" y="1311"/>
                      <a:pt x="2788" y="1311"/>
                    </a:cubicBezTo>
                    <a:cubicBezTo>
                      <a:pt x="2749" y="1311"/>
                      <a:pt x="2705" y="1293"/>
                      <a:pt x="2662" y="1255"/>
                    </a:cubicBezTo>
                    <a:cubicBezTo>
                      <a:pt x="2508" y="1129"/>
                      <a:pt x="2542" y="827"/>
                      <a:pt x="2733" y="558"/>
                    </a:cubicBezTo>
                    <a:close/>
                    <a:moveTo>
                      <a:pt x="4404" y="1354"/>
                    </a:moveTo>
                    <a:lnTo>
                      <a:pt x="4404" y="1354"/>
                    </a:lnTo>
                    <a:cubicBezTo>
                      <a:pt x="4367" y="1650"/>
                      <a:pt x="4185" y="1872"/>
                      <a:pt x="3945" y="1906"/>
                    </a:cubicBezTo>
                    <a:cubicBezTo>
                      <a:pt x="3929" y="1906"/>
                      <a:pt x="3917" y="1909"/>
                      <a:pt x="3902" y="1909"/>
                    </a:cubicBezTo>
                    <a:cubicBezTo>
                      <a:pt x="3837" y="1909"/>
                      <a:pt x="3837" y="1888"/>
                      <a:pt x="3837" y="1869"/>
                    </a:cubicBezTo>
                    <a:cubicBezTo>
                      <a:pt x="3831" y="1746"/>
                      <a:pt x="4068" y="1431"/>
                      <a:pt x="4404" y="1354"/>
                    </a:cubicBezTo>
                    <a:close/>
                    <a:moveTo>
                      <a:pt x="1527" y="2125"/>
                    </a:moveTo>
                    <a:cubicBezTo>
                      <a:pt x="1570" y="2125"/>
                      <a:pt x="1610" y="2162"/>
                      <a:pt x="1635" y="2196"/>
                    </a:cubicBezTo>
                    <a:cubicBezTo>
                      <a:pt x="1755" y="2347"/>
                      <a:pt x="1783" y="2511"/>
                      <a:pt x="1718" y="2646"/>
                    </a:cubicBezTo>
                    <a:cubicBezTo>
                      <a:pt x="1647" y="2795"/>
                      <a:pt x="1477" y="2884"/>
                      <a:pt x="1274" y="2890"/>
                    </a:cubicBezTo>
                    <a:cubicBezTo>
                      <a:pt x="1231" y="2619"/>
                      <a:pt x="1308" y="2332"/>
                      <a:pt x="1416" y="2199"/>
                    </a:cubicBezTo>
                    <a:cubicBezTo>
                      <a:pt x="1440" y="2159"/>
                      <a:pt x="1481" y="2131"/>
                      <a:pt x="1527" y="2125"/>
                    </a:cubicBezTo>
                    <a:close/>
                    <a:moveTo>
                      <a:pt x="3350" y="2350"/>
                    </a:moveTo>
                    <a:cubicBezTo>
                      <a:pt x="3362" y="2350"/>
                      <a:pt x="3396" y="2384"/>
                      <a:pt x="3424" y="2468"/>
                    </a:cubicBezTo>
                    <a:cubicBezTo>
                      <a:pt x="3491" y="2668"/>
                      <a:pt x="3448" y="2890"/>
                      <a:pt x="3313" y="3051"/>
                    </a:cubicBezTo>
                    <a:cubicBezTo>
                      <a:pt x="3183" y="2825"/>
                      <a:pt x="3195" y="2582"/>
                      <a:pt x="3266" y="2440"/>
                    </a:cubicBezTo>
                    <a:cubicBezTo>
                      <a:pt x="3297" y="2375"/>
                      <a:pt x="3334" y="2350"/>
                      <a:pt x="3350" y="2350"/>
                    </a:cubicBezTo>
                    <a:close/>
                    <a:moveTo>
                      <a:pt x="3426" y="160"/>
                    </a:moveTo>
                    <a:cubicBezTo>
                      <a:pt x="3566" y="160"/>
                      <a:pt x="3707" y="201"/>
                      <a:pt x="3840" y="287"/>
                    </a:cubicBezTo>
                    <a:cubicBezTo>
                      <a:pt x="4185" y="503"/>
                      <a:pt x="4395" y="836"/>
                      <a:pt x="4411" y="1191"/>
                    </a:cubicBezTo>
                    <a:cubicBezTo>
                      <a:pt x="3994" y="1265"/>
                      <a:pt x="3667" y="1650"/>
                      <a:pt x="3677" y="1878"/>
                    </a:cubicBezTo>
                    <a:cubicBezTo>
                      <a:pt x="3679" y="1969"/>
                      <a:pt x="3738" y="2069"/>
                      <a:pt x="3899" y="2069"/>
                    </a:cubicBezTo>
                    <a:cubicBezTo>
                      <a:pt x="3920" y="2069"/>
                      <a:pt x="3942" y="2067"/>
                      <a:pt x="3966" y="2064"/>
                    </a:cubicBezTo>
                    <a:cubicBezTo>
                      <a:pt x="4293" y="2020"/>
                      <a:pt x="4534" y="1727"/>
                      <a:pt x="4571" y="1339"/>
                    </a:cubicBezTo>
                    <a:cubicBezTo>
                      <a:pt x="4753" y="1342"/>
                      <a:pt x="4920" y="1428"/>
                      <a:pt x="5074" y="1589"/>
                    </a:cubicBezTo>
                    <a:cubicBezTo>
                      <a:pt x="5336" y="1863"/>
                      <a:pt x="5274" y="2190"/>
                      <a:pt x="5176" y="2418"/>
                    </a:cubicBezTo>
                    <a:cubicBezTo>
                      <a:pt x="4953" y="2939"/>
                      <a:pt x="4327" y="3414"/>
                      <a:pt x="3862" y="3414"/>
                    </a:cubicBezTo>
                    <a:cubicBezTo>
                      <a:pt x="3857" y="3415"/>
                      <a:pt x="3853" y="3415"/>
                      <a:pt x="3848" y="3415"/>
                    </a:cubicBezTo>
                    <a:cubicBezTo>
                      <a:pt x="3736" y="3415"/>
                      <a:pt x="3627" y="3378"/>
                      <a:pt x="3541" y="3310"/>
                    </a:cubicBezTo>
                    <a:cubicBezTo>
                      <a:pt x="3491" y="3273"/>
                      <a:pt x="3448" y="3232"/>
                      <a:pt x="3408" y="3186"/>
                    </a:cubicBezTo>
                    <a:cubicBezTo>
                      <a:pt x="3603" y="2983"/>
                      <a:pt x="3667" y="2687"/>
                      <a:pt x="3578" y="2421"/>
                    </a:cubicBezTo>
                    <a:cubicBezTo>
                      <a:pt x="3513" y="2218"/>
                      <a:pt x="3408" y="2190"/>
                      <a:pt x="3350" y="2190"/>
                    </a:cubicBezTo>
                    <a:cubicBezTo>
                      <a:pt x="3260" y="2190"/>
                      <a:pt x="3177" y="2255"/>
                      <a:pt x="3121" y="2366"/>
                    </a:cubicBezTo>
                    <a:cubicBezTo>
                      <a:pt x="3023" y="2563"/>
                      <a:pt x="3010" y="2878"/>
                      <a:pt x="3192" y="3165"/>
                    </a:cubicBezTo>
                    <a:cubicBezTo>
                      <a:pt x="3001" y="3306"/>
                      <a:pt x="2649" y="3461"/>
                      <a:pt x="1999" y="3461"/>
                    </a:cubicBezTo>
                    <a:lnTo>
                      <a:pt x="1956" y="3461"/>
                    </a:lnTo>
                    <a:cubicBezTo>
                      <a:pt x="1558" y="3458"/>
                      <a:pt x="1385" y="3254"/>
                      <a:pt x="1314" y="3051"/>
                    </a:cubicBezTo>
                    <a:cubicBezTo>
                      <a:pt x="1564" y="3035"/>
                      <a:pt x="1767" y="2915"/>
                      <a:pt x="1863" y="2720"/>
                    </a:cubicBezTo>
                    <a:cubicBezTo>
                      <a:pt x="1959" y="2523"/>
                      <a:pt x="1922" y="2298"/>
                      <a:pt x="1761" y="2097"/>
                    </a:cubicBezTo>
                    <a:cubicBezTo>
                      <a:pt x="1675" y="1986"/>
                      <a:pt x="1585" y="1965"/>
                      <a:pt x="1527" y="1965"/>
                    </a:cubicBezTo>
                    <a:cubicBezTo>
                      <a:pt x="1444" y="1965"/>
                      <a:pt x="1360" y="2011"/>
                      <a:pt x="1289" y="2097"/>
                    </a:cubicBezTo>
                    <a:cubicBezTo>
                      <a:pt x="1147" y="2276"/>
                      <a:pt x="1076" y="2594"/>
                      <a:pt x="1107" y="2878"/>
                    </a:cubicBezTo>
                    <a:cubicBezTo>
                      <a:pt x="913" y="2835"/>
                      <a:pt x="728" y="2751"/>
                      <a:pt x="568" y="2628"/>
                    </a:cubicBezTo>
                    <a:cubicBezTo>
                      <a:pt x="154" y="2320"/>
                      <a:pt x="241" y="1891"/>
                      <a:pt x="296" y="1718"/>
                    </a:cubicBezTo>
                    <a:cubicBezTo>
                      <a:pt x="420" y="1345"/>
                      <a:pt x="746" y="1043"/>
                      <a:pt x="1027" y="1043"/>
                    </a:cubicBezTo>
                    <a:cubicBezTo>
                      <a:pt x="1095" y="1043"/>
                      <a:pt x="1163" y="1061"/>
                      <a:pt x="1218" y="1095"/>
                    </a:cubicBezTo>
                    <a:cubicBezTo>
                      <a:pt x="1232" y="1103"/>
                      <a:pt x="1246" y="1106"/>
                      <a:pt x="1260" y="1106"/>
                    </a:cubicBezTo>
                    <a:cubicBezTo>
                      <a:pt x="1307" y="1106"/>
                      <a:pt x="1349" y="1067"/>
                      <a:pt x="1342" y="1015"/>
                    </a:cubicBezTo>
                    <a:cubicBezTo>
                      <a:pt x="1342" y="1012"/>
                      <a:pt x="1283" y="586"/>
                      <a:pt x="1487" y="355"/>
                    </a:cubicBezTo>
                    <a:cubicBezTo>
                      <a:pt x="1572" y="255"/>
                      <a:pt x="1695" y="205"/>
                      <a:pt x="1853" y="205"/>
                    </a:cubicBezTo>
                    <a:cubicBezTo>
                      <a:pt x="1964" y="205"/>
                      <a:pt x="2092" y="230"/>
                      <a:pt x="2236" y="278"/>
                    </a:cubicBezTo>
                    <a:cubicBezTo>
                      <a:pt x="2369" y="318"/>
                      <a:pt x="2495" y="380"/>
                      <a:pt x="2609" y="457"/>
                    </a:cubicBezTo>
                    <a:cubicBezTo>
                      <a:pt x="2387" y="765"/>
                      <a:pt x="2313" y="1172"/>
                      <a:pt x="2560" y="1382"/>
                    </a:cubicBezTo>
                    <a:cubicBezTo>
                      <a:pt x="2622" y="1437"/>
                      <a:pt x="2705" y="1474"/>
                      <a:pt x="2791" y="1478"/>
                    </a:cubicBezTo>
                    <a:cubicBezTo>
                      <a:pt x="2921" y="1478"/>
                      <a:pt x="3038" y="1382"/>
                      <a:pt x="3091" y="1234"/>
                    </a:cubicBezTo>
                    <a:cubicBezTo>
                      <a:pt x="3168" y="1018"/>
                      <a:pt x="3112" y="694"/>
                      <a:pt x="2835" y="432"/>
                    </a:cubicBezTo>
                    <a:cubicBezTo>
                      <a:pt x="3006" y="255"/>
                      <a:pt x="3214" y="160"/>
                      <a:pt x="3426" y="160"/>
                    </a:cubicBezTo>
                    <a:close/>
                    <a:moveTo>
                      <a:pt x="3431" y="0"/>
                    </a:moveTo>
                    <a:cubicBezTo>
                      <a:pt x="3171" y="0"/>
                      <a:pt x="2915" y="116"/>
                      <a:pt x="2711" y="333"/>
                    </a:cubicBezTo>
                    <a:cubicBezTo>
                      <a:pt x="2582" y="241"/>
                      <a:pt x="2440" y="173"/>
                      <a:pt x="2289" y="124"/>
                    </a:cubicBezTo>
                    <a:cubicBezTo>
                      <a:pt x="2129" y="71"/>
                      <a:pt x="1984" y="45"/>
                      <a:pt x="1856" y="45"/>
                    </a:cubicBezTo>
                    <a:cubicBezTo>
                      <a:pt x="1647" y="45"/>
                      <a:pt x="1482" y="113"/>
                      <a:pt x="1363" y="247"/>
                    </a:cubicBezTo>
                    <a:cubicBezTo>
                      <a:pt x="1194" y="444"/>
                      <a:pt x="1169" y="731"/>
                      <a:pt x="1172" y="901"/>
                    </a:cubicBezTo>
                    <a:cubicBezTo>
                      <a:pt x="1126" y="888"/>
                      <a:pt x="1076" y="882"/>
                      <a:pt x="1027" y="882"/>
                    </a:cubicBezTo>
                    <a:cubicBezTo>
                      <a:pt x="676" y="882"/>
                      <a:pt x="287" y="1228"/>
                      <a:pt x="142" y="1669"/>
                    </a:cubicBezTo>
                    <a:cubicBezTo>
                      <a:pt x="0" y="2104"/>
                      <a:pt x="120" y="2498"/>
                      <a:pt x="472" y="2757"/>
                    </a:cubicBezTo>
                    <a:cubicBezTo>
                      <a:pt x="694" y="2921"/>
                      <a:pt x="922" y="3020"/>
                      <a:pt x="1141" y="3047"/>
                    </a:cubicBezTo>
                    <a:cubicBezTo>
                      <a:pt x="1246" y="3408"/>
                      <a:pt x="1539" y="3621"/>
                      <a:pt x="1952" y="3624"/>
                    </a:cubicBezTo>
                    <a:lnTo>
                      <a:pt x="1999" y="3624"/>
                    </a:lnTo>
                    <a:cubicBezTo>
                      <a:pt x="2563" y="3624"/>
                      <a:pt x="3007" y="3513"/>
                      <a:pt x="3288" y="3297"/>
                    </a:cubicBezTo>
                    <a:cubicBezTo>
                      <a:pt x="3334" y="3347"/>
                      <a:pt x="3384" y="3396"/>
                      <a:pt x="3439" y="3439"/>
                    </a:cubicBezTo>
                    <a:cubicBezTo>
                      <a:pt x="3556" y="3529"/>
                      <a:pt x="3699" y="3578"/>
                      <a:pt x="3848" y="3578"/>
                    </a:cubicBezTo>
                    <a:cubicBezTo>
                      <a:pt x="3853" y="3578"/>
                      <a:pt x="3857" y="3578"/>
                      <a:pt x="3862" y="3578"/>
                    </a:cubicBezTo>
                    <a:cubicBezTo>
                      <a:pt x="4392" y="3578"/>
                      <a:pt x="5077" y="3066"/>
                      <a:pt x="5327" y="2483"/>
                    </a:cubicBezTo>
                    <a:cubicBezTo>
                      <a:pt x="5490" y="2097"/>
                      <a:pt x="5444" y="1743"/>
                      <a:pt x="5191" y="1478"/>
                    </a:cubicBezTo>
                    <a:cubicBezTo>
                      <a:pt x="5009" y="1283"/>
                      <a:pt x="4802" y="1185"/>
                      <a:pt x="4574" y="1178"/>
                    </a:cubicBezTo>
                    <a:cubicBezTo>
                      <a:pt x="4552" y="774"/>
                      <a:pt x="4315" y="395"/>
                      <a:pt x="3929" y="151"/>
                    </a:cubicBezTo>
                    <a:cubicBezTo>
                      <a:pt x="3770" y="49"/>
                      <a:pt x="3600" y="0"/>
                      <a:pt x="34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85" name="Google Shape;2185;p22"/>
            <p:cNvSpPr/>
            <p:nvPr/>
          </p:nvSpPr>
          <p:spPr>
            <a:xfrm>
              <a:off x="8454729" y="218609"/>
              <a:ext cx="102917" cy="102663"/>
            </a:xfrm>
            <a:custGeom>
              <a:avLst/>
              <a:gdLst/>
              <a:ahLst/>
              <a:cxnLst/>
              <a:rect l="l" t="t" r="r" b="b"/>
              <a:pathLst>
                <a:path w="1618" h="1614" extrusionOk="0">
                  <a:moveTo>
                    <a:pt x="868" y="1"/>
                  </a:moveTo>
                  <a:cubicBezTo>
                    <a:pt x="821" y="1"/>
                    <a:pt x="784" y="38"/>
                    <a:pt x="784" y="87"/>
                  </a:cubicBezTo>
                  <a:lnTo>
                    <a:pt x="781" y="575"/>
                  </a:lnTo>
                  <a:lnTo>
                    <a:pt x="488" y="266"/>
                  </a:lnTo>
                  <a:cubicBezTo>
                    <a:pt x="470" y="251"/>
                    <a:pt x="451" y="245"/>
                    <a:pt x="432" y="245"/>
                  </a:cubicBezTo>
                  <a:cubicBezTo>
                    <a:pt x="369" y="245"/>
                    <a:pt x="316" y="318"/>
                    <a:pt x="362" y="380"/>
                  </a:cubicBezTo>
                  <a:lnTo>
                    <a:pt x="664" y="701"/>
                  </a:lnTo>
                  <a:lnTo>
                    <a:pt x="115" y="707"/>
                  </a:lnTo>
                  <a:cubicBezTo>
                    <a:pt x="1" y="707"/>
                    <a:pt x="1" y="877"/>
                    <a:pt x="115" y="877"/>
                  </a:cubicBezTo>
                  <a:lnTo>
                    <a:pt x="618" y="874"/>
                  </a:lnTo>
                  <a:lnTo>
                    <a:pt x="229" y="1142"/>
                  </a:lnTo>
                  <a:cubicBezTo>
                    <a:pt x="189" y="1170"/>
                    <a:pt x="180" y="1222"/>
                    <a:pt x="208" y="1262"/>
                  </a:cubicBezTo>
                  <a:cubicBezTo>
                    <a:pt x="225" y="1285"/>
                    <a:pt x="252" y="1298"/>
                    <a:pt x="279" y="1298"/>
                  </a:cubicBezTo>
                  <a:cubicBezTo>
                    <a:pt x="296" y="1298"/>
                    <a:pt x="313" y="1293"/>
                    <a:pt x="328" y="1284"/>
                  </a:cubicBezTo>
                  <a:lnTo>
                    <a:pt x="775" y="969"/>
                  </a:lnTo>
                  <a:lnTo>
                    <a:pt x="775" y="1528"/>
                  </a:lnTo>
                  <a:cubicBezTo>
                    <a:pt x="772" y="1574"/>
                    <a:pt x="812" y="1614"/>
                    <a:pt x="858" y="1614"/>
                  </a:cubicBezTo>
                  <a:cubicBezTo>
                    <a:pt x="905" y="1614"/>
                    <a:pt x="945" y="1574"/>
                    <a:pt x="945" y="1528"/>
                  </a:cubicBezTo>
                  <a:lnTo>
                    <a:pt x="948" y="1000"/>
                  </a:lnTo>
                  <a:lnTo>
                    <a:pt x="1259" y="1333"/>
                  </a:lnTo>
                  <a:cubicBezTo>
                    <a:pt x="1278" y="1353"/>
                    <a:pt x="1300" y="1361"/>
                    <a:pt x="1321" y="1361"/>
                  </a:cubicBezTo>
                  <a:cubicBezTo>
                    <a:pt x="1387" y="1361"/>
                    <a:pt x="1444" y="1277"/>
                    <a:pt x="1386" y="1213"/>
                  </a:cubicBezTo>
                  <a:lnTo>
                    <a:pt x="1059" y="868"/>
                  </a:lnTo>
                  <a:lnTo>
                    <a:pt x="1503" y="865"/>
                  </a:lnTo>
                  <a:cubicBezTo>
                    <a:pt x="1617" y="861"/>
                    <a:pt x="1617" y="692"/>
                    <a:pt x="1503" y="692"/>
                  </a:cubicBezTo>
                  <a:lnTo>
                    <a:pt x="1173" y="695"/>
                  </a:lnTo>
                  <a:lnTo>
                    <a:pt x="1518" y="454"/>
                  </a:lnTo>
                  <a:cubicBezTo>
                    <a:pt x="1597" y="401"/>
                    <a:pt x="1544" y="296"/>
                    <a:pt x="1472" y="296"/>
                  </a:cubicBezTo>
                  <a:cubicBezTo>
                    <a:pt x="1456" y="296"/>
                    <a:pt x="1439" y="301"/>
                    <a:pt x="1423" y="312"/>
                  </a:cubicBezTo>
                  <a:lnTo>
                    <a:pt x="951" y="639"/>
                  </a:lnTo>
                  <a:lnTo>
                    <a:pt x="954" y="87"/>
                  </a:lnTo>
                  <a:cubicBezTo>
                    <a:pt x="954" y="41"/>
                    <a:pt x="917" y="1"/>
                    <a:pt x="868"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22"/>
            <p:cNvSpPr/>
            <p:nvPr/>
          </p:nvSpPr>
          <p:spPr>
            <a:xfrm>
              <a:off x="8812877" y="179637"/>
              <a:ext cx="184623" cy="198973"/>
            </a:xfrm>
            <a:custGeom>
              <a:avLst/>
              <a:gdLst/>
              <a:ahLst/>
              <a:cxnLst/>
              <a:rect l="l" t="t" r="r" b="b"/>
              <a:pathLst>
                <a:path w="2496" h="2690" extrusionOk="0">
                  <a:moveTo>
                    <a:pt x="1564" y="244"/>
                  </a:moveTo>
                  <a:cubicBezTo>
                    <a:pt x="1574" y="374"/>
                    <a:pt x="1580" y="596"/>
                    <a:pt x="1583" y="898"/>
                  </a:cubicBezTo>
                  <a:cubicBezTo>
                    <a:pt x="1450" y="849"/>
                    <a:pt x="1308" y="796"/>
                    <a:pt x="1151" y="741"/>
                  </a:cubicBezTo>
                  <a:cubicBezTo>
                    <a:pt x="1355" y="478"/>
                    <a:pt x="1487" y="327"/>
                    <a:pt x="1564" y="244"/>
                  </a:cubicBezTo>
                  <a:close/>
                  <a:moveTo>
                    <a:pt x="241" y="617"/>
                  </a:moveTo>
                  <a:cubicBezTo>
                    <a:pt x="371" y="657"/>
                    <a:pt x="605" y="734"/>
                    <a:pt x="870" y="824"/>
                  </a:cubicBezTo>
                  <a:cubicBezTo>
                    <a:pt x="775" y="947"/>
                    <a:pt x="679" y="1077"/>
                    <a:pt x="590" y="1203"/>
                  </a:cubicBezTo>
                  <a:cubicBezTo>
                    <a:pt x="352" y="864"/>
                    <a:pt x="269" y="697"/>
                    <a:pt x="241" y="617"/>
                  </a:cubicBezTo>
                  <a:close/>
                  <a:moveTo>
                    <a:pt x="1756" y="1149"/>
                  </a:moveTo>
                  <a:cubicBezTo>
                    <a:pt x="2099" y="1287"/>
                    <a:pt x="2237" y="1367"/>
                    <a:pt x="2289" y="1404"/>
                  </a:cubicBezTo>
                  <a:cubicBezTo>
                    <a:pt x="2117" y="1493"/>
                    <a:pt x="1935" y="1567"/>
                    <a:pt x="1749" y="1629"/>
                  </a:cubicBezTo>
                  <a:cubicBezTo>
                    <a:pt x="1756" y="1472"/>
                    <a:pt x="1756" y="1309"/>
                    <a:pt x="1756" y="1149"/>
                  </a:cubicBezTo>
                  <a:close/>
                  <a:moveTo>
                    <a:pt x="1043" y="883"/>
                  </a:moveTo>
                  <a:cubicBezTo>
                    <a:pt x="1244" y="953"/>
                    <a:pt x="1426" y="1021"/>
                    <a:pt x="1583" y="1080"/>
                  </a:cubicBezTo>
                  <a:cubicBezTo>
                    <a:pt x="1583" y="1283"/>
                    <a:pt x="1583" y="1493"/>
                    <a:pt x="1577" y="1691"/>
                  </a:cubicBezTo>
                  <a:cubicBezTo>
                    <a:pt x="1410" y="1749"/>
                    <a:pt x="1234" y="1802"/>
                    <a:pt x="1068" y="1851"/>
                  </a:cubicBezTo>
                  <a:cubicBezTo>
                    <a:pt x="929" y="1669"/>
                    <a:pt x="803" y="1502"/>
                    <a:pt x="695" y="1351"/>
                  </a:cubicBezTo>
                  <a:lnTo>
                    <a:pt x="692" y="1351"/>
                  </a:lnTo>
                  <a:cubicBezTo>
                    <a:pt x="806" y="1194"/>
                    <a:pt x="923" y="1037"/>
                    <a:pt x="1043" y="883"/>
                  </a:cubicBezTo>
                  <a:close/>
                  <a:moveTo>
                    <a:pt x="590" y="1496"/>
                  </a:moveTo>
                  <a:cubicBezTo>
                    <a:pt x="679" y="1623"/>
                    <a:pt x="778" y="1755"/>
                    <a:pt x="892" y="1900"/>
                  </a:cubicBezTo>
                  <a:cubicBezTo>
                    <a:pt x="590" y="1984"/>
                    <a:pt x="358" y="2030"/>
                    <a:pt x="238" y="2030"/>
                  </a:cubicBezTo>
                  <a:cubicBezTo>
                    <a:pt x="346" y="1848"/>
                    <a:pt x="463" y="1669"/>
                    <a:pt x="590" y="1496"/>
                  </a:cubicBezTo>
                  <a:close/>
                  <a:moveTo>
                    <a:pt x="1574" y="1873"/>
                  </a:moveTo>
                  <a:lnTo>
                    <a:pt x="1574" y="1873"/>
                  </a:lnTo>
                  <a:cubicBezTo>
                    <a:pt x="1561" y="2175"/>
                    <a:pt x="1546" y="2341"/>
                    <a:pt x="1534" y="2434"/>
                  </a:cubicBezTo>
                  <a:cubicBezTo>
                    <a:pt x="1456" y="2338"/>
                    <a:pt x="1327" y="2181"/>
                    <a:pt x="1182" y="1996"/>
                  </a:cubicBezTo>
                  <a:cubicBezTo>
                    <a:pt x="1312" y="1959"/>
                    <a:pt x="1441" y="1916"/>
                    <a:pt x="1574" y="1873"/>
                  </a:cubicBezTo>
                  <a:close/>
                  <a:moveTo>
                    <a:pt x="1629" y="0"/>
                  </a:moveTo>
                  <a:cubicBezTo>
                    <a:pt x="1583" y="0"/>
                    <a:pt x="1512" y="0"/>
                    <a:pt x="982" y="682"/>
                  </a:cubicBezTo>
                  <a:cubicBezTo>
                    <a:pt x="553" y="537"/>
                    <a:pt x="192" y="420"/>
                    <a:pt x="189" y="420"/>
                  </a:cubicBezTo>
                  <a:cubicBezTo>
                    <a:pt x="181" y="417"/>
                    <a:pt x="172" y="416"/>
                    <a:pt x="164" y="416"/>
                  </a:cubicBezTo>
                  <a:cubicBezTo>
                    <a:pt x="145" y="416"/>
                    <a:pt x="126" y="422"/>
                    <a:pt x="112" y="432"/>
                  </a:cubicBezTo>
                  <a:cubicBezTo>
                    <a:pt x="1" y="516"/>
                    <a:pt x="25" y="701"/>
                    <a:pt x="485" y="1351"/>
                  </a:cubicBezTo>
                  <a:cubicBezTo>
                    <a:pt x="325" y="1573"/>
                    <a:pt x="87" y="1919"/>
                    <a:pt x="50" y="2033"/>
                  </a:cubicBezTo>
                  <a:cubicBezTo>
                    <a:pt x="35" y="2070"/>
                    <a:pt x="41" y="2110"/>
                    <a:pt x="62" y="2141"/>
                  </a:cubicBezTo>
                  <a:cubicBezTo>
                    <a:pt x="102" y="2196"/>
                    <a:pt x="173" y="2203"/>
                    <a:pt x="232" y="2203"/>
                  </a:cubicBezTo>
                  <a:cubicBezTo>
                    <a:pt x="411" y="2203"/>
                    <a:pt x="741" y="2122"/>
                    <a:pt x="1003" y="2048"/>
                  </a:cubicBezTo>
                  <a:cubicBezTo>
                    <a:pt x="1271" y="2388"/>
                    <a:pt x="1487" y="2647"/>
                    <a:pt x="1490" y="2650"/>
                  </a:cubicBezTo>
                  <a:cubicBezTo>
                    <a:pt x="1512" y="2671"/>
                    <a:pt x="1540" y="2687"/>
                    <a:pt x="1571" y="2690"/>
                  </a:cubicBezTo>
                  <a:cubicBezTo>
                    <a:pt x="1660" y="2690"/>
                    <a:pt x="1719" y="2690"/>
                    <a:pt x="1746" y="1814"/>
                  </a:cubicBezTo>
                  <a:cubicBezTo>
                    <a:pt x="2039" y="1709"/>
                    <a:pt x="2382" y="1577"/>
                    <a:pt x="2459" y="1490"/>
                  </a:cubicBezTo>
                  <a:cubicBezTo>
                    <a:pt x="2487" y="1462"/>
                    <a:pt x="2496" y="1422"/>
                    <a:pt x="2487" y="1385"/>
                  </a:cubicBezTo>
                  <a:cubicBezTo>
                    <a:pt x="2471" y="1311"/>
                    <a:pt x="2397" y="1216"/>
                    <a:pt x="1756" y="963"/>
                  </a:cubicBezTo>
                  <a:cubicBezTo>
                    <a:pt x="1753" y="645"/>
                    <a:pt x="1743" y="148"/>
                    <a:pt x="1722" y="71"/>
                  </a:cubicBezTo>
                  <a:cubicBezTo>
                    <a:pt x="1706" y="31"/>
                    <a:pt x="1672" y="4"/>
                    <a:pt x="16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22"/>
            <p:cNvSpPr/>
            <p:nvPr/>
          </p:nvSpPr>
          <p:spPr>
            <a:xfrm>
              <a:off x="8557649" y="701891"/>
              <a:ext cx="122063" cy="122890"/>
            </a:xfrm>
            <a:custGeom>
              <a:avLst/>
              <a:gdLst/>
              <a:ahLst/>
              <a:cxnLst/>
              <a:rect l="l" t="t" r="r" b="b"/>
              <a:pathLst>
                <a:path w="1919" h="1932" extrusionOk="0">
                  <a:moveTo>
                    <a:pt x="1024" y="248"/>
                  </a:moveTo>
                  <a:cubicBezTo>
                    <a:pt x="1049" y="331"/>
                    <a:pt x="1076" y="442"/>
                    <a:pt x="1095" y="513"/>
                  </a:cubicBezTo>
                  <a:cubicBezTo>
                    <a:pt x="1141" y="704"/>
                    <a:pt x="1150" y="747"/>
                    <a:pt x="1175" y="781"/>
                  </a:cubicBezTo>
                  <a:cubicBezTo>
                    <a:pt x="1200" y="815"/>
                    <a:pt x="1234" y="828"/>
                    <a:pt x="1425" y="895"/>
                  </a:cubicBezTo>
                  <a:cubicBezTo>
                    <a:pt x="1490" y="920"/>
                    <a:pt x="1592" y="957"/>
                    <a:pt x="1669" y="988"/>
                  </a:cubicBezTo>
                  <a:cubicBezTo>
                    <a:pt x="1561" y="1037"/>
                    <a:pt x="1388" y="1102"/>
                    <a:pt x="1234" y="1154"/>
                  </a:cubicBezTo>
                  <a:cubicBezTo>
                    <a:pt x="1212" y="1164"/>
                    <a:pt x="1194" y="1179"/>
                    <a:pt x="1184" y="1201"/>
                  </a:cubicBezTo>
                  <a:cubicBezTo>
                    <a:pt x="1110" y="1377"/>
                    <a:pt x="1015" y="1577"/>
                    <a:pt x="953" y="1688"/>
                  </a:cubicBezTo>
                  <a:cubicBezTo>
                    <a:pt x="910" y="1568"/>
                    <a:pt x="851" y="1358"/>
                    <a:pt x="805" y="1173"/>
                  </a:cubicBezTo>
                  <a:cubicBezTo>
                    <a:pt x="796" y="1139"/>
                    <a:pt x="771" y="1114"/>
                    <a:pt x="737" y="1108"/>
                  </a:cubicBezTo>
                  <a:cubicBezTo>
                    <a:pt x="558" y="1071"/>
                    <a:pt x="355" y="1028"/>
                    <a:pt x="241" y="994"/>
                  </a:cubicBezTo>
                  <a:cubicBezTo>
                    <a:pt x="416" y="905"/>
                    <a:pt x="595" y="821"/>
                    <a:pt x="780" y="747"/>
                  </a:cubicBezTo>
                  <a:cubicBezTo>
                    <a:pt x="802" y="738"/>
                    <a:pt x="820" y="723"/>
                    <a:pt x="830" y="698"/>
                  </a:cubicBezTo>
                  <a:cubicBezTo>
                    <a:pt x="885" y="547"/>
                    <a:pt x="953" y="396"/>
                    <a:pt x="1024" y="248"/>
                  </a:cubicBezTo>
                  <a:close/>
                  <a:moveTo>
                    <a:pt x="1046" y="1"/>
                  </a:moveTo>
                  <a:cubicBezTo>
                    <a:pt x="993" y="1"/>
                    <a:pt x="916" y="1"/>
                    <a:pt x="685" y="605"/>
                  </a:cubicBezTo>
                  <a:cubicBezTo>
                    <a:pt x="40" y="865"/>
                    <a:pt x="19" y="948"/>
                    <a:pt x="6" y="982"/>
                  </a:cubicBezTo>
                  <a:cubicBezTo>
                    <a:pt x="0" y="1013"/>
                    <a:pt x="6" y="1043"/>
                    <a:pt x="22" y="1068"/>
                  </a:cubicBezTo>
                  <a:cubicBezTo>
                    <a:pt x="40" y="1093"/>
                    <a:pt x="89" y="1158"/>
                    <a:pt x="651" y="1265"/>
                  </a:cubicBezTo>
                  <a:cubicBezTo>
                    <a:pt x="817" y="1932"/>
                    <a:pt x="879" y="1932"/>
                    <a:pt x="941" y="1932"/>
                  </a:cubicBezTo>
                  <a:lnTo>
                    <a:pt x="947" y="1932"/>
                  </a:lnTo>
                  <a:cubicBezTo>
                    <a:pt x="999" y="1929"/>
                    <a:pt x="1058" y="1926"/>
                    <a:pt x="1329" y="1306"/>
                  </a:cubicBezTo>
                  <a:cubicBezTo>
                    <a:pt x="1499" y="1244"/>
                    <a:pt x="1817" y="1127"/>
                    <a:pt x="1885" y="1065"/>
                  </a:cubicBezTo>
                  <a:cubicBezTo>
                    <a:pt x="1909" y="1040"/>
                    <a:pt x="1918" y="1006"/>
                    <a:pt x="1915" y="972"/>
                  </a:cubicBezTo>
                  <a:cubicBezTo>
                    <a:pt x="1900" y="895"/>
                    <a:pt x="1814" y="855"/>
                    <a:pt x="1484" y="735"/>
                  </a:cubicBezTo>
                  <a:cubicBezTo>
                    <a:pt x="1422" y="713"/>
                    <a:pt x="1348" y="686"/>
                    <a:pt x="1314" y="670"/>
                  </a:cubicBezTo>
                  <a:cubicBezTo>
                    <a:pt x="1302" y="633"/>
                    <a:pt x="1280" y="547"/>
                    <a:pt x="1262" y="473"/>
                  </a:cubicBezTo>
                  <a:cubicBezTo>
                    <a:pt x="1203" y="241"/>
                    <a:pt x="1169" y="100"/>
                    <a:pt x="1126" y="44"/>
                  </a:cubicBezTo>
                  <a:cubicBezTo>
                    <a:pt x="1107" y="19"/>
                    <a:pt x="1076" y="4"/>
                    <a:pt x="10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22"/>
            <p:cNvSpPr/>
            <p:nvPr/>
          </p:nvSpPr>
          <p:spPr>
            <a:xfrm>
              <a:off x="8853729" y="627684"/>
              <a:ext cx="102917" cy="102663"/>
            </a:xfrm>
            <a:custGeom>
              <a:avLst/>
              <a:gdLst/>
              <a:ahLst/>
              <a:cxnLst/>
              <a:rect l="l" t="t" r="r" b="b"/>
              <a:pathLst>
                <a:path w="1618" h="1614" extrusionOk="0">
                  <a:moveTo>
                    <a:pt x="868" y="1"/>
                  </a:moveTo>
                  <a:cubicBezTo>
                    <a:pt x="821" y="1"/>
                    <a:pt x="784" y="38"/>
                    <a:pt x="784" y="87"/>
                  </a:cubicBezTo>
                  <a:lnTo>
                    <a:pt x="781" y="575"/>
                  </a:lnTo>
                  <a:lnTo>
                    <a:pt x="488" y="266"/>
                  </a:lnTo>
                  <a:cubicBezTo>
                    <a:pt x="470" y="251"/>
                    <a:pt x="451" y="245"/>
                    <a:pt x="432" y="245"/>
                  </a:cubicBezTo>
                  <a:cubicBezTo>
                    <a:pt x="369" y="245"/>
                    <a:pt x="316" y="318"/>
                    <a:pt x="362" y="380"/>
                  </a:cubicBezTo>
                  <a:lnTo>
                    <a:pt x="664" y="701"/>
                  </a:lnTo>
                  <a:lnTo>
                    <a:pt x="115" y="707"/>
                  </a:lnTo>
                  <a:cubicBezTo>
                    <a:pt x="1" y="707"/>
                    <a:pt x="1" y="877"/>
                    <a:pt x="115" y="877"/>
                  </a:cubicBezTo>
                  <a:lnTo>
                    <a:pt x="618" y="874"/>
                  </a:lnTo>
                  <a:lnTo>
                    <a:pt x="229" y="1142"/>
                  </a:lnTo>
                  <a:cubicBezTo>
                    <a:pt x="189" y="1170"/>
                    <a:pt x="180" y="1222"/>
                    <a:pt x="208" y="1262"/>
                  </a:cubicBezTo>
                  <a:cubicBezTo>
                    <a:pt x="225" y="1285"/>
                    <a:pt x="252" y="1298"/>
                    <a:pt x="279" y="1298"/>
                  </a:cubicBezTo>
                  <a:cubicBezTo>
                    <a:pt x="296" y="1298"/>
                    <a:pt x="313" y="1293"/>
                    <a:pt x="328" y="1284"/>
                  </a:cubicBezTo>
                  <a:lnTo>
                    <a:pt x="775" y="969"/>
                  </a:lnTo>
                  <a:lnTo>
                    <a:pt x="775" y="1528"/>
                  </a:lnTo>
                  <a:cubicBezTo>
                    <a:pt x="772" y="1574"/>
                    <a:pt x="812" y="1614"/>
                    <a:pt x="858" y="1614"/>
                  </a:cubicBezTo>
                  <a:cubicBezTo>
                    <a:pt x="905" y="1614"/>
                    <a:pt x="945" y="1574"/>
                    <a:pt x="945" y="1528"/>
                  </a:cubicBezTo>
                  <a:lnTo>
                    <a:pt x="948" y="1000"/>
                  </a:lnTo>
                  <a:lnTo>
                    <a:pt x="1259" y="1333"/>
                  </a:lnTo>
                  <a:cubicBezTo>
                    <a:pt x="1278" y="1353"/>
                    <a:pt x="1300" y="1361"/>
                    <a:pt x="1321" y="1361"/>
                  </a:cubicBezTo>
                  <a:cubicBezTo>
                    <a:pt x="1387" y="1361"/>
                    <a:pt x="1444" y="1277"/>
                    <a:pt x="1386" y="1213"/>
                  </a:cubicBezTo>
                  <a:lnTo>
                    <a:pt x="1059" y="868"/>
                  </a:lnTo>
                  <a:lnTo>
                    <a:pt x="1503" y="865"/>
                  </a:lnTo>
                  <a:cubicBezTo>
                    <a:pt x="1617" y="861"/>
                    <a:pt x="1617" y="692"/>
                    <a:pt x="1503" y="692"/>
                  </a:cubicBezTo>
                  <a:lnTo>
                    <a:pt x="1173" y="695"/>
                  </a:lnTo>
                  <a:lnTo>
                    <a:pt x="1518" y="454"/>
                  </a:lnTo>
                  <a:cubicBezTo>
                    <a:pt x="1597" y="401"/>
                    <a:pt x="1544" y="296"/>
                    <a:pt x="1472" y="296"/>
                  </a:cubicBezTo>
                  <a:cubicBezTo>
                    <a:pt x="1456" y="296"/>
                    <a:pt x="1439" y="301"/>
                    <a:pt x="1423" y="312"/>
                  </a:cubicBezTo>
                  <a:lnTo>
                    <a:pt x="951" y="639"/>
                  </a:lnTo>
                  <a:lnTo>
                    <a:pt x="954" y="87"/>
                  </a:lnTo>
                  <a:cubicBezTo>
                    <a:pt x="954" y="41"/>
                    <a:pt x="917" y="1"/>
                    <a:pt x="8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22"/>
            <p:cNvSpPr/>
            <p:nvPr/>
          </p:nvSpPr>
          <p:spPr>
            <a:xfrm>
              <a:off x="8957048" y="1145935"/>
              <a:ext cx="82881" cy="75566"/>
            </a:xfrm>
            <a:custGeom>
              <a:avLst/>
              <a:gdLst/>
              <a:ahLst/>
              <a:cxnLst/>
              <a:rect l="l" t="t" r="r" b="b"/>
              <a:pathLst>
                <a:path w="1303" h="1188" extrusionOk="0">
                  <a:moveTo>
                    <a:pt x="710" y="173"/>
                  </a:moveTo>
                  <a:cubicBezTo>
                    <a:pt x="941" y="173"/>
                    <a:pt x="1129" y="364"/>
                    <a:pt x="1129" y="595"/>
                  </a:cubicBezTo>
                  <a:cubicBezTo>
                    <a:pt x="1126" y="827"/>
                    <a:pt x="938" y="1012"/>
                    <a:pt x="707" y="1015"/>
                  </a:cubicBezTo>
                  <a:cubicBezTo>
                    <a:pt x="476" y="1015"/>
                    <a:pt x="287" y="823"/>
                    <a:pt x="287" y="592"/>
                  </a:cubicBezTo>
                  <a:cubicBezTo>
                    <a:pt x="287" y="358"/>
                    <a:pt x="479" y="173"/>
                    <a:pt x="710" y="173"/>
                  </a:cubicBezTo>
                  <a:close/>
                  <a:moveTo>
                    <a:pt x="712" y="1"/>
                  </a:moveTo>
                  <a:cubicBezTo>
                    <a:pt x="485" y="1"/>
                    <a:pt x="263" y="130"/>
                    <a:pt x="164" y="364"/>
                  </a:cubicBezTo>
                  <a:cubicBezTo>
                    <a:pt x="1" y="752"/>
                    <a:pt x="284" y="1184"/>
                    <a:pt x="707" y="1187"/>
                  </a:cubicBezTo>
                  <a:lnTo>
                    <a:pt x="710" y="1187"/>
                  </a:lnTo>
                  <a:cubicBezTo>
                    <a:pt x="1034" y="1187"/>
                    <a:pt x="1299" y="922"/>
                    <a:pt x="1302" y="595"/>
                  </a:cubicBezTo>
                  <a:cubicBezTo>
                    <a:pt x="1302" y="438"/>
                    <a:pt x="1240" y="287"/>
                    <a:pt x="1129" y="176"/>
                  </a:cubicBezTo>
                  <a:cubicBezTo>
                    <a:pt x="1012" y="57"/>
                    <a:pt x="861" y="1"/>
                    <a:pt x="7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90" name="Google Shape;2190;p22"/>
            <p:cNvGrpSpPr/>
            <p:nvPr/>
          </p:nvGrpSpPr>
          <p:grpSpPr>
            <a:xfrm>
              <a:off x="7588557" y="130599"/>
              <a:ext cx="394623" cy="297061"/>
              <a:chOff x="85157" y="4436674"/>
              <a:chExt cx="394623" cy="297061"/>
            </a:xfrm>
          </p:grpSpPr>
          <p:sp>
            <p:nvSpPr>
              <p:cNvPr id="2191" name="Google Shape;2191;p22"/>
              <p:cNvSpPr/>
              <p:nvPr/>
            </p:nvSpPr>
            <p:spPr>
              <a:xfrm flipH="1">
                <a:off x="381812" y="4602895"/>
                <a:ext cx="97968" cy="74569"/>
              </a:xfrm>
              <a:custGeom>
                <a:avLst/>
                <a:gdLst/>
                <a:ahLst/>
                <a:cxnLst/>
                <a:rect l="l" t="t" r="r" b="b"/>
                <a:pathLst>
                  <a:path w="1210" h="921" extrusionOk="0">
                    <a:moveTo>
                      <a:pt x="861" y="1"/>
                    </a:moveTo>
                    <a:cubicBezTo>
                      <a:pt x="840" y="1"/>
                      <a:pt x="818" y="10"/>
                      <a:pt x="800" y="32"/>
                    </a:cubicBezTo>
                    <a:cubicBezTo>
                      <a:pt x="1" y="788"/>
                      <a:pt x="26" y="822"/>
                      <a:pt x="78" y="890"/>
                    </a:cubicBezTo>
                    <a:cubicBezTo>
                      <a:pt x="97" y="911"/>
                      <a:pt x="152" y="921"/>
                      <a:pt x="229" y="921"/>
                    </a:cubicBezTo>
                    <a:cubicBezTo>
                      <a:pt x="525" y="921"/>
                      <a:pt x="1139" y="788"/>
                      <a:pt x="1145" y="782"/>
                    </a:cubicBezTo>
                    <a:cubicBezTo>
                      <a:pt x="1188" y="769"/>
                      <a:pt x="1210" y="723"/>
                      <a:pt x="1195" y="683"/>
                    </a:cubicBezTo>
                    <a:cubicBezTo>
                      <a:pt x="1182" y="648"/>
                      <a:pt x="1151" y="627"/>
                      <a:pt x="1117" y="627"/>
                    </a:cubicBezTo>
                    <a:cubicBezTo>
                      <a:pt x="1109" y="627"/>
                      <a:pt x="1101" y="628"/>
                      <a:pt x="1093" y="631"/>
                    </a:cubicBezTo>
                    <a:cubicBezTo>
                      <a:pt x="1028" y="649"/>
                      <a:pt x="544" y="729"/>
                      <a:pt x="300" y="757"/>
                    </a:cubicBezTo>
                    <a:cubicBezTo>
                      <a:pt x="427" y="615"/>
                      <a:pt x="676" y="368"/>
                      <a:pt x="911" y="146"/>
                    </a:cubicBezTo>
                    <a:cubicBezTo>
                      <a:pt x="981" y="90"/>
                      <a:pt x="925" y="1"/>
                      <a:pt x="861"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192" name="Google Shape;2192;p22"/>
              <p:cNvSpPr/>
              <p:nvPr/>
            </p:nvSpPr>
            <p:spPr>
              <a:xfrm flipH="1">
                <a:off x="85157" y="4436674"/>
                <a:ext cx="358432" cy="297061"/>
              </a:xfrm>
              <a:custGeom>
                <a:avLst/>
                <a:gdLst/>
                <a:ahLst/>
                <a:cxnLst/>
                <a:rect l="l" t="t" r="r" b="b"/>
                <a:pathLst>
                  <a:path w="4427" h="3669" extrusionOk="0">
                    <a:moveTo>
                      <a:pt x="1234" y="0"/>
                    </a:moveTo>
                    <a:cubicBezTo>
                      <a:pt x="1179" y="0"/>
                      <a:pt x="1127" y="25"/>
                      <a:pt x="1081" y="84"/>
                    </a:cubicBezTo>
                    <a:cubicBezTo>
                      <a:pt x="769" y="478"/>
                      <a:pt x="1463" y="1792"/>
                      <a:pt x="1463" y="1792"/>
                    </a:cubicBezTo>
                    <a:cubicBezTo>
                      <a:pt x="1463" y="1792"/>
                      <a:pt x="991" y="1509"/>
                      <a:pt x="617" y="1509"/>
                    </a:cubicBezTo>
                    <a:cubicBezTo>
                      <a:pt x="424" y="1509"/>
                      <a:pt x="257" y="1585"/>
                      <a:pt x="195" y="1814"/>
                    </a:cubicBezTo>
                    <a:cubicBezTo>
                      <a:pt x="0" y="2525"/>
                      <a:pt x="944" y="3669"/>
                      <a:pt x="2021" y="3669"/>
                    </a:cubicBezTo>
                    <a:cubicBezTo>
                      <a:pt x="2356" y="3669"/>
                      <a:pt x="2703" y="3559"/>
                      <a:pt x="3033" y="3291"/>
                    </a:cubicBezTo>
                    <a:cubicBezTo>
                      <a:pt x="4427" y="2162"/>
                      <a:pt x="3613" y="852"/>
                      <a:pt x="3613" y="852"/>
                    </a:cubicBezTo>
                    <a:lnTo>
                      <a:pt x="3613" y="852"/>
                    </a:lnTo>
                    <a:lnTo>
                      <a:pt x="2913" y="1490"/>
                    </a:lnTo>
                    <a:cubicBezTo>
                      <a:pt x="2913" y="1490"/>
                      <a:pt x="2795" y="608"/>
                      <a:pt x="2358" y="383"/>
                    </a:cubicBezTo>
                    <a:cubicBezTo>
                      <a:pt x="2294" y="350"/>
                      <a:pt x="2242" y="336"/>
                      <a:pt x="2198" y="336"/>
                    </a:cubicBezTo>
                    <a:cubicBezTo>
                      <a:pt x="1936" y="336"/>
                      <a:pt x="1981" y="827"/>
                      <a:pt x="1981" y="827"/>
                    </a:cubicBezTo>
                    <a:cubicBezTo>
                      <a:pt x="1981" y="827"/>
                      <a:pt x="1553" y="0"/>
                      <a:pt x="12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22"/>
              <p:cNvSpPr/>
              <p:nvPr/>
            </p:nvSpPr>
            <p:spPr>
              <a:xfrm flipH="1">
                <a:off x="362057" y="4580549"/>
                <a:ext cx="53437" cy="51008"/>
              </a:xfrm>
              <a:custGeom>
                <a:avLst/>
                <a:gdLst/>
                <a:ahLst/>
                <a:cxnLst/>
                <a:rect l="l" t="t" r="r" b="b"/>
                <a:pathLst>
                  <a:path w="660" h="630" extrusionOk="0">
                    <a:moveTo>
                      <a:pt x="428" y="0"/>
                    </a:moveTo>
                    <a:cubicBezTo>
                      <a:pt x="374" y="0"/>
                      <a:pt x="319" y="53"/>
                      <a:pt x="351" y="117"/>
                    </a:cubicBezTo>
                    <a:cubicBezTo>
                      <a:pt x="407" y="237"/>
                      <a:pt x="444" y="392"/>
                      <a:pt x="428" y="456"/>
                    </a:cubicBezTo>
                    <a:cubicBezTo>
                      <a:pt x="373" y="419"/>
                      <a:pt x="262" y="287"/>
                      <a:pt x="175" y="154"/>
                    </a:cubicBezTo>
                    <a:cubicBezTo>
                      <a:pt x="158" y="126"/>
                      <a:pt x="133" y="114"/>
                      <a:pt x="109" y="114"/>
                    </a:cubicBezTo>
                    <a:cubicBezTo>
                      <a:pt x="54" y="114"/>
                      <a:pt x="1" y="176"/>
                      <a:pt x="40" y="240"/>
                    </a:cubicBezTo>
                    <a:cubicBezTo>
                      <a:pt x="132" y="382"/>
                      <a:pt x="305" y="623"/>
                      <a:pt x="441" y="629"/>
                    </a:cubicBezTo>
                    <a:lnTo>
                      <a:pt x="447" y="629"/>
                    </a:lnTo>
                    <a:cubicBezTo>
                      <a:pt x="487" y="629"/>
                      <a:pt x="524" y="611"/>
                      <a:pt x="549" y="580"/>
                    </a:cubicBezTo>
                    <a:cubicBezTo>
                      <a:pt x="660" y="438"/>
                      <a:pt x="539" y="139"/>
                      <a:pt x="499" y="52"/>
                    </a:cubicBezTo>
                    <a:cubicBezTo>
                      <a:pt x="485" y="16"/>
                      <a:pt x="457" y="0"/>
                      <a:pt x="428"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194" name="Google Shape;2194;p22"/>
              <p:cNvSpPr/>
              <p:nvPr/>
            </p:nvSpPr>
            <p:spPr>
              <a:xfrm flipH="1">
                <a:off x="219396" y="4507518"/>
                <a:ext cx="103554" cy="101287"/>
              </a:xfrm>
              <a:custGeom>
                <a:avLst/>
                <a:gdLst/>
                <a:ahLst/>
                <a:cxnLst/>
                <a:rect l="l" t="t" r="r" b="b"/>
                <a:pathLst>
                  <a:path w="1279" h="1251" extrusionOk="0">
                    <a:moveTo>
                      <a:pt x="847" y="0"/>
                    </a:moveTo>
                    <a:cubicBezTo>
                      <a:pt x="816" y="0"/>
                      <a:pt x="784" y="9"/>
                      <a:pt x="756" y="26"/>
                    </a:cubicBezTo>
                    <a:cubicBezTo>
                      <a:pt x="667" y="88"/>
                      <a:pt x="642" y="242"/>
                      <a:pt x="642" y="387"/>
                    </a:cubicBezTo>
                    <a:cubicBezTo>
                      <a:pt x="473" y="222"/>
                      <a:pt x="340" y="137"/>
                      <a:pt x="245" y="137"/>
                    </a:cubicBezTo>
                    <a:cubicBezTo>
                      <a:pt x="214" y="137"/>
                      <a:pt x="187" y="146"/>
                      <a:pt x="164" y="165"/>
                    </a:cubicBezTo>
                    <a:cubicBezTo>
                      <a:pt x="124" y="192"/>
                      <a:pt x="1" y="288"/>
                      <a:pt x="386" y="1201"/>
                    </a:cubicBezTo>
                    <a:cubicBezTo>
                      <a:pt x="399" y="1232"/>
                      <a:pt x="430" y="1250"/>
                      <a:pt x="460" y="1250"/>
                    </a:cubicBezTo>
                    <a:cubicBezTo>
                      <a:pt x="473" y="1250"/>
                      <a:pt x="485" y="1247"/>
                      <a:pt x="494" y="1241"/>
                    </a:cubicBezTo>
                    <a:cubicBezTo>
                      <a:pt x="534" y="1226"/>
                      <a:pt x="553" y="1176"/>
                      <a:pt x="537" y="1136"/>
                    </a:cubicBezTo>
                    <a:cubicBezTo>
                      <a:pt x="402" y="812"/>
                      <a:pt x="272" y="424"/>
                      <a:pt x="272" y="300"/>
                    </a:cubicBezTo>
                    <a:lnTo>
                      <a:pt x="272" y="300"/>
                    </a:lnTo>
                    <a:cubicBezTo>
                      <a:pt x="349" y="331"/>
                      <a:pt x="525" y="485"/>
                      <a:pt x="676" y="655"/>
                    </a:cubicBezTo>
                    <a:cubicBezTo>
                      <a:pt x="693" y="674"/>
                      <a:pt x="715" y="682"/>
                      <a:pt x="736" y="682"/>
                    </a:cubicBezTo>
                    <a:cubicBezTo>
                      <a:pt x="779" y="682"/>
                      <a:pt x="821" y="646"/>
                      <a:pt x="815" y="593"/>
                    </a:cubicBezTo>
                    <a:cubicBezTo>
                      <a:pt x="793" y="399"/>
                      <a:pt x="812" y="189"/>
                      <a:pt x="843" y="162"/>
                    </a:cubicBezTo>
                    <a:cubicBezTo>
                      <a:pt x="849" y="162"/>
                      <a:pt x="855" y="165"/>
                      <a:pt x="861" y="168"/>
                    </a:cubicBezTo>
                    <a:cubicBezTo>
                      <a:pt x="1006" y="248"/>
                      <a:pt x="1093" y="606"/>
                      <a:pt x="1111" y="815"/>
                    </a:cubicBezTo>
                    <a:cubicBezTo>
                      <a:pt x="1114" y="867"/>
                      <a:pt x="1152" y="891"/>
                      <a:pt x="1190" y="891"/>
                    </a:cubicBezTo>
                    <a:cubicBezTo>
                      <a:pt x="1234" y="891"/>
                      <a:pt x="1278" y="859"/>
                      <a:pt x="1272" y="800"/>
                    </a:cubicBezTo>
                    <a:cubicBezTo>
                      <a:pt x="1265" y="735"/>
                      <a:pt x="1207" y="171"/>
                      <a:pt x="938" y="26"/>
                    </a:cubicBezTo>
                    <a:cubicBezTo>
                      <a:pt x="911" y="9"/>
                      <a:pt x="879" y="0"/>
                      <a:pt x="847"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195" name="Google Shape;2195;p22"/>
              <p:cNvSpPr/>
              <p:nvPr/>
            </p:nvSpPr>
            <p:spPr>
              <a:xfrm flipH="1">
                <a:off x="182072" y="4624513"/>
                <a:ext cx="177556" cy="91895"/>
              </a:xfrm>
              <a:custGeom>
                <a:avLst/>
                <a:gdLst/>
                <a:ahLst/>
                <a:cxnLst/>
                <a:rect l="l" t="t" r="r" b="b"/>
                <a:pathLst>
                  <a:path w="2193" h="1135" extrusionOk="0">
                    <a:moveTo>
                      <a:pt x="2091" y="0"/>
                    </a:moveTo>
                    <a:cubicBezTo>
                      <a:pt x="2061" y="0"/>
                      <a:pt x="2030" y="17"/>
                      <a:pt x="2018" y="55"/>
                    </a:cubicBezTo>
                    <a:cubicBezTo>
                      <a:pt x="2014" y="61"/>
                      <a:pt x="1795" y="672"/>
                      <a:pt x="1265" y="891"/>
                    </a:cubicBezTo>
                    <a:cubicBezTo>
                      <a:pt x="1137" y="944"/>
                      <a:pt x="1000" y="970"/>
                      <a:pt x="856" y="970"/>
                    </a:cubicBezTo>
                    <a:cubicBezTo>
                      <a:pt x="640" y="970"/>
                      <a:pt x="406" y="911"/>
                      <a:pt x="158" y="792"/>
                    </a:cubicBezTo>
                    <a:cubicBezTo>
                      <a:pt x="143" y="784"/>
                      <a:pt x="129" y="780"/>
                      <a:pt x="116" y="780"/>
                    </a:cubicBezTo>
                    <a:cubicBezTo>
                      <a:pt x="41" y="780"/>
                      <a:pt x="1" y="898"/>
                      <a:pt x="90" y="937"/>
                    </a:cubicBezTo>
                    <a:cubicBezTo>
                      <a:pt x="361" y="1067"/>
                      <a:pt x="620" y="1135"/>
                      <a:pt x="861" y="1135"/>
                    </a:cubicBezTo>
                    <a:cubicBezTo>
                      <a:pt x="1021" y="1135"/>
                      <a:pt x="1182" y="1104"/>
                      <a:pt x="1330" y="1042"/>
                    </a:cubicBezTo>
                    <a:cubicBezTo>
                      <a:pt x="1928" y="792"/>
                      <a:pt x="2163" y="135"/>
                      <a:pt x="2172" y="108"/>
                    </a:cubicBezTo>
                    <a:cubicBezTo>
                      <a:pt x="2193" y="44"/>
                      <a:pt x="2141" y="0"/>
                      <a:pt x="2091"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2196" name="Google Shape;2196;p22"/>
            <p:cNvGrpSpPr/>
            <p:nvPr/>
          </p:nvGrpSpPr>
          <p:grpSpPr>
            <a:xfrm>
              <a:off x="207153" y="986833"/>
              <a:ext cx="367879" cy="258973"/>
              <a:chOff x="8341725" y="115829"/>
              <a:chExt cx="267198" cy="188098"/>
            </a:xfrm>
          </p:grpSpPr>
          <p:sp>
            <p:nvSpPr>
              <p:cNvPr id="2197" name="Google Shape;2197;p22"/>
              <p:cNvSpPr/>
              <p:nvPr/>
            </p:nvSpPr>
            <p:spPr>
              <a:xfrm>
                <a:off x="8405670" y="188118"/>
                <a:ext cx="107912" cy="91561"/>
              </a:xfrm>
              <a:custGeom>
                <a:avLst/>
                <a:gdLst/>
                <a:ahLst/>
                <a:cxnLst/>
                <a:rect l="l" t="t" r="r" b="b"/>
                <a:pathLst>
                  <a:path w="2884" h="2447" extrusionOk="0">
                    <a:moveTo>
                      <a:pt x="1471" y="0"/>
                    </a:moveTo>
                    <a:cubicBezTo>
                      <a:pt x="674" y="0"/>
                      <a:pt x="207" y="963"/>
                      <a:pt x="0" y="1543"/>
                    </a:cubicBezTo>
                    <a:lnTo>
                      <a:pt x="509" y="1710"/>
                    </a:lnTo>
                    <a:cubicBezTo>
                      <a:pt x="509" y="1710"/>
                      <a:pt x="918" y="578"/>
                      <a:pt x="1479" y="578"/>
                    </a:cubicBezTo>
                    <a:cubicBezTo>
                      <a:pt x="1552" y="578"/>
                      <a:pt x="1626" y="597"/>
                      <a:pt x="1703" y="639"/>
                    </a:cubicBezTo>
                    <a:cubicBezTo>
                      <a:pt x="2375" y="1009"/>
                      <a:pt x="2030" y="2212"/>
                      <a:pt x="2030" y="2212"/>
                    </a:cubicBezTo>
                    <a:lnTo>
                      <a:pt x="2647" y="2447"/>
                    </a:lnTo>
                    <a:cubicBezTo>
                      <a:pt x="2770" y="1759"/>
                      <a:pt x="2884" y="312"/>
                      <a:pt x="1724" y="32"/>
                    </a:cubicBezTo>
                    <a:cubicBezTo>
                      <a:pt x="1636" y="10"/>
                      <a:pt x="1552" y="0"/>
                      <a:pt x="1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22"/>
              <p:cNvSpPr/>
              <p:nvPr/>
            </p:nvSpPr>
            <p:spPr>
              <a:xfrm>
                <a:off x="8341725" y="115829"/>
                <a:ext cx="267198" cy="188098"/>
              </a:xfrm>
              <a:custGeom>
                <a:avLst/>
                <a:gdLst/>
                <a:ahLst/>
                <a:cxnLst/>
                <a:rect l="l" t="t" r="r" b="b"/>
                <a:pathLst>
                  <a:path w="7141" h="5027" extrusionOk="0">
                    <a:moveTo>
                      <a:pt x="3198" y="0"/>
                    </a:moveTo>
                    <a:cubicBezTo>
                      <a:pt x="998" y="0"/>
                      <a:pt x="1" y="2926"/>
                      <a:pt x="1" y="2926"/>
                    </a:cubicBezTo>
                    <a:lnTo>
                      <a:pt x="475" y="3080"/>
                    </a:lnTo>
                    <a:cubicBezTo>
                      <a:pt x="742" y="2290"/>
                      <a:pt x="1495" y="619"/>
                      <a:pt x="3054" y="619"/>
                    </a:cubicBezTo>
                    <a:cubicBezTo>
                      <a:pt x="3284" y="619"/>
                      <a:pt x="3531" y="655"/>
                      <a:pt x="3797" y="736"/>
                    </a:cubicBezTo>
                    <a:cubicBezTo>
                      <a:pt x="6456" y="1541"/>
                      <a:pt x="5916" y="4018"/>
                      <a:pt x="5648" y="4866"/>
                    </a:cubicBezTo>
                    <a:lnTo>
                      <a:pt x="6067" y="5026"/>
                    </a:lnTo>
                    <a:cubicBezTo>
                      <a:pt x="6067" y="5026"/>
                      <a:pt x="7141" y="1301"/>
                      <a:pt x="4223" y="199"/>
                    </a:cubicBezTo>
                    <a:cubicBezTo>
                      <a:pt x="3856" y="61"/>
                      <a:pt x="3515" y="0"/>
                      <a:pt x="31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22"/>
              <p:cNvSpPr/>
              <p:nvPr/>
            </p:nvSpPr>
            <p:spPr>
              <a:xfrm>
                <a:off x="8359386" y="138953"/>
                <a:ext cx="223906" cy="158950"/>
              </a:xfrm>
              <a:custGeom>
                <a:avLst/>
                <a:gdLst/>
                <a:ahLst/>
                <a:cxnLst/>
                <a:rect l="l" t="t" r="r" b="b"/>
                <a:pathLst>
                  <a:path w="5984" h="4248" extrusionOk="0">
                    <a:moveTo>
                      <a:pt x="2582" y="1"/>
                    </a:moveTo>
                    <a:cubicBezTo>
                      <a:pt x="1023" y="1"/>
                      <a:pt x="269" y="1672"/>
                      <a:pt x="0" y="2459"/>
                    </a:cubicBezTo>
                    <a:lnTo>
                      <a:pt x="627" y="2660"/>
                    </a:lnTo>
                    <a:cubicBezTo>
                      <a:pt x="890" y="1900"/>
                      <a:pt x="1508" y="619"/>
                      <a:pt x="2695" y="619"/>
                    </a:cubicBezTo>
                    <a:cubicBezTo>
                      <a:pt x="2983" y="619"/>
                      <a:pt x="3304" y="694"/>
                      <a:pt x="3661" y="871"/>
                    </a:cubicBezTo>
                    <a:cubicBezTo>
                      <a:pt x="4861" y="1463"/>
                      <a:pt x="4710" y="3199"/>
                      <a:pt x="4562" y="4017"/>
                    </a:cubicBezTo>
                    <a:lnTo>
                      <a:pt x="5173" y="4248"/>
                    </a:lnTo>
                    <a:cubicBezTo>
                      <a:pt x="5444" y="3400"/>
                      <a:pt x="5984" y="923"/>
                      <a:pt x="3325" y="118"/>
                    </a:cubicBezTo>
                    <a:cubicBezTo>
                      <a:pt x="3059" y="37"/>
                      <a:pt x="2812" y="1"/>
                      <a:pt x="258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22"/>
              <p:cNvSpPr/>
              <p:nvPr/>
            </p:nvSpPr>
            <p:spPr>
              <a:xfrm>
                <a:off x="8382696" y="162076"/>
                <a:ext cx="158613" cy="127182"/>
              </a:xfrm>
              <a:custGeom>
                <a:avLst/>
                <a:gdLst/>
                <a:ahLst/>
                <a:cxnLst/>
                <a:rect l="l" t="t" r="r" b="b"/>
                <a:pathLst>
                  <a:path w="4239" h="3399" extrusionOk="0">
                    <a:moveTo>
                      <a:pt x="2072" y="1"/>
                    </a:moveTo>
                    <a:cubicBezTo>
                      <a:pt x="884" y="1"/>
                      <a:pt x="264" y="1282"/>
                      <a:pt x="0" y="2042"/>
                    </a:cubicBezTo>
                    <a:lnTo>
                      <a:pt x="614" y="2239"/>
                    </a:lnTo>
                    <a:cubicBezTo>
                      <a:pt x="824" y="1659"/>
                      <a:pt x="1288" y="696"/>
                      <a:pt x="2085" y="696"/>
                    </a:cubicBezTo>
                    <a:cubicBezTo>
                      <a:pt x="2166" y="696"/>
                      <a:pt x="2250" y="706"/>
                      <a:pt x="2338" y="728"/>
                    </a:cubicBezTo>
                    <a:cubicBezTo>
                      <a:pt x="3498" y="1008"/>
                      <a:pt x="3384" y="2455"/>
                      <a:pt x="3261" y="3140"/>
                    </a:cubicBezTo>
                    <a:lnTo>
                      <a:pt x="3939" y="3399"/>
                    </a:lnTo>
                    <a:cubicBezTo>
                      <a:pt x="4084" y="2581"/>
                      <a:pt x="4238" y="845"/>
                      <a:pt x="3038" y="253"/>
                    </a:cubicBezTo>
                    <a:cubicBezTo>
                      <a:pt x="2681" y="76"/>
                      <a:pt x="2360" y="1"/>
                      <a:pt x="20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22"/>
              <p:cNvSpPr/>
              <p:nvPr/>
            </p:nvSpPr>
            <p:spPr>
              <a:xfrm>
                <a:off x="8355644" y="135024"/>
                <a:ext cx="241044" cy="163814"/>
              </a:xfrm>
              <a:custGeom>
                <a:avLst/>
                <a:gdLst/>
                <a:ahLst/>
                <a:cxnLst/>
                <a:rect l="l" t="t" r="r" b="b"/>
                <a:pathLst>
                  <a:path w="6442" h="4378" extrusionOk="0">
                    <a:moveTo>
                      <a:pt x="2825" y="0"/>
                    </a:moveTo>
                    <a:cubicBezTo>
                      <a:pt x="2536" y="0"/>
                      <a:pt x="2256" y="58"/>
                      <a:pt x="1985" y="174"/>
                    </a:cubicBezTo>
                    <a:cubicBezTo>
                      <a:pt x="671" y="738"/>
                      <a:pt x="48" y="2465"/>
                      <a:pt x="23" y="2536"/>
                    </a:cubicBezTo>
                    <a:cubicBezTo>
                      <a:pt x="0" y="2602"/>
                      <a:pt x="51" y="2647"/>
                      <a:pt x="102" y="2647"/>
                    </a:cubicBezTo>
                    <a:cubicBezTo>
                      <a:pt x="133" y="2647"/>
                      <a:pt x="164" y="2630"/>
                      <a:pt x="178" y="2592"/>
                    </a:cubicBezTo>
                    <a:cubicBezTo>
                      <a:pt x="184" y="2573"/>
                      <a:pt x="801" y="862"/>
                      <a:pt x="2050" y="322"/>
                    </a:cubicBezTo>
                    <a:cubicBezTo>
                      <a:pt x="2299" y="216"/>
                      <a:pt x="2558" y="163"/>
                      <a:pt x="2824" y="163"/>
                    </a:cubicBezTo>
                    <a:cubicBezTo>
                      <a:pt x="3140" y="163"/>
                      <a:pt x="3467" y="238"/>
                      <a:pt x="3802" y="387"/>
                    </a:cubicBezTo>
                    <a:cubicBezTo>
                      <a:pt x="4822" y="843"/>
                      <a:pt x="5368" y="1630"/>
                      <a:pt x="5424" y="2728"/>
                    </a:cubicBezTo>
                    <a:cubicBezTo>
                      <a:pt x="5445" y="3249"/>
                      <a:pt x="5368" y="3773"/>
                      <a:pt x="5199" y="4267"/>
                    </a:cubicBezTo>
                    <a:cubicBezTo>
                      <a:pt x="5183" y="4310"/>
                      <a:pt x="5205" y="4356"/>
                      <a:pt x="5245" y="4371"/>
                    </a:cubicBezTo>
                    <a:cubicBezTo>
                      <a:pt x="5254" y="4375"/>
                      <a:pt x="5263" y="4378"/>
                      <a:pt x="5276" y="4378"/>
                    </a:cubicBezTo>
                    <a:cubicBezTo>
                      <a:pt x="5307" y="4375"/>
                      <a:pt x="5334" y="4356"/>
                      <a:pt x="5347" y="4325"/>
                    </a:cubicBezTo>
                    <a:cubicBezTo>
                      <a:pt x="5359" y="4294"/>
                      <a:pt x="6442" y="1389"/>
                      <a:pt x="3863" y="239"/>
                    </a:cubicBezTo>
                    <a:cubicBezTo>
                      <a:pt x="3508" y="79"/>
                      <a:pt x="3161" y="0"/>
                      <a:pt x="2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22"/>
              <p:cNvSpPr/>
              <p:nvPr/>
            </p:nvSpPr>
            <p:spPr>
              <a:xfrm>
                <a:off x="8378917" y="160430"/>
                <a:ext cx="167107" cy="131822"/>
              </a:xfrm>
              <a:custGeom>
                <a:avLst/>
                <a:gdLst/>
                <a:ahLst/>
                <a:cxnLst/>
                <a:rect l="l" t="t" r="r" b="b"/>
                <a:pathLst>
                  <a:path w="4466" h="3523" extrusionOk="0">
                    <a:moveTo>
                      <a:pt x="2270" y="0"/>
                    </a:moveTo>
                    <a:cubicBezTo>
                      <a:pt x="2003" y="0"/>
                      <a:pt x="1745" y="61"/>
                      <a:pt x="1499" y="183"/>
                    </a:cubicBezTo>
                    <a:cubicBezTo>
                      <a:pt x="493" y="679"/>
                      <a:pt x="43" y="2005"/>
                      <a:pt x="21" y="2064"/>
                    </a:cubicBezTo>
                    <a:cubicBezTo>
                      <a:pt x="0" y="2127"/>
                      <a:pt x="51" y="2169"/>
                      <a:pt x="100" y="2169"/>
                    </a:cubicBezTo>
                    <a:cubicBezTo>
                      <a:pt x="131" y="2169"/>
                      <a:pt x="162" y="2153"/>
                      <a:pt x="175" y="2113"/>
                    </a:cubicBezTo>
                    <a:cubicBezTo>
                      <a:pt x="182" y="2101"/>
                      <a:pt x="626" y="793"/>
                      <a:pt x="1573" y="328"/>
                    </a:cubicBezTo>
                    <a:cubicBezTo>
                      <a:pt x="1793" y="217"/>
                      <a:pt x="2027" y="162"/>
                      <a:pt x="2269" y="162"/>
                    </a:cubicBezTo>
                    <a:cubicBezTo>
                      <a:pt x="2467" y="162"/>
                      <a:pt x="2671" y="199"/>
                      <a:pt x="2880" y="272"/>
                    </a:cubicBezTo>
                    <a:cubicBezTo>
                      <a:pt x="4466" y="818"/>
                      <a:pt x="3966" y="3403"/>
                      <a:pt x="3960" y="3427"/>
                    </a:cubicBezTo>
                    <a:cubicBezTo>
                      <a:pt x="3951" y="3470"/>
                      <a:pt x="3978" y="3514"/>
                      <a:pt x="4022" y="3523"/>
                    </a:cubicBezTo>
                    <a:lnTo>
                      <a:pt x="4040" y="3523"/>
                    </a:lnTo>
                    <a:cubicBezTo>
                      <a:pt x="4077" y="3523"/>
                      <a:pt x="4108" y="3495"/>
                      <a:pt x="4114" y="3461"/>
                    </a:cubicBezTo>
                    <a:cubicBezTo>
                      <a:pt x="4200" y="2986"/>
                      <a:pt x="4222" y="2505"/>
                      <a:pt x="4179" y="2027"/>
                    </a:cubicBezTo>
                    <a:cubicBezTo>
                      <a:pt x="4077" y="1025"/>
                      <a:pt x="3648" y="365"/>
                      <a:pt x="2933" y="118"/>
                    </a:cubicBezTo>
                    <a:cubicBezTo>
                      <a:pt x="2706" y="40"/>
                      <a:pt x="2485" y="0"/>
                      <a:pt x="22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22"/>
              <p:cNvSpPr/>
              <p:nvPr/>
            </p:nvSpPr>
            <p:spPr>
              <a:xfrm>
                <a:off x="8401853" y="185237"/>
                <a:ext cx="121906" cy="97435"/>
              </a:xfrm>
              <a:custGeom>
                <a:avLst/>
                <a:gdLst/>
                <a:ahLst/>
                <a:cxnLst/>
                <a:rect l="l" t="t" r="r" b="b"/>
                <a:pathLst>
                  <a:path w="3258" h="2604" extrusionOk="0">
                    <a:moveTo>
                      <a:pt x="1629" y="1"/>
                    </a:moveTo>
                    <a:cubicBezTo>
                      <a:pt x="1471" y="1"/>
                      <a:pt x="1312" y="37"/>
                      <a:pt x="1166" y="109"/>
                    </a:cubicBezTo>
                    <a:cubicBezTo>
                      <a:pt x="429" y="457"/>
                      <a:pt x="41" y="1549"/>
                      <a:pt x="22" y="1595"/>
                    </a:cubicBezTo>
                    <a:cubicBezTo>
                      <a:pt x="1" y="1659"/>
                      <a:pt x="52" y="1703"/>
                      <a:pt x="103" y="1703"/>
                    </a:cubicBezTo>
                    <a:cubicBezTo>
                      <a:pt x="133" y="1703"/>
                      <a:pt x="163" y="1686"/>
                      <a:pt x="176" y="1648"/>
                    </a:cubicBezTo>
                    <a:cubicBezTo>
                      <a:pt x="182" y="1638"/>
                      <a:pt x="562" y="574"/>
                      <a:pt x="1237" y="254"/>
                    </a:cubicBezTo>
                    <a:cubicBezTo>
                      <a:pt x="1360" y="194"/>
                      <a:pt x="1495" y="163"/>
                      <a:pt x="1630" y="163"/>
                    </a:cubicBezTo>
                    <a:cubicBezTo>
                      <a:pt x="1738" y="163"/>
                      <a:pt x="1847" y="183"/>
                      <a:pt x="1950" y="223"/>
                    </a:cubicBezTo>
                    <a:cubicBezTo>
                      <a:pt x="3069" y="624"/>
                      <a:pt x="2674" y="2487"/>
                      <a:pt x="2668" y="2505"/>
                    </a:cubicBezTo>
                    <a:cubicBezTo>
                      <a:pt x="2659" y="2548"/>
                      <a:pt x="2687" y="2592"/>
                      <a:pt x="2730" y="2601"/>
                    </a:cubicBezTo>
                    <a:cubicBezTo>
                      <a:pt x="2736" y="2604"/>
                      <a:pt x="2742" y="2604"/>
                      <a:pt x="2749" y="2604"/>
                    </a:cubicBezTo>
                    <a:cubicBezTo>
                      <a:pt x="2786" y="2601"/>
                      <a:pt x="2816" y="2576"/>
                      <a:pt x="2826" y="2539"/>
                    </a:cubicBezTo>
                    <a:cubicBezTo>
                      <a:pt x="2844" y="2456"/>
                      <a:pt x="3257" y="519"/>
                      <a:pt x="2002" y="69"/>
                    </a:cubicBezTo>
                    <a:cubicBezTo>
                      <a:pt x="1882" y="23"/>
                      <a:pt x="1755" y="1"/>
                      <a:pt x="16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04" name="Google Shape;2204;p22"/>
            <p:cNvSpPr/>
            <p:nvPr/>
          </p:nvSpPr>
          <p:spPr>
            <a:xfrm>
              <a:off x="738125" y="421348"/>
              <a:ext cx="76150" cy="76625"/>
            </a:xfrm>
            <a:custGeom>
              <a:avLst/>
              <a:gdLst/>
              <a:ahLst/>
              <a:cxnLst/>
              <a:rect l="l" t="t" r="r" b="b"/>
              <a:pathLst>
                <a:path w="1518" h="1528" extrusionOk="0">
                  <a:moveTo>
                    <a:pt x="812" y="1"/>
                  </a:moveTo>
                  <a:cubicBezTo>
                    <a:pt x="765" y="1"/>
                    <a:pt x="731" y="38"/>
                    <a:pt x="731" y="81"/>
                  </a:cubicBezTo>
                  <a:lnTo>
                    <a:pt x="728" y="543"/>
                  </a:lnTo>
                  <a:lnTo>
                    <a:pt x="451" y="250"/>
                  </a:lnTo>
                  <a:cubicBezTo>
                    <a:pt x="433" y="232"/>
                    <a:pt x="413" y="224"/>
                    <a:pt x="394" y="224"/>
                  </a:cubicBezTo>
                  <a:cubicBezTo>
                    <a:pt x="332" y="224"/>
                    <a:pt x="277" y="303"/>
                    <a:pt x="333" y="365"/>
                  </a:cubicBezTo>
                  <a:lnTo>
                    <a:pt x="617" y="664"/>
                  </a:lnTo>
                  <a:lnTo>
                    <a:pt x="99" y="670"/>
                  </a:lnTo>
                  <a:cubicBezTo>
                    <a:pt x="0" y="676"/>
                    <a:pt x="0" y="824"/>
                    <a:pt x="99" y="830"/>
                  </a:cubicBezTo>
                  <a:lnTo>
                    <a:pt x="574" y="827"/>
                  </a:lnTo>
                  <a:lnTo>
                    <a:pt x="574" y="827"/>
                  </a:lnTo>
                  <a:lnTo>
                    <a:pt x="207" y="1083"/>
                  </a:lnTo>
                  <a:cubicBezTo>
                    <a:pt x="142" y="1126"/>
                    <a:pt x="173" y="1228"/>
                    <a:pt x="253" y="1228"/>
                  </a:cubicBezTo>
                  <a:cubicBezTo>
                    <a:pt x="269" y="1228"/>
                    <a:pt x="284" y="1225"/>
                    <a:pt x="300" y="1216"/>
                  </a:cubicBezTo>
                  <a:lnTo>
                    <a:pt x="722" y="920"/>
                  </a:lnTo>
                  <a:lnTo>
                    <a:pt x="719" y="1444"/>
                  </a:lnTo>
                  <a:cubicBezTo>
                    <a:pt x="719" y="1490"/>
                    <a:pt x="756" y="1527"/>
                    <a:pt x="802" y="1527"/>
                  </a:cubicBezTo>
                  <a:cubicBezTo>
                    <a:pt x="845" y="1527"/>
                    <a:pt x="882" y="1490"/>
                    <a:pt x="882" y="1447"/>
                  </a:cubicBezTo>
                  <a:lnTo>
                    <a:pt x="886" y="951"/>
                  </a:lnTo>
                  <a:lnTo>
                    <a:pt x="1182" y="1262"/>
                  </a:lnTo>
                  <a:cubicBezTo>
                    <a:pt x="1194" y="1277"/>
                    <a:pt x="1216" y="1287"/>
                    <a:pt x="1240" y="1287"/>
                  </a:cubicBezTo>
                  <a:cubicBezTo>
                    <a:pt x="1311" y="1287"/>
                    <a:pt x="1345" y="1203"/>
                    <a:pt x="1299" y="1151"/>
                  </a:cubicBezTo>
                  <a:lnTo>
                    <a:pt x="990" y="824"/>
                  </a:lnTo>
                  <a:lnTo>
                    <a:pt x="1410" y="818"/>
                  </a:lnTo>
                  <a:cubicBezTo>
                    <a:pt x="1518" y="818"/>
                    <a:pt x="1518" y="658"/>
                    <a:pt x="1410" y="658"/>
                  </a:cubicBezTo>
                  <a:lnTo>
                    <a:pt x="1095" y="661"/>
                  </a:lnTo>
                  <a:lnTo>
                    <a:pt x="1095" y="661"/>
                  </a:lnTo>
                  <a:lnTo>
                    <a:pt x="1425" y="429"/>
                  </a:lnTo>
                  <a:cubicBezTo>
                    <a:pt x="1492" y="378"/>
                    <a:pt x="1443" y="284"/>
                    <a:pt x="1376" y="284"/>
                  </a:cubicBezTo>
                  <a:cubicBezTo>
                    <a:pt x="1362" y="284"/>
                    <a:pt x="1347" y="288"/>
                    <a:pt x="1333" y="297"/>
                  </a:cubicBezTo>
                  <a:lnTo>
                    <a:pt x="889" y="605"/>
                  </a:lnTo>
                  <a:lnTo>
                    <a:pt x="889" y="605"/>
                  </a:lnTo>
                  <a:lnTo>
                    <a:pt x="892" y="84"/>
                  </a:lnTo>
                  <a:cubicBezTo>
                    <a:pt x="892" y="38"/>
                    <a:pt x="855" y="4"/>
                    <a:pt x="8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22"/>
            <p:cNvSpPr/>
            <p:nvPr/>
          </p:nvSpPr>
          <p:spPr>
            <a:xfrm>
              <a:off x="679734" y="119474"/>
              <a:ext cx="70741" cy="70930"/>
            </a:xfrm>
            <a:custGeom>
              <a:avLst/>
              <a:gdLst/>
              <a:ahLst/>
              <a:cxnLst/>
              <a:rect l="l" t="t" r="r" b="b"/>
              <a:pathLst>
                <a:path w="1121" h="1124" extrusionOk="0">
                  <a:moveTo>
                    <a:pt x="562" y="164"/>
                  </a:moveTo>
                  <a:cubicBezTo>
                    <a:pt x="781" y="168"/>
                    <a:pt x="960" y="346"/>
                    <a:pt x="957" y="565"/>
                  </a:cubicBezTo>
                  <a:cubicBezTo>
                    <a:pt x="957" y="784"/>
                    <a:pt x="778" y="960"/>
                    <a:pt x="562" y="960"/>
                  </a:cubicBezTo>
                  <a:cubicBezTo>
                    <a:pt x="340" y="960"/>
                    <a:pt x="164" y="781"/>
                    <a:pt x="164" y="562"/>
                  </a:cubicBezTo>
                  <a:cubicBezTo>
                    <a:pt x="164" y="344"/>
                    <a:pt x="341" y="166"/>
                    <a:pt x="562" y="164"/>
                  </a:cubicBezTo>
                  <a:close/>
                  <a:moveTo>
                    <a:pt x="559" y="1"/>
                  </a:moveTo>
                  <a:cubicBezTo>
                    <a:pt x="250" y="1"/>
                    <a:pt x="0" y="251"/>
                    <a:pt x="0" y="562"/>
                  </a:cubicBezTo>
                  <a:cubicBezTo>
                    <a:pt x="0" y="871"/>
                    <a:pt x="250" y="1120"/>
                    <a:pt x="559" y="1123"/>
                  </a:cubicBezTo>
                  <a:lnTo>
                    <a:pt x="562" y="1123"/>
                  </a:lnTo>
                  <a:cubicBezTo>
                    <a:pt x="870" y="1120"/>
                    <a:pt x="1120" y="871"/>
                    <a:pt x="1120" y="562"/>
                  </a:cubicBezTo>
                  <a:cubicBezTo>
                    <a:pt x="1120" y="251"/>
                    <a:pt x="870" y="1"/>
                    <a:pt x="5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22"/>
            <p:cNvSpPr/>
            <p:nvPr/>
          </p:nvSpPr>
          <p:spPr>
            <a:xfrm>
              <a:off x="64228" y="1429033"/>
              <a:ext cx="114472" cy="115104"/>
            </a:xfrm>
            <a:custGeom>
              <a:avLst/>
              <a:gdLst/>
              <a:ahLst/>
              <a:cxnLst/>
              <a:rect l="l" t="t" r="r" b="b"/>
              <a:pathLst>
                <a:path w="1814" h="1824" extrusionOk="0">
                  <a:moveTo>
                    <a:pt x="969" y="232"/>
                  </a:moveTo>
                  <a:cubicBezTo>
                    <a:pt x="993" y="309"/>
                    <a:pt x="1018" y="414"/>
                    <a:pt x="1034" y="482"/>
                  </a:cubicBezTo>
                  <a:cubicBezTo>
                    <a:pt x="1080" y="664"/>
                    <a:pt x="1089" y="704"/>
                    <a:pt x="1111" y="735"/>
                  </a:cubicBezTo>
                  <a:cubicBezTo>
                    <a:pt x="1135" y="766"/>
                    <a:pt x="1169" y="778"/>
                    <a:pt x="1348" y="843"/>
                  </a:cubicBezTo>
                  <a:cubicBezTo>
                    <a:pt x="1410" y="868"/>
                    <a:pt x="1509" y="901"/>
                    <a:pt x="1579" y="929"/>
                  </a:cubicBezTo>
                  <a:cubicBezTo>
                    <a:pt x="1478" y="975"/>
                    <a:pt x="1314" y="1037"/>
                    <a:pt x="1169" y="1090"/>
                  </a:cubicBezTo>
                  <a:cubicBezTo>
                    <a:pt x="1148" y="1096"/>
                    <a:pt x="1132" y="1111"/>
                    <a:pt x="1123" y="1133"/>
                  </a:cubicBezTo>
                  <a:cubicBezTo>
                    <a:pt x="1049" y="1299"/>
                    <a:pt x="960" y="1487"/>
                    <a:pt x="901" y="1592"/>
                  </a:cubicBezTo>
                  <a:cubicBezTo>
                    <a:pt x="861" y="1478"/>
                    <a:pt x="805" y="1278"/>
                    <a:pt x="762" y="1105"/>
                  </a:cubicBezTo>
                  <a:cubicBezTo>
                    <a:pt x="753" y="1071"/>
                    <a:pt x="728" y="1049"/>
                    <a:pt x="697" y="1043"/>
                  </a:cubicBezTo>
                  <a:cubicBezTo>
                    <a:pt x="528" y="1012"/>
                    <a:pt x="333" y="969"/>
                    <a:pt x="229" y="938"/>
                  </a:cubicBezTo>
                  <a:cubicBezTo>
                    <a:pt x="395" y="849"/>
                    <a:pt x="565" y="772"/>
                    <a:pt x="741" y="704"/>
                  </a:cubicBezTo>
                  <a:cubicBezTo>
                    <a:pt x="759" y="695"/>
                    <a:pt x="778" y="676"/>
                    <a:pt x="784" y="658"/>
                  </a:cubicBezTo>
                  <a:cubicBezTo>
                    <a:pt x="839" y="513"/>
                    <a:pt x="901" y="371"/>
                    <a:pt x="969" y="232"/>
                  </a:cubicBezTo>
                  <a:close/>
                  <a:moveTo>
                    <a:pt x="990" y="1"/>
                  </a:moveTo>
                  <a:cubicBezTo>
                    <a:pt x="941" y="1"/>
                    <a:pt x="867" y="1"/>
                    <a:pt x="648" y="571"/>
                  </a:cubicBezTo>
                  <a:cubicBezTo>
                    <a:pt x="40" y="815"/>
                    <a:pt x="19" y="895"/>
                    <a:pt x="10" y="929"/>
                  </a:cubicBezTo>
                  <a:cubicBezTo>
                    <a:pt x="0" y="957"/>
                    <a:pt x="6" y="985"/>
                    <a:pt x="22" y="1009"/>
                  </a:cubicBezTo>
                  <a:cubicBezTo>
                    <a:pt x="37" y="1031"/>
                    <a:pt x="84" y="1093"/>
                    <a:pt x="617" y="1198"/>
                  </a:cubicBezTo>
                  <a:cubicBezTo>
                    <a:pt x="774" y="1824"/>
                    <a:pt x="830" y="1824"/>
                    <a:pt x="892" y="1824"/>
                  </a:cubicBezTo>
                  <a:lnTo>
                    <a:pt x="898" y="1824"/>
                  </a:lnTo>
                  <a:cubicBezTo>
                    <a:pt x="944" y="1821"/>
                    <a:pt x="1000" y="1817"/>
                    <a:pt x="1259" y="1231"/>
                  </a:cubicBezTo>
                  <a:cubicBezTo>
                    <a:pt x="1416" y="1176"/>
                    <a:pt x="1718" y="1065"/>
                    <a:pt x="1783" y="1006"/>
                  </a:cubicBezTo>
                  <a:cubicBezTo>
                    <a:pt x="1805" y="985"/>
                    <a:pt x="1814" y="951"/>
                    <a:pt x="1811" y="920"/>
                  </a:cubicBezTo>
                  <a:cubicBezTo>
                    <a:pt x="1795" y="846"/>
                    <a:pt x="1715" y="806"/>
                    <a:pt x="1404" y="695"/>
                  </a:cubicBezTo>
                  <a:cubicBezTo>
                    <a:pt x="1345" y="673"/>
                    <a:pt x="1274" y="649"/>
                    <a:pt x="1243" y="633"/>
                  </a:cubicBezTo>
                  <a:cubicBezTo>
                    <a:pt x="1234" y="599"/>
                    <a:pt x="1212" y="516"/>
                    <a:pt x="1194" y="448"/>
                  </a:cubicBezTo>
                  <a:cubicBezTo>
                    <a:pt x="1141" y="229"/>
                    <a:pt x="1104" y="93"/>
                    <a:pt x="1067" y="41"/>
                  </a:cubicBezTo>
                  <a:cubicBezTo>
                    <a:pt x="1046" y="16"/>
                    <a:pt x="1018" y="4"/>
                    <a:pt x="99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22"/>
            <p:cNvSpPr/>
            <p:nvPr/>
          </p:nvSpPr>
          <p:spPr>
            <a:xfrm>
              <a:off x="132954" y="704685"/>
              <a:ext cx="117305" cy="117305"/>
            </a:xfrm>
            <a:custGeom>
              <a:avLst/>
              <a:gdLst/>
              <a:ahLst/>
              <a:cxnLst/>
              <a:rect l="l" t="t" r="r" b="b"/>
              <a:pathLst>
                <a:path w="1611" h="1611" extrusionOk="0">
                  <a:moveTo>
                    <a:pt x="871" y="1"/>
                  </a:moveTo>
                  <a:cubicBezTo>
                    <a:pt x="821" y="1"/>
                    <a:pt x="784" y="38"/>
                    <a:pt x="784" y="84"/>
                  </a:cubicBezTo>
                  <a:lnTo>
                    <a:pt x="781" y="574"/>
                  </a:lnTo>
                  <a:lnTo>
                    <a:pt x="488" y="263"/>
                  </a:lnTo>
                  <a:cubicBezTo>
                    <a:pt x="469" y="243"/>
                    <a:pt x="447" y="234"/>
                    <a:pt x="426" y="234"/>
                  </a:cubicBezTo>
                  <a:cubicBezTo>
                    <a:pt x="360" y="234"/>
                    <a:pt x="303" y="317"/>
                    <a:pt x="362" y="380"/>
                  </a:cubicBezTo>
                  <a:lnTo>
                    <a:pt x="664" y="701"/>
                  </a:lnTo>
                  <a:lnTo>
                    <a:pt x="115" y="704"/>
                  </a:lnTo>
                  <a:cubicBezTo>
                    <a:pt x="1" y="704"/>
                    <a:pt x="1" y="877"/>
                    <a:pt x="115" y="877"/>
                  </a:cubicBezTo>
                  <a:lnTo>
                    <a:pt x="618" y="870"/>
                  </a:lnTo>
                  <a:lnTo>
                    <a:pt x="618" y="870"/>
                  </a:lnTo>
                  <a:lnTo>
                    <a:pt x="232" y="1142"/>
                  </a:lnTo>
                  <a:cubicBezTo>
                    <a:pt x="167" y="1191"/>
                    <a:pt x="201" y="1293"/>
                    <a:pt x="282" y="1296"/>
                  </a:cubicBezTo>
                  <a:cubicBezTo>
                    <a:pt x="297" y="1296"/>
                    <a:pt x="315" y="1290"/>
                    <a:pt x="331" y="1281"/>
                  </a:cubicBezTo>
                  <a:lnTo>
                    <a:pt x="781" y="966"/>
                  </a:lnTo>
                  <a:lnTo>
                    <a:pt x="775" y="1524"/>
                  </a:lnTo>
                  <a:cubicBezTo>
                    <a:pt x="775" y="1571"/>
                    <a:pt x="815" y="1611"/>
                    <a:pt x="861" y="1611"/>
                  </a:cubicBezTo>
                  <a:cubicBezTo>
                    <a:pt x="908" y="1611"/>
                    <a:pt x="948" y="1571"/>
                    <a:pt x="948" y="1524"/>
                  </a:cubicBezTo>
                  <a:lnTo>
                    <a:pt x="951" y="997"/>
                  </a:lnTo>
                  <a:lnTo>
                    <a:pt x="1262" y="1330"/>
                  </a:lnTo>
                  <a:cubicBezTo>
                    <a:pt x="1281" y="1345"/>
                    <a:pt x="1302" y="1355"/>
                    <a:pt x="1327" y="1355"/>
                  </a:cubicBezTo>
                  <a:cubicBezTo>
                    <a:pt x="1349" y="1355"/>
                    <a:pt x="1367" y="1349"/>
                    <a:pt x="1386" y="1333"/>
                  </a:cubicBezTo>
                  <a:cubicBezTo>
                    <a:pt x="1420" y="1299"/>
                    <a:pt x="1420" y="1247"/>
                    <a:pt x="1389" y="1210"/>
                  </a:cubicBezTo>
                  <a:lnTo>
                    <a:pt x="1059" y="864"/>
                  </a:lnTo>
                  <a:lnTo>
                    <a:pt x="1506" y="861"/>
                  </a:lnTo>
                  <a:cubicBezTo>
                    <a:pt x="1611" y="852"/>
                    <a:pt x="1611" y="695"/>
                    <a:pt x="1506" y="689"/>
                  </a:cubicBezTo>
                  <a:lnTo>
                    <a:pt x="1503" y="692"/>
                  </a:lnTo>
                  <a:lnTo>
                    <a:pt x="1170" y="695"/>
                  </a:lnTo>
                  <a:lnTo>
                    <a:pt x="1518" y="451"/>
                  </a:lnTo>
                  <a:cubicBezTo>
                    <a:pt x="1592" y="398"/>
                    <a:pt x="1540" y="297"/>
                    <a:pt x="1468" y="297"/>
                  </a:cubicBezTo>
                  <a:cubicBezTo>
                    <a:pt x="1453" y="297"/>
                    <a:pt x="1436" y="301"/>
                    <a:pt x="1420" y="312"/>
                  </a:cubicBezTo>
                  <a:lnTo>
                    <a:pt x="951" y="639"/>
                  </a:lnTo>
                  <a:lnTo>
                    <a:pt x="954" y="87"/>
                  </a:lnTo>
                  <a:cubicBezTo>
                    <a:pt x="954" y="38"/>
                    <a:pt x="917" y="1"/>
                    <a:pt x="8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22"/>
            <p:cNvSpPr/>
            <p:nvPr/>
          </p:nvSpPr>
          <p:spPr>
            <a:xfrm rot="-5594267">
              <a:off x="128159" y="103595"/>
              <a:ext cx="102915" cy="102661"/>
            </a:xfrm>
            <a:custGeom>
              <a:avLst/>
              <a:gdLst/>
              <a:ahLst/>
              <a:cxnLst/>
              <a:rect l="l" t="t" r="r" b="b"/>
              <a:pathLst>
                <a:path w="1618" h="1614" extrusionOk="0">
                  <a:moveTo>
                    <a:pt x="868" y="1"/>
                  </a:moveTo>
                  <a:cubicBezTo>
                    <a:pt x="821" y="1"/>
                    <a:pt x="784" y="38"/>
                    <a:pt x="784" y="87"/>
                  </a:cubicBezTo>
                  <a:lnTo>
                    <a:pt x="781" y="575"/>
                  </a:lnTo>
                  <a:lnTo>
                    <a:pt x="488" y="266"/>
                  </a:lnTo>
                  <a:cubicBezTo>
                    <a:pt x="470" y="251"/>
                    <a:pt x="451" y="245"/>
                    <a:pt x="432" y="245"/>
                  </a:cubicBezTo>
                  <a:cubicBezTo>
                    <a:pt x="369" y="245"/>
                    <a:pt x="316" y="318"/>
                    <a:pt x="362" y="380"/>
                  </a:cubicBezTo>
                  <a:lnTo>
                    <a:pt x="664" y="701"/>
                  </a:lnTo>
                  <a:lnTo>
                    <a:pt x="115" y="707"/>
                  </a:lnTo>
                  <a:cubicBezTo>
                    <a:pt x="1" y="707"/>
                    <a:pt x="1" y="877"/>
                    <a:pt x="115" y="877"/>
                  </a:cubicBezTo>
                  <a:lnTo>
                    <a:pt x="618" y="874"/>
                  </a:lnTo>
                  <a:lnTo>
                    <a:pt x="229" y="1142"/>
                  </a:lnTo>
                  <a:cubicBezTo>
                    <a:pt x="189" y="1170"/>
                    <a:pt x="180" y="1222"/>
                    <a:pt x="208" y="1262"/>
                  </a:cubicBezTo>
                  <a:cubicBezTo>
                    <a:pt x="225" y="1285"/>
                    <a:pt x="252" y="1298"/>
                    <a:pt x="279" y="1298"/>
                  </a:cubicBezTo>
                  <a:cubicBezTo>
                    <a:pt x="296" y="1298"/>
                    <a:pt x="313" y="1293"/>
                    <a:pt x="328" y="1284"/>
                  </a:cubicBezTo>
                  <a:lnTo>
                    <a:pt x="775" y="969"/>
                  </a:lnTo>
                  <a:lnTo>
                    <a:pt x="775" y="1528"/>
                  </a:lnTo>
                  <a:cubicBezTo>
                    <a:pt x="772" y="1574"/>
                    <a:pt x="812" y="1614"/>
                    <a:pt x="858" y="1614"/>
                  </a:cubicBezTo>
                  <a:cubicBezTo>
                    <a:pt x="905" y="1614"/>
                    <a:pt x="945" y="1574"/>
                    <a:pt x="945" y="1528"/>
                  </a:cubicBezTo>
                  <a:lnTo>
                    <a:pt x="948" y="1000"/>
                  </a:lnTo>
                  <a:lnTo>
                    <a:pt x="1259" y="1333"/>
                  </a:lnTo>
                  <a:cubicBezTo>
                    <a:pt x="1278" y="1353"/>
                    <a:pt x="1300" y="1361"/>
                    <a:pt x="1321" y="1361"/>
                  </a:cubicBezTo>
                  <a:cubicBezTo>
                    <a:pt x="1387" y="1361"/>
                    <a:pt x="1444" y="1277"/>
                    <a:pt x="1386" y="1213"/>
                  </a:cubicBezTo>
                  <a:lnTo>
                    <a:pt x="1059" y="868"/>
                  </a:lnTo>
                  <a:lnTo>
                    <a:pt x="1503" y="865"/>
                  </a:lnTo>
                  <a:cubicBezTo>
                    <a:pt x="1617" y="861"/>
                    <a:pt x="1617" y="692"/>
                    <a:pt x="1503" y="692"/>
                  </a:cubicBezTo>
                  <a:lnTo>
                    <a:pt x="1173" y="695"/>
                  </a:lnTo>
                  <a:lnTo>
                    <a:pt x="1518" y="454"/>
                  </a:lnTo>
                  <a:cubicBezTo>
                    <a:pt x="1597" y="401"/>
                    <a:pt x="1544" y="296"/>
                    <a:pt x="1472" y="296"/>
                  </a:cubicBezTo>
                  <a:cubicBezTo>
                    <a:pt x="1456" y="296"/>
                    <a:pt x="1439" y="301"/>
                    <a:pt x="1423" y="312"/>
                  </a:cubicBezTo>
                  <a:lnTo>
                    <a:pt x="951" y="639"/>
                  </a:lnTo>
                  <a:lnTo>
                    <a:pt x="954" y="87"/>
                  </a:lnTo>
                  <a:cubicBezTo>
                    <a:pt x="954" y="41"/>
                    <a:pt x="917" y="1"/>
                    <a:pt x="8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09" name="Google Shape;2209;p22"/>
            <p:cNvGrpSpPr/>
            <p:nvPr/>
          </p:nvGrpSpPr>
          <p:grpSpPr>
            <a:xfrm>
              <a:off x="978054" y="146142"/>
              <a:ext cx="446685" cy="265947"/>
              <a:chOff x="978054" y="146142"/>
              <a:chExt cx="446685" cy="265947"/>
            </a:xfrm>
          </p:grpSpPr>
          <p:sp>
            <p:nvSpPr>
              <p:cNvPr id="2210" name="Google Shape;2210;p22"/>
              <p:cNvSpPr/>
              <p:nvPr/>
            </p:nvSpPr>
            <p:spPr>
              <a:xfrm>
                <a:off x="978054" y="151960"/>
                <a:ext cx="446685" cy="254309"/>
              </a:xfrm>
              <a:custGeom>
                <a:avLst/>
                <a:gdLst/>
                <a:ahLst/>
                <a:cxnLst/>
                <a:rect l="l" t="t" r="r" b="b"/>
                <a:pathLst>
                  <a:path w="6448" h="3671" extrusionOk="0">
                    <a:moveTo>
                      <a:pt x="3915" y="0"/>
                    </a:moveTo>
                    <a:cubicBezTo>
                      <a:pt x="3615" y="0"/>
                      <a:pt x="3350" y="167"/>
                      <a:pt x="3169" y="387"/>
                    </a:cubicBezTo>
                    <a:lnTo>
                      <a:pt x="3169" y="387"/>
                    </a:lnTo>
                    <a:cubicBezTo>
                      <a:pt x="3046" y="288"/>
                      <a:pt x="2886" y="200"/>
                      <a:pt x="2681" y="132"/>
                    </a:cubicBezTo>
                    <a:cubicBezTo>
                      <a:pt x="2511" y="76"/>
                      <a:pt x="2368" y="52"/>
                      <a:pt x="2248" y="52"/>
                    </a:cubicBezTo>
                    <a:cubicBezTo>
                      <a:pt x="1490" y="52"/>
                      <a:pt x="1623" y="1005"/>
                      <a:pt x="1623" y="1005"/>
                    </a:cubicBezTo>
                    <a:cubicBezTo>
                      <a:pt x="1545" y="958"/>
                      <a:pt x="1462" y="937"/>
                      <a:pt x="1377" y="937"/>
                    </a:cubicBezTo>
                    <a:cubicBezTo>
                      <a:pt x="735" y="937"/>
                      <a:pt x="1" y="2154"/>
                      <a:pt x="840" y="2769"/>
                    </a:cubicBezTo>
                    <a:cubicBezTo>
                      <a:pt x="1102" y="2963"/>
                      <a:pt x="1351" y="3051"/>
                      <a:pt x="1564" y="3064"/>
                    </a:cubicBezTo>
                    <a:lnTo>
                      <a:pt x="1564" y="3064"/>
                    </a:lnTo>
                    <a:cubicBezTo>
                      <a:pt x="1637" y="3387"/>
                      <a:pt x="1868" y="3665"/>
                      <a:pt x="2357" y="3670"/>
                    </a:cubicBezTo>
                    <a:cubicBezTo>
                      <a:pt x="2374" y="3670"/>
                      <a:pt x="2392" y="3670"/>
                      <a:pt x="2408" y="3670"/>
                    </a:cubicBezTo>
                    <a:cubicBezTo>
                      <a:pt x="3079" y="3670"/>
                      <a:pt x="3528" y="3515"/>
                      <a:pt x="3781" y="3285"/>
                    </a:cubicBezTo>
                    <a:lnTo>
                      <a:pt x="3781" y="3285"/>
                    </a:lnTo>
                    <a:cubicBezTo>
                      <a:pt x="3834" y="3357"/>
                      <a:pt x="3900" y="3426"/>
                      <a:pt x="3983" y="3491"/>
                    </a:cubicBezTo>
                    <a:cubicBezTo>
                      <a:pt x="4094" y="3579"/>
                      <a:pt x="4230" y="3618"/>
                      <a:pt x="4376" y="3618"/>
                    </a:cubicBezTo>
                    <a:cubicBezTo>
                      <a:pt x="5223" y="3618"/>
                      <a:pt x="6448" y="2304"/>
                      <a:pt x="5722" y="1542"/>
                    </a:cubicBezTo>
                    <a:cubicBezTo>
                      <a:pt x="5522" y="1331"/>
                      <a:pt x="5310" y="1251"/>
                      <a:pt x="5112" y="1251"/>
                    </a:cubicBezTo>
                    <a:cubicBezTo>
                      <a:pt x="5090" y="1251"/>
                      <a:pt x="5068" y="1252"/>
                      <a:pt x="5046" y="1254"/>
                    </a:cubicBezTo>
                    <a:lnTo>
                      <a:pt x="5046" y="1254"/>
                    </a:lnTo>
                    <a:cubicBezTo>
                      <a:pt x="5054" y="878"/>
                      <a:pt x="4866" y="444"/>
                      <a:pt x="4402" y="151"/>
                    </a:cubicBezTo>
                    <a:cubicBezTo>
                      <a:pt x="4235" y="45"/>
                      <a:pt x="4070" y="0"/>
                      <a:pt x="39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22"/>
              <p:cNvSpPr/>
              <p:nvPr/>
            </p:nvSpPr>
            <p:spPr>
              <a:xfrm>
                <a:off x="999986" y="146142"/>
                <a:ext cx="402834" cy="265947"/>
              </a:xfrm>
              <a:custGeom>
                <a:avLst/>
                <a:gdLst/>
                <a:ahLst/>
                <a:cxnLst/>
                <a:rect l="l" t="t" r="r" b="b"/>
                <a:pathLst>
                  <a:path w="5815" h="3839" extrusionOk="0">
                    <a:moveTo>
                      <a:pt x="2894" y="594"/>
                    </a:moveTo>
                    <a:cubicBezTo>
                      <a:pt x="3125" y="816"/>
                      <a:pt x="3174" y="1078"/>
                      <a:pt x="3110" y="1251"/>
                    </a:cubicBezTo>
                    <a:cubicBezTo>
                      <a:pt x="3077" y="1342"/>
                      <a:pt x="3020" y="1391"/>
                      <a:pt x="2952" y="1391"/>
                    </a:cubicBezTo>
                    <a:cubicBezTo>
                      <a:pt x="2910" y="1391"/>
                      <a:pt x="2864" y="1373"/>
                      <a:pt x="2817" y="1334"/>
                    </a:cubicBezTo>
                    <a:cubicBezTo>
                      <a:pt x="2656" y="1195"/>
                      <a:pt x="2693" y="877"/>
                      <a:pt x="2894" y="594"/>
                    </a:cubicBezTo>
                    <a:close/>
                    <a:moveTo>
                      <a:pt x="4667" y="1439"/>
                    </a:moveTo>
                    <a:lnTo>
                      <a:pt x="4667" y="1439"/>
                    </a:lnTo>
                    <a:cubicBezTo>
                      <a:pt x="4627" y="1750"/>
                      <a:pt x="4436" y="1981"/>
                      <a:pt x="4177" y="2018"/>
                    </a:cubicBezTo>
                    <a:cubicBezTo>
                      <a:pt x="4161" y="2018"/>
                      <a:pt x="4149" y="2022"/>
                      <a:pt x="4134" y="2022"/>
                    </a:cubicBezTo>
                    <a:cubicBezTo>
                      <a:pt x="4063" y="2022"/>
                      <a:pt x="4063" y="2000"/>
                      <a:pt x="4063" y="1981"/>
                    </a:cubicBezTo>
                    <a:cubicBezTo>
                      <a:pt x="4060" y="1852"/>
                      <a:pt x="4309" y="1519"/>
                      <a:pt x="4667" y="1439"/>
                    </a:cubicBezTo>
                    <a:close/>
                    <a:moveTo>
                      <a:pt x="1620" y="2253"/>
                    </a:moveTo>
                    <a:cubicBezTo>
                      <a:pt x="1663" y="2253"/>
                      <a:pt x="1706" y="2293"/>
                      <a:pt x="1731" y="2327"/>
                    </a:cubicBezTo>
                    <a:cubicBezTo>
                      <a:pt x="1857" y="2484"/>
                      <a:pt x="1888" y="2660"/>
                      <a:pt x="1820" y="2805"/>
                    </a:cubicBezTo>
                    <a:cubicBezTo>
                      <a:pt x="1743" y="2959"/>
                      <a:pt x="1564" y="3055"/>
                      <a:pt x="1348" y="3061"/>
                    </a:cubicBezTo>
                    <a:cubicBezTo>
                      <a:pt x="1305" y="2774"/>
                      <a:pt x="1385" y="2472"/>
                      <a:pt x="1500" y="2330"/>
                    </a:cubicBezTo>
                    <a:cubicBezTo>
                      <a:pt x="1543" y="2278"/>
                      <a:pt x="1583" y="2253"/>
                      <a:pt x="1620" y="2253"/>
                    </a:cubicBezTo>
                    <a:close/>
                    <a:moveTo>
                      <a:pt x="3548" y="2490"/>
                    </a:moveTo>
                    <a:cubicBezTo>
                      <a:pt x="3563" y="2490"/>
                      <a:pt x="3597" y="2524"/>
                      <a:pt x="3625" y="2614"/>
                    </a:cubicBezTo>
                    <a:cubicBezTo>
                      <a:pt x="3699" y="2827"/>
                      <a:pt x="3652" y="3061"/>
                      <a:pt x="3507" y="3231"/>
                    </a:cubicBezTo>
                    <a:cubicBezTo>
                      <a:pt x="3372" y="2993"/>
                      <a:pt x="3384" y="2737"/>
                      <a:pt x="3461" y="2586"/>
                    </a:cubicBezTo>
                    <a:cubicBezTo>
                      <a:pt x="3495" y="2518"/>
                      <a:pt x="3532" y="2490"/>
                      <a:pt x="3548" y="2490"/>
                    </a:cubicBezTo>
                    <a:close/>
                    <a:moveTo>
                      <a:pt x="3628" y="170"/>
                    </a:moveTo>
                    <a:cubicBezTo>
                      <a:pt x="3775" y="170"/>
                      <a:pt x="3925" y="213"/>
                      <a:pt x="4066" y="304"/>
                    </a:cubicBezTo>
                    <a:cubicBezTo>
                      <a:pt x="4430" y="532"/>
                      <a:pt x="4652" y="887"/>
                      <a:pt x="4673" y="1260"/>
                    </a:cubicBezTo>
                    <a:cubicBezTo>
                      <a:pt x="4229" y="1340"/>
                      <a:pt x="3881" y="1747"/>
                      <a:pt x="3893" y="1988"/>
                    </a:cubicBezTo>
                    <a:cubicBezTo>
                      <a:pt x="3899" y="2086"/>
                      <a:pt x="3960" y="2190"/>
                      <a:pt x="4132" y="2190"/>
                    </a:cubicBezTo>
                    <a:cubicBezTo>
                      <a:pt x="4153" y="2190"/>
                      <a:pt x="4177" y="2188"/>
                      <a:pt x="4201" y="2185"/>
                    </a:cubicBezTo>
                    <a:cubicBezTo>
                      <a:pt x="4550" y="2139"/>
                      <a:pt x="4803" y="1827"/>
                      <a:pt x="4840" y="1417"/>
                    </a:cubicBezTo>
                    <a:cubicBezTo>
                      <a:pt x="5034" y="1423"/>
                      <a:pt x="5213" y="1510"/>
                      <a:pt x="5373" y="1682"/>
                    </a:cubicBezTo>
                    <a:cubicBezTo>
                      <a:pt x="5651" y="1972"/>
                      <a:pt x="5586" y="2321"/>
                      <a:pt x="5485" y="2561"/>
                    </a:cubicBezTo>
                    <a:cubicBezTo>
                      <a:pt x="5247" y="3113"/>
                      <a:pt x="4581" y="3616"/>
                      <a:pt x="4090" y="3616"/>
                    </a:cubicBezTo>
                    <a:cubicBezTo>
                      <a:pt x="4086" y="3616"/>
                      <a:pt x="4082" y="3616"/>
                      <a:pt x="4077" y="3616"/>
                    </a:cubicBezTo>
                    <a:cubicBezTo>
                      <a:pt x="3958" y="3616"/>
                      <a:pt x="3843" y="3576"/>
                      <a:pt x="3748" y="3505"/>
                    </a:cubicBezTo>
                    <a:cubicBezTo>
                      <a:pt x="3699" y="3465"/>
                      <a:pt x="3652" y="3422"/>
                      <a:pt x="3609" y="3372"/>
                    </a:cubicBezTo>
                    <a:cubicBezTo>
                      <a:pt x="3816" y="3157"/>
                      <a:pt x="3884" y="2845"/>
                      <a:pt x="3788" y="2564"/>
                    </a:cubicBezTo>
                    <a:cubicBezTo>
                      <a:pt x="3723" y="2352"/>
                      <a:pt x="3609" y="2321"/>
                      <a:pt x="3548" y="2321"/>
                    </a:cubicBezTo>
                    <a:cubicBezTo>
                      <a:pt x="3455" y="2321"/>
                      <a:pt x="3366" y="2389"/>
                      <a:pt x="3307" y="2506"/>
                    </a:cubicBezTo>
                    <a:cubicBezTo>
                      <a:pt x="3202" y="2716"/>
                      <a:pt x="3187" y="3049"/>
                      <a:pt x="3381" y="3351"/>
                    </a:cubicBezTo>
                    <a:cubicBezTo>
                      <a:pt x="3181" y="3505"/>
                      <a:pt x="2807" y="3669"/>
                      <a:pt x="2120" y="3669"/>
                    </a:cubicBezTo>
                    <a:lnTo>
                      <a:pt x="2070" y="3669"/>
                    </a:lnTo>
                    <a:cubicBezTo>
                      <a:pt x="1651" y="3662"/>
                      <a:pt x="1469" y="3447"/>
                      <a:pt x="1392" y="3231"/>
                    </a:cubicBezTo>
                    <a:cubicBezTo>
                      <a:pt x="1657" y="3215"/>
                      <a:pt x="1873" y="3086"/>
                      <a:pt x="1972" y="2879"/>
                    </a:cubicBezTo>
                    <a:cubicBezTo>
                      <a:pt x="2073" y="2672"/>
                      <a:pt x="2033" y="2432"/>
                      <a:pt x="1864" y="2222"/>
                    </a:cubicBezTo>
                    <a:cubicBezTo>
                      <a:pt x="1771" y="2105"/>
                      <a:pt x="1679" y="2080"/>
                      <a:pt x="1617" y="2080"/>
                    </a:cubicBezTo>
                    <a:cubicBezTo>
                      <a:pt x="1527" y="2080"/>
                      <a:pt x="1441" y="2130"/>
                      <a:pt x="1367" y="2222"/>
                    </a:cubicBezTo>
                    <a:cubicBezTo>
                      <a:pt x="1216" y="2410"/>
                      <a:pt x="1139" y="2749"/>
                      <a:pt x="1173" y="3049"/>
                    </a:cubicBezTo>
                    <a:cubicBezTo>
                      <a:pt x="966" y="3002"/>
                      <a:pt x="769" y="2913"/>
                      <a:pt x="602" y="2783"/>
                    </a:cubicBezTo>
                    <a:cubicBezTo>
                      <a:pt x="161" y="2456"/>
                      <a:pt x="254" y="2003"/>
                      <a:pt x="312" y="1821"/>
                    </a:cubicBezTo>
                    <a:cubicBezTo>
                      <a:pt x="442" y="1426"/>
                      <a:pt x="790" y="1106"/>
                      <a:pt x="1086" y="1106"/>
                    </a:cubicBezTo>
                    <a:cubicBezTo>
                      <a:pt x="1157" y="1106"/>
                      <a:pt x="1228" y="1124"/>
                      <a:pt x="1290" y="1161"/>
                    </a:cubicBezTo>
                    <a:cubicBezTo>
                      <a:pt x="1304" y="1169"/>
                      <a:pt x="1319" y="1173"/>
                      <a:pt x="1333" y="1173"/>
                    </a:cubicBezTo>
                    <a:cubicBezTo>
                      <a:pt x="1382" y="1173"/>
                      <a:pt x="1427" y="1130"/>
                      <a:pt x="1419" y="1075"/>
                    </a:cubicBezTo>
                    <a:cubicBezTo>
                      <a:pt x="1419" y="1072"/>
                      <a:pt x="1358" y="621"/>
                      <a:pt x="1574" y="375"/>
                    </a:cubicBezTo>
                    <a:cubicBezTo>
                      <a:pt x="1664" y="270"/>
                      <a:pt x="1793" y="218"/>
                      <a:pt x="1959" y="218"/>
                    </a:cubicBezTo>
                    <a:cubicBezTo>
                      <a:pt x="2076" y="218"/>
                      <a:pt x="2212" y="243"/>
                      <a:pt x="2366" y="294"/>
                    </a:cubicBezTo>
                    <a:cubicBezTo>
                      <a:pt x="2508" y="338"/>
                      <a:pt x="2641" y="402"/>
                      <a:pt x="2761" y="486"/>
                    </a:cubicBezTo>
                    <a:cubicBezTo>
                      <a:pt x="2527" y="809"/>
                      <a:pt x="2446" y="1244"/>
                      <a:pt x="2709" y="1463"/>
                    </a:cubicBezTo>
                    <a:cubicBezTo>
                      <a:pt x="2777" y="1525"/>
                      <a:pt x="2863" y="1562"/>
                      <a:pt x="2955" y="1565"/>
                    </a:cubicBezTo>
                    <a:cubicBezTo>
                      <a:pt x="3094" y="1565"/>
                      <a:pt x="3218" y="1466"/>
                      <a:pt x="3273" y="1306"/>
                    </a:cubicBezTo>
                    <a:cubicBezTo>
                      <a:pt x="3353" y="1075"/>
                      <a:pt x="3298" y="735"/>
                      <a:pt x="3002" y="458"/>
                    </a:cubicBezTo>
                    <a:cubicBezTo>
                      <a:pt x="3182" y="270"/>
                      <a:pt x="3403" y="170"/>
                      <a:pt x="3628" y="170"/>
                    </a:cubicBezTo>
                    <a:close/>
                    <a:moveTo>
                      <a:pt x="3632" y="0"/>
                    </a:moveTo>
                    <a:cubicBezTo>
                      <a:pt x="3356" y="0"/>
                      <a:pt x="3085" y="122"/>
                      <a:pt x="2872" y="350"/>
                    </a:cubicBezTo>
                    <a:cubicBezTo>
                      <a:pt x="2733" y="257"/>
                      <a:pt x="2582" y="183"/>
                      <a:pt x="2422" y="131"/>
                    </a:cubicBezTo>
                    <a:cubicBezTo>
                      <a:pt x="2252" y="76"/>
                      <a:pt x="2099" y="48"/>
                      <a:pt x="1963" y="48"/>
                    </a:cubicBezTo>
                    <a:cubicBezTo>
                      <a:pt x="1743" y="48"/>
                      <a:pt x="1568" y="120"/>
                      <a:pt x="1444" y="264"/>
                    </a:cubicBezTo>
                    <a:cubicBezTo>
                      <a:pt x="1262" y="470"/>
                      <a:pt x="1237" y="776"/>
                      <a:pt x="1241" y="954"/>
                    </a:cubicBezTo>
                    <a:cubicBezTo>
                      <a:pt x="1191" y="939"/>
                      <a:pt x="1139" y="933"/>
                      <a:pt x="1089" y="933"/>
                    </a:cubicBezTo>
                    <a:cubicBezTo>
                      <a:pt x="716" y="933"/>
                      <a:pt x="306" y="1300"/>
                      <a:pt x="152" y="1766"/>
                    </a:cubicBezTo>
                    <a:cubicBezTo>
                      <a:pt x="1" y="2225"/>
                      <a:pt x="127" y="2645"/>
                      <a:pt x="500" y="2919"/>
                    </a:cubicBezTo>
                    <a:cubicBezTo>
                      <a:pt x="735" y="3092"/>
                      <a:pt x="978" y="3197"/>
                      <a:pt x="1210" y="3224"/>
                    </a:cubicBezTo>
                    <a:cubicBezTo>
                      <a:pt x="1321" y="3613"/>
                      <a:pt x="1632" y="3835"/>
                      <a:pt x="2070" y="3838"/>
                    </a:cubicBezTo>
                    <a:lnTo>
                      <a:pt x="2120" y="3838"/>
                    </a:lnTo>
                    <a:cubicBezTo>
                      <a:pt x="2715" y="3838"/>
                      <a:pt x="3184" y="3718"/>
                      <a:pt x="3483" y="3490"/>
                    </a:cubicBezTo>
                    <a:cubicBezTo>
                      <a:pt x="3532" y="3542"/>
                      <a:pt x="3585" y="3595"/>
                      <a:pt x="3643" y="3641"/>
                    </a:cubicBezTo>
                    <a:cubicBezTo>
                      <a:pt x="3766" y="3737"/>
                      <a:pt x="3921" y="3786"/>
                      <a:pt x="4076" y="3786"/>
                    </a:cubicBezTo>
                    <a:cubicBezTo>
                      <a:pt x="4081" y="3786"/>
                      <a:pt x="4086" y="3786"/>
                      <a:pt x="4090" y="3786"/>
                    </a:cubicBezTo>
                    <a:cubicBezTo>
                      <a:pt x="4652" y="3786"/>
                      <a:pt x="5377" y="3246"/>
                      <a:pt x="5642" y="2629"/>
                    </a:cubicBezTo>
                    <a:cubicBezTo>
                      <a:pt x="5815" y="2222"/>
                      <a:pt x="5765" y="1843"/>
                      <a:pt x="5500" y="1565"/>
                    </a:cubicBezTo>
                    <a:cubicBezTo>
                      <a:pt x="5303" y="1358"/>
                      <a:pt x="5084" y="1254"/>
                      <a:pt x="4843" y="1247"/>
                    </a:cubicBezTo>
                    <a:cubicBezTo>
                      <a:pt x="4821" y="819"/>
                      <a:pt x="4572" y="418"/>
                      <a:pt x="4161" y="159"/>
                    </a:cubicBezTo>
                    <a:cubicBezTo>
                      <a:pt x="3992" y="52"/>
                      <a:pt x="3811" y="0"/>
                      <a:pt x="36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12" name="Google Shape;2212;p22"/>
            <p:cNvGrpSpPr/>
            <p:nvPr/>
          </p:nvGrpSpPr>
          <p:grpSpPr>
            <a:xfrm>
              <a:off x="241328" y="274302"/>
              <a:ext cx="299552" cy="265537"/>
              <a:chOff x="8792070" y="4843090"/>
              <a:chExt cx="142474" cy="126290"/>
            </a:xfrm>
          </p:grpSpPr>
          <p:sp>
            <p:nvSpPr>
              <p:cNvPr id="2213" name="Google Shape;2213;p22"/>
              <p:cNvSpPr/>
              <p:nvPr/>
            </p:nvSpPr>
            <p:spPr>
              <a:xfrm>
                <a:off x="8835905" y="4843090"/>
                <a:ext cx="69128" cy="58982"/>
              </a:xfrm>
              <a:custGeom>
                <a:avLst/>
                <a:gdLst/>
                <a:ahLst/>
                <a:cxnLst/>
                <a:rect l="l" t="t" r="r" b="b"/>
                <a:pathLst>
                  <a:path w="1935" h="1651" extrusionOk="0">
                    <a:moveTo>
                      <a:pt x="926" y="796"/>
                    </a:moveTo>
                    <a:cubicBezTo>
                      <a:pt x="947" y="848"/>
                      <a:pt x="960" y="904"/>
                      <a:pt x="966" y="959"/>
                    </a:cubicBezTo>
                    <a:cubicBezTo>
                      <a:pt x="958" y="961"/>
                      <a:pt x="950" y="962"/>
                      <a:pt x="941" y="962"/>
                    </a:cubicBezTo>
                    <a:cubicBezTo>
                      <a:pt x="933" y="962"/>
                      <a:pt x="924" y="961"/>
                      <a:pt x="917" y="959"/>
                    </a:cubicBezTo>
                    <a:cubicBezTo>
                      <a:pt x="904" y="938"/>
                      <a:pt x="904" y="882"/>
                      <a:pt x="926" y="796"/>
                    </a:cubicBezTo>
                    <a:close/>
                    <a:moveTo>
                      <a:pt x="1472" y="164"/>
                    </a:moveTo>
                    <a:cubicBezTo>
                      <a:pt x="1537" y="164"/>
                      <a:pt x="1595" y="194"/>
                      <a:pt x="1635" y="241"/>
                    </a:cubicBezTo>
                    <a:cubicBezTo>
                      <a:pt x="1725" y="327"/>
                      <a:pt x="1771" y="447"/>
                      <a:pt x="1765" y="571"/>
                    </a:cubicBezTo>
                    <a:cubicBezTo>
                      <a:pt x="1746" y="950"/>
                      <a:pt x="1296" y="1348"/>
                      <a:pt x="1296" y="1348"/>
                    </a:cubicBezTo>
                    <a:cubicBezTo>
                      <a:pt x="1197" y="1431"/>
                      <a:pt x="1074" y="1481"/>
                      <a:pt x="947" y="1487"/>
                    </a:cubicBezTo>
                    <a:cubicBezTo>
                      <a:pt x="565" y="1487"/>
                      <a:pt x="275" y="999"/>
                      <a:pt x="210" y="645"/>
                    </a:cubicBezTo>
                    <a:cubicBezTo>
                      <a:pt x="183" y="491"/>
                      <a:pt x="189" y="312"/>
                      <a:pt x="297" y="272"/>
                    </a:cubicBezTo>
                    <a:cubicBezTo>
                      <a:pt x="328" y="262"/>
                      <a:pt x="358" y="256"/>
                      <a:pt x="389" y="256"/>
                    </a:cubicBezTo>
                    <a:cubicBezTo>
                      <a:pt x="559" y="256"/>
                      <a:pt x="722" y="423"/>
                      <a:pt x="827" y="592"/>
                    </a:cubicBezTo>
                    <a:cubicBezTo>
                      <a:pt x="778" y="710"/>
                      <a:pt x="704" y="922"/>
                      <a:pt x="781" y="1046"/>
                    </a:cubicBezTo>
                    <a:cubicBezTo>
                      <a:pt x="815" y="1098"/>
                      <a:pt x="867" y="1125"/>
                      <a:pt x="932" y="1125"/>
                    </a:cubicBezTo>
                    <a:cubicBezTo>
                      <a:pt x="956" y="1125"/>
                      <a:pt x="982" y="1121"/>
                      <a:pt x="1009" y="1114"/>
                    </a:cubicBezTo>
                    <a:cubicBezTo>
                      <a:pt x="1052" y="1101"/>
                      <a:pt x="1086" y="1070"/>
                      <a:pt x="1105" y="1027"/>
                    </a:cubicBezTo>
                    <a:cubicBezTo>
                      <a:pt x="1148" y="916"/>
                      <a:pt x="1086" y="734"/>
                      <a:pt x="1009" y="586"/>
                    </a:cubicBezTo>
                    <a:cubicBezTo>
                      <a:pt x="1123" y="370"/>
                      <a:pt x="1311" y="164"/>
                      <a:pt x="1472" y="164"/>
                    </a:cubicBezTo>
                    <a:close/>
                    <a:moveTo>
                      <a:pt x="1472" y="0"/>
                    </a:moveTo>
                    <a:cubicBezTo>
                      <a:pt x="1247" y="0"/>
                      <a:pt x="1043" y="210"/>
                      <a:pt x="914" y="429"/>
                    </a:cubicBezTo>
                    <a:cubicBezTo>
                      <a:pt x="809" y="287"/>
                      <a:pt x="624" y="93"/>
                      <a:pt x="389" y="93"/>
                    </a:cubicBezTo>
                    <a:cubicBezTo>
                      <a:pt x="337" y="93"/>
                      <a:pt x="287" y="102"/>
                      <a:pt x="241" y="120"/>
                    </a:cubicBezTo>
                    <a:cubicBezTo>
                      <a:pt x="72" y="185"/>
                      <a:pt x="1" y="392"/>
                      <a:pt x="50" y="676"/>
                    </a:cubicBezTo>
                    <a:cubicBezTo>
                      <a:pt x="124" y="1067"/>
                      <a:pt x="457" y="1650"/>
                      <a:pt x="947" y="1650"/>
                    </a:cubicBezTo>
                    <a:cubicBezTo>
                      <a:pt x="1099" y="1650"/>
                      <a:pt x="1250" y="1589"/>
                      <a:pt x="1398" y="1471"/>
                    </a:cubicBezTo>
                    <a:cubicBezTo>
                      <a:pt x="1419" y="1453"/>
                      <a:pt x="1907" y="1027"/>
                      <a:pt x="1925" y="577"/>
                    </a:cubicBezTo>
                    <a:cubicBezTo>
                      <a:pt x="1934" y="410"/>
                      <a:pt x="1873" y="247"/>
                      <a:pt x="1752" y="130"/>
                    </a:cubicBezTo>
                    <a:cubicBezTo>
                      <a:pt x="1682" y="49"/>
                      <a:pt x="1580" y="3"/>
                      <a:pt x="1472"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22"/>
              <p:cNvSpPr/>
              <p:nvPr/>
            </p:nvSpPr>
            <p:spPr>
              <a:xfrm>
                <a:off x="8856626" y="4909183"/>
                <a:ext cx="68020" cy="60197"/>
              </a:xfrm>
              <a:custGeom>
                <a:avLst/>
                <a:gdLst/>
                <a:ahLst/>
                <a:cxnLst/>
                <a:rect l="l" t="t" r="r" b="b"/>
                <a:pathLst>
                  <a:path w="1904" h="1685" extrusionOk="0">
                    <a:moveTo>
                      <a:pt x="809" y="676"/>
                    </a:moveTo>
                    <a:cubicBezTo>
                      <a:pt x="821" y="688"/>
                      <a:pt x="836" y="750"/>
                      <a:pt x="830" y="849"/>
                    </a:cubicBezTo>
                    <a:cubicBezTo>
                      <a:pt x="781" y="769"/>
                      <a:pt x="771" y="710"/>
                      <a:pt x="778" y="692"/>
                    </a:cubicBezTo>
                    <a:cubicBezTo>
                      <a:pt x="787" y="685"/>
                      <a:pt x="799" y="679"/>
                      <a:pt x="809" y="676"/>
                    </a:cubicBezTo>
                    <a:close/>
                    <a:moveTo>
                      <a:pt x="784" y="161"/>
                    </a:moveTo>
                    <a:lnTo>
                      <a:pt x="784" y="164"/>
                    </a:lnTo>
                    <a:cubicBezTo>
                      <a:pt x="870" y="164"/>
                      <a:pt x="957" y="183"/>
                      <a:pt x="1037" y="217"/>
                    </a:cubicBezTo>
                    <a:cubicBezTo>
                      <a:pt x="1043" y="220"/>
                      <a:pt x="1583" y="476"/>
                      <a:pt x="1703" y="837"/>
                    </a:cubicBezTo>
                    <a:cubicBezTo>
                      <a:pt x="1743" y="954"/>
                      <a:pt x="1731" y="1080"/>
                      <a:pt x="1669" y="1188"/>
                    </a:cubicBezTo>
                    <a:cubicBezTo>
                      <a:pt x="1623" y="1274"/>
                      <a:pt x="1558" y="1318"/>
                      <a:pt x="1472" y="1318"/>
                    </a:cubicBezTo>
                    <a:cubicBezTo>
                      <a:pt x="1311" y="1318"/>
                      <a:pt x="1111" y="1176"/>
                      <a:pt x="972" y="1028"/>
                    </a:cubicBezTo>
                    <a:cubicBezTo>
                      <a:pt x="1006" y="864"/>
                      <a:pt x="1015" y="673"/>
                      <a:pt x="941" y="577"/>
                    </a:cubicBezTo>
                    <a:cubicBezTo>
                      <a:pt x="913" y="540"/>
                      <a:pt x="870" y="519"/>
                      <a:pt x="824" y="519"/>
                    </a:cubicBezTo>
                    <a:cubicBezTo>
                      <a:pt x="697" y="522"/>
                      <a:pt x="648" y="587"/>
                      <a:pt x="633" y="624"/>
                    </a:cubicBezTo>
                    <a:cubicBezTo>
                      <a:pt x="568" y="766"/>
                      <a:pt x="704" y="966"/>
                      <a:pt x="790" y="1071"/>
                    </a:cubicBezTo>
                    <a:cubicBezTo>
                      <a:pt x="728" y="1288"/>
                      <a:pt x="596" y="1525"/>
                      <a:pt x="391" y="1525"/>
                    </a:cubicBezTo>
                    <a:cubicBezTo>
                      <a:pt x="383" y="1525"/>
                      <a:pt x="375" y="1525"/>
                      <a:pt x="367" y="1524"/>
                    </a:cubicBezTo>
                    <a:cubicBezTo>
                      <a:pt x="247" y="1512"/>
                      <a:pt x="167" y="1305"/>
                      <a:pt x="179" y="1028"/>
                    </a:cubicBezTo>
                    <a:cubicBezTo>
                      <a:pt x="198" y="608"/>
                      <a:pt x="414" y="161"/>
                      <a:pt x="784" y="161"/>
                    </a:cubicBezTo>
                    <a:close/>
                    <a:moveTo>
                      <a:pt x="784" y="1"/>
                    </a:moveTo>
                    <a:cubicBezTo>
                      <a:pt x="309" y="1"/>
                      <a:pt x="37" y="516"/>
                      <a:pt x="16" y="1022"/>
                    </a:cubicBezTo>
                    <a:cubicBezTo>
                      <a:pt x="0" y="1407"/>
                      <a:pt x="130" y="1666"/>
                      <a:pt x="352" y="1685"/>
                    </a:cubicBezTo>
                    <a:lnTo>
                      <a:pt x="389" y="1685"/>
                    </a:lnTo>
                    <a:cubicBezTo>
                      <a:pt x="651" y="1685"/>
                      <a:pt x="824" y="1456"/>
                      <a:pt x="916" y="1207"/>
                    </a:cubicBezTo>
                    <a:cubicBezTo>
                      <a:pt x="1071" y="1352"/>
                      <a:pt x="1274" y="1481"/>
                      <a:pt x="1469" y="1481"/>
                    </a:cubicBezTo>
                    <a:cubicBezTo>
                      <a:pt x="1570" y="1481"/>
                      <a:pt x="1712" y="1444"/>
                      <a:pt x="1805" y="1265"/>
                    </a:cubicBezTo>
                    <a:cubicBezTo>
                      <a:pt x="1888" y="1120"/>
                      <a:pt x="1903" y="944"/>
                      <a:pt x="1851" y="787"/>
                    </a:cubicBezTo>
                    <a:cubicBezTo>
                      <a:pt x="1709" y="362"/>
                      <a:pt x="1126" y="84"/>
                      <a:pt x="1098" y="69"/>
                    </a:cubicBezTo>
                    <a:cubicBezTo>
                      <a:pt x="997" y="25"/>
                      <a:pt x="892" y="4"/>
                      <a:pt x="784"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22"/>
              <p:cNvSpPr/>
              <p:nvPr/>
            </p:nvSpPr>
            <p:spPr>
              <a:xfrm>
                <a:off x="8792070" y="4893678"/>
                <a:ext cx="69092" cy="50086"/>
              </a:xfrm>
              <a:custGeom>
                <a:avLst/>
                <a:gdLst/>
                <a:ahLst/>
                <a:cxnLst/>
                <a:rect l="l" t="t" r="r" b="b"/>
                <a:pathLst>
                  <a:path w="1934" h="1402" extrusionOk="0">
                    <a:moveTo>
                      <a:pt x="1147" y="1"/>
                    </a:moveTo>
                    <a:cubicBezTo>
                      <a:pt x="1058" y="1"/>
                      <a:pt x="963" y="19"/>
                      <a:pt x="867" y="65"/>
                    </a:cubicBezTo>
                    <a:cubicBezTo>
                      <a:pt x="386" y="290"/>
                      <a:pt x="0" y="740"/>
                      <a:pt x="241" y="1042"/>
                    </a:cubicBezTo>
                    <a:cubicBezTo>
                      <a:pt x="397" y="1239"/>
                      <a:pt x="698" y="1401"/>
                      <a:pt x="1009" y="1401"/>
                    </a:cubicBezTo>
                    <a:cubicBezTo>
                      <a:pt x="1176" y="1401"/>
                      <a:pt x="1347" y="1354"/>
                      <a:pt x="1499" y="1240"/>
                    </a:cubicBezTo>
                    <a:cubicBezTo>
                      <a:pt x="1934" y="910"/>
                      <a:pt x="1934" y="416"/>
                      <a:pt x="1789" y="296"/>
                    </a:cubicBezTo>
                    <a:cubicBezTo>
                      <a:pt x="1789" y="296"/>
                      <a:pt x="1508" y="1"/>
                      <a:pt x="11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22"/>
              <p:cNvSpPr/>
              <p:nvPr/>
            </p:nvSpPr>
            <p:spPr>
              <a:xfrm>
                <a:off x="8838763" y="4894428"/>
                <a:ext cx="12397" cy="38369"/>
              </a:xfrm>
              <a:custGeom>
                <a:avLst/>
                <a:gdLst/>
                <a:ahLst/>
                <a:cxnLst/>
                <a:rect l="l" t="t" r="r" b="b"/>
                <a:pathLst>
                  <a:path w="347" h="1074" extrusionOk="0">
                    <a:moveTo>
                      <a:pt x="1" y="0"/>
                    </a:moveTo>
                    <a:cubicBezTo>
                      <a:pt x="1" y="1"/>
                      <a:pt x="214" y="957"/>
                      <a:pt x="346" y="1074"/>
                    </a:cubicBez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22"/>
              <p:cNvSpPr/>
              <p:nvPr/>
            </p:nvSpPr>
            <p:spPr>
              <a:xfrm>
                <a:off x="8835262" y="4891285"/>
                <a:ext cx="19863" cy="44370"/>
              </a:xfrm>
              <a:custGeom>
                <a:avLst/>
                <a:gdLst/>
                <a:ahLst/>
                <a:cxnLst/>
                <a:rect l="l" t="t" r="r" b="b"/>
                <a:pathLst>
                  <a:path w="556" h="1242" extrusionOk="0">
                    <a:moveTo>
                      <a:pt x="98" y="0"/>
                    </a:moveTo>
                    <a:cubicBezTo>
                      <a:pt x="50" y="0"/>
                      <a:pt x="1" y="40"/>
                      <a:pt x="19" y="104"/>
                    </a:cubicBezTo>
                    <a:cubicBezTo>
                      <a:pt x="71" y="335"/>
                      <a:pt x="250" y="1097"/>
                      <a:pt x="392" y="1223"/>
                    </a:cubicBezTo>
                    <a:cubicBezTo>
                      <a:pt x="407" y="1236"/>
                      <a:pt x="426" y="1242"/>
                      <a:pt x="447" y="1242"/>
                    </a:cubicBezTo>
                    <a:cubicBezTo>
                      <a:pt x="521" y="1242"/>
                      <a:pt x="555" y="1149"/>
                      <a:pt x="500" y="1100"/>
                    </a:cubicBezTo>
                    <a:cubicBezTo>
                      <a:pt x="429" y="1038"/>
                      <a:pt x="278" y="517"/>
                      <a:pt x="176" y="70"/>
                    </a:cubicBezTo>
                    <a:cubicBezTo>
                      <a:pt x="168" y="22"/>
                      <a:pt x="133" y="0"/>
                      <a:pt x="9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22"/>
              <p:cNvSpPr/>
              <p:nvPr/>
            </p:nvSpPr>
            <p:spPr>
              <a:xfrm>
                <a:off x="8821794" y="4897286"/>
                <a:ext cx="16255" cy="44978"/>
              </a:xfrm>
              <a:custGeom>
                <a:avLst/>
                <a:gdLst/>
                <a:ahLst/>
                <a:cxnLst/>
                <a:rect l="l" t="t" r="r" b="b"/>
                <a:pathLst>
                  <a:path w="455" h="1259" extrusionOk="0">
                    <a:moveTo>
                      <a:pt x="1" y="1"/>
                    </a:moveTo>
                    <a:cubicBezTo>
                      <a:pt x="1" y="1"/>
                      <a:pt x="285" y="1111"/>
                      <a:pt x="454" y="1259"/>
                    </a:cubicBez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22"/>
              <p:cNvSpPr/>
              <p:nvPr/>
            </p:nvSpPr>
            <p:spPr>
              <a:xfrm>
                <a:off x="8818150" y="4894143"/>
                <a:ext cx="23864" cy="51122"/>
              </a:xfrm>
              <a:custGeom>
                <a:avLst/>
                <a:gdLst/>
                <a:ahLst/>
                <a:cxnLst/>
                <a:rect l="l" t="t" r="r" b="b"/>
                <a:pathLst>
                  <a:path w="668" h="1431" extrusionOk="0">
                    <a:moveTo>
                      <a:pt x="103" y="1"/>
                    </a:moveTo>
                    <a:cubicBezTo>
                      <a:pt x="52" y="1"/>
                      <a:pt x="1" y="43"/>
                      <a:pt x="23" y="110"/>
                    </a:cubicBezTo>
                    <a:cubicBezTo>
                      <a:pt x="72" y="298"/>
                      <a:pt x="325" y="1251"/>
                      <a:pt x="504" y="1409"/>
                    </a:cubicBezTo>
                    <a:cubicBezTo>
                      <a:pt x="519" y="1421"/>
                      <a:pt x="538" y="1427"/>
                      <a:pt x="556" y="1427"/>
                    </a:cubicBezTo>
                    <a:lnTo>
                      <a:pt x="556" y="1430"/>
                    </a:lnTo>
                    <a:cubicBezTo>
                      <a:pt x="630" y="1430"/>
                      <a:pt x="667" y="1338"/>
                      <a:pt x="612" y="1288"/>
                    </a:cubicBezTo>
                    <a:cubicBezTo>
                      <a:pt x="507" y="1196"/>
                      <a:pt x="297" y="520"/>
                      <a:pt x="180" y="70"/>
                    </a:cubicBezTo>
                    <a:cubicBezTo>
                      <a:pt x="172" y="22"/>
                      <a:pt x="138" y="1"/>
                      <a:pt x="1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22"/>
              <p:cNvSpPr/>
              <p:nvPr/>
            </p:nvSpPr>
            <p:spPr>
              <a:xfrm>
                <a:off x="8888458" y="4866562"/>
                <a:ext cx="33189" cy="34296"/>
              </a:xfrm>
              <a:custGeom>
                <a:avLst/>
                <a:gdLst/>
                <a:ahLst/>
                <a:cxnLst/>
                <a:rect l="l" t="t" r="r" b="b"/>
                <a:pathLst>
                  <a:path w="929" h="960" extrusionOk="0">
                    <a:moveTo>
                      <a:pt x="841" y="1"/>
                    </a:moveTo>
                    <a:cubicBezTo>
                      <a:pt x="805" y="1"/>
                      <a:pt x="770" y="22"/>
                      <a:pt x="763" y="68"/>
                    </a:cubicBezTo>
                    <a:cubicBezTo>
                      <a:pt x="682" y="679"/>
                      <a:pt x="118" y="796"/>
                      <a:pt x="96" y="799"/>
                    </a:cubicBezTo>
                    <a:cubicBezTo>
                      <a:pt x="1" y="817"/>
                      <a:pt x="13" y="959"/>
                      <a:pt x="112" y="959"/>
                    </a:cubicBezTo>
                    <a:lnTo>
                      <a:pt x="127" y="959"/>
                    </a:lnTo>
                    <a:cubicBezTo>
                      <a:pt x="133" y="956"/>
                      <a:pt x="824" y="820"/>
                      <a:pt x="923" y="90"/>
                    </a:cubicBezTo>
                    <a:cubicBezTo>
                      <a:pt x="928" y="32"/>
                      <a:pt x="884" y="1"/>
                      <a:pt x="8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22"/>
              <p:cNvSpPr/>
              <p:nvPr/>
            </p:nvSpPr>
            <p:spPr>
              <a:xfrm>
                <a:off x="8810218" y="4907861"/>
                <a:ext cx="12825" cy="35511"/>
              </a:xfrm>
              <a:custGeom>
                <a:avLst/>
                <a:gdLst/>
                <a:ahLst/>
                <a:cxnLst/>
                <a:rect l="l" t="t" r="r" b="b"/>
                <a:pathLst>
                  <a:path w="359" h="994" extrusionOk="0">
                    <a:moveTo>
                      <a:pt x="1" y="1"/>
                    </a:moveTo>
                    <a:lnTo>
                      <a:pt x="1" y="1"/>
                    </a:lnTo>
                    <a:cubicBezTo>
                      <a:pt x="1" y="1"/>
                      <a:pt x="143" y="827"/>
                      <a:pt x="359" y="994"/>
                    </a:cubicBez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22"/>
              <p:cNvSpPr/>
              <p:nvPr/>
            </p:nvSpPr>
            <p:spPr>
              <a:xfrm>
                <a:off x="8806824" y="4904860"/>
                <a:ext cx="20185" cy="41512"/>
              </a:xfrm>
              <a:custGeom>
                <a:avLst/>
                <a:gdLst/>
                <a:ahLst/>
                <a:cxnLst/>
                <a:rect l="l" t="t" r="r" b="b"/>
                <a:pathLst>
                  <a:path w="565" h="1162" extrusionOk="0">
                    <a:moveTo>
                      <a:pt x="96" y="0"/>
                    </a:moveTo>
                    <a:cubicBezTo>
                      <a:pt x="48" y="0"/>
                      <a:pt x="0" y="37"/>
                      <a:pt x="16" y="100"/>
                    </a:cubicBezTo>
                    <a:cubicBezTo>
                      <a:pt x="31" y="186"/>
                      <a:pt x="173" y="961"/>
                      <a:pt x="404" y="1143"/>
                    </a:cubicBezTo>
                    <a:cubicBezTo>
                      <a:pt x="420" y="1155"/>
                      <a:pt x="435" y="1161"/>
                      <a:pt x="454" y="1161"/>
                    </a:cubicBezTo>
                    <a:cubicBezTo>
                      <a:pt x="531" y="1161"/>
                      <a:pt x="565" y="1062"/>
                      <a:pt x="503" y="1016"/>
                    </a:cubicBezTo>
                    <a:cubicBezTo>
                      <a:pt x="364" y="908"/>
                      <a:pt x="229" y="381"/>
                      <a:pt x="176" y="72"/>
                    </a:cubicBezTo>
                    <a:cubicBezTo>
                      <a:pt x="169" y="23"/>
                      <a:pt x="133" y="0"/>
                      <a:pt x="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22"/>
              <p:cNvSpPr/>
              <p:nvPr/>
            </p:nvSpPr>
            <p:spPr>
              <a:xfrm>
                <a:off x="8888387" y="4899466"/>
                <a:ext cx="46157" cy="17898"/>
              </a:xfrm>
              <a:custGeom>
                <a:avLst/>
                <a:gdLst/>
                <a:ahLst/>
                <a:cxnLst/>
                <a:rect l="l" t="t" r="r" b="b"/>
                <a:pathLst>
                  <a:path w="1292" h="501" extrusionOk="0">
                    <a:moveTo>
                      <a:pt x="514" y="1"/>
                    </a:moveTo>
                    <a:cubicBezTo>
                      <a:pt x="390" y="1"/>
                      <a:pt x="249" y="22"/>
                      <a:pt x="92" y="75"/>
                    </a:cubicBezTo>
                    <a:cubicBezTo>
                      <a:pt x="0" y="106"/>
                      <a:pt x="34" y="234"/>
                      <a:pt x="116" y="234"/>
                    </a:cubicBezTo>
                    <a:cubicBezTo>
                      <a:pt x="125" y="234"/>
                      <a:pt x="135" y="233"/>
                      <a:pt x="145" y="230"/>
                    </a:cubicBezTo>
                    <a:cubicBezTo>
                      <a:pt x="286" y="182"/>
                      <a:pt x="410" y="163"/>
                      <a:pt x="518" y="163"/>
                    </a:cubicBezTo>
                    <a:cubicBezTo>
                      <a:pt x="937" y="163"/>
                      <a:pt x="1122" y="446"/>
                      <a:pt x="1132" y="461"/>
                    </a:cubicBezTo>
                    <a:cubicBezTo>
                      <a:pt x="1147" y="486"/>
                      <a:pt x="1172" y="501"/>
                      <a:pt x="1199" y="501"/>
                    </a:cubicBezTo>
                    <a:cubicBezTo>
                      <a:pt x="1215" y="501"/>
                      <a:pt x="1230" y="495"/>
                      <a:pt x="1243" y="489"/>
                    </a:cubicBezTo>
                    <a:cubicBezTo>
                      <a:pt x="1280" y="464"/>
                      <a:pt x="1292" y="415"/>
                      <a:pt x="1270" y="378"/>
                    </a:cubicBezTo>
                    <a:cubicBezTo>
                      <a:pt x="1268" y="373"/>
                      <a:pt x="1031" y="1"/>
                      <a:pt x="5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24" name="Google Shape;2224;p22"/>
            <p:cNvSpPr/>
            <p:nvPr/>
          </p:nvSpPr>
          <p:spPr>
            <a:xfrm>
              <a:off x="656441" y="4537810"/>
              <a:ext cx="117305" cy="117305"/>
            </a:xfrm>
            <a:custGeom>
              <a:avLst/>
              <a:gdLst/>
              <a:ahLst/>
              <a:cxnLst/>
              <a:rect l="l" t="t" r="r" b="b"/>
              <a:pathLst>
                <a:path w="1611" h="1611" extrusionOk="0">
                  <a:moveTo>
                    <a:pt x="871" y="1"/>
                  </a:moveTo>
                  <a:cubicBezTo>
                    <a:pt x="821" y="1"/>
                    <a:pt x="784" y="38"/>
                    <a:pt x="784" y="84"/>
                  </a:cubicBezTo>
                  <a:lnTo>
                    <a:pt x="781" y="574"/>
                  </a:lnTo>
                  <a:lnTo>
                    <a:pt x="488" y="263"/>
                  </a:lnTo>
                  <a:cubicBezTo>
                    <a:pt x="469" y="243"/>
                    <a:pt x="447" y="234"/>
                    <a:pt x="426" y="234"/>
                  </a:cubicBezTo>
                  <a:cubicBezTo>
                    <a:pt x="360" y="234"/>
                    <a:pt x="303" y="317"/>
                    <a:pt x="362" y="380"/>
                  </a:cubicBezTo>
                  <a:lnTo>
                    <a:pt x="664" y="701"/>
                  </a:lnTo>
                  <a:lnTo>
                    <a:pt x="115" y="704"/>
                  </a:lnTo>
                  <a:cubicBezTo>
                    <a:pt x="1" y="704"/>
                    <a:pt x="1" y="877"/>
                    <a:pt x="115" y="877"/>
                  </a:cubicBezTo>
                  <a:lnTo>
                    <a:pt x="618" y="870"/>
                  </a:lnTo>
                  <a:lnTo>
                    <a:pt x="618" y="870"/>
                  </a:lnTo>
                  <a:lnTo>
                    <a:pt x="232" y="1142"/>
                  </a:lnTo>
                  <a:cubicBezTo>
                    <a:pt x="167" y="1191"/>
                    <a:pt x="201" y="1293"/>
                    <a:pt x="282" y="1296"/>
                  </a:cubicBezTo>
                  <a:cubicBezTo>
                    <a:pt x="297" y="1296"/>
                    <a:pt x="315" y="1290"/>
                    <a:pt x="331" y="1281"/>
                  </a:cubicBezTo>
                  <a:lnTo>
                    <a:pt x="781" y="966"/>
                  </a:lnTo>
                  <a:lnTo>
                    <a:pt x="775" y="1524"/>
                  </a:lnTo>
                  <a:cubicBezTo>
                    <a:pt x="775" y="1571"/>
                    <a:pt x="815" y="1611"/>
                    <a:pt x="861" y="1611"/>
                  </a:cubicBezTo>
                  <a:cubicBezTo>
                    <a:pt x="908" y="1611"/>
                    <a:pt x="948" y="1571"/>
                    <a:pt x="948" y="1524"/>
                  </a:cubicBezTo>
                  <a:lnTo>
                    <a:pt x="951" y="997"/>
                  </a:lnTo>
                  <a:lnTo>
                    <a:pt x="1262" y="1330"/>
                  </a:lnTo>
                  <a:cubicBezTo>
                    <a:pt x="1281" y="1345"/>
                    <a:pt x="1302" y="1355"/>
                    <a:pt x="1327" y="1355"/>
                  </a:cubicBezTo>
                  <a:cubicBezTo>
                    <a:pt x="1349" y="1355"/>
                    <a:pt x="1367" y="1349"/>
                    <a:pt x="1386" y="1333"/>
                  </a:cubicBezTo>
                  <a:cubicBezTo>
                    <a:pt x="1420" y="1299"/>
                    <a:pt x="1420" y="1247"/>
                    <a:pt x="1389" y="1210"/>
                  </a:cubicBezTo>
                  <a:lnTo>
                    <a:pt x="1059" y="864"/>
                  </a:lnTo>
                  <a:lnTo>
                    <a:pt x="1506" y="861"/>
                  </a:lnTo>
                  <a:cubicBezTo>
                    <a:pt x="1611" y="852"/>
                    <a:pt x="1611" y="695"/>
                    <a:pt x="1506" y="689"/>
                  </a:cubicBezTo>
                  <a:lnTo>
                    <a:pt x="1503" y="692"/>
                  </a:lnTo>
                  <a:lnTo>
                    <a:pt x="1170" y="695"/>
                  </a:lnTo>
                  <a:lnTo>
                    <a:pt x="1518" y="451"/>
                  </a:lnTo>
                  <a:cubicBezTo>
                    <a:pt x="1592" y="398"/>
                    <a:pt x="1540" y="297"/>
                    <a:pt x="1468" y="297"/>
                  </a:cubicBezTo>
                  <a:cubicBezTo>
                    <a:pt x="1453" y="297"/>
                    <a:pt x="1436" y="301"/>
                    <a:pt x="1420" y="312"/>
                  </a:cubicBezTo>
                  <a:lnTo>
                    <a:pt x="951" y="639"/>
                  </a:lnTo>
                  <a:lnTo>
                    <a:pt x="954" y="87"/>
                  </a:lnTo>
                  <a:cubicBezTo>
                    <a:pt x="954" y="38"/>
                    <a:pt x="917" y="1"/>
                    <a:pt x="8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22"/>
            <p:cNvSpPr/>
            <p:nvPr/>
          </p:nvSpPr>
          <p:spPr>
            <a:xfrm>
              <a:off x="148339" y="4945683"/>
              <a:ext cx="86504" cy="86286"/>
            </a:xfrm>
            <a:custGeom>
              <a:avLst/>
              <a:gdLst/>
              <a:ahLst/>
              <a:cxnLst/>
              <a:rect l="l" t="t" r="r" b="b"/>
              <a:pathLst>
                <a:path w="1188" h="1185" extrusionOk="0">
                  <a:moveTo>
                    <a:pt x="596" y="170"/>
                  </a:moveTo>
                  <a:cubicBezTo>
                    <a:pt x="827" y="173"/>
                    <a:pt x="1015" y="361"/>
                    <a:pt x="1012" y="596"/>
                  </a:cubicBezTo>
                  <a:cubicBezTo>
                    <a:pt x="1009" y="827"/>
                    <a:pt x="824" y="1012"/>
                    <a:pt x="592" y="1015"/>
                  </a:cubicBezTo>
                  <a:cubicBezTo>
                    <a:pt x="364" y="1006"/>
                    <a:pt x="185" y="818"/>
                    <a:pt x="185" y="592"/>
                  </a:cubicBezTo>
                  <a:cubicBezTo>
                    <a:pt x="185" y="364"/>
                    <a:pt x="367" y="179"/>
                    <a:pt x="596" y="173"/>
                  </a:cubicBezTo>
                  <a:lnTo>
                    <a:pt x="596" y="170"/>
                  </a:lnTo>
                  <a:close/>
                  <a:moveTo>
                    <a:pt x="596" y="0"/>
                  </a:moveTo>
                  <a:cubicBezTo>
                    <a:pt x="269" y="0"/>
                    <a:pt x="0" y="262"/>
                    <a:pt x="0" y="592"/>
                  </a:cubicBezTo>
                  <a:cubicBezTo>
                    <a:pt x="0" y="919"/>
                    <a:pt x="266" y="1185"/>
                    <a:pt x="592" y="1185"/>
                  </a:cubicBezTo>
                  <a:lnTo>
                    <a:pt x="596" y="1185"/>
                  </a:lnTo>
                  <a:cubicBezTo>
                    <a:pt x="923" y="1185"/>
                    <a:pt x="1188" y="919"/>
                    <a:pt x="1188" y="592"/>
                  </a:cubicBezTo>
                  <a:cubicBezTo>
                    <a:pt x="1188" y="262"/>
                    <a:pt x="923" y="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22"/>
            <p:cNvSpPr/>
            <p:nvPr/>
          </p:nvSpPr>
          <p:spPr>
            <a:xfrm rot="-1523482">
              <a:off x="574641" y="4748833"/>
              <a:ext cx="787482" cy="334944"/>
            </a:xfrm>
            <a:custGeom>
              <a:avLst/>
              <a:gdLst/>
              <a:ahLst/>
              <a:cxnLst/>
              <a:rect l="l" t="t" r="r" b="b"/>
              <a:pathLst>
                <a:path w="10815" h="4600" extrusionOk="0">
                  <a:moveTo>
                    <a:pt x="1879" y="0"/>
                  </a:moveTo>
                  <a:cubicBezTo>
                    <a:pt x="1876" y="0"/>
                    <a:pt x="1873" y="0"/>
                    <a:pt x="1870" y="0"/>
                  </a:cubicBezTo>
                  <a:cubicBezTo>
                    <a:pt x="1747" y="0"/>
                    <a:pt x="1626" y="22"/>
                    <a:pt x="1509" y="59"/>
                  </a:cubicBezTo>
                  <a:cubicBezTo>
                    <a:pt x="1417" y="90"/>
                    <a:pt x="1438" y="226"/>
                    <a:pt x="1534" y="226"/>
                  </a:cubicBezTo>
                  <a:lnTo>
                    <a:pt x="1537" y="226"/>
                  </a:lnTo>
                  <a:cubicBezTo>
                    <a:pt x="1543" y="226"/>
                    <a:pt x="1552" y="226"/>
                    <a:pt x="1559" y="223"/>
                  </a:cubicBezTo>
                  <a:cubicBezTo>
                    <a:pt x="1660" y="189"/>
                    <a:pt x="1765" y="173"/>
                    <a:pt x="1870" y="170"/>
                  </a:cubicBezTo>
                  <a:cubicBezTo>
                    <a:pt x="1873" y="170"/>
                    <a:pt x="1876" y="170"/>
                    <a:pt x="1879" y="170"/>
                  </a:cubicBezTo>
                  <a:cubicBezTo>
                    <a:pt x="1991" y="170"/>
                    <a:pt x="1991" y="0"/>
                    <a:pt x="1879" y="0"/>
                  </a:cubicBezTo>
                  <a:close/>
                  <a:moveTo>
                    <a:pt x="2205" y="48"/>
                  </a:moveTo>
                  <a:cubicBezTo>
                    <a:pt x="2115" y="48"/>
                    <a:pt x="2084" y="186"/>
                    <a:pt x="2185" y="216"/>
                  </a:cubicBezTo>
                  <a:cubicBezTo>
                    <a:pt x="2286" y="247"/>
                    <a:pt x="2382" y="293"/>
                    <a:pt x="2475" y="349"/>
                  </a:cubicBezTo>
                  <a:cubicBezTo>
                    <a:pt x="2487" y="358"/>
                    <a:pt x="2502" y="361"/>
                    <a:pt x="2518" y="361"/>
                  </a:cubicBezTo>
                  <a:cubicBezTo>
                    <a:pt x="2607" y="361"/>
                    <a:pt x="2638" y="247"/>
                    <a:pt x="2564" y="204"/>
                  </a:cubicBezTo>
                  <a:cubicBezTo>
                    <a:pt x="2459" y="139"/>
                    <a:pt x="2348" y="87"/>
                    <a:pt x="2234" y="53"/>
                  </a:cubicBezTo>
                  <a:cubicBezTo>
                    <a:pt x="2224" y="50"/>
                    <a:pt x="2214" y="48"/>
                    <a:pt x="2205" y="48"/>
                  </a:cubicBezTo>
                  <a:close/>
                  <a:moveTo>
                    <a:pt x="1225" y="194"/>
                  </a:moveTo>
                  <a:cubicBezTo>
                    <a:pt x="1210" y="194"/>
                    <a:pt x="1195" y="198"/>
                    <a:pt x="1179" y="207"/>
                  </a:cubicBezTo>
                  <a:cubicBezTo>
                    <a:pt x="1077" y="269"/>
                    <a:pt x="982" y="340"/>
                    <a:pt x="889" y="417"/>
                  </a:cubicBezTo>
                  <a:cubicBezTo>
                    <a:pt x="852" y="445"/>
                    <a:pt x="849" y="500"/>
                    <a:pt x="880" y="537"/>
                  </a:cubicBezTo>
                  <a:cubicBezTo>
                    <a:pt x="895" y="556"/>
                    <a:pt x="920" y="568"/>
                    <a:pt x="945" y="568"/>
                  </a:cubicBezTo>
                  <a:lnTo>
                    <a:pt x="948" y="568"/>
                  </a:lnTo>
                  <a:cubicBezTo>
                    <a:pt x="966" y="568"/>
                    <a:pt x="985" y="559"/>
                    <a:pt x="1000" y="549"/>
                  </a:cubicBezTo>
                  <a:cubicBezTo>
                    <a:pt x="1084" y="475"/>
                    <a:pt x="1173" y="414"/>
                    <a:pt x="1266" y="355"/>
                  </a:cubicBezTo>
                  <a:cubicBezTo>
                    <a:pt x="1348" y="306"/>
                    <a:pt x="1301" y="194"/>
                    <a:pt x="1225" y="194"/>
                  </a:cubicBezTo>
                  <a:close/>
                  <a:moveTo>
                    <a:pt x="2793" y="393"/>
                  </a:moveTo>
                  <a:cubicBezTo>
                    <a:pt x="2724" y="393"/>
                    <a:pt x="2668" y="486"/>
                    <a:pt x="2734" y="546"/>
                  </a:cubicBezTo>
                  <a:cubicBezTo>
                    <a:pt x="2786" y="593"/>
                    <a:pt x="2839" y="642"/>
                    <a:pt x="2891" y="701"/>
                  </a:cubicBezTo>
                  <a:lnTo>
                    <a:pt x="2968" y="784"/>
                  </a:lnTo>
                  <a:cubicBezTo>
                    <a:pt x="2984" y="799"/>
                    <a:pt x="3008" y="812"/>
                    <a:pt x="3033" y="812"/>
                  </a:cubicBezTo>
                  <a:cubicBezTo>
                    <a:pt x="3107" y="812"/>
                    <a:pt x="3144" y="722"/>
                    <a:pt x="3095" y="670"/>
                  </a:cubicBezTo>
                  <a:cubicBezTo>
                    <a:pt x="3070" y="639"/>
                    <a:pt x="3045" y="611"/>
                    <a:pt x="3017" y="583"/>
                  </a:cubicBezTo>
                  <a:cubicBezTo>
                    <a:pt x="2962" y="522"/>
                    <a:pt x="2906" y="469"/>
                    <a:pt x="2851" y="417"/>
                  </a:cubicBezTo>
                  <a:cubicBezTo>
                    <a:pt x="2832" y="400"/>
                    <a:pt x="2812" y="393"/>
                    <a:pt x="2793" y="393"/>
                  </a:cubicBezTo>
                  <a:close/>
                  <a:moveTo>
                    <a:pt x="691" y="637"/>
                  </a:moveTo>
                  <a:cubicBezTo>
                    <a:pt x="672" y="637"/>
                    <a:pt x="651" y="644"/>
                    <a:pt x="633" y="661"/>
                  </a:cubicBezTo>
                  <a:cubicBezTo>
                    <a:pt x="556" y="741"/>
                    <a:pt x="482" y="830"/>
                    <a:pt x="408" y="926"/>
                  </a:cubicBezTo>
                  <a:cubicBezTo>
                    <a:pt x="377" y="963"/>
                    <a:pt x="383" y="1018"/>
                    <a:pt x="424" y="1046"/>
                  </a:cubicBezTo>
                  <a:cubicBezTo>
                    <a:pt x="439" y="1058"/>
                    <a:pt x="454" y="1065"/>
                    <a:pt x="476" y="1065"/>
                  </a:cubicBezTo>
                  <a:cubicBezTo>
                    <a:pt x="504" y="1065"/>
                    <a:pt x="528" y="1052"/>
                    <a:pt x="544" y="1031"/>
                  </a:cubicBezTo>
                  <a:cubicBezTo>
                    <a:pt x="615" y="938"/>
                    <a:pt x="686" y="852"/>
                    <a:pt x="760" y="775"/>
                  </a:cubicBezTo>
                  <a:cubicBezTo>
                    <a:pt x="809" y="711"/>
                    <a:pt x="754" y="637"/>
                    <a:pt x="691" y="637"/>
                  </a:cubicBezTo>
                  <a:close/>
                  <a:moveTo>
                    <a:pt x="5503" y="1071"/>
                  </a:moveTo>
                  <a:cubicBezTo>
                    <a:pt x="5386" y="1071"/>
                    <a:pt x="5269" y="1080"/>
                    <a:pt x="5152" y="1105"/>
                  </a:cubicBezTo>
                  <a:cubicBezTo>
                    <a:pt x="5047" y="1120"/>
                    <a:pt x="5059" y="1274"/>
                    <a:pt x="5167" y="1274"/>
                  </a:cubicBezTo>
                  <a:cubicBezTo>
                    <a:pt x="5173" y="1274"/>
                    <a:pt x="5180" y="1271"/>
                    <a:pt x="5183" y="1271"/>
                  </a:cubicBezTo>
                  <a:cubicBezTo>
                    <a:pt x="5279" y="1255"/>
                    <a:pt x="5376" y="1243"/>
                    <a:pt x="5473" y="1243"/>
                  </a:cubicBezTo>
                  <a:cubicBezTo>
                    <a:pt x="5484" y="1243"/>
                    <a:pt x="5495" y="1243"/>
                    <a:pt x="5506" y="1243"/>
                  </a:cubicBezTo>
                  <a:cubicBezTo>
                    <a:pt x="5553" y="1243"/>
                    <a:pt x="5593" y="1203"/>
                    <a:pt x="5593" y="1157"/>
                  </a:cubicBezTo>
                  <a:cubicBezTo>
                    <a:pt x="5590" y="1108"/>
                    <a:pt x="5553" y="1071"/>
                    <a:pt x="5503" y="1071"/>
                  </a:cubicBezTo>
                  <a:close/>
                  <a:moveTo>
                    <a:pt x="3254" y="895"/>
                  </a:moveTo>
                  <a:cubicBezTo>
                    <a:pt x="3189" y="895"/>
                    <a:pt x="3131" y="972"/>
                    <a:pt x="3187" y="1037"/>
                  </a:cubicBezTo>
                  <a:cubicBezTo>
                    <a:pt x="3261" y="1129"/>
                    <a:pt x="3329" y="1222"/>
                    <a:pt x="3391" y="1308"/>
                  </a:cubicBezTo>
                  <a:cubicBezTo>
                    <a:pt x="3406" y="1330"/>
                    <a:pt x="3434" y="1345"/>
                    <a:pt x="3462" y="1345"/>
                  </a:cubicBezTo>
                  <a:cubicBezTo>
                    <a:pt x="3480" y="1345"/>
                    <a:pt x="3495" y="1339"/>
                    <a:pt x="3511" y="1327"/>
                  </a:cubicBezTo>
                  <a:cubicBezTo>
                    <a:pt x="3548" y="1299"/>
                    <a:pt x="3557" y="1247"/>
                    <a:pt x="3533" y="1210"/>
                  </a:cubicBezTo>
                  <a:cubicBezTo>
                    <a:pt x="3468" y="1117"/>
                    <a:pt x="3400" y="1024"/>
                    <a:pt x="3323" y="932"/>
                  </a:cubicBezTo>
                  <a:cubicBezTo>
                    <a:pt x="3303" y="906"/>
                    <a:pt x="3278" y="895"/>
                    <a:pt x="3254" y="895"/>
                  </a:cubicBezTo>
                  <a:close/>
                  <a:moveTo>
                    <a:pt x="5845" y="1100"/>
                  </a:moveTo>
                  <a:cubicBezTo>
                    <a:pt x="5747" y="1100"/>
                    <a:pt x="5725" y="1254"/>
                    <a:pt x="5833" y="1271"/>
                  </a:cubicBezTo>
                  <a:cubicBezTo>
                    <a:pt x="5877" y="1277"/>
                    <a:pt x="5917" y="1287"/>
                    <a:pt x="5960" y="1296"/>
                  </a:cubicBezTo>
                  <a:cubicBezTo>
                    <a:pt x="6028" y="1311"/>
                    <a:pt x="6092" y="1330"/>
                    <a:pt x="6154" y="1348"/>
                  </a:cubicBezTo>
                  <a:cubicBezTo>
                    <a:pt x="6163" y="1351"/>
                    <a:pt x="6173" y="1351"/>
                    <a:pt x="6182" y="1351"/>
                  </a:cubicBezTo>
                  <a:lnTo>
                    <a:pt x="6179" y="1351"/>
                  </a:lnTo>
                  <a:cubicBezTo>
                    <a:pt x="6180" y="1351"/>
                    <a:pt x="6181" y="1351"/>
                    <a:pt x="6182" y="1351"/>
                  </a:cubicBezTo>
                  <a:cubicBezTo>
                    <a:pt x="6278" y="1351"/>
                    <a:pt x="6298" y="1215"/>
                    <a:pt x="6207" y="1185"/>
                  </a:cubicBezTo>
                  <a:cubicBezTo>
                    <a:pt x="6139" y="1163"/>
                    <a:pt x="6071" y="1145"/>
                    <a:pt x="6000" y="1129"/>
                  </a:cubicBezTo>
                  <a:cubicBezTo>
                    <a:pt x="5951" y="1117"/>
                    <a:pt x="5907" y="1108"/>
                    <a:pt x="5861" y="1102"/>
                  </a:cubicBezTo>
                  <a:cubicBezTo>
                    <a:pt x="5855" y="1101"/>
                    <a:pt x="5850" y="1100"/>
                    <a:pt x="5845" y="1100"/>
                  </a:cubicBezTo>
                  <a:close/>
                  <a:moveTo>
                    <a:pt x="4842" y="1199"/>
                  </a:moveTo>
                  <a:cubicBezTo>
                    <a:pt x="4831" y="1199"/>
                    <a:pt x="4819" y="1201"/>
                    <a:pt x="4806" y="1206"/>
                  </a:cubicBezTo>
                  <a:cubicBezTo>
                    <a:pt x="4695" y="1250"/>
                    <a:pt x="4590" y="1308"/>
                    <a:pt x="4492" y="1373"/>
                  </a:cubicBezTo>
                  <a:cubicBezTo>
                    <a:pt x="4421" y="1419"/>
                    <a:pt x="4452" y="1530"/>
                    <a:pt x="4538" y="1530"/>
                  </a:cubicBezTo>
                  <a:cubicBezTo>
                    <a:pt x="4553" y="1530"/>
                    <a:pt x="4572" y="1527"/>
                    <a:pt x="4584" y="1518"/>
                  </a:cubicBezTo>
                  <a:cubicBezTo>
                    <a:pt x="4677" y="1456"/>
                    <a:pt x="4772" y="1404"/>
                    <a:pt x="4871" y="1364"/>
                  </a:cubicBezTo>
                  <a:cubicBezTo>
                    <a:pt x="4963" y="1326"/>
                    <a:pt x="4924" y="1199"/>
                    <a:pt x="4842" y="1199"/>
                  </a:cubicBezTo>
                  <a:close/>
                  <a:moveTo>
                    <a:pt x="273" y="1172"/>
                  </a:moveTo>
                  <a:cubicBezTo>
                    <a:pt x="248" y="1172"/>
                    <a:pt x="223" y="1184"/>
                    <a:pt x="205" y="1213"/>
                  </a:cubicBezTo>
                  <a:cubicBezTo>
                    <a:pt x="87" y="1388"/>
                    <a:pt x="26" y="1509"/>
                    <a:pt x="23" y="1515"/>
                  </a:cubicBezTo>
                  <a:cubicBezTo>
                    <a:pt x="1" y="1558"/>
                    <a:pt x="20" y="1610"/>
                    <a:pt x="63" y="1632"/>
                  </a:cubicBezTo>
                  <a:cubicBezTo>
                    <a:pt x="72" y="1638"/>
                    <a:pt x="87" y="1641"/>
                    <a:pt x="100" y="1641"/>
                  </a:cubicBezTo>
                  <a:lnTo>
                    <a:pt x="103" y="1641"/>
                  </a:lnTo>
                  <a:cubicBezTo>
                    <a:pt x="134" y="1638"/>
                    <a:pt x="161" y="1620"/>
                    <a:pt x="177" y="1592"/>
                  </a:cubicBezTo>
                  <a:cubicBezTo>
                    <a:pt x="229" y="1493"/>
                    <a:pt x="285" y="1398"/>
                    <a:pt x="346" y="1305"/>
                  </a:cubicBezTo>
                  <a:cubicBezTo>
                    <a:pt x="390" y="1238"/>
                    <a:pt x="333" y="1172"/>
                    <a:pt x="273" y="1172"/>
                  </a:cubicBezTo>
                  <a:close/>
                  <a:moveTo>
                    <a:pt x="6490" y="1316"/>
                  </a:moveTo>
                  <a:cubicBezTo>
                    <a:pt x="6411" y="1316"/>
                    <a:pt x="6363" y="1434"/>
                    <a:pt x="6453" y="1478"/>
                  </a:cubicBezTo>
                  <a:cubicBezTo>
                    <a:pt x="6546" y="1530"/>
                    <a:pt x="6635" y="1595"/>
                    <a:pt x="6715" y="1666"/>
                  </a:cubicBezTo>
                  <a:cubicBezTo>
                    <a:pt x="6731" y="1678"/>
                    <a:pt x="6753" y="1688"/>
                    <a:pt x="6774" y="1688"/>
                  </a:cubicBezTo>
                  <a:cubicBezTo>
                    <a:pt x="6851" y="1688"/>
                    <a:pt x="6888" y="1589"/>
                    <a:pt x="6830" y="1536"/>
                  </a:cubicBezTo>
                  <a:cubicBezTo>
                    <a:pt x="6740" y="1456"/>
                    <a:pt x="6641" y="1388"/>
                    <a:pt x="6537" y="1330"/>
                  </a:cubicBezTo>
                  <a:cubicBezTo>
                    <a:pt x="6520" y="1320"/>
                    <a:pt x="6504" y="1316"/>
                    <a:pt x="6490" y="1316"/>
                  </a:cubicBezTo>
                  <a:close/>
                  <a:moveTo>
                    <a:pt x="3651" y="1462"/>
                  </a:moveTo>
                  <a:cubicBezTo>
                    <a:pt x="3593" y="1462"/>
                    <a:pt x="3536" y="1523"/>
                    <a:pt x="3573" y="1589"/>
                  </a:cubicBezTo>
                  <a:cubicBezTo>
                    <a:pt x="3628" y="1684"/>
                    <a:pt x="3681" y="1783"/>
                    <a:pt x="3727" y="1885"/>
                  </a:cubicBezTo>
                  <a:cubicBezTo>
                    <a:pt x="3739" y="1916"/>
                    <a:pt x="3770" y="1937"/>
                    <a:pt x="3804" y="1937"/>
                  </a:cubicBezTo>
                  <a:cubicBezTo>
                    <a:pt x="3866" y="1934"/>
                    <a:pt x="3906" y="1873"/>
                    <a:pt x="3881" y="1817"/>
                  </a:cubicBezTo>
                  <a:cubicBezTo>
                    <a:pt x="3835" y="1709"/>
                    <a:pt x="3779" y="1604"/>
                    <a:pt x="3721" y="1503"/>
                  </a:cubicBezTo>
                  <a:cubicBezTo>
                    <a:pt x="3703" y="1474"/>
                    <a:pt x="3677" y="1462"/>
                    <a:pt x="3651" y="1462"/>
                  </a:cubicBezTo>
                  <a:close/>
                  <a:moveTo>
                    <a:pt x="4273" y="1572"/>
                  </a:moveTo>
                  <a:cubicBezTo>
                    <a:pt x="4253" y="1572"/>
                    <a:pt x="4232" y="1580"/>
                    <a:pt x="4214" y="1598"/>
                  </a:cubicBezTo>
                  <a:cubicBezTo>
                    <a:pt x="4128" y="1681"/>
                    <a:pt x="4048" y="1771"/>
                    <a:pt x="3977" y="1866"/>
                  </a:cubicBezTo>
                  <a:cubicBezTo>
                    <a:pt x="3949" y="1903"/>
                    <a:pt x="3958" y="1956"/>
                    <a:pt x="3995" y="1987"/>
                  </a:cubicBezTo>
                  <a:cubicBezTo>
                    <a:pt x="4011" y="1996"/>
                    <a:pt x="4029" y="2002"/>
                    <a:pt x="4048" y="2002"/>
                  </a:cubicBezTo>
                  <a:cubicBezTo>
                    <a:pt x="4072" y="2002"/>
                    <a:pt x="4100" y="1990"/>
                    <a:pt x="4115" y="1968"/>
                  </a:cubicBezTo>
                  <a:cubicBezTo>
                    <a:pt x="4180" y="1879"/>
                    <a:pt x="4251" y="1799"/>
                    <a:pt x="4331" y="1721"/>
                  </a:cubicBezTo>
                  <a:cubicBezTo>
                    <a:pt x="4396" y="1660"/>
                    <a:pt x="4339" y="1572"/>
                    <a:pt x="4273" y="1572"/>
                  </a:cubicBezTo>
                  <a:close/>
                  <a:moveTo>
                    <a:pt x="7005" y="1768"/>
                  </a:moveTo>
                  <a:cubicBezTo>
                    <a:pt x="6943" y="1768"/>
                    <a:pt x="6886" y="1837"/>
                    <a:pt x="6934" y="1903"/>
                  </a:cubicBezTo>
                  <a:cubicBezTo>
                    <a:pt x="6999" y="1993"/>
                    <a:pt x="7052" y="2085"/>
                    <a:pt x="7095" y="2187"/>
                  </a:cubicBezTo>
                  <a:cubicBezTo>
                    <a:pt x="7110" y="2215"/>
                    <a:pt x="7138" y="2237"/>
                    <a:pt x="7172" y="2237"/>
                  </a:cubicBezTo>
                  <a:lnTo>
                    <a:pt x="7175" y="2237"/>
                  </a:lnTo>
                  <a:cubicBezTo>
                    <a:pt x="7237" y="2237"/>
                    <a:pt x="7277" y="2172"/>
                    <a:pt x="7252" y="2116"/>
                  </a:cubicBezTo>
                  <a:cubicBezTo>
                    <a:pt x="7203" y="2005"/>
                    <a:pt x="7144" y="1900"/>
                    <a:pt x="7073" y="1805"/>
                  </a:cubicBezTo>
                  <a:cubicBezTo>
                    <a:pt x="7054" y="1779"/>
                    <a:pt x="7029" y="1768"/>
                    <a:pt x="7005" y="1768"/>
                  </a:cubicBezTo>
                  <a:close/>
                  <a:moveTo>
                    <a:pt x="8677" y="2061"/>
                  </a:moveTo>
                  <a:cubicBezTo>
                    <a:pt x="8557" y="2064"/>
                    <a:pt x="8437" y="2082"/>
                    <a:pt x="8322" y="2113"/>
                  </a:cubicBezTo>
                  <a:cubicBezTo>
                    <a:pt x="8224" y="2141"/>
                    <a:pt x="8242" y="2283"/>
                    <a:pt x="8344" y="2283"/>
                  </a:cubicBezTo>
                  <a:cubicBezTo>
                    <a:pt x="8350" y="2283"/>
                    <a:pt x="8356" y="2283"/>
                    <a:pt x="8366" y="2280"/>
                  </a:cubicBezTo>
                  <a:cubicBezTo>
                    <a:pt x="8467" y="2252"/>
                    <a:pt x="8575" y="2237"/>
                    <a:pt x="8683" y="2233"/>
                  </a:cubicBezTo>
                  <a:cubicBezTo>
                    <a:pt x="8730" y="2230"/>
                    <a:pt x="8767" y="2190"/>
                    <a:pt x="8767" y="2144"/>
                  </a:cubicBezTo>
                  <a:cubicBezTo>
                    <a:pt x="8763" y="2098"/>
                    <a:pt x="8723" y="2061"/>
                    <a:pt x="8677" y="2061"/>
                  </a:cubicBezTo>
                  <a:close/>
                  <a:moveTo>
                    <a:pt x="9017" y="2095"/>
                  </a:moveTo>
                  <a:cubicBezTo>
                    <a:pt x="8925" y="2095"/>
                    <a:pt x="8898" y="2242"/>
                    <a:pt x="9001" y="2264"/>
                  </a:cubicBezTo>
                  <a:cubicBezTo>
                    <a:pt x="9106" y="2289"/>
                    <a:pt x="9208" y="2326"/>
                    <a:pt x="9303" y="2375"/>
                  </a:cubicBezTo>
                  <a:cubicBezTo>
                    <a:pt x="9312" y="2382"/>
                    <a:pt x="9328" y="2385"/>
                    <a:pt x="9340" y="2385"/>
                  </a:cubicBezTo>
                  <a:lnTo>
                    <a:pt x="9343" y="2385"/>
                  </a:lnTo>
                  <a:cubicBezTo>
                    <a:pt x="9430" y="2385"/>
                    <a:pt x="9461" y="2264"/>
                    <a:pt x="9380" y="2224"/>
                  </a:cubicBezTo>
                  <a:cubicBezTo>
                    <a:pt x="9272" y="2169"/>
                    <a:pt x="9158" y="2126"/>
                    <a:pt x="9041" y="2098"/>
                  </a:cubicBezTo>
                  <a:cubicBezTo>
                    <a:pt x="9033" y="2096"/>
                    <a:pt x="9025" y="2095"/>
                    <a:pt x="9017" y="2095"/>
                  </a:cubicBezTo>
                  <a:close/>
                  <a:moveTo>
                    <a:pt x="8026" y="2230"/>
                  </a:moveTo>
                  <a:cubicBezTo>
                    <a:pt x="8013" y="2230"/>
                    <a:pt x="8000" y="2233"/>
                    <a:pt x="7986" y="2240"/>
                  </a:cubicBezTo>
                  <a:cubicBezTo>
                    <a:pt x="7878" y="2292"/>
                    <a:pt x="7776" y="2351"/>
                    <a:pt x="7678" y="2419"/>
                  </a:cubicBezTo>
                  <a:cubicBezTo>
                    <a:pt x="7610" y="2468"/>
                    <a:pt x="7644" y="2576"/>
                    <a:pt x="7727" y="2576"/>
                  </a:cubicBezTo>
                  <a:cubicBezTo>
                    <a:pt x="7746" y="2576"/>
                    <a:pt x="7761" y="2570"/>
                    <a:pt x="7776" y="2560"/>
                  </a:cubicBezTo>
                  <a:cubicBezTo>
                    <a:pt x="7866" y="2499"/>
                    <a:pt x="7962" y="2443"/>
                    <a:pt x="8060" y="2394"/>
                  </a:cubicBezTo>
                  <a:cubicBezTo>
                    <a:pt x="8151" y="2351"/>
                    <a:pt x="8106" y="2230"/>
                    <a:pt x="8026" y="2230"/>
                  </a:cubicBezTo>
                  <a:close/>
                  <a:moveTo>
                    <a:pt x="3919" y="2086"/>
                  </a:moveTo>
                  <a:cubicBezTo>
                    <a:pt x="3911" y="2086"/>
                    <a:pt x="3904" y="2087"/>
                    <a:pt x="3896" y="2089"/>
                  </a:cubicBezTo>
                  <a:cubicBezTo>
                    <a:pt x="3859" y="2113"/>
                    <a:pt x="3822" y="2138"/>
                    <a:pt x="3789" y="2166"/>
                  </a:cubicBezTo>
                  <a:cubicBezTo>
                    <a:pt x="3730" y="2271"/>
                    <a:pt x="3684" y="2382"/>
                    <a:pt x="3647" y="2496"/>
                  </a:cubicBezTo>
                  <a:cubicBezTo>
                    <a:pt x="3631" y="2539"/>
                    <a:pt x="3656" y="2588"/>
                    <a:pt x="3702" y="2604"/>
                  </a:cubicBezTo>
                  <a:cubicBezTo>
                    <a:pt x="3711" y="2604"/>
                    <a:pt x="3721" y="2607"/>
                    <a:pt x="3730" y="2607"/>
                  </a:cubicBezTo>
                  <a:cubicBezTo>
                    <a:pt x="3767" y="2607"/>
                    <a:pt x="3798" y="2582"/>
                    <a:pt x="3810" y="2545"/>
                  </a:cubicBezTo>
                  <a:cubicBezTo>
                    <a:pt x="3829" y="2489"/>
                    <a:pt x="3850" y="2431"/>
                    <a:pt x="3875" y="2378"/>
                  </a:cubicBezTo>
                  <a:cubicBezTo>
                    <a:pt x="3881" y="2422"/>
                    <a:pt x="3884" y="2465"/>
                    <a:pt x="3884" y="2511"/>
                  </a:cubicBezTo>
                  <a:cubicBezTo>
                    <a:pt x="3884" y="2556"/>
                    <a:pt x="3921" y="2595"/>
                    <a:pt x="3965" y="2595"/>
                  </a:cubicBezTo>
                  <a:cubicBezTo>
                    <a:pt x="3967" y="2595"/>
                    <a:pt x="3969" y="2594"/>
                    <a:pt x="3970" y="2594"/>
                  </a:cubicBezTo>
                  <a:cubicBezTo>
                    <a:pt x="4020" y="2594"/>
                    <a:pt x="4057" y="2554"/>
                    <a:pt x="4057" y="2508"/>
                  </a:cubicBezTo>
                  <a:cubicBezTo>
                    <a:pt x="4051" y="2388"/>
                    <a:pt x="4035" y="2267"/>
                    <a:pt x="4001" y="2150"/>
                  </a:cubicBezTo>
                  <a:cubicBezTo>
                    <a:pt x="3991" y="2111"/>
                    <a:pt x="3957" y="2086"/>
                    <a:pt x="3919" y="2086"/>
                  </a:cubicBezTo>
                  <a:close/>
                  <a:moveTo>
                    <a:pt x="9628" y="2400"/>
                  </a:moveTo>
                  <a:cubicBezTo>
                    <a:pt x="9557" y="2400"/>
                    <a:pt x="9503" y="2500"/>
                    <a:pt x="9578" y="2557"/>
                  </a:cubicBezTo>
                  <a:cubicBezTo>
                    <a:pt x="9667" y="2625"/>
                    <a:pt x="9754" y="2696"/>
                    <a:pt x="9834" y="2770"/>
                  </a:cubicBezTo>
                  <a:cubicBezTo>
                    <a:pt x="9849" y="2786"/>
                    <a:pt x="9868" y="2792"/>
                    <a:pt x="9889" y="2792"/>
                  </a:cubicBezTo>
                  <a:lnTo>
                    <a:pt x="9892" y="2792"/>
                  </a:lnTo>
                  <a:cubicBezTo>
                    <a:pt x="9969" y="2792"/>
                    <a:pt x="10006" y="2696"/>
                    <a:pt x="9948" y="2644"/>
                  </a:cubicBezTo>
                  <a:cubicBezTo>
                    <a:pt x="9865" y="2567"/>
                    <a:pt x="9775" y="2493"/>
                    <a:pt x="9679" y="2419"/>
                  </a:cubicBezTo>
                  <a:cubicBezTo>
                    <a:pt x="9662" y="2406"/>
                    <a:pt x="9645" y="2400"/>
                    <a:pt x="9628" y="2400"/>
                  </a:cubicBezTo>
                  <a:close/>
                  <a:moveTo>
                    <a:pt x="7284" y="2391"/>
                  </a:moveTo>
                  <a:cubicBezTo>
                    <a:pt x="7276" y="2391"/>
                    <a:pt x="7269" y="2392"/>
                    <a:pt x="7261" y="2394"/>
                  </a:cubicBezTo>
                  <a:cubicBezTo>
                    <a:pt x="7215" y="2403"/>
                    <a:pt x="7187" y="2449"/>
                    <a:pt x="7200" y="2496"/>
                  </a:cubicBezTo>
                  <a:cubicBezTo>
                    <a:pt x="7221" y="2594"/>
                    <a:pt x="7237" y="2696"/>
                    <a:pt x="7243" y="2801"/>
                  </a:cubicBezTo>
                  <a:cubicBezTo>
                    <a:pt x="7215" y="2832"/>
                    <a:pt x="7184" y="2863"/>
                    <a:pt x="7160" y="2897"/>
                  </a:cubicBezTo>
                  <a:cubicBezTo>
                    <a:pt x="7129" y="2934"/>
                    <a:pt x="7132" y="2986"/>
                    <a:pt x="7169" y="3017"/>
                  </a:cubicBezTo>
                  <a:cubicBezTo>
                    <a:pt x="7184" y="3029"/>
                    <a:pt x="7203" y="3035"/>
                    <a:pt x="7224" y="3038"/>
                  </a:cubicBezTo>
                  <a:cubicBezTo>
                    <a:pt x="7249" y="3038"/>
                    <a:pt x="7274" y="3026"/>
                    <a:pt x="7292" y="3005"/>
                  </a:cubicBezTo>
                  <a:cubicBezTo>
                    <a:pt x="7360" y="2921"/>
                    <a:pt x="7437" y="2841"/>
                    <a:pt x="7517" y="2767"/>
                  </a:cubicBezTo>
                  <a:cubicBezTo>
                    <a:pt x="7587" y="2707"/>
                    <a:pt x="7530" y="2614"/>
                    <a:pt x="7462" y="2614"/>
                  </a:cubicBezTo>
                  <a:cubicBezTo>
                    <a:pt x="7443" y="2614"/>
                    <a:pt x="7422" y="2622"/>
                    <a:pt x="7403" y="2641"/>
                  </a:cubicBezTo>
                  <a:lnTo>
                    <a:pt x="7400" y="2644"/>
                  </a:lnTo>
                  <a:cubicBezTo>
                    <a:pt x="7391" y="2579"/>
                    <a:pt x="7379" y="2517"/>
                    <a:pt x="7366" y="2456"/>
                  </a:cubicBezTo>
                  <a:cubicBezTo>
                    <a:pt x="7356" y="2417"/>
                    <a:pt x="7322" y="2391"/>
                    <a:pt x="7284" y="2391"/>
                  </a:cubicBezTo>
                  <a:close/>
                  <a:moveTo>
                    <a:pt x="3904" y="2757"/>
                  </a:moveTo>
                  <a:cubicBezTo>
                    <a:pt x="3876" y="2757"/>
                    <a:pt x="3849" y="2771"/>
                    <a:pt x="3832" y="2804"/>
                  </a:cubicBezTo>
                  <a:cubicBezTo>
                    <a:pt x="3804" y="2860"/>
                    <a:pt x="3770" y="2875"/>
                    <a:pt x="3770" y="2875"/>
                  </a:cubicBezTo>
                  <a:cubicBezTo>
                    <a:pt x="3770" y="2875"/>
                    <a:pt x="3769" y="2878"/>
                    <a:pt x="3769" y="2878"/>
                  </a:cubicBezTo>
                  <a:cubicBezTo>
                    <a:pt x="3767" y="2878"/>
                    <a:pt x="3766" y="2872"/>
                    <a:pt x="3764" y="2847"/>
                  </a:cubicBezTo>
                  <a:cubicBezTo>
                    <a:pt x="3757" y="2796"/>
                    <a:pt x="3718" y="2772"/>
                    <a:pt x="3679" y="2772"/>
                  </a:cubicBezTo>
                  <a:cubicBezTo>
                    <a:pt x="3632" y="2772"/>
                    <a:pt x="3584" y="2806"/>
                    <a:pt x="3591" y="2869"/>
                  </a:cubicBezTo>
                  <a:cubicBezTo>
                    <a:pt x="3594" y="2906"/>
                    <a:pt x="3610" y="2943"/>
                    <a:pt x="3631" y="2977"/>
                  </a:cubicBezTo>
                  <a:cubicBezTo>
                    <a:pt x="3662" y="3020"/>
                    <a:pt x="3711" y="3048"/>
                    <a:pt x="3767" y="3048"/>
                  </a:cubicBezTo>
                  <a:cubicBezTo>
                    <a:pt x="3850" y="3048"/>
                    <a:pt x="3927" y="2986"/>
                    <a:pt x="3983" y="2884"/>
                  </a:cubicBezTo>
                  <a:cubicBezTo>
                    <a:pt x="4018" y="2816"/>
                    <a:pt x="3961" y="2757"/>
                    <a:pt x="3904" y="2757"/>
                  </a:cubicBezTo>
                  <a:close/>
                  <a:moveTo>
                    <a:pt x="10131" y="2862"/>
                  </a:moveTo>
                  <a:cubicBezTo>
                    <a:pt x="10068" y="2862"/>
                    <a:pt x="10010" y="2940"/>
                    <a:pt x="10065" y="3005"/>
                  </a:cubicBezTo>
                  <a:cubicBezTo>
                    <a:pt x="10139" y="3088"/>
                    <a:pt x="10207" y="3177"/>
                    <a:pt x="10269" y="3270"/>
                  </a:cubicBezTo>
                  <a:cubicBezTo>
                    <a:pt x="10284" y="3291"/>
                    <a:pt x="10312" y="3307"/>
                    <a:pt x="10340" y="3307"/>
                  </a:cubicBezTo>
                  <a:lnTo>
                    <a:pt x="10340" y="3310"/>
                  </a:lnTo>
                  <a:cubicBezTo>
                    <a:pt x="10355" y="3307"/>
                    <a:pt x="10373" y="3301"/>
                    <a:pt x="10389" y="3291"/>
                  </a:cubicBezTo>
                  <a:cubicBezTo>
                    <a:pt x="10426" y="3264"/>
                    <a:pt x="10438" y="3211"/>
                    <a:pt x="10410" y="3174"/>
                  </a:cubicBezTo>
                  <a:cubicBezTo>
                    <a:pt x="10346" y="3075"/>
                    <a:pt x="10272" y="2983"/>
                    <a:pt x="10195" y="2894"/>
                  </a:cubicBezTo>
                  <a:cubicBezTo>
                    <a:pt x="10176" y="2871"/>
                    <a:pt x="10153" y="2862"/>
                    <a:pt x="10131" y="2862"/>
                  </a:cubicBezTo>
                  <a:close/>
                  <a:moveTo>
                    <a:pt x="7315" y="3069"/>
                  </a:moveTo>
                  <a:cubicBezTo>
                    <a:pt x="7273" y="3069"/>
                    <a:pt x="7233" y="3101"/>
                    <a:pt x="7231" y="3143"/>
                  </a:cubicBezTo>
                  <a:cubicBezTo>
                    <a:pt x="7215" y="3248"/>
                    <a:pt x="7187" y="3347"/>
                    <a:pt x="7141" y="3443"/>
                  </a:cubicBezTo>
                  <a:cubicBezTo>
                    <a:pt x="7120" y="3483"/>
                    <a:pt x="7135" y="3535"/>
                    <a:pt x="7175" y="3557"/>
                  </a:cubicBezTo>
                  <a:cubicBezTo>
                    <a:pt x="7187" y="3563"/>
                    <a:pt x="7203" y="3566"/>
                    <a:pt x="7218" y="3569"/>
                  </a:cubicBezTo>
                  <a:cubicBezTo>
                    <a:pt x="7249" y="3569"/>
                    <a:pt x="7277" y="3550"/>
                    <a:pt x="7292" y="3523"/>
                  </a:cubicBezTo>
                  <a:cubicBezTo>
                    <a:pt x="7348" y="3412"/>
                    <a:pt x="7385" y="3291"/>
                    <a:pt x="7400" y="3168"/>
                  </a:cubicBezTo>
                  <a:cubicBezTo>
                    <a:pt x="7406" y="3122"/>
                    <a:pt x="7372" y="3079"/>
                    <a:pt x="7326" y="3069"/>
                  </a:cubicBezTo>
                  <a:cubicBezTo>
                    <a:pt x="7323" y="3069"/>
                    <a:pt x="7319" y="3069"/>
                    <a:pt x="7315" y="3069"/>
                  </a:cubicBezTo>
                  <a:close/>
                  <a:moveTo>
                    <a:pt x="7027" y="3148"/>
                  </a:moveTo>
                  <a:cubicBezTo>
                    <a:pt x="7000" y="3148"/>
                    <a:pt x="6973" y="3161"/>
                    <a:pt x="6956" y="3193"/>
                  </a:cubicBezTo>
                  <a:cubicBezTo>
                    <a:pt x="6901" y="3285"/>
                    <a:pt x="6867" y="3387"/>
                    <a:pt x="6860" y="3495"/>
                  </a:cubicBezTo>
                  <a:cubicBezTo>
                    <a:pt x="6860" y="3529"/>
                    <a:pt x="6867" y="3563"/>
                    <a:pt x="6882" y="3594"/>
                  </a:cubicBezTo>
                  <a:cubicBezTo>
                    <a:pt x="6894" y="3625"/>
                    <a:pt x="6925" y="3643"/>
                    <a:pt x="6959" y="3646"/>
                  </a:cubicBezTo>
                  <a:cubicBezTo>
                    <a:pt x="6971" y="3646"/>
                    <a:pt x="6984" y="3643"/>
                    <a:pt x="6993" y="3637"/>
                  </a:cubicBezTo>
                  <a:cubicBezTo>
                    <a:pt x="7036" y="3618"/>
                    <a:pt x="7055" y="3566"/>
                    <a:pt x="7036" y="3523"/>
                  </a:cubicBezTo>
                  <a:cubicBezTo>
                    <a:pt x="7033" y="3513"/>
                    <a:pt x="7030" y="3504"/>
                    <a:pt x="7033" y="3495"/>
                  </a:cubicBezTo>
                  <a:cubicBezTo>
                    <a:pt x="7033" y="3464"/>
                    <a:pt x="7042" y="3396"/>
                    <a:pt x="7107" y="3276"/>
                  </a:cubicBezTo>
                  <a:cubicBezTo>
                    <a:pt x="7143" y="3207"/>
                    <a:pt x="7085" y="3148"/>
                    <a:pt x="7027" y="3148"/>
                  </a:cubicBezTo>
                  <a:close/>
                  <a:moveTo>
                    <a:pt x="10512" y="3433"/>
                  </a:moveTo>
                  <a:cubicBezTo>
                    <a:pt x="10456" y="3433"/>
                    <a:pt x="10399" y="3489"/>
                    <a:pt x="10432" y="3557"/>
                  </a:cubicBezTo>
                  <a:cubicBezTo>
                    <a:pt x="10481" y="3655"/>
                    <a:pt x="10522" y="3757"/>
                    <a:pt x="10555" y="3862"/>
                  </a:cubicBezTo>
                  <a:cubicBezTo>
                    <a:pt x="10568" y="3899"/>
                    <a:pt x="10599" y="3921"/>
                    <a:pt x="10636" y="3924"/>
                  </a:cubicBezTo>
                  <a:cubicBezTo>
                    <a:pt x="10645" y="3921"/>
                    <a:pt x="10654" y="3921"/>
                    <a:pt x="10663" y="3918"/>
                  </a:cubicBezTo>
                  <a:cubicBezTo>
                    <a:pt x="10710" y="3905"/>
                    <a:pt x="10734" y="3856"/>
                    <a:pt x="10719" y="3810"/>
                  </a:cubicBezTo>
                  <a:cubicBezTo>
                    <a:pt x="10682" y="3699"/>
                    <a:pt x="10639" y="3587"/>
                    <a:pt x="10586" y="3483"/>
                  </a:cubicBezTo>
                  <a:cubicBezTo>
                    <a:pt x="10570" y="3447"/>
                    <a:pt x="10541" y="3433"/>
                    <a:pt x="10512" y="3433"/>
                  </a:cubicBezTo>
                  <a:close/>
                  <a:moveTo>
                    <a:pt x="10716" y="4086"/>
                  </a:moveTo>
                  <a:cubicBezTo>
                    <a:pt x="10711" y="4086"/>
                    <a:pt x="10706" y="4086"/>
                    <a:pt x="10700" y="4087"/>
                  </a:cubicBezTo>
                  <a:cubicBezTo>
                    <a:pt x="10654" y="4093"/>
                    <a:pt x="10620" y="4136"/>
                    <a:pt x="10626" y="4183"/>
                  </a:cubicBezTo>
                  <a:cubicBezTo>
                    <a:pt x="10636" y="4254"/>
                    <a:pt x="10642" y="4325"/>
                    <a:pt x="10642" y="4399"/>
                  </a:cubicBezTo>
                  <a:cubicBezTo>
                    <a:pt x="10642" y="4433"/>
                    <a:pt x="10642" y="4467"/>
                    <a:pt x="10639" y="4504"/>
                  </a:cubicBezTo>
                  <a:cubicBezTo>
                    <a:pt x="10633" y="4550"/>
                    <a:pt x="10666" y="4593"/>
                    <a:pt x="10713" y="4599"/>
                  </a:cubicBezTo>
                  <a:lnTo>
                    <a:pt x="10722" y="4599"/>
                  </a:lnTo>
                  <a:cubicBezTo>
                    <a:pt x="10765" y="4596"/>
                    <a:pt x="10802" y="4565"/>
                    <a:pt x="10808" y="4522"/>
                  </a:cubicBezTo>
                  <a:cubicBezTo>
                    <a:pt x="10811" y="4482"/>
                    <a:pt x="10815" y="4439"/>
                    <a:pt x="10815" y="4399"/>
                  </a:cubicBezTo>
                  <a:cubicBezTo>
                    <a:pt x="10815" y="4318"/>
                    <a:pt x="10808" y="4238"/>
                    <a:pt x="10796" y="4158"/>
                  </a:cubicBezTo>
                  <a:cubicBezTo>
                    <a:pt x="10793" y="4117"/>
                    <a:pt x="10756" y="4086"/>
                    <a:pt x="10716" y="408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22"/>
            <p:cNvSpPr/>
            <p:nvPr/>
          </p:nvSpPr>
          <p:spPr>
            <a:xfrm>
              <a:off x="386877" y="3419708"/>
              <a:ext cx="86504" cy="86286"/>
            </a:xfrm>
            <a:custGeom>
              <a:avLst/>
              <a:gdLst/>
              <a:ahLst/>
              <a:cxnLst/>
              <a:rect l="l" t="t" r="r" b="b"/>
              <a:pathLst>
                <a:path w="1188" h="1185" extrusionOk="0">
                  <a:moveTo>
                    <a:pt x="596" y="170"/>
                  </a:moveTo>
                  <a:cubicBezTo>
                    <a:pt x="827" y="173"/>
                    <a:pt x="1015" y="361"/>
                    <a:pt x="1012" y="596"/>
                  </a:cubicBezTo>
                  <a:cubicBezTo>
                    <a:pt x="1009" y="827"/>
                    <a:pt x="824" y="1012"/>
                    <a:pt x="592" y="1015"/>
                  </a:cubicBezTo>
                  <a:cubicBezTo>
                    <a:pt x="364" y="1006"/>
                    <a:pt x="185" y="818"/>
                    <a:pt x="185" y="592"/>
                  </a:cubicBezTo>
                  <a:cubicBezTo>
                    <a:pt x="185" y="364"/>
                    <a:pt x="367" y="179"/>
                    <a:pt x="596" y="173"/>
                  </a:cubicBezTo>
                  <a:lnTo>
                    <a:pt x="596" y="170"/>
                  </a:lnTo>
                  <a:close/>
                  <a:moveTo>
                    <a:pt x="596" y="0"/>
                  </a:moveTo>
                  <a:cubicBezTo>
                    <a:pt x="269" y="0"/>
                    <a:pt x="0" y="262"/>
                    <a:pt x="0" y="592"/>
                  </a:cubicBezTo>
                  <a:cubicBezTo>
                    <a:pt x="0" y="919"/>
                    <a:pt x="266" y="1185"/>
                    <a:pt x="592" y="1185"/>
                  </a:cubicBezTo>
                  <a:lnTo>
                    <a:pt x="596" y="1185"/>
                  </a:lnTo>
                  <a:cubicBezTo>
                    <a:pt x="923" y="1185"/>
                    <a:pt x="1188" y="919"/>
                    <a:pt x="1188" y="592"/>
                  </a:cubicBezTo>
                  <a:cubicBezTo>
                    <a:pt x="1188" y="262"/>
                    <a:pt x="923" y="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22"/>
            <p:cNvSpPr/>
            <p:nvPr/>
          </p:nvSpPr>
          <p:spPr>
            <a:xfrm>
              <a:off x="98895" y="3021280"/>
              <a:ext cx="161423" cy="148928"/>
            </a:xfrm>
            <a:custGeom>
              <a:avLst/>
              <a:gdLst/>
              <a:ahLst/>
              <a:cxnLst/>
              <a:rect l="l" t="t" r="r" b="b"/>
              <a:pathLst>
                <a:path w="2558" h="2360" extrusionOk="0">
                  <a:moveTo>
                    <a:pt x="1855" y="179"/>
                  </a:moveTo>
                  <a:lnTo>
                    <a:pt x="1855" y="179"/>
                  </a:lnTo>
                  <a:cubicBezTo>
                    <a:pt x="1827" y="306"/>
                    <a:pt x="1771" y="531"/>
                    <a:pt x="1707" y="790"/>
                  </a:cubicBezTo>
                  <a:cubicBezTo>
                    <a:pt x="1583" y="710"/>
                    <a:pt x="1457" y="630"/>
                    <a:pt x="1330" y="553"/>
                  </a:cubicBezTo>
                  <a:cubicBezTo>
                    <a:pt x="1629" y="306"/>
                    <a:pt x="1781" y="213"/>
                    <a:pt x="1855" y="179"/>
                  </a:cubicBezTo>
                  <a:close/>
                  <a:moveTo>
                    <a:pt x="522" y="287"/>
                  </a:moveTo>
                  <a:cubicBezTo>
                    <a:pt x="704" y="374"/>
                    <a:pt x="880" y="469"/>
                    <a:pt x="1053" y="577"/>
                  </a:cubicBezTo>
                  <a:cubicBezTo>
                    <a:pt x="942" y="670"/>
                    <a:pt x="824" y="778"/>
                    <a:pt x="698" y="892"/>
                  </a:cubicBezTo>
                  <a:cubicBezTo>
                    <a:pt x="575" y="559"/>
                    <a:pt x="531" y="371"/>
                    <a:pt x="522" y="287"/>
                  </a:cubicBezTo>
                  <a:close/>
                  <a:moveTo>
                    <a:pt x="1811" y="1046"/>
                  </a:moveTo>
                  <a:cubicBezTo>
                    <a:pt x="2070" y="1219"/>
                    <a:pt x="2225" y="1330"/>
                    <a:pt x="2308" y="1398"/>
                  </a:cubicBezTo>
                  <a:cubicBezTo>
                    <a:pt x="2188" y="1413"/>
                    <a:pt x="1981" y="1438"/>
                    <a:pt x="1694" y="1462"/>
                  </a:cubicBezTo>
                  <a:cubicBezTo>
                    <a:pt x="1731" y="1336"/>
                    <a:pt x="1771" y="1197"/>
                    <a:pt x="1808" y="1046"/>
                  </a:cubicBezTo>
                  <a:close/>
                  <a:moveTo>
                    <a:pt x="1201" y="664"/>
                  </a:moveTo>
                  <a:cubicBezTo>
                    <a:pt x="1355" y="756"/>
                    <a:pt x="1515" y="855"/>
                    <a:pt x="1666" y="954"/>
                  </a:cubicBezTo>
                  <a:cubicBezTo>
                    <a:pt x="1617" y="1148"/>
                    <a:pt x="1571" y="1324"/>
                    <a:pt x="1525" y="1478"/>
                  </a:cubicBezTo>
                  <a:cubicBezTo>
                    <a:pt x="1336" y="1493"/>
                    <a:pt x="1136" y="1509"/>
                    <a:pt x="951" y="1521"/>
                  </a:cubicBezTo>
                  <a:cubicBezTo>
                    <a:pt x="883" y="1367"/>
                    <a:pt x="815" y="1210"/>
                    <a:pt x="757" y="1055"/>
                  </a:cubicBezTo>
                  <a:cubicBezTo>
                    <a:pt x="917" y="910"/>
                    <a:pt x="1065" y="778"/>
                    <a:pt x="1201" y="664"/>
                  </a:cubicBezTo>
                  <a:close/>
                  <a:moveTo>
                    <a:pt x="630" y="1173"/>
                  </a:moveTo>
                  <a:cubicBezTo>
                    <a:pt x="676" y="1293"/>
                    <a:pt x="726" y="1413"/>
                    <a:pt x="775" y="1530"/>
                  </a:cubicBezTo>
                  <a:cubicBezTo>
                    <a:pt x="613" y="1539"/>
                    <a:pt x="473" y="1543"/>
                    <a:pt x="370" y="1543"/>
                  </a:cubicBezTo>
                  <a:cubicBezTo>
                    <a:pt x="319" y="1543"/>
                    <a:pt x="276" y="1542"/>
                    <a:pt x="245" y="1540"/>
                  </a:cubicBezTo>
                  <a:cubicBezTo>
                    <a:pt x="337" y="1450"/>
                    <a:pt x="476" y="1317"/>
                    <a:pt x="630" y="1173"/>
                  </a:cubicBezTo>
                  <a:close/>
                  <a:moveTo>
                    <a:pt x="1472" y="1644"/>
                  </a:moveTo>
                  <a:lnTo>
                    <a:pt x="1472" y="1644"/>
                  </a:lnTo>
                  <a:cubicBezTo>
                    <a:pt x="1370" y="1981"/>
                    <a:pt x="1306" y="2116"/>
                    <a:pt x="1275" y="2172"/>
                  </a:cubicBezTo>
                  <a:cubicBezTo>
                    <a:pt x="1176" y="2015"/>
                    <a:pt x="1090" y="1848"/>
                    <a:pt x="1019" y="1678"/>
                  </a:cubicBezTo>
                  <a:cubicBezTo>
                    <a:pt x="1167" y="1672"/>
                    <a:pt x="1321" y="1657"/>
                    <a:pt x="1472" y="1644"/>
                  </a:cubicBezTo>
                  <a:close/>
                  <a:moveTo>
                    <a:pt x="1916" y="0"/>
                  </a:moveTo>
                  <a:cubicBezTo>
                    <a:pt x="1833" y="0"/>
                    <a:pt x="1673" y="53"/>
                    <a:pt x="1182" y="466"/>
                  </a:cubicBezTo>
                  <a:cubicBezTo>
                    <a:pt x="960" y="334"/>
                    <a:pt x="618" y="136"/>
                    <a:pt x="507" y="108"/>
                  </a:cubicBezTo>
                  <a:cubicBezTo>
                    <a:pt x="494" y="108"/>
                    <a:pt x="485" y="105"/>
                    <a:pt x="476" y="105"/>
                  </a:cubicBezTo>
                  <a:cubicBezTo>
                    <a:pt x="439" y="105"/>
                    <a:pt x="408" y="124"/>
                    <a:pt x="386" y="155"/>
                  </a:cubicBezTo>
                  <a:cubicBezTo>
                    <a:pt x="359" y="192"/>
                    <a:pt x="297" y="281"/>
                    <a:pt x="568" y="1009"/>
                  </a:cubicBezTo>
                  <a:cubicBezTo>
                    <a:pt x="328" y="1231"/>
                    <a:pt x="118" y="1435"/>
                    <a:pt x="38" y="1515"/>
                  </a:cubicBezTo>
                  <a:cubicBezTo>
                    <a:pt x="10" y="1543"/>
                    <a:pt x="1" y="1583"/>
                    <a:pt x="13" y="1620"/>
                  </a:cubicBezTo>
                  <a:cubicBezTo>
                    <a:pt x="38" y="1681"/>
                    <a:pt x="93" y="1706"/>
                    <a:pt x="374" y="1706"/>
                  </a:cubicBezTo>
                  <a:cubicBezTo>
                    <a:pt x="497" y="1706"/>
                    <a:pt x="655" y="1700"/>
                    <a:pt x="846" y="1691"/>
                  </a:cubicBezTo>
                  <a:cubicBezTo>
                    <a:pt x="966" y="1959"/>
                    <a:pt x="1117" y="2271"/>
                    <a:pt x="1207" y="2338"/>
                  </a:cubicBezTo>
                  <a:cubicBezTo>
                    <a:pt x="1225" y="2351"/>
                    <a:pt x="1247" y="2360"/>
                    <a:pt x="1272" y="2360"/>
                  </a:cubicBezTo>
                  <a:lnTo>
                    <a:pt x="1275" y="2360"/>
                  </a:lnTo>
                  <a:cubicBezTo>
                    <a:pt x="1358" y="2360"/>
                    <a:pt x="1444" y="2304"/>
                    <a:pt x="1648" y="1629"/>
                  </a:cubicBezTo>
                  <a:cubicBezTo>
                    <a:pt x="1947" y="1604"/>
                    <a:pt x="2413" y="1555"/>
                    <a:pt x="2487" y="1530"/>
                  </a:cubicBezTo>
                  <a:cubicBezTo>
                    <a:pt x="2518" y="1515"/>
                    <a:pt x="2539" y="1487"/>
                    <a:pt x="2545" y="1456"/>
                  </a:cubicBezTo>
                  <a:cubicBezTo>
                    <a:pt x="2549" y="1398"/>
                    <a:pt x="2558" y="1339"/>
                    <a:pt x="1851" y="883"/>
                  </a:cubicBezTo>
                  <a:cubicBezTo>
                    <a:pt x="1959" y="466"/>
                    <a:pt x="2037" y="118"/>
                    <a:pt x="2037" y="115"/>
                  </a:cubicBezTo>
                  <a:cubicBezTo>
                    <a:pt x="2040" y="90"/>
                    <a:pt x="2033" y="62"/>
                    <a:pt x="2018" y="44"/>
                  </a:cubicBezTo>
                  <a:cubicBezTo>
                    <a:pt x="1990" y="16"/>
                    <a:pt x="1953" y="0"/>
                    <a:pt x="19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22"/>
            <p:cNvSpPr/>
            <p:nvPr/>
          </p:nvSpPr>
          <p:spPr>
            <a:xfrm>
              <a:off x="2766041" y="4899821"/>
              <a:ext cx="114472" cy="115104"/>
            </a:xfrm>
            <a:custGeom>
              <a:avLst/>
              <a:gdLst/>
              <a:ahLst/>
              <a:cxnLst/>
              <a:rect l="l" t="t" r="r" b="b"/>
              <a:pathLst>
                <a:path w="1814" h="1824" extrusionOk="0">
                  <a:moveTo>
                    <a:pt x="969" y="232"/>
                  </a:moveTo>
                  <a:cubicBezTo>
                    <a:pt x="993" y="309"/>
                    <a:pt x="1018" y="414"/>
                    <a:pt x="1034" y="482"/>
                  </a:cubicBezTo>
                  <a:cubicBezTo>
                    <a:pt x="1080" y="664"/>
                    <a:pt x="1089" y="704"/>
                    <a:pt x="1111" y="735"/>
                  </a:cubicBezTo>
                  <a:cubicBezTo>
                    <a:pt x="1135" y="766"/>
                    <a:pt x="1169" y="778"/>
                    <a:pt x="1348" y="843"/>
                  </a:cubicBezTo>
                  <a:cubicBezTo>
                    <a:pt x="1410" y="868"/>
                    <a:pt x="1509" y="901"/>
                    <a:pt x="1579" y="929"/>
                  </a:cubicBezTo>
                  <a:cubicBezTo>
                    <a:pt x="1478" y="975"/>
                    <a:pt x="1314" y="1037"/>
                    <a:pt x="1169" y="1090"/>
                  </a:cubicBezTo>
                  <a:cubicBezTo>
                    <a:pt x="1148" y="1096"/>
                    <a:pt x="1132" y="1111"/>
                    <a:pt x="1123" y="1133"/>
                  </a:cubicBezTo>
                  <a:cubicBezTo>
                    <a:pt x="1049" y="1299"/>
                    <a:pt x="960" y="1487"/>
                    <a:pt x="901" y="1592"/>
                  </a:cubicBezTo>
                  <a:cubicBezTo>
                    <a:pt x="861" y="1478"/>
                    <a:pt x="805" y="1278"/>
                    <a:pt x="762" y="1105"/>
                  </a:cubicBezTo>
                  <a:cubicBezTo>
                    <a:pt x="753" y="1071"/>
                    <a:pt x="728" y="1049"/>
                    <a:pt x="697" y="1043"/>
                  </a:cubicBezTo>
                  <a:cubicBezTo>
                    <a:pt x="528" y="1012"/>
                    <a:pt x="333" y="969"/>
                    <a:pt x="229" y="938"/>
                  </a:cubicBezTo>
                  <a:cubicBezTo>
                    <a:pt x="395" y="849"/>
                    <a:pt x="565" y="772"/>
                    <a:pt x="741" y="704"/>
                  </a:cubicBezTo>
                  <a:cubicBezTo>
                    <a:pt x="759" y="695"/>
                    <a:pt x="778" y="676"/>
                    <a:pt x="784" y="658"/>
                  </a:cubicBezTo>
                  <a:cubicBezTo>
                    <a:pt x="839" y="513"/>
                    <a:pt x="901" y="371"/>
                    <a:pt x="969" y="232"/>
                  </a:cubicBezTo>
                  <a:close/>
                  <a:moveTo>
                    <a:pt x="990" y="1"/>
                  </a:moveTo>
                  <a:cubicBezTo>
                    <a:pt x="941" y="1"/>
                    <a:pt x="867" y="1"/>
                    <a:pt x="648" y="571"/>
                  </a:cubicBezTo>
                  <a:cubicBezTo>
                    <a:pt x="40" y="815"/>
                    <a:pt x="19" y="895"/>
                    <a:pt x="10" y="929"/>
                  </a:cubicBezTo>
                  <a:cubicBezTo>
                    <a:pt x="0" y="957"/>
                    <a:pt x="6" y="985"/>
                    <a:pt x="22" y="1009"/>
                  </a:cubicBezTo>
                  <a:cubicBezTo>
                    <a:pt x="37" y="1031"/>
                    <a:pt x="84" y="1093"/>
                    <a:pt x="617" y="1198"/>
                  </a:cubicBezTo>
                  <a:cubicBezTo>
                    <a:pt x="774" y="1824"/>
                    <a:pt x="830" y="1824"/>
                    <a:pt x="892" y="1824"/>
                  </a:cubicBezTo>
                  <a:lnTo>
                    <a:pt x="898" y="1824"/>
                  </a:lnTo>
                  <a:cubicBezTo>
                    <a:pt x="944" y="1821"/>
                    <a:pt x="1000" y="1817"/>
                    <a:pt x="1259" y="1231"/>
                  </a:cubicBezTo>
                  <a:cubicBezTo>
                    <a:pt x="1416" y="1176"/>
                    <a:pt x="1718" y="1065"/>
                    <a:pt x="1783" y="1006"/>
                  </a:cubicBezTo>
                  <a:cubicBezTo>
                    <a:pt x="1805" y="985"/>
                    <a:pt x="1814" y="951"/>
                    <a:pt x="1811" y="920"/>
                  </a:cubicBezTo>
                  <a:cubicBezTo>
                    <a:pt x="1795" y="846"/>
                    <a:pt x="1715" y="806"/>
                    <a:pt x="1404" y="695"/>
                  </a:cubicBezTo>
                  <a:cubicBezTo>
                    <a:pt x="1345" y="673"/>
                    <a:pt x="1274" y="649"/>
                    <a:pt x="1243" y="633"/>
                  </a:cubicBezTo>
                  <a:cubicBezTo>
                    <a:pt x="1234" y="599"/>
                    <a:pt x="1212" y="516"/>
                    <a:pt x="1194" y="448"/>
                  </a:cubicBezTo>
                  <a:cubicBezTo>
                    <a:pt x="1141" y="229"/>
                    <a:pt x="1104" y="93"/>
                    <a:pt x="1067" y="41"/>
                  </a:cubicBezTo>
                  <a:cubicBezTo>
                    <a:pt x="1046" y="16"/>
                    <a:pt x="1018" y="4"/>
                    <a:pt x="99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30" name="Google Shape;2230;p22"/>
            <p:cNvGrpSpPr/>
            <p:nvPr/>
          </p:nvGrpSpPr>
          <p:grpSpPr>
            <a:xfrm>
              <a:off x="1618052" y="4723952"/>
              <a:ext cx="407881" cy="242857"/>
              <a:chOff x="78527" y="4008152"/>
              <a:chExt cx="407881" cy="242857"/>
            </a:xfrm>
          </p:grpSpPr>
          <p:sp>
            <p:nvSpPr>
              <p:cNvPr id="2231" name="Google Shape;2231;p22"/>
              <p:cNvSpPr/>
              <p:nvPr/>
            </p:nvSpPr>
            <p:spPr>
              <a:xfrm>
                <a:off x="78527" y="4013042"/>
                <a:ext cx="407881" cy="232406"/>
              </a:xfrm>
              <a:custGeom>
                <a:avLst/>
                <a:gdLst/>
                <a:ahLst/>
                <a:cxnLst/>
                <a:rect l="l" t="t" r="r" b="b"/>
                <a:pathLst>
                  <a:path w="6088" h="3469" extrusionOk="0">
                    <a:moveTo>
                      <a:pt x="3696" y="1"/>
                    </a:moveTo>
                    <a:cubicBezTo>
                      <a:pt x="3413" y="1"/>
                      <a:pt x="3163" y="158"/>
                      <a:pt x="2991" y="365"/>
                    </a:cubicBezTo>
                    <a:lnTo>
                      <a:pt x="2991" y="365"/>
                    </a:lnTo>
                    <a:cubicBezTo>
                      <a:pt x="2876" y="273"/>
                      <a:pt x="2725" y="190"/>
                      <a:pt x="2533" y="128"/>
                    </a:cubicBezTo>
                    <a:cubicBezTo>
                      <a:pt x="2372" y="75"/>
                      <a:pt x="2237" y="52"/>
                      <a:pt x="2122" y="52"/>
                    </a:cubicBezTo>
                    <a:cubicBezTo>
                      <a:pt x="1407" y="52"/>
                      <a:pt x="1530" y="951"/>
                      <a:pt x="1530" y="951"/>
                    </a:cubicBezTo>
                    <a:cubicBezTo>
                      <a:pt x="1457" y="907"/>
                      <a:pt x="1378" y="886"/>
                      <a:pt x="1298" y="886"/>
                    </a:cubicBezTo>
                    <a:cubicBezTo>
                      <a:pt x="694" y="886"/>
                      <a:pt x="1" y="2034"/>
                      <a:pt x="790" y="2617"/>
                    </a:cubicBezTo>
                    <a:cubicBezTo>
                      <a:pt x="1039" y="2800"/>
                      <a:pt x="1275" y="2883"/>
                      <a:pt x="1477" y="2895"/>
                    </a:cubicBezTo>
                    <a:lnTo>
                      <a:pt x="1477" y="2895"/>
                    </a:lnTo>
                    <a:cubicBezTo>
                      <a:pt x="1545" y="3200"/>
                      <a:pt x="1763" y="3463"/>
                      <a:pt x="2224" y="3468"/>
                    </a:cubicBezTo>
                    <a:cubicBezTo>
                      <a:pt x="2242" y="3468"/>
                      <a:pt x="2259" y="3468"/>
                      <a:pt x="2276" y="3468"/>
                    </a:cubicBezTo>
                    <a:cubicBezTo>
                      <a:pt x="2909" y="3468"/>
                      <a:pt x="3333" y="3322"/>
                      <a:pt x="3571" y="3105"/>
                    </a:cubicBezTo>
                    <a:lnTo>
                      <a:pt x="3571" y="3105"/>
                    </a:lnTo>
                    <a:cubicBezTo>
                      <a:pt x="3621" y="3172"/>
                      <a:pt x="3683" y="3237"/>
                      <a:pt x="3760" y="3298"/>
                    </a:cubicBezTo>
                    <a:cubicBezTo>
                      <a:pt x="3866" y="3382"/>
                      <a:pt x="3994" y="3419"/>
                      <a:pt x="4133" y="3419"/>
                    </a:cubicBezTo>
                    <a:cubicBezTo>
                      <a:pt x="4932" y="3419"/>
                      <a:pt x="6088" y="2177"/>
                      <a:pt x="5404" y="1457"/>
                    </a:cubicBezTo>
                    <a:cubicBezTo>
                      <a:pt x="5215" y="1258"/>
                      <a:pt x="5015" y="1183"/>
                      <a:pt x="4827" y="1183"/>
                    </a:cubicBezTo>
                    <a:cubicBezTo>
                      <a:pt x="4806" y="1183"/>
                      <a:pt x="4786" y="1184"/>
                      <a:pt x="4765" y="1185"/>
                    </a:cubicBezTo>
                    <a:lnTo>
                      <a:pt x="4765" y="1185"/>
                    </a:lnTo>
                    <a:cubicBezTo>
                      <a:pt x="4773" y="830"/>
                      <a:pt x="4595" y="421"/>
                      <a:pt x="4155" y="143"/>
                    </a:cubicBezTo>
                    <a:cubicBezTo>
                      <a:pt x="3998" y="43"/>
                      <a:pt x="3843" y="1"/>
                      <a:pt x="36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22"/>
              <p:cNvSpPr/>
              <p:nvPr/>
            </p:nvSpPr>
            <p:spPr>
              <a:xfrm>
                <a:off x="96750" y="4008152"/>
                <a:ext cx="367883" cy="242857"/>
              </a:xfrm>
              <a:custGeom>
                <a:avLst/>
                <a:gdLst/>
                <a:ahLst/>
                <a:cxnLst/>
                <a:rect l="l" t="t" r="r" b="b"/>
                <a:pathLst>
                  <a:path w="5491" h="3625" extrusionOk="0">
                    <a:moveTo>
                      <a:pt x="2733" y="558"/>
                    </a:moveTo>
                    <a:cubicBezTo>
                      <a:pt x="2952" y="768"/>
                      <a:pt x="2995" y="1015"/>
                      <a:pt x="2936" y="1178"/>
                    </a:cubicBezTo>
                    <a:cubicBezTo>
                      <a:pt x="2906" y="1264"/>
                      <a:pt x="2852" y="1311"/>
                      <a:pt x="2788" y="1311"/>
                    </a:cubicBezTo>
                    <a:cubicBezTo>
                      <a:pt x="2749" y="1311"/>
                      <a:pt x="2705" y="1293"/>
                      <a:pt x="2662" y="1255"/>
                    </a:cubicBezTo>
                    <a:cubicBezTo>
                      <a:pt x="2508" y="1129"/>
                      <a:pt x="2542" y="827"/>
                      <a:pt x="2733" y="558"/>
                    </a:cubicBezTo>
                    <a:close/>
                    <a:moveTo>
                      <a:pt x="4404" y="1354"/>
                    </a:moveTo>
                    <a:lnTo>
                      <a:pt x="4404" y="1354"/>
                    </a:lnTo>
                    <a:cubicBezTo>
                      <a:pt x="4367" y="1650"/>
                      <a:pt x="4185" y="1872"/>
                      <a:pt x="3945" y="1906"/>
                    </a:cubicBezTo>
                    <a:cubicBezTo>
                      <a:pt x="3929" y="1906"/>
                      <a:pt x="3917" y="1909"/>
                      <a:pt x="3902" y="1909"/>
                    </a:cubicBezTo>
                    <a:cubicBezTo>
                      <a:pt x="3837" y="1909"/>
                      <a:pt x="3837" y="1888"/>
                      <a:pt x="3837" y="1869"/>
                    </a:cubicBezTo>
                    <a:cubicBezTo>
                      <a:pt x="3831" y="1746"/>
                      <a:pt x="4068" y="1431"/>
                      <a:pt x="4404" y="1354"/>
                    </a:cubicBezTo>
                    <a:close/>
                    <a:moveTo>
                      <a:pt x="1527" y="2125"/>
                    </a:moveTo>
                    <a:cubicBezTo>
                      <a:pt x="1570" y="2125"/>
                      <a:pt x="1610" y="2162"/>
                      <a:pt x="1635" y="2196"/>
                    </a:cubicBezTo>
                    <a:cubicBezTo>
                      <a:pt x="1755" y="2347"/>
                      <a:pt x="1783" y="2511"/>
                      <a:pt x="1718" y="2646"/>
                    </a:cubicBezTo>
                    <a:cubicBezTo>
                      <a:pt x="1647" y="2795"/>
                      <a:pt x="1477" y="2884"/>
                      <a:pt x="1274" y="2890"/>
                    </a:cubicBezTo>
                    <a:cubicBezTo>
                      <a:pt x="1231" y="2619"/>
                      <a:pt x="1308" y="2332"/>
                      <a:pt x="1416" y="2199"/>
                    </a:cubicBezTo>
                    <a:cubicBezTo>
                      <a:pt x="1440" y="2159"/>
                      <a:pt x="1481" y="2131"/>
                      <a:pt x="1527" y="2125"/>
                    </a:cubicBezTo>
                    <a:close/>
                    <a:moveTo>
                      <a:pt x="3350" y="2350"/>
                    </a:moveTo>
                    <a:cubicBezTo>
                      <a:pt x="3362" y="2350"/>
                      <a:pt x="3396" y="2384"/>
                      <a:pt x="3424" y="2468"/>
                    </a:cubicBezTo>
                    <a:cubicBezTo>
                      <a:pt x="3491" y="2668"/>
                      <a:pt x="3448" y="2890"/>
                      <a:pt x="3313" y="3051"/>
                    </a:cubicBezTo>
                    <a:cubicBezTo>
                      <a:pt x="3183" y="2825"/>
                      <a:pt x="3195" y="2582"/>
                      <a:pt x="3266" y="2440"/>
                    </a:cubicBezTo>
                    <a:cubicBezTo>
                      <a:pt x="3297" y="2375"/>
                      <a:pt x="3334" y="2350"/>
                      <a:pt x="3350" y="2350"/>
                    </a:cubicBezTo>
                    <a:close/>
                    <a:moveTo>
                      <a:pt x="3426" y="160"/>
                    </a:moveTo>
                    <a:cubicBezTo>
                      <a:pt x="3566" y="160"/>
                      <a:pt x="3707" y="201"/>
                      <a:pt x="3840" y="287"/>
                    </a:cubicBezTo>
                    <a:cubicBezTo>
                      <a:pt x="4185" y="503"/>
                      <a:pt x="4395" y="836"/>
                      <a:pt x="4411" y="1191"/>
                    </a:cubicBezTo>
                    <a:cubicBezTo>
                      <a:pt x="3994" y="1265"/>
                      <a:pt x="3667" y="1650"/>
                      <a:pt x="3677" y="1878"/>
                    </a:cubicBezTo>
                    <a:cubicBezTo>
                      <a:pt x="3679" y="1969"/>
                      <a:pt x="3738" y="2069"/>
                      <a:pt x="3899" y="2069"/>
                    </a:cubicBezTo>
                    <a:cubicBezTo>
                      <a:pt x="3920" y="2069"/>
                      <a:pt x="3942" y="2067"/>
                      <a:pt x="3966" y="2064"/>
                    </a:cubicBezTo>
                    <a:cubicBezTo>
                      <a:pt x="4293" y="2020"/>
                      <a:pt x="4534" y="1727"/>
                      <a:pt x="4571" y="1339"/>
                    </a:cubicBezTo>
                    <a:cubicBezTo>
                      <a:pt x="4753" y="1342"/>
                      <a:pt x="4920" y="1428"/>
                      <a:pt x="5074" y="1589"/>
                    </a:cubicBezTo>
                    <a:cubicBezTo>
                      <a:pt x="5336" y="1863"/>
                      <a:pt x="5274" y="2190"/>
                      <a:pt x="5176" y="2418"/>
                    </a:cubicBezTo>
                    <a:cubicBezTo>
                      <a:pt x="4953" y="2939"/>
                      <a:pt x="4327" y="3414"/>
                      <a:pt x="3862" y="3414"/>
                    </a:cubicBezTo>
                    <a:cubicBezTo>
                      <a:pt x="3857" y="3415"/>
                      <a:pt x="3853" y="3415"/>
                      <a:pt x="3848" y="3415"/>
                    </a:cubicBezTo>
                    <a:cubicBezTo>
                      <a:pt x="3736" y="3415"/>
                      <a:pt x="3627" y="3378"/>
                      <a:pt x="3541" y="3310"/>
                    </a:cubicBezTo>
                    <a:cubicBezTo>
                      <a:pt x="3491" y="3273"/>
                      <a:pt x="3448" y="3232"/>
                      <a:pt x="3408" y="3186"/>
                    </a:cubicBezTo>
                    <a:cubicBezTo>
                      <a:pt x="3603" y="2983"/>
                      <a:pt x="3667" y="2687"/>
                      <a:pt x="3578" y="2421"/>
                    </a:cubicBezTo>
                    <a:cubicBezTo>
                      <a:pt x="3513" y="2218"/>
                      <a:pt x="3408" y="2190"/>
                      <a:pt x="3350" y="2190"/>
                    </a:cubicBezTo>
                    <a:cubicBezTo>
                      <a:pt x="3260" y="2190"/>
                      <a:pt x="3177" y="2255"/>
                      <a:pt x="3121" y="2366"/>
                    </a:cubicBezTo>
                    <a:cubicBezTo>
                      <a:pt x="3023" y="2563"/>
                      <a:pt x="3010" y="2878"/>
                      <a:pt x="3192" y="3165"/>
                    </a:cubicBezTo>
                    <a:cubicBezTo>
                      <a:pt x="3001" y="3306"/>
                      <a:pt x="2649" y="3461"/>
                      <a:pt x="1999" y="3461"/>
                    </a:cubicBezTo>
                    <a:lnTo>
                      <a:pt x="1956" y="3461"/>
                    </a:lnTo>
                    <a:cubicBezTo>
                      <a:pt x="1558" y="3458"/>
                      <a:pt x="1385" y="3254"/>
                      <a:pt x="1314" y="3051"/>
                    </a:cubicBezTo>
                    <a:cubicBezTo>
                      <a:pt x="1564" y="3035"/>
                      <a:pt x="1767" y="2915"/>
                      <a:pt x="1863" y="2720"/>
                    </a:cubicBezTo>
                    <a:cubicBezTo>
                      <a:pt x="1959" y="2523"/>
                      <a:pt x="1922" y="2298"/>
                      <a:pt x="1761" y="2097"/>
                    </a:cubicBezTo>
                    <a:cubicBezTo>
                      <a:pt x="1675" y="1986"/>
                      <a:pt x="1585" y="1965"/>
                      <a:pt x="1527" y="1965"/>
                    </a:cubicBezTo>
                    <a:cubicBezTo>
                      <a:pt x="1444" y="1965"/>
                      <a:pt x="1360" y="2011"/>
                      <a:pt x="1289" y="2097"/>
                    </a:cubicBezTo>
                    <a:cubicBezTo>
                      <a:pt x="1147" y="2276"/>
                      <a:pt x="1076" y="2594"/>
                      <a:pt x="1107" y="2878"/>
                    </a:cubicBezTo>
                    <a:cubicBezTo>
                      <a:pt x="913" y="2835"/>
                      <a:pt x="728" y="2751"/>
                      <a:pt x="568" y="2628"/>
                    </a:cubicBezTo>
                    <a:cubicBezTo>
                      <a:pt x="154" y="2320"/>
                      <a:pt x="241" y="1891"/>
                      <a:pt x="296" y="1718"/>
                    </a:cubicBezTo>
                    <a:cubicBezTo>
                      <a:pt x="420" y="1345"/>
                      <a:pt x="746" y="1043"/>
                      <a:pt x="1027" y="1043"/>
                    </a:cubicBezTo>
                    <a:cubicBezTo>
                      <a:pt x="1095" y="1043"/>
                      <a:pt x="1163" y="1061"/>
                      <a:pt x="1218" y="1095"/>
                    </a:cubicBezTo>
                    <a:cubicBezTo>
                      <a:pt x="1232" y="1103"/>
                      <a:pt x="1246" y="1106"/>
                      <a:pt x="1260" y="1106"/>
                    </a:cubicBezTo>
                    <a:cubicBezTo>
                      <a:pt x="1307" y="1106"/>
                      <a:pt x="1349" y="1067"/>
                      <a:pt x="1342" y="1015"/>
                    </a:cubicBezTo>
                    <a:cubicBezTo>
                      <a:pt x="1342" y="1012"/>
                      <a:pt x="1283" y="586"/>
                      <a:pt x="1487" y="355"/>
                    </a:cubicBezTo>
                    <a:cubicBezTo>
                      <a:pt x="1572" y="255"/>
                      <a:pt x="1695" y="205"/>
                      <a:pt x="1853" y="205"/>
                    </a:cubicBezTo>
                    <a:cubicBezTo>
                      <a:pt x="1964" y="205"/>
                      <a:pt x="2092" y="230"/>
                      <a:pt x="2236" y="278"/>
                    </a:cubicBezTo>
                    <a:cubicBezTo>
                      <a:pt x="2369" y="318"/>
                      <a:pt x="2495" y="380"/>
                      <a:pt x="2609" y="457"/>
                    </a:cubicBezTo>
                    <a:cubicBezTo>
                      <a:pt x="2387" y="765"/>
                      <a:pt x="2313" y="1172"/>
                      <a:pt x="2560" y="1382"/>
                    </a:cubicBezTo>
                    <a:cubicBezTo>
                      <a:pt x="2622" y="1437"/>
                      <a:pt x="2705" y="1474"/>
                      <a:pt x="2791" y="1478"/>
                    </a:cubicBezTo>
                    <a:cubicBezTo>
                      <a:pt x="2921" y="1478"/>
                      <a:pt x="3038" y="1382"/>
                      <a:pt x="3091" y="1234"/>
                    </a:cubicBezTo>
                    <a:cubicBezTo>
                      <a:pt x="3168" y="1018"/>
                      <a:pt x="3112" y="694"/>
                      <a:pt x="2835" y="432"/>
                    </a:cubicBezTo>
                    <a:cubicBezTo>
                      <a:pt x="3006" y="255"/>
                      <a:pt x="3214" y="160"/>
                      <a:pt x="3426" y="160"/>
                    </a:cubicBezTo>
                    <a:close/>
                    <a:moveTo>
                      <a:pt x="3431" y="0"/>
                    </a:moveTo>
                    <a:cubicBezTo>
                      <a:pt x="3171" y="0"/>
                      <a:pt x="2915" y="116"/>
                      <a:pt x="2711" y="333"/>
                    </a:cubicBezTo>
                    <a:cubicBezTo>
                      <a:pt x="2582" y="241"/>
                      <a:pt x="2440" y="173"/>
                      <a:pt x="2289" y="124"/>
                    </a:cubicBezTo>
                    <a:cubicBezTo>
                      <a:pt x="2129" y="71"/>
                      <a:pt x="1984" y="45"/>
                      <a:pt x="1856" y="45"/>
                    </a:cubicBezTo>
                    <a:cubicBezTo>
                      <a:pt x="1647" y="45"/>
                      <a:pt x="1482" y="113"/>
                      <a:pt x="1363" y="247"/>
                    </a:cubicBezTo>
                    <a:cubicBezTo>
                      <a:pt x="1194" y="444"/>
                      <a:pt x="1169" y="731"/>
                      <a:pt x="1172" y="901"/>
                    </a:cubicBezTo>
                    <a:cubicBezTo>
                      <a:pt x="1126" y="888"/>
                      <a:pt x="1076" y="882"/>
                      <a:pt x="1027" y="882"/>
                    </a:cubicBezTo>
                    <a:cubicBezTo>
                      <a:pt x="676" y="882"/>
                      <a:pt x="287" y="1228"/>
                      <a:pt x="142" y="1669"/>
                    </a:cubicBezTo>
                    <a:cubicBezTo>
                      <a:pt x="0" y="2104"/>
                      <a:pt x="120" y="2498"/>
                      <a:pt x="472" y="2757"/>
                    </a:cubicBezTo>
                    <a:cubicBezTo>
                      <a:pt x="694" y="2921"/>
                      <a:pt x="922" y="3020"/>
                      <a:pt x="1141" y="3047"/>
                    </a:cubicBezTo>
                    <a:cubicBezTo>
                      <a:pt x="1246" y="3408"/>
                      <a:pt x="1539" y="3621"/>
                      <a:pt x="1952" y="3624"/>
                    </a:cubicBezTo>
                    <a:lnTo>
                      <a:pt x="1999" y="3624"/>
                    </a:lnTo>
                    <a:cubicBezTo>
                      <a:pt x="2563" y="3624"/>
                      <a:pt x="3007" y="3513"/>
                      <a:pt x="3288" y="3297"/>
                    </a:cubicBezTo>
                    <a:cubicBezTo>
                      <a:pt x="3334" y="3347"/>
                      <a:pt x="3384" y="3396"/>
                      <a:pt x="3439" y="3439"/>
                    </a:cubicBezTo>
                    <a:cubicBezTo>
                      <a:pt x="3556" y="3529"/>
                      <a:pt x="3699" y="3578"/>
                      <a:pt x="3848" y="3578"/>
                    </a:cubicBezTo>
                    <a:cubicBezTo>
                      <a:pt x="3853" y="3578"/>
                      <a:pt x="3857" y="3578"/>
                      <a:pt x="3862" y="3578"/>
                    </a:cubicBezTo>
                    <a:cubicBezTo>
                      <a:pt x="4392" y="3578"/>
                      <a:pt x="5077" y="3066"/>
                      <a:pt x="5327" y="2483"/>
                    </a:cubicBezTo>
                    <a:cubicBezTo>
                      <a:pt x="5490" y="2097"/>
                      <a:pt x="5444" y="1743"/>
                      <a:pt x="5191" y="1478"/>
                    </a:cubicBezTo>
                    <a:cubicBezTo>
                      <a:pt x="5009" y="1283"/>
                      <a:pt x="4802" y="1185"/>
                      <a:pt x="4574" y="1178"/>
                    </a:cubicBezTo>
                    <a:cubicBezTo>
                      <a:pt x="4552" y="774"/>
                      <a:pt x="4315" y="395"/>
                      <a:pt x="3929" y="151"/>
                    </a:cubicBezTo>
                    <a:cubicBezTo>
                      <a:pt x="3770" y="49"/>
                      <a:pt x="3600" y="0"/>
                      <a:pt x="34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2233" name="Google Shape;2233;p22"/>
            <p:cNvGrpSpPr/>
            <p:nvPr/>
          </p:nvGrpSpPr>
          <p:grpSpPr>
            <a:xfrm>
              <a:off x="106515" y="3757800"/>
              <a:ext cx="345427" cy="299475"/>
              <a:chOff x="1011528" y="129375"/>
              <a:chExt cx="345427" cy="299475"/>
            </a:xfrm>
          </p:grpSpPr>
          <p:sp>
            <p:nvSpPr>
              <p:cNvPr id="2234" name="Google Shape;2234;p22"/>
              <p:cNvSpPr/>
              <p:nvPr/>
            </p:nvSpPr>
            <p:spPr>
              <a:xfrm>
                <a:off x="1244129" y="155966"/>
                <a:ext cx="106534" cy="77311"/>
              </a:xfrm>
              <a:custGeom>
                <a:avLst/>
                <a:gdLst/>
                <a:ahLst/>
                <a:cxnLst/>
                <a:rect l="l" t="t" r="r" b="b"/>
                <a:pathLst>
                  <a:path w="1254" h="910" extrusionOk="0">
                    <a:moveTo>
                      <a:pt x="1097" y="0"/>
                    </a:moveTo>
                    <a:cubicBezTo>
                      <a:pt x="975" y="0"/>
                      <a:pt x="707" y="47"/>
                      <a:pt x="93" y="188"/>
                    </a:cubicBezTo>
                    <a:cubicBezTo>
                      <a:pt x="0" y="214"/>
                      <a:pt x="25" y="347"/>
                      <a:pt x="113" y="347"/>
                    </a:cubicBezTo>
                    <a:cubicBezTo>
                      <a:pt x="119" y="347"/>
                      <a:pt x="124" y="346"/>
                      <a:pt x="130" y="345"/>
                    </a:cubicBezTo>
                    <a:cubicBezTo>
                      <a:pt x="445" y="274"/>
                      <a:pt x="790" y="203"/>
                      <a:pt x="979" y="176"/>
                    </a:cubicBezTo>
                    <a:lnTo>
                      <a:pt x="979" y="176"/>
                    </a:lnTo>
                    <a:cubicBezTo>
                      <a:pt x="818" y="364"/>
                      <a:pt x="485" y="722"/>
                      <a:pt x="433" y="765"/>
                    </a:cubicBezTo>
                    <a:cubicBezTo>
                      <a:pt x="399" y="793"/>
                      <a:pt x="390" y="842"/>
                      <a:pt x="417" y="879"/>
                    </a:cubicBezTo>
                    <a:cubicBezTo>
                      <a:pt x="433" y="897"/>
                      <a:pt x="457" y="910"/>
                      <a:pt x="482" y="910"/>
                    </a:cubicBezTo>
                    <a:cubicBezTo>
                      <a:pt x="501" y="910"/>
                      <a:pt x="516" y="904"/>
                      <a:pt x="531" y="894"/>
                    </a:cubicBezTo>
                    <a:cubicBezTo>
                      <a:pt x="538" y="888"/>
                      <a:pt x="1253" y="194"/>
                      <a:pt x="1210" y="62"/>
                    </a:cubicBezTo>
                    <a:cubicBezTo>
                      <a:pt x="1198" y="27"/>
                      <a:pt x="1189" y="0"/>
                      <a:pt x="10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22"/>
              <p:cNvSpPr/>
              <p:nvPr/>
            </p:nvSpPr>
            <p:spPr>
              <a:xfrm>
                <a:off x="1011528" y="129375"/>
                <a:ext cx="345427" cy="299475"/>
              </a:xfrm>
              <a:custGeom>
                <a:avLst/>
                <a:gdLst/>
                <a:ahLst/>
                <a:cxnLst/>
                <a:rect l="l" t="t" r="r" b="b"/>
                <a:pathLst>
                  <a:path w="4066" h="3525" extrusionOk="0">
                    <a:moveTo>
                      <a:pt x="790" y="0"/>
                    </a:moveTo>
                    <a:cubicBezTo>
                      <a:pt x="781" y="0"/>
                      <a:pt x="773" y="1"/>
                      <a:pt x="765" y="1"/>
                    </a:cubicBezTo>
                    <a:cubicBezTo>
                      <a:pt x="265" y="41"/>
                      <a:pt x="885" y="1161"/>
                      <a:pt x="885" y="1161"/>
                    </a:cubicBezTo>
                    <a:cubicBezTo>
                      <a:pt x="885" y="1161"/>
                      <a:pt x="676" y="991"/>
                      <a:pt x="509" y="991"/>
                    </a:cubicBezTo>
                    <a:cubicBezTo>
                      <a:pt x="412" y="991"/>
                      <a:pt x="329" y="1048"/>
                      <a:pt x="308" y="1229"/>
                    </a:cubicBezTo>
                    <a:cubicBezTo>
                      <a:pt x="253" y="1719"/>
                      <a:pt x="922" y="2308"/>
                      <a:pt x="922" y="2308"/>
                    </a:cubicBezTo>
                    <a:lnTo>
                      <a:pt x="0" y="2534"/>
                    </a:lnTo>
                    <a:cubicBezTo>
                      <a:pt x="0" y="2534"/>
                      <a:pt x="453" y="3524"/>
                      <a:pt x="1613" y="3524"/>
                    </a:cubicBezTo>
                    <a:cubicBezTo>
                      <a:pt x="1834" y="3524"/>
                      <a:pt x="2080" y="3489"/>
                      <a:pt x="2353" y="3403"/>
                    </a:cubicBezTo>
                    <a:cubicBezTo>
                      <a:pt x="4065" y="2867"/>
                      <a:pt x="3612" y="526"/>
                      <a:pt x="2696" y="220"/>
                    </a:cubicBezTo>
                    <a:cubicBezTo>
                      <a:pt x="2643" y="203"/>
                      <a:pt x="2594" y="195"/>
                      <a:pt x="2549" y="195"/>
                    </a:cubicBezTo>
                    <a:cubicBezTo>
                      <a:pt x="2026" y="195"/>
                      <a:pt x="1974" y="1263"/>
                      <a:pt x="1974" y="1263"/>
                    </a:cubicBezTo>
                    <a:cubicBezTo>
                      <a:pt x="1974" y="1263"/>
                      <a:pt x="1290" y="0"/>
                      <a:pt x="7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22"/>
              <p:cNvSpPr/>
              <p:nvPr/>
            </p:nvSpPr>
            <p:spPr>
              <a:xfrm>
                <a:off x="1207769" y="166841"/>
                <a:ext cx="52757" cy="56242"/>
              </a:xfrm>
              <a:custGeom>
                <a:avLst/>
                <a:gdLst/>
                <a:ahLst/>
                <a:cxnLst/>
                <a:rect l="l" t="t" r="r" b="b"/>
                <a:pathLst>
                  <a:path w="621" h="662" extrusionOk="0">
                    <a:moveTo>
                      <a:pt x="375" y="0"/>
                    </a:moveTo>
                    <a:cubicBezTo>
                      <a:pt x="323" y="0"/>
                      <a:pt x="269" y="51"/>
                      <a:pt x="299" y="116"/>
                    </a:cubicBezTo>
                    <a:cubicBezTo>
                      <a:pt x="364" y="264"/>
                      <a:pt x="413" y="430"/>
                      <a:pt x="413" y="495"/>
                    </a:cubicBezTo>
                    <a:cubicBezTo>
                      <a:pt x="352" y="473"/>
                      <a:pt x="244" y="353"/>
                      <a:pt x="176" y="245"/>
                    </a:cubicBezTo>
                    <a:cubicBezTo>
                      <a:pt x="157" y="219"/>
                      <a:pt x="133" y="208"/>
                      <a:pt x="109" y="208"/>
                    </a:cubicBezTo>
                    <a:cubicBezTo>
                      <a:pt x="53" y="208"/>
                      <a:pt x="1" y="267"/>
                      <a:pt x="37" y="331"/>
                    </a:cubicBezTo>
                    <a:cubicBezTo>
                      <a:pt x="90" y="409"/>
                      <a:pt x="262" y="661"/>
                      <a:pt x="435" y="661"/>
                    </a:cubicBezTo>
                    <a:lnTo>
                      <a:pt x="450" y="661"/>
                    </a:lnTo>
                    <a:cubicBezTo>
                      <a:pt x="494" y="658"/>
                      <a:pt x="531" y="634"/>
                      <a:pt x="552" y="600"/>
                    </a:cubicBezTo>
                    <a:cubicBezTo>
                      <a:pt x="620" y="483"/>
                      <a:pt x="515" y="205"/>
                      <a:pt x="447" y="51"/>
                    </a:cubicBezTo>
                    <a:cubicBezTo>
                      <a:pt x="432" y="15"/>
                      <a:pt x="404" y="0"/>
                      <a:pt x="37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22"/>
              <p:cNvSpPr/>
              <p:nvPr/>
            </p:nvSpPr>
            <p:spPr>
              <a:xfrm>
                <a:off x="1068616" y="214076"/>
                <a:ext cx="115454" cy="110445"/>
              </a:xfrm>
              <a:custGeom>
                <a:avLst/>
                <a:gdLst/>
                <a:ahLst/>
                <a:cxnLst/>
                <a:rect l="l" t="t" r="r" b="b"/>
                <a:pathLst>
                  <a:path w="1359" h="1300" extrusionOk="0">
                    <a:moveTo>
                      <a:pt x="604" y="0"/>
                    </a:moveTo>
                    <a:cubicBezTo>
                      <a:pt x="588" y="0"/>
                      <a:pt x="576" y="4"/>
                      <a:pt x="568" y="7"/>
                    </a:cubicBezTo>
                    <a:cubicBezTo>
                      <a:pt x="457" y="47"/>
                      <a:pt x="432" y="223"/>
                      <a:pt x="491" y="531"/>
                    </a:cubicBezTo>
                    <a:cubicBezTo>
                      <a:pt x="396" y="468"/>
                      <a:pt x="285" y="414"/>
                      <a:pt x="195" y="414"/>
                    </a:cubicBezTo>
                    <a:cubicBezTo>
                      <a:pt x="170" y="414"/>
                      <a:pt x="148" y="418"/>
                      <a:pt x="127" y="426"/>
                    </a:cubicBezTo>
                    <a:cubicBezTo>
                      <a:pt x="68" y="451"/>
                      <a:pt x="28" y="513"/>
                      <a:pt x="28" y="577"/>
                    </a:cubicBezTo>
                    <a:cubicBezTo>
                      <a:pt x="0" y="880"/>
                      <a:pt x="438" y="1244"/>
                      <a:pt x="488" y="1284"/>
                    </a:cubicBezTo>
                    <a:cubicBezTo>
                      <a:pt x="503" y="1293"/>
                      <a:pt x="522" y="1299"/>
                      <a:pt x="540" y="1299"/>
                    </a:cubicBezTo>
                    <a:cubicBezTo>
                      <a:pt x="617" y="1299"/>
                      <a:pt x="651" y="1203"/>
                      <a:pt x="590" y="1157"/>
                    </a:cubicBezTo>
                    <a:cubicBezTo>
                      <a:pt x="429" y="1025"/>
                      <a:pt x="176" y="756"/>
                      <a:pt x="192" y="593"/>
                    </a:cubicBezTo>
                    <a:lnTo>
                      <a:pt x="192" y="574"/>
                    </a:lnTo>
                    <a:cubicBezTo>
                      <a:pt x="194" y="574"/>
                      <a:pt x="196" y="574"/>
                      <a:pt x="199" y="574"/>
                    </a:cubicBezTo>
                    <a:cubicBezTo>
                      <a:pt x="256" y="574"/>
                      <a:pt x="426" y="672"/>
                      <a:pt x="568" y="790"/>
                    </a:cubicBezTo>
                    <a:cubicBezTo>
                      <a:pt x="583" y="803"/>
                      <a:pt x="601" y="809"/>
                      <a:pt x="618" y="809"/>
                    </a:cubicBezTo>
                    <a:cubicBezTo>
                      <a:pt x="666" y="809"/>
                      <a:pt x="711" y="764"/>
                      <a:pt x="697" y="707"/>
                    </a:cubicBezTo>
                    <a:cubicBezTo>
                      <a:pt x="636" y="473"/>
                      <a:pt x="605" y="229"/>
                      <a:pt x="617" y="170"/>
                    </a:cubicBezTo>
                    <a:lnTo>
                      <a:pt x="617" y="170"/>
                    </a:lnTo>
                    <a:cubicBezTo>
                      <a:pt x="716" y="226"/>
                      <a:pt x="975" y="559"/>
                      <a:pt x="1176" y="858"/>
                    </a:cubicBezTo>
                    <a:cubicBezTo>
                      <a:pt x="1192" y="887"/>
                      <a:pt x="1216" y="899"/>
                      <a:pt x="1241" y="899"/>
                    </a:cubicBezTo>
                    <a:cubicBezTo>
                      <a:pt x="1299" y="899"/>
                      <a:pt x="1358" y="832"/>
                      <a:pt x="1308" y="769"/>
                    </a:cubicBezTo>
                    <a:cubicBezTo>
                      <a:pt x="857" y="85"/>
                      <a:pt x="679" y="0"/>
                      <a:pt x="6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22"/>
              <p:cNvSpPr/>
              <p:nvPr/>
            </p:nvSpPr>
            <p:spPr>
              <a:xfrm>
                <a:off x="1134540" y="274310"/>
                <a:ext cx="164558" cy="119875"/>
              </a:xfrm>
              <a:custGeom>
                <a:avLst/>
                <a:gdLst/>
                <a:ahLst/>
                <a:cxnLst/>
                <a:rect l="l" t="t" r="r" b="b"/>
                <a:pathLst>
                  <a:path w="1937" h="1411" extrusionOk="0">
                    <a:moveTo>
                      <a:pt x="1849" y="0"/>
                    </a:moveTo>
                    <a:cubicBezTo>
                      <a:pt x="1813" y="0"/>
                      <a:pt x="1777" y="22"/>
                      <a:pt x="1769" y="69"/>
                    </a:cubicBezTo>
                    <a:cubicBezTo>
                      <a:pt x="1707" y="522"/>
                      <a:pt x="1528" y="852"/>
                      <a:pt x="1242" y="1043"/>
                    </a:cubicBezTo>
                    <a:cubicBezTo>
                      <a:pt x="1002" y="1205"/>
                      <a:pt x="722" y="1246"/>
                      <a:pt x="503" y="1246"/>
                    </a:cubicBezTo>
                    <a:cubicBezTo>
                      <a:pt x="288" y="1246"/>
                      <a:pt x="131" y="1207"/>
                      <a:pt x="128" y="1207"/>
                    </a:cubicBezTo>
                    <a:cubicBezTo>
                      <a:pt x="123" y="1206"/>
                      <a:pt x="118" y="1206"/>
                      <a:pt x="113" y="1206"/>
                    </a:cubicBezTo>
                    <a:cubicBezTo>
                      <a:pt x="26" y="1206"/>
                      <a:pt x="0" y="1332"/>
                      <a:pt x="88" y="1364"/>
                    </a:cubicBezTo>
                    <a:cubicBezTo>
                      <a:pt x="227" y="1395"/>
                      <a:pt x="366" y="1411"/>
                      <a:pt x="504" y="1411"/>
                    </a:cubicBezTo>
                    <a:cubicBezTo>
                      <a:pt x="748" y="1411"/>
                      <a:pt x="1060" y="1364"/>
                      <a:pt x="1331" y="1179"/>
                    </a:cubicBezTo>
                    <a:cubicBezTo>
                      <a:pt x="1661" y="960"/>
                      <a:pt x="1861" y="590"/>
                      <a:pt x="1929" y="90"/>
                    </a:cubicBezTo>
                    <a:cubicBezTo>
                      <a:pt x="1936" y="33"/>
                      <a:pt x="1892" y="0"/>
                      <a:pt x="18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9" name="Google Shape;2239;p22"/>
            <p:cNvGrpSpPr/>
            <p:nvPr/>
          </p:nvGrpSpPr>
          <p:grpSpPr>
            <a:xfrm>
              <a:off x="85064" y="4309069"/>
              <a:ext cx="388320" cy="384805"/>
              <a:chOff x="10649934" y="1571625"/>
              <a:chExt cx="449705" cy="445634"/>
            </a:xfrm>
          </p:grpSpPr>
          <p:sp>
            <p:nvSpPr>
              <p:cNvPr id="2240" name="Google Shape;2240;p22"/>
              <p:cNvSpPr/>
              <p:nvPr/>
            </p:nvSpPr>
            <p:spPr>
              <a:xfrm>
                <a:off x="10649934" y="1571625"/>
                <a:ext cx="449705" cy="445634"/>
              </a:xfrm>
              <a:custGeom>
                <a:avLst/>
                <a:gdLst/>
                <a:ahLst/>
                <a:cxnLst/>
                <a:rect l="l" t="t" r="r" b="b"/>
                <a:pathLst>
                  <a:path w="7070" h="7006" extrusionOk="0">
                    <a:moveTo>
                      <a:pt x="3541" y="217"/>
                    </a:moveTo>
                    <a:cubicBezTo>
                      <a:pt x="3631" y="377"/>
                      <a:pt x="3809" y="793"/>
                      <a:pt x="3948" y="1161"/>
                    </a:cubicBezTo>
                    <a:cubicBezTo>
                      <a:pt x="3958" y="1182"/>
                      <a:pt x="3976" y="1201"/>
                      <a:pt x="4001" y="1210"/>
                    </a:cubicBezTo>
                    <a:cubicBezTo>
                      <a:pt x="4009" y="1214"/>
                      <a:pt x="4019" y="1215"/>
                      <a:pt x="4028" y="1215"/>
                    </a:cubicBezTo>
                    <a:cubicBezTo>
                      <a:pt x="4043" y="1215"/>
                      <a:pt x="4059" y="1211"/>
                      <a:pt x="4072" y="1204"/>
                    </a:cubicBezTo>
                    <a:cubicBezTo>
                      <a:pt x="4414" y="1016"/>
                      <a:pt x="4941" y="750"/>
                      <a:pt x="5077" y="726"/>
                    </a:cubicBezTo>
                    <a:lnTo>
                      <a:pt x="5077" y="726"/>
                    </a:lnTo>
                    <a:cubicBezTo>
                      <a:pt x="5093" y="846"/>
                      <a:pt x="5019" y="1262"/>
                      <a:pt x="4932" y="1611"/>
                    </a:cubicBezTo>
                    <a:cubicBezTo>
                      <a:pt x="4918" y="1665"/>
                      <a:pt x="4959" y="1717"/>
                      <a:pt x="5014" y="1717"/>
                    </a:cubicBezTo>
                    <a:cubicBezTo>
                      <a:pt x="5019" y="1717"/>
                      <a:pt x="5023" y="1716"/>
                      <a:pt x="5028" y="1716"/>
                    </a:cubicBezTo>
                    <a:cubicBezTo>
                      <a:pt x="5034" y="1716"/>
                      <a:pt x="5737" y="1611"/>
                      <a:pt x="6095" y="1611"/>
                    </a:cubicBezTo>
                    <a:cubicBezTo>
                      <a:pt x="6135" y="1611"/>
                      <a:pt x="6175" y="1614"/>
                      <a:pt x="6215" y="1617"/>
                    </a:cubicBezTo>
                    <a:cubicBezTo>
                      <a:pt x="6169" y="1762"/>
                      <a:pt x="5975" y="2166"/>
                      <a:pt x="5790" y="2521"/>
                    </a:cubicBezTo>
                    <a:cubicBezTo>
                      <a:pt x="5765" y="2570"/>
                      <a:pt x="5790" y="2629"/>
                      <a:pt x="5842" y="2641"/>
                    </a:cubicBezTo>
                    <a:cubicBezTo>
                      <a:pt x="6252" y="2755"/>
                      <a:pt x="6727" y="2919"/>
                      <a:pt x="6820" y="2990"/>
                    </a:cubicBezTo>
                    <a:cubicBezTo>
                      <a:pt x="6755" y="3107"/>
                      <a:pt x="6329" y="3455"/>
                      <a:pt x="5950" y="3727"/>
                    </a:cubicBezTo>
                    <a:cubicBezTo>
                      <a:pt x="5904" y="3764"/>
                      <a:pt x="5904" y="3835"/>
                      <a:pt x="5953" y="3869"/>
                    </a:cubicBezTo>
                    <a:cubicBezTo>
                      <a:pt x="6385" y="4158"/>
                      <a:pt x="6755" y="4495"/>
                      <a:pt x="6752" y="4584"/>
                    </a:cubicBezTo>
                    <a:cubicBezTo>
                      <a:pt x="6706" y="4677"/>
                      <a:pt x="6172" y="4834"/>
                      <a:pt x="5583" y="4933"/>
                    </a:cubicBezTo>
                    <a:cubicBezTo>
                      <a:pt x="5524" y="4942"/>
                      <a:pt x="5493" y="5007"/>
                      <a:pt x="5521" y="5059"/>
                    </a:cubicBezTo>
                    <a:cubicBezTo>
                      <a:pt x="5719" y="5411"/>
                      <a:pt x="5913" y="5846"/>
                      <a:pt x="5907" y="5957"/>
                    </a:cubicBezTo>
                    <a:cubicBezTo>
                      <a:pt x="5871" y="5966"/>
                      <a:pt x="5836" y="5970"/>
                      <a:pt x="5801" y="5970"/>
                    </a:cubicBezTo>
                    <a:cubicBezTo>
                      <a:pt x="5790" y="5970"/>
                      <a:pt x="5779" y="5970"/>
                      <a:pt x="5768" y="5969"/>
                    </a:cubicBezTo>
                    <a:cubicBezTo>
                      <a:pt x="5444" y="5969"/>
                      <a:pt x="4846" y="5842"/>
                      <a:pt x="4840" y="5842"/>
                    </a:cubicBezTo>
                    <a:cubicBezTo>
                      <a:pt x="4833" y="5841"/>
                      <a:pt x="4827" y="5841"/>
                      <a:pt x="4821" y="5841"/>
                    </a:cubicBezTo>
                    <a:cubicBezTo>
                      <a:pt x="4785" y="5841"/>
                      <a:pt x="4752" y="5864"/>
                      <a:pt x="4741" y="5898"/>
                    </a:cubicBezTo>
                    <a:cubicBezTo>
                      <a:pt x="4624" y="6265"/>
                      <a:pt x="4470" y="6684"/>
                      <a:pt x="4399" y="6817"/>
                    </a:cubicBezTo>
                    <a:cubicBezTo>
                      <a:pt x="4272" y="6721"/>
                      <a:pt x="3951" y="6327"/>
                      <a:pt x="3692" y="5972"/>
                    </a:cubicBezTo>
                    <a:cubicBezTo>
                      <a:pt x="3680" y="5950"/>
                      <a:pt x="3655" y="5938"/>
                      <a:pt x="3631" y="5938"/>
                    </a:cubicBezTo>
                    <a:lnTo>
                      <a:pt x="3624" y="5938"/>
                    </a:lnTo>
                    <a:cubicBezTo>
                      <a:pt x="3622" y="5938"/>
                      <a:pt x="3619" y="5937"/>
                      <a:pt x="3616" y="5937"/>
                    </a:cubicBezTo>
                    <a:cubicBezTo>
                      <a:pt x="3597" y="5937"/>
                      <a:pt x="3576" y="5946"/>
                      <a:pt x="3563" y="5960"/>
                    </a:cubicBezTo>
                    <a:cubicBezTo>
                      <a:pt x="3245" y="6277"/>
                      <a:pt x="2863" y="6632"/>
                      <a:pt x="2727" y="6728"/>
                    </a:cubicBezTo>
                    <a:cubicBezTo>
                      <a:pt x="2684" y="6580"/>
                      <a:pt x="2607" y="6206"/>
                      <a:pt x="2548" y="5870"/>
                    </a:cubicBezTo>
                    <a:cubicBezTo>
                      <a:pt x="2541" y="5827"/>
                      <a:pt x="2505" y="5799"/>
                      <a:pt x="2465" y="5799"/>
                    </a:cubicBezTo>
                    <a:cubicBezTo>
                      <a:pt x="2454" y="5799"/>
                      <a:pt x="2442" y="5801"/>
                      <a:pt x="2431" y="5805"/>
                    </a:cubicBezTo>
                    <a:cubicBezTo>
                      <a:pt x="2061" y="5950"/>
                      <a:pt x="1447" y="6176"/>
                      <a:pt x="1222" y="6216"/>
                    </a:cubicBezTo>
                    <a:cubicBezTo>
                      <a:pt x="1253" y="6037"/>
                      <a:pt x="1376" y="5562"/>
                      <a:pt x="1502" y="5136"/>
                    </a:cubicBezTo>
                    <a:cubicBezTo>
                      <a:pt x="1509" y="5111"/>
                      <a:pt x="1506" y="5090"/>
                      <a:pt x="1493" y="5068"/>
                    </a:cubicBezTo>
                    <a:cubicBezTo>
                      <a:pt x="1481" y="5050"/>
                      <a:pt x="1462" y="5034"/>
                      <a:pt x="1441" y="5028"/>
                    </a:cubicBezTo>
                    <a:cubicBezTo>
                      <a:pt x="987" y="4917"/>
                      <a:pt x="466" y="4763"/>
                      <a:pt x="324" y="4686"/>
                    </a:cubicBezTo>
                    <a:cubicBezTo>
                      <a:pt x="420" y="4566"/>
                      <a:pt x="802" y="4251"/>
                      <a:pt x="1142" y="4001"/>
                    </a:cubicBezTo>
                    <a:cubicBezTo>
                      <a:pt x="1163" y="3983"/>
                      <a:pt x="1179" y="3955"/>
                      <a:pt x="1175" y="3927"/>
                    </a:cubicBezTo>
                    <a:cubicBezTo>
                      <a:pt x="1175" y="3899"/>
                      <a:pt x="1160" y="3872"/>
                      <a:pt x="1132" y="3859"/>
                    </a:cubicBezTo>
                    <a:cubicBezTo>
                      <a:pt x="636" y="3572"/>
                      <a:pt x="204" y="3233"/>
                      <a:pt x="207" y="3134"/>
                    </a:cubicBezTo>
                    <a:cubicBezTo>
                      <a:pt x="222" y="3042"/>
                      <a:pt x="701" y="2857"/>
                      <a:pt x="1206" y="2740"/>
                    </a:cubicBezTo>
                    <a:cubicBezTo>
                      <a:pt x="1262" y="2727"/>
                      <a:pt x="1290" y="2666"/>
                      <a:pt x="1262" y="2616"/>
                    </a:cubicBezTo>
                    <a:cubicBezTo>
                      <a:pt x="1043" y="2203"/>
                      <a:pt x="812" y="1734"/>
                      <a:pt x="756" y="1558"/>
                    </a:cubicBezTo>
                    <a:lnTo>
                      <a:pt x="756" y="1558"/>
                    </a:lnTo>
                    <a:cubicBezTo>
                      <a:pt x="981" y="1577"/>
                      <a:pt x="1580" y="1716"/>
                      <a:pt x="1805" y="1774"/>
                    </a:cubicBezTo>
                    <a:cubicBezTo>
                      <a:pt x="1811" y="1776"/>
                      <a:pt x="1818" y="1777"/>
                      <a:pt x="1824" y="1777"/>
                    </a:cubicBezTo>
                    <a:cubicBezTo>
                      <a:pt x="1843" y="1777"/>
                      <a:pt x="1862" y="1770"/>
                      <a:pt x="1876" y="1759"/>
                    </a:cubicBezTo>
                    <a:cubicBezTo>
                      <a:pt x="1897" y="1743"/>
                      <a:pt x="1910" y="1719"/>
                      <a:pt x="1910" y="1694"/>
                    </a:cubicBezTo>
                    <a:cubicBezTo>
                      <a:pt x="1925" y="1241"/>
                      <a:pt x="1956" y="738"/>
                      <a:pt x="1990" y="562"/>
                    </a:cubicBezTo>
                    <a:cubicBezTo>
                      <a:pt x="2162" y="649"/>
                      <a:pt x="2644" y="954"/>
                      <a:pt x="3072" y="1238"/>
                    </a:cubicBezTo>
                    <a:cubicBezTo>
                      <a:pt x="3086" y="1247"/>
                      <a:pt x="3103" y="1253"/>
                      <a:pt x="3121" y="1253"/>
                    </a:cubicBezTo>
                    <a:cubicBezTo>
                      <a:pt x="3130" y="1253"/>
                      <a:pt x="3140" y="1251"/>
                      <a:pt x="3149" y="1247"/>
                    </a:cubicBezTo>
                    <a:cubicBezTo>
                      <a:pt x="3174" y="1238"/>
                      <a:pt x="3196" y="1219"/>
                      <a:pt x="3202" y="1191"/>
                    </a:cubicBezTo>
                    <a:cubicBezTo>
                      <a:pt x="3313" y="812"/>
                      <a:pt x="3461" y="380"/>
                      <a:pt x="3541" y="217"/>
                    </a:cubicBezTo>
                    <a:close/>
                    <a:moveTo>
                      <a:pt x="3541" y="1"/>
                    </a:moveTo>
                    <a:cubicBezTo>
                      <a:pt x="3476" y="1"/>
                      <a:pt x="3381" y="1"/>
                      <a:pt x="3072" y="1034"/>
                    </a:cubicBezTo>
                    <a:cubicBezTo>
                      <a:pt x="2403" y="593"/>
                      <a:pt x="2027" y="368"/>
                      <a:pt x="1943" y="368"/>
                    </a:cubicBezTo>
                    <a:cubicBezTo>
                      <a:pt x="1937" y="368"/>
                      <a:pt x="1928" y="371"/>
                      <a:pt x="1919" y="371"/>
                    </a:cubicBezTo>
                    <a:cubicBezTo>
                      <a:pt x="1854" y="389"/>
                      <a:pt x="1783" y="405"/>
                      <a:pt x="1743" y="1583"/>
                    </a:cubicBezTo>
                    <a:cubicBezTo>
                      <a:pt x="1499" y="1524"/>
                      <a:pt x="904" y="1386"/>
                      <a:pt x="713" y="1386"/>
                    </a:cubicBezTo>
                    <a:cubicBezTo>
                      <a:pt x="709" y="1385"/>
                      <a:pt x="704" y="1385"/>
                      <a:pt x="700" y="1385"/>
                    </a:cubicBezTo>
                    <a:cubicBezTo>
                      <a:pt x="670" y="1385"/>
                      <a:pt x="638" y="1394"/>
                      <a:pt x="614" y="1410"/>
                    </a:cubicBezTo>
                    <a:cubicBezTo>
                      <a:pt x="556" y="1457"/>
                      <a:pt x="482" y="1509"/>
                      <a:pt x="1058" y="2601"/>
                    </a:cubicBezTo>
                    <a:cubicBezTo>
                      <a:pt x="697" y="2690"/>
                      <a:pt x="77" y="2875"/>
                      <a:pt x="40" y="3110"/>
                    </a:cubicBezTo>
                    <a:cubicBezTo>
                      <a:pt x="0" y="3344"/>
                      <a:pt x="583" y="3733"/>
                      <a:pt x="935" y="3943"/>
                    </a:cubicBezTo>
                    <a:cubicBezTo>
                      <a:pt x="108" y="4562"/>
                      <a:pt x="127" y="4674"/>
                      <a:pt x="136" y="4723"/>
                    </a:cubicBezTo>
                    <a:cubicBezTo>
                      <a:pt x="145" y="4775"/>
                      <a:pt x="164" y="4889"/>
                      <a:pt x="1311" y="5176"/>
                    </a:cubicBezTo>
                    <a:cubicBezTo>
                      <a:pt x="1209" y="5534"/>
                      <a:pt x="1024" y="6194"/>
                      <a:pt x="1043" y="6308"/>
                    </a:cubicBezTo>
                    <a:cubicBezTo>
                      <a:pt x="1046" y="6327"/>
                      <a:pt x="1068" y="6395"/>
                      <a:pt x="1172" y="6395"/>
                    </a:cubicBezTo>
                    <a:cubicBezTo>
                      <a:pt x="1373" y="6395"/>
                      <a:pt x="2116" y="6114"/>
                      <a:pt x="2397" y="6006"/>
                    </a:cubicBezTo>
                    <a:cubicBezTo>
                      <a:pt x="2459" y="6342"/>
                      <a:pt x="2551" y="6811"/>
                      <a:pt x="2607" y="6885"/>
                    </a:cubicBezTo>
                    <a:cubicBezTo>
                      <a:pt x="2628" y="6910"/>
                      <a:pt x="2656" y="6922"/>
                      <a:pt x="2687" y="6925"/>
                    </a:cubicBezTo>
                    <a:cubicBezTo>
                      <a:pt x="2785" y="6925"/>
                      <a:pt x="3097" y="6666"/>
                      <a:pt x="3612" y="6154"/>
                    </a:cubicBezTo>
                    <a:cubicBezTo>
                      <a:pt x="4028" y="6718"/>
                      <a:pt x="4297" y="7005"/>
                      <a:pt x="4417" y="7005"/>
                    </a:cubicBezTo>
                    <a:cubicBezTo>
                      <a:pt x="4445" y="7005"/>
                      <a:pt x="4473" y="6996"/>
                      <a:pt x="4494" y="6974"/>
                    </a:cubicBezTo>
                    <a:cubicBezTo>
                      <a:pt x="4590" y="6882"/>
                      <a:pt x="4790" y="6296"/>
                      <a:pt x="4880" y="6028"/>
                    </a:cubicBezTo>
                    <a:cubicBezTo>
                      <a:pt x="5056" y="6061"/>
                      <a:pt x="5493" y="6142"/>
                      <a:pt x="5768" y="6142"/>
                    </a:cubicBezTo>
                    <a:cubicBezTo>
                      <a:pt x="5885" y="6142"/>
                      <a:pt x="6015" y="6129"/>
                      <a:pt x="6058" y="6043"/>
                    </a:cubicBezTo>
                    <a:cubicBezTo>
                      <a:pt x="6135" y="5889"/>
                      <a:pt x="5907" y="5414"/>
                      <a:pt x="5728" y="5081"/>
                    </a:cubicBezTo>
                    <a:cubicBezTo>
                      <a:pt x="6194" y="5000"/>
                      <a:pt x="6857" y="4849"/>
                      <a:pt x="6915" y="4633"/>
                    </a:cubicBezTo>
                    <a:cubicBezTo>
                      <a:pt x="6974" y="4421"/>
                      <a:pt x="6499" y="4041"/>
                      <a:pt x="6147" y="3798"/>
                    </a:cubicBezTo>
                    <a:cubicBezTo>
                      <a:pt x="7070" y="3125"/>
                      <a:pt x="7011" y="2993"/>
                      <a:pt x="6986" y="2934"/>
                    </a:cubicBezTo>
                    <a:cubicBezTo>
                      <a:pt x="6931" y="2801"/>
                      <a:pt x="6434" y="2635"/>
                      <a:pt x="5990" y="2508"/>
                    </a:cubicBezTo>
                    <a:cubicBezTo>
                      <a:pt x="6141" y="2215"/>
                      <a:pt x="6394" y="1703"/>
                      <a:pt x="6394" y="1577"/>
                    </a:cubicBezTo>
                    <a:cubicBezTo>
                      <a:pt x="6394" y="1444"/>
                      <a:pt x="6206" y="1444"/>
                      <a:pt x="6092" y="1444"/>
                    </a:cubicBezTo>
                    <a:cubicBezTo>
                      <a:pt x="5814" y="1444"/>
                      <a:pt x="5352" y="1503"/>
                      <a:pt x="5130" y="1531"/>
                    </a:cubicBezTo>
                    <a:cubicBezTo>
                      <a:pt x="5336" y="655"/>
                      <a:pt x="5222" y="596"/>
                      <a:pt x="5170" y="571"/>
                    </a:cubicBezTo>
                    <a:cubicBezTo>
                      <a:pt x="5151" y="562"/>
                      <a:pt x="5130" y="559"/>
                      <a:pt x="5108" y="559"/>
                    </a:cubicBezTo>
                    <a:cubicBezTo>
                      <a:pt x="4932" y="559"/>
                      <a:pt x="4328" y="874"/>
                      <a:pt x="4075" y="1009"/>
                    </a:cubicBezTo>
                    <a:cubicBezTo>
                      <a:pt x="3705" y="59"/>
                      <a:pt x="3612" y="22"/>
                      <a:pt x="3578" y="7"/>
                    </a:cubicBezTo>
                    <a:cubicBezTo>
                      <a:pt x="3566" y="4"/>
                      <a:pt x="3553" y="1"/>
                      <a:pt x="35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22"/>
              <p:cNvSpPr/>
              <p:nvPr/>
            </p:nvSpPr>
            <p:spPr>
              <a:xfrm>
                <a:off x="10732687" y="1664810"/>
                <a:ext cx="279682" cy="279619"/>
              </a:xfrm>
              <a:custGeom>
                <a:avLst/>
                <a:gdLst/>
                <a:ahLst/>
                <a:cxnLst/>
                <a:rect l="l" t="t" r="r" b="b"/>
                <a:pathLst>
                  <a:path w="4397" h="4396" extrusionOk="0">
                    <a:moveTo>
                      <a:pt x="2197" y="1"/>
                    </a:moveTo>
                    <a:cubicBezTo>
                      <a:pt x="985" y="1"/>
                      <a:pt x="1" y="985"/>
                      <a:pt x="1" y="2197"/>
                    </a:cubicBezTo>
                    <a:cubicBezTo>
                      <a:pt x="1" y="3412"/>
                      <a:pt x="985" y="4396"/>
                      <a:pt x="2197" y="4396"/>
                    </a:cubicBezTo>
                    <a:cubicBezTo>
                      <a:pt x="3412" y="4396"/>
                      <a:pt x="4396" y="3412"/>
                      <a:pt x="4396" y="2197"/>
                    </a:cubicBezTo>
                    <a:cubicBezTo>
                      <a:pt x="4396" y="985"/>
                      <a:pt x="3412" y="1"/>
                      <a:pt x="21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22"/>
              <p:cNvSpPr/>
              <p:nvPr/>
            </p:nvSpPr>
            <p:spPr>
              <a:xfrm>
                <a:off x="10883180" y="1708190"/>
                <a:ext cx="23217" cy="14184"/>
              </a:xfrm>
              <a:custGeom>
                <a:avLst/>
                <a:gdLst/>
                <a:ahLst/>
                <a:cxnLst/>
                <a:rect l="l" t="t" r="r" b="b"/>
                <a:pathLst>
                  <a:path w="365" h="223" extrusionOk="0">
                    <a:moveTo>
                      <a:pt x="1" y="0"/>
                    </a:moveTo>
                    <a:lnTo>
                      <a:pt x="365" y="223"/>
                    </a:lnTo>
                    <a:cubicBezTo>
                      <a:pt x="318" y="65"/>
                      <a:pt x="1" y="1"/>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22"/>
              <p:cNvSpPr/>
              <p:nvPr/>
            </p:nvSpPr>
            <p:spPr>
              <a:xfrm>
                <a:off x="10875102" y="1702720"/>
                <a:ext cx="37401" cy="25125"/>
              </a:xfrm>
              <a:custGeom>
                <a:avLst/>
                <a:gdLst/>
                <a:ahLst/>
                <a:cxnLst/>
                <a:rect l="l" t="t" r="r" b="b"/>
                <a:pathLst>
                  <a:path w="588" h="395" extrusionOk="0">
                    <a:moveTo>
                      <a:pt x="119" y="0"/>
                    </a:moveTo>
                    <a:cubicBezTo>
                      <a:pt x="24" y="0"/>
                      <a:pt x="0" y="153"/>
                      <a:pt x="109" y="170"/>
                    </a:cubicBezTo>
                    <a:cubicBezTo>
                      <a:pt x="223" y="194"/>
                      <a:pt x="390" y="262"/>
                      <a:pt x="408" y="333"/>
                    </a:cubicBezTo>
                    <a:cubicBezTo>
                      <a:pt x="421" y="370"/>
                      <a:pt x="455" y="395"/>
                      <a:pt x="492" y="395"/>
                    </a:cubicBezTo>
                    <a:cubicBezTo>
                      <a:pt x="501" y="395"/>
                      <a:pt x="507" y="392"/>
                      <a:pt x="516" y="389"/>
                    </a:cubicBezTo>
                    <a:cubicBezTo>
                      <a:pt x="562" y="376"/>
                      <a:pt x="587" y="330"/>
                      <a:pt x="575" y="284"/>
                    </a:cubicBezTo>
                    <a:cubicBezTo>
                      <a:pt x="516" y="86"/>
                      <a:pt x="205" y="16"/>
                      <a:pt x="143" y="3"/>
                    </a:cubicBezTo>
                    <a:cubicBezTo>
                      <a:pt x="135" y="1"/>
                      <a:pt x="127" y="0"/>
                      <a:pt x="1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22"/>
              <p:cNvSpPr/>
              <p:nvPr/>
            </p:nvSpPr>
            <p:spPr>
              <a:xfrm>
                <a:off x="10899655" y="1751125"/>
                <a:ext cx="23217" cy="14248"/>
              </a:xfrm>
              <a:custGeom>
                <a:avLst/>
                <a:gdLst/>
                <a:ahLst/>
                <a:cxnLst/>
                <a:rect l="l" t="t" r="r" b="b"/>
                <a:pathLst>
                  <a:path w="365" h="224" extrusionOk="0">
                    <a:moveTo>
                      <a:pt x="1" y="1"/>
                    </a:moveTo>
                    <a:lnTo>
                      <a:pt x="365" y="223"/>
                    </a:lnTo>
                    <a:cubicBezTo>
                      <a:pt x="318" y="69"/>
                      <a:pt x="1" y="1"/>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22"/>
              <p:cNvSpPr/>
              <p:nvPr/>
            </p:nvSpPr>
            <p:spPr>
              <a:xfrm>
                <a:off x="10891704" y="1745718"/>
                <a:ext cx="37274" cy="25125"/>
              </a:xfrm>
              <a:custGeom>
                <a:avLst/>
                <a:gdLst/>
                <a:ahLst/>
                <a:cxnLst/>
                <a:rect l="l" t="t" r="r" b="b"/>
                <a:pathLst>
                  <a:path w="586" h="395" extrusionOk="0">
                    <a:moveTo>
                      <a:pt x="119" y="0"/>
                    </a:moveTo>
                    <a:cubicBezTo>
                      <a:pt x="23" y="0"/>
                      <a:pt x="1" y="152"/>
                      <a:pt x="107" y="172"/>
                    </a:cubicBezTo>
                    <a:cubicBezTo>
                      <a:pt x="221" y="194"/>
                      <a:pt x="388" y="262"/>
                      <a:pt x="409" y="333"/>
                    </a:cubicBezTo>
                    <a:cubicBezTo>
                      <a:pt x="419" y="370"/>
                      <a:pt x="453" y="394"/>
                      <a:pt x="490" y="394"/>
                    </a:cubicBezTo>
                    <a:cubicBezTo>
                      <a:pt x="499" y="394"/>
                      <a:pt x="508" y="391"/>
                      <a:pt x="514" y="391"/>
                    </a:cubicBezTo>
                    <a:cubicBezTo>
                      <a:pt x="561" y="376"/>
                      <a:pt x="585" y="330"/>
                      <a:pt x="573" y="283"/>
                    </a:cubicBezTo>
                    <a:cubicBezTo>
                      <a:pt x="514" y="89"/>
                      <a:pt x="203" y="15"/>
                      <a:pt x="141" y="3"/>
                    </a:cubicBezTo>
                    <a:cubicBezTo>
                      <a:pt x="134" y="1"/>
                      <a:pt x="126" y="0"/>
                      <a:pt x="1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22"/>
              <p:cNvSpPr/>
              <p:nvPr/>
            </p:nvSpPr>
            <p:spPr>
              <a:xfrm>
                <a:off x="10945769" y="1750743"/>
                <a:ext cx="20482" cy="17937"/>
              </a:xfrm>
              <a:custGeom>
                <a:avLst/>
                <a:gdLst/>
                <a:ahLst/>
                <a:cxnLst/>
                <a:rect l="l" t="t" r="r" b="b"/>
                <a:pathLst>
                  <a:path w="322" h="282" extrusionOk="0">
                    <a:moveTo>
                      <a:pt x="0" y="1"/>
                    </a:moveTo>
                    <a:lnTo>
                      <a:pt x="321" y="281"/>
                    </a:lnTo>
                    <a:cubicBezTo>
                      <a:pt x="303" y="121"/>
                      <a:pt x="1" y="1"/>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22"/>
              <p:cNvSpPr/>
              <p:nvPr/>
            </p:nvSpPr>
            <p:spPr>
              <a:xfrm>
                <a:off x="10937755" y="1745209"/>
                <a:ext cx="34157" cy="28941"/>
              </a:xfrm>
              <a:custGeom>
                <a:avLst/>
                <a:gdLst/>
                <a:ahLst/>
                <a:cxnLst/>
                <a:rect l="l" t="t" r="r" b="b"/>
                <a:pathLst>
                  <a:path w="537" h="455" extrusionOk="0">
                    <a:moveTo>
                      <a:pt x="122" y="0"/>
                    </a:moveTo>
                    <a:cubicBezTo>
                      <a:pt x="40" y="0"/>
                      <a:pt x="0" y="130"/>
                      <a:pt x="96" y="168"/>
                    </a:cubicBezTo>
                    <a:cubicBezTo>
                      <a:pt x="200" y="208"/>
                      <a:pt x="355" y="307"/>
                      <a:pt x="361" y="378"/>
                    </a:cubicBezTo>
                    <a:cubicBezTo>
                      <a:pt x="367" y="421"/>
                      <a:pt x="404" y="455"/>
                      <a:pt x="447" y="455"/>
                    </a:cubicBezTo>
                    <a:lnTo>
                      <a:pt x="456" y="455"/>
                    </a:lnTo>
                    <a:cubicBezTo>
                      <a:pt x="503" y="449"/>
                      <a:pt x="537" y="405"/>
                      <a:pt x="534" y="359"/>
                    </a:cubicBezTo>
                    <a:cubicBezTo>
                      <a:pt x="509" y="156"/>
                      <a:pt x="216" y="32"/>
                      <a:pt x="157" y="8"/>
                    </a:cubicBezTo>
                    <a:cubicBezTo>
                      <a:pt x="145" y="3"/>
                      <a:pt x="133" y="0"/>
                      <a:pt x="1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22"/>
              <p:cNvSpPr/>
              <p:nvPr/>
            </p:nvSpPr>
            <p:spPr>
              <a:xfrm>
                <a:off x="10846861" y="1739994"/>
                <a:ext cx="23217" cy="14184"/>
              </a:xfrm>
              <a:custGeom>
                <a:avLst/>
                <a:gdLst/>
                <a:ahLst/>
                <a:cxnLst/>
                <a:rect l="l" t="t" r="r" b="b"/>
                <a:pathLst>
                  <a:path w="365" h="223" extrusionOk="0">
                    <a:moveTo>
                      <a:pt x="1" y="0"/>
                    </a:moveTo>
                    <a:lnTo>
                      <a:pt x="365" y="222"/>
                    </a:lnTo>
                    <a:cubicBezTo>
                      <a:pt x="319" y="65"/>
                      <a:pt x="1" y="0"/>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22"/>
              <p:cNvSpPr/>
              <p:nvPr/>
            </p:nvSpPr>
            <p:spPr>
              <a:xfrm>
                <a:off x="10839101" y="1734523"/>
                <a:ext cx="37083" cy="25125"/>
              </a:xfrm>
              <a:custGeom>
                <a:avLst/>
                <a:gdLst/>
                <a:ahLst/>
                <a:cxnLst/>
                <a:rect l="l" t="t" r="r" b="b"/>
                <a:pathLst>
                  <a:path w="583" h="395" extrusionOk="0">
                    <a:moveTo>
                      <a:pt x="119" y="1"/>
                    </a:moveTo>
                    <a:cubicBezTo>
                      <a:pt x="24" y="1"/>
                      <a:pt x="0" y="149"/>
                      <a:pt x="104" y="169"/>
                    </a:cubicBezTo>
                    <a:cubicBezTo>
                      <a:pt x="212" y="194"/>
                      <a:pt x="385" y="259"/>
                      <a:pt x="407" y="333"/>
                    </a:cubicBezTo>
                    <a:cubicBezTo>
                      <a:pt x="416" y="367"/>
                      <a:pt x="450" y="395"/>
                      <a:pt x="487" y="395"/>
                    </a:cubicBezTo>
                    <a:cubicBezTo>
                      <a:pt x="496" y="391"/>
                      <a:pt x="505" y="391"/>
                      <a:pt x="512" y="388"/>
                    </a:cubicBezTo>
                    <a:cubicBezTo>
                      <a:pt x="558" y="376"/>
                      <a:pt x="583" y="330"/>
                      <a:pt x="570" y="284"/>
                    </a:cubicBezTo>
                    <a:cubicBezTo>
                      <a:pt x="512" y="86"/>
                      <a:pt x="200" y="15"/>
                      <a:pt x="138" y="3"/>
                    </a:cubicBezTo>
                    <a:cubicBezTo>
                      <a:pt x="132" y="2"/>
                      <a:pt x="125" y="1"/>
                      <a:pt x="11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22"/>
              <p:cNvSpPr/>
              <p:nvPr/>
            </p:nvSpPr>
            <p:spPr>
              <a:xfrm>
                <a:off x="10822945" y="1705646"/>
                <a:ext cx="25952" cy="8523"/>
              </a:xfrm>
              <a:custGeom>
                <a:avLst/>
                <a:gdLst/>
                <a:ahLst/>
                <a:cxnLst/>
                <a:rect l="l" t="t" r="r" b="b"/>
                <a:pathLst>
                  <a:path w="408" h="134" extrusionOk="0">
                    <a:moveTo>
                      <a:pt x="13" y="0"/>
                    </a:moveTo>
                    <a:cubicBezTo>
                      <a:pt x="5" y="0"/>
                      <a:pt x="1" y="0"/>
                      <a:pt x="1" y="0"/>
                    </a:cubicBezTo>
                    <a:lnTo>
                      <a:pt x="408" y="133"/>
                    </a:lnTo>
                    <a:cubicBezTo>
                      <a:pt x="337" y="8"/>
                      <a:pt x="73" y="0"/>
                      <a:pt x="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22"/>
              <p:cNvSpPr/>
              <p:nvPr/>
            </p:nvSpPr>
            <p:spPr>
              <a:xfrm>
                <a:off x="10817475" y="1700176"/>
                <a:ext cx="37528" cy="19464"/>
              </a:xfrm>
              <a:custGeom>
                <a:avLst/>
                <a:gdLst/>
                <a:ahLst/>
                <a:cxnLst/>
                <a:rect l="l" t="t" r="r" b="b"/>
                <a:pathLst>
                  <a:path w="590" h="306" extrusionOk="0">
                    <a:moveTo>
                      <a:pt x="84" y="0"/>
                    </a:moveTo>
                    <a:cubicBezTo>
                      <a:pt x="37" y="3"/>
                      <a:pt x="0" y="40"/>
                      <a:pt x="0" y="89"/>
                    </a:cubicBezTo>
                    <a:cubicBezTo>
                      <a:pt x="3" y="136"/>
                      <a:pt x="40" y="173"/>
                      <a:pt x="90" y="173"/>
                    </a:cubicBezTo>
                    <a:cubicBezTo>
                      <a:pt x="99" y="172"/>
                      <a:pt x="108" y="172"/>
                      <a:pt x="118" y="172"/>
                    </a:cubicBezTo>
                    <a:cubicBezTo>
                      <a:pt x="227" y="172"/>
                      <a:pt x="383" y="203"/>
                      <a:pt x="417" y="262"/>
                    </a:cubicBezTo>
                    <a:cubicBezTo>
                      <a:pt x="432" y="290"/>
                      <a:pt x="460" y="305"/>
                      <a:pt x="491" y="305"/>
                    </a:cubicBezTo>
                    <a:cubicBezTo>
                      <a:pt x="506" y="305"/>
                      <a:pt x="522" y="299"/>
                      <a:pt x="534" y="293"/>
                    </a:cubicBezTo>
                    <a:cubicBezTo>
                      <a:pt x="574" y="268"/>
                      <a:pt x="589" y="219"/>
                      <a:pt x="568" y="179"/>
                    </a:cubicBezTo>
                    <a:cubicBezTo>
                      <a:pt x="466" y="0"/>
                      <a:pt x="148" y="0"/>
                      <a:pt x="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52" name="Google Shape;2252;p22"/>
            <p:cNvGrpSpPr/>
            <p:nvPr/>
          </p:nvGrpSpPr>
          <p:grpSpPr>
            <a:xfrm>
              <a:off x="5716763" y="4729873"/>
              <a:ext cx="387726" cy="230993"/>
              <a:chOff x="8278137" y="4572358"/>
              <a:chExt cx="217494" cy="129575"/>
            </a:xfrm>
          </p:grpSpPr>
          <p:sp>
            <p:nvSpPr>
              <p:cNvPr id="2253" name="Google Shape;2253;p22"/>
              <p:cNvSpPr/>
              <p:nvPr/>
            </p:nvSpPr>
            <p:spPr>
              <a:xfrm>
                <a:off x="8278137" y="4574966"/>
                <a:ext cx="217494" cy="124001"/>
              </a:xfrm>
              <a:custGeom>
                <a:avLst/>
                <a:gdLst/>
                <a:ahLst/>
                <a:cxnLst/>
                <a:rect l="l" t="t" r="r" b="b"/>
                <a:pathLst>
                  <a:path w="6088" h="3471" extrusionOk="0">
                    <a:moveTo>
                      <a:pt x="3695" y="0"/>
                    </a:moveTo>
                    <a:cubicBezTo>
                      <a:pt x="3412" y="0"/>
                      <a:pt x="3161" y="158"/>
                      <a:pt x="2990" y="365"/>
                    </a:cubicBezTo>
                    <a:lnTo>
                      <a:pt x="2990" y="365"/>
                    </a:lnTo>
                    <a:cubicBezTo>
                      <a:pt x="2875" y="273"/>
                      <a:pt x="2724" y="190"/>
                      <a:pt x="2532" y="127"/>
                    </a:cubicBezTo>
                    <a:cubicBezTo>
                      <a:pt x="2372" y="74"/>
                      <a:pt x="2237" y="51"/>
                      <a:pt x="2123" y="51"/>
                    </a:cubicBezTo>
                    <a:cubicBezTo>
                      <a:pt x="1406" y="51"/>
                      <a:pt x="1530" y="953"/>
                      <a:pt x="1530" y="953"/>
                    </a:cubicBezTo>
                    <a:cubicBezTo>
                      <a:pt x="1456" y="909"/>
                      <a:pt x="1378" y="888"/>
                      <a:pt x="1297" y="888"/>
                    </a:cubicBezTo>
                    <a:cubicBezTo>
                      <a:pt x="693" y="888"/>
                      <a:pt x="0" y="2033"/>
                      <a:pt x="790" y="2616"/>
                    </a:cubicBezTo>
                    <a:cubicBezTo>
                      <a:pt x="1038" y="2800"/>
                      <a:pt x="1274" y="2883"/>
                      <a:pt x="1475" y="2895"/>
                    </a:cubicBezTo>
                    <a:lnTo>
                      <a:pt x="1475" y="2895"/>
                    </a:lnTo>
                    <a:cubicBezTo>
                      <a:pt x="1544" y="3200"/>
                      <a:pt x="1761" y="3464"/>
                      <a:pt x="2224" y="3470"/>
                    </a:cubicBezTo>
                    <a:cubicBezTo>
                      <a:pt x="2238" y="3470"/>
                      <a:pt x="2252" y="3470"/>
                      <a:pt x="2265" y="3470"/>
                    </a:cubicBezTo>
                    <a:cubicBezTo>
                      <a:pt x="2904" y="3470"/>
                      <a:pt x="3331" y="3324"/>
                      <a:pt x="3570" y="3106"/>
                    </a:cubicBezTo>
                    <a:lnTo>
                      <a:pt x="3570" y="3106"/>
                    </a:lnTo>
                    <a:cubicBezTo>
                      <a:pt x="3620" y="3173"/>
                      <a:pt x="3682" y="3239"/>
                      <a:pt x="3760" y="3300"/>
                    </a:cubicBezTo>
                    <a:cubicBezTo>
                      <a:pt x="3865" y="3383"/>
                      <a:pt x="3993" y="3420"/>
                      <a:pt x="4131" y="3420"/>
                    </a:cubicBezTo>
                    <a:cubicBezTo>
                      <a:pt x="4930" y="3420"/>
                      <a:pt x="6088" y="2180"/>
                      <a:pt x="5404" y="1459"/>
                    </a:cubicBezTo>
                    <a:cubicBezTo>
                      <a:pt x="5214" y="1260"/>
                      <a:pt x="5013" y="1184"/>
                      <a:pt x="4825" y="1184"/>
                    </a:cubicBezTo>
                    <a:cubicBezTo>
                      <a:pt x="4804" y="1184"/>
                      <a:pt x="4784" y="1185"/>
                      <a:pt x="4763" y="1187"/>
                    </a:cubicBezTo>
                    <a:lnTo>
                      <a:pt x="4763" y="1187"/>
                    </a:lnTo>
                    <a:cubicBezTo>
                      <a:pt x="4771" y="831"/>
                      <a:pt x="4594" y="421"/>
                      <a:pt x="4155" y="142"/>
                    </a:cubicBezTo>
                    <a:cubicBezTo>
                      <a:pt x="3997" y="42"/>
                      <a:pt x="3842" y="0"/>
                      <a:pt x="36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22"/>
              <p:cNvSpPr/>
              <p:nvPr/>
            </p:nvSpPr>
            <p:spPr>
              <a:xfrm>
                <a:off x="8287819" y="4572358"/>
                <a:ext cx="196166" cy="129575"/>
              </a:xfrm>
              <a:custGeom>
                <a:avLst/>
                <a:gdLst/>
                <a:ahLst/>
                <a:cxnLst/>
                <a:rect l="l" t="t" r="r" b="b"/>
                <a:pathLst>
                  <a:path w="5491" h="3627" extrusionOk="0">
                    <a:moveTo>
                      <a:pt x="2733" y="557"/>
                    </a:moveTo>
                    <a:cubicBezTo>
                      <a:pt x="2952" y="767"/>
                      <a:pt x="2995" y="1017"/>
                      <a:pt x="2937" y="1180"/>
                    </a:cubicBezTo>
                    <a:cubicBezTo>
                      <a:pt x="2906" y="1266"/>
                      <a:pt x="2852" y="1313"/>
                      <a:pt x="2788" y="1313"/>
                    </a:cubicBezTo>
                    <a:cubicBezTo>
                      <a:pt x="2749" y="1313"/>
                      <a:pt x="2706" y="1295"/>
                      <a:pt x="2662" y="1257"/>
                    </a:cubicBezTo>
                    <a:cubicBezTo>
                      <a:pt x="2508" y="1128"/>
                      <a:pt x="2542" y="826"/>
                      <a:pt x="2733" y="557"/>
                    </a:cubicBezTo>
                    <a:close/>
                    <a:moveTo>
                      <a:pt x="4405" y="1356"/>
                    </a:moveTo>
                    <a:lnTo>
                      <a:pt x="4405" y="1356"/>
                    </a:lnTo>
                    <a:cubicBezTo>
                      <a:pt x="4368" y="1652"/>
                      <a:pt x="4186" y="1871"/>
                      <a:pt x="3945" y="1905"/>
                    </a:cubicBezTo>
                    <a:cubicBezTo>
                      <a:pt x="3930" y="1905"/>
                      <a:pt x="3918" y="1908"/>
                      <a:pt x="3902" y="1908"/>
                    </a:cubicBezTo>
                    <a:cubicBezTo>
                      <a:pt x="3837" y="1908"/>
                      <a:pt x="3837" y="1887"/>
                      <a:pt x="3837" y="1871"/>
                    </a:cubicBezTo>
                    <a:cubicBezTo>
                      <a:pt x="3831" y="1748"/>
                      <a:pt x="4069" y="1433"/>
                      <a:pt x="4405" y="1356"/>
                    </a:cubicBezTo>
                    <a:close/>
                    <a:moveTo>
                      <a:pt x="1527" y="2124"/>
                    </a:moveTo>
                    <a:cubicBezTo>
                      <a:pt x="1571" y="2124"/>
                      <a:pt x="1611" y="2164"/>
                      <a:pt x="1635" y="2195"/>
                    </a:cubicBezTo>
                    <a:cubicBezTo>
                      <a:pt x="1752" y="2346"/>
                      <a:pt x="1783" y="2510"/>
                      <a:pt x="1719" y="2648"/>
                    </a:cubicBezTo>
                    <a:cubicBezTo>
                      <a:pt x="1648" y="2793"/>
                      <a:pt x="1478" y="2886"/>
                      <a:pt x="1271" y="2889"/>
                    </a:cubicBezTo>
                    <a:cubicBezTo>
                      <a:pt x="1231" y="2621"/>
                      <a:pt x="1308" y="2334"/>
                      <a:pt x="1416" y="2198"/>
                    </a:cubicBezTo>
                    <a:cubicBezTo>
                      <a:pt x="1441" y="2158"/>
                      <a:pt x="1481" y="2133"/>
                      <a:pt x="1527" y="2124"/>
                    </a:cubicBezTo>
                    <a:close/>
                    <a:moveTo>
                      <a:pt x="3347" y="2352"/>
                    </a:moveTo>
                    <a:cubicBezTo>
                      <a:pt x="3362" y="2352"/>
                      <a:pt x="3396" y="2383"/>
                      <a:pt x="3421" y="2470"/>
                    </a:cubicBezTo>
                    <a:cubicBezTo>
                      <a:pt x="3492" y="2670"/>
                      <a:pt x="3449" y="2889"/>
                      <a:pt x="3310" y="3053"/>
                    </a:cubicBezTo>
                    <a:cubicBezTo>
                      <a:pt x="3184" y="2824"/>
                      <a:pt x="3193" y="2584"/>
                      <a:pt x="3267" y="2439"/>
                    </a:cubicBezTo>
                    <a:cubicBezTo>
                      <a:pt x="3298" y="2377"/>
                      <a:pt x="3335" y="2352"/>
                      <a:pt x="3347" y="2352"/>
                    </a:cubicBezTo>
                    <a:close/>
                    <a:moveTo>
                      <a:pt x="3427" y="161"/>
                    </a:moveTo>
                    <a:cubicBezTo>
                      <a:pt x="3566" y="161"/>
                      <a:pt x="3707" y="202"/>
                      <a:pt x="3841" y="286"/>
                    </a:cubicBezTo>
                    <a:cubicBezTo>
                      <a:pt x="4186" y="505"/>
                      <a:pt x="4396" y="838"/>
                      <a:pt x="4411" y="1190"/>
                    </a:cubicBezTo>
                    <a:cubicBezTo>
                      <a:pt x="3992" y="1267"/>
                      <a:pt x="3665" y="1652"/>
                      <a:pt x="3677" y="1877"/>
                    </a:cubicBezTo>
                    <a:cubicBezTo>
                      <a:pt x="3680" y="1971"/>
                      <a:pt x="3737" y="2070"/>
                      <a:pt x="3903" y="2070"/>
                    </a:cubicBezTo>
                    <a:cubicBezTo>
                      <a:pt x="3923" y="2070"/>
                      <a:pt x="3944" y="2068"/>
                      <a:pt x="3967" y="2066"/>
                    </a:cubicBezTo>
                    <a:cubicBezTo>
                      <a:pt x="4294" y="2019"/>
                      <a:pt x="4535" y="1726"/>
                      <a:pt x="4572" y="1341"/>
                    </a:cubicBezTo>
                    <a:cubicBezTo>
                      <a:pt x="4750" y="1344"/>
                      <a:pt x="4920" y="1427"/>
                      <a:pt x="5074" y="1587"/>
                    </a:cubicBezTo>
                    <a:cubicBezTo>
                      <a:pt x="5336" y="1865"/>
                      <a:pt x="5275" y="2192"/>
                      <a:pt x="5176" y="2417"/>
                    </a:cubicBezTo>
                    <a:cubicBezTo>
                      <a:pt x="4954" y="2938"/>
                      <a:pt x="4325" y="3413"/>
                      <a:pt x="3862" y="3413"/>
                    </a:cubicBezTo>
                    <a:cubicBezTo>
                      <a:pt x="3857" y="3414"/>
                      <a:pt x="3852" y="3414"/>
                      <a:pt x="3848" y="3414"/>
                    </a:cubicBezTo>
                    <a:cubicBezTo>
                      <a:pt x="3735" y="3414"/>
                      <a:pt x="3627" y="3380"/>
                      <a:pt x="3538" y="3312"/>
                    </a:cubicBezTo>
                    <a:cubicBezTo>
                      <a:pt x="3492" y="3275"/>
                      <a:pt x="3449" y="3231"/>
                      <a:pt x="3409" y="3185"/>
                    </a:cubicBezTo>
                    <a:cubicBezTo>
                      <a:pt x="3600" y="2982"/>
                      <a:pt x="3668" y="2689"/>
                      <a:pt x="3575" y="2420"/>
                    </a:cubicBezTo>
                    <a:cubicBezTo>
                      <a:pt x="3514" y="2220"/>
                      <a:pt x="3406" y="2189"/>
                      <a:pt x="3347" y="2189"/>
                    </a:cubicBezTo>
                    <a:cubicBezTo>
                      <a:pt x="3261" y="2189"/>
                      <a:pt x="3177" y="2254"/>
                      <a:pt x="3122" y="2368"/>
                    </a:cubicBezTo>
                    <a:cubicBezTo>
                      <a:pt x="3023" y="2562"/>
                      <a:pt x="3011" y="2877"/>
                      <a:pt x="3190" y="3164"/>
                    </a:cubicBezTo>
                    <a:cubicBezTo>
                      <a:pt x="3002" y="3309"/>
                      <a:pt x="2650" y="3463"/>
                      <a:pt x="1999" y="3463"/>
                    </a:cubicBezTo>
                    <a:lnTo>
                      <a:pt x="1956" y="3463"/>
                    </a:lnTo>
                    <a:cubicBezTo>
                      <a:pt x="1558" y="3460"/>
                      <a:pt x="1385" y="3253"/>
                      <a:pt x="1315" y="3049"/>
                    </a:cubicBezTo>
                    <a:cubicBezTo>
                      <a:pt x="1561" y="3034"/>
                      <a:pt x="1768" y="2914"/>
                      <a:pt x="1860" y="2719"/>
                    </a:cubicBezTo>
                    <a:cubicBezTo>
                      <a:pt x="1956" y="2525"/>
                      <a:pt x="1919" y="2297"/>
                      <a:pt x="1762" y="2096"/>
                    </a:cubicBezTo>
                    <a:cubicBezTo>
                      <a:pt x="1672" y="1988"/>
                      <a:pt x="1586" y="1964"/>
                      <a:pt x="1527" y="1964"/>
                    </a:cubicBezTo>
                    <a:cubicBezTo>
                      <a:pt x="1441" y="1964"/>
                      <a:pt x="1358" y="2010"/>
                      <a:pt x="1290" y="2099"/>
                    </a:cubicBezTo>
                    <a:cubicBezTo>
                      <a:pt x="1145" y="2275"/>
                      <a:pt x="1074" y="2596"/>
                      <a:pt x="1108" y="2877"/>
                    </a:cubicBezTo>
                    <a:cubicBezTo>
                      <a:pt x="910" y="2837"/>
                      <a:pt x="725" y="2750"/>
                      <a:pt x="568" y="2627"/>
                    </a:cubicBezTo>
                    <a:cubicBezTo>
                      <a:pt x="152" y="2322"/>
                      <a:pt x="238" y="1890"/>
                      <a:pt x="294" y="1720"/>
                    </a:cubicBezTo>
                    <a:cubicBezTo>
                      <a:pt x="417" y="1347"/>
                      <a:pt x="747" y="1045"/>
                      <a:pt x="1028" y="1045"/>
                    </a:cubicBezTo>
                    <a:cubicBezTo>
                      <a:pt x="1096" y="1045"/>
                      <a:pt x="1160" y="1060"/>
                      <a:pt x="1219" y="1097"/>
                    </a:cubicBezTo>
                    <a:cubicBezTo>
                      <a:pt x="1232" y="1105"/>
                      <a:pt x="1246" y="1108"/>
                      <a:pt x="1259" y="1108"/>
                    </a:cubicBezTo>
                    <a:cubicBezTo>
                      <a:pt x="1304" y="1108"/>
                      <a:pt x="1346" y="1069"/>
                      <a:pt x="1339" y="1017"/>
                    </a:cubicBezTo>
                    <a:cubicBezTo>
                      <a:pt x="1339" y="1011"/>
                      <a:pt x="1284" y="585"/>
                      <a:pt x="1484" y="354"/>
                    </a:cubicBezTo>
                    <a:cubicBezTo>
                      <a:pt x="1571" y="254"/>
                      <a:pt x="1693" y="206"/>
                      <a:pt x="1851" y="206"/>
                    </a:cubicBezTo>
                    <a:cubicBezTo>
                      <a:pt x="1962" y="206"/>
                      <a:pt x="2090" y="230"/>
                      <a:pt x="2237" y="277"/>
                    </a:cubicBezTo>
                    <a:cubicBezTo>
                      <a:pt x="2366" y="320"/>
                      <a:pt x="2493" y="378"/>
                      <a:pt x="2607" y="456"/>
                    </a:cubicBezTo>
                    <a:cubicBezTo>
                      <a:pt x="2388" y="764"/>
                      <a:pt x="2311" y="1174"/>
                      <a:pt x="2557" y="1381"/>
                    </a:cubicBezTo>
                    <a:cubicBezTo>
                      <a:pt x="2622" y="1439"/>
                      <a:pt x="2702" y="1473"/>
                      <a:pt x="2792" y="1476"/>
                    </a:cubicBezTo>
                    <a:cubicBezTo>
                      <a:pt x="2921" y="1476"/>
                      <a:pt x="3036" y="1384"/>
                      <a:pt x="3091" y="1233"/>
                    </a:cubicBezTo>
                    <a:cubicBezTo>
                      <a:pt x="3165" y="1017"/>
                      <a:pt x="3113" y="693"/>
                      <a:pt x="2835" y="434"/>
                    </a:cubicBezTo>
                    <a:cubicBezTo>
                      <a:pt x="3006" y="255"/>
                      <a:pt x="3215" y="161"/>
                      <a:pt x="3427" y="161"/>
                    </a:cubicBezTo>
                    <a:close/>
                    <a:moveTo>
                      <a:pt x="3431" y="1"/>
                    </a:moveTo>
                    <a:cubicBezTo>
                      <a:pt x="3171" y="1"/>
                      <a:pt x="2915" y="115"/>
                      <a:pt x="2712" y="332"/>
                    </a:cubicBezTo>
                    <a:cubicBezTo>
                      <a:pt x="2582" y="243"/>
                      <a:pt x="2440" y="172"/>
                      <a:pt x="2289" y="126"/>
                    </a:cubicBezTo>
                    <a:cubicBezTo>
                      <a:pt x="2128" y="72"/>
                      <a:pt x="1983" y="46"/>
                      <a:pt x="1854" y="46"/>
                    </a:cubicBezTo>
                    <a:cubicBezTo>
                      <a:pt x="1647" y="46"/>
                      <a:pt x="1483" y="114"/>
                      <a:pt x="1367" y="249"/>
                    </a:cubicBezTo>
                    <a:cubicBezTo>
                      <a:pt x="1194" y="443"/>
                      <a:pt x="1170" y="733"/>
                      <a:pt x="1173" y="900"/>
                    </a:cubicBezTo>
                    <a:cubicBezTo>
                      <a:pt x="1126" y="887"/>
                      <a:pt x="1077" y="881"/>
                      <a:pt x="1031" y="881"/>
                    </a:cubicBezTo>
                    <a:cubicBezTo>
                      <a:pt x="679" y="881"/>
                      <a:pt x="287" y="1227"/>
                      <a:pt x="142" y="1668"/>
                    </a:cubicBezTo>
                    <a:cubicBezTo>
                      <a:pt x="1" y="2103"/>
                      <a:pt x="121" y="2497"/>
                      <a:pt x="473" y="2756"/>
                    </a:cubicBezTo>
                    <a:cubicBezTo>
                      <a:pt x="695" y="2920"/>
                      <a:pt x="926" y="3022"/>
                      <a:pt x="1145" y="3046"/>
                    </a:cubicBezTo>
                    <a:cubicBezTo>
                      <a:pt x="1247" y="3410"/>
                      <a:pt x="1540" y="3620"/>
                      <a:pt x="1953" y="3626"/>
                    </a:cubicBezTo>
                    <a:lnTo>
                      <a:pt x="1999" y="3626"/>
                    </a:lnTo>
                    <a:cubicBezTo>
                      <a:pt x="2564" y="3626"/>
                      <a:pt x="3005" y="3509"/>
                      <a:pt x="3288" y="3296"/>
                    </a:cubicBezTo>
                    <a:cubicBezTo>
                      <a:pt x="3335" y="3349"/>
                      <a:pt x="3387" y="3395"/>
                      <a:pt x="3440" y="3438"/>
                    </a:cubicBezTo>
                    <a:cubicBezTo>
                      <a:pt x="3556" y="3528"/>
                      <a:pt x="3702" y="3577"/>
                      <a:pt x="3849" y="3577"/>
                    </a:cubicBezTo>
                    <a:cubicBezTo>
                      <a:pt x="3853" y="3577"/>
                      <a:pt x="3858" y="3577"/>
                      <a:pt x="3862" y="3577"/>
                    </a:cubicBezTo>
                    <a:cubicBezTo>
                      <a:pt x="4393" y="3577"/>
                      <a:pt x="5077" y="3065"/>
                      <a:pt x="5327" y="2482"/>
                    </a:cubicBezTo>
                    <a:cubicBezTo>
                      <a:pt x="5491" y="2099"/>
                      <a:pt x="5444" y="1742"/>
                      <a:pt x="5195" y="1480"/>
                    </a:cubicBezTo>
                    <a:cubicBezTo>
                      <a:pt x="5009" y="1285"/>
                      <a:pt x="4803" y="1183"/>
                      <a:pt x="4578" y="1177"/>
                    </a:cubicBezTo>
                    <a:cubicBezTo>
                      <a:pt x="4556" y="776"/>
                      <a:pt x="4319" y="397"/>
                      <a:pt x="3930" y="150"/>
                    </a:cubicBezTo>
                    <a:cubicBezTo>
                      <a:pt x="3771" y="49"/>
                      <a:pt x="3600" y="1"/>
                      <a:pt x="3431"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55" name="Google Shape;2255;p22"/>
            <p:cNvSpPr/>
            <p:nvPr/>
          </p:nvSpPr>
          <p:spPr>
            <a:xfrm>
              <a:off x="8619309" y="4732142"/>
              <a:ext cx="253995" cy="244340"/>
            </a:xfrm>
            <a:custGeom>
              <a:avLst/>
              <a:gdLst/>
              <a:ahLst/>
              <a:cxnLst/>
              <a:rect l="l" t="t" r="r" b="b"/>
              <a:pathLst>
                <a:path w="2580" h="2482" extrusionOk="0">
                  <a:moveTo>
                    <a:pt x="800" y="227"/>
                  </a:moveTo>
                  <a:lnTo>
                    <a:pt x="800" y="227"/>
                  </a:lnTo>
                  <a:cubicBezTo>
                    <a:pt x="895" y="304"/>
                    <a:pt x="1056" y="439"/>
                    <a:pt x="1265" y="628"/>
                  </a:cubicBezTo>
                  <a:cubicBezTo>
                    <a:pt x="1151" y="689"/>
                    <a:pt x="1022" y="757"/>
                    <a:pt x="886" y="831"/>
                  </a:cubicBezTo>
                  <a:cubicBezTo>
                    <a:pt x="831" y="523"/>
                    <a:pt x="809" y="335"/>
                    <a:pt x="800" y="227"/>
                  </a:cubicBezTo>
                  <a:close/>
                  <a:moveTo>
                    <a:pt x="2070" y="452"/>
                  </a:moveTo>
                  <a:cubicBezTo>
                    <a:pt x="2024" y="631"/>
                    <a:pt x="1962" y="806"/>
                    <a:pt x="1888" y="973"/>
                  </a:cubicBezTo>
                  <a:cubicBezTo>
                    <a:pt x="1777" y="871"/>
                    <a:pt x="1663" y="766"/>
                    <a:pt x="1552" y="665"/>
                  </a:cubicBezTo>
                  <a:cubicBezTo>
                    <a:pt x="1861" y="513"/>
                    <a:pt x="2003" y="467"/>
                    <a:pt x="2070" y="452"/>
                  </a:cubicBezTo>
                  <a:close/>
                  <a:moveTo>
                    <a:pt x="766" y="1081"/>
                  </a:moveTo>
                  <a:cubicBezTo>
                    <a:pt x="794" y="1226"/>
                    <a:pt x="824" y="1374"/>
                    <a:pt x="855" y="1519"/>
                  </a:cubicBezTo>
                  <a:cubicBezTo>
                    <a:pt x="472" y="1467"/>
                    <a:pt x="302" y="1421"/>
                    <a:pt x="226" y="1391"/>
                  </a:cubicBezTo>
                  <a:lnTo>
                    <a:pt x="226" y="1391"/>
                  </a:lnTo>
                  <a:cubicBezTo>
                    <a:pt x="338" y="1326"/>
                    <a:pt x="537" y="1209"/>
                    <a:pt x="766" y="1081"/>
                  </a:cubicBezTo>
                  <a:close/>
                  <a:moveTo>
                    <a:pt x="1398" y="745"/>
                  </a:moveTo>
                  <a:cubicBezTo>
                    <a:pt x="1537" y="871"/>
                    <a:pt x="1685" y="1004"/>
                    <a:pt x="1821" y="1133"/>
                  </a:cubicBezTo>
                  <a:cubicBezTo>
                    <a:pt x="1756" y="1288"/>
                    <a:pt x="1685" y="1445"/>
                    <a:pt x="1611" y="1590"/>
                  </a:cubicBezTo>
                  <a:cubicBezTo>
                    <a:pt x="1395" y="1574"/>
                    <a:pt x="1198" y="1556"/>
                    <a:pt x="1025" y="1537"/>
                  </a:cubicBezTo>
                  <a:cubicBezTo>
                    <a:pt x="985" y="1362"/>
                    <a:pt x="948" y="1177"/>
                    <a:pt x="917" y="998"/>
                  </a:cubicBezTo>
                  <a:cubicBezTo>
                    <a:pt x="1093" y="902"/>
                    <a:pt x="1253" y="816"/>
                    <a:pt x="1398" y="745"/>
                  </a:cubicBezTo>
                  <a:close/>
                  <a:moveTo>
                    <a:pt x="1947" y="1251"/>
                  </a:moveTo>
                  <a:cubicBezTo>
                    <a:pt x="2151" y="1451"/>
                    <a:pt x="2262" y="1565"/>
                    <a:pt x="2317" y="1633"/>
                  </a:cubicBezTo>
                  <a:cubicBezTo>
                    <a:pt x="2200" y="1627"/>
                    <a:pt x="2009" y="1618"/>
                    <a:pt x="1787" y="1602"/>
                  </a:cubicBezTo>
                  <a:cubicBezTo>
                    <a:pt x="1839" y="1488"/>
                    <a:pt x="1895" y="1371"/>
                    <a:pt x="1947" y="1251"/>
                  </a:cubicBezTo>
                  <a:close/>
                  <a:moveTo>
                    <a:pt x="1062" y="1704"/>
                  </a:moveTo>
                  <a:lnTo>
                    <a:pt x="1062" y="1704"/>
                  </a:lnTo>
                  <a:cubicBezTo>
                    <a:pt x="1204" y="1719"/>
                    <a:pt x="1364" y="1735"/>
                    <a:pt x="1534" y="1747"/>
                  </a:cubicBezTo>
                  <a:cubicBezTo>
                    <a:pt x="1373" y="2065"/>
                    <a:pt x="1268" y="2225"/>
                    <a:pt x="1213" y="2287"/>
                  </a:cubicBezTo>
                  <a:cubicBezTo>
                    <a:pt x="1182" y="2197"/>
                    <a:pt x="1130" y="2012"/>
                    <a:pt x="1062" y="1704"/>
                  </a:cubicBezTo>
                  <a:close/>
                  <a:moveTo>
                    <a:pt x="735" y="0"/>
                  </a:moveTo>
                  <a:cubicBezTo>
                    <a:pt x="708" y="0"/>
                    <a:pt x="683" y="10"/>
                    <a:pt x="664" y="29"/>
                  </a:cubicBezTo>
                  <a:cubicBezTo>
                    <a:pt x="636" y="66"/>
                    <a:pt x="593" y="116"/>
                    <a:pt x="735" y="914"/>
                  </a:cubicBezTo>
                  <a:cubicBezTo>
                    <a:pt x="362" y="1121"/>
                    <a:pt x="53" y="1303"/>
                    <a:pt x="50" y="1303"/>
                  </a:cubicBezTo>
                  <a:cubicBezTo>
                    <a:pt x="29" y="1318"/>
                    <a:pt x="13" y="1340"/>
                    <a:pt x="13" y="1365"/>
                  </a:cubicBezTo>
                  <a:cubicBezTo>
                    <a:pt x="1" y="1497"/>
                    <a:pt x="143" y="1596"/>
                    <a:pt x="889" y="1685"/>
                  </a:cubicBezTo>
                  <a:cubicBezTo>
                    <a:pt x="948" y="1938"/>
                    <a:pt x="1037" y="2321"/>
                    <a:pt x="1096" y="2423"/>
                  </a:cubicBezTo>
                  <a:cubicBezTo>
                    <a:pt x="1114" y="2460"/>
                    <a:pt x="1151" y="2481"/>
                    <a:pt x="1191" y="2481"/>
                  </a:cubicBezTo>
                  <a:cubicBezTo>
                    <a:pt x="1247" y="2481"/>
                    <a:pt x="1352" y="2481"/>
                    <a:pt x="1710" y="1763"/>
                  </a:cubicBezTo>
                  <a:cubicBezTo>
                    <a:pt x="2117" y="1787"/>
                    <a:pt x="2434" y="1800"/>
                    <a:pt x="2441" y="1800"/>
                  </a:cubicBezTo>
                  <a:cubicBezTo>
                    <a:pt x="2443" y="1800"/>
                    <a:pt x="2446" y="1800"/>
                    <a:pt x="2448" y="1800"/>
                  </a:cubicBezTo>
                  <a:cubicBezTo>
                    <a:pt x="2485" y="1800"/>
                    <a:pt x="2519" y="1779"/>
                    <a:pt x="2533" y="1741"/>
                  </a:cubicBezTo>
                  <a:cubicBezTo>
                    <a:pt x="2558" y="1682"/>
                    <a:pt x="2579" y="1633"/>
                    <a:pt x="2012" y="1093"/>
                  </a:cubicBezTo>
                  <a:cubicBezTo>
                    <a:pt x="2126" y="822"/>
                    <a:pt x="2249" y="495"/>
                    <a:pt x="2237" y="387"/>
                  </a:cubicBezTo>
                  <a:cubicBezTo>
                    <a:pt x="2234" y="341"/>
                    <a:pt x="2197" y="285"/>
                    <a:pt x="2107" y="285"/>
                  </a:cubicBezTo>
                  <a:cubicBezTo>
                    <a:pt x="2040" y="285"/>
                    <a:pt x="1895" y="313"/>
                    <a:pt x="1423" y="550"/>
                  </a:cubicBezTo>
                  <a:cubicBezTo>
                    <a:pt x="1198" y="350"/>
                    <a:pt x="843" y="42"/>
                    <a:pt x="775" y="8"/>
                  </a:cubicBezTo>
                  <a:cubicBezTo>
                    <a:pt x="762" y="3"/>
                    <a:pt x="749" y="0"/>
                    <a:pt x="7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22"/>
            <p:cNvSpPr/>
            <p:nvPr/>
          </p:nvSpPr>
          <p:spPr>
            <a:xfrm>
              <a:off x="8393112" y="4809624"/>
              <a:ext cx="71582" cy="71518"/>
            </a:xfrm>
            <a:custGeom>
              <a:avLst/>
              <a:gdLst/>
              <a:ahLst/>
              <a:cxnLst/>
              <a:rect l="l" t="t" r="r" b="b"/>
              <a:pathLst>
                <a:path w="1124" h="1123" extrusionOk="0">
                  <a:moveTo>
                    <a:pt x="562" y="164"/>
                  </a:moveTo>
                  <a:cubicBezTo>
                    <a:pt x="781" y="167"/>
                    <a:pt x="957" y="346"/>
                    <a:pt x="957" y="565"/>
                  </a:cubicBezTo>
                  <a:cubicBezTo>
                    <a:pt x="957" y="784"/>
                    <a:pt x="778" y="959"/>
                    <a:pt x="559" y="959"/>
                  </a:cubicBezTo>
                  <a:cubicBezTo>
                    <a:pt x="340" y="959"/>
                    <a:pt x="164" y="780"/>
                    <a:pt x="164" y="561"/>
                  </a:cubicBezTo>
                  <a:cubicBezTo>
                    <a:pt x="164" y="339"/>
                    <a:pt x="343" y="164"/>
                    <a:pt x="562" y="164"/>
                  </a:cubicBezTo>
                  <a:close/>
                  <a:moveTo>
                    <a:pt x="562" y="0"/>
                  </a:moveTo>
                  <a:cubicBezTo>
                    <a:pt x="254" y="0"/>
                    <a:pt x="1" y="250"/>
                    <a:pt x="1" y="561"/>
                  </a:cubicBezTo>
                  <a:cubicBezTo>
                    <a:pt x="1" y="870"/>
                    <a:pt x="250" y="1120"/>
                    <a:pt x="562" y="1123"/>
                  </a:cubicBezTo>
                  <a:cubicBezTo>
                    <a:pt x="873" y="1120"/>
                    <a:pt x="1123" y="870"/>
                    <a:pt x="1123" y="561"/>
                  </a:cubicBezTo>
                  <a:cubicBezTo>
                    <a:pt x="1123" y="250"/>
                    <a:pt x="870" y="0"/>
                    <a:pt x="5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22"/>
            <p:cNvSpPr/>
            <p:nvPr/>
          </p:nvSpPr>
          <p:spPr>
            <a:xfrm>
              <a:off x="7189108" y="4655130"/>
              <a:ext cx="71391" cy="71582"/>
            </a:xfrm>
            <a:custGeom>
              <a:avLst/>
              <a:gdLst/>
              <a:ahLst/>
              <a:cxnLst/>
              <a:rect l="l" t="t" r="r" b="b"/>
              <a:pathLst>
                <a:path w="1121" h="1124" extrusionOk="0">
                  <a:moveTo>
                    <a:pt x="562" y="164"/>
                  </a:moveTo>
                  <a:cubicBezTo>
                    <a:pt x="781" y="167"/>
                    <a:pt x="957" y="346"/>
                    <a:pt x="957" y="565"/>
                  </a:cubicBezTo>
                  <a:cubicBezTo>
                    <a:pt x="957" y="784"/>
                    <a:pt x="778" y="960"/>
                    <a:pt x="559" y="960"/>
                  </a:cubicBezTo>
                  <a:cubicBezTo>
                    <a:pt x="340" y="960"/>
                    <a:pt x="164" y="781"/>
                    <a:pt x="164" y="562"/>
                  </a:cubicBezTo>
                  <a:cubicBezTo>
                    <a:pt x="164" y="343"/>
                    <a:pt x="343" y="164"/>
                    <a:pt x="562" y="164"/>
                  </a:cubicBezTo>
                  <a:close/>
                  <a:moveTo>
                    <a:pt x="559" y="1"/>
                  </a:moveTo>
                  <a:cubicBezTo>
                    <a:pt x="251" y="1"/>
                    <a:pt x="1" y="251"/>
                    <a:pt x="1" y="562"/>
                  </a:cubicBezTo>
                  <a:cubicBezTo>
                    <a:pt x="1" y="871"/>
                    <a:pt x="251" y="1120"/>
                    <a:pt x="559" y="1124"/>
                  </a:cubicBezTo>
                  <a:lnTo>
                    <a:pt x="562" y="1124"/>
                  </a:lnTo>
                  <a:cubicBezTo>
                    <a:pt x="870" y="1120"/>
                    <a:pt x="1120" y="871"/>
                    <a:pt x="1120" y="562"/>
                  </a:cubicBezTo>
                  <a:cubicBezTo>
                    <a:pt x="1120" y="251"/>
                    <a:pt x="870" y="1"/>
                    <a:pt x="5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22"/>
            <p:cNvSpPr/>
            <p:nvPr/>
          </p:nvSpPr>
          <p:spPr>
            <a:xfrm>
              <a:off x="8755482" y="4489385"/>
              <a:ext cx="71327" cy="71327"/>
            </a:xfrm>
            <a:custGeom>
              <a:avLst/>
              <a:gdLst/>
              <a:ahLst/>
              <a:cxnLst/>
              <a:rect l="l" t="t" r="r" b="b"/>
              <a:pathLst>
                <a:path w="1120" h="1120" extrusionOk="0">
                  <a:moveTo>
                    <a:pt x="563" y="164"/>
                  </a:moveTo>
                  <a:cubicBezTo>
                    <a:pt x="781" y="165"/>
                    <a:pt x="959" y="343"/>
                    <a:pt x="956" y="562"/>
                  </a:cubicBezTo>
                  <a:cubicBezTo>
                    <a:pt x="956" y="781"/>
                    <a:pt x="778" y="960"/>
                    <a:pt x="559" y="960"/>
                  </a:cubicBezTo>
                  <a:cubicBezTo>
                    <a:pt x="340" y="960"/>
                    <a:pt x="164" y="781"/>
                    <a:pt x="164" y="559"/>
                  </a:cubicBezTo>
                  <a:cubicBezTo>
                    <a:pt x="164" y="340"/>
                    <a:pt x="342" y="165"/>
                    <a:pt x="563" y="164"/>
                  </a:cubicBezTo>
                  <a:close/>
                  <a:moveTo>
                    <a:pt x="562" y="0"/>
                  </a:moveTo>
                  <a:cubicBezTo>
                    <a:pt x="250" y="0"/>
                    <a:pt x="0" y="250"/>
                    <a:pt x="0" y="559"/>
                  </a:cubicBezTo>
                  <a:cubicBezTo>
                    <a:pt x="0" y="870"/>
                    <a:pt x="250" y="1120"/>
                    <a:pt x="559" y="1120"/>
                  </a:cubicBezTo>
                  <a:lnTo>
                    <a:pt x="562" y="1120"/>
                  </a:lnTo>
                  <a:cubicBezTo>
                    <a:pt x="870" y="1120"/>
                    <a:pt x="1120" y="870"/>
                    <a:pt x="1120" y="559"/>
                  </a:cubicBezTo>
                  <a:cubicBezTo>
                    <a:pt x="1120" y="250"/>
                    <a:pt x="870" y="0"/>
                    <a:pt x="5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22"/>
            <p:cNvSpPr/>
            <p:nvPr/>
          </p:nvSpPr>
          <p:spPr>
            <a:xfrm>
              <a:off x="8619310" y="3724289"/>
              <a:ext cx="71582" cy="71391"/>
            </a:xfrm>
            <a:custGeom>
              <a:avLst/>
              <a:gdLst/>
              <a:ahLst/>
              <a:cxnLst/>
              <a:rect l="l" t="t" r="r" b="b"/>
              <a:pathLst>
                <a:path w="1124" h="1121" extrusionOk="0">
                  <a:moveTo>
                    <a:pt x="565" y="164"/>
                  </a:moveTo>
                  <a:cubicBezTo>
                    <a:pt x="670" y="164"/>
                    <a:pt x="769" y="208"/>
                    <a:pt x="843" y="282"/>
                  </a:cubicBezTo>
                  <a:cubicBezTo>
                    <a:pt x="1092" y="535"/>
                    <a:pt x="913" y="960"/>
                    <a:pt x="562" y="960"/>
                  </a:cubicBezTo>
                  <a:cubicBezTo>
                    <a:pt x="340" y="960"/>
                    <a:pt x="164" y="781"/>
                    <a:pt x="164" y="559"/>
                  </a:cubicBezTo>
                  <a:cubicBezTo>
                    <a:pt x="167" y="340"/>
                    <a:pt x="346" y="164"/>
                    <a:pt x="565" y="164"/>
                  </a:cubicBezTo>
                  <a:close/>
                  <a:moveTo>
                    <a:pt x="562" y="1"/>
                  </a:moveTo>
                  <a:cubicBezTo>
                    <a:pt x="250" y="1"/>
                    <a:pt x="1" y="251"/>
                    <a:pt x="1" y="559"/>
                  </a:cubicBezTo>
                  <a:cubicBezTo>
                    <a:pt x="1" y="871"/>
                    <a:pt x="250" y="1121"/>
                    <a:pt x="559" y="1121"/>
                  </a:cubicBezTo>
                  <a:lnTo>
                    <a:pt x="562" y="1121"/>
                  </a:lnTo>
                  <a:cubicBezTo>
                    <a:pt x="870" y="1121"/>
                    <a:pt x="1123" y="871"/>
                    <a:pt x="1120" y="559"/>
                  </a:cubicBezTo>
                  <a:cubicBezTo>
                    <a:pt x="1120" y="251"/>
                    <a:pt x="870" y="1"/>
                    <a:pt x="5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22"/>
            <p:cNvSpPr/>
            <p:nvPr/>
          </p:nvSpPr>
          <p:spPr>
            <a:xfrm>
              <a:off x="3951168" y="4919881"/>
              <a:ext cx="115525" cy="116098"/>
            </a:xfrm>
            <a:custGeom>
              <a:avLst/>
              <a:gdLst/>
              <a:ahLst/>
              <a:cxnLst/>
              <a:rect l="l" t="t" r="r" b="b"/>
              <a:pathLst>
                <a:path w="1814" h="1823" extrusionOk="0">
                  <a:moveTo>
                    <a:pt x="969" y="234"/>
                  </a:moveTo>
                  <a:cubicBezTo>
                    <a:pt x="991" y="315"/>
                    <a:pt x="1018" y="416"/>
                    <a:pt x="1034" y="484"/>
                  </a:cubicBezTo>
                  <a:cubicBezTo>
                    <a:pt x="1077" y="666"/>
                    <a:pt x="1089" y="706"/>
                    <a:pt x="1111" y="737"/>
                  </a:cubicBezTo>
                  <a:cubicBezTo>
                    <a:pt x="1132" y="768"/>
                    <a:pt x="1166" y="783"/>
                    <a:pt x="1345" y="845"/>
                  </a:cubicBezTo>
                  <a:cubicBezTo>
                    <a:pt x="1410" y="870"/>
                    <a:pt x="1506" y="904"/>
                    <a:pt x="1577" y="935"/>
                  </a:cubicBezTo>
                  <a:cubicBezTo>
                    <a:pt x="1478" y="978"/>
                    <a:pt x="1311" y="1039"/>
                    <a:pt x="1169" y="1092"/>
                  </a:cubicBezTo>
                  <a:cubicBezTo>
                    <a:pt x="1148" y="1098"/>
                    <a:pt x="1129" y="1113"/>
                    <a:pt x="1120" y="1135"/>
                  </a:cubicBezTo>
                  <a:cubicBezTo>
                    <a:pt x="1049" y="1302"/>
                    <a:pt x="960" y="1490"/>
                    <a:pt x="901" y="1595"/>
                  </a:cubicBezTo>
                  <a:cubicBezTo>
                    <a:pt x="861" y="1481"/>
                    <a:pt x="802" y="1280"/>
                    <a:pt x="759" y="1107"/>
                  </a:cubicBezTo>
                  <a:cubicBezTo>
                    <a:pt x="753" y="1076"/>
                    <a:pt x="728" y="1052"/>
                    <a:pt x="698" y="1046"/>
                  </a:cubicBezTo>
                  <a:cubicBezTo>
                    <a:pt x="528" y="1015"/>
                    <a:pt x="334" y="972"/>
                    <a:pt x="226" y="941"/>
                  </a:cubicBezTo>
                  <a:cubicBezTo>
                    <a:pt x="392" y="854"/>
                    <a:pt x="565" y="774"/>
                    <a:pt x="738" y="706"/>
                  </a:cubicBezTo>
                  <a:cubicBezTo>
                    <a:pt x="759" y="697"/>
                    <a:pt x="775" y="682"/>
                    <a:pt x="784" y="660"/>
                  </a:cubicBezTo>
                  <a:cubicBezTo>
                    <a:pt x="839" y="515"/>
                    <a:pt x="901" y="373"/>
                    <a:pt x="969" y="234"/>
                  </a:cubicBezTo>
                  <a:close/>
                  <a:moveTo>
                    <a:pt x="987" y="0"/>
                  </a:moveTo>
                  <a:cubicBezTo>
                    <a:pt x="938" y="0"/>
                    <a:pt x="864" y="0"/>
                    <a:pt x="645" y="571"/>
                  </a:cubicBezTo>
                  <a:cubicBezTo>
                    <a:pt x="37" y="814"/>
                    <a:pt x="16" y="895"/>
                    <a:pt x="7" y="928"/>
                  </a:cubicBezTo>
                  <a:cubicBezTo>
                    <a:pt x="0" y="956"/>
                    <a:pt x="7" y="984"/>
                    <a:pt x="22" y="1009"/>
                  </a:cubicBezTo>
                  <a:cubicBezTo>
                    <a:pt x="37" y="1030"/>
                    <a:pt x="84" y="1092"/>
                    <a:pt x="614" y="1197"/>
                  </a:cubicBezTo>
                  <a:cubicBezTo>
                    <a:pt x="775" y="1823"/>
                    <a:pt x="830" y="1823"/>
                    <a:pt x="889" y="1823"/>
                  </a:cubicBezTo>
                  <a:lnTo>
                    <a:pt x="895" y="1823"/>
                  </a:lnTo>
                  <a:cubicBezTo>
                    <a:pt x="944" y="1820"/>
                    <a:pt x="1000" y="1817"/>
                    <a:pt x="1256" y="1231"/>
                  </a:cubicBezTo>
                  <a:cubicBezTo>
                    <a:pt x="1413" y="1175"/>
                    <a:pt x="1715" y="1064"/>
                    <a:pt x="1780" y="1006"/>
                  </a:cubicBezTo>
                  <a:cubicBezTo>
                    <a:pt x="1802" y="984"/>
                    <a:pt x="1814" y="950"/>
                    <a:pt x="1811" y="919"/>
                  </a:cubicBezTo>
                  <a:cubicBezTo>
                    <a:pt x="1796" y="845"/>
                    <a:pt x="1715" y="805"/>
                    <a:pt x="1404" y="694"/>
                  </a:cubicBezTo>
                  <a:cubicBezTo>
                    <a:pt x="1345" y="672"/>
                    <a:pt x="1274" y="648"/>
                    <a:pt x="1240" y="632"/>
                  </a:cubicBezTo>
                  <a:cubicBezTo>
                    <a:pt x="1231" y="598"/>
                    <a:pt x="1209" y="515"/>
                    <a:pt x="1194" y="447"/>
                  </a:cubicBezTo>
                  <a:cubicBezTo>
                    <a:pt x="1139" y="228"/>
                    <a:pt x="1105" y="93"/>
                    <a:pt x="1065" y="40"/>
                  </a:cubicBezTo>
                  <a:cubicBezTo>
                    <a:pt x="1046" y="15"/>
                    <a:pt x="1018" y="3"/>
                    <a:pt x="98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61" name="Google Shape;2261;p22"/>
            <p:cNvGrpSpPr/>
            <p:nvPr/>
          </p:nvGrpSpPr>
          <p:grpSpPr>
            <a:xfrm>
              <a:off x="8356416" y="4075327"/>
              <a:ext cx="299552" cy="265537"/>
              <a:chOff x="8792070" y="4843090"/>
              <a:chExt cx="142474" cy="126290"/>
            </a:xfrm>
          </p:grpSpPr>
          <p:sp>
            <p:nvSpPr>
              <p:cNvPr id="2262" name="Google Shape;2262;p22"/>
              <p:cNvSpPr/>
              <p:nvPr/>
            </p:nvSpPr>
            <p:spPr>
              <a:xfrm>
                <a:off x="8835905" y="4843090"/>
                <a:ext cx="69128" cy="58982"/>
              </a:xfrm>
              <a:custGeom>
                <a:avLst/>
                <a:gdLst/>
                <a:ahLst/>
                <a:cxnLst/>
                <a:rect l="l" t="t" r="r" b="b"/>
                <a:pathLst>
                  <a:path w="1935" h="1651" extrusionOk="0">
                    <a:moveTo>
                      <a:pt x="926" y="796"/>
                    </a:moveTo>
                    <a:cubicBezTo>
                      <a:pt x="947" y="848"/>
                      <a:pt x="960" y="904"/>
                      <a:pt x="966" y="959"/>
                    </a:cubicBezTo>
                    <a:cubicBezTo>
                      <a:pt x="958" y="961"/>
                      <a:pt x="950" y="962"/>
                      <a:pt x="941" y="962"/>
                    </a:cubicBezTo>
                    <a:cubicBezTo>
                      <a:pt x="933" y="962"/>
                      <a:pt x="924" y="961"/>
                      <a:pt x="917" y="959"/>
                    </a:cubicBezTo>
                    <a:cubicBezTo>
                      <a:pt x="904" y="938"/>
                      <a:pt x="904" y="882"/>
                      <a:pt x="926" y="796"/>
                    </a:cubicBezTo>
                    <a:close/>
                    <a:moveTo>
                      <a:pt x="1472" y="164"/>
                    </a:moveTo>
                    <a:cubicBezTo>
                      <a:pt x="1537" y="164"/>
                      <a:pt x="1595" y="194"/>
                      <a:pt x="1635" y="241"/>
                    </a:cubicBezTo>
                    <a:cubicBezTo>
                      <a:pt x="1725" y="327"/>
                      <a:pt x="1771" y="447"/>
                      <a:pt x="1765" y="571"/>
                    </a:cubicBezTo>
                    <a:cubicBezTo>
                      <a:pt x="1746" y="950"/>
                      <a:pt x="1296" y="1348"/>
                      <a:pt x="1296" y="1348"/>
                    </a:cubicBezTo>
                    <a:cubicBezTo>
                      <a:pt x="1197" y="1431"/>
                      <a:pt x="1074" y="1481"/>
                      <a:pt x="947" y="1487"/>
                    </a:cubicBezTo>
                    <a:cubicBezTo>
                      <a:pt x="565" y="1487"/>
                      <a:pt x="275" y="999"/>
                      <a:pt x="210" y="645"/>
                    </a:cubicBezTo>
                    <a:cubicBezTo>
                      <a:pt x="183" y="491"/>
                      <a:pt x="189" y="312"/>
                      <a:pt x="297" y="272"/>
                    </a:cubicBezTo>
                    <a:cubicBezTo>
                      <a:pt x="328" y="262"/>
                      <a:pt x="358" y="256"/>
                      <a:pt x="389" y="256"/>
                    </a:cubicBezTo>
                    <a:cubicBezTo>
                      <a:pt x="559" y="256"/>
                      <a:pt x="722" y="423"/>
                      <a:pt x="827" y="592"/>
                    </a:cubicBezTo>
                    <a:cubicBezTo>
                      <a:pt x="778" y="710"/>
                      <a:pt x="704" y="922"/>
                      <a:pt x="781" y="1046"/>
                    </a:cubicBezTo>
                    <a:cubicBezTo>
                      <a:pt x="815" y="1098"/>
                      <a:pt x="867" y="1125"/>
                      <a:pt x="932" y="1125"/>
                    </a:cubicBezTo>
                    <a:cubicBezTo>
                      <a:pt x="956" y="1125"/>
                      <a:pt x="982" y="1121"/>
                      <a:pt x="1009" y="1114"/>
                    </a:cubicBezTo>
                    <a:cubicBezTo>
                      <a:pt x="1052" y="1101"/>
                      <a:pt x="1086" y="1070"/>
                      <a:pt x="1105" y="1027"/>
                    </a:cubicBezTo>
                    <a:cubicBezTo>
                      <a:pt x="1148" y="916"/>
                      <a:pt x="1086" y="734"/>
                      <a:pt x="1009" y="586"/>
                    </a:cubicBezTo>
                    <a:cubicBezTo>
                      <a:pt x="1123" y="370"/>
                      <a:pt x="1311" y="164"/>
                      <a:pt x="1472" y="164"/>
                    </a:cubicBezTo>
                    <a:close/>
                    <a:moveTo>
                      <a:pt x="1472" y="0"/>
                    </a:moveTo>
                    <a:cubicBezTo>
                      <a:pt x="1247" y="0"/>
                      <a:pt x="1043" y="210"/>
                      <a:pt x="914" y="429"/>
                    </a:cubicBezTo>
                    <a:cubicBezTo>
                      <a:pt x="809" y="287"/>
                      <a:pt x="624" y="93"/>
                      <a:pt x="389" y="93"/>
                    </a:cubicBezTo>
                    <a:cubicBezTo>
                      <a:pt x="337" y="93"/>
                      <a:pt x="287" y="102"/>
                      <a:pt x="241" y="120"/>
                    </a:cubicBezTo>
                    <a:cubicBezTo>
                      <a:pt x="72" y="185"/>
                      <a:pt x="1" y="392"/>
                      <a:pt x="50" y="676"/>
                    </a:cubicBezTo>
                    <a:cubicBezTo>
                      <a:pt x="124" y="1067"/>
                      <a:pt x="457" y="1650"/>
                      <a:pt x="947" y="1650"/>
                    </a:cubicBezTo>
                    <a:cubicBezTo>
                      <a:pt x="1099" y="1650"/>
                      <a:pt x="1250" y="1589"/>
                      <a:pt x="1398" y="1471"/>
                    </a:cubicBezTo>
                    <a:cubicBezTo>
                      <a:pt x="1419" y="1453"/>
                      <a:pt x="1907" y="1027"/>
                      <a:pt x="1925" y="577"/>
                    </a:cubicBezTo>
                    <a:cubicBezTo>
                      <a:pt x="1934" y="410"/>
                      <a:pt x="1873" y="247"/>
                      <a:pt x="1752" y="130"/>
                    </a:cubicBezTo>
                    <a:cubicBezTo>
                      <a:pt x="1682" y="49"/>
                      <a:pt x="1580" y="3"/>
                      <a:pt x="1472"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22"/>
              <p:cNvSpPr/>
              <p:nvPr/>
            </p:nvSpPr>
            <p:spPr>
              <a:xfrm>
                <a:off x="8856626" y="4909183"/>
                <a:ext cx="68020" cy="60197"/>
              </a:xfrm>
              <a:custGeom>
                <a:avLst/>
                <a:gdLst/>
                <a:ahLst/>
                <a:cxnLst/>
                <a:rect l="l" t="t" r="r" b="b"/>
                <a:pathLst>
                  <a:path w="1904" h="1685" extrusionOk="0">
                    <a:moveTo>
                      <a:pt x="809" y="676"/>
                    </a:moveTo>
                    <a:cubicBezTo>
                      <a:pt x="821" y="688"/>
                      <a:pt x="836" y="750"/>
                      <a:pt x="830" y="849"/>
                    </a:cubicBezTo>
                    <a:cubicBezTo>
                      <a:pt x="781" y="769"/>
                      <a:pt x="771" y="710"/>
                      <a:pt x="778" y="692"/>
                    </a:cubicBezTo>
                    <a:cubicBezTo>
                      <a:pt x="787" y="685"/>
                      <a:pt x="799" y="679"/>
                      <a:pt x="809" y="676"/>
                    </a:cubicBezTo>
                    <a:close/>
                    <a:moveTo>
                      <a:pt x="784" y="161"/>
                    </a:moveTo>
                    <a:lnTo>
                      <a:pt x="784" y="164"/>
                    </a:lnTo>
                    <a:cubicBezTo>
                      <a:pt x="870" y="164"/>
                      <a:pt x="957" y="183"/>
                      <a:pt x="1037" y="217"/>
                    </a:cubicBezTo>
                    <a:cubicBezTo>
                      <a:pt x="1043" y="220"/>
                      <a:pt x="1583" y="476"/>
                      <a:pt x="1703" y="837"/>
                    </a:cubicBezTo>
                    <a:cubicBezTo>
                      <a:pt x="1743" y="954"/>
                      <a:pt x="1731" y="1080"/>
                      <a:pt x="1669" y="1188"/>
                    </a:cubicBezTo>
                    <a:cubicBezTo>
                      <a:pt x="1623" y="1274"/>
                      <a:pt x="1558" y="1318"/>
                      <a:pt x="1472" y="1318"/>
                    </a:cubicBezTo>
                    <a:cubicBezTo>
                      <a:pt x="1311" y="1318"/>
                      <a:pt x="1111" y="1176"/>
                      <a:pt x="972" y="1028"/>
                    </a:cubicBezTo>
                    <a:cubicBezTo>
                      <a:pt x="1006" y="864"/>
                      <a:pt x="1015" y="673"/>
                      <a:pt x="941" y="577"/>
                    </a:cubicBezTo>
                    <a:cubicBezTo>
                      <a:pt x="913" y="540"/>
                      <a:pt x="870" y="519"/>
                      <a:pt x="824" y="519"/>
                    </a:cubicBezTo>
                    <a:cubicBezTo>
                      <a:pt x="697" y="522"/>
                      <a:pt x="648" y="587"/>
                      <a:pt x="633" y="624"/>
                    </a:cubicBezTo>
                    <a:cubicBezTo>
                      <a:pt x="568" y="766"/>
                      <a:pt x="704" y="966"/>
                      <a:pt x="790" y="1071"/>
                    </a:cubicBezTo>
                    <a:cubicBezTo>
                      <a:pt x="728" y="1288"/>
                      <a:pt x="596" y="1525"/>
                      <a:pt x="391" y="1525"/>
                    </a:cubicBezTo>
                    <a:cubicBezTo>
                      <a:pt x="383" y="1525"/>
                      <a:pt x="375" y="1525"/>
                      <a:pt x="367" y="1524"/>
                    </a:cubicBezTo>
                    <a:cubicBezTo>
                      <a:pt x="247" y="1512"/>
                      <a:pt x="167" y="1305"/>
                      <a:pt x="179" y="1028"/>
                    </a:cubicBezTo>
                    <a:cubicBezTo>
                      <a:pt x="198" y="608"/>
                      <a:pt x="414" y="161"/>
                      <a:pt x="784" y="161"/>
                    </a:cubicBezTo>
                    <a:close/>
                    <a:moveTo>
                      <a:pt x="784" y="1"/>
                    </a:moveTo>
                    <a:cubicBezTo>
                      <a:pt x="309" y="1"/>
                      <a:pt x="37" y="516"/>
                      <a:pt x="16" y="1022"/>
                    </a:cubicBezTo>
                    <a:cubicBezTo>
                      <a:pt x="0" y="1407"/>
                      <a:pt x="130" y="1666"/>
                      <a:pt x="352" y="1685"/>
                    </a:cubicBezTo>
                    <a:lnTo>
                      <a:pt x="389" y="1685"/>
                    </a:lnTo>
                    <a:cubicBezTo>
                      <a:pt x="651" y="1685"/>
                      <a:pt x="824" y="1456"/>
                      <a:pt x="916" y="1207"/>
                    </a:cubicBezTo>
                    <a:cubicBezTo>
                      <a:pt x="1071" y="1352"/>
                      <a:pt x="1274" y="1481"/>
                      <a:pt x="1469" y="1481"/>
                    </a:cubicBezTo>
                    <a:cubicBezTo>
                      <a:pt x="1570" y="1481"/>
                      <a:pt x="1712" y="1444"/>
                      <a:pt x="1805" y="1265"/>
                    </a:cubicBezTo>
                    <a:cubicBezTo>
                      <a:pt x="1888" y="1120"/>
                      <a:pt x="1903" y="944"/>
                      <a:pt x="1851" y="787"/>
                    </a:cubicBezTo>
                    <a:cubicBezTo>
                      <a:pt x="1709" y="362"/>
                      <a:pt x="1126" y="84"/>
                      <a:pt x="1098" y="69"/>
                    </a:cubicBezTo>
                    <a:cubicBezTo>
                      <a:pt x="997" y="25"/>
                      <a:pt x="892" y="4"/>
                      <a:pt x="784"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22"/>
              <p:cNvSpPr/>
              <p:nvPr/>
            </p:nvSpPr>
            <p:spPr>
              <a:xfrm>
                <a:off x="8792070" y="4893678"/>
                <a:ext cx="69092" cy="50086"/>
              </a:xfrm>
              <a:custGeom>
                <a:avLst/>
                <a:gdLst/>
                <a:ahLst/>
                <a:cxnLst/>
                <a:rect l="l" t="t" r="r" b="b"/>
                <a:pathLst>
                  <a:path w="1934" h="1402" extrusionOk="0">
                    <a:moveTo>
                      <a:pt x="1147" y="1"/>
                    </a:moveTo>
                    <a:cubicBezTo>
                      <a:pt x="1058" y="1"/>
                      <a:pt x="963" y="19"/>
                      <a:pt x="867" y="65"/>
                    </a:cubicBezTo>
                    <a:cubicBezTo>
                      <a:pt x="386" y="290"/>
                      <a:pt x="0" y="740"/>
                      <a:pt x="241" y="1042"/>
                    </a:cubicBezTo>
                    <a:cubicBezTo>
                      <a:pt x="397" y="1239"/>
                      <a:pt x="698" y="1401"/>
                      <a:pt x="1009" y="1401"/>
                    </a:cubicBezTo>
                    <a:cubicBezTo>
                      <a:pt x="1176" y="1401"/>
                      <a:pt x="1347" y="1354"/>
                      <a:pt x="1499" y="1240"/>
                    </a:cubicBezTo>
                    <a:cubicBezTo>
                      <a:pt x="1934" y="910"/>
                      <a:pt x="1934" y="416"/>
                      <a:pt x="1789" y="296"/>
                    </a:cubicBezTo>
                    <a:cubicBezTo>
                      <a:pt x="1789" y="296"/>
                      <a:pt x="1508" y="1"/>
                      <a:pt x="11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22"/>
              <p:cNvSpPr/>
              <p:nvPr/>
            </p:nvSpPr>
            <p:spPr>
              <a:xfrm>
                <a:off x="8838763" y="4894428"/>
                <a:ext cx="12397" cy="38369"/>
              </a:xfrm>
              <a:custGeom>
                <a:avLst/>
                <a:gdLst/>
                <a:ahLst/>
                <a:cxnLst/>
                <a:rect l="l" t="t" r="r" b="b"/>
                <a:pathLst>
                  <a:path w="347" h="1074" extrusionOk="0">
                    <a:moveTo>
                      <a:pt x="1" y="0"/>
                    </a:moveTo>
                    <a:cubicBezTo>
                      <a:pt x="1" y="1"/>
                      <a:pt x="214" y="957"/>
                      <a:pt x="346" y="1074"/>
                    </a:cubicBez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22"/>
              <p:cNvSpPr/>
              <p:nvPr/>
            </p:nvSpPr>
            <p:spPr>
              <a:xfrm>
                <a:off x="8835262" y="4891285"/>
                <a:ext cx="19863" cy="44370"/>
              </a:xfrm>
              <a:custGeom>
                <a:avLst/>
                <a:gdLst/>
                <a:ahLst/>
                <a:cxnLst/>
                <a:rect l="l" t="t" r="r" b="b"/>
                <a:pathLst>
                  <a:path w="556" h="1242" extrusionOk="0">
                    <a:moveTo>
                      <a:pt x="98" y="0"/>
                    </a:moveTo>
                    <a:cubicBezTo>
                      <a:pt x="50" y="0"/>
                      <a:pt x="1" y="40"/>
                      <a:pt x="19" y="104"/>
                    </a:cubicBezTo>
                    <a:cubicBezTo>
                      <a:pt x="71" y="335"/>
                      <a:pt x="250" y="1097"/>
                      <a:pt x="392" y="1223"/>
                    </a:cubicBezTo>
                    <a:cubicBezTo>
                      <a:pt x="407" y="1236"/>
                      <a:pt x="426" y="1242"/>
                      <a:pt x="447" y="1242"/>
                    </a:cubicBezTo>
                    <a:cubicBezTo>
                      <a:pt x="521" y="1242"/>
                      <a:pt x="555" y="1149"/>
                      <a:pt x="500" y="1100"/>
                    </a:cubicBezTo>
                    <a:cubicBezTo>
                      <a:pt x="429" y="1038"/>
                      <a:pt x="278" y="517"/>
                      <a:pt x="176" y="70"/>
                    </a:cubicBezTo>
                    <a:cubicBezTo>
                      <a:pt x="168" y="22"/>
                      <a:pt x="133" y="0"/>
                      <a:pt x="9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22"/>
              <p:cNvSpPr/>
              <p:nvPr/>
            </p:nvSpPr>
            <p:spPr>
              <a:xfrm>
                <a:off x="8821794" y="4897286"/>
                <a:ext cx="16255" cy="44978"/>
              </a:xfrm>
              <a:custGeom>
                <a:avLst/>
                <a:gdLst/>
                <a:ahLst/>
                <a:cxnLst/>
                <a:rect l="l" t="t" r="r" b="b"/>
                <a:pathLst>
                  <a:path w="455" h="1259" extrusionOk="0">
                    <a:moveTo>
                      <a:pt x="1" y="1"/>
                    </a:moveTo>
                    <a:cubicBezTo>
                      <a:pt x="1" y="1"/>
                      <a:pt x="285" y="1111"/>
                      <a:pt x="454" y="1259"/>
                    </a:cubicBez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22"/>
              <p:cNvSpPr/>
              <p:nvPr/>
            </p:nvSpPr>
            <p:spPr>
              <a:xfrm>
                <a:off x="8818150" y="4894143"/>
                <a:ext cx="23864" cy="51122"/>
              </a:xfrm>
              <a:custGeom>
                <a:avLst/>
                <a:gdLst/>
                <a:ahLst/>
                <a:cxnLst/>
                <a:rect l="l" t="t" r="r" b="b"/>
                <a:pathLst>
                  <a:path w="668" h="1431" extrusionOk="0">
                    <a:moveTo>
                      <a:pt x="103" y="1"/>
                    </a:moveTo>
                    <a:cubicBezTo>
                      <a:pt x="52" y="1"/>
                      <a:pt x="1" y="43"/>
                      <a:pt x="23" y="110"/>
                    </a:cubicBezTo>
                    <a:cubicBezTo>
                      <a:pt x="72" y="298"/>
                      <a:pt x="325" y="1251"/>
                      <a:pt x="504" y="1409"/>
                    </a:cubicBezTo>
                    <a:cubicBezTo>
                      <a:pt x="519" y="1421"/>
                      <a:pt x="538" y="1427"/>
                      <a:pt x="556" y="1427"/>
                    </a:cubicBezTo>
                    <a:lnTo>
                      <a:pt x="556" y="1430"/>
                    </a:lnTo>
                    <a:cubicBezTo>
                      <a:pt x="630" y="1430"/>
                      <a:pt x="667" y="1338"/>
                      <a:pt x="612" y="1288"/>
                    </a:cubicBezTo>
                    <a:cubicBezTo>
                      <a:pt x="507" y="1196"/>
                      <a:pt x="297" y="520"/>
                      <a:pt x="180" y="70"/>
                    </a:cubicBezTo>
                    <a:cubicBezTo>
                      <a:pt x="172" y="22"/>
                      <a:pt x="138" y="1"/>
                      <a:pt x="1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22"/>
              <p:cNvSpPr/>
              <p:nvPr/>
            </p:nvSpPr>
            <p:spPr>
              <a:xfrm>
                <a:off x="8888458" y="4866562"/>
                <a:ext cx="33189" cy="34296"/>
              </a:xfrm>
              <a:custGeom>
                <a:avLst/>
                <a:gdLst/>
                <a:ahLst/>
                <a:cxnLst/>
                <a:rect l="l" t="t" r="r" b="b"/>
                <a:pathLst>
                  <a:path w="929" h="960" extrusionOk="0">
                    <a:moveTo>
                      <a:pt x="841" y="1"/>
                    </a:moveTo>
                    <a:cubicBezTo>
                      <a:pt x="805" y="1"/>
                      <a:pt x="770" y="22"/>
                      <a:pt x="763" y="68"/>
                    </a:cubicBezTo>
                    <a:cubicBezTo>
                      <a:pt x="682" y="679"/>
                      <a:pt x="118" y="796"/>
                      <a:pt x="96" y="799"/>
                    </a:cubicBezTo>
                    <a:cubicBezTo>
                      <a:pt x="1" y="817"/>
                      <a:pt x="13" y="959"/>
                      <a:pt x="112" y="959"/>
                    </a:cubicBezTo>
                    <a:lnTo>
                      <a:pt x="127" y="959"/>
                    </a:lnTo>
                    <a:cubicBezTo>
                      <a:pt x="133" y="956"/>
                      <a:pt x="824" y="820"/>
                      <a:pt x="923" y="90"/>
                    </a:cubicBezTo>
                    <a:cubicBezTo>
                      <a:pt x="928" y="32"/>
                      <a:pt x="884" y="1"/>
                      <a:pt x="8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22"/>
              <p:cNvSpPr/>
              <p:nvPr/>
            </p:nvSpPr>
            <p:spPr>
              <a:xfrm>
                <a:off x="8810218" y="4907861"/>
                <a:ext cx="12825" cy="35511"/>
              </a:xfrm>
              <a:custGeom>
                <a:avLst/>
                <a:gdLst/>
                <a:ahLst/>
                <a:cxnLst/>
                <a:rect l="l" t="t" r="r" b="b"/>
                <a:pathLst>
                  <a:path w="359" h="994" extrusionOk="0">
                    <a:moveTo>
                      <a:pt x="1" y="1"/>
                    </a:moveTo>
                    <a:lnTo>
                      <a:pt x="1" y="1"/>
                    </a:lnTo>
                    <a:cubicBezTo>
                      <a:pt x="1" y="1"/>
                      <a:pt x="143" y="827"/>
                      <a:pt x="359" y="994"/>
                    </a:cubicBez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22"/>
              <p:cNvSpPr/>
              <p:nvPr/>
            </p:nvSpPr>
            <p:spPr>
              <a:xfrm>
                <a:off x="8806824" y="4904860"/>
                <a:ext cx="20185" cy="41512"/>
              </a:xfrm>
              <a:custGeom>
                <a:avLst/>
                <a:gdLst/>
                <a:ahLst/>
                <a:cxnLst/>
                <a:rect l="l" t="t" r="r" b="b"/>
                <a:pathLst>
                  <a:path w="565" h="1162" extrusionOk="0">
                    <a:moveTo>
                      <a:pt x="96" y="0"/>
                    </a:moveTo>
                    <a:cubicBezTo>
                      <a:pt x="48" y="0"/>
                      <a:pt x="0" y="37"/>
                      <a:pt x="16" y="100"/>
                    </a:cubicBezTo>
                    <a:cubicBezTo>
                      <a:pt x="31" y="186"/>
                      <a:pt x="173" y="961"/>
                      <a:pt x="404" y="1143"/>
                    </a:cubicBezTo>
                    <a:cubicBezTo>
                      <a:pt x="420" y="1155"/>
                      <a:pt x="435" y="1161"/>
                      <a:pt x="454" y="1161"/>
                    </a:cubicBezTo>
                    <a:cubicBezTo>
                      <a:pt x="531" y="1161"/>
                      <a:pt x="565" y="1062"/>
                      <a:pt x="503" y="1016"/>
                    </a:cubicBezTo>
                    <a:cubicBezTo>
                      <a:pt x="364" y="908"/>
                      <a:pt x="229" y="381"/>
                      <a:pt x="176" y="72"/>
                    </a:cubicBezTo>
                    <a:cubicBezTo>
                      <a:pt x="169" y="23"/>
                      <a:pt x="133" y="0"/>
                      <a:pt x="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22"/>
              <p:cNvSpPr/>
              <p:nvPr/>
            </p:nvSpPr>
            <p:spPr>
              <a:xfrm>
                <a:off x="8888387" y="4899466"/>
                <a:ext cx="46157" cy="17898"/>
              </a:xfrm>
              <a:custGeom>
                <a:avLst/>
                <a:gdLst/>
                <a:ahLst/>
                <a:cxnLst/>
                <a:rect l="l" t="t" r="r" b="b"/>
                <a:pathLst>
                  <a:path w="1292" h="501" extrusionOk="0">
                    <a:moveTo>
                      <a:pt x="514" y="1"/>
                    </a:moveTo>
                    <a:cubicBezTo>
                      <a:pt x="390" y="1"/>
                      <a:pt x="249" y="22"/>
                      <a:pt x="92" y="75"/>
                    </a:cubicBezTo>
                    <a:cubicBezTo>
                      <a:pt x="0" y="106"/>
                      <a:pt x="34" y="234"/>
                      <a:pt x="116" y="234"/>
                    </a:cubicBezTo>
                    <a:cubicBezTo>
                      <a:pt x="125" y="234"/>
                      <a:pt x="135" y="233"/>
                      <a:pt x="145" y="230"/>
                    </a:cubicBezTo>
                    <a:cubicBezTo>
                      <a:pt x="286" y="182"/>
                      <a:pt x="410" y="163"/>
                      <a:pt x="518" y="163"/>
                    </a:cubicBezTo>
                    <a:cubicBezTo>
                      <a:pt x="937" y="163"/>
                      <a:pt x="1122" y="446"/>
                      <a:pt x="1132" y="461"/>
                    </a:cubicBezTo>
                    <a:cubicBezTo>
                      <a:pt x="1147" y="486"/>
                      <a:pt x="1172" y="501"/>
                      <a:pt x="1199" y="501"/>
                    </a:cubicBezTo>
                    <a:cubicBezTo>
                      <a:pt x="1215" y="501"/>
                      <a:pt x="1230" y="495"/>
                      <a:pt x="1243" y="489"/>
                    </a:cubicBezTo>
                    <a:cubicBezTo>
                      <a:pt x="1280" y="464"/>
                      <a:pt x="1292" y="415"/>
                      <a:pt x="1270" y="378"/>
                    </a:cubicBezTo>
                    <a:cubicBezTo>
                      <a:pt x="1268" y="373"/>
                      <a:pt x="1031" y="1"/>
                      <a:pt x="5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73" name="Google Shape;2273;p22"/>
            <p:cNvSpPr/>
            <p:nvPr/>
          </p:nvSpPr>
          <p:spPr>
            <a:xfrm rot="4671195">
              <a:off x="8431922" y="3731298"/>
              <a:ext cx="892202" cy="355826"/>
            </a:xfrm>
            <a:custGeom>
              <a:avLst/>
              <a:gdLst/>
              <a:ahLst/>
              <a:cxnLst/>
              <a:rect l="l" t="t" r="r" b="b"/>
              <a:pathLst>
                <a:path w="14010" h="5587" extrusionOk="0">
                  <a:moveTo>
                    <a:pt x="7628" y="0"/>
                  </a:moveTo>
                  <a:cubicBezTo>
                    <a:pt x="7582" y="0"/>
                    <a:pt x="7548" y="38"/>
                    <a:pt x="7548" y="84"/>
                  </a:cubicBezTo>
                  <a:cubicBezTo>
                    <a:pt x="7551" y="127"/>
                    <a:pt x="7588" y="158"/>
                    <a:pt x="7631" y="161"/>
                  </a:cubicBezTo>
                  <a:lnTo>
                    <a:pt x="7693" y="161"/>
                  </a:lnTo>
                  <a:cubicBezTo>
                    <a:pt x="7776" y="161"/>
                    <a:pt x="7862" y="164"/>
                    <a:pt x="7946" y="170"/>
                  </a:cubicBezTo>
                  <a:lnTo>
                    <a:pt x="7952" y="170"/>
                  </a:lnTo>
                  <a:lnTo>
                    <a:pt x="7952" y="173"/>
                  </a:lnTo>
                  <a:cubicBezTo>
                    <a:pt x="8054" y="170"/>
                    <a:pt x="8060" y="22"/>
                    <a:pt x="7958" y="10"/>
                  </a:cubicBezTo>
                  <a:cubicBezTo>
                    <a:pt x="7872" y="4"/>
                    <a:pt x="7782" y="0"/>
                    <a:pt x="7693" y="0"/>
                  </a:cubicBezTo>
                  <a:close/>
                  <a:moveTo>
                    <a:pt x="7306" y="21"/>
                  </a:moveTo>
                  <a:cubicBezTo>
                    <a:pt x="7302" y="21"/>
                    <a:pt x="7299" y="22"/>
                    <a:pt x="7295" y="22"/>
                  </a:cubicBezTo>
                  <a:cubicBezTo>
                    <a:pt x="7187" y="34"/>
                    <a:pt x="7079" y="53"/>
                    <a:pt x="6971" y="75"/>
                  </a:cubicBezTo>
                  <a:cubicBezTo>
                    <a:pt x="6879" y="96"/>
                    <a:pt x="6891" y="235"/>
                    <a:pt x="6990" y="235"/>
                  </a:cubicBezTo>
                  <a:lnTo>
                    <a:pt x="7005" y="235"/>
                  </a:lnTo>
                  <a:cubicBezTo>
                    <a:pt x="7107" y="213"/>
                    <a:pt x="7212" y="195"/>
                    <a:pt x="7320" y="182"/>
                  </a:cubicBezTo>
                  <a:cubicBezTo>
                    <a:pt x="7363" y="173"/>
                    <a:pt x="7394" y="133"/>
                    <a:pt x="7387" y="90"/>
                  </a:cubicBezTo>
                  <a:cubicBezTo>
                    <a:pt x="7379" y="50"/>
                    <a:pt x="7345" y="21"/>
                    <a:pt x="7306" y="21"/>
                  </a:cubicBezTo>
                  <a:close/>
                  <a:moveTo>
                    <a:pt x="8269" y="54"/>
                  </a:moveTo>
                  <a:cubicBezTo>
                    <a:pt x="8180" y="54"/>
                    <a:pt x="8159" y="196"/>
                    <a:pt x="8257" y="216"/>
                  </a:cubicBezTo>
                  <a:cubicBezTo>
                    <a:pt x="8359" y="235"/>
                    <a:pt x="8461" y="263"/>
                    <a:pt x="8560" y="294"/>
                  </a:cubicBezTo>
                  <a:cubicBezTo>
                    <a:pt x="8569" y="297"/>
                    <a:pt x="8578" y="297"/>
                    <a:pt x="8587" y="297"/>
                  </a:cubicBezTo>
                  <a:lnTo>
                    <a:pt x="8587" y="300"/>
                  </a:lnTo>
                  <a:cubicBezTo>
                    <a:pt x="8680" y="300"/>
                    <a:pt x="8698" y="170"/>
                    <a:pt x="8612" y="139"/>
                  </a:cubicBezTo>
                  <a:cubicBezTo>
                    <a:pt x="8504" y="105"/>
                    <a:pt x="8399" y="78"/>
                    <a:pt x="8288" y="56"/>
                  </a:cubicBezTo>
                  <a:cubicBezTo>
                    <a:pt x="8282" y="55"/>
                    <a:pt x="8275" y="54"/>
                    <a:pt x="8269" y="54"/>
                  </a:cubicBezTo>
                  <a:close/>
                  <a:moveTo>
                    <a:pt x="3122" y="157"/>
                  </a:moveTo>
                  <a:cubicBezTo>
                    <a:pt x="3039" y="157"/>
                    <a:pt x="2955" y="160"/>
                    <a:pt x="2872" y="167"/>
                  </a:cubicBezTo>
                  <a:cubicBezTo>
                    <a:pt x="2770" y="176"/>
                    <a:pt x="2776" y="327"/>
                    <a:pt x="2881" y="327"/>
                  </a:cubicBezTo>
                  <a:lnTo>
                    <a:pt x="2888" y="327"/>
                  </a:lnTo>
                  <a:cubicBezTo>
                    <a:pt x="2955" y="321"/>
                    <a:pt x="3022" y="318"/>
                    <a:pt x="3088" y="318"/>
                  </a:cubicBezTo>
                  <a:cubicBezTo>
                    <a:pt x="3125" y="318"/>
                    <a:pt x="3162" y="319"/>
                    <a:pt x="3199" y="321"/>
                  </a:cubicBezTo>
                  <a:cubicBezTo>
                    <a:pt x="3301" y="318"/>
                    <a:pt x="3307" y="167"/>
                    <a:pt x="3205" y="158"/>
                  </a:cubicBezTo>
                  <a:cubicBezTo>
                    <a:pt x="3177" y="157"/>
                    <a:pt x="3150" y="157"/>
                    <a:pt x="3122" y="157"/>
                  </a:cubicBezTo>
                  <a:close/>
                  <a:moveTo>
                    <a:pt x="6671" y="159"/>
                  </a:moveTo>
                  <a:cubicBezTo>
                    <a:pt x="6664" y="159"/>
                    <a:pt x="6658" y="159"/>
                    <a:pt x="6650" y="161"/>
                  </a:cubicBezTo>
                  <a:cubicBezTo>
                    <a:pt x="6545" y="192"/>
                    <a:pt x="6441" y="229"/>
                    <a:pt x="6339" y="269"/>
                  </a:cubicBezTo>
                  <a:cubicBezTo>
                    <a:pt x="6265" y="306"/>
                    <a:pt x="6286" y="420"/>
                    <a:pt x="6370" y="423"/>
                  </a:cubicBezTo>
                  <a:lnTo>
                    <a:pt x="6373" y="423"/>
                  </a:lnTo>
                  <a:cubicBezTo>
                    <a:pt x="6382" y="423"/>
                    <a:pt x="6391" y="423"/>
                    <a:pt x="6401" y="420"/>
                  </a:cubicBezTo>
                  <a:cubicBezTo>
                    <a:pt x="6499" y="380"/>
                    <a:pt x="6598" y="346"/>
                    <a:pt x="6700" y="315"/>
                  </a:cubicBezTo>
                  <a:cubicBezTo>
                    <a:pt x="6785" y="278"/>
                    <a:pt x="6755" y="159"/>
                    <a:pt x="6671" y="159"/>
                  </a:cubicBezTo>
                  <a:close/>
                  <a:moveTo>
                    <a:pt x="3515" y="195"/>
                  </a:moveTo>
                  <a:cubicBezTo>
                    <a:pt x="3426" y="195"/>
                    <a:pt x="3405" y="341"/>
                    <a:pt x="3507" y="355"/>
                  </a:cubicBezTo>
                  <a:cubicBezTo>
                    <a:pt x="3609" y="377"/>
                    <a:pt x="3711" y="405"/>
                    <a:pt x="3807" y="438"/>
                  </a:cubicBezTo>
                  <a:cubicBezTo>
                    <a:pt x="3816" y="442"/>
                    <a:pt x="3825" y="445"/>
                    <a:pt x="3834" y="445"/>
                  </a:cubicBezTo>
                  <a:cubicBezTo>
                    <a:pt x="3927" y="442"/>
                    <a:pt x="3949" y="318"/>
                    <a:pt x="3862" y="287"/>
                  </a:cubicBezTo>
                  <a:cubicBezTo>
                    <a:pt x="3757" y="247"/>
                    <a:pt x="3649" y="219"/>
                    <a:pt x="3538" y="198"/>
                  </a:cubicBezTo>
                  <a:cubicBezTo>
                    <a:pt x="3530" y="196"/>
                    <a:pt x="3522" y="195"/>
                    <a:pt x="3515" y="195"/>
                  </a:cubicBezTo>
                  <a:close/>
                  <a:moveTo>
                    <a:pt x="2566" y="217"/>
                  </a:moveTo>
                  <a:cubicBezTo>
                    <a:pt x="2560" y="217"/>
                    <a:pt x="2553" y="218"/>
                    <a:pt x="2545" y="219"/>
                  </a:cubicBezTo>
                  <a:cubicBezTo>
                    <a:pt x="2434" y="241"/>
                    <a:pt x="2329" y="272"/>
                    <a:pt x="2224" y="306"/>
                  </a:cubicBezTo>
                  <a:cubicBezTo>
                    <a:pt x="2138" y="334"/>
                    <a:pt x="2157" y="463"/>
                    <a:pt x="2249" y="463"/>
                  </a:cubicBezTo>
                  <a:lnTo>
                    <a:pt x="2249" y="460"/>
                  </a:lnTo>
                  <a:cubicBezTo>
                    <a:pt x="2252" y="461"/>
                    <a:pt x="2255" y="461"/>
                    <a:pt x="2258" y="461"/>
                  </a:cubicBezTo>
                  <a:cubicBezTo>
                    <a:pt x="2263" y="461"/>
                    <a:pt x="2268" y="460"/>
                    <a:pt x="2274" y="460"/>
                  </a:cubicBezTo>
                  <a:cubicBezTo>
                    <a:pt x="2372" y="426"/>
                    <a:pt x="2474" y="398"/>
                    <a:pt x="2579" y="377"/>
                  </a:cubicBezTo>
                  <a:cubicBezTo>
                    <a:pt x="2676" y="357"/>
                    <a:pt x="2654" y="217"/>
                    <a:pt x="2566" y="217"/>
                  </a:cubicBezTo>
                  <a:close/>
                  <a:moveTo>
                    <a:pt x="8883" y="251"/>
                  </a:moveTo>
                  <a:cubicBezTo>
                    <a:pt x="8807" y="251"/>
                    <a:pt x="8770" y="367"/>
                    <a:pt x="8853" y="408"/>
                  </a:cubicBezTo>
                  <a:cubicBezTo>
                    <a:pt x="8948" y="451"/>
                    <a:pt x="9041" y="500"/>
                    <a:pt x="9130" y="553"/>
                  </a:cubicBezTo>
                  <a:cubicBezTo>
                    <a:pt x="9142" y="562"/>
                    <a:pt x="9158" y="565"/>
                    <a:pt x="9173" y="565"/>
                  </a:cubicBezTo>
                  <a:cubicBezTo>
                    <a:pt x="9253" y="565"/>
                    <a:pt x="9284" y="457"/>
                    <a:pt x="9213" y="414"/>
                  </a:cubicBezTo>
                  <a:cubicBezTo>
                    <a:pt x="9121" y="355"/>
                    <a:pt x="9022" y="306"/>
                    <a:pt x="8920" y="260"/>
                  </a:cubicBezTo>
                  <a:cubicBezTo>
                    <a:pt x="8907" y="253"/>
                    <a:pt x="8895" y="251"/>
                    <a:pt x="8883" y="251"/>
                  </a:cubicBezTo>
                  <a:close/>
                  <a:moveTo>
                    <a:pt x="6084" y="391"/>
                  </a:moveTo>
                  <a:cubicBezTo>
                    <a:pt x="6070" y="391"/>
                    <a:pt x="6055" y="395"/>
                    <a:pt x="6040" y="405"/>
                  </a:cubicBezTo>
                  <a:cubicBezTo>
                    <a:pt x="5944" y="454"/>
                    <a:pt x="5845" y="506"/>
                    <a:pt x="5753" y="565"/>
                  </a:cubicBezTo>
                  <a:cubicBezTo>
                    <a:pt x="5716" y="590"/>
                    <a:pt x="5703" y="639"/>
                    <a:pt x="5728" y="676"/>
                  </a:cubicBezTo>
                  <a:cubicBezTo>
                    <a:pt x="5740" y="701"/>
                    <a:pt x="5768" y="716"/>
                    <a:pt x="5796" y="716"/>
                  </a:cubicBezTo>
                  <a:cubicBezTo>
                    <a:pt x="5811" y="713"/>
                    <a:pt x="5827" y="710"/>
                    <a:pt x="5839" y="701"/>
                  </a:cubicBezTo>
                  <a:cubicBezTo>
                    <a:pt x="5929" y="648"/>
                    <a:pt x="6021" y="596"/>
                    <a:pt x="6114" y="546"/>
                  </a:cubicBezTo>
                  <a:cubicBezTo>
                    <a:pt x="6202" y="507"/>
                    <a:pt x="6159" y="391"/>
                    <a:pt x="6084" y="391"/>
                  </a:cubicBezTo>
                  <a:close/>
                  <a:moveTo>
                    <a:pt x="1943" y="415"/>
                  </a:moveTo>
                  <a:cubicBezTo>
                    <a:pt x="1934" y="415"/>
                    <a:pt x="1923" y="416"/>
                    <a:pt x="1913" y="420"/>
                  </a:cubicBezTo>
                  <a:cubicBezTo>
                    <a:pt x="1817" y="463"/>
                    <a:pt x="1715" y="509"/>
                    <a:pt x="1617" y="562"/>
                  </a:cubicBezTo>
                  <a:cubicBezTo>
                    <a:pt x="1538" y="598"/>
                    <a:pt x="1564" y="716"/>
                    <a:pt x="1650" y="716"/>
                  </a:cubicBezTo>
                  <a:cubicBezTo>
                    <a:pt x="1652" y="716"/>
                    <a:pt x="1653" y="716"/>
                    <a:pt x="1654" y="716"/>
                  </a:cubicBezTo>
                  <a:lnTo>
                    <a:pt x="1654" y="713"/>
                  </a:lnTo>
                  <a:cubicBezTo>
                    <a:pt x="1666" y="713"/>
                    <a:pt x="1678" y="710"/>
                    <a:pt x="1691" y="704"/>
                  </a:cubicBezTo>
                  <a:cubicBezTo>
                    <a:pt x="1783" y="654"/>
                    <a:pt x="1882" y="608"/>
                    <a:pt x="1978" y="568"/>
                  </a:cubicBezTo>
                  <a:cubicBezTo>
                    <a:pt x="2060" y="529"/>
                    <a:pt x="2022" y="415"/>
                    <a:pt x="1943" y="415"/>
                  </a:cubicBezTo>
                  <a:close/>
                  <a:moveTo>
                    <a:pt x="4135" y="415"/>
                  </a:moveTo>
                  <a:cubicBezTo>
                    <a:pt x="4063" y="415"/>
                    <a:pt x="4021" y="517"/>
                    <a:pt x="4093" y="565"/>
                  </a:cubicBezTo>
                  <a:lnTo>
                    <a:pt x="4112" y="577"/>
                  </a:lnTo>
                  <a:cubicBezTo>
                    <a:pt x="4198" y="624"/>
                    <a:pt x="4279" y="673"/>
                    <a:pt x="4359" y="731"/>
                  </a:cubicBezTo>
                  <a:cubicBezTo>
                    <a:pt x="4371" y="741"/>
                    <a:pt x="4390" y="747"/>
                    <a:pt x="4405" y="747"/>
                  </a:cubicBezTo>
                  <a:cubicBezTo>
                    <a:pt x="4482" y="747"/>
                    <a:pt x="4516" y="645"/>
                    <a:pt x="4451" y="599"/>
                  </a:cubicBezTo>
                  <a:cubicBezTo>
                    <a:pt x="4368" y="540"/>
                    <a:pt x="4282" y="485"/>
                    <a:pt x="4192" y="435"/>
                  </a:cubicBezTo>
                  <a:lnTo>
                    <a:pt x="4171" y="423"/>
                  </a:lnTo>
                  <a:cubicBezTo>
                    <a:pt x="4158" y="418"/>
                    <a:pt x="4146" y="415"/>
                    <a:pt x="4135" y="415"/>
                  </a:cubicBezTo>
                  <a:close/>
                  <a:moveTo>
                    <a:pt x="9442" y="585"/>
                  </a:moveTo>
                  <a:cubicBezTo>
                    <a:pt x="9376" y="585"/>
                    <a:pt x="9327" y="676"/>
                    <a:pt x="9389" y="728"/>
                  </a:cubicBezTo>
                  <a:cubicBezTo>
                    <a:pt x="9472" y="793"/>
                    <a:pt x="9553" y="864"/>
                    <a:pt x="9627" y="938"/>
                  </a:cubicBezTo>
                  <a:cubicBezTo>
                    <a:pt x="9642" y="950"/>
                    <a:pt x="9664" y="960"/>
                    <a:pt x="9682" y="960"/>
                  </a:cubicBezTo>
                  <a:cubicBezTo>
                    <a:pt x="9704" y="960"/>
                    <a:pt x="9725" y="950"/>
                    <a:pt x="9741" y="938"/>
                  </a:cubicBezTo>
                  <a:cubicBezTo>
                    <a:pt x="9772" y="904"/>
                    <a:pt x="9772" y="852"/>
                    <a:pt x="9741" y="821"/>
                  </a:cubicBezTo>
                  <a:cubicBezTo>
                    <a:pt x="9661" y="744"/>
                    <a:pt x="9577" y="670"/>
                    <a:pt x="9491" y="602"/>
                  </a:cubicBezTo>
                  <a:cubicBezTo>
                    <a:pt x="9475" y="590"/>
                    <a:pt x="9458" y="585"/>
                    <a:pt x="9442" y="585"/>
                  </a:cubicBezTo>
                  <a:close/>
                  <a:moveTo>
                    <a:pt x="1376" y="707"/>
                  </a:moveTo>
                  <a:cubicBezTo>
                    <a:pt x="1361" y="707"/>
                    <a:pt x="1346" y="712"/>
                    <a:pt x="1330" y="722"/>
                  </a:cubicBezTo>
                  <a:cubicBezTo>
                    <a:pt x="1234" y="778"/>
                    <a:pt x="1142" y="839"/>
                    <a:pt x="1055" y="898"/>
                  </a:cubicBezTo>
                  <a:cubicBezTo>
                    <a:pt x="988" y="944"/>
                    <a:pt x="1022" y="1046"/>
                    <a:pt x="1099" y="1046"/>
                  </a:cubicBezTo>
                  <a:lnTo>
                    <a:pt x="1102" y="1046"/>
                  </a:lnTo>
                  <a:cubicBezTo>
                    <a:pt x="1117" y="1046"/>
                    <a:pt x="1129" y="1040"/>
                    <a:pt x="1145" y="1034"/>
                  </a:cubicBezTo>
                  <a:cubicBezTo>
                    <a:pt x="1231" y="975"/>
                    <a:pt x="1321" y="917"/>
                    <a:pt x="1413" y="861"/>
                  </a:cubicBezTo>
                  <a:cubicBezTo>
                    <a:pt x="1495" y="815"/>
                    <a:pt x="1447" y="707"/>
                    <a:pt x="1376" y="707"/>
                  </a:cubicBezTo>
                  <a:close/>
                  <a:moveTo>
                    <a:pt x="5530" y="736"/>
                  </a:moveTo>
                  <a:cubicBezTo>
                    <a:pt x="5513" y="736"/>
                    <a:pt x="5496" y="741"/>
                    <a:pt x="5481" y="753"/>
                  </a:cubicBezTo>
                  <a:cubicBezTo>
                    <a:pt x="5392" y="818"/>
                    <a:pt x="5306" y="889"/>
                    <a:pt x="5225" y="963"/>
                  </a:cubicBezTo>
                  <a:cubicBezTo>
                    <a:pt x="5170" y="1012"/>
                    <a:pt x="5204" y="1105"/>
                    <a:pt x="5278" y="1105"/>
                  </a:cubicBezTo>
                  <a:lnTo>
                    <a:pt x="5278" y="1102"/>
                  </a:lnTo>
                  <a:cubicBezTo>
                    <a:pt x="5299" y="1102"/>
                    <a:pt x="5318" y="1095"/>
                    <a:pt x="5333" y="1083"/>
                  </a:cubicBezTo>
                  <a:cubicBezTo>
                    <a:pt x="5410" y="1012"/>
                    <a:pt x="5494" y="944"/>
                    <a:pt x="5577" y="883"/>
                  </a:cubicBezTo>
                  <a:cubicBezTo>
                    <a:pt x="5614" y="855"/>
                    <a:pt x="5620" y="802"/>
                    <a:pt x="5592" y="768"/>
                  </a:cubicBezTo>
                  <a:cubicBezTo>
                    <a:pt x="5578" y="747"/>
                    <a:pt x="5554" y="736"/>
                    <a:pt x="5530" y="736"/>
                  </a:cubicBezTo>
                  <a:close/>
                  <a:moveTo>
                    <a:pt x="11730" y="966"/>
                  </a:moveTo>
                  <a:cubicBezTo>
                    <a:pt x="11638" y="966"/>
                    <a:pt x="11545" y="972"/>
                    <a:pt x="11453" y="984"/>
                  </a:cubicBezTo>
                  <a:cubicBezTo>
                    <a:pt x="11354" y="997"/>
                    <a:pt x="11360" y="1142"/>
                    <a:pt x="11462" y="1145"/>
                  </a:cubicBezTo>
                  <a:lnTo>
                    <a:pt x="11471" y="1145"/>
                  </a:lnTo>
                  <a:cubicBezTo>
                    <a:pt x="11557" y="1132"/>
                    <a:pt x="11644" y="1129"/>
                    <a:pt x="11730" y="1129"/>
                  </a:cubicBezTo>
                  <a:lnTo>
                    <a:pt x="11783" y="1129"/>
                  </a:lnTo>
                  <a:cubicBezTo>
                    <a:pt x="11826" y="1129"/>
                    <a:pt x="11863" y="1092"/>
                    <a:pt x="11866" y="1049"/>
                  </a:cubicBezTo>
                  <a:cubicBezTo>
                    <a:pt x="11866" y="1006"/>
                    <a:pt x="11829" y="969"/>
                    <a:pt x="11786" y="966"/>
                  </a:cubicBezTo>
                  <a:close/>
                  <a:moveTo>
                    <a:pt x="4653" y="784"/>
                  </a:moveTo>
                  <a:cubicBezTo>
                    <a:pt x="4588" y="784"/>
                    <a:pt x="4533" y="872"/>
                    <a:pt x="4599" y="929"/>
                  </a:cubicBezTo>
                  <a:cubicBezTo>
                    <a:pt x="4676" y="1000"/>
                    <a:pt x="4747" y="1077"/>
                    <a:pt x="4812" y="1157"/>
                  </a:cubicBezTo>
                  <a:cubicBezTo>
                    <a:pt x="4828" y="1176"/>
                    <a:pt x="4852" y="1188"/>
                    <a:pt x="4877" y="1188"/>
                  </a:cubicBezTo>
                  <a:cubicBezTo>
                    <a:pt x="4945" y="1188"/>
                    <a:pt x="4982" y="1108"/>
                    <a:pt x="4939" y="1055"/>
                  </a:cubicBezTo>
                  <a:cubicBezTo>
                    <a:pt x="4868" y="969"/>
                    <a:pt x="4794" y="886"/>
                    <a:pt x="4710" y="812"/>
                  </a:cubicBezTo>
                  <a:cubicBezTo>
                    <a:pt x="4692" y="792"/>
                    <a:pt x="4672" y="784"/>
                    <a:pt x="4653" y="784"/>
                  </a:cubicBezTo>
                  <a:close/>
                  <a:moveTo>
                    <a:pt x="12104" y="996"/>
                  </a:moveTo>
                  <a:cubicBezTo>
                    <a:pt x="12009" y="996"/>
                    <a:pt x="11991" y="1142"/>
                    <a:pt x="12094" y="1157"/>
                  </a:cubicBezTo>
                  <a:cubicBezTo>
                    <a:pt x="12196" y="1173"/>
                    <a:pt x="12298" y="1194"/>
                    <a:pt x="12399" y="1222"/>
                  </a:cubicBezTo>
                  <a:cubicBezTo>
                    <a:pt x="12406" y="1225"/>
                    <a:pt x="12415" y="1225"/>
                    <a:pt x="12421" y="1225"/>
                  </a:cubicBezTo>
                  <a:cubicBezTo>
                    <a:pt x="12514" y="1225"/>
                    <a:pt x="12532" y="1092"/>
                    <a:pt x="12443" y="1068"/>
                  </a:cubicBezTo>
                  <a:cubicBezTo>
                    <a:pt x="12335" y="1037"/>
                    <a:pt x="12227" y="1015"/>
                    <a:pt x="12119" y="997"/>
                  </a:cubicBezTo>
                  <a:cubicBezTo>
                    <a:pt x="12114" y="996"/>
                    <a:pt x="12109" y="996"/>
                    <a:pt x="12104" y="996"/>
                  </a:cubicBezTo>
                  <a:close/>
                  <a:moveTo>
                    <a:pt x="11144" y="1043"/>
                  </a:moveTo>
                  <a:cubicBezTo>
                    <a:pt x="11137" y="1043"/>
                    <a:pt x="11130" y="1044"/>
                    <a:pt x="11123" y="1046"/>
                  </a:cubicBezTo>
                  <a:cubicBezTo>
                    <a:pt x="11015" y="1074"/>
                    <a:pt x="10910" y="1111"/>
                    <a:pt x="10805" y="1151"/>
                  </a:cubicBezTo>
                  <a:cubicBezTo>
                    <a:pt x="10728" y="1188"/>
                    <a:pt x="10752" y="1302"/>
                    <a:pt x="10839" y="1305"/>
                  </a:cubicBezTo>
                  <a:cubicBezTo>
                    <a:pt x="10842" y="1306"/>
                    <a:pt x="10844" y="1306"/>
                    <a:pt x="10847" y="1306"/>
                  </a:cubicBezTo>
                  <a:cubicBezTo>
                    <a:pt x="10853" y="1306"/>
                    <a:pt x="10860" y="1304"/>
                    <a:pt x="10867" y="1302"/>
                  </a:cubicBezTo>
                  <a:cubicBezTo>
                    <a:pt x="10965" y="1262"/>
                    <a:pt x="11064" y="1228"/>
                    <a:pt x="11163" y="1203"/>
                  </a:cubicBezTo>
                  <a:cubicBezTo>
                    <a:pt x="11257" y="1175"/>
                    <a:pt x="11230" y="1043"/>
                    <a:pt x="11144" y="1043"/>
                  </a:cubicBezTo>
                  <a:close/>
                  <a:moveTo>
                    <a:pt x="839" y="1069"/>
                  </a:moveTo>
                  <a:cubicBezTo>
                    <a:pt x="822" y="1069"/>
                    <a:pt x="804" y="1075"/>
                    <a:pt x="787" y="1089"/>
                  </a:cubicBezTo>
                  <a:cubicBezTo>
                    <a:pt x="695" y="1160"/>
                    <a:pt x="608" y="1228"/>
                    <a:pt x="531" y="1296"/>
                  </a:cubicBezTo>
                  <a:cubicBezTo>
                    <a:pt x="473" y="1342"/>
                    <a:pt x="506" y="1438"/>
                    <a:pt x="584" y="1438"/>
                  </a:cubicBezTo>
                  <a:cubicBezTo>
                    <a:pt x="602" y="1438"/>
                    <a:pt x="621" y="1429"/>
                    <a:pt x="633" y="1419"/>
                  </a:cubicBezTo>
                  <a:cubicBezTo>
                    <a:pt x="710" y="1354"/>
                    <a:pt x="793" y="1287"/>
                    <a:pt x="883" y="1219"/>
                  </a:cubicBezTo>
                  <a:cubicBezTo>
                    <a:pt x="959" y="1167"/>
                    <a:pt x="907" y="1069"/>
                    <a:pt x="839" y="1069"/>
                  </a:cubicBezTo>
                  <a:close/>
                  <a:moveTo>
                    <a:pt x="12729" y="1168"/>
                  </a:moveTo>
                  <a:cubicBezTo>
                    <a:pt x="12649" y="1168"/>
                    <a:pt x="12612" y="1285"/>
                    <a:pt x="12696" y="1324"/>
                  </a:cubicBezTo>
                  <a:cubicBezTo>
                    <a:pt x="12791" y="1361"/>
                    <a:pt x="12890" y="1404"/>
                    <a:pt x="12985" y="1453"/>
                  </a:cubicBezTo>
                  <a:cubicBezTo>
                    <a:pt x="12995" y="1459"/>
                    <a:pt x="13010" y="1462"/>
                    <a:pt x="13022" y="1462"/>
                  </a:cubicBezTo>
                  <a:cubicBezTo>
                    <a:pt x="13024" y="1462"/>
                    <a:pt x="13025" y="1463"/>
                    <a:pt x="13026" y="1463"/>
                  </a:cubicBezTo>
                  <a:cubicBezTo>
                    <a:pt x="13110" y="1463"/>
                    <a:pt x="13136" y="1345"/>
                    <a:pt x="13056" y="1308"/>
                  </a:cubicBezTo>
                  <a:cubicBezTo>
                    <a:pt x="12958" y="1259"/>
                    <a:pt x="12856" y="1213"/>
                    <a:pt x="12757" y="1173"/>
                  </a:cubicBezTo>
                  <a:cubicBezTo>
                    <a:pt x="12748" y="1169"/>
                    <a:pt x="12738" y="1168"/>
                    <a:pt x="12729" y="1168"/>
                  </a:cubicBezTo>
                  <a:close/>
                  <a:moveTo>
                    <a:pt x="9902" y="1038"/>
                  </a:moveTo>
                  <a:cubicBezTo>
                    <a:pt x="9842" y="1038"/>
                    <a:pt x="9786" y="1108"/>
                    <a:pt x="9836" y="1169"/>
                  </a:cubicBezTo>
                  <a:cubicBezTo>
                    <a:pt x="9901" y="1253"/>
                    <a:pt x="9960" y="1336"/>
                    <a:pt x="10015" y="1425"/>
                  </a:cubicBezTo>
                  <a:cubicBezTo>
                    <a:pt x="10028" y="1450"/>
                    <a:pt x="10055" y="1466"/>
                    <a:pt x="10083" y="1466"/>
                  </a:cubicBezTo>
                  <a:cubicBezTo>
                    <a:pt x="10099" y="1466"/>
                    <a:pt x="10111" y="1462"/>
                    <a:pt x="10126" y="1453"/>
                  </a:cubicBezTo>
                  <a:cubicBezTo>
                    <a:pt x="10163" y="1432"/>
                    <a:pt x="10176" y="1382"/>
                    <a:pt x="10154" y="1342"/>
                  </a:cubicBezTo>
                  <a:cubicBezTo>
                    <a:pt x="10095" y="1247"/>
                    <a:pt x="10031" y="1157"/>
                    <a:pt x="9963" y="1068"/>
                  </a:cubicBezTo>
                  <a:cubicBezTo>
                    <a:pt x="9945" y="1047"/>
                    <a:pt x="9923" y="1038"/>
                    <a:pt x="9902" y="1038"/>
                  </a:cubicBezTo>
                  <a:close/>
                  <a:moveTo>
                    <a:pt x="5050" y="1167"/>
                  </a:moveTo>
                  <a:cubicBezTo>
                    <a:pt x="5027" y="1167"/>
                    <a:pt x="5004" y="1176"/>
                    <a:pt x="4988" y="1194"/>
                  </a:cubicBezTo>
                  <a:cubicBezTo>
                    <a:pt x="4914" y="1277"/>
                    <a:pt x="4843" y="1364"/>
                    <a:pt x="4781" y="1453"/>
                  </a:cubicBezTo>
                  <a:cubicBezTo>
                    <a:pt x="4739" y="1518"/>
                    <a:pt x="4793" y="1582"/>
                    <a:pt x="4850" y="1582"/>
                  </a:cubicBezTo>
                  <a:cubicBezTo>
                    <a:pt x="4873" y="1582"/>
                    <a:pt x="4896" y="1572"/>
                    <a:pt x="4914" y="1549"/>
                  </a:cubicBezTo>
                  <a:cubicBezTo>
                    <a:pt x="4939" y="1509"/>
                    <a:pt x="4969" y="1472"/>
                    <a:pt x="5000" y="1432"/>
                  </a:cubicBezTo>
                  <a:cubicBezTo>
                    <a:pt x="5047" y="1515"/>
                    <a:pt x="5090" y="1601"/>
                    <a:pt x="5127" y="1691"/>
                  </a:cubicBezTo>
                  <a:cubicBezTo>
                    <a:pt x="5136" y="1722"/>
                    <a:pt x="5167" y="1743"/>
                    <a:pt x="5201" y="1743"/>
                  </a:cubicBezTo>
                  <a:cubicBezTo>
                    <a:pt x="5259" y="1743"/>
                    <a:pt x="5296" y="1685"/>
                    <a:pt x="5278" y="1632"/>
                  </a:cubicBezTo>
                  <a:cubicBezTo>
                    <a:pt x="5235" y="1527"/>
                    <a:pt x="5185" y="1425"/>
                    <a:pt x="5130" y="1330"/>
                  </a:cubicBezTo>
                  <a:cubicBezTo>
                    <a:pt x="5124" y="1321"/>
                    <a:pt x="5117" y="1314"/>
                    <a:pt x="5108" y="1305"/>
                  </a:cubicBezTo>
                  <a:lnTo>
                    <a:pt x="5111" y="1305"/>
                  </a:lnTo>
                  <a:cubicBezTo>
                    <a:pt x="5142" y="1271"/>
                    <a:pt x="5139" y="1219"/>
                    <a:pt x="5105" y="1188"/>
                  </a:cubicBezTo>
                  <a:cubicBezTo>
                    <a:pt x="5089" y="1174"/>
                    <a:pt x="5070" y="1167"/>
                    <a:pt x="5050" y="1167"/>
                  </a:cubicBezTo>
                  <a:close/>
                  <a:moveTo>
                    <a:pt x="13293" y="1466"/>
                  </a:moveTo>
                  <a:cubicBezTo>
                    <a:pt x="13224" y="1466"/>
                    <a:pt x="13171" y="1562"/>
                    <a:pt x="13245" y="1614"/>
                  </a:cubicBezTo>
                  <a:cubicBezTo>
                    <a:pt x="13325" y="1678"/>
                    <a:pt x="13399" y="1749"/>
                    <a:pt x="13464" y="1826"/>
                  </a:cubicBezTo>
                  <a:cubicBezTo>
                    <a:pt x="13479" y="1848"/>
                    <a:pt x="13501" y="1857"/>
                    <a:pt x="13525" y="1857"/>
                  </a:cubicBezTo>
                  <a:cubicBezTo>
                    <a:pt x="13593" y="1857"/>
                    <a:pt x="13630" y="1780"/>
                    <a:pt x="13587" y="1725"/>
                  </a:cubicBezTo>
                  <a:cubicBezTo>
                    <a:pt x="13516" y="1638"/>
                    <a:pt x="13436" y="1558"/>
                    <a:pt x="13346" y="1487"/>
                  </a:cubicBezTo>
                  <a:cubicBezTo>
                    <a:pt x="13329" y="1472"/>
                    <a:pt x="13310" y="1466"/>
                    <a:pt x="13293" y="1466"/>
                  </a:cubicBezTo>
                  <a:close/>
                  <a:moveTo>
                    <a:pt x="341" y="1488"/>
                  </a:moveTo>
                  <a:cubicBezTo>
                    <a:pt x="322" y="1488"/>
                    <a:pt x="302" y="1495"/>
                    <a:pt x="284" y="1512"/>
                  </a:cubicBezTo>
                  <a:cubicBezTo>
                    <a:pt x="136" y="1648"/>
                    <a:pt x="53" y="1737"/>
                    <a:pt x="50" y="1743"/>
                  </a:cubicBezTo>
                  <a:cubicBezTo>
                    <a:pt x="1" y="1792"/>
                    <a:pt x="38" y="1879"/>
                    <a:pt x="109" y="1879"/>
                  </a:cubicBezTo>
                  <a:cubicBezTo>
                    <a:pt x="130" y="1879"/>
                    <a:pt x="152" y="1870"/>
                    <a:pt x="167" y="1851"/>
                  </a:cubicBezTo>
                  <a:cubicBezTo>
                    <a:pt x="170" y="1851"/>
                    <a:pt x="250" y="1762"/>
                    <a:pt x="395" y="1629"/>
                  </a:cubicBezTo>
                  <a:cubicBezTo>
                    <a:pt x="458" y="1572"/>
                    <a:pt x="405" y="1488"/>
                    <a:pt x="341" y="1488"/>
                  </a:cubicBezTo>
                  <a:close/>
                  <a:moveTo>
                    <a:pt x="10551" y="1286"/>
                  </a:moveTo>
                  <a:cubicBezTo>
                    <a:pt x="10538" y="1286"/>
                    <a:pt x="10523" y="1290"/>
                    <a:pt x="10509" y="1299"/>
                  </a:cubicBezTo>
                  <a:cubicBezTo>
                    <a:pt x="10410" y="1354"/>
                    <a:pt x="10318" y="1419"/>
                    <a:pt x="10231" y="1487"/>
                  </a:cubicBezTo>
                  <a:cubicBezTo>
                    <a:pt x="10197" y="1512"/>
                    <a:pt x="10191" y="1558"/>
                    <a:pt x="10213" y="1595"/>
                  </a:cubicBezTo>
                  <a:cubicBezTo>
                    <a:pt x="10210" y="1595"/>
                    <a:pt x="10203" y="1595"/>
                    <a:pt x="10200" y="1598"/>
                  </a:cubicBezTo>
                  <a:cubicBezTo>
                    <a:pt x="10160" y="1617"/>
                    <a:pt x="10142" y="1663"/>
                    <a:pt x="10157" y="1703"/>
                  </a:cubicBezTo>
                  <a:cubicBezTo>
                    <a:pt x="10197" y="1799"/>
                    <a:pt x="10228" y="1897"/>
                    <a:pt x="10250" y="1996"/>
                  </a:cubicBezTo>
                  <a:cubicBezTo>
                    <a:pt x="10259" y="2033"/>
                    <a:pt x="10290" y="2061"/>
                    <a:pt x="10327" y="2061"/>
                  </a:cubicBezTo>
                  <a:cubicBezTo>
                    <a:pt x="10333" y="2061"/>
                    <a:pt x="10339" y="2061"/>
                    <a:pt x="10345" y="2058"/>
                  </a:cubicBezTo>
                  <a:cubicBezTo>
                    <a:pt x="10388" y="2048"/>
                    <a:pt x="10416" y="2008"/>
                    <a:pt x="10407" y="1962"/>
                  </a:cubicBezTo>
                  <a:cubicBezTo>
                    <a:pt x="10385" y="1851"/>
                    <a:pt x="10351" y="1743"/>
                    <a:pt x="10305" y="1641"/>
                  </a:cubicBezTo>
                  <a:cubicBezTo>
                    <a:pt x="10305" y="1635"/>
                    <a:pt x="10302" y="1632"/>
                    <a:pt x="10299" y="1629"/>
                  </a:cubicBezTo>
                  <a:cubicBezTo>
                    <a:pt x="10311" y="1626"/>
                    <a:pt x="10321" y="1620"/>
                    <a:pt x="10330" y="1614"/>
                  </a:cubicBezTo>
                  <a:cubicBezTo>
                    <a:pt x="10413" y="1549"/>
                    <a:pt x="10500" y="1490"/>
                    <a:pt x="10589" y="1438"/>
                  </a:cubicBezTo>
                  <a:cubicBezTo>
                    <a:pt x="10667" y="1394"/>
                    <a:pt x="10622" y="1286"/>
                    <a:pt x="10551" y="1286"/>
                  </a:cubicBezTo>
                  <a:close/>
                  <a:moveTo>
                    <a:pt x="10039" y="1684"/>
                  </a:moveTo>
                  <a:cubicBezTo>
                    <a:pt x="10020" y="1684"/>
                    <a:pt x="9999" y="1691"/>
                    <a:pt x="9981" y="1709"/>
                  </a:cubicBezTo>
                  <a:cubicBezTo>
                    <a:pt x="9901" y="1786"/>
                    <a:pt x="9827" y="1873"/>
                    <a:pt x="9762" y="1962"/>
                  </a:cubicBezTo>
                  <a:cubicBezTo>
                    <a:pt x="9722" y="2015"/>
                    <a:pt x="9759" y="2092"/>
                    <a:pt x="9827" y="2092"/>
                  </a:cubicBezTo>
                  <a:cubicBezTo>
                    <a:pt x="9852" y="2092"/>
                    <a:pt x="9877" y="2079"/>
                    <a:pt x="9892" y="2061"/>
                  </a:cubicBezTo>
                  <a:cubicBezTo>
                    <a:pt x="9954" y="1978"/>
                    <a:pt x="10021" y="1897"/>
                    <a:pt x="10095" y="1823"/>
                  </a:cubicBezTo>
                  <a:cubicBezTo>
                    <a:pt x="10155" y="1764"/>
                    <a:pt x="10101" y="1684"/>
                    <a:pt x="10039" y="1684"/>
                  </a:cubicBezTo>
                  <a:close/>
                  <a:moveTo>
                    <a:pt x="4679" y="1694"/>
                  </a:moveTo>
                  <a:cubicBezTo>
                    <a:pt x="4651" y="1694"/>
                    <a:pt x="4623" y="1709"/>
                    <a:pt x="4609" y="1743"/>
                  </a:cubicBezTo>
                  <a:cubicBezTo>
                    <a:pt x="4556" y="1845"/>
                    <a:pt x="4516" y="1953"/>
                    <a:pt x="4488" y="2064"/>
                  </a:cubicBezTo>
                  <a:cubicBezTo>
                    <a:pt x="4479" y="2107"/>
                    <a:pt x="4507" y="2150"/>
                    <a:pt x="4550" y="2163"/>
                  </a:cubicBezTo>
                  <a:lnTo>
                    <a:pt x="4572" y="2163"/>
                  </a:lnTo>
                  <a:cubicBezTo>
                    <a:pt x="4605" y="2163"/>
                    <a:pt x="4639" y="2138"/>
                    <a:pt x="4649" y="2101"/>
                  </a:cubicBezTo>
                  <a:cubicBezTo>
                    <a:pt x="4670" y="2002"/>
                    <a:pt x="4707" y="1907"/>
                    <a:pt x="4754" y="1817"/>
                  </a:cubicBezTo>
                  <a:cubicBezTo>
                    <a:pt x="4790" y="1750"/>
                    <a:pt x="4734" y="1694"/>
                    <a:pt x="4679" y="1694"/>
                  </a:cubicBezTo>
                  <a:close/>
                  <a:moveTo>
                    <a:pt x="5295" y="1885"/>
                  </a:moveTo>
                  <a:cubicBezTo>
                    <a:pt x="5247" y="1885"/>
                    <a:pt x="5199" y="1923"/>
                    <a:pt x="5216" y="1987"/>
                  </a:cubicBezTo>
                  <a:cubicBezTo>
                    <a:pt x="5232" y="2076"/>
                    <a:pt x="5241" y="2166"/>
                    <a:pt x="5244" y="2258"/>
                  </a:cubicBezTo>
                  <a:lnTo>
                    <a:pt x="5244" y="2292"/>
                  </a:lnTo>
                  <a:cubicBezTo>
                    <a:pt x="5241" y="2335"/>
                    <a:pt x="5275" y="2372"/>
                    <a:pt x="5321" y="2375"/>
                  </a:cubicBezTo>
                  <a:lnTo>
                    <a:pt x="5324" y="2375"/>
                  </a:lnTo>
                  <a:cubicBezTo>
                    <a:pt x="5367" y="2375"/>
                    <a:pt x="5404" y="2338"/>
                    <a:pt x="5404" y="2295"/>
                  </a:cubicBezTo>
                  <a:lnTo>
                    <a:pt x="5404" y="2258"/>
                  </a:lnTo>
                  <a:cubicBezTo>
                    <a:pt x="5404" y="2156"/>
                    <a:pt x="5392" y="2055"/>
                    <a:pt x="5373" y="1956"/>
                  </a:cubicBezTo>
                  <a:cubicBezTo>
                    <a:pt x="5367" y="1907"/>
                    <a:pt x="5331" y="1885"/>
                    <a:pt x="5295" y="1885"/>
                  </a:cubicBezTo>
                  <a:close/>
                  <a:moveTo>
                    <a:pt x="13704" y="1964"/>
                  </a:moveTo>
                  <a:cubicBezTo>
                    <a:pt x="13649" y="1964"/>
                    <a:pt x="13593" y="2021"/>
                    <a:pt x="13630" y="2085"/>
                  </a:cubicBezTo>
                  <a:cubicBezTo>
                    <a:pt x="13676" y="2178"/>
                    <a:pt x="13716" y="2274"/>
                    <a:pt x="13744" y="2372"/>
                  </a:cubicBezTo>
                  <a:cubicBezTo>
                    <a:pt x="13757" y="2406"/>
                    <a:pt x="13787" y="2431"/>
                    <a:pt x="13821" y="2431"/>
                  </a:cubicBezTo>
                  <a:lnTo>
                    <a:pt x="13824" y="2431"/>
                  </a:lnTo>
                  <a:cubicBezTo>
                    <a:pt x="13831" y="2431"/>
                    <a:pt x="13837" y="2428"/>
                    <a:pt x="13846" y="2428"/>
                  </a:cubicBezTo>
                  <a:cubicBezTo>
                    <a:pt x="13889" y="2412"/>
                    <a:pt x="13914" y="2369"/>
                    <a:pt x="13898" y="2326"/>
                  </a:cubicBezTo>
                  <a:cubicBezTo>
                    <a:pt x="13868" y="2218"/>
                    <a:pt x="13824" y="2113"/>
                    <a:pt x="13775" y="2011"/>
                  </a:cubicBezTo>
                  <a:cubicBezTo>
                    <a:pt x="13759" y="1978"/>
                    <a:pt x="13732" y="1964"/>
                    <a:pt x="13704" y="1964"/>
                  </a:cubicBezTo>
                  <a:close/>
                  <a:moveTo>
                    <a:pt x="9654" y="2199"/>
                  </a:moveTo>
                  <a:cubicBezTo>
                    <a:pt x="9626" y="2199"/>
                    <a:pt x="9598" y="2214"/>
                    <a:pt x="9583" y="2249"/>
                  </a:cubicBezTo>
                  <a:cubicBezTo>
                    <a:pt x="9528" y="2354"/>
                    <a:pt x="9491" y="2465"/>
                    <a:pt x="9472" y="2582"/>
                  </a:cubicBezTo>
                  <a:cubicBezTo>
                    <a:pt x="9466" y="2625"/>
                    <a:pt x="9500" y="2665"/>
                    <a:pt x="9543" y="2671"/>
                  </a:cubicBezTo>
                  <a:lnTo>
                    <a:pt x="9553" y="2671"/>
                  </a:lnTo>
                  <a:cubicBezTo>
                    <a:pt x="9593" y="2671"/>
                    <a:pt x="9627" y="2641"/>
                    <a:pt x="9633" y="2601"/>
                  </a:cubicBezTo>
                  <a:cubicBezTo>
                    <a:pt x="9648" y="2502"/>
                    <a:pt x="9682" y="2409"/>
                    <a:pt x="9728" y="2323"/>
                  </a:cubicBezTo>
                  <a:cubicBezTo>
                    <a:pt x="9767" y="2256"/>
                    <a:pt x="9710" y="2199"/>
                    <a:pt x="9654" y="2199"/>
                  </a:cubicBezTo>
                  <a:close/>
                  <a:moveTo>
                    <a:pt x="10352" y="2221"/>
                  </a:moveTo>
                  <a:cubicBezTo>
                    <a:pt x="10311" y="2221"/>
                    <a:pt x="10277" y="2254"/>
                    <a:pt x="10271" y="2295"/>
                  </a:cubicBezTo>
                  <a:cubicBezTo>
                    <a:pt x="10265" y="2391"/>
                    <a:pt x="10237" y="2483"/>
                    <a:pt x="10188" y="2564"/>
                  </a:cubicBezTo>
                  <a:cubicBezTo>
                    <a:pt x="10163" y="2601"/>
                    <a:pt x="10173" y="2650"/>
                    <a:pt x="10210" y="2675"/>
                  </a:cubicBezTo>
                  <a:cubicBezTo>
                    <a:pt x="10225" y="2684"/>
                    <a:pt x="10240" y="2687"/>
                    <a:pt x="10256" y="2687"/>
                  </a:cubicBezTo>
                  <a:cubicBezTo>
                    <a:pt x="10281" y="2687"/>
                    <a:pt x="10308" y="2675"/>
                    <a:pt x="10324" y="2653"/>
                  </a:cubicBezTo>
                  <a:cubicBezTo>
                    <a:pt x="10388" y="2548"/>
                    <a:pt x="10426" y="2431"/>
                    <a:pt x="10432" y="2311"/>
                  </a:cubicBezTo>
                  <a:cubicBezTo>
                    <a:pt x="10435" y="2264"/>
                    <a:pt x="10404" y="2224"/>
                    <a:pt x="10358" y="2221"/>
                  </a:cubicBezTo>
                  <a:cubicBezTo>
                    <a:pt x="10356" y="2221"/>
                    <a:pt x="10354" y="2221"/>
                    <a:pt x="10352" y="2221"/>
                  </a:cubicBezTo>
                  <a:close/>
                  <a:moveTo>
                    <a:pt x="4557" y="2323"/>
                  </a:moveTo>
                  <a:cubicBezTo>
                    <a:pt x="4511" y="2323"/>
                    <a:pt x="4464" y="2359"/>
                    <a:pt x="4476" y="2419"/>
                  </a:cubicBezTo>
                  <a:cubicBezTo>
                    <a:pt x="4498" y="2545"/>
                    <a:pt x="4565" y="2659"/>
                    <a:pt x="4664" y="2739"/>
                  </a:cubicBezTo>
                  <a:cubicBezTo>
                    <a:pt x="4679" y="2752"/>
                    <a:pt x="4698" y="2758"/>
                    <a:pt x="4716" y="2758"/>
                  </a:cubicBezTo>
                  <a:cubicBezTo>
                    <a:pt x="4791" y="2758"/>
                    <a:pt x="4824" y="2662"/>
                    <a:pt x="4766" y="2613"/>
                  </a:cubicBezTo>
                  <a:cubicBezTo>
                    <a:pt x="4698" y="2557"/>
                    <a:pt x="4652" y="2477"/>
                    <a:pt x="4633" y="2388"/>
                  </a:cubicBezTo>
                  <a:cubicBezTo>
                    <a:pt x="4625" y="2343"/>
                    <a:pt x="4591" y="2323"/>
                    <a:pt x="4557" y="2323"/>
                  </a:cubicBezTo>
                  <a:close/>
                  <a:moveTo>
                    <a:pt x="5254" y="2525"/>
                  </a:moveTo>
                  <a:cubicBezTo>
                    <a:pt x="5227" y="2525"/>
                    <a:pt x="5199" y="2539"/>
                    <a:pt x="5182" y="2573"/>
                  </a:cubicBezTo>
                  <a:cubicBezTo>
                    <a:pt x="5139" y="2662"/>
                    <a:pt x="5080" y="2708"/>
                    <a:pt x="5006" y="2712"/>
                  </a:cubicBezTo>
                  <a:cubicBezTo>
                    <a:pt x="4899" y="2712"/>
                    <a:pt x="4905" y="2872"/>
                    <a:pt x="5010" y="2872"/>
                  </a:cubicBezTo>
                  <a:cubicBezTo>
                    <a:pt x="5011" y="2872"/>
                    <a:pt x="5012" y="2872"/>
                    <a:pt x="5013" y="2872"/>
                  </a:cubicBezTo>
                  <a:lnTo>
                    <a:pt x="5016" y="2875"/>
                  </a:lnTo>
                  <a:cubicBezTo>
                    <a:pt x="5148" y="2866"/>
                    <a:pt x="5259" y="2786"/>
                    <a:pt x="5330" y="2644"/>
                  </a:cubicBezTo>
                  <a:cubicBezTo>
                    <a:pt x="5361" y="2578"/>
                    <a:pt x="5308" y="2525"/>
                    <a:pt x="5254" y="2525"/>
                  </a:cubicBezTo>
                  <a:close/>
                  <a:moveTo>
                    <a:pt x="10003" y="2726"/>
                  </a:moveTo>
                  <a:cubicBezTo>
                    <a:pt x="9995" y="2726"/>
                    <a:pt x="9987" y="2728"/>
                    <a:pt x="9978" y="2730"/>
                  </a:cubicBezTo>
                  <a:cubicBezTo>
                    <a:pt x="9898" y="2758"/>
                    <a:pt x="9815" y="2770"/>
                    <a:pt x="9732" y="2770"/>
                  </a:cubicBezTo>
                  <a:cubicBezTo>
                    <a:pt x="9722" y="2770"/>
                    <a:pt x="9713" y="2767"/>
                    <a:pt x="9704" y="2767"/>
                  </a:cubicBezTo>
                  <a:cubicBezTo>
                    <a:pt x="9697" y="2766"/>
                    <a:pt x="9691" y="2765"/>
                    <a:pt x="9684" y="2765"/>
                  </a:cubicBezTo>
                  <a:cubicBezTo>
                    <a:pt x="9593" y="2765"/>
                    <a:pt x="9575" y="2907"/>
                    <a:pt x="9673" y="2924"/>
                  </a:cubicBezTo>
                  <a:cubicBezTo>
                    <a:pt x="9691" y="2927"/>
                    <a:pt x="9713" y="2931"/>
                    <a:pt x="9732" y="2931"/>
                  </a:cubicBezTo>
                  <a:cubicBezTo>
                    <a:pt x="9739" y="2931"/>
                    <a:pt x="9747" y="2931"/>
                    <a:pt x="9754" y="2931"/>
                  </a:cubicBezTo>
                  <a:cubicBezTo>
                    <a:pt x="9851" y="2931"/>
                    <a:pt x="9945" y="2913"/>
                    <a:pt x="10034" y="2881"/>
                  </a:cubicBezTo>
                  <a:cubicBezTo>
                    <a:pt x="10118" y="2842"/>
                    <a:pt x="10082" y="2726"/>
                    <a:pt x="10003" y="2726"/>
                  </a:cubicBezTo>
                  <a:close/>
                  <a:moveTo>
                    <a:pt x="13896" y="2583"/>
                  </a:moveTo>
                  <a:cubicBezTo>
                    <a:pt x="13851" y="2583"/>
                    <a:pt x="13805" y="2617"/>
                    <a:pt x="13815" y="2678"/>
                  </a:cubicBezTo>
                  <a:cubicBezTo>
                    <a:pt x="13831" y="2779"/>
                    <a:pt x="13843" y="2884"/>
                    <a:pt x="13846" y="2989"/>
                  </a:cubicBezTo>
                  <a:cubicBezTo>
                    <a:pt x="13849" y="3032"/>
                    <a:pt x="13883" y="3066"/>
                    <a:pt x="13926" y="3066"/>
                  </a:cubicBezTo>
                  <a:lnTo>
                    <a:pt x="13932" y="3066"/>
                  </a:lnTo>
                  <a:cubicBezTo>
                    <a:pt x="13976" y="3063"/>
                    <a:pt x="14009" y="3026"/>
                    <a:pt x="14009" y="2983"/>
                  </a:cubicBezTo>
                  <a:cubicBezTo>
                    <a:pt x="14003" y="2872"/>
                    <a:pt x="13991" y="2761"/>
                    <a:pt x="13976" y="2650"/>
                  </a:cubicBezTo>
                  <a:cubicBezTo>
                    <a:pt x="13967" y="2604"/>
                    <a:pt x="13932" y="2583"/>
                    <a:pt x="13896" y="2583"/>
                  </a:cubicBezTo>
                  <a:close/>
                  <a:moveTo>
                    <a:pt x="13922" y="3229"/>
                  </a:moveTo>
                  <a:cubicBezTo>
                    <a:pt x="13880" y="3229"/>
                    <a:pt x="13846" y="3264"/>
                    <a:pt x="13846" y="3307"/>
                  </a:cubicBezTo>
                  <a:cubicBezTo>
                    <a:pt x="13843" y="3409"/>
                    <a:pt x="13834" y="3513"/>
                    <a:pt x="13821" y="3625"/>
                  </a:cubicBezTo>
                  <a:cubicBezTo>
                    <a:pt x="13818" y="3668"/>
                    <a:pt x="13849" y="3708"/>
                    <a:pt x="13895" y="3714"/>
                  </a:cubicBezTo>
                  <a:lnTo>
                    <a:pt x="13905" y="3714"/>
                  </a:lnTo>
                  <a:cubicBezTo>
                    <a:pt x="13945" y="3711"/>
                    <a:pt x="13979" y="3683"/>
                    <a:pt x="13982" y="3643"/>
                  </a:cubicBezTo>
                  <a:cubicBezTo>
                    <a:pt x="13994" y="3529"/>
                    <a:pt x="14003" y="3418"/>
                    <a:pt x="14009" y="3313"/>
                  </a:cubicBezTo>
                  <a:cubicBezTo>
                    <a:pt x="14009" y="3270"/>
                    <a:pt x="13976" y="3230"/>
                    <a:pt x="13932" y="3230"/>
                  </a:cubicBezTo>
                  <a:cubicBezTo>
                    <a:pt x="13929" y="3229"/>
                    <a:pt x="13926" y="3229"/>
                    <a:pt x="13922" y="3229"/>
                  </a:cubicBezTo>
                  <a:close/>
                  <a:moveTo>
                    <a:pt x="13857" y="3875"/>
                  </a:moveTo>
                  <a:cubicBezTo>
                    <a:pt x="13822" y="3875"/>
                    <a:pt x="13786" y="3896"/>
                    <a:pt x="13778" y="3942"/>
                  </a:cubicBezTo>
                  <a:cubicBezTo>
                    <a:pt x="13760" y="4047"/>
                    <a:pt x="13738" y="4152"/>
                    <a:pt x="13716" y="4254"/>
                  </a:cubicBezTo>
                  <a:cubicBezTo>
                    <a:pt x="13707" y="4297"/>
                    <a:pt x="13735" y="4340"/>
                    <a:pt x="13778" y="4352"/>
                  </a:cubicBezTo>
                  <a:lnTo>
                    <a:pt x="13797" y="4352"/>
                  </a:lnTo>
                  <a:cubicBezTo>
                    <a:pt x="13834" y="4352"/>
                    <a:pt x="13864" y="4325"/>
                    <a:pt x="13874" y="4291"/>
                  </a:cubicBezTo>
                  <a:cubicBezTo>
                    <a:pt x="13898" y="4186"/>
                    <a:pt x="13920" y="4078"/>
                    <a:pt x="13939" y="3967"/>
                  </a:cubicBezTo>
                  <a:cubicBezTo>
                    <a:pt x="13947" y="3908"/>
                    <a:pt x="13902" y="3875"/>
                    <a:pt x="13857" y="3875"/>
                  </a:cubicBezTo>
                  <a:close/>
                  <a:moveTo>
                    <a:pt x="13716" y="4498"/>
                  </a:moveTo>
                  <a:cubicBezTo>
                    <a:pt x="13682" y="4498"/>
                    <a:pt x="13649" y="4518"/>
                    <a:pt x="13639" y="4562"/>
                  </a:cubicBezTo>
                  <a:cubicBezTo>
                    <a:pt x="13612" y="4673"/>
                    <a:pt x="13581" y="4775"/>
                    <a:pt x="13550" y="4871"/>
                  </a:cubicBezTo>
                  <a:cubicBezTo>
                    <a:pt x="13538" y="4914"/>
                    <a:pt x="13562" y="4960"/>
                    <a:pt x="13605" y="4972"/>
                  </a:cubicBezTo>
                  <a:cubicBezTo>
                    <a:pt x="13612" y="4975"/>
                    <a:pt x="13621" y="4975"/>
                    <a:pt x="13627" y="4975"/>
                  </a:cubicBezTo>
                  <a:cubicBezTo>
                    <a:pt x="13664" y="4975"/>
                    <a:pt x="13695" y="4954"/>
                    <a:pt x="13704" y="4920"/>
                  </a:cubicBezTo>
                  <a:cubicBezTo>
                    <a:pt x="13735" y="4821"/>
                    <a:pt x="13766" y="4716"/>
                    <a:pt x="13797" y="4605"/>
                  </a:cubicBezTo>
                  <a:cubicBezTo>
                    <a:pt x="13817" y="4541"/>
                    <a:pt x="13766" y="4498"/>
                    <a:pt x="13716" y="4498"/>
                  </a:cubicBezTo>
                  <a:close/>
                  <a:moveTo>
                    <a:pt x="13524" y="5121"/>
                  </a:moveTo>
                  <a:cubicBezTo>
                    <a:pt x="13493" y="5121"/>
                    <a:pt x="13462" y="5137"/>
                    <a:pt x="13448" y="5176"/>
                  </a:cubicBezTo>
                  <a:cubicBezTo>
                    <a:pt x="13405" y="5305"/>
                    <a:pt x="13365" y="5407"/>
                    <a:pt x="13337" y="5475"/>
                  </a:cubicBezTo>
                  <a:cubicBezTo>
                    <a:pt x="13319" y="5515"/>
                    <a:pt x="13340" y="5565"/>
                    <a:pt x="13380" y="5580"/>
                  </a:cubicBezTo>
                  <a:cubicBezTo>
                    <a:pt x="13390" y="5583"/>
                    <a:pt x="13402" y="5586"/>
                    <a:pt x="13411" y="5586"/>
                  </a:cubicBezTo>
                  <a:cubicBezTo>
                    <a:pt x="13413" y="5586"/>
                    <a:pt x="13415" y="5586"/>
                    <a:pt x="13418" y="5586"/>
                  </a:cubicBezTo>
                  <a:cubicBezTo>
                    <a:pt x="13449" y="5586"/>
                    <a:pt x="13477" y="5566"/>
                    <a:pt x="13488" y="5537"/>
                  </a:cubicBezTo>
                  <a:cubicBezTo>
                    <a:pt x="13516" y="5466"/>
                    <a:pt x="13556" y="5361"/>
                    <a:pt x="13602" y="5228"/>
                  </a:cubicBezTo>
                  <a:cubicBezTo>
                    <a:pt x="13625" y="5165"/>
                    <a:pt x="13575" y="5121"/>
                    <a:pt x="13524" y="512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22"/>
            <p:cNvSpPr/>
            <p:nvPr/>
          </p:nvSpPr>
          <p:spPr>
            <a:xfrm>
              <a:off x="7334420" y="4858247"/>
              <a:ext cx="881209" cy="198251"/>
            </a:xfrm>
            <a:custGeom>
              <a:avLst/>
              <a:gdLst/>
              <a:ahLst/>
              <a:cxnLst/>
              <a:rect l="l" t="t" r="r" b="b"/>
              <a:pathLst>
                <a:path w="13837" h="3113" extrusionOk="0">
                  <a:moveTo>
                    <a:pt x="568" y="109"/>
                  </a:moveTo>
                  <a:cubicBezTo>
                    <a:pt x="554" y="109"/>
                    <a:pt x="539" y="114"/>
                    <a:pt x="524" y="124"/>
                  </a:cubicBezTo>
                  <a:cubicBezTo>
                    <a:pt x="484" y="148"/>
                    <a:pt x="447" y="176"/>
                    <a:pt x="410" y="207"/>
                  </a:cubicBezTo>
                  <a:cubicBezTo>
                    <a:pt x="355" y="256"/>
                    <a:pt x="392" y="349"/>
                    <a:pt x="466" y="349"/>
                  </a:cubicBezTo>
                  <a:lnTo>
                    <a:pt x="463" y="343"/>
                  </a:lnTo>
                  <a:lnTo>
                    <a:pt x="463" y="343"/>
                  </a:lnTo>
                  <a:cubicBezTo>
                    <a:pt x="466" y="343"/>
                    <a:pt x="470" y="343"/>
                    <a:pt x="473" y="343"/>
                  </a:cubicBezTo>
                  <a:cubicBezTo>
                    <a:pt x="491" y="343"/>
                    <a:pt x="505" y="337"/>
                    <a:pt x="518" y="327"/>
                  </a:cubicBezTo>
                  <a:cubicBezTo>
                    <a:pt x="546" y="303"/>
                    <a:pt x="577" y="281"/>
                    <a:pt x="608" y="259"/>
                  </a:cubicBezTo>
                  <a:cubicBezTo>
                    <a:pt x="685" y="213"/>
                    <a:pt x="638" y="109"/>
                    <a:pt x="568" y="109"/>
                  </a:cubicBezTo>
                  <a:close/>
                  <a:moveTo>
                    <a:pt x="9160" y="0"/>
                  </a:moveTo>
                  <a:cubicBezTo>
                    <a:pt x="9012" y="0"/>
                    <a:pt x="8907" y="96"/>
                    <a:pt x="8867" y="265"/>
                  </a:cubicBezTo>
                  <a:cubicBezTo>
                    <a:pt x="8858" y="309"/>
                    <a:pt x="8886" y="352"/>
                    <a:pt x="8929" y="361"/>
                  </a:cubicBezTo>
                  <a:lnTo>
                    <a:pt x="8948" y="361"/>
                  </a:lnTo>
                  <a:lnTo>
                    <a:pt x="8948" y="355"/>
                  </a:lnTo>
                  <a:cubicBezTo>
                    <a:pt x="8949" y="355"/>
                    <a:pt x="8951" y="355"/>
                    <a:pt x="8953" y="355"/>
                  </a:cubicBezTo>
                  <a:cubicBezTo>
                    <a:pt x="8985" y="355"/>
                    <a:pt x="9016" y="331"/>
                    <a:pt x="9025" y="299"/>
                  </a:cubicBezTo>
                  <a:cubicBezTo>
                    <a:pt x="9055" y="164"/>
                    <a:pt x="9136" y="164"/>
                    <a:pt x="9163" y="164"/>
                  </a:cubicBezTo>
                  <a:cubicBezTo>
                    <a:pt x="9207" y="164"/>
                    <a:pt x="9244" y="127"/>
                    <a:pt x="9244" y="80"/>
                  </a:cubicBezTo>
                  <a:cubicBezTo>
                    <a:pt x="9241" y="37"/>
                    <a:pt x="9207" y="0"/>
                    <a:pt x="9160" y="0"/>
                  </a:cubicBezTo>
                  <a:close/>
                  <a:moveTo>
                    <a:pt x="3837" y="138"/>
                  </a:moveTo>
                  <a:cubicBezTo>
                    <a:pt x="3734" y="138"/>
                    <a:pt x="3646" y="176"/>
                    <a:pt x="3581" y="250"/>
                  </a:cubicBezTo>
                  <a:cubicBezTo>
                    <a:pt x="3535" y="303"/>
                    <a:pt x="3572" y="383"/>
                    <a:pt x="3643" y="383"/>
                  </a:cubicBezTo>
                  <a:lnTo>
                    <a:pt x="3639" y="380"/>
                  </a:lnTo>
                  <a:cubicBezTo>
                    <a:pt x="3664" y="380"/>
                    <a:pt x="3686" y="373"/>
                    <a:pt x="3701" y="358"/>
                  </a:cubicBezTo>
                  <a:cubicBezTo>
                    <a:pt x="3735" y="318"/>
                    <a:pt x="3780" y="300"/>
                    <a:pt x="3834" y="300"/>
                  </a:cubicBezTo>
                  <a:cubicBezTo>
                    <a:pt x="3860" y="300"/>
                    <a:pt x="3887" y="304"/>
                    <a:pt x="3917" y="312"/>
                  </a:cubicBezTo>
                  <a:cubicBezTo>
                    <a:pt x="3925" y="314"/>
                    <a:pt x="3934" y="315"/>
                    <a:pt x="3941" y="315"/>
                  </a:cubicBezTo>
                  <a:cubicBezTo>
                    <a:pt x="4027" y="315"/>
                    <a:pt x="4054" y="180"/>
                    <a:pt x="3960" y="154"/>
                  </a:cubicBezTo>
                  <a:cubicBezTo>
                    <a:pt x="3917" y="143"/>
                    <a:pt x="3876" y="138"/>
                    <a:pt x="3837" y="138"/>
                  </a:cubicBezTo>
                  <a:close/>
                  <a:moveTo>
                    <a:pt x="9445" y="141"/>
                  </a:moveTo>
                  <a:cubicBezTo>
                    <a:pt x="9388" y="141"/>
                    <a:pt x="9334" y="204"/>
                    <a:pt x="9373" y="265"/>
                  </a:cubicBezTo>
                  <a:cubicBezTo>
                    <a:pt x="9410" y="327"/>
                    <a:pt x="9426" y="398"/>
                    <a:pt x="9423" y="469"/>
                  </a:cubicBezTo>
                  <a:cubicBezTo>
                    <a:pt x="9423" y="491"/>
                    <a:pt x="9419" y="509"/>
                    <a:pt x="9419" y="528"/>
                  </a:cubicBezTo>
                  <a:cubicBezTo>
                    <a:pt x="9416" y="571"/>
                    <a:pt x="9450" y="611"/>
                    <a:pt x="9493" y="614"/>
                  </a:cubicBezTo>
                  <a:lnTo>
                    <a:pt x="9503" y="614"/>
                  </a:lnTo>
                  <a:lnTo>
                    <a:pt x="9500" y="611"/>
                  </a:lnTo>
                  <a:cubicBezTo>
                    <a:pt x="9543" y="611"/>
                    <a:pt x="9577" y="580"/>
                    <a:pt x="9583" y="540"/>
                  </a:cubicBezTo>
                  <a:cubicBezTo>
                    <a:pt x="9586" y="515"/>
                    <a:pt x="9586" y="494"/>
                    <a:pt x="9586" y="469"/>
                  </a:cubicBezTo>
                  <a:cubicBezTo>
                    <a:pt x="9589" y="367"/>
                    <a:pt x="9561" y="265"/>
                    <a:pt x="9509" y="176"/>
                  </a:cubicBezTo>
                  <a:cubicBezTo>
                    <a:pt x="9491" y="151"/>
                    <a:pt x="9468" y="141"/>
                    <a:pt x="9445" y="141"/>
                  </a:cubicBezTo>
                  <a:close/>
                  <a:moveTo>
                    <a:pt x="4213" y="307"/>
                  </a:moveTo>
                  <a:cubicBezTo>
                    <a:pt x="4150" y="307"/>
                    <a:pt x="4092" y="388"/>
                    <a:pt x="4155" y="447"/>
                  </a:cubicBezTo>
                  <a:cubicBezTo>
                    <a:pt x="4216" y="518"/>
                    <a:pt x="4253" y="605"/>
                    <a:pt x="4262" y="697"/>
                  </a:cubicBezTo>
                  <a:cubicBezTo>
                    <a:pt x="4269" y="737"/>
                    <a:pt x="4303" y="768"/>
                    <a:pt x="4343" y="768"/>
                  </a:cubicBezTo>
                  <a:lnTo>
                    <a:pt x="4352" y="765"/>
                  </a:lnTo>
                  <a:cubicBezTo>
                    <a:pt x="4398" y="759"/>
                    <a:pt x="4429" y="719"/>
                    <a:pt x="4423" y="676"/>
                  </a:cubicBezTo>
                  <a:cubicBezTo>
                    <a:pt x="4407" y="552"/>
                    <a:pt x="4358" y="435"/>
                    <a:pt x="4275" y="340"/>
                  </a:cubicBezTo>
                  <a:cubicBezTo>
                    <a:pt x="4257" y="317"/>
                    <a:pt x="4235" y="307"/>
                    <a:pt x="4213" y="307"/>
                  </a:cubicBezTo>
                  <a:close/>
                  <a:moveTo>
                    <a:pt x="261" y="437"/>
                  </a:moveTo>
                  <a:cubicBezTo>
                    <a:pt x="237" y="437"/>
                    <a:pt x="212" y="448"/>
                    <a:pt x="194" y="475"/>
                  </a:cubicBezTo>
                  <a:cubicBezTo>
                    <a:pt x="139" y="574"/>
                    <a:pt x="93" y="682"/>
                    <a:pt x="65" y="793"/>
                  </a:cubicBezTo>
                  <a:cubicBezTo>
                    <a:pt x="46" y="836"/>
                    <a:pt x="74" y="885"/>
                    <a:pt x="120" y="895"/>
                  </a:cubicBezTo>
                  <a:cubicBezTo>
                    <a:pt x="126" y="898"/>
                    <a:pt x="136" y="898"/>
                    <a:pt x="142" y="898"/>
                  </a:cubicBezTo>
                  <a:lnTo>
                    <a:pt x="142" y="895"/>
                  </a:lnTo>
                  <a:cubicBezTo>
                    <a:pt x="176" y="895"/>
                    <a:pt x="210" y="870"/>
                    <a:pt x="219" y="836"/>
                  </a:cubicBezTo>
                  <a:cubicBezTo>
                    <a:pt x="247" y="737"/>
                    <a:pt x="287" y="645"/>
                    <a:pt x="336" y="555"/>
                  </a:cubicBezTo>
                  <a:cubicBezTo>
                    <a:pt x="368" y="492"/>
                    <a:pt x="315" y="437"/>
                    <a:pt x="261" y="437"/>
                  </a:cubicBezTo>
                  <a:close/>
                  <a:moveTo>
                    <a:pt x="8955" y="520"/>
                  </a:moveTo>
                  <a:cubicBezTo>
                    <a:pt x="8909" y="520"/>
                    <a:pt x="8861" y="557"/>
                    <a:pt x="8874" y="617"/>
                  </a:cubicBezTo>
                  <a:cubicBezTo>
                    <a:pt x="8895" y="728"/>
                    <a:pt x="8929" y="836"/>
                    <a:pt x="8972" y="941"/>
                  </a:cubicBezTo>
                  <a:cubicBezTo>
                    <a:pt x="8985" y="972"/>
                    <a:pt x="9015" y="990"/>
                    <a:pt x="9049" y="990"/>
                  </a:cubicBezTo>
                  <a:lnTo>
                    <a:pt x="9049" y="984"/>
                  </a:lnTo>
                  <a:cubicBezTo>
                    <a:pt x="9054" y="986"/>
                    <a:pt x="9059" y="986"/>
                    <a:pt x="9063" y="986"/>
                  </a:cubicBezTo>
                  <a:cubicBezTo>
                    <a:pt x="9068" y="986"/>
                    <a:pt x="9072" y="986"/>
                    <a:pt x="9077" y="984"/>
                  </a:cubicBezTo>
                  <a:cubicBezTo>
                    <a:pt x="9120" y="969"/>
                    <a:pt x="9139" y="919"/>
                    <a:pt x="9123" y="879"/>
                  </a:cubicBezTo>
                  <a:cubicBezTo>
                    <a:pt x="9083" y="784"/>
                    <a:pt x="9052" y="685"/>
                    <a:pt x="9031" y="586"/>
                  </a:cubicBezTo>
                  <a:cubicBezTo>
                    <a:pt x="9023" y="540"/>
                    <a:pt x="8989" y="520"/>
                    <a:pt x="8955" y="520"/>
                  </a:cubicBezTo>
                  <a:close/>
                  <a:moveTo>
                    <a:pt x="3538" y="521"/>
                  </a:moveTo>
                  <a:cubicBezTo>
                    <a:pt x="3495" y="521"/>
                    <a:pt x="3460" y="557"/>
                    <a:pt x="3457" y="599"/>
                  </a:cubicBezTo>
                  <a:cubicBezTo>
                    <a:pt x="3457" y="620"/>
                    <a:pt x="3457" y="639"/>
                    <a:pt x="3457" y="660"/>
                  </a:cubicBezTo>
                  <a:cubicBezTo>
                    <a:pt x="3457" y="756"/>
                    <a:pt x="3467" y="848"/>
                    <a:pt x="3485" y="941"/>
                  </a:cubicBezTo>
                  <a:cubicBezTo>
                    <a:pt x="3491" y="978"/>
                    <a:pt x="3525" y="1006"/>
                    <a:pt x="3565" y="1006"/>
                  </a:cubicBezTo>
                  <a:lnTo>
                    <a:pt x="3565" y="1003"/>
                  </a:lnTo>
                  <a:lnTo>
                    <a:pt x="3584" y="1003"/>
                  </a:lnTo>
                  <a:cubicBezTo>
                    <a:pt x="3627" y="993"/>
                    <a:pt x="3655" y="953"/>
                    <a:pt x="3646" y="910"/>
                  </a:cubicBezTo>
                  <a:cubicBezTo>
                    <a:pt x="3630" y="827"/>
                    <a:pt x="3621" y="744"/>
                    <a:pt x="3621" y="660"/>
                  </a:cubicBezTo>
                  <a:lnTo>
                    <a:pt x="3621" y="608"/>
                  </a:lnTo>
                  <a:cubicBezTo>
                    <a:pt x="3624" y="562"/>
                    <a:pt x="3587" y="525"/>
                    <a:pt x="3544" y="521"/>
                  </a:cubicBezTo>
                  <a:cubicBezTo>
                    <a:pt x="3542" y="521"/>
                    <a:pt x="3540" y="521"/>
                    <a:pt x="3538" y="521"/>
                  </a:cubicBezTo>
                  <a:close/>
                  <a:moveTo>
                    <a:pt x="13745" y="670"/>
                  </a:moveTo>
                  <a:cubicBezTo>
                    <a:pt x="13706" y="670"/>
                    <a:pt x="13668" y="694"/>
                    <a:pt x="13666" y="747"/>
                  </a:cubicBezTo>
                  <a:cubicBezTo>
                    <a:pt x="13651" y="852"/>
                    <a:pt x="13633" y="953"/>
                    <a:pt x="13605" y="1055"/>
                  </a:cubicBezTo>
                  <a:cubicBezTo>
                    <a:pt x="13596" y="1098"/>
                    <a:pt x="13620" y="1141"/>
                    <a:pt x="13663" y="1154"/>
                  </a:cubicBezTo>
                  <a:cubicBezTo>
                    <a:pt x="13670" y="1157"/>
                    <a:pt x="13676" y="1157"/>
                    <a:pt x="13685" y="1157"/>
                  </a:cubicBezTo>
                  <a:lnTo>
                    <a:pt x="13685" y="1151"/>
                  </a:lnTo>
                  <a:cubicBezTo>
                    <a:pt x="13719" y="1151"/>
                    <a:pt x="13753" y="1129"/>
                    <a:pt x="13762" y="1095"/>
                  </a:cubicBezTo>
                  <a:cubicBezTo>
                    <a:pt x="13790" y="987"/>
                    <a:pt x="13811" y="876"/>
                    <a:pt x="13827" y="765"/>
                  </a:cubicBezTo>
                  <a:cubicBezTo>
                    <a:pt x="13837" y="703"/>
                    <a:pt x="13790" y="670"/>
                    <a:pt x="13745" y="670"/>
                  </a:cubicBezTo>
                  <a:close/>
                  <a:moveTo>
                    <a:pt x="4321" y="921"/>
                  </a:moveTo>
                  <a:cubicBezTo>
                    <a:pt x="4285" y="921"/>
                    <a:pt x="4251" y="942"/>
                    <a:pt x="4244" y="990"/>
                  </a:cubicBezTo>
                  <a:cubicBezTo>
                    <a:pt x="4219" y="1089"/>
                    <a:pt x="4188" y="1188"/>
                    <a:pt x="4145" y="1283"/>
                  </a:cubicBezTo>
                  <a:cubicBezTo>
                    <a:pt x="4127" y="1323"/>
                    <a:pt x="4148" y="1370"/>
                    <a:pt x="4188" y="1388"/>
                  </a:cubicBezTo>
                  <a:cubicBezTo>
                    <a:pt x="4198" y="1391"/>
                    <a:pt x="4210" y="1394"/>
                    <a:pt x="4219" y="1394"/>
                  </a:cubicBezTo>
                  <a:lnTo>
                    <a:pt x="4222" y="1391"/>
                  </a:lnTo>
                  <a:cubicBezTo>
                    <a:pt x="4253" y="1391"/>
                    <a:pt x="4281" y="1373"/>
                    <a:pt x="4293" y="1348"/>
                  </a:cubicBezTo>
                  <a:cubicBezTo>
                    <a:pt x="4340" y="1243"/>
                    <a:pt x="4377" y="1135"/>
                    <a:pt x="4401" y="1024"/>
                  </a:cubicBezTo>
                  <a:cubicBezTo>
                    <a:pt x="4419" y="960"/>
                    <a:pt x="4369" y="921"/>
                    <a:pt x="4321" y="921"/>
                  </a:cubicBezTo>
                  <a:close/>
                  <a:moveTo>
                    <a:pt x="84" y="1058"/>
                  </a:moveTo>
                  <a:cubicBezTo>
                    <a:pt x="43" y="1058"/>
                    <a:pt x="9" y="1091"/>
                    <a:pt x="6" y="1132"/>
                  </a:cubicBezTo>
                  <a:cubicBezTo>
                    <a:pt x="0" y="1169"/>
                    <a:pt x="0" y="1203"/>
                    <a:pt x="0" y="1240"/>
                  </a:cubicBezTo>
                  <a:cubicBezTo>
                    <a:pt x="0" y="1317"/>
                    <a:pt x="6" y="1394"/>
                    <a:pt x="19" y="1471"/>
                  </a:cubicBezTo>
                  <a:cubicBezTo>
                    <a:pt x="25" y="1512"/>
                    <a:pt x="59" y="1539"/>
                    <a:pt x="99" y="1539"/>
                  </a:cubicBezTo>
                  <a:lnTo>
                    <a:pt x="108" y="1542"/>
                  </a:lnTo>
                  <a:cubicBezTo>
                    <a:pt x="154" y="1533"/>
                    <a:pt x="185" y="1493"/>
                    <a:pt x="179" y="1450"/>
                  </a:cubicBezTo>
                  <a:cubicBezTo>
                    <a:pt x="167" y="1379"/>
                    <a:pt x="163" y="1308"/>
                    <a:pt x="163" y="1240"/>
                  </a:cubicBezTo>
                  <a:cubicBezTo>
                    <a:pt x="163" y="1206"/>
                    <a:pt x="167" y="1175"/>
                    <a:pt x="167" y="1145"/>
                  </a:cubicBezTo>
                  <a:cubicBezTo>
                    <a:pt x="170" y="1098"/>
                    <a:pt x="136" y="1061"/>
                    <a:pt x="89" y="1058"/>
                  </a:cubicBezTo>
                  <a:cubicBezTo>
                    <a:pt x="88" y="1058"/>
                    <a:pt x="86" y="1058"/>
                    <a:pt x="84" y="1058"/>
                  </a:cubicBezTo>
                  <a:close/>
                  <a:moveTo>
                    <a:pt x="9425" y="769"/>
                  </a:moveTo>
                  <a:cubicBezTo>
                    <a:pt x="9395" y="769"/>
                    <a:pt x="9364" y="785"/>
                    <a:pt x="9352" y="824"/>
                  </a:cubicBezTo>
                  <a:cubicBezTo>
                    <a:pt x="9315" y="922"/>
                    <a:pt x="9271" y="1015"/>
                    <a:pt x="9225" y="1108"/>
                  </a:cubicBezTo>
                  <a:cubicBezTo>
                    <a:pt x="9222" y="1114"/>
                    <a:pt x="9219" y="1120"/>
                    <a:pt x="9216" y="1123"/>
                  </a:cubicBezTo>
                  <a:cubicBezTo>
                    <a:pt x="9208" y="1120"/>
                    <a:pt x="9200" y="1119"/>
                    <a:pt x="9192" y="1119"/>
                  </a:cubicBezTo>
                  <a:cubicBezTo>
                    <a:pt x="9135" y="1119"/>
                    <a:pt x="9091" y="1183"/>
                    <a:pt x="9123" y="1240"/>
                  </a:cubicBezTo>
                  <a:cubicBezTo>
                    <a:pt x="9179" y="1336"/>
                    <a:pt x="9241" y="1428"/>
                    <a:pt x="9308" y="1518"/>
                  </a:cubicBezTo>
                  <a:cubicBezTo>
                    <a:pt x="9324" y="1536"/>
                    <a:pt x="9345" y="1549"/>
                    <a:pt x="9373" y="1549"/>
                  </a:cubicBezTo>
                  <a:lnTo>
                    <a:pt x="9373" y="1545"/>
                  </a:lnTo>
                  <a:cubicBezTo>
                    <a:pt x="9389" y="1545"/>
                    <a:pt x="9407" y="1542"/>
                    <a:pt x="9423" y="1533"/>
                  </a:cubicBezTo>
                  <a:cubicBezTo>
                    <a:pt x="9456" y="1508"/>
                    <a:pt x="9466" y="1456"/>
                    <a:pt x="9438" y="1422"/>
                  </a:cubicBezTo>
                  <a:cubicBezTo>
                    <a:pt x="9389" y="1360"/>
                    <a:pt x="9345" y="1293"/>
                    <a:pt x="9302" y="1228"/>
                  </a:cubicBezTo>
                  <a:cubicBezTo>
                    <a:pt x="9330" y="1225"/>
                    <a:pt x="9355" y="1209"/>
                    <a:pt x="9367" y="1185"/>
                  </a:cubicBezTo>
                  <a:cubicBezTo>
                    <a:pt x="9423" y="1086"/>
                    <a:pt x="9466" y="984"/>
                    <a:pt x="9506" y="876"/>
                  </a:cubicBezTo>
                  <a:cubicBezTo>
                    <a:pt x="9527" y="813"/>
                    <a:pt x="9475" y="769"/>
                    <a:pt x="9425" y="769"/>
                  </a:cubicBezTo>
                  <a:close/>
                  <a:moveTo>
                    <a:pt x="3653" y="1153"/>
                  </a:moveTo>
                  <a:cubicBezTo>
                    <a:pt x="3602" y="1153"/>
                    <a:pt x="3551" y="1199"/>
                    <a:pt x="3578" y="1265"/>
                  </a:cubicBezTo>
                  <a:cubicBezTo>
                    <a:pt x="3615" y="1370"/>
                    <a:pt x="3661" y="1471"/>
                    <a:pt x="3710" y="1570"/>
                  </a:cubicBezTo>
                  <a:cubicBezTo>
                    <a:pt x="3726" y="1595"/>
                    <a:pt x="3754" y="1613"/>
                    <a:pt x="3784" y="1613"/>
                  </a:cubicBezTo>
                  <a:lnTo>
                    <a:pt x="3784" y="1607"/>
                  </a:lnTo>
                  <a:cubicBezTo>
                    <a:pt x="3788" y="1608"/>
                    <a:pt x="3792" y="1608"/>
                    <a:pt x="3795" y="1608"/>
                  </a:cubicBezTo>
                  <a:cubicBezTo>
                    <a:pt x="3804" y="1608"/>
                    <a:pt x="3813" y="1606"/>
                    <a:pt x="3821" y="1604"/>
                  </a:cubicBezTo>
                  <a:cubicBezTo>
                    <a:pt x="3862" y="1582"/>
                    <a:pt x="3877" y="1533"/>
                    <a:pt x="3855" y="1496"/>
                  </a:cubicBezTo>
                  <a:cubicBezTo>
                    <a:pt x="3806" y="1404"/>
                    <a:pt x="3766" y="1308"/>
                    <a:pt x="3729" y="1209"/>
                  </a:cubicBezTo>
                  <a:cubicBezTo>
                    <a:pt x="3715" y="1170"/>
                    <a:pt x="3684" y="1153"/>
                    <a:pt x="3653" y="1153"/>
                  </a:cubicBezTo>
                  <a:close/>
                  <a:moveTo>
                    <a:pt x="9126" y="1339"/>
                  </a:moveTo>
                  <a:cubicBezTo>
                    <a:pt x="9103" y="1339"/>
                    <a:pt x="9079" y="1350"/>
                    <a:pt x="9062" y="1376"/>
                  </a:cubicBezTo>
                  <a:cubicBezTo>
                    <a:pt x="9003" y="1459"/>
                    <a:pt x="8941" y="1545"/>
                    <a:pt x="8874" y="1629"/>
                  </a:cubicBezTo>
                  <a:cubicBezTo>
                    <a:pt x="8830" y="1681"/>
                    <a:pt x="8867" y="1761"/>
                    <a:pt x="8935" y="1761"/>
                  </a:cubicBezTo>
                  <a:lnTo>
                    <a:pt x="8935" y="1758"/>
                  </a:lnTo>
                  <a:cubicBezTo>
                    <a:pt x="8960" y="1758"/>
                    <a:pt x="8981" y="1749"/>
                    <a:pt x="8997" y="1731"/>
                  </a:cubicBezTo>
                  <a:cubicBezTo>
                    <a:pt x="9068" y="1644"/>
                    <a:pt x="9136" y="1555"/>
                    <a:pt x="9194" y="1465"/>
                  </a:cubicBezTo>
                  <a:cubicBezTo>
                    <a:pt x="9238" y="1402"/>
                    <a:pt x="9183" y="1339"/>
                    <a:pt x="9126" y="1339"/>
                  </a:cubicBezTo>
                  <a:close/>
                  <a:moveTo>
                    <a:pt x="13583" y="1304"/>
                  </a:moveTo>
                  <a:cubicBezTo>
                    <a:pt x="13553" y="1304"/>
                    <a:pt x="13524" y="1320"/>
                    <a:pt x="13509" y="1357"/>
                  </a:cubicBezTo>
                  <a:cubicBezTo>
                    <a:pt x="13472" y="1453"/>
                    <a:pt x="13429" y="1549"/>
                    <a:pt x="13380" y="1641"/>
                  </a:cubicBezTo>
                  <a:cubicBezTo>
                    <a:pt x="13358" y="1681"/>
                    <a:pt x="13373" y="1731"/>
                    <a:pt x="13414" y="1752"/>
                  </a:cubicBezTo>
                  <a:cubicBezTo>
                    <a:pt x="13426" y="1758"/>
                    <a:pt x="13438" y="1761"/>
                    <a:pt x="13454" y="1761"/>
                  </a:cubicBezTo>
                  <a:lnTo>
                    <a:pt x="13454" y="1755"/>
                  </a:lnTo>
                  <a:cubicBezTo>
                    <a:pt x="13481" y="1755"/>
                    <a:pt x="13509" y="1743"/>
                    <a:pt x="13525" y="1718"/>
                  </a:cubicBezTo>
                  <a:cubicBezTo>
                    <a:pt x="13574" y="1619"/>
                    <a:pt x="13620" y="1518"/>
                    <a:pt x="13660" y="1413"/>
                  </a:cubicBezTo>
                  <a:cubicBezTo>
                    <a:pt x="13684" y="1350"/>
                    <a:pt x="13633" y="1304"/>
                    <a:pt x="13583" y="1304"/>
                  </a:cubicBezTo>
                  <a:close/>
                  <a:moveTo>
                    <a:pt x="9576" y="1623"/>
                  </a:moveTo>
                  <a:cubicBezTo>
                    <a:pt x="9511" y="1623"/>
                    <a:pt x="9453" y="1710"/>
                    <a:pt x="9524" y="1768"/>
                  </a:cubicBezTo>
                  <a:cubicBezTo>
                    <a:pt x="9601" y="1848"/>
                    <a:pt x="9682" y="1925"/>
                    <a:pt x="9765" y="1996"/>
                  </a:cubicBezTo>
                  <a:cubicBezTo>
                    <a:pt x="9780" y="2008"/>
                    <a:pt x="9799" y="2014"/>
                    <a:pt x="9817" y="2014"/>
                  </a:cubicBezTo>
                  <a:cubicBezTo>
                    <a:pt x="9894" y="2014"/>
                    <a:pt x="9928" y="1922"/>
                    <a:pt x="9870" y="1872"/>
                  </a:cubicBezTo>
                  <a:cubicBezTo>
                    <a:pt x="9790" y="1805"/>
                    <a:pt x="9712" y="1734"/>
                    <a:pt x="9638" y="1657"/>
                  </a:cubicBezTo>
                  <a:cubicBezTo>
                    <a:pt x="9620" y="1632"/>
                    <a:pt x="9597" y="1623"/>
                    <a:pt x="9576" y="1623"/>
                  </a:cubicBezTo>
                  <a:close/>
                  <a:moveTo>
                    <a:pt x="177" y="1685"/>
                  </a:moveTo>
                  <a:cubicBezTo>
                    <a:pt x="167" y="1685"/>
                    <a:pt x="158" y="1687"/>
                    <a:pt x="148" y="1690"/>
                  </a:cubicBezTo>
                  <a:cubicBezTo>
                    <a:pt x="108" y="1706"/>
                    <a:pt x="86" y="1752"/>
                    <a:pt x="102" y="1795"/>
                  </a:cubicBezTo>
                  <a:cubicBezTo>
                    <a:pt x="142" y="1900"/>
                    <a:pt x="191" y="2005"/>
                    <a:pt x="253" y="2101"/>
                  </a:cubicBezTo>
                  <a:cubicBezTo>
                    <a:pt x="268" y="2125"/>
                    <a:pt x="293" y="2141"/>
                    <a:pt x="321" y="2141"/>
                  </a:cubicBezTo>
                  <a:lnTo>
                    <a:pt x="321" y="2135"/>
                  </a:lnTo>
                  <a:cubicBezTo>
                    <a:pt x="386" y="2135"/>
                    <a:pt x="426" y="2064"/>
                    <a:pt x="389" y="2011"/>
                  </a:cubicBezTo>
                  <a:cubicBezTo>
                    <a:pt x="336" y="1925"/>
                    <a:pt x="290" y="1832"/>
                    <a:pt x="253" y="1737"/>
                  </a:cubicBezTo>
                  <a:cubicBezTo>
                    <a:pt x="241" y="1705"/>
                    <a:pt x="210" y="1685"/>
                    <a:pt x="177" y="1685"/>
                  </a:cubicBezTo>
                  <a:close/>
                  <a:moveTo>
                    <a:pt x="4066" y="1521"/>
                  </a:moveTo>
                  <a:cubicBezTo>
                    <a:pt x="4042" y="1521"/>
                    <a:pt x="4018" y="1532"/>
                    <a:pt x="4000" y="1558"/>
                  </a:cubicBezTo>
                  <a:cubicBezTo>
                    <a:pt x="3945" y="1647"/>
                    <a:pt x="3886" y="1734"/>
                    <a:pt x="3821" y="1814"/>
                  </a:cubicBezTo>
                  <a:cubicBezTo>
                    <a:pt x="3773" y="1874"/>
                    <a:pt x="3823" y="1947"/>
                    <a:pt x="3884" y="1947"/>
                  </a:cubicBezTo>
                  <a:cubicBezTo>
                    <a:pt x="3901" y="1947"/>
                    <a:pt x="3919" y="1941"/>
                    <a:pt x="3936" y="1928"/>
                  </a:cubicBezTo>
                  <a:cubicBezTo>
                    <a:pt x="3982" y="1993"/>
                    <a:pt x="4031" y="2057"/>
                    <a:pt x="4084" y="2119"/>
                  </a:cubicBezTo>
                  <a:cubicBezTo>
                    <a:pt x="4099" y="2138"/>
                    <a:pt x="4121" y="2147"/>
                    <a:pt x="4145" y="2147"/>
                  </a:cubicBezTo>
                  <a:lnTo>
                    <a:pt x="4145" y="2144"/>
                  </a:lnTo>
                  <a:cubicBezTo>
                    <a:pt x="4164" y="2144"/>
                    <a:pt x="4182" y="2141"/>
                    <a:pt x="4198" y="2131"/>
                  </a:cubicBezTo>
                  <a:cubicBezTo>
                    <a:pt x="4232" y="2101"/>
                    <a:pt x="4238" y="2048"/>
                    <a:pt x="4207" y="2014"/>
                  </a:cubicBezTo>
                  <a:cubicBezTo>
                    <a:pt x="4145" y="1943"/>
                    <a:pt x="4090" y="1872"/>
                    <a:pt x="4037" y="1795"/>
                  </a:cubicBezTo>
                  <a:cubicBezTo>
                    <a:pt x="4074" y="1743"/>
                    <a:pt x="4108" y="1694"/>
                    <a:pt x="4139" y="1641"/>
                  </a:cubicBezTo>
                  <a:cubicBezTo>
                    <a:pt x="4174" y="1579"/>
                    <a:pt x="4121" y="1521"/>
                    <a:pt x="4066" y="1521"/>
                  </a:cubicBezTo>
                  <a:close/>
                  <a:moveTo>
                    <a:pt x="8714" y="1843"/>
                  </a:moveTo>
                  <a:cubicBezTo>
                    <a:pt x="8696" y="1843"/>
                    <a:pt x="8678" y="1849"/>
                    <a:pt x="8661" y="1863"/>
                  </a:cubicBezTo>
                  <a:cubicBezTo>
                    <a:pt x="8587" y="1940"/>
                    <a:pt x="8510" y="2014"/>
                    <a:pt x="8432" y="2082"/>
                  </a:cubicBezTo>
                  <a:cubicBezTo>
                    <a:pt x="8377" y="2131"/>
                    <a:pt x="8411" y="2224"/>
                    <a:pt x="8485" y="2224"/>
                  </a:cubicBezTo>
                  <a:lnTo>
                    <a:pt x="8488" y="2224"/>
                  </a:lnTo>
                  <a:cubicBezTo>
                    <a:pt x="8506" y="2221"/>
                    <a:pt x="8525" y="2215"/>
                    <a:pt x="8537" y="2202"/>
                  </a:cubicBezTo>
                  <a:cubicBezTo>
                    <a:pt x="8621" y="2131"/>
                    <a:pt x="8701" y="2054"/>
                    <a:pt x="8778" y="1977"/>
                  </a:cubicBezTo>
                  <a:cubicBezTo>
                    <a:pt x="8826" y="1917"/>
                    <a:pt x="8775" y="1843"/>
                    <a:pt x="8714" y="1843"/>
                  </a:cubicBezTo>
                  <a:close/>
                  <a:moveTo>
                    <a:pt x="13277" y="1872"/>
                  </a:moveTo>
                  <a:cubicBezTo>
                    <a:pt x="13256" y="1872"/>
                    <a:pt x="13234" y="1881"/>
                    <a:pt x="13216" y="1903"/>
                  </a:cubicBezTo>
                  <a:cubicBezTo>
                    <a:pt x="13154" y="1987"/>
                    <a:pt x="13087" y="2064"/>
                    <a:pt x="13013" y="2138"/>
                  </a:cubicBezTo>
                  <a:cubicBezTo>
                    <a:pt x="12982" y="2168"/>
                    <a:pt x="12982" y="2221"/>
                    <a:pt x="13013" y="2252"/>
                  </a:cubicBezTo>
                  <a:cubicBezTo>
                    <a:pt x="13028" y="2267"/>
                    <a:pt x="13050" y="2276"/>
                    <a:pt x="13071" y="2276"/>
                  </a:cubicBezTo>
                  <a:cubicBezTo>
                    <a:pt x="13093" y="2276"/>
                    <a:pt x="13111" y="2267"/>
                    <a:pt x="13127" y="2252"/>
                  </a:cubicBezTo>
                  <a:cubicBezTo>
                    <a:pt x="13207" y="2175"/>
                    <a:pt x="13281" y="2088"/>
                    <a:pt x="13346" y="1999"/>
                  </a:cubicBezTo>
                  <a:cubicBezTo>
                    <a:pt x="13386" y="1936"/>
                    <a:pt x="13334" y="1872"/>
                    <a:pt x="13277" y="1872"/>
                  </a:cubicBezTo>
                  <a:close/>
                  <a:moveTo>
                    <a:pt x="10071" y="2044"/>
                  </a:moveTo>
                  <a:cubicBezTo>
                    <a:pt x="10003" y="2044"/>
                    <a:pt x="9954" y="2145"/>
                    <a:pt x="10030" y="2193"/>
                  </a:cubicBezTo>
                  <a:cubicBezTo>
                    <a:pt x="10123" y="2255"/>
                    <a:pt x="10218" y="2310"/>
                    <a:pt x="10314" y="2363"/>
                  </a:cubicBezTo>
                  <a:cubicBezTo>
                    <a:pt x="10326" y="2369"/>
                    <a:pt x="10338" y="2375"/>
                    <a:pt x="10353" y="2375"/>
                  </a:cubicBezTo>
                  <a:lnTo>
                    <a:pt x="10353" y="2375"/>
                  </a:lnTo>
                  <a:cubicBezTo>
                    <a:pt x="10438" y="2374"/>
                    <a:pt x="10464" y="2261"/>
                    <a:pt x="10391" y="2221"/>
                  </a:cubicBezTo>
                  <a:cubicBezTo>
                    <a:pt x="10298" y="2172"/>
                    <a:pt x="10209" y="2119"/>
                    <a:pt x="10120" y="2061"/>
                  </a:cubicBezTo>
                  <a:cubicBezTo>
                    <a:pt x="10103" y="2049"/>
                    <a:pt x="10087" y="2044"/>
                    <a:pt x="10071" y="2044"/>
                  </a:cubicBezTo>
                  <a:close/>
                  <a:moveTo>
                    <a:pt x="10353" y="2375"/>
                  </a:moveTo>
                  <a:lnTo>
                    <a:pt x="10353" y="2375"/>
                  </a:lnTo>
                  <a:cubicBezTo>
                    <a:pt x="10352" y="2375"/>
                    <a:pt x="10351" y="2375"/>
                    <a:pt x="10351" y="2375"/>
                  </a:cubicBezTo>
                  <a:lnTo>
                    <a:pt x="10354" y="2375"/>
                  </a:lnTo>
                  <a:cubicBezTo>
                    <a:pt x="10354" y="2375"/>
                    <a:pt x="10353" y="2375"/>
                    <a:pt x="10353" y="2375"/>
                  </a:cubicBezTo>
                  <a:close/>
                  <a:moveTo>
                    <a:pt x="3677" y="2019"/>
                  </a:moveTo>
                  <a:cubicBezTo>
                    <a:pt x="3655" y="2019"/>
                    <a:pt x="3633" y="2028"/>
                    <a:pt x="3615" y="2051"/>
                  </a:cubicBezTo>
                  <a:cubicBezTo>
                    <a:pt x="3541" y="2128"/>
                    <a:pt x="3464" y="2199"/>
                    <a:pt x="3383" y="2267"/>
                  </a:cubicBezTo>
                  <a:cubicBezTo>
                    <a:pt x="3328" y="2317"/>
                    <a:pt x="3362" y="2409"/>
                    <a:pt x="3436" y="2409"/>
                  </a:cubicBezTo>
                  <a:lnTo>
                    <a:pt x="3439" y="2409"/>
                  </a:lnTo>
                  <a:cubicBezTo>
                    <a:pt x="3457" y="2409"/>
                    <a:pt x="3476" y="2403"/>
                    <a:pt x="3488" y="2391"/>
                  </a:cubicBezTo>
                  <a:cubicBezTo>
                    <a:pt x="3575" y="2320"/>
                    <a:pt x="3655" y="2243"/>
                    <a:pt x="3732" y="2162"/>
                  </a:cubicBezTo>
                  <a:cubicBezTo>
                    <a:pt x="3799" y="2104"/>
                    <a:pt x="3741" y="2019"/>
                    <a:pt x="3677" y="2019"/>
                  </a:cubicBezTo>
                  <a:close/>
                  <a:moveTo>
                    <a:pt x="4367" y="2212"/>
                  </a:moveTo>
                  <a:cubicBezTo>
                    <a:pt x="4302" y="2212"/>
                    <a:pt x="4249" y="2300"/>
                    <a:pt x="4315" y="2357"/>
                  </a:cubicBezTo>
                  <a:cubicBezTo>
                    <a:pt x="4395" y="2431"/>
                    <a:pt x="4481" y="2502"/>
                    <a:pt x="4571" y="2569"/>
                  </a:cubicBezTo>
                  <a:cubicBezTo>
                    <a:pt x="4583" y="2579"/>
                    <a:pt x="4602" y="2585"/>
                    <a:pt x="4617" y="2585"/>
                  </a:cubicBezTo>
                  <a:cubicBezTo>
                    <a:pt x="4697" y="2585"/>
                    <a:pt x="4728" y="2483"/>
                    <a:pt x="4667" y="2437"/>
                  </a:cubicBezTo>
                  <a:cubicBezTo>
                    <a:pt x="4583" y="2375"/>
                    <a:pt x="4500" y="2310"/>
                    <a:pt x="4426" y="2239"/>
                  </a:cubicBezTo>
                  <a:cubicBezTo>
                    <a:pt x="4407" y="2220"/>
                    <a:pt x="4387" y="2212"/>
                    <a:pt x="4367" y="2212"/>
                  </a:cubicBezTo>
                  <a:close/>
                  <a:moveTo>
                    <a:pt x="526" y="2233"/>
                  </a:moveTo>
                  <a:cubicBezTo>
                    <a:pt x="466" y="2233"/>
                    <a:pt x="415" y="2307"/>
                    <a:pt x="463" y="2366"/>
                  </a:cubicBezTo>
                  <a:cubicBezTo>
                    <a:pt x="543" y="2446"/>
                    <a:pt x="629" y="2520"/>
                    <a:pt x="719" y="2588"/>
                  </a:cubicBezTo>
                  <a:cubicBezTo>
                    <a:pt x="733" y="2597"/>
                    <a:pt x="748" y="2603"/>
                    <a:pt x="766" y="2603"/>
                  </a:cubicBezTo>
                  <a:lnTo>
                    <a:pt x="766" y="2603"/>
                  </a:lnTo>
                  <a:cubicBezTo>
                    <a:pt x="845" y="2600"/>
                    <a:pt x="876" y="2501"/>
                    <a:pt x="814" y="2455"/>
                  </a:cubicBezTo>
                  <a:cubicBezTo>
                    <a:pt x="728" y="2397"/>
                    <a:pt x="651" y="2329"/>
                    <a:pt x="580" y="2255"/>
                  </a:cubicBezTo>
                  <a:cubicBezTo>
                    <a:pt x="563" y="2239"/>
                    <a:pt x="544" y="2233"/>
                    <a:pt x="526" y="2233"/>
                  </a:cubicBezTo>
                  <a:close/>
                  <a:moveTo>
                    <a:pt x="766" y="2603"/>
                  </a:moveTo>
                  <a:cubicBezTo>
                    <a:pt x="765" y="2603"/>
                    <a:pt x="765" y="2603"/>
                    <a:pt x="765" y="2603"/>
                  </a:cubicBezTo>
                  <a:lnTo>
                    <a:pt x="768" y="2603"/>
                  </a:lnTo>
                  <a:cubicBezTo>
                    <a:pt x="767" y="2603"/>
                    <a:pt x="766" y="2603"/>
                    <a:pt x="766" y="2603"/>
                  </a:cubicBezTo>
                  <a:close/>
                  <a:moveTo>
                    <a:pt x="8235" y="2265"/>
                  </a:moveTo>
                  <a:cubicBezTo>
                    <a:pt x="8219" y="2265"/>
                    <a:pt x="8202" y="2270"/>
                    <a:pt x="8186" y="2283"/>
                  </a:cubicBezTo>
                  <a:cubicBezTo>
                    <a:pt x="8102" y="2344"/>
                    <a:pt x="8013" y="2406"/>
                    <a:pt x="7924" y="2461"/>
                  </a:cubicBezTo>
                  <a:cubicBezTo>
                    <a:pt x="7856" y="2505"/>
                    <a:pt x="7887" y="2610"/>
                    <a:pt x="7967" y="2610"/>
                  </a:cubicBezTo>
                  <a:cubicBezTo>
                    <a:pt x="7982" y="2610"/>
                    <a:pt x="7998" y="2606"/>
                    <a:pt x="8010" y="2597"/>
                  </a:cubicBezTo>
                  <a:cubicBezTo>
                    <a:pt x="8102" y="2539"/>
                    <a:pt x="8195" y="2477"/>
                    <a:pt x="8284" y="2412"/>
                  </a:cubicBezTo>
                  <a:cubicBezTo>
                    <a:pt x="8354" y="2360"/>
                    <a:pt x="8303" y="2265"/>
                    <a:pt x="8235" y="2265"/>
                  </a:cubicBezTo>
                  <a:close/>
                  <a:moveTo>
                    <a:pt x="10646" y="2351"/>
                  </a:moveTo>
                  <a:cubicBezTo>
                    <a:pt x="10568" y="2351"/>
                    <a:pt x="10531" y="2466"/>
                    <a:pt x="10616" y="2505"/>
                  </a:cubicBezTo>
                  <a:cubicBezTo>
                    <a:pt x="10715" y="2548"/>
                    <a:pt x="10820" y="2585"/>
                    <a:pt x="10928" y="2616"/>
                  </a:cubicBezTo>
                  <a:cubicBezTo>
                    <a:pt x="10934" y="2619"/>
                    <a:pt x="10943" y="2619"/>
                    <a:pt x="10949" y="2619"/>
                  </a:cubicBezTo>
                  <a:cubicBezTo>
                    <a:pt x="11042" y="2619"/>
                    <a:pt x="11063" y="2489"/>
                    <a:pt x="10974" y="2461"/>
                  </a:cubicBezTo>
                  <a:cubicBezTo>
                    <a:pt x="10872" y="2431"/>
                    <a:pt x="10773" y="2394"/>
                    <a:pt x="10678" y="2357"/>
                  </a:cubicBezTo>
                  <a:cubicBezTo>
                    <a:pt x="10667" y="2352"/>
                    <a:pt x="10656" y="2351"/>
                    <a:pt x="10646" y="2351"/>
                  </a:cubicBezTo>
                  <a:close/>
                  <a:moveTo>
                    <a:pt x="12823" y="2318"/>
                  </a:moveTo>
                  <a:cubicBezTo>
                    <a:pt x="12808" y="2318"/>
                    <a:pt x="12791" y="2323"/>
                    <a:pt x="12775" y="2335"/>
                  </a:cubicBezTo>
                  <a:cubicBezTo>
                    <a:pt x="12689" y="2391"/>
                    <a:pt x="12599" y="2437"/>
                    <a:pt x="12504" y="2477"/>
                  </a:cubicBezTo>
                  <a:cubicBezTo>
                    <a:pt x="12430" y="2511"/>
                    <a:pt x="12451" y="2625"/>
                    <a:pt x="12535" y="2631"/>
                  </a:cubicBezTo>
                  <a:lnTo>
                    <a:pt x="12538" y="2628"/>
                  </a:lnTo>
                  <a:cubicBezTo>
                    <a:pt x="12547" y="2628"/>
                    <a:pt x="12556" y="2628"/>
                    <a:pt x="12565" y="2625"/>
                  </a:cubicBezTo>
                  <a:cubicBezTo>
                    <a:pt x="12670" y="2582"/>
                    <a:pt x="12769" y="2529"/>
                    <a:pt x="12865" y="2468"/>
                  </a:cubicBezTo>
                  <a:cubicBezTo>
                    <a:pt x="12940" y="2420"/>
                    <a:pt x="12892" y="2318"/>
                    <a:pt x="12823" y="2318"/>
                  </a:cubicBezTo>
                  <a:close/>
                  <a:moveTo>
                    <a:pt x="11267" y="2538"/>
                  </a:moveTo>
                  <a:cubicBezTo>
                    <a:pt x="11228" y="2538"/>
                    <a:pt x="11192" y="2564"/>
                    <a:pt x="11184" y="2603"/>
                  </a:cubicBezTo>
                  <a:cubicBezTo>
                    <a:pt x="11174" y="2647"/>
                    <a:pt x="11202" y="2690"/>
                    <a:pt x="11248" y="2699"/>
                  </a:cubicBezTo>
                  <a:cubicBezTo>
                    <a:pt x="11356" y="2721"/>
                    <a:pt x="11464" y="2739"/>
                    <a:pt x="11575" y="2748"/>
                  </a:cubicBezTo>
                  <a:lnTo>
                    <a:pt x="11585" y="2748"/>
                  </a:lnTo>
                  <a:cubicBezTo>
                    <a:pt x="11686" y="2748"/>
                    <a:pt x="11693" y="2597"/>
                    <a:pt x="11591" y="2588"/>
                  </a:cubicBezTo>
                  <a:cubicBezTo>
                    <a:pt x="11486" y="2579"/>
                    <a:pt x="11381" y="2560"/>
                    <a:pt x="11279" y="2539"/>
                  </a:cubicBezTo>
                  <a:cubicBezTo>
                    <a:pt x="11275" y="2538"/>
                    <a:pt x="11271" y="2538"/>
                    <a:pt x="11267" y="2538"/>
                  </a:cubicBezTo>
                  <a:close/>
                  <a:moveTo>
                    <a:pt x="12225" y="2562"/>
                  </a:moveTo>
                  <a:cubicBezTo>
                    <a:pt x="12221" y="2562"/>
                    <a:pt x="12216" y="2563"/>
                    <a:pt x="12211" y="2563"/>
                  </a:cubicBezTo>
                  <a:cubicBezTo>
                    <a:pt x="12109" y="2582"/>
                    <a:pt x="12007" y="2594"/>
                    <a:pt x="11902" y="2597"/>
                  </a:cubicBezTo>
                  <a:cubicBezTo>
                    <a:pt x="11804" y="2606"/>
                    <a:pt x="11804" y="2755"/>
                    <a:pt x="11905" y="2761"/>
                  </a:cubicBezTo>
                  <a:lnTo>
                    <a:pt x="11912" y="2761"/>
                  </a:lnTo>
                  <a:cubicBezTo>
                    <a:pt x="12023" y="2755"/>
                    <a:pt x="12134" y="2742"/>
                    <a:pt x="12245" y="2721"/>
                  </a:cubicBezTo>
                  <a:cubicBezTo>
                    <a:pt x="12338" y="2697"/>
                    <a:pt x="12315" y="2562"/>
                    <a:pt x="12225" y="2562"/>
                  </a:cubicBezTo>
                  <a:close/>
                  <a:moveTo>
                    <a:pt x="3183" y="2436"/>
                  </a:moveTo>
                  <a:cubicBezTo>
                    <a:pt x="3167" y="2436"/>
                    <a:pt x="3150" y="2442"/>
                    <a:pt x="3134" y="2455"/>
                  </a:cubicBezTo>
                  <a:cubicBezTo>
                    <a:pt x="3044" y="2514"/>
                    <a:pt x="2955" y="2569"/>
                    <a:pt x="2862" y="2616"/>
                  </a:cubicBezTo>
                  <a:cubicBezTo>
                    <a:pt x="2784" y="2652"/>
                    <a:pt x="2811" y="2770"/>
                    <a:pt x="2896" y="2770"/>
                  </a:cubicBezTo>
                  <a:cubicBezTo>
                    <a:pt x="2898" y="2770"/>
                    <a:pt x="2900" y="2770"/>
                    <a:pt x="2902" y="2770"/>
                  </a:cubicBezTo>
                  <a:cubicBezTo>
                    <a:pt x="2915" y="2770"/>
                    <a:pt x="2927" y="2767"/>
                    <a:pt x="2936" y="2761"/>
                  </a:cubicBezTo>
                  <a:cubicBezTo>
                    <a:pt x="3035" y="2708"/>
                    <a:pt x="3131" y="2653"/>
                    <a:pt x="3223" y="2591"/>
                  </a:cubicBezTo>
                  <a:cubicBezTo>
                    <a:pt x="3303" y="2543"/>
                    <a:pt x="3253" y="2436"/>
                    <a:pt x="3183" y="2436"/>
                  </a:cubicBezTo>
                  <a:close/>
                  <a:moveTo>
                    <a:pt x="1036" y="2603"/>
                  </a:moveTo>
                  <a:cubicBezTo>
                    <a:pt x="961" y="2603"/>
                    <a:pt x="917" y="2722"/>
                    <a:pt x="1005" y="2761"/>
                  </a:cubicBezTo>
                  <a:cubicBezTo>
                    <a:pt x="1104" y="2810"/>
                    <a:pt x="1206" y="2856"/>
                    <a:pt x="1311" y="2893"/>
                  </a:cubicBezTo>
                  <a:cubicBezTo>
                    <a:pt x="1320" y="2896"/>
                    <a:pt x="1329" y="2899"/>
                    <a:pt x="1339" y="2899"/>
                  </a:cubicBezTo>
                  <a:cubicBezTo>
                    <a:pt x="1428" y="2899"/>
                    <a:pt x="1453" y="2773"/>
                    <a:pt x="1366" y="2742"/>
                  </a:cubicBezTo>
                  <a:cubicBezTo>
                    <a:pt x="1268" y="2705"/>
                    <a:pt x="1172" y="2665"/>
                    <a:pt x="1080" y="2616"/>
                  </a:cubicBezTo>
                  <a:cubicBezTo>
                    <a:pt x="1064" y="2607"/>
                    <a:pt x="1050" y="2603"/>
                    <a:pt x="1036" y="2603"/>
                  </a:cubicBezTo>
                  <a:close/>
                  <a:moveTo>
                    <a:pt x="4887" y="2595"/>
                  </a:moveTo>
                  <a:cubicBezTo>
                    <a:pt x="4816" y="2595"/>
                    <a:pt x="4771" y="2701"/>
                    <a:pt x="4852" y="2748"/>
                  </a:cubicBezTo>
                  <a:cubicBezTo>
                    <a:pt x="4947" y="2801"/>
                    <a:pt x="5046" y="2850"/>
                    <a:pt x="5151" y="2893"/>
                  </a:cubicBezTo>
                  <a:cubicBezTo>
                    <a:pt x="5160" y="2896"/>
                    <a:pt x="5169" y="2899"/>
                    <a:pt x="5182" y="2899"/>
                  </a:cubicBezTo>
                  <a:lnTo>
                    <a:pt x="5182" y="2896"/>
                  </a:lnTo>
                  <a:cubicBezTo>
                    <a:pt x="5268" y="2896"/>
                    <a:pt x="5290" y="2779"/>
                    <a:pt x="5212" y="2742"/>
                  </a:cubicBezTo>
                  <a:cubicBezTo>
                    <a:pt x="5114" y="2702"/>
                    <a:pt x="5021" y="2656"/>
                    <a:pt x="4929" y="2606"/>
                  </a:cubicBezTo>
                  <a:cubicBezTo>
                    <a:pt x="4914" y="2598"/>
                    <a:pt x="4900" y="2595"/>
                    <a:pt x="4887" y="2595"/>
                  </a:cubicBezTo>
                  <a:close/>
                  <a:moveTo>
                    <a:pt x="7683" y="2605"/>
                  </a:moveTo>
                  <a:cubicBezTo>
                    <a:pt x="7672" y="2605"/>
                    <a:pt x="7661" y="2608"/>
                    <a:pt x="7649" y="2613"/>
                  </a:cubicBezTo>
                  <a:cubicBezTo>
                    <a:pt x="7553" y="2662"/>
                    <a:pt x="7458" y="2705"/>
                    <a:pt x="7359" y="2742"/>
                  </a:cubicBezTo>
                  <a:cubicBezTo>
                    <a:pt x="7279" y="2776"/>
                    <a:pt x="7301" y="2896"/>
                    <a:pt x="7390" y="2899"/>
                  </a:cubicBezTo>
                  <a:cubicBezTo>
                    <a:pt x="7399" y="2899"/>
                    <a:pt x="7408" y="2896"/>
                    <a:pt x="7418" y="2893"/>
                  </a:cubicBezTo>
                  <a:cubicBezTo>
                    <a:pt x="7520" y="2853"/>
                    <a:pt x="7621" y="2807"/>
                    <a:pt x="7720" y="2758"/>
                  </a:cubicBezTo>
                  <a:cubicBezTo>
                    <a:pt x="7798" y="2714"/>
                    <a:pt x="7756" y="2605"/>
                    <a:pt x="7683" y="2605"/>
                  </a:cubicBezTo>
                  <a:close/>
                  <a:moveTo>
                    <a:pt x="2609" y="2736"/>
                  </a:moveTo>
                  <a:cubicBezTo>
                    <a:pt x="2599" y="2736"/>
                    <a:pt x="2589" y="2738"/>
                    <a:pt x="2578" y="2742"/>
                  </a:cubicBezTo>
                  <a:cubicBezTo>
                    <a:pt x="2480" y="2776"/>
                    <a:pt x="2381" y="2804"/>
                    <a:pt x="2279" y="2822"/>
                  </a:cubicBezTo>
                  <a:cubicBezTo>
                    <a:pt x="2184" y="2841"/>
                    <a:pt x="2196" y="2980"/>
                    <a:pt x="2292" y="2983"/>
                  </a:cubicBezTo>
                  <a:lnTo>
                    <a:pt x="2307" y="2983"/>
                  </a:lnTo>
                  <a:cubicBezTo>
                    <a:pt x="2418" y="2961"/>
                    <a:pt x="2526" y="2933"/>
                    <a:pt x="2631" y="2896"/>
                  </a:cubicBezTo>
                  <a:cubicBezTo>
                    <a:pt x="2725" y="2863"/>
                    <a:pt x="2690" y="2736"/>
                    <a:pt x="2609" y="2736"/>
                  </a:cubicBezTo>
                  <a:close/>
                  <a:moveTo>
                    <a:pt x="1642" y="2822"/>
                  </a:moveTo>
                  <a:cubicBezTo>
                    <a:pt x="1550" y="2822"/>
                    <a:pt x="1529" y="2968"/>
                    <a:pt x="1635" y="2983"/>
                  </a:cubicBezTo>
                  <a:cubicBezTo>
                    <a:pt x="1743" y="3004"/>
                    <a:pt x="1851" y="3014"/>
                    <a:pt x="1959" y="3014"/>
                  </a:cubicBezTo>
                  <a:lnTo>
                    <a:pt x="1974" y="3014"/>
                  </a:lnTo>
                  <a:cubicBezTo>
                    <a:pt x="2017" y="3014"/>
                    <a:pt x="2048" y="2977"/>
                    <a:pt x="2048" y="2933"/>
                  </a:cubicBezTo>
                  <a:cubicBezTo>
                    <a:pt x="2045" y="2889"/>
                    <a:pt x="2008" y="2853"/>
                    <a:pt x="1967" y="2853"/>
                  </a:cubicBezTo>
                  <a:cubicBezTo>
                    <a:pt x="1965" y="2853"/>
                    <a:pt x="1963" y="2853"/>
                    <a:pt x="1962" y="2853"/>
                  </a:cubicBezTo>
                  <a:cubicBezTo>
                    <a:pt x="1860" y="2853"/>
                    <a:pt x="1761" y="2844"/>
                    <a:pt x="1666" y="2825"/>
                  </a:cubicBezTo>
                  <a:cubicBezTo>
                    <a:pt x="1657" y="2823"/>
                    <a:pt x="1649" y="2822"/>
                    <a:pt x="1642" y="2822"/>
                  </a:cubicBezTo>
                  <a:close/>
                  <a:moveTo>
                    <a:pt x="7085" y="2836"/>
                  </a:moveTo>
                  <a:cubicBezTo>
                    <a:pt x="7078" y="2836"/>
                    <a:pt x="7071" y="2837"/>
                    <a:pt x="7063" y="2841"/>
                  </a:cubicBezTo>
                  <a:cubicBezTo>
                    <a:pt x="6961" y="2869"/>
                    <a:pt x="6859" y="2893"/>
                    <a:pt x="6755" y="2909"/>
                  </a:cubicBezTo>
                  <a:cubicBezTo>
                    <a:pt x="6654" y="2924"/>
                    <a:pt x="6665" y="3069"/>
                    <a:pt x="6764" y="3069"/>
                  </a:cubicBezTo>
                  <a:cubicBezTo>
                    <a:pt x="6765" y="3069"/>
                    <a:pt x="6766" y="3069"/>
                    <a:pt x="6767" y="3069"/>
                  </a:cubicBezTo>
                  <a:lnTo>
                    <a:pt x="6770" y="3072"/>
                  </a:lnTo>
                  <a:cubicBezTo>
                    <a:pt x="6773" y="3069"/>
                    <a:pt x="6776" y="3069"/>
                    <a:pt x="6782" y="3069"/>
                  </a:cubicBezTo>
                  <a:cubicBezTo>
                    <a:pt x="6890" y="3051"/>
                    <a:pt x="6998" y="3026"/>
                    <a:pt x="7106" y="2995"/>
                  </a:cubicBezTo>
                  <a:cubicBezTo>
                    <a:pt x="7190" y="2984"/>
                    <a:pt x="7155" y="2836"/>
                    <a:pt x="7085" y="2836"/>
                  </a:cubicBezTo>
                  <a:close/>
                  <a:moveTo>
                    <a:pt x="5496" y="2846"/>
                  </a:moveTo>
                  <a:cubicBezTo>
                    <a:pt x="5413" y="2846"/>
                    <a:pt x="5383" y="2966"/>
                    <a:pt x="5465" y="3001"/>
                  </a:cubicBezTo>
                  <a:cubicBezTo>
                    <a:pt x="5573" y="3032"/>
                    <a:pt x="5681" y="3057"/>
                    <a:pt x="5789" y="3072"/>
                  </a:cubicBezTo>
                  <a:cubicBezTo>
                    <a:pt x="5792" y="3074"/>
                    <a:pt x="5795" y="3074"/>
                    <a:pt x="5797" y="3074"/>
                  </a:cubicBezTo>
                  <a:cubicBezTo>
                    <a:pt x="5799" y="3074"/>
                    <a:pt x="5802" y="3074"/>
                    <a:pt x="5805" y="3072"/>
                  </a:cubicBezTo>
                  <a:lnTo>
                    <a:pt x="5805" y="3075"/>
                  </a:lnTo>
                  <a:cubicBezTo>
                    <a:pt x="5903" y="3075"/>
                    <a:pt x="5916" y="2933"/>
                    <a:pt x="5817" y="2915"/>
                  </a:cubicBezTo>
                  <a:cubicBezTo>
                    <a:pt x="5715" y="2899"/>
                    <a:pt x="5610" y="2875"/>
                    <a:pt x="5509" y="2847"/>
                  </a:cubicBezTo>
                  <a:cubicBezTo>
                    <a:pt x="5504" y="2846"/>
                    <a:pt x="5500" y="2846"/>
                    <a:pt x="5496" y="2846"/>
                  </a:cubicBezTo>
                  <a:close/>
                  <a:moveTo>
                    <a:pt x="6123" y="2946"/>
                  </a:moveTo>
                  <a:cubicBezTo>
                    <a:pt x="6020" y="2946"/>
                    <a:pt x="6013" y="3103"/>
                    <a:pt x="6119" y="3109"/>
                  </a:cubicBezTo>
                  <a:cubicBezTo>
                    <a:pt x="6172" y="3112"/>
                    <a:pt x="6227" y="3112"/>
                    <a:pt x="6280" y="3112"/>
                  </a:cubicBezTo>
                  <a:cubicBezTo>
                    <a:pt x="6338" y="3112"/>
                    <a:pt x="6394" y="3109"/>
                    <a:pt x="6452" y="3109"/>
                  </a:cubicBezTo>
                  <a:cubicBezTo>
                    <a:pt x="6554" y="3097"/>
                    <a:pt x="6548" y="2949"/>
                    <a:pt x="6446" y="2946"/>
                  </a:cubicBezTo>
                  <a:lnTo>
                    <a:pt x="6443" y="2946"/>
                  </a:lnTo>
                  <a:cubicBezTo>
                    <a:pt x="6391" y="2949"/>
                    <a:pt x="6338" y="2950"/>
                    <a:pt x="6286" y="2950"/>
                  </a:cubicBezTo>
                  <a:cubicBezTo>
                    <a:pt x="6233" y="2950"/>
                    <a:pt x="6181" y="2949"/>
                    <a:pt x="6128" y="2946"/>
                  </a:cubicBezTo>
                  <a:cubicBezTo>
                    <a:pt x="6126" y="2946"/>
                    <a:pt x="6125" y="2946"/>
                    <a:pt x="6123" y="294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22"/>
            <p:cNvSpPr/>
            <p:nvPr/>
          </p:nvSpPr>
          <p:spPr>
            <a:xfrm>
              <a:off x="8708991" y="3277577"/>
              <a:ext cx="164307" cy="158066"/>
            </a:xfrm>
            <a:custGeom>
              <a:avLst/>
              <a:gdLst/>
              <a:ahLst/>
              <a:cxnLst/>
              <a:rect l="l" t="t" r="r" b="b"/>
              <a:pathLst>
                <a:path w="2580" h="2482" extrusionOk="0">
                  <a:moveTo>
                    <a:pt x="800" y="227"/>
                  </a:moveTo>
                  <a:lnTo>
                    <a:pt x="800" y="227"/>
                  </a:lnTo>
                  <a:cubicBezTo>
                    <a:pt x="895" y="304"/>
                    <a:pt x="1056" y="439"/>
                    <a:pt x="1265" y="628"/>
                  </a:cubicBezTo>
                  <a:cubicBezTo>
                    <a:pt x="1151" y="689"/>
                    <a:pt x="1022" y="757"/>
                    <a:pt x="886" y="831"/>
                  </a:cubicBezTo>
                  <a:cubicBezTo>
                    <a:pt x="831" y="523"/>
                    <a:pt x="809" y="335"/>
                    <a:pt x="800" y="227"/>
                  </a:cubicBezTo>
                  <a:close/>
                  <a:moveTo>
                    <a:pt x="2070" y="452"/>
                  </a:moveTo>
                  <a:cubicBezTo>
                    <a:pt x="2024" y="631"/>
                    <a:pt x="1962" y="806"/>
                    <a:pt x="1888" y="973"/>
                  </a:cubicBezTo>
                  <a:cubicBezTo>
                    <a:pt x="1777" y="871"/>
                    <a:pt x="1663" y="766"/>
                    <a:pt x="1552" y="665"/>
                  </a:cubicBezTo>
                  <a:cubicBezTo>
                    <a:pt x="1861" y="513"/>
                    <a:pt x="2003" y="467"/>
                    <a:pt x="2070" y="452"/>
                  </a:cubicBezTo>
                  <a:close/>
                  <a:moveTo>
                    <a:pt x="766" y="1081"/>
                  </a:moveTo>
                  <a:cubicBezTo>
                    <a:pt x="794" y="1226"/>
                    <a:pt x="824" y="1374"/>
                    <a:pt x="855" y="1519"/>
                  </a:cubicBezTo>
                  <a:cubicBezTo>
                    <a:pt x="472" y="1467"/>
                    <a:pt x="302" y="1421"/>
                    <a:pt x="226" y="1391"/>
                  </a:cubicBezTo>
                  <a:lnTo>
                    <a:pt x="226" y="1391"/>
                  </a:lnTo>
                  <a:cubicBezTo>
                    <a:pt x="338" y="1326"/>
                    <a:pt x="537" y="1209"/>
                    <a:pt x="766" y="1081"/>
                  </a:cubicBezTo>
                  <a:close/>
                  <a:moveTo>
                    <a:pt x="1398" y="745"/>
                  </a:moveTo>
                  <a:cubicBezTo>
                    <a:pt x="1537" y="871"/>
                    <a:pt x="1685" y="1004"/>
                    <a:pt x="1821" y="1133"/>
                  </a:cubicBezTo>
                  <a:cubicBezTo>
                    <a:pt x="1756" y="1288"/>
                    <a:pt x="1685" y="1445"/>
                    <a:pt x="1611" y="1590"/>
                  </a:cubicBezTo>
                  <a:cubicBezTo>
                    <a:pt x="1395" y="1574"/>
                    <a:pt x="1198" y="1556"/>
                    <a:pt x="1025" y="1537"/>
                  </a:cubicBezTo>
                  <a:cubicBezTo>
                    <a:pt x="985" y="1362"/>
                    <a:pt x="948" y="1177"/>
                    <a:pt x="917" y="998"/>
                  </a:cubicBezTo>
                  <a:cubicBezTo>
                    <a:pt x="1093" y="902"/>
                    <a:pt x="1253" y="816"/>
                    <a:pt x="1398" y="745"/>
                  </a:cubicBezTo>
                  <a:close/>
                  <a:moveTo>
                    <a:pt x="1947" y="1251"/>
                  </a:moveTo>
                  <a:cubicBezTo>
                    <a:pt x="2151" y="1451"/>
                    <a:pt x="2262" y="1565"/>
                    <a:pt x="2317" y="1633"/>
                  </a:cubicBezTo>
                  <a:cubicBezTo>
                    <a:pt x="2200" y="1627"/>
                    <a:pt x="2009" y="1618"/>
                    <a:pt x="1787" y="1602"/>
                  </a:cubicBezTo>
                  <a:cubicBezTo>
                    <a:pt x="1839" y="1488"/>
                    <a:pt x="1895" y="1371"/>
                    <a:pt x="1947" y="1251"/>
                  </a:cubicBezTo>
                  <a:close/>
                  <a:moveTo>
                    <a:pt x="1062" y="1704"/>
                  </a:moveTo>
                  <a:lnTo>
                    <a:pt x="1062" y="1704"/>
                  </a:lnTo>
                  <a:cubicBezTo>
                    <a:pt x="1204" y="1719"/>
                    <a:pt x="1364" y="1735"/>
                    <a:pt x="1534" y="1747"/>
                  </a:cubicBezTo>
                  <a:cubicBezTo>
                    <a:pt x="1373" y="2065"/>
                    <a:pt x="1268" y="2225"/>
                    <a:pt x="1213" y="2287"/>
                  </a:cubicBezTo>
                  <a:cubicBezTo>
                    <a:pt x="1182" y="2197"/>
                    <a:pt x="1130" y="2012"/>
                    <a:pt x="1062" y="1704"/>
                  </a:cubicBezTo>
                  <a:close/>
                  <a:moveTo>
                    <a:pt x="735" y="0"/>
                  </a:moveTo>
                  <a:cubicBezTo>
                    <a:pt x="708" y="0"/>
                    <a:pt x="683" y="10"/>
                    <a:pt x="664" y="29"/>
                  </a:cubicBezTo>
                  <a:cubicBezTo>
                    <a:pt x="636" y="66"/>
                    <a:pt x="593" y="116"/>
                    <a:pt x="735" y="914"/>
                  </a:cubicBezTo>
                  <a:cubicBezTo>
                    <a:pt x="362" y="1121"/>
                    <a:pt x="53" y="1303"/>
                    <a:pt x="50" y="1303"/>
                  </a:cubicBezTo>
                  <a:cubicBezTo>
                    <a:pt x="29" y="1318"/>
                    <a:pt x="13" y="1340"/>
                    <a:pt x="13" y="1365"/>
                  </a:cubicBezTo>
                  <a:cubicBezTo>
                    <a:pt x="1" y="1497"/>
                    <a:pt x="143" y="1596"/>
                    <a:pt x="889" y="1685"/>
                  </a:cubicBezTo>
                  <a:cubicBezTo>
                    <a:pt x="948" y="1938"/>
                    <a:pt x="1037" y="2321"/>
                    <a:pt x="1096" y="2423"/>
                  </a:cubicBezTo>
                  <a:cubicBezTo>
                    <a:pt x="1114" y="2460"/>
                    <a:pt x="1151" y="2481"/>
                    <a:pt x="1191" y="2481"/>
                  </a:cubicBezTo>
                  <a:cubicBezTo>
                    <a:pt x="1247" y="2481"/>
                    <a:pt x="1352" y="2481"/>
                    <a:pt x="1710" y="1763"/>
                  </a:cubicBezTo>
                  <a:cubicBezTo>
                    <a:pt x="2117" y="1787"/>
                    <a:pt x="2434" y="1800"/>
                    <a:pt x="2441" y="1800"/>
                  </a:cubicBezTo>
                  <a:cubicBezTo>
                    <a:pt x="2443" y="1800"/>
                    <a:pt x="2446" y="1800"/>
                    <a:pt x="2448" y="1800"/>
                  </a:cubicBezTo>
                  <a:cubicBezTo>
                    <a:pt x="2485" y="1800"/>
                    <a:pt x="2519" y="1779"/>
                    <a:pt x="2533" y="1741"/>
                  </a:cubicBezTo>
                  <a:cubicBezTo>
                    <a:pt x="2558" y="1682"/>
                    <a:pt x="2579" y="1633"/>
                    <a:pt x="2012" y="1093"/>
                  </a:cubicBezTo>
                  <a:cubicBezTo>
                    <a:pt x="2126" y="822"/>
                    <a:pt x="2249" y="495"/>
                    <a:pt x="2237" y="387"/>
                  </a:cubicBezTo>
                  <a:cubicBezTo>
                    <a:pt x="2234" y="341"/>
                    <a:pt x="2197" y="285"/>
                    <a:pt x="2107" y="285"/>
                  </a:cubicBezTo>
                  <a:cubicBezTo>
                    <a:pt x="2040" y="285"/>
                    <a:pt x="1895" y="313"/>
                    <a:pt x="1423" y="550"/>
                  </a:cubicBezTo>
                  <a:cubicBezTo>
                    <a:pt x="1198" y="350"/>
                    <a:pt x="843" y="42"/>
                    <a:pt x="775" y="8"/>
                  </a:cubicBezTo>
                  <a:cubicBezTo>
                    <a:pt x="762" y="3"/>
                    <a:pt x="749" y="0"/>
                    <a:pt x="7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22"/>
            <p:cNvSpPr/>
            <p:nvPr/>
          </p:nvSpPr>
          <p:spPr>
            <a:xfrm>
              <a:off x="6815220" y="4899330"/>
              <a:ext cx="115525" cy="116098"/>
            </a:xfrm>
            <a:custGeom>
              <a:avLst/>
              <a:gdLst/>
              <a:ahLst/>
              <a:cxnLst/>
              <a:rect l="l" t="t" r="r" b="b"/>
              <a:pathLst>
                <a:path w="1814" h="1823" extrusionOk="0">
                  <a:moveTo>
                    <a:pt x="969" y="234"/>
                  </a:moveTo>
                  <a:cubicBezTo>
                    <a:pt x="991" y="315"/>
                    <a:pt x="1018" y="416"/>
                    <a:pt x="1034" y="484"/>
                  </a:cubicBezTo>
                  <a:cubicBezTo>
                    <a:pt x="1077" y="666"/>
                    <a:pt x="1089" y="706"/>
                    <a:pt x="1111" y="737"/>
                  </a:cubicBezTo>
                  <a:cubicBezTo>
                    <a:pt x="1132" y="768"/>
                    <a:pt x="1166" y="783"/>
                    <a:pt x="1345" y="845"/>
                  </a:cubicBezTo>
                  <a:cubicBezTo>
                    <a:pt x="1410" y="870"/>
                    <a:pt x="1506" y="904"/>
                    <a:pt x="1577" y="935"/>
                  </a:cubicBezTo>
                  <a:cubicBezTo>
                    <a:pt x="1478" y="978"/>
                    <a:pt x="1311" y="1039"/>
                    <a:pt x="1169" y="1092"/>
                  </a:cubicBezTo>
                  <a:cubicBezTo>
                    <a:pt x="1148" y="1098"/>
                    <a:pt x="1129" y="1113"/>
                    <a:pt x="1120" y="1135"/>
                  </a:cubicBezTo>
                  <a:cubicBezTo>
                    <a:pt x="1049" y="1302"/>
                    <a:pt x="960" y="1490"/>
                    <a:pt x="901" y="1595"/>
                  </a:cubicBezTo>
                  <a:cubicBezTo>
                    <a:pt x="861" y="1481"/>
                    <a:pt x="802" y="1280"/>
                    <a:pt x="759" y="1107"/>
                  </a:cubicBezTo>
                  <a:cubicBezTo>
                    <a:pt x="753" y="1076"/>
                    <a:pt x="728" y="1052"/>
                    <a:pt x="698" y="1046"/>
                  </a:cubicBezTo>
                  <a:cubicBezTo>
                    <a:pt x="528" y="1015"/>
                    <a:pt x="334" y="972"/>
                    <a:pt x="226" y="941"/>
                  </a:cubicBezTo>
                  <a:cubicBezTo>
                    <a:pt x="392" y="854"/>
                    <a:pt x="565" y="774"/>
                    <a:pt x="738" y="706"/>
                  </a:cubicBezTo>
                  <a:cubicBezTo>
                    <a:pt x="759" y="697"/>
                    <a:pt x="775" y="682"/>
                    <a:pt x="784" y="660"/>
                  </a:cubicBezTo>
                  <a:cubicBezTo>
                    <a:pt x="839" y="515"/>
                    <a:pt x="901" y="373"/>
                    <a:pt x="969" y="234"/>
                  </a:cubicBezTo>
                  <a:close/>
                  <a:moveTo>
                    <a:pt x="987" y="0"/>
                  </a:moveTo>
                  <a:cubicBezTo>
                    <a:pt x="938" y="0"/>
                    <a:pt x="864" y="0"/>
                    <a:pt x="645" y="571"/>
                  </a:cubicBezTo>
                  <a:cubicBezTo>
                    <a:pt x="37" y="814"/>
                    <a:pt x="16" y="895"/>
                    <a:pt x="7" y="928"/>
                  </a:cubicBezTo>
                  <a:cubicBezTo>
                    <a:pt x="0" y="956"/>
                    <a:pt x="7" y="984"/>
                    <a:pt x="22" y="1009"/>
                  </a:cubicBezTo>
                  <a:cubicBezTo>
                    <a:pt x="37" y="1030"/>
                    <a:pt x="84" y="1092"/>
                    <a:pt x="614" y="1197"/>
                  </a:cubicBezTo>
                  <a:cubicBezTo>
                    <a:pt x="775" y="1823"/>
                    <a:pt x="830" y="1823"/>
                    <a:pt x="889" y="1823"/>
                  </a:cubicBezTo>
                  <a:lnTo>
                    <a:pt x="895" y="1823"/>
                  </a:lnTo>
                  <a:cubicBezTo>
                    <a:pt x="944" y="1820"/>
                    <a:pt x="1000" y="1817"/>
                    <a:pt x="1256" y="1231"/>
                  </a:cubicBezTo>
                  <a:cubicBezTo>
                    <a:pt x="1413" y="1175"/>
                    <a:pt x="1715" y="1064"/>
                    <a:pt x="1780" y="1006"/>
                  </a:cubicBezTo>
                  <a:cubicBezTo>
                    <a:pt x="1802" y="984"/>
                    <a:pt x="1814" y="950"/>
                    <a:pt x="1811" y="919"/>
                  </a:cubicBezTo>
                  <a:cubicBezTo>
                    <a:pt x="1796" y="845"/>
                    <a:pt x="1715" y="805"/>
                    <a:pt x="1404" y="694"/>
                  </a:cubicBezTo>
                  <a:cubicBezTo>
                    <a:pt x="1345" y="672"/>
                    <a:pt x="1274" y="648"/>
                    <a:pt x="1240" y="632"/>
                  </a:cubicBezTo>
                  <a:cubicBezTo>
                    <a:pt x="1231" y="598"/>
                    <a:pt x="1209" y="515"/>
                    <a:pt x="1194" y="447"/>
                  </a:cubicBezTo>
                  <a:cubicBezTo>
                    <a:pt x="1139" y="228"/>
                    <a:pt x="1105" y="93"/>
                    <a:pt x="1065" y="40"/>
                  </a:cubicBezTo>
                  <a:cubicBezTo>
                    <a:pt x="1046" y="15"/>
                    <a:pt x="1018" y="3"/>
                    <a:pt x="98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77" name="Google Shape;2277;p22"/>
            <p:cNvGrpSpPr/>
            <p:nvPr/>
          </p:nvGrpSpPr>
          <p:grpSpPr>
            <a:xfrm>
              <a:off x="7824041" y="4466983"/>
              <a:ext cx="367879" cy="258973"/>
              <a:chOff x="8341725" y="115829"/>
              <a:chExt cx="267198" cy="188098"/>
            </a:xfrm>
          </p:grpSpPr>
          <p:sp>
            <p:nvSpPr>
              <p:cNvPr id="2278" name="Google Shape;2278;p22"/>
              <p:cNvSpPr/>
              <p:nvPr/>
            </p:nvSpPr>
            <p:spPr>
              <a:xfrm>
                <a:off x="8405670" y="188118"/>
                <a:ext cx="107912" cy="91561"/>
              </a:xfrm>
              <a:custGeom>
                <a:avLst/>
                <a:gdLst/>
                <a:ahLst/>
                <a:cxnLst/>
                <a:rect l="l" t="t" r="r" b="b"/>
                <a:pathLst>
                  <a:path w="2884" h="2447" extrusionOk="0">
                    <a:moveTo>
                      <a:pt x="1471" y="0"/>
                    </a:moveTo>
                    <a:cubicBezTo>
                      <a:pt x="674" y="0"/>
                      <a:pt x="207" y="963"/>
                      <a:pt x="0" y="1543"/>
                    </a:cubicBezTo>
                    <a:lnTo>
                      <a:pt x="509" y="1710"/>
                    </a:lnTo>
                    <a:cubicBezTo>
                      <a:pt x="509" y="1710"/>
                      <a:pt x="918" y="578"/>
                      <a:pt x="1479" y="578"/>
                    </a:cubicBezTo>
                    <a:cubicBezTo>
                      <a:pt x="1552" y="578"/>
                      <a:pt x="1626" y="597"/>
                      <a:pt x="1703" y="639"/>
                    </a:cubicBezTo>
                    <a:cubicBezTo>
                      <a:pt x="2375" y="1009"/>
                      <a:pt x="2030" y="2212"/>
                      <a:pt x="2030" y="2212"/>
                    </a:cubicBezTo>
                    <a:lnTo>
                      <a:pt x="2647" y="2447"/>
                    </a:lnTo>
                    <a:cubicBezTo>
                      <a:pt x="2770" y="1759"/>
                      <a:pt x="2884" y="312"/>
                      <a:pt x="1724" y="32"/>
                    </a:cubicBezTo>
                    <a:cubicBezTo>
                      <a:pt x="1636" y="10"/>
                      <a:pt x="1552" y="0"/>
                      <a:pt x="1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22"/>
              <p:cNvSpPr/>
              <p:nvPr/>
            </p:nvSpPr>
            <p:spPr>
              <a:xfrm>
                <a:off x="8341725" y="115829"/>
                <a:ext cx="267198" cy="188098"/>
              </a:xfrm>
              <a:custGeom>
                <a:avLst/>
                <a:gdLst/>
                <a:ahLst/>
                <a:cxnLst/>
                <a:rect l="l" t="t" r="r" b="b"/>
                <a:pathLst>
                  <a:path w="7141" h="5027" extrusionOk="0">
                    <a:moveTo>
                      <a:pt x="3198" y="0"/>
                    </a:moveTo>
                    <a:cubicBezTo>
                      <a:pt x="998" y="0"/>
                      <a:pt x="1" y="2926"/>
                      <a:pt x="1" y="2926"/>
                    </a:cubicBezTo>
                    <a:lnTo>
                      <a:pt x="475" y="3080"/>
                    </a:lnTo>
                    <a:cubicBezTo>
                      <a:pt x="742" y="2290"/>
                      <a:pt x="1495" y="619"/>
                      <a:pt x="3054" y="619"/>
                    </a:cubicBezTo>
                    <a:cubicBezTo>
                      <a:pt x="3284" y="619"/>
                      <a:pt x="3531" y="655"/>
                      <a:pt x="3797" y="736"/>
                    </a:cubicBezTo>
                    <a:cubicBezTo>
                      <a:pt x="6456" y="1541"/>
                      <a:pt x="5916" y="4018"/>
                      <a:pt x="5648" y="4866"/>
                    </a:cubicBezTo>
                    <a:lnTo>
                      <a:pt x="6067" y="5026"/>
                    </a:lnTo>
                    <a:cubicBezTo>
                      <a:pt x="6067" y="5026"/>
                      <a:pt x="7141" y="1301"/>
                      <a:pt x="4223" y="199"/>
                    </a:cubicBezTo>
                    <a:cubicBezTo>
                      <a:pt x="3856" y="61"/>
                      <a:pt x="3515" y="0"/>
                      <a:pt x="31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22"/>
              <p:cNvSpPr/>
              <p:nvPr/>
            </p:nvSpPr>
            <p:spPr>
              <a:xfrm>
                <a:off x="8359386" y="138953"/>
                <a:ext cx="223906" cy="158950"/>
              </a:xfrm>
              <a:custGeom>
                <a:avLst/>
                <a:gdLst/>
                <a:ahLst/>
                <a:cxnLst/>
                <a:rect l="l" t="t" r="r" b="b"/>
                <a:pathLst>
                  <a:path w="5984" h="4248" extrusionOk="0">
                    <a:moveTo>
                      <a:pt x="2582" y="1"/>
                    </a:moveTo>
                    <a:cubicBezTo>
                      <a:pt x="1023" y="1"/>
                      <a:pt x="269" y="1672"/>
                      <a:pt x="0" y="2459"/>
                    </a:cubicBezTo>
                    <a:lnTo>
                      <a:pt x="627" y="2660"/>
                    </a:lnTo>
                    <a:cubicBezTo>
                      <a:pt x="890" y="1900"/>
                      <a:pt x="1508" y="619"/>
                      <a:pt x="2695" y="619"/>
                    </a:cubicBezTo>
                    <a:cubicBezTo>
                      <a:pt x="2983" y="619"/>
                      <a:pt x="3304" y="694"/>
                      <a:pt x="3661" y="871"/>
                    </a:cubicBezTo>
                    <a:cubicBezTo>
                      <a:pt x="4861" y="1463"/>
                      <a:pt x="4710" y="3199"/>
                      <a:pt x="4562" y="4017"/>
                    </a:cubicBezTo>
                    <a:lnTo>
                      <a:pt x="5173" y="4248"/>
                    </a:lnTo>
                    <a:cubicBezTo>
                      <a:pt x="5444" y="3400"/>
                      <a:pt x="5984" y="923"/>
                      <a:pt x="3325" y="118"/>
                    </a:cubicBezTo>
                    <a:cubicBezTo>
                      <a:pt x="3059" y="37"/>
                      <a:pt x="2812" y="1"/>
                      <a:pt x="258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22"/>
              <p:cNvSpPr/>
              <p:nvPr/>
            </p:nvSpPr>
            <p:spPr>
              <a:xfrm>
                <a:off x="8382696" y="162076"/>
                <a:ext cx="158613" cy="127182"/>
              </a:xfrm>
              <a:custGeom>
                <a:avLst/>
                <a:gdLst/>
                <a:ahLst/>
                <a:cxnLst/>
                <a:rect l="l" t="t" r="r" b="b"/>
                <a:pathLst>
                  <a:path w="4239" h="3399" extrusionOk="0">
                    <a:moveTo>
                      <a:pt x="2072" y="1"/>
                    </a:moveTo>
                    <a:cubicBezTo>
                      <a:pt x="884" y="1"/>
                      <a:pt x="264" y="1282"/>
                      <a:pt x="0" y="2042"/>
                    </a:cubicBezTo>
                    <a:lnTo>
                      <a:pt x="614" y="2239"/>
                    </a:lnTo>
                    <a:cubicBezTo>
                      <a:pt x="824" y="1659"/>
                      <a:pt x="1288" y="696"/>
                      <a:pt x="2085" y="696"/>
                    </a:cubicBezTo>
                    <a:cubicBezTo>
                      <a:pt x="2166" y="696"/>
                      <a:pt x="2250" y="706"/>
                      <a:pt x="2338" y="728"/>
                    </a:cubicBezTo>
                    <a:cubicBezTo>
                      <a:pt x="3498" y="1008"/>
                      <a:pt x="3384" y="2455"/>
                      <a:pt x="3261" y="3140"/>
                    </a:cubicBezTo>
                    <a:lnTo>
                      <a:pt x="3939" y="3399"/>
                    </a:lnTo>
                    <a:cubicBezTo>
                      <a:pt x="4084" y="2581"/>
                      <a:pt x="4238" y="845"/>
                      <a:pt x="3038" y="253"/>
                    </a:cubicBezTo>
                    <a:cubicBezTo>
                      <a:pt x="2681" y="76"/>
                      <a:pt x="2360" y="1"/>
                      <a:pt x="20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22"/>
              <p:cNvSpPr/>
              <p:nvPr/>
            </p:nvSpPr>
            <p:spPr>
              <a:xfrm>
                <a:off x="8355644" y="135024"/>
                <a:ext cx="241044" cy="163814"/>
              </a:xfrm>
              <a:custGeom>
                <a:avLst/>
                <a:gdLst/>
                <a:ahLst/>
                <a:cxnLst/>
                <a:rect l="l" t="t" r="r" b="b"/>
                <a:pathLst>
                  <a:path w="6442" h="4378" extrusionOk="0">
                    <a:moveTo>
                      <a:pt x="2825" y="0"/>
                    </a:moveTo>
                    <a:cubicBezTo>
                      <a:pt x="2536" y="0"/>
                      <a:pt x="2256" y="58"/>
                      <a:pt x="1985" y="174"/>
                    </a:cubicBezTo>
                    <a:cubicBezTo>
                      <a:pt x="671" y="738"/>
                      <a:pt x="48" y="2465"/>
                      <a:pt x="23" y="2536"/>
                    </a:cubicBezTo>
                    <a:cubicBezTo>
                      <a:pt x="0" y="2602"/>
                      <a:pt x="51" y="2647"/>
                      <a:pt x="102" y="2647"/>
                    </a:cubicBezTo>
                    <a:cubicBezTo>
                      <a:pt x="133" y="2647"/>
                      <a:pt x="164" y="2630"/>
                      <a:pt x="178" y="2592"/>
                    </a:cubicBezTo>
                    <a:cubicBezTo>
                      <a:pt x="184" y="2573"/>
                      <a:pt x="801" y="862"/>
                      <a:pt x="2050" y="322"/>
                    </a:cubicBezTo>
                    <a:cubicBezTo>
                      <a:pt x="2299" y="216"/>
                      <a:pt x="2558" y="163"/>
                      <a:pt x="2824" y="163"/>
                    </a:cubicBezTo>
                    <a:cubicBezTo>
                      <a:pt x="3140" y="163"/>
                      <a:pt x="3467" y="238"/>
                      <a:pt x="3802" y="387"/>
                    </a:cubicBezTo>
                    <a:cubicBezTo>
                      <a:pt x="4822" y="843"/>
                      <a:pt x="5368" y="1630"/>
                      <a:pt x="5424" y="2728"/>
                    </a:cubicBezTo>
                    <a:cubicBezTo>
                      <a:pt x="5445" y="3249"/>
                      <a:pt x="5368" y="3773"/>
                      <a:pt x="5199" y="4267"/>
                    </a:cubicBezTo>
                    <a:cubicBezTo>
                      <a:pt x="5183" y="4310"/>
                      <a:pt x="5205" y="4356"/>
                      <a:pt x="5245" y="4371"/>
                    </a:cubicBezTo>
                    <a:cubicBezTo>
                      <a:pt x="5254" y="4375"/>
                      <a:pt x="5263" y="4378"/>
                      <a:pt x="5276" y="4378"/>
                    </a:cubicBezTo>
                    <a:cubicBezTo>
                      <a:pt x="5307" y="4375"/>
                      <a:pt x="5334" y="4356"/>
                      <a:pt x="5347" y="4325"/>
                    </a:cubicBezTo>
                    <a:cubicBezTo>
                      <a:pt x="5359" y="4294"/>
                      <a:pt x="6442" y="1389"/>
                      <a:pt x="3863" y="239"/>
                    </a:cubicBezTo>
                    <a:cubicBezTo>
                      <a:pt x="3508" y="79"/>
                      <a:pt x="3161" y="0"/>
                      <a:pt x="2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22"/>
              <p:cNvSpPr/>
              <p:nvPr/>
            </p:nvSpPr>
            <p:spPr>
              <a:xfrm>
                <a:off x="8378917" y="160430"/>
                <a:ext cx="167107" cy="131822"/>
              </a:xfrm>
              <a:custGeom>
                <a:avLst/>
                <a:gdLst/>
                <a:ahLst/>
                <a:cxnLst/>
                <a:rect l="l" t="t" r="r" b="b"/>
                <a:pathLst>
                  <a:path w="4466" h="3523" extrusionOk="0">
                    <a:moveTo>
                      <a:pt x="2270" y="0"/>
                    </a:moveTo>
                    <a:cubicBezTo>
                      <a:pt x="2003" y="0"/>
                      <a:pt x="1745" y="61"/>
                      <a:pt x="1499" y="183"/>
                    </a:cubicBezTo>
                    <a:cubicBezTo>
                      <a:pt x="493" y="679"/>
                      <a:pt x="43" y="2005"/>
                      <a:pt x="21" y="2064"/>
                    </a:cubicBezTo>
                    <a:cubicBezTo>
                      <a:pt x="0" y="2127"/>
                      <a:pt x="51" y="2169"/>
                      <a:pt x="100" y="2169"/>
                    </a:cubicBezTo>
                    <a:cubicBezTo>
                      <a:pt x="131" y="2169"/>
                      <a:pt x="162" y="2153"/>
                      <a:pt x="175" y="2113"/>
                    </a:cubicBezTo>
                    <a:cubicBezTo>
                      <a:pt x="182" y="2101"/>
                      <a:pt x="626" y="793"/>
                      <a:pt x="1573" y="328"/>
                    </a:cubicBezTo>
                    <a:cubicBezTo>
                      <a:pt x="1793" y="217"/>
                      <a:pt x="2027" y="162"/>
                      <a:pt x="2269" y="162"/>
                    </a:cubicBezTo>
                    <a:cubicBezTo>
                      <a:pt x="2467" y="162"/>
                      <a:pt x="2671" y="199"/>
                      <a:pt x="2880" y="272"/>
                    </a:cubicBezTo>
                    <a:cubicBezTo>
                      <a:pt x="4466" y="818"/>
                      <a:pt x="3966" y="3403"/>
                      <a:pt x="3960" y="3427"/>
                    </a:cubicBezTo>
                    <a:cubicBezTo>
                      <a:pt x="3951" y="3470"/>
                      <a:pt x="3978" y="3514"/>
                      <a:pt x="4022" y="3523"/>
                    </a:cubicBezTo>
                    <a:lnTo>
                      <a:pt x="4040" y="3523"/>
                    </a:lnTo>
                    <a:cubicBezTo>
                      <a:pt x="4077" y="3523"/>
                      <a:pt x="4108" y="3495"/>
                      <a:pt x="4114" y="3461"/>
                    </a:cubicBezTo>
                    <a:cubicBezTo>
                      <a:pt x="4200" y="2986"/>
                      <a:pt x="4222" y="2505"/>
                      <a:pt x="4179" y="2027"/>
                    </a:cubicBezTo>
                    <a:cubicBezTo>
                      <a:pt x="4077" y="1025"/>
                      <a:pt x="3648" y="365"/>
                      <a:pt x="2933" y="118"/>
                    </a:cubicBezTo>
                    <a:cubicBezTo>
                      <a:pt x="2706" y="40"/>
                      <a:pt x="2485" y="0"/>
                      <a:pt x="22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22"/>
              <p:cNvSpPr/>
              <p:nvPr/>
            </p:nvSpPr>
            <p:spPr>
              <a:xfrm>
                <a:off x="8401853" y="185237"/>
                <a:ext cx="121906" cy="97435"/>
              </a:xfrm>
              <a:custGeom>
                <a:avLst/>
                <a:gdLst/>
                <a:ahLst/>
                <a:cxnLst/>
                <a:rect l="l" t="t" r="r" b="b"/>
                <a:pathLst>
                  <a:path w="3258" h="2604" extrusionOk="0">
                    <a:moveTo>
                      <a:pt x="1629" y="1"/>
                    </a:moveTo>
                    <a:cubicBezTo>
                      <a:pt x="1471" y="1"/>
                      <a:pt x="1312" y="37"/>
                      <a:pt x="1166" y="109"/>
                    </a:cubicBezTo>
                    <a:cubicBezTo>
                      <a:pt x="429" y="457"/>
                      <a:pt x="41" y="1549"/>
                      <a:pt x="22" y="1595"/>
                    </a:cubicBezTo>
                    <a:cubicBezTo>
                      <a:pt x="1" y="1659"/>
                      <a:pt x="52" y="1703"/>
                      <a:pt x="103" y="1703"/>
                    </a:cubicBezTo>
                    <a:cubicBezTo>
                      <a:pt x="133" y="1703"/>
                      <a:pt x="163" y="1686"/>
                      <a:pt x="176" y="1648"/>
                    </a:cubicBezTo>
                    <a:cubicBezTo>
                      <a:pt x="182" y="1638"/>
                      <a:pt x="562" y="574"/>
                      <a:pt x="1237" y="254"/>
                    </a:cubicBezTo>
                    <a:cubicBezTo>
                      <a:pt x="1360" y="194"/>
                      <a:pt x="1495" y="163"/>
                      <a:pt x="1630" y="163"/>
                    </a:cubicBezTo>
                    <a:cubicBezTo>
                      <a:pt x="1738" y="163"/>
                      <a:pt x="1847" y="183"/>
                      <a:pt x="1950" y="223"/>
                    </a:cubicBezTo>
                    <a:cubicBezTo>
                      <a:pt x="3069" y="624"/>
                      <a:pt x="2674" y="2487"/>
                      <a:pt x="2668" y="2505"/>
                    </a:cubicBezTo>
                    <a:cubicBezTo>
                      <a:pt x="2659" y="2548"/>
                      <a:pt x="2687" y="2592"/>
                      <a:pt x="2730" y="2601"/>
                    </a:cubicBezTo>
                    <a:cubicBezTo>
                      <a:pt x="2736" y="2604"/>
                      <a:pt x="2742" y="2604"/>
                      <a:pt x="2749" y="2604"/>
                    </a:cubicBezTo>
                    <a:cubicBezTo>
                      <a:pt x="2786" y="2601"/>
                      <a:pt x="2816" y="2576"/>
                      <a:pt x="2826" y="2539"/>
                    </a:cubicBezTo>
                    <a:cubicBezTo>
                      <a:pt x="2844" y="2456"/>
                      <a:pt x="3257" y="519"/>
                      <a:pt x="2002" y="69"/>
                    </a:cubicBezTo>
                    <a:cubicBezTo>
                      <a:pt x="1882" y="23"/>
                      <a:pt x="1755" y="1"/>
                      <a:pt x="16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5" name="Google Shape;2285;p22"/>
            <p:cNvGrpSpPr/>
            <p:nvPr/>
          </p:nvGrpSpPr>
          <p:grpSpPr>
            <a:xfrm>
              <a:off x="1836590" y="98137"/>
              <a:ext cx="5187333" cy="313951"/>
              <a:chOff x="1836590" y="98137"/>
              <a:chExt cx="5187333" cy="313951"/>
            </a:xfrm>
          </p:grpSpPr>
          <p:sp>
            <p:nvSpPr>
              <p:cNvPr id="2286" name="Google Shape;2286;p22"/>
              <p:cNvSpPr/>
              <p:nvPr/>
            </p:nvSpPr>
            <p:spPr>
              <a:xfrm>
                <a:off x="6927700" y="120062"/>
                <a:ext cx="96224" cy="96476"/>
              </a:xfrm>
              <a:custGeom>
                <a:avLst/>
                <a:gdLst/>
                <a:ahLst/>
                <a:cxnLst/>
                <a:rect l="l" t="t" r="r" b="b"/>
                <a:pathLst>
                  <a:path w="1121" h="1124" extrusionOk="0">
                    <a:moveTo>
                      <a:pt x="563" y="164"/>
                    </a:moveTo>
                    <a:lnTo>
                      <a:pt x="563" y="164"/>
                    </a:lnTo>
                    <a:cubicBezTo>
                      <a:pt x="782" y="168"/>
                      <a:pt x="960" y="347"/>
                      <a:pt x="957" y="565"/>
                    </a:cubicBezTo>
                    <a:cubicBezTo>
                      <a:pt x="957" y="784"/>
                      <a:pt x="778" y="960"/>
                      <a:pt x="562" y="960"/>
                    </a:cubicBezTo>
                    <a:cubicBezTo>
                      <a:pt x="340" y="960"/>
                      <a:pt x="164" y="781"/>
                      <a:pt x="164" y="562"/>
                    </a:cubicBezTo>
                    <a:cubicBezTo>
                      <a:pt x="164" y="341"/>
                      <a:pt x="342" y="166"/>
                      <a:pt x="563" y="164"/>
                    </a:cubicBezTo>
                    <a:close/>
                    <a:moveTo>
                      <a:pt x="562" y="1"/>
                    </a:moveTo>
                    <a:cubicBezTo>
                      <a:pt x="251" y="1"/>
                      <a:pt x="1" y="251"/>
                      <a:pt x="1" y="562"/>
                    </a:cubicBezTo>
                    <a:cubicBezTo>
                      <a:pt x="1" y="871"/>
                      <a:pt x="251" y="1121"/>
                      <a:pt x="559" y="1124"/>
                    </a:cubicBezTo>
                    <a:lnTo>
                      <a:pt x="562" y="1124"/>
                    </a:lnTo>
                    <a:cubicBezTo>
                      <a:pt x="871" y="1121"/>
                      <a:pt x="1121" y="871"/>
                      <a:pt x="1121" y="562"/>
                    </a:cubicBezTo>
                    <a:cubicBezTo>
                      <a:pt x="1121" y="251"/>
                      <a:pt x="871" y="1"/>
                      <a:pt x="5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22"/>
              <p:cNvSpPr/>
              <p:nvPr/>
            </p:nvSpPr>
            <p:spPr>
              <a:xfrm>
                <a:off x="2459614" y="204667"/>
                <a:ext cx="161423" cy="148928"/>
              </a:xfrm>
              <a:custGeom>
                <a:avLst/>
                <a:gdLst/>
                <a:ahLst/>
                <a:cxnLst/>
                <a:rect l="l" t="t" r="r" b="b"/>
                <a:pathLst>
                  <a:path w="2558" h="2360" extrusionOk="0">
                    <a:moveTo>
                      <a:pt x="1855" y="179"/>
                    </a:moveTo>
                    <a:lnTo>
                      <a:pt x="1855" y="179"/>
                    </a:lnTo>
                    <a:cubicBezTo>
                      <a:pt x="1827" y="306"/>
                      <a:pt x="1771" y="531"/>
                      <a:pt x="1707" y="790"/>
                    </a:cubicBezTo>
                    <a:cubicBezTo>
                      <a:pt x="1583" y="710"/>
                      <a:pt x="1457" y="630"/>
                      <a:pt x="1330" y="553"/>
                    </a:cubicBezTo>
                    <a:cubicBezTo>
                      <a:pt x="1629" y="306"/>
                      <a:pt x="1781" y="213"/>
                      <a:pt x="1855" y="179"/>
                    </a:cubicBezTo>
                    <a:close/>
                    <a:moveTo>
                      <a:pt x="522" y="287"/>
                    </a:moveTo>
                    <a:cubicBezTo>
                      <a:pt x="704" y="374"/>
                      <a:pt x="880" y="469"/>
                      <a:pt x="1053" y="577"/>
                    </a:cubicBezTo>
                    <a:cubicBezTo>
                      <a:pt x="942" y="670"/>
                      <a:pt x="824" y="778"/>
                      <a:pt x="698" y="892"/>
                    </a:cubicBezTo>
                    <a:cubicBezTo>
                      <a:pt x="575" y="559"/>
                      <a:pt x="531" y="371"/>
                      <a:pt x="522" y="287"/>
                    </a:cubicBezTo>
                    <a:close/>
                    <a:moveTo>
                      <a:pt x="1811" y="1046"/>
                    </a:moveTo>
                    <a:cubicBezTo>
                      <a:pt x="2070" y="1219"/>
                      <a:pt x="2225" y="1330"/>
                      <a:pt x="2308" y="1398"/>
                    </a:cubicBezTo>
                    <a:cubicBezTo>
                      <a:pt x="2188" y="1413"/>
                      <a:pt x="1981" y="1438"/>
                      <a:pt x="1694" y="1462"/>
                    </a:cubicBezTo>
                    <a:cubicBezTo>
                      <a:pt x="1731" y="1336"/>
                      <a:pt x="1771" y="1197"/>
                      <a:pt x="1808" y="1046"/>
                    </a:cubicBezTo>
                    <a:close/>
                    <a:moveTo>
                      <a:pt x="1201" y="664"/>
                    </a:moveTo>
                    <a:cubicBezTo>
                      <a:pt x="1355" y="756"/>
                      <a:pt x="1515" y="855"/>
                      <a:pt x="1666" y="954"/>
                    </a:cubicBezTo>
                    <a:cubicBezTo>
                      <a:pt x="1617" y="1148"/>
                      <a:pt x="1571" y="1324"/>
                      <a:pt x="1525" y="1478"/>
                    </a:cubicBezTo>
                    <a:cubicBezTo>
                      <a:pt x="1336" y="1493"/>
                      <a:pt x="1136" y="1509"/>
                      <a:pt x="951" y="1521"/>
                    </a:cubicBezTo>
                    <a:cubicBezTo>
                      <a:pt x="883" y="1367"/>
                      <a:pt x="815" y="1210"/>
                      <a:pt x="757" y="1055"/>
                    </a:cubicBezTo>
                    <a:cubicBezTo>
                      <a:pt x="917" y="910"/>
                      <a:pt x="1065" y="778"/>
                      <a:pt x="1201" y="664"/>
                    </a:cubicBezTo>
                    <a:close/>
                    <a:moveTo>
                      <a:pt x="630" y="1173"/>
                    </a:moveTo>
                    <a:cubicBezTo>
                      <a:pt x="676" y="1293"/>
                      <a:pt x="726" y="1413"/>
                      <a:pt x="775" y="1530"/>
                    </a:cubicBezTo>
                    <a:cubicBezTo>
                      <a:pt x="613" y="1539"/>
                      <a:pt x="473" y="1543"/>
                      <a:pt x="370" y="1543"/>
                    </a:cubicBezTo>
                    <a:cubicBezTo>
                      <a:pt x="319" y="1543"/>
                      <a:pt x="276" y="1542"/>
                      <a:pt x="245" y="1540"/>
                    </a:cubicBezTo>
                    <a:cubicBezTo>
                      <a:pt x="337" y="1450"/>
                      <a:pt x="476" y="1317"/>
                      <a:pt x="630" y="1173"/>
                    </a:cubicBezTo>
                    <a:close/>
                    <a:moveTo>
                      <a:pt x="1472" y="1644"/>
                    </a:moveTo>
                    <a:lnTo>
                      <a:pt x="1472" y="1644"/>
                    </a:lnTo>
                    <a:cubicBezTo>
                      <a:pt x="1370" y="1981"/>
                      <a:pt x="1306" y="2116"/>
                      <a:pt x="1275" y="2172"/>
                    </a:cubicBezTo>
                    <a:cubicBezTo>
                      <a:pt x="1176" y="2015"/>
                      <a:pt x="1090" y="1848"/>
                      <a:pt x="1019" y="1678"/>
                    </a:cubicBezTo>
                    <a:cubicBezTo>
                      <a:pt x="1167" y="1672"/>
                      <a:pt x="1321" y="1657"/>
                      <a:pt x="1472" y="1644"/>
                    </a:cubicBezTo>
                    <a:close/>
                    <a:moveTo>
                      <a:pt x="1916" y="0"/>
                    </a:moveTo>
                    <a:cubicBezTo>
                      <a:pt x="1833" y="0"/>
                      <a:pt x="1673" y="53"/>
                      <a:pt x="1182" y="466"/>
                    </a:cubicBezTo>
                    <a:cubicBezTo>
                      <a:pt x="960" y="334"/>
                      <a:pt x="618" y="136"/>
                      <a:pt x="507" y="108"/>
                    </a:cubicBezTo>
                    <a:cubicBezTo>
                      <a:pt x="494" y="108"/>
                      <a:pt x="485" y="105"/>
                      <a:pt x="476" y="105"/>
                    </a:cubicBezTo>
                    <a:cubicBezTo>
                      <a:pt x="439" y="105"/>
                      <a:pt x="408" y="124"/>
                      <a:pt x="386" y="155"/>
                    </a:cubicBezTo>
                    <a:cubicBezTo>
                      <a:pt x="359" y="192"/>
                      <a:pt x="297" y="281"/>
                      <a:pt x="568" y="1009"/>
                    </a:cubicBezTo>
                    <a:cubicBezTo>
                      <a:pt x="328" y="1231"/>
                      <a:pt x="118" y="1435"/>
                      <a:pt x="38" y="1515"/>
                    </a:cubicBezTo>
                    <a:cubicBezTo>
                      <a:pt x="10" y="1543"/>
                      <a:pt x="1" y="1583"/>
                      <a:pt x="13" y="1620"/>
                    </a:cubicBezTo>
                    <a:cubicBezTo>
                      <a:pt x="38" y="1681"/>
                      <a:pt x="93" y="1706"/>
                      <a:pt x="374" y="1706"/>
                    </a:cubicBezTo>
                    <a:cubicBezTo>
                      <a:pt x="497" y="1706"/>
                      <a:pt x="655" y="1700"/>
                      <a:pt x="846" y="1691"/>
                    </a:cubicBezTo>
                    <a:cubicBezTo>
                      <a:pt x="966" y="1959"/>
                      <a:pt x="1117" y="2271"/>
                      <a:pt x="1207" y="2338"/>
                    </a:cubicBezTo>
                    <a:cubicBezTo>
                      <a:pt x="1225" y="2351"/>
                      <a:pt x="1247" y="2360"/>
                      <a:pt x="1272" y="2360"/>
                    </a:cubicBezTo>
                    <a:lnTo>
                      <a:pt x="1275" y="2360"/>
                    </a:lnTo>
                    <a:cubicBezTo>
                      <a:pt x="1358" y="2360"/>
                      <a:pt x="1444" y="2304"/>
                      <a:pt x="1648" y="1629"/>
                    </a:cubicBezTo>
                    <a:cubicBezTo>
                      <a:pt x="1947" y="1604"/>
                      <a:pt x="2413" y="1555"/>
                      <a:pt x="2487" y="1530"/>
                    </a:cubicBezTo>
                    <a:cubicBezTo>
                      <a:pt x="2518" y="1515"/>
                      <a:pt x="2539" y="1487"/>
                      <a:pt x="2545" y="1456"/>
                    </a:cubicBezTo>
                    <a:cubicBezTo>
                      <a:pt x="2549" y="1398"/>
                      <a:pt x="2558" y="1339"/>
                      <a:pt x="1851" y="883"/>
                    </a:cubicBezTo>
                    <a:cubicBezTo>
                      <a:pt x="1959" y="466"/>
                      <a:pt x="2037" y="118"/>
                      <a:pt x="2037" y="115"/>
                    </a:cubicBezTo>
                    <a:cubicBezTo>
                      <a:pt x="2040" y="90"/>
                      <a:pt x="2033" y="62"/>
                      <a:pt x="2018" y="44"/>
                    </a:cubicBezTo>
                    <a:cubicBezTo>
                      <a:pt x="1990" y="16"/>
                      <a:pt x="1953" y="0"/>
                      <a:pt x="19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288;p22"/>
              <p:cNvSpPr/>
              <p:nvPr/>
            </p:nvSpPr>
            <p:spPr>
              <a:xfrm rot="-5594267">
                <a:off x="1835213" y="130522"/>
                <a:ext cx="82879" cy="75565"/>
              </a:xfrm>
              <a:custGeom>
                <a:avLst/>
                <a:gdLst/>
                <a:ahLst/>
                <a:cxnLst/>
                <a:rect l="l" t="t" r="r" b="b"/>
                <a:pathLst>
                  <a:path w="1303" h="1188" extrusionOk="0">
                    <a:moveTo>
                      <a:pt x="710" y="173"/>
                    </a:moveTo>
                    <a:cubicBezTo>
                      <a:pt x="941" y="173"/>
                      <a:pt x="1129" y="364"/>
                      <a:pt x="1129" y="595"/>
                    </a:cubicBezTo>
                    <a:cubicBezTo>
                      <a:pt x="1126" y="827"/>
                      <a:pt x="938" y="1012"/>
                      <a:pt x="707" y="1015"/>
                    </a:cubicBezTo>
                    <a:cubicBezTo>
                      <a:pt x="476" y="1015"/>
                      <a:pt x="287" y="823"/>
                      <a:pt x="287" y="592"/>
                    </a:cubicBezTo>
                    <a:cubicBezTo>
                      <a:pt x="287" y="358"/>
                      <a:pt x="479" y="173"/>
                      <a:pt x="710" y="173"/>
                    </a:cubicBezTo>
                    <a:close/>
                    <a:moveTo>
                      <a:pt x="712" y="1"/>
                    </a:moveTo>
                    <a:cubicBezTo>
                      <a:pt x="485" y="1"/>
                      <a:pt x="263" y="130"/>
                      <a:pt x="164" y="364"/>
                    </a:cubicBezTo>
                    <a:cubicBezTo>
                      <a:pt x="1" y="752"/>
                      <a:pt x="284" y="1184"/>
                      <a:pt x="707" y="1187"/>
                    </a:cubicBezTo>
                    <a:lnTo>
                      <a:pt x="710" y="1187"/>
                    </a:lnTo>
                    <a:cubicBezTo>
                      <a:pt x="1034" y="1187"/>
                      <a:pt x="1299" y="922"/>
                      <a:pt x="1302" y="595"/>
                    </a:cubicBezTo>
                    <a:cubicBezTo>
                      <a:pt x="1302" y="438"/>
                      <a:pt x="1240" y="287"/>
                      <a:pt x="1129" y="176"/>
                    </a:cubicBezTo>
                    <a:cubicBezTo>
                      <a:pt x="1012" y="57"/>
                      <a:pt x="861" y="1"/>
                      <a:pt x="7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22"/>
              <p:cNvSpPr/>
              <p:nvPr/>
            </p:nvSpPr>
            <p:spPr>
              <a:xfrm>
                <a:off x="3202824" y="106853"/>
                <a:ext cx="122063" cy="122890"/>
              </a:xfrm>
              <a:custGeom>
                <a:avLst/>
                <a:gdLst/>
                <a:ahLst/>
                <a:cxnLst/>
                <a:rect l="l" t="t" r="r" b="b"/>
                <a:pathLst>
                  <a:path w="1919" h="1932" extrusionOk="0">
                    <a:moveTo>
                      <a:pt x="1024" y="248"/>
                    </a:moveTo>
                    <a:cubicBezTo>
                      <a:pt x="1049" y="331"/>
                      <a:pt x="1076" y="442"/>
                      <a:pt x="1095" y="513"/>
                    </a:cubicBezTo>
                    <a:cubicBezTo>
                      <a:pt x="1141" y="704"/>
                      <a:pt x="1150" y="747"/>
                      <a:pt x="1175" y="781"/>
                    </a:cubicBezTo>
                    <a:cubicBezTo>
                      <a:pt x="1200" y="815"/>
                      <a:pt x="1234" y="828"/>
                      <a:pt x="1425" y="895"/>
                    </a:cubicBezTo>
                    <a:cubicBezTo>
                      <a:pt x="1490" y="920"/>
                      <a:pt x="1592" y="957"/>
                      <a:pt x="1669" y="988"/>
                    </a:cubicBezTo>
                    <a:cubicBezTo>
                      <a:pt x="1561" y="1037"/>
                      <a:pt x="1388" y="1102"/>
                      <a:pt x="1234" y="1154"/>
                    </a:cubicBezTo>
                    <a:cubicBezTo>
                      <a:pt x="1212" y="1164"/>
                      <a:pt x="1194" y="1179"/>
                      <a:pt x="1184" y="1201"/>
                    </a:cubicBezTo>
                    <a:cubicBezTo>
                      <a:pt x="1110" y="1377"/>
                      <a:pt x="1015" y="1577"/>
                      <a:pt x="953" y="1688"/>
                    </a:cubicBezTo>
                    <a:cubicBezTo>
                      <a:pt x="910" y="1568"/>
                      <a:pt x="851" y="1358"/>
                      <a:pt x="805" y="1173"/>
                    </a:cubicBezTo>
                    <a:cubicBezTo>
                      <a:pt x="796" y="1139"/>
                      <a:pt x="771" y="1114"/>
                      <a:pt x="737" y="1108"/>
                    </a:cubicBezTo>
                    <a:cubicBezTo>
                      <a:pt x="558" y="1071"/>
                      <a:pt x="355" y="1028"/>
                      <a:pt x="241" y="994"/>
                    </a:cubicBezTo>
                    <a:cubicBezTo>
                      <a:pt x="416" y="905"/>
                      <a:pt x="595" y="821"/>
                      <a:pt x="780" y="747"/>
                    </a:cubicBezTo>
                    <a:cubicBezTo>
                      <a:pt x="802" y="738"/>
                      <a:pt x="820" y="723"/>
                      <a:pt x="830" y="698"/>
                    </a:cubicBezTo>
                    <a:cubicBezTo>
                      <a:pt x="885" y="547"/>
                      <a:pt x="953" y="396"/>
                      <a:pt x="1024" y="248"/>
                    </a:cubicBezTo>
                    <a:close/>
                    <a:moveTo>
                      <a:pt x="1046" y="1"/>
                    </a:moveTo>
                    <a:cubicBezTo>
                      <a:pt x="993" y="1"/>
                      <a:pt x="916" y="1"/>
                      <a:pt x="685" y="605"/>
                    </a:cubicBezTo>
                    <a:cubicBezTo>
                      <a:pt x="40" y="865"/>
                      <a:pt x="19" y="948"/>
                      <a:pt x="6" y="982"/>
                    </a:cubicBezTo>
                    <a:cubicBezTo>
                      <a:pt x="0" y="1013"/>
                      <a:pt x="6" y="1043"/>
                      <a:pt x="22" y="1068"/>
                    </a:cubicBezTo>
                    <a:cubicBezTo>
                      <a:pt x="40" y="1093"/>
                      <a:pt x="89" y="1158"/>
                      <a:pt x="651" y="1265"/>
                    </a:cubicBezTo>
                    <a:cubicBezTo>
                      <a:pt x="817" y="1932"/>
                      <a:pt x="879" y="1932"/>
                      <a:pt x="941" y="1932"/>
                    </a:cubicBezTo>
                    <a:lnTo>
                      <a:pt x="947" y="1932"/>
                    </a:lnTo>
                    <a:cubicBezTo>
                      <a:pt x="999" y="1929"/>
                      <a:pt x="1058" y="1926"/>
                      <a:pt x="1329" y="1306"/>
                    </a:cubicBezTo>
                    <a:cubicBezTo>
                      <a:pt x="1499" y="1244"/>
                      <a:pt x="1817" y="1127"/>
                      <a:pt x="1885" y="1065"/>
                    </a:cubicBezTo>
                    <a:cubicBezTo>
                      <a:pt x="1909" y="1040"/>
                      <a:pt x="1918" y="1006"/>
                      <a:pt x="1915" y="972"/>
                    </a:cubicBezTo>
                    <a:cubicBezTo>
                      <a:pt x="1900" y="895"/>
                      <a:pt x="1814" y="855"/>
                      <a:pt x="1484" y="735"/>
                    </a:cubicBezTo>
                    <a:cubicBezTo>
                      <a:pt x="1422" y="713"/>
                      <a:pt x="1348" y="686"/>
                      <a:pt x="1314" y="670"/>
                    </a:cubicBezTo>
                    <a:cubicBezTo>
                      <a:pt x="1302" y="633"/>
                      <a:pt x="1280" y="547"/>
                      <a:pt x="1262" y="473"/>
                    </a:cubicBezTo>
                    <a:cubicBezTo>
                      <a:pt x="1203" y="241"/>
                      <a:pt x="1169" y="100"/>
                      <a:pt x="1126" y="44"/>
                    </a:cubicBezTo>
                    <a:cubicBezTo>
                      <a:pt x="1107" y="19"/>
                      <a:pt x="1076" y="4"/>
                      <a:pt x="10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22"/>
              <p:cNvSpPr/>
              <p:nvPr/>
            </p:nvSpPr>
            <p:spPr>
              <a:xfrm>
                <a:off x="3655904" y="211134"/>
                <a:ext cx="102917" cy="102663"/>
              </a:xfrm>
              <a:custGeom>
                <a:avLst/>
                <a:gdLst/>
                <a:ahLst/>
                <a:cxnLst/>
                <a:rect l="l" t="t" r="r" b="b"/>
                <a:pathLst>
                  <a:path w="1618" h="1614" extrusionOk="0">
                    <a:moveTo>
                      <a:pt x="868" y="1"/>
                    </a:moveTo>
                    <a:cubicBezTo>
                      <a:pt x="821" y="1"/>
                      <a:pt x="784" y="38"/>
                      <a:pt x="784" y="87"/>
                    </a:cubicBezTo>
                    <a:lnTo>
                      <a:pt x="781" y="575"/>
                    </a:lnTo>
                    <a:lnTo>
                      <a:pt x="488" y="266"/>
                    </a:lnTo>
                    <a:cubicBezTo>
                      <a:pt x="470" y="251"/>
                      <a:pt x="451" y="245"/>
                      <a:pt x="432" y="245"/>
                    </a:cubicBezTo>
                    <a:cubicBezTo>
                      <a:pt x="369" y="245"/>
                      <a:pt x="316" y="318"/>
                      <a:pt x="362" y="380"/>
                    </a:cubicBezTo>
                    <a:lnTo>
                      <a:pt x="664" y="701"/>
                    </a:lnTo>
                    <a:lnTo>
                      <a:pt x="115" y="707"/>
                    </a:lnTo>
                    <a:cubicBezTo>
                      <a:pt x="1" y="707"/>
                      <a:pt x="1" y="877"/>
                      <a:pt x="115" y="877"/>
                    </a:cubicBezTo>
                    <a:lnTo>
                      <a:pt x="618" y="874"/>
                    </a:lnTo>
                    <a:lnTo>
                      <a:pt x="229" y="1142"/>
                    </a:lnTo>
                    <a:cubicBezTo>
                      <a:pt x="189" y="1170"/>
                      <a:pt x="180" y="1222"/>
                      <a:pt x="208" y="1262"/>
                    </a:cubicBezTo>
                    <a:cubicBezTo>
                      <a:pt x="225" y="1285"/>
                      <a:pt x="252" y="1298"/>
                      <a:pt x="279" y="1298"/>
                    </a:cubicBezTo>
                    <a:cubicBezTo>
                      <a:pt x="296" y="1298"/>
                      <a:pt x="313" y="1293"/>
                      <a:pt x="328" y="1284"/>
                    </a:cubicBezTo>
                    <a:lnTo>
                      <a:pt x="775" y="969"/>
                    </a:lnTo>
                    <a:lnTo>
                      <a:pt x="775" y="1528"/>
                    </a:lnTo>
                    <a:cubicBezTo>
                      <a:pt x="772" y="1574"/>
                      <a:pt x="812" y="1614"/>
                      <a:pt x="858" y="1614"/>
                    </a:cubicBezTo>
                    <a:cubicBezTo>
                      <a:pt x="905" y="1614"/>
                      <a:pt x="945" y="1574"/>
                      <a:pt x="945" y="1528"/>
                    </a:cubicBezTo>
                    <a:lnTo>
                      <a:pt x="948" y="1000"/>
                    </a:lnTo>
                    <a:lnTo>
                      <a:pt x="1259" y="1333"/>
                    </a:lnTo>
                    <a:cubicBezTo>
                      <a:pt x="1278" y="1353"/>
                      <a:pt x="1300" y="1361"/>
                      <a:pt x="1321" y="1361"/>
                    </a:cubicBezTo>
                    <a:cubicBezTo>
                      <a:pt x="1387" y="1361"/>
                      <a:pt x="1444" y="1277"/>
                      <a:pt x="1386" y="1213"/>
                    </a:cubicBezTo>
                    <a:lnTo>
                      <a:pt x="1059" y="868"/>
                    </a:lnTo>
                    <a:lnTo>
                      <a:pt x="1503" y="865"/>
                    </a:lnTo>
                    <a:cubicBezTo>
                      <a:pt x="1617" y="861"/>
                      <a:pt x="1617" y="692"/>
                      <a:pt x="1503" y="692"/>
                    </a:cubicBezTo>
                    <a:lnTo>
                      <a:pt x="1173" y="695"/>
                    </a:lnTo>
                    <a:lnTo>
                      <a:pt x="1518" y="454"/>
                    </a:lnTo>
                    <a:cubicBezTo>
                      <a:pt x="1597" y="401"/>
                      <a:pt x="1544" y="296"/>
                      <a:pt x="1472" y="296"/>
                    </a:cubicBezTo>
                    <a:cubicBezTo>
                      <a:pt x="1456" y="296"/>
                      <a:pt x="1439" y="301"/>
                      <a:pt x="1423" y="312"/>
                    </a:cubicBezTo>
                    <a:lnTo>
                      <a:pt x="951" y="639"/>
                    </a:lnTo>
                    <a:lnTo>
                      <a:pt x="954" y="87"/>
                    </a:lnTo>
                    <a:cubicBezTo>
                      <a:pt x="954" y="41"/>
                      <a:pt x="917" y="1"/>
                      <a:pt x="8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91" name="Google Shape;2291;p22"/>
              <p:cNvGrpSpPr/>
              <p:nvPr/>
            </p:nvGrpSpPr>
            <p:grpSpPr>
              <a:xfrm>
                <a:off x="4283304" y="146142"/>
                <a:ext cx="446685" cy="265947"/>
                <a:chOff x="978054" y="146142"/>
                <a:chExt cx="446685" cy="265947"/>
              </a:xfrm>
            </p:grpSpPr>
            <p:sp>
              <p:nvSpPr>
                <p:cNvPr id="2292" name="Google Shape;2292;p22"/>
                <p:cNvSpPr/>
                <p:nvPr/>
              </p:nvSpPr>
              <p:spPr>
                <a:xfrm>
                  <a:off x="978054" y="151960"/>
                  <a:ext cx="446685" cy="254309"/>
                </a:xfrm>
                <a:custGeom>
                  <a:avLst/>
                  <a:gdLst/>
                  <a:ahLst/>
                  <a:cxnLst/>
                  <a:rect l="l" t="t" r="r" b="b"/>
                  <a:pathLst>
                    <a:path w="6448" h="3671" extrusionOk="0">
                      <a:moveTo>
                        <a:pt x="3915" y="0"/>
                      </a:moveTo>
                      <a:cubicBezTo>
                        <a:pt x="3615" y="0"/>
                        <a:pt x="3350" y="167"/>
                        <a:pt x="3169" y="387"/>
                      </a:cubicBezTo>
                      <a:lnTo>
                        <a:pt x="3169" y="387"/>
                      </a:lnTo>
                      <a:cubicBezTo>
                        <a:pt x="3046" y="288"/>
                        <a:pt x="2886" y="200"/>
                        <a:pt x="2681" y="132"/>
                      </a:cubicBezTo>
                      <a:cubicBezTo>
                        <a:pt x="2511" y="76"/>
                        <a:pt x="2368" y="52"/>
                        <a:pt x="2248" y="52"/>
                      </a:cubicBezTo>
                      <a:cubicBezTo>
                        <a:pt x="1490" y="52"/>
                        <a:pt x="1623" y="1005"/>
                        <a:pt x="1623" y="1005"/>
                      </a:cubicBezTo>
                      <a:cubicBezTo>
                        <a:pt x="1545" y="958"/>
                        <a:pt x="1462" y="937"/>
                        <a:pt x="1377" y="937"/>
                      </a:cubicBezTo>
                      <a:cubicBezTo>
                        <a:pt x="735" y="937"/>
                        <a:pt x="1" y="2154"/>
                        <a:pt x="840" y="2769"/>
                      </a:cubicBezTo>
                      <a:cubicBezTo>
                        <a:pt x="1102" y="2963"/>
                        <a:pt x="1351" y="3051"/>
                        <a:pt x="1564" y="3064"/>
                      </a:cubicBezTo>
                      <a:lnTo>
                        <a:pt x="1564" y="3064"/>
                      </a:lnTo>
                      <a:cubicBezTo>
                        <a:pt x="1637" y="3387"/>
                        <a:pt x="1868" y="3665"/>
                        <a:pt x="2357" y="3670"/>
                      </a:cubicBezTo>
                      <a:cubicBezTo>
                        <a:pt x="2374" y="3670"/>
                        <a:pt x="2392" y="3670"/>
                        <a:pt x="2408" y="3670"/>
                      </a:cubicBezTo>
                      <a:cubicBezTo>
                        <a:pt x="3079" y="3670"/>
                        <a:pt x="3528" y="3515"/>
                        <a:pt x="3781" y="3285"/>
                      </a:cubicBezTo>
                      <a:lnTo>
                        <a:pt x="3781" y="3285"/>
                      </a:lnTo>
                      <a:cubicBezTo>
                        <a:pt x="3834" y="3357"/>
                        <a:pt x="3900" y="3426"/>
                        <a:pt x="3983" y="3491"/>
                      </a:cubicBezTo>
                      <a:cubicBezTo>
                        <a:pt x="4094" y="3579"/>
                        <a:pt x="4230" y="3618"/>
                        <a:pt x="4376" y="3618"/>
                      </a:cubicBezTo>
                      <a:cubicBezTo>
                        <a:pt x="5223" y="3618"/>
                        <a:pt x="6448" y="2304"/>
                        <a:pt x="5722" y="1542"/>
                      </a:cubicBezTo>
                      <a:cubicBezTo>
                        <a:pt x="5522" y="1331"/>
                        <a:pt x="5310" y="1251"/>
                        <a:pt x="5112" y="1251"/>
                      </a:cubicBezTo>
                      <a:cubicBezTo>
                        <a:pt x="5090" y="1251"/>
                        <a:pt x="5068" y="1252"/>
                        <a:pt x="5046" y="1254"/>
                      </a:cubicBezTo>
                      <a:lnTo>
                        <a:pt x="5046" y="1254"/>
                      </a:lnTo>
                      <a:cubicBezTo>
                        <a:pt x="5054" y="878"/>
                        <a:pt x="4866" y="444"/>
                        <a:pt x="4402" y="151"/>
                      </a:cubicBezTo>
                      <a:cubicBezTo>
                        <a:pt x="4235" y="45"/>
                        <a:pt x="4070" y="0"/>
                        <a:pt x="39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22"/>
                <p:cNvSpPr/>
                <p:nvPr/>
              </p:nvSpPr>
              <p:spPr>
                <a:xfrm>
                  <a:off x="999986" y="146142"/>
                  <a:ext cx="402834" cy="265947"/>
                </a:xfrm>
                <a:custGeom>
                  <a:avLst/>
                  <a:gdLst/>
                  <a:ahLst/>
                  <a:cxnLst/>
                  <a:rect l="l" t="t" r="r" b="b"/>
                  <a:pathLst>
                    <a:path w="5815" h="3839" extrusionOk="0">
                      <a:moveTo>
                        <a:pt x="2894" y="594"/>
                      </a:moveTo>
                      <a:cubicBezTo>
                        <a:pt x="3125" y="816"/>
                        <a:pt x="3174" y="1078"/>
                        <a:pt x="3110" y="1251"/>
                      </a:cubicBezTo>
                      <a:cubicBezTo>
                        <a:pt x="3077" y="1342"/>
                        <a:pt x="3020" y="1391"/>
                        <a:pt x="2952" y="1391"/>
                      </a:cubicBezTo>
                      <a:cubicBezTo>
                        <a:pt x="2910" y="1391"/>
                        <a:pt x="2864" y="1373"/>
                        <a:pt x="2817" y="1334"/>
                      </a:cubicBezTo>
                      <a:cubicBezTo>
                        <a:pt x="2656" y="1195"/>
                        <a:pt x="2693" y="877"/>
                        <a:pt x="2894" y="594"/>
                      </a:cubicBezTo>
                      <a:close/>
                      <a:moveTo>
                        <a:pt x="4667" y="1439"/>
                      </a:moveTo>
                      <a:lnTo>
                        <a:pt x="4667" y="1439"/>
                      </a:lnTo>
                      <a:cubicBezTo>
                        <a:pt x="4627" y="1750"/>
                        <a:pt x="4436" y="1981"/>
                        <a:pt x="4177" y="2018"/>
                      </a:cubicBezTo>
                      <a:cubicBezTo>
                        <a:pt x="4161" y="2018"/>
                        <a:pt x="4149" y="2022"/>
                        <a:pt x="4134" y="2022"/>
                      </a:cubicBezTo>
                      <a:cubicBezTo>
                        <a:pt x="4063" y="2022"/>
                        <a:pt x="4063" y="2000"/>
                        <a:pt x="4063" y="1981"/>
                      </a:cubicBezTo>
                      <a:cubicBezTo>
                        <a:pt x="4060" y="1852"/>
                        <a:pt x="4309" y="1519"/>
                        <a:pt x="4667" y="1439"/>
                      </a:cubicBezTo>
                      <a:close/>
                      <a:moveTo>
                        <a:pt x="1620" y="2253"/>
                      </a:moveTo>
                      <a:cubicBezTo>
                        <a:pt x="1663" y="2253"/>
                        <a:pt x="1706" y="2293"/>
                        <a:pt x="1731" y="2327"/>
                      </a:cubicBezTo>
                      <a:cubicBezTo>
                        <a:pt x="1857" y="2484"/>
                        <a:pt x="1888" y="2660"/>
                        <a:pt x="1820" y="2805"/>
                      </a:cubicBezTo>
                      <a:cubicBezTo>
                        <a:pt x="1743" y="2959"/>
                        <a:pt x="1564" y="3055"/>
                        <a:pt x="1348" y="3061"/>
                      </a:cubicBezTo>
                      <a:cubicBezTo>
                        <a:pt x="1305" y="2774"/>
                        <a:pt x="1385" y="2472"/>
                        <a:pt x="1500" y="2330"/>
                      </a:cubicBezTo>
                      <a:cubicBezTo>
                        <a:pt x="1543" y="2278"/>
                        <a:pt x="1583" y="2253"/>
                        <a:pt x="1620" y="2253"/>
                      </a:cubicBezTo>
                      <a:close/>
                      <a:moveTo>
                        <a:pt x="3548" y="2490"/>
                      </a:moveTo>
                      <a:cubicBezTo>
                        <a:pt x="3563" y="2490"/>
                        <a:pt x="3597" y="2524"/>
                        <a:pt x="3625" y="2614"/>
                      </a:cubicBezTo>
                      <a:cubicBezTo>
                        <a:pt x="3699" y="2827"/>
                        <a:pt x="3652" y="3061"/>
                        <a:pt x="3507" y="3231"/>
                      </a:cubicBezTo>
                      <a:cubicBezTo>
                        <a:pt x="3372" y="2993"/>
                        <a:pt x="3384" y="2737"/>
                        <a:pt x="3461" y="2586"/>
                      </a:cubicBezTo>
                      <a:cubicBezTo>
                        <a:pt x="3495" y="2518"/>
                        <a:pt x="3532" y="2490"/>
                        <a:pt x="3548" y="2490"/>
                      </a:cubicBezTo>
                      <a:close/>
                      <a:moveTo>
                        <a:pt x="3628" y="170"/>
                      </a:moveTo>
                      <a:cubicBezTo>
                        <a:pt x="3775" y="170"/>
                        <a:pt x="3925" y="213"/>
                        <a:pt x="4066" y="304"/>
                      </a:cubicBezTo>
                      <a:cubicBezTo>
                        <a:pt x="4430" y="532"/>
                        <a:pt x="4652" y="887"/>
                        <a:pt x="4673" y="1260"/>
                      </a:cubicBezTo>
                      <a:cubicBezTo>
                        <a:pt x="4229" y="1340"/>
                        <a:pt x="3881" y="1747"/>
                        <a:pt x="3893" y="1988"/>
                      </a:cubicBezTo>
                      <a:cubicBezTo>
                        <a:pt x="3899" y="2086"/>
                        <a:pt x="3960" y="2190"/>
                        <a:pt x="4132" y="2190"/>
                      </a:cubicBezTo>
                      <a:cubicBezTo>
                        <a:pt x="4153" y="2190"/>
                        <a:pt x="4177" y="2188"/>
                        <a:pt x="4201" y="2185"/>
                      </a:cubicBezTo>
                      <a:cubicBezTo>
                        <a:pt x="4550" y="2139"/>
                        <a:pt x="4803" y="1827"/>
                        <a:pt x="4840" y="1417"/>
                      </a:cubicBezTo>
                      <a:cubicBezTo>
                        <a:pt x="5034" y="1423"/>
                        <a:pt x="5213" y="1510"/>
                        <a:pt x="5373" y="1682"/>
                      </a:cubicBezTo>
                      <a:cubicBezTo>
                        <a:pt x="5651" y="1972"/>
                        <a:pt x="5586" y="2321"/>
                        <a:pt x="5485" y="2561"/>
                      </a:cubicBezTo>
                      <a:cubicBezTo>
                        <a:pt x="5247" y="3113"/>
                        <a:pt x="4581" y="3616"/>
                        <a:pt x="4090" y="3616"/>
                      </a:cubicBezTo>
                      <a:cubicBezTo>
                        <a:pt x="4086" y="3616"/>
                        <a:pt x="4082" y="3616"/>
                        <a:pt x="4077" y="3616"/>
                      </a:cubicBezTo>
                      <a:cubicBezTo>
                        <a:pt x="3958" y="3616"/>
                        <a:pt x="3843" y="3576"/>
                        <a:pt x="3748" y="3505"/>
                      </a:cubicBezTo>
                      <a:cubicBezTo>
                        <a:pt x="3699" y="3465"/>
                        <a:pt x="3652" y="3422"/>
                        <a:pt x="3609" y="3372"/>
                      </a:cubicBezTo>
                      <a:cubicBezTo>
                        <a:pt x="3816" y="3157"/>
                        <a:pt x="3884" y="2845"/>
                        <a:pt x="3788" y="2564"/>
                      </a:cubicBezTo>
                      <a:cubicBezTo>
                        <a:pt x="3723" y="2352"/>
                        <a:pt x="3609" y="2321"/>
                        <a:pt x="3548" y="2321"/>
                      </a:cubicBezTo>
                      <a:cubicBezTo>
                        <a:pt x="3455" y="2321"/>
                        <a:pt x="3366" y="2389"/>
                        <a:pt x="3307" y="2506"/>
                      </a:cubicBezTo>
                      <a:cubicBezTo>
                        <a:pt x="3202" y="2716"/>
                        <a:pt x="3187" y="3049"/>
                        <a:pt x="3381" y="3351"/>
                      </a:cubicBezTo>
                      <a:cubicBezTo>
                        <a:pt x="3181" y="3505"/>
                        <a:pt x="2807" y="3669"/>
                        <a:pt x="2120" y="3669"/>
                      </a:cubicBezTo>
                      <a:lnTo>
                        <a:pt x="2070" y="3669"/>
                      </a:lnTo>
                      <a:cubicBezTo>
                        <a:pt x="1651" y="3662"/>
                        <a:pt x="1469" y="3447"/>
                        <a:pt x="1392" y="3231"/>
                      </a:cubicBezTo>
                      <a:cubicBezTo>
                        <a:pt x="1657" y="3215"/>
                        <a:pt x="1873" y="3086"/>
                        <a:pt x="1972" y="2879"/>
                      </a:cubicBezTo>
                      <a:cubicBezTo>
                        <a:pt x="2073" y="2672"/>
                        <a:pt x="2033" y="2432"/>
                        <a:pt x="1864" y="2222"/>
                      </a:cubicBezTo>
                      <a:cubicBezTo>
                        <a:pt x="1771" y="2105"/>
                        <a:pt x="1679" y="2080"/>
                        <a:pt x="1617" y="2080"/>
                      </a:cubicBezTo>
                      <a:cubicBezTo>
                        <a:pt x="1527" y="2080"/>
                        <a:pt x="1441" y="2130"/>
                        <a:pt x="1367" y="2222"/>
                      </a:cubicBezTo>
                      <a:cubicBezTo>
                        <a:pt x="1216" y="2410"/>
                        <a:pt x="1139" y="2749"/>
                        <a:pt x="1173" y="3049"/>
                      </a:cubicBezTo>
                      <a:cubicBezTo>
                        <a:pt x="966" y="3002"/>
                        <a:pt x="769" y="2913"/>
                        <a:pt x="602" y="2783"/>
                      </a:cubicBezTo>
                      <a:cubicBezTo>
                        <a:pt x="161" y="2456"/>
                        <a:pt x="254" y="2003"/>
                        <a:pt x="312" y="1821"/>
                      </a:cubicBezTo>
                      <a:cubicBezTo>
                        <a:pt x="442" y="1426"/>
                        <a:pt x="790" y="1106"/>
                        <a:pt x="1086" y="1106"/>
                      </a:cubicBezTo>
                      <a:cubicBezTo>
                        <a:pt x="1157" y="1106"/>
                        <a:pt x="1228" y="1124"/>
                        <a:pt x="1290" y="1161"/>
                      </a:cubicBezTo>
                      <a:cubicBezTo>
                        <a:pt x="1304" y="1169"/>
                        <a:pt x="1319" y="1173"/>
                        <a:pt x="1333" y="1173"/>
                      </a:cubicBezTo>
                      <a:cubicBezTo>
                        <a:pt x="1382" y="1173"/>
                        <a:pt x="1427" y="1130"/>
                        <a:pt x="1419" y="1075"/>
                      </a:cubicBezTo>
                      <a:cubicBezTo>
                        <a:pt x="1419" y="1072"/>
                        <a:pt x="1358" y="621"/>
                        <a:pt x="1574" y="375"/>
                      </a:cubicBezTo>
                      <a:cubicBezTo>
                        <a:pt x="1664" y="270"/>
                        <a:pt x="1793" y="218"/>
                        <a:pt x="1959" y="218"/>
                      </a:cubicBezTo>
                      <a:cubicBezTo>
                        <a:pt x="2076" y="218"/>
                        <a:pt x="2212" y="243"/>
                        <a:pt x="2366" y="294"/>
                      </a:cubicBezTo>
                      <a:cubicBezTo>
                        <a:pt x="2508" y="338"/>
                        <a:pt x="2641" y="402"/>
                        <a:pt x="2761" y="486"/>
                      </a:cubicBezTo>
                      <a:cubicBezTo>
                        <a:pt x="2527" y="809"/>
                        <a:pt x="2446" y="1244"/>
                        <a:pt x="2709" y="1463"/>
                      </a:cubicBezTo>
                      <a:cubicBezTo>
                        <a:pt x="2777" y="1525"/>
                        <a:pt x="2863" y="1562"/>
                        <a:pt x="2955" y="1565"/>
                      </a:cubicBezTo>
                      <a:cubicBezTo>
                        <a:pt x="3094" y="1565"/>
                        <a:pt x="3218" y="1466"/>
                        <a:pt x="3273" y="1306"/>
                      </a:cubicBezTo>
                      <a:cubicBezTo>
                        <a:pt x="3353" y="1075"/>
                        <a:pt x="3298" y="735"/>
                        <a:pt x="3002" y="458"/>
                      </a:cubicBezTo>
                      <a:cubicBezTo>
                        <a:pt x="3182" y="270"/>
                        <a:pt x="3403" y="170"/>
                        <a:pt x="3628" y="170"/>
                      </a:cubicBezTo>
                      <a:close/>
                      <a:moveTo>
                        <a:pt x="3632" y="0"/>
                      </a:moveTo>
                      <a:cubicBezTo>
                        <a:pt x="3356" y="0"/>
                        <a:pt x="3085" y="122"/>
                        <a:pt x="2872" y="350"/>
                      </a:cubicBezTo>
                      <a:cubicBezTo>
                        <a:pt x="2733" y="257"/>
                        <a:pt x="2582" y="183"/>
                        <a:pt x="2422" y="131"/>
                      </a:cubicBezTo>
                      <a:cubicBezTo>
                        <a:pt x="2252" y="76"/>
                        <a:pt x="2099" y="48"/>
                        <a:pt x="1963" y="48"/>
                      </a:cubicBezTo>
                      <a:cubicBezTo>
                        <a:pt x="1743" y="48"/>
                        <a:pt x="1568" y="120"/>
                        <a:pt x="1444" y="264"/>
                      </a:cubicBezTo>
                      <a:cubicBezTo>
                        <a:pt x="1262" y="470"/>
                        <a:pt x="1237" y="776"/>
                        <a:pt x="1241" y="954"/>
                      </a:cubicBezTo>
                      <a:cubicBezTo>
                        <a:pt x="1191" y="939"/>
                        <a:pt x="1139" y="933"/>
                        <a:pt x="1089" y="933"/>
                      </a:cubicBezTo>
                      <a:cubicBezTo>
                        <a:pt x="716" y="933"/>
                        <a:pt x="306" y="1300"/>
                        <a:pt x="152" y="1766"/>
                      </a:cubicBezTo>
                      <a:cubicBezTo>
                        <a:pt x="1" y="2225"/>
                        <a:pt x="127" y="2645"/>
                        <a:pt x="500" y="2919"/>
                      </a:cubicBezTo>
                      <a:cubicBezTo>
                        <a:pt x="735" y="3092"/>
                        <a:pt x="978" y="3197"/>
                        <a:pt x="1210" y="3224"/>
                      </a:cubicBezTo>
                      <a:cubicBezTo>
                        <a:pt x="1321" y="3613"/>
                        <a:pt x="1632" y="3835"/>
                        <a:pt x="2070" y="3838"/>
                      </a:cubicBezTo>
                      <a:lnTo>
                        <a:pt x="2120" y="3838"/>
                      </a:lnTo>
                      <a:cubicBezTo>
                        <a:pt x="2715" y="3838"/>
                        <a:pt x="3184" y="3718"/>
                        <a:pt x="3483" y="3490"/>
                      </a:cubicBezTo>
                      <a:cubicBezTo>
                        <a:pt x="3532" y="3542"/>
                        <a:pt x="3585" y="3595"/>
                        <a:pt x="3643" y="3641"/>
                      </a:cubicBezTo>
                      <a:cubicBezTo>
                        <a:pt x="3766" y="3737"/>
                        <a:pt x="3921" y="3786"/>
                        <a:pt x="4076" y="3786"/>
                      </a:cubicBezTo>
                      <a:cubicBezTo>
                        <a:pt x="4081" y="3786"/>
                        <a:pt x="4086" y="3786"/>
                        <a:pt x="4090" y="3786"/>
                      </a:cubicBezTo>
                      <a:cubicBezTo>
                        <a:pt x="4652" y="3786"/>
                        <a:pt x="5377" y="3246"/>
                        <a:pt x="5642" y="2629"/>
                      </a:cubicBezTo>
                      <a:cubicBezTo>
                        <a:pt x="5815" y="2222"/>
                        <a:pt x="5765" y="1843"/>
                        <a:pt x="5500" y="1565"/>
                      </a:cubicBezTo>
                      <a:cubicBezTo>
                        <a:pt x="5303" y="1358"/>
                        <a:pt x="5084" y="1254"/>
                        <a:pt x="4843" y="1247"/>
                      </a:cubicBezTo>
                      <a:cubicBezTo>
                        <a:pt x="4821" y="819"/>
                        <a:pt x="4572" y="418"/>
                        <a:pt x="4161" y="159"/>
                      </a:cubicBezTo>
                      <a:cubicBezTo>
                        <a:pt x="3992" y="52"/>
                        <a:pt x="3811" y="0"/>
                        <a:pt x="36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94" name="Google Shape;2294;p22"/>
              <p:cNvSpPr/>
              <p:nvPr/>
            </p:nvSpPr>
            <p:spPr>
              <a:xfrm>
                <a:off x="4982427" y="98137"/>
                <a:ext cx="184623" cy="198973"/>
              </a:xfrm>
              <a:custGeom>
                <a:avLst/>
                <a:gdLst/>
                <a:ahLst/>
                <a:cxnLst/>
                <a:rect l="l" t="t" r="r" b="b"/>
                <a:pathLst>
                  <a:path w="2496" h="2690" extrusionOk="0">
                    <a:moveTo>
                      <a:pt x="1564" y="244"/>
                    </a:moveTo>
                    <a:cubicBezTo>
                      <a:pt x="1574" y="374"/>
                      <a:pt x="1580" y="596"/>
                      <a:pt x="1583" y="898"/>
                    </a:cubicBezTo>
                    <a:cubicBezTo>
                      <a:pt x="1450" y="849"/>
                      <a:pt x="1308" y="796"/>
                      <a:pt x="1151" y="741"/>
                    </a:cubicBezTo>
                    <a:cubicBezTo>
                      <a:pt x="1355" y="478"/>
                      <a:pt x="1487" y="327"/>
                      <a:pt x="1564" y="244"/>
                    </a:cubicBezTo>
                    <a:close/>
                    <a:moveTo>
                      <a:pt x="241" y="617"/>
                    </a:moveTo>
                    <a:cubicBezTo>
                      <a:pt x="371" y="657"/>
                      <a:pt x="605" y="734"/>
                      <a:pt x="870" y="824"/>
                    </a:cubicBezTo>
                    <a:cubicBezTo>
                      <a:pt x="775" y="947"/>
                      <a:pt x="679" y="1077"/>
                      <a:pt x="590" y="1203"/>
                    </a:cubicBezTo>
                    <a:cubicBezTo>
                      <a:pt x="352" y="864"/>
                      <a:pt x="269" y="697"/>
                      <a:pt x="241" y="617"/>
                    </a:cubicBezTo>
                    <a:close/>
                    <a:moveTo>
                      <a:pt x="1756" y="1149"/>
                    </a:moveTo>
                    <a:cubicBezTo>
                      <a:pt x="2099" y="1287"/>
                      <a:pt x="2237" y="1367"/>
                      <a:pt x="2289" y="1404"/>
                    </a:cubicBezTo>
                    <a:cubicBezTo>
                      <a:pt x="2117" y="1493"/>
                      <a:pt x="1935" y="1567"/>
                      <a:pt x="1749" y="1629"/>
                    </a:cubicBezTo>
                    <a:cubicBezTo>
                      <a:pt x="1756" y="1472"/>
                      <a:pt x="1756" y="1309"/>
                      <a:pt x="1756" y="1149"/>
                    </a:cubicBezTo>
                    <a:close/>
                    <a:moveTo>
                      <a:pt x="1043" y="883"/>
                    </a:moveTo>
                    <a:cubicBezTo>
                      <a:pt x="1244" y="953"/>
                      <a:pt x="1426" y="1021"/>
                      <a:pt x="1583" y="1080"/>
                    </a:cubicBezTo>
                    <a:cubicBezTo>
                      <a:pt x="1583" y="1283"/>
                      <a:pt x="1583" y="1493"/>
                      <a:pt x="1577" y="1691"/>
                    </a:cubicBezTo>
                    <a:cubicBezTo>
                      <a:pt x="1410" y="1749"/>
                      <a:pt x="1234" y="1802"/>
                      <a:pt x="1068" y="1851"/>
                    </a:cubicBezTo>
                    <a:cubicBezTo>
                      <a:pt x="929" y="1669"/>
                      <a:pt x="803" y="1502"/>
                      <a:pt x="695" y="1351"/>
                    </a:cubicBezTo>
                    <a:lnTo>
                      <a:pt x="692" y="1351"/>
                    </a:lnTo>
                    <a:cubicBezTo>
                      <a:pt x="806" y="1194"/>
                      <a:pt x="923" y="1037"/>
                      <a:pt x="1043" y="883"/>
                    </a:cubicBezTo>
                    <a:close/>
                    <a:moveTo>
                      <a:pt x="590" y="1496"/>
                    </a:moveTo>
                    <a:cubicBezTo>
                      <a:pt x="679" y="1623"/>
                      <a:pt x="778" y="1755"/>
                      <a:pt x="892" y="1900"/>
                    </a:cubicBezTo>
                    <a:cubicBezTo>
                      <a:pt x="590" y="1984"/>
                      <a:pt x="358" y="2030"/>
                      <a:pt x="238" y="2030"/>
                    </a:cubicBezTo>
                    <a:cubicBezTo>
                      <a:pt x="346" y="1848"/>
                      <a:pt x="463" y="1669"/>
                      <a:pt x="590" y="1496"/>
                    </a:cubicBezTo>
                    <a:close/>
                    <a:moveTo>
                      <a:pt x="1574" y="1873"/>
                    </a:moveTo>
                    <a:lnTo>
                      <a:pt x="1574" y="1873"/>
                    </a:lnTo>
                    <a:cubicBezTo>
                      <a:pt x="1561" y="2175"/>
                      <a:pt x="1546" y="2341"/>
                      <a:pt x="1534" y="2434"/>
                    </a:cubicBezTo>
                    <a:cubicBezTo>
                      <a:pt x="1456" y="2338"/>
                      <a:pt x="1327" y="2181"/>
                      <a:pt x="1182" y="1996"/>
                    </a:cubicBezTo>
                    <a:cubicBezTo>
                      <a:pt x="1312" y="1959"/>
                      <a:pt x="1441" y="1916"/>
                      <a:pt x="1574" y="1873"/>
                    </a:cubicBezTo>
                    <a:close/>
                    <a:moveTo>
                      <a:pt x="1629" y="0"/>
                    </a:moveTo>
                    <a:cubicBezTo>
                      <a:pt x="1583" y="0"/>
                      <a:pt x="1512" y="0"/>
                      <a:pt x="982" y="682"/>
                    </a:cubicBezTo>
                    <a:cubicBezTo>
                      <a:pt x="553" y="537"/>
                      <a:pt x="192" y="420"/>
                      <a:pt x="189" y="420"/>
                    </a:cubicBezTo>
                    <a:cubicBezTo>
                      <a:pt x="181" y="417"/>
                      <a:pt x="172" y="416"/>
                      <a:pt x="164" y="416"/>
                    </a:cubicBezTo>
                    <a:cubicBezTo>
                      <a:pt x="145" y="416"/>
                      <a:pt x="126" y="422"/>
                      <a:pt x="112" y="432"/>
                    </a:cubicBezTo>
                    <a:cubicBezTo>
                      <a:pt x="1" y="516"/>
                      <a:pt x="25" y="701"/>
                      <a:pt x="485" y="1351"/>
                    </a:cubicBezTo>
                    <a:cubicBezTo>
                      <a:pt x="325" y="1573"/>
                      <a:pt x="87" y="1919"/>
                      <a:pt x="50" y="2033"/>
                    </a:cubicBezTo>
                    <a:cubicBezTo>
                      <a:pt x="35" y="2070"/>
                      <a:pt x="41" y="2110"/>
                      <a:pt x="62" y="2141"/>
                    </a:cubicBezTo>
                    <a:cubicBezTo>
                      <a:pt x="102" y="2196"/>
                      <a:pt x="173" y="2203"/>
                      <a:pt x="232" y="2203"/>
                    </a:cubicBezTo>
                    <a:cubicBezTo>
                      <a:pt x="411" y="2203"/>
                      <a:pt x="741" y="2122"/>
                      <a:pt x="1003" y="2048"/>
                    </a:cubicBezTo>
                    <a:cubicBezTo>
                      <a:pt x="1271" y="2388"/>
                      <a:pt x="1487" y="2647"/>
                      <a:pt x="1490" y="2650"/>
                    </a:cubicBezTo>
                    <a:cubicBezTo>
                      <a:pt x="1512" y="2671"/>
                      <a:pt x="1540" y="2687"/>
                      <a:pt x="1571" y="2690"/>
                    </a:cubicBezTo>
                    <a:cubicBezTo>
                      <a:pt x="1660" y="2690"/>
                      <a:pt x="1719" y="2690"/>
                      <a:pt x="1746" y="1814"/>
                    </a:cubicBezTo>
                    <a:cubicBezTo>
                      <a:pt x="2039" y="1709"/>
                      <a:pt x="2382" y="1577"/>
                      <a:pt x="2459" y="1490"/>
                    </a:cubicBezTo>
                    <a:cubicBezTo>
                      <a:pt x="2487" y="1462"/>
                      <a:pt x="2496" y="1422"/>
                      <a:pt x="2487" y="1385"/>
                    </a:cubicBezTo>
                    <a:cubicBezTo>
                      <a:pt x="2471" y="1311"/>
                      <a:pt x="2397" y="1216"/>
                      <a:pt x="1756" y="963"/>
                    </a:cubicBezTo>
                    <a:cubicBezTo>
                      <a:pt x="1753" y="645"/>
                      <a:pt x="1743" y="148"/>
                      <a:pt x="1722" y="71"/>
                    </a:cubicBezTo>
                    <a:cubicBezTo>
                      <a:pt x="1706" y="31"/>
                      <a:pt x="1672" y="4"/>
                      <a:pt x="16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95" name="Google Shape;2295;p22"/>
              <p:cNvGrpSpPr/>
              <p:nvPr/>
            </p:nvGrpSpPr>
            <p:grpSpPr>
              <a:xfrm>
                <a:off x="5777228" y="122252"/>
                <a:ext cx="299552" cy="265537"/>
                <a:chOff x="8792070" y="4843090"/>
                <a:chExt cx="142474" cy="126290"/>
              </a:xfrm>
            </p:grpSpPr>
            <p:sp>
              <p:nvSpPr>
                <p:cNvPr id="2296" name="Google Shape;2296;p22"/>
                <p:cNvSpPr/>
                <p:nvPr/>
              </p:nvSpPr>
              <p:spPr>
                <a:xfrm>
                  <a:off x="8835905" y="4843090"/>
                  <a:ext cx="69128" cy="58982"/>
                </a:xfrm>
                <a:custGeom>
                  <a:avLst/>
                  <a:gdLst/>
                  <a:ahLst/>
                  <a:cxnLst/>
                  <a:rect l="l" t="t" r="r" b="b"/>
                  <a:pathLst>
                    <a:path w="1935" h="1651" extrusionOk="0">
                      <a:moveTo>
                        <a:pt x="926" y="796"/>
                      </a:moveTo>
                      <a:cubicBezTo>
                        <a:pt x="947" y="848"/>
                        <a:pt x="960" y="904"/>
                        <a:pt x="966" y="959"/>
                      </a:cubicBezTo>
                      <a:cubicBezTo>
                        <a:pt x="958" y="961"/>
                        <a:pt x="950" y="962"/>
                        <a:pt x="941" y="962"/>
                      </a:cubicBezTo>
                      <a:cubicBezTo>
                        <a:pt x="933" y="962"/>
                        <a:pt x="924" y="961"/>
                        <a:pt x="917" y="959"/>
                      </a:cubicBezTo>
                      <a:cubicBezTo>
                        <a:pt x="904" y="938"/>
                        <a:pt x="904" y="882"/>
                        <a:pt x="926" y="796"/>
                      </a:cubicBezTo>
                      <a:close/>
                      <a:moveTo>
                        <a:pt x="1472" y="164"/>
                      </a:moveTo>
                      <a:cubicBezTo>
                        <a:pt x="1537" y="164"/>
                        <a:pt x="1595" y="194"/>
                        <a:pt x="1635" y="241"/>
                      </a:cubicBezTo>
                      <a:cubicBezTo>
                        <a:pt x="1725" y="327"/>
                        <a:pt x="1771" y="447"/>
                        <a:pt x="1765" y="571"/>
                      </a:cubicBezTo>
                      <a:cubicBezTo>
                        <a:pt x="1746" y="950"/>
                        <a:pt x="1296" y="1348"/>
                        <a:pt x="1296" y="1348"/>
                      </a:cubicBezTo>
                      <a:cubicBezTo>
                        <a:pt x="1197" y="1431"/>
                        <a:pt x="1074" y="1481"/>
                        <a:pt x="947" y="1487"/>
                      </a:cubicBezTo>
                      <a:cubicBezTo>
                        <a:pt x="565" y="1487"/>
                        <a:pt x="275" y="999"/>
                        <a:pt x="210" y="645"/>
                      </a:cubicBezTo>
                      <a:cubicBezTo>
                        <a:pt x="183" y="491"/>
                        <a:pt x="189" y="312"/>
                        <a:pt x="297" y="272"/>
                      </a:cubicBezTo>
                      <a:cubicBezTo>
                        <a:pt x="328" y="262"/>
                        <a:pt x="358" y="256"/>
                        <a:pt x="389" y="256"/>
                      </a:cubicBezTo>
                      <a:cubicBezTo>
                        <a:pt x="559" y="256"/>
                        <a:pt x="722" y="423"/>
                        <a:pt x="827" y="592"/>
                      </a:cubicBezTo>
                      <a:cubicBezTo>
                        <a:pt x="778" y="710"/>
                        <a:pt x="704" y="922"/>
                        <a:pt x="781" y="1046"/>
                      </a:cubicBezTo>
                      <a:cubicBezTo>
                        <a:pt x="815" y="1098"/>
                        <a:pt x="867" y="1125"/>
                        <a:pt x="932" y="1125"/>
                      </a:cubicBezTo>
                      <a:cubicBezTo>
                        <a:pt x="956" y="1125"/>
                        <a:pt x="982" y="1121"/>
                        <a:pt x="1009" y="1114"/>
                      </a:cubicBezTo>
                      <a:cubicBezTo>
                        <a:pt x="1052" y="1101"/>
                        <a:pt x="1086" y="1070"/>
                        <a:pt x="1105" y="1027"/>
                      </a:cubicBezTo>
                      <a:cubicBezTo>
                        <a:pt x="1148" y="916"/>
                        <a:pt x="1086" y="734"/>
                        <a:pt x="1009" y="586"/>
                      </a:cubicBezTo>
                      <a:cubicBezTo>
                        <a:pt x="1123" y="370"/>
                        <a:pt x="1311" y="164"/>
                        <a:pt x="1472" y="164"/>
                      </a:cubicBezTo>
                      <a:close/>
                      <a:moveTo>
                        <a:pt x="1472" y="0"/>
                      </a:moveTo>
                      <a:cubicBezTo>
                        <a:pt x="1247" y="0"/>
                        <a:pt x="1043" y="210"/>
                        <a:pt x="914" y="429"/>
                      </a:cubicBezTo>
                      <a:cubicBezTo>
                        <a:pt x="809" y="287"/>
                        <a:pt x="624" y="93"/>
                        <a:pt x="389" y="93"/>
                      </a:cubicBezTo>
                      <a:cubicBezTo>
                        <a:pt x="337" y="93"/>
                        <a:pt x="287" y="102"/>
                        <a:pt x="241" y="120"/>
                      </a:cubicBezTo>
                      <a:cubicBezTo>
                        <a:pt x="72" y="185"/>
                        <a:pt x="1" y="392"/>
                        <a:pt x="50" y="676"/>
                      </a:cubicBezTo>
                      <a:cubicBezTo>
                        <a:pt x="124" y="1067"/>
                        <a:pt x="457" y="1650"/>
                        <a:pt x="947" y="1650"/>
                      </a:cubicBezTo>
                      <a:cubicBezTo>
                        <a:pt x="1099" y="1650"/>
                        <a:pt x="1250" y="1589"/>
                        <a:pt x="1398" y="1471"/>
                      </a:cubicBezTo>
                      <a:cubicBezTo>
                        <a:pt x="1419" y="1453"/>
                        <a:pt x="1907" y="1027"/>
                        <a:pt x="1925" y="577"/>
                      </a:cubicBezTo>
                      <a:cubicBezTo>
                        <a:pt x="1934" y="410"/>
                        <a:pt x="1873" y="247"/>
                        <a:pt x="1752" y="130"/>
                      </a:cubicBezTo>
                      <a:cubicBezTo>
                        <a:pt x="1682" y="49"/>
                        <a:pt x="1580" y="3"/>
                        <a:pt x="1472"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22"/>
                <p:cNvSpPr/>
                <p:nvPr/>
              </p:nvSpPr>
              <p:spPr>
                <a:xfrm>
                  <a:off x="8856626" y="4909183"/>
                  <a:ext cx="68020" cy="60197"/>
                </a:xfrm>
                <a:custGeom>
                  <a:avLst/>
                  <a:gdLst/>
                  <a:ahLst/>
                  <a:cxnLst/>
                  <a:rect l="l" t="t" r="r" b="b"/>
                  <a:pathLst>
                    <a:path w="1904" h="1685" extrusionOk="0">
                      <a:moveTo>
                        <a:pt x="809" y="676"/>
                      </a:moveTo>
                      <a:cubicBezTo>
                        <a:pt x="821" y="688"/>
                        <a:pt x="836" y="750"/>
                        <a:pt x="830" y="849"/>
                      </a:cubicBezTo>
                      <a:cubicBezTo>
                        <a:pt x="781" y="769"/>
                        <a:pt x="771" y="710"/>
                        <a:pt x="778" y="692"/>
                      </a:cubicBezTo>
                      <a:cubicBezTo>
                        <a:pt x="787" y="685"/>
                        <a:pt x="799" y="679"/>
                        <a:pt x="809" y="676"/>
                      </a:cubicBezTo>
                      <a:close/>
                      <a:moveTo>
                        <a:pt x="784" y="161"/>
                      </a:moveTo>
                      <a:lnTo>
                        <a:pt x="784" y="164"/>
                      </a:lnTo>
                      <a:cubicBezTo>
                        <a:pt x="870" y="164"/>
                        <a:pt x="957" y="183"/>
                        <a:pt x="1037" y="217"/>
                      </a:cubicBezTo>
                      <a:cubicBezTo>
                        <a:pt x="1043" y="220"/>
                        <a:pt x="1583" y="476"/>
                        <a:pt x="1703" y="837"/>
                      </a:cubicBezTo>
                      <a:cubicBezTo>
                        <a:pt x="1743" y="954"/>
                        <a:pt x="1731" y="1080"/>
                        <a:pt x="1669" y="1188"/>
                      </a:cubicBezTo>
                      <a:cubicBezTo>
                        <a:pt x="1623" y="1274"/>
                        <a:pt x="1558" y="1318"/>
                        <a:pt x="1472" y="1318"/>
                      </a:cubicBezTo>
                      <a:cubicBezTo>
                        <a:pt x="1311" y="1318"/>
                        <a:pt x="1111" y="1176"/>
                        <a:pt x="972" y="1028"/>
                      </a:cubicBezTo>
                      <a:cubicBezTo>
                        <a:pt x="1006" y="864"/>
                        <a:pt x="1015" y="673"/>
                        <a:pt x="941" y="577"/>
                      </a:cubicBezTo>
                      <a:cubicBezTo>
                        <a:pt x="913" y="540"/>
                        <a:pt x="870" y="519"/>
                        <a:pt x="824" y="519"/>
                      </a:cubicBezTo>
                      <a:cubicBezTo>
                        <a:pt x="697" y="522"/>
                        <a:pt x="648" y="587"/>
                        <a:pt x="633" y="624"/>
                      </a:cubicBezTo>
                      <a:cubicBezTo>
                        <a:pt x="568" y="766"/>
                        <a:pt x="704" y="966"/>
                        <a:pt x="790" y="1071"/>
                      </a:cubicBezTo>
                      <a:cubicBezTo>
                        <a:pt x="728" y="1288"/>
                        <a:pt x="596" y="1525"/>
                        <a:pt x="391" y="1525"/>
                      </a:cubicBezTo>
                      <a:cubicBezTo>
                        <a:pt x="383" y="1525"/>
                        <a:pt x="375" y="1525"/>
                        <a:pt x="367" y="1524"/>
                      </a:cubicBezTo>
                      <a:cubicBezTo>
                        <a:pt x="247" y="1512"/>
                        <a:pt x="167" y="1305"/>
                        <a:pt x="179" y="1028"/>
                      </a:cubicBezTo>
                      <a:cubicBezTo>
                        <a:pt x="198" y="608"/>
                        <a:pt x="414" y="161"/>
                        <a:pt x="784" y="161"/>
                      </a:cubicBezTo>
                      <a:close/>
                      <a:moveTo>
                        <a:pt x="784" y="1"/>
                      </a:moveTo>
                      <a:cubicBezTo>
                        <a:pt x="309" y="1"/>
                        <a:pt x="37" y="516"/>
                        <a:pt x="16" y="1022"/>
                      </a:cubicBezTo>
                      <a:cubicBezTo>
                        <a:pt x="0" y="1407"/>
                        <a:pt x="130" y="1666"/>
                        <a:pt x="352" y="1685"/>
                      </a:cubicBezTo>
                      <a:lnTo>
                        <a:pt x="389" y="1685"/>
                      </a:lnTo>
                      <a:cubicBezTo>
                        <a:pt x="651" y="1685"/>
                        <a:pt x="824" y="1456"/>
                        <a:pt x="916" y="1207"/>
                      </a:cubicBezTo>
                      <a:cubicBezTo>
                        <a:pt x="1071" y="1352"/>
                        <a:pt x="1274" y="1481"/>
                        <a:pt x="1469" y="1481"/>
                      </a:cubicBezTo>
                      <a:cubicBezTo>
                        <a:pt x="1570" y="1481"/>
                        <a:pt x="1712" y="1444"/>
                        <a:pt x="1805" y="1265"/>
                      </a:cubicBezTo>
                      <a:cubicBezTo>
                        <a:pt x="1888" y="1120"/>
                        <a:pt x="1903" y="944"/>
                        <a:pt x="1851" y="787"/>
                      </a:cubicBezTo>
                      <a:cubicBezTo>
                        <a:pt x="1709" y="362"/>
                        <a:pt x="1126" y="84"/>
                        <a:pt x="1098" y="69"/>
                      </a:cubicBezTo>
                      <a:cubicBezTo>
                        <a:pt x="997" y="25"/>
                        <a:pt x="892" y="4"/>
                        <a:pt x="784"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22"/>
                <p:cNvSpPr/>
                <p:nvPr/>
              </p:nvSpPr>
              <p:spPr>
                <a:xfrm>
                  <a:off x="8792070" y="4893678"/>
                  <a:ext cx="69092" cy="50086"/>
                </a:xfrm>
                <a:custGeom>
                  <a:avLst/>
                  <a:gdLst/>
                  <a:ahLst/>
                  <a:cxnLst/>
                  <a:rect l="l" t="t" r="r" b="b"/>
                  <a:pathLst>
                    <a:path w="1934" h="1402" extrusionOk="0">
                      <a:moveTo>
                        <a:pt x="1147" y="1"/>
                      </a:moveTo>
                      <a:cubicBezTo>
                        <a:pt x="1058" y="1"/>
                        <a:pt x="963" y="19"/>
                        <a:pt x="867" y="65"/>
                      </a:cubicBezTo>
                      <a:cubicBezTo>
                        <a:pt x="386" y="290"/>
                        <a:pt x="0" y="740"/>
                        <a:pt x="241" y="1042"/>
                      </a:cubicBezTo>
                      <a:cubicBezTo>
                        <a:pt x="397" y="1239"/>
                        <a:pt x="698" y="1401"/>
                        <a:pt x="1009" y="1401"/>
                      </a:cubicBezTo>
                      <a:cubicBezTo>
                        <a:pt x="1176" y="1401"/>
                        <a:pt x="1347" y="1354"/>
                        <a:pt x="1499" y="1240"/>
                      </a:cubicBezTo>
                      <a:cubicBezTo>
                        <a:pt x="1934" y="910"/>
                        <a:pt x="1934" y="416"/>
                        <a:pt x="1789" y="296"/>
                      </a:cubicBezTo>
                      <a:cubicBezTo>
                        <a:pt x="1789" y="296"/>
                        <a:pt x="1508" y="1"/>
                        <a:pt x="11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22"/>
                <p:cNvSpPr/>
                <p:nvPr/>
              </p:nvSpPr>
              <p:spPr>
                <a:xfrm>
                  <a:off x="8838763" y="4894428"/>
                  <a:ext cx="12397" cy="38369"/>
                </a:xfrm>
                <a:custGeom>
                  <a:avLst/>
                  <a:gdLst/>
                  <a:ahLst/>
                  <a:cxnLst/>
                  <a:rect l="l" t="t" r="r" b="b"/>
                  <a:pathLst>
                    <a:path w="347" h="1074" extrusionOk="0">
                      <a:moveTo>
                        <a:pt x="1" y="0"/>
                      </a:moveTo>
                      <a:cubicBezTo>
                        <a:pt x="1" y="1"/>
                        <a:pt x="214" y="957"/>
                        <a:pt x="346" y="1074"/>
                      </a:cubicBez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22"/>
                <p:cNvSpPr/>
                <p:nvPr/>
              </p:nvSpPr>
              <p:spPr>
                <a:xfrm>
                  <a:off x="8835262" y="4891285"/>
                  <a:ext cx="19863" cy="44370"/>
                </a:xfrm>
                <a:custGeom>
                  <a:avLst/>
                  <a:gdLst/>
                  <a:ahLst/>
                  <a:cxnLst/>
                  <a:rect l="l" t="t" r="r" b="b"/>
                  <a:pathLst>
                    <a:path w="556" h="1242" extrusionOk="0">
                      <a:moveTo>
                        <a:pt x="98" y="0"/>
                      </a:moveTo>
                      <a:cubicBezTo>
                        <a:pt x="50" y="0"/>
                        <a:pt x="1" y="40"/>
                        <a:pt x="19" y="104"/>
                      </a:cubicBezTo>
                      <a:cubicBezTo>
                        <a:pt x="71" y="335"/>
                        <a:pt x="250" y="1097"/>
                        <a:pt x="392" y="1223"/>
                      </a:cubicBezTo>
                      <a:cubicBezTo>
                        <a:pt x="407" y="1236"/>
                        <a:pt x="426" y="1242"/>
                        <a:pt x="447" y="1242"/>
                      </a:cubicBezTo>
                      <a:cubicBezTo>
                        <a:pt x="521" y="1242"/>
                        <a:pt x="555" y="1149"/>
                        <a:pt x="500" y="1100"/>
                      </a:cubicBezTo>
                      <a:cubicBezTo>
                        <a:pt x="429" y="1038"/>
                        <a:pt x="278" y="517"/>
                        <a:pt x="176" y="70"/>
                      </a:cubicBezTo>
                      <a:cubicBezTo>
                        <a:pt x="168" y="22"/>
                        <a:pt x="133" y="0"/>
                        <a:pt x="9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22"/>
                <p:cNvSpPr/>
                <p:nvPr/>
              </p:nvSpPr>
              <p:spPr>
                <a:xfrm>
                  <a:off x="8821794" y="4897286"/>
                  <a:ext cx="16255" cy="44978"/>
                </a:xfrm>
                <a:custGeom>
                  <a:avLst/>
                  <a:gdLst/>
                  <a:ahLst/>
                  <a:cxnLst/>
                  <a:rect l="l" t="t" r="r" b="b"/>
                  <a:pathLst>
                    <a:path w="455" h="1259" extrusionOk="0">
                      <a:moveTo>
                        <a:pt x="1" y="1"/>
                      </a:moveTo>
                      <a:cubicBezTo>
                        <a:pt x="1" y="1"/>
                        <a:pt x="285" y="1111"/>
                        <a:pt x="454" y="1259"/>
                      </a:cubicBez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22"/>
                <p:cNvSpPr/>
                <p:nvPr/>
              </p:nvSpPr>
              <p:spPr>
                <a:xfrm>
                  <a:off x="8818150" y="4894143"/>
                  <a:ext cx="23864" cy="51122"/>
                </a:xfrm>
                <a:custGeom>
                  <a:avLst/>
                  <a:gdLst/>
                  <a:ahLst/>
                  <a:cxnLst/>
                  <a:rect l="l" t="t" r="r" b="b"/>
                  <a:pathLst>
                    <a:path w="668" h="1431" extrusionOk="0">
                      <a:moveTo>
                        <a:pt x="103" y="1"/>
                      </a:moveTo>
                      <a:cubicBezTo>
                        <a:pt x="52" y="1"/>
                        <a:pt x="1" y="43"/>
                        <a:pt x="23" y="110"/>
                      </a:cubicBezTo>
                      <a:cubicBezTo>
                        <a:pt x="72" y="298"/>
                        <a:pt x="325" y="1251"/>
                        <a:pt x="504" y="1409"/>
                      </a:cubicBezTo>
                      <a:cubicBezTo>
                        <a:pt x="519" y="1421"/>
                        <a:pt x="538" y="1427"/>
                        <a:pt x="556" y="1427"/>
                      </a:cubicBezTo>
                      <a:lnTo>
                        <a:pt x="556" y="1430"/>
                      </a:lnTo>
                      <a:cubicBezTo>
                        <a:pt x="630" y="1430"/>
                        <a:pt x="667" y="1338"/>
                        <a:pt x="612" y="1288"/>
                      </a:cubicBezTo>
                      <a:cubicBezTo>
                        <a:pt x="507" y="1196"/>
                        <a:pt x="297" y="520"/>
                        <a:pt x="180" y="70"/>
                      </a:cubicBezTo>
                      <a:cubicBezTo>
                        <a:pt x="172" y="22"/>
                        <a:pt x="138" y="1"/>
                        <a:pt x="1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22"/>
                <p:cNvSpPr/>
                <p:nvPr/>
              </p:nvSpPr>
              <p:spPr>
                <a:xfrm>
                  <a:off x="8888458" y="4866562"/>
                  <a:ext cx="33189" cy="34296"/>
                </a:xfrm>
                <a:custGeom>
                  <a:avLst/>
                  <a:gdLst/>
                  <a:ahLst/>
                  <a:cxnLst/>
                  <a:rect l="l" t="t" r="r" b="b"/>
                  <a:pathLst>
                    <a:path w="929" h="960" extrusionOk="0">
                      <a:moveTo>
                        <a:pt x="841" y="1"/>
                      </a:moveTo>
                      <a:cubicBezTo>
                        <a:pt x="805" y="1"/>
                        <a:pt x="770" y="22"/>
                        <a:pt x="763" y="68"/>
                      </a:cubicBezTo>
                      <a:cubicBezTo>
                        <a:pt x="682" y="679"/>
                        <a:pt x="118" y="796"/>
                        <a:pt x="96" y="799"/>
                      </a:cubicBezTo>
                      <a:cubicBezTo>
                        <a:pt x="1" y="817"/>
                        <a:pt x="13" y="959"/>
                        <a:pt x="112" y="959"/>
                      </a:cubicBezTo>
                      <a:lnTo>
                        <a:pt x="127" y="959"/>
                      </a:lnTo>
                      <a:cubicBezTo>
                        <a:pt x="133" y="956"/>
                        <a:pt x="824" y="820"/>
                        <a:pt x="923" y="90"/>
                      </a:cubicBezTo>
                      <a:cubicBezTo>
                        <a:pt x="928" y="32"/>
                        <a:pt x="884" y="1"/>
                        <a:pt x="8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22"/>
                <p:cNvSpPr/>
                <p:nvPr/>
              </p:nvSpPr>
              <p:spPr>
                <a:xfrm>
                  <a:off x="8810218" y="4907861"/>
                  <a:ext cx="12825" cy="35511"/>
                </a:xfrm>
                <a:custGeom>
                  <a:avLst/>
                  <a:gdLst/>
                  <a:ahLst/>
                  <a:cxnLst/>
                  <a:rect l="l" t="t" r="r" b="b"/>
                  <a:pathLst>
                    <a:path w="359" h="994" extrusionOk="0">
                      <a:moveTo>
                        <a:pt x="1" y="1"/>
                      </a:moveTo>
                      <a:lnTo>
                        <a:pt x="1" y="1"/>
                      </a:lnTo>
                      <a:cubicBezTo>
                        <a:pt x="1" y="1"/>
                        <a:pt x="143" y="827"/>
                        <a:pt x="359" y="994"/>
                      </a:cubicBez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22"/>
                <p:cNvSpPr/>
                <p:nvPr/>
              </p:nvSpPr>
              <p:spPr>
                <a:xfrm>
                  <a:off x="8806824" y="4904860"/>
                  <a:ext cx="20185" cy="41512"/>
                </a:xfrm>
                <a:custGeom>
                  <a:avLst/>
                  <a:gdLst/>
                  <a:ahLst/>
                  <a:cxnLst/>
                  <a:rect l="l" t="t" r="r" b="b"/>
                  <a:pathLst>
                    <a:path w="565" h="1162" extrusionOk="0">
                      <a:moveTo>
                        <a:pt x="96" y="0"/>
                      </a:moveTo>
                      <a:cubicBezTo>
                        <a:pt x="48" y="0"/>
                        <a:pt x="0" y="37"/>
                        <a:pt x="16" y="100"/>
                      </a:cubicBezTo>
                      <a:cubicBezTo>
                        <a:pt x="31" y="186"/>
                        <a:pt x="173" y="961"/>
                        <a:pt x="404" y="1143"/>
                      </a:cubicBezTo>
                      <a:cubicBezTo>
                        <a:pt x="420" y="1155"/>
                        <a:pt x="435" y="1161"/>
                        <a:pt x="454" y="1161"/>
                      </a:cubicBezTo>
                      <a:cubicBezTo>
                        <a:pt x="531" y="1161"/>
                        <a:pt x="565" y="1062"/>
                        <a:pt x="503" y="1016"/>
                      </a:cubicBezTo>
                      <a:cubicBezTo>
                        <a:pt x="364" y="908"/>
                        <a:pt x="229" y="381"/>
                        <a:pt x="176" y="72"/>
                      </a:cubicBezTo>
                      <a:cubicBezTo>
                        <a:pt x="169" y="23"/>
                        <a:pt x="133" y="0"/>
                        <a:pt x="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22"/>
                <p:cNvSpPr/>
                <p:nvPr/>
              </p:nvSpPr>
              <p:spPr>
                <a:xfrm>
                  <a:off x="8888387" y="4899466"/>
                  <a:ext cx="46157" cy="17898"/>
                </a:xfrm>
                <a:custGeom>
                  <a:avLst/>
                  <a:gdLst/>
                  <a:ahLst/>
                  <a:cxnLst/>
                  <a:rect l="l" t="t" r="r" b="b"/>
                  <a:pathLst>
                    <a:path w="1292" h="501" extrusionOk="0">
                      <a:moveTo>
                        <a:pt x="514" y="1"/>
                      </a:moveTo>
                      <a:cubicBezTo>
                        <a:pt x="390" y="1"/>
                        <a:pt x="249" y="22"/>
                        <a:pt x="92" y="75"/>
                      </a:cubicBezTo>
                      <a:cubicBezTo>
                        <a:pt x="0" y="106"/>
                        <a:pt x="34" y="234"/>
                        <a:pt x="116" y="234"/>
                      </a:cubicBezTo>
                      <a:cubicBezTo>
                        <a:pt x="125" y="234"/>
                        <a:pt x="135" y="233"/>
                        <a:pt x="145" y="230"/>
                      </a:cubicBezTo>
                      <a:cubicBezTo>
                        <a:pt x="286" y="182"/>
                        <a:pt x="410" y="163"/>
                        <a:pt x="518" y="163"/>
                      </a:cubicBezTo>
                      <a:cubicBezTo>
                        <a:pt x="937" y="163"/>
                        <a:pt x="1122" y="446"/>
                        <a:pt x="1132" y="461"/>
                      </a:cubicBezTo>
                      <a:cubicBezTo>
                        <a:pt x="1147" y="486"/>
                        <a:pt x="1172" y="501"/>
                        <a:pt x="1199" y="501"/>
                      </a:cubicBezTo>
                      <a:cubicBezTo>
                        <a:pt x="1215" y="501"/>
                        <a:pt x="1230" y="495"/>
                        <a:pt x="1243" y="489"/>
                      </a:cubicBezTo>
                      <a:cubicBezTo>
                        <a:pt x="1280" y="464"/>
                        <a:pt x="1292" y="415"/>
                        <a:pt x="1270" y="378"/>
                      </a:cubicBezTo>
                      <a:cubicBezTo>
                        <a:pt x="1268" y="373"/>
                        <a:pt x="1031" y="1"/>
                        <a:pt x="5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307" name="Google Shape;2307;p22"/>
            <p:cNvGrpSpPr/>
            <p:nvPr/>
          </p:nvGrpSpPr>
          <p:grpSpPr>
            <a:xfrm>
              <a:off x="3176691" y="4709202"/>
              <a:ext cx="299552" cy="265537"/>
              <a:chOff x="8792070" y="4843090"/>
              <a:chExt cx="142474" cy="126290"/>
            </a:xfrm>
          </p:grpSpPr>
          <p:sp>
            <p:nvSpPr>
              <p:cNvPr id="2308" name="Google Shape;2308;p22"/>
              <p:cNvSpPr/>
              <p:nvPr/>
            </p:nvSpPr>
            <p:spPr>
              <a:xfrm>
                <a:off x="8835905" y="4843090"/>
                <a:ext cx="69128" cy="58982"/>
              </a:xfrm>
              <a:custGeom>
                <a:avLst/>
                <a:gdLst/>
                <a:ahLst/>
                <a:cxnLst/>
                <a:rect l="l" t="t" r="r" b="b"/>
                <a:pathLst>
                  <a:path w="1935" h="1651" extrusionOk="0">
                    <a:moveTo>
                      <a:pt x="926" y="796"/>
                    </a:moveTo>
                    <a:cubicBezTo>
                      <a:pt x="947" y="848"/>
                      <a:pt x="960" y="904"/>
                      <a:pt x="966" y="959"/>
                    </a:cubicBezTo>
                    <a:cubicBezTo>
                      <a:pt x="958" y="961"/>
                      <a:pt x="950" y="962"/>
                      <a:pt x="941" y="962"/>
                    </a:cubicBezTo>
                    <a:cubicBezTo>
                      <a:pt x="933" y="962"/>
                      <a:pt x="924" y="961"/>
                      <a:pt x="917" y="959"/>
                    </a:cubicBezTo>
                    <a:cubicBezTo>
                      <a:pt x="904" y="938"/>
                      <a:pt x="904" y="882"/>
                      <a:pt x="926" y="796"/>
                    </a:cubicBezTo>
                    <a:close/>
                    <a:moveTo>
                      <a:pt x="1472" y="164"/>
                    </a:moveTo>
                    <a:cubicBezTo>
                      <a:pt x="1537" y="164"/>
                      <a:pt x="1595" y="194"/>
                      <a:pt x="1635" y="241"/>
                    </a:cubicBezTo>
                    <a:cubicBezTo>
                      <a:pt x="1725" y="327"/>
                      <a:pt x="1771" y="447"/>
                      <a:pt x="1765" y="571"/>
                    </a:cubicBezTo>
                    <a:cubicBezTo>
                      <a:pt x="1746" y="950"/>
                      <a:pt x="1296" y="1348"/>
                      <a:pt x="1296" y="1348"/>
                    </a:cubicBezTo>
                    <a:cubicBezTo>
                      <a:pt x="1197" y="1431"/>
                      <a:pt x="1074" y="1481"/>
                      <a:pt x="947" y="1487"/>
                    </a:cubicBezTo>
                    <a:cubicBezTo>
                      <a:pt x="565" y="1487"/>
                      <a:pt x="275" y="999"/>
                      <a:pt x="210" y="645"/>
                    </a:cubicBezTo>
                    <a:cubicBezTo>
                      <a:pt x="183" y="491"/>
                      <a:pt x="189" y="312"/>
                      <a:pt x="297" y="272"/>
                    </a:cubicBezTo>
                    <a:cubicBezTo>
                      <a:pt x="328" y="262"/>
                      <a:pt x="358" y="256"/>
                      <a:pt x="389" y="256"/>
                    </a:cubicBezTo>
                    <a:cubicBezTo>
                      <a:pt x="559" y="256"/>
                      <a:pt x="722" y="423"/>
                      <a:pt x="827" y="592"/>
                    </a:cubicBezTo>
                    <a:cubicBezTo>
                      <a:pt x="778" y="710"/>
                      <a:pt x="704" y="922"/>
                      <a:pt x="781" y="1046"/>
                    </a:cubicBezTo>
                    <a:cubicBezTo>
                      <a:pt x="815" y="1098"/>
                      <a:pt x="867" y="1125"/>
                      <a:pt x="932" y="1125"/>
                    </a:cubicBezTo>
                    <a:cubicBezTo>
                      <a:pt x="956" y="1125"/>
                      <a:pt x="982" y="1121"/>
                      <a:pt x="1009" y="1114"/>
                    </a:cubicBezTo>
                    <a:cubicBezTo>
                      <a:pt x="1052" y="1101"/>
                      <a:pt x="1086" y="1070"/>
                      <a:pt x="1105" y="1027"/>
                    </a:cubicBezTo>
                    <a:cubicBezTo>
                      <a:pt x="1148" y="916"/>
                      <a:pt x="1086" y="734"/>
                      <a:pt x="1009" y="586"/>
                    </a:cubicBezTo>
                    <a:cubicBezTo>
                      <a:pt x="1123" y="370"/>
                      <a:pt x="1311" y="164"/>
                      <a:pt x="1472" y="164"/>
                    </a:cubicBezTo>
                    <a:close/>
                    <a:moveTo>
                      <a:pt x="1472" y="0"/>
                    </a:moveTo>
                    <a:cubicBezTo>
                      <a:pt x="1247" y="0"/>
                      <a:pt x="1043" y="210"/>
                      <a:pt x="914" y="429"/>
                    </a:cubicBezTo>
                    <a:cubicBezTo>
                      <a:pt x="809" y="287"/>
                      <a:pt x="624" y="93"/>
                      <a:pt x="389" y="93"/>
                    </a:cubicBezTo>
                    <a:cubicBezTo>
                      <a:pt x="337" y="93"/>
                      <a:pt x="287" y="102"/>
                      <a:pt x="241" y="120"/>
                    </a:cubicBezTo>
                    <a:cubicBezTo>
                      <a:pt x="72" y="185"/>
                      <a:pt x="1" y="392"/>
                      <a:pt x="50" y="676"/>
                    </a:cubicBezTo>
                    <a:cubicBezTo>
                      <a:pt x="124" y="1067"/>
                      <a:pt x="457" y="1650"/>
                      <a:pt x="947" y="1650"/>
                    </a:cubicBezTo>
                    <a:cubicBezTo>
                      <a:pt x="1099" y="1650"/>
                      <a:pt x="1250" y="1589"/>
                      <a:pt x="1398" y="1471"/>
                    </a:cubicBezTo>
                    <a:cubicBezTo>
                      <a:pt x="1419" y="1453"/>
                      <a:pt x="1907" y="1027"/>
                      <a:pt x="1925" y="577"/>
                    </a:cubicBezTo>
                    <a:cubicBezTo>
                      <a:pt x="1934" y="410"/>
                      <a:pt x="1873" y="247"/>
                      <a:pt x="1752" y="130"/>
                    </a:cubicBezTo>
                    <a:cubicBezTo>
                      <a:pt x="1682" y="49"/>
                      <a:pt x="1580" y="3"/>
                      <a:pt x="1472"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22"/>
              <p:cNvSpPr/>
              <p:nvPr/>
            </p:nvSpPr>
            <p:spPr>
              <a:xfrm>
                <a:off x="8856626" y="4909183"/>
                <a:ext cx="68020" cy="60197"/>
              </a:xfrm>
              <a:custGeom>
                <a:avLst/>
                <a:gdLst/>
                <a:ahLst/>
                <a:cxnLst/>
                <a:rect l="l" t="t" r="r" b="b"/>
                <a:pathLst>
                  <a:path w="1904" h="1685" extrusionOk="0">
                    <a:moveTo>
                      <a:pt x="809" y="676"/>
                    </a:moveTo>
                    <a:cubicBezTo>
                      <a:pt x="821" y="688"/>
                      <a:pt x="836" y="750"/>
                      <a:pt x="830" y="849"/>
                    </a:cubicBezTo>
                    <a:cubicBezTo>
                      <a:pt x="781" y="769"/>
                      <a:pt x="771" y="710"/>
                      <a:pt x="778" y="692"/>
                    </a:cubicBezTo>
                    <a:cubicBezTo>
                      <a:pt x="787" y="685"/>
                      <a:pt x="799" y="679"/>
                      <a:pt x="809" y="676"/>
                    </a:cubicBezTo>
                    <a:close/>
                    <a:moveTo>
                      <a:pt x="784" y="161"/>
                    </a:moveTo>
                    <a:lnTo>
                      <a:pt x="784" y="164"/>
                    </a:lnTo>
                    <a:cubicBezTo>
                      <a:pt x="870" y="164"/>
                      <a:pt x="957" y="183"/>
                      <a:pt x="1037" y="217"/>
                    </a:cubicBezTo>
                    <a:cubicBezTo>
                      <a:pt x="1043" y="220"/>
                      <a:pt x="1583" y="476"/>
                      <a:pt x="1703" y="837"/>
                    </a:cubicBezTo>
                    <a:cubicBezTo>
                      <a:pt x="1743" y="954"/>
                      <a:pt x="1731" y="1080"/>
                      <a:pt x="1669" y="1188"/>
                    </a:cubicBezTo>
                    <a:cubicBezTo>
                      <a:pt x="1623" y="1274"/>
                      <a:pt x="1558" y="1318"/>
                      <a:pt x="1472" y="1318"/>
                    </a:cubicBezTo>
                    <a:cubicBezTo>
                      <a:pt x="1311" y="1318"/>
                      <a:pt x="1111" y="1176"/>
                      <a:pt x="972" y="1028"/>
                    </a:cubicBezTo>
                    <a:cubicBezTo>
                      <a:pt x="1006" y="864"/>
                      <a:pt x="1015" y="673"/>
                      <a:pt x="941" y="577"/>
                    </a:cubicBezTo>
                    <a:cubicBezTo>
                      <a:pt x="913" y="540"/>
                      <a:pt x="870" y="519"/>
                      <a:pt x="824" y="519"/>
                    </a:cubicBezTo>
                    <a:cubicBezTo>
                      <a:pt x="697" y="522"/>
                      <a:pt x="648" y="587"/>
                      <a:pt x="633" y="624"/>
                    </a:cubicBezTo>
                    <a:cubicBezTo>
                      <a:pt x="568" y="766"/>
                      <a:pt x="704" y="966"/>
                      <a:pt x="790" y="1071"/>
                    </a:cubicBezTo>
                    <a:cubicBezTo>
                      <a:pt x="728" y="1288"/>
                      <a:pt x="596" y="1525"/>
                      <a:pt x="391" y="1525"/>
                    </a:cubicBezTo>
                    <a:cubicBezTo>
                      <a:pt x="383" y="1525"/>
                      <a:pt x="375" y="1525"/>
                      <a:pt x="367" y="1524"/>
                    </a:cubicBezTo>
                    <a:cubicBezTo>
                      <a:pt x="247" y="1512"/>
                      <a:pt x="167" y="1305"/>
                      <a:pt x="179" y="1028"/>
                    </a:cubicBezTo>
                    <a:cubicBezTo>
                      <a:pt x="198" y="608"/>
                      <a:pt x="414" y="161"/>
                      <a:pt x="784" y="161"/>
                    </a:cubicBezTo>
                    <a:close/>
                    <a:moveTo>
                      <a:pt x="784" y="1"/>
                    </a:moveTo>
                    <a:cubicBezTo>
                      <a:pt x="309" y="1"/>
                      <a:pt x="37" y="516"/>
                      <a:pt x="16" y="1022"/>
                    </a:cubicBezTo>
                    <a:cubicBezTo>
                      <a:pt x="0" y="1407"/>
                      <a:pt x="130" y="1666"/>
                      <a:pt x="352" y="1685"/>
                    </a:cubicBezTo>
                    <a:lnTo>
                      <a:pt x="389" y="1685"/>
                    </a:lnTo>
                    <a:cubicBezTo>
                      <a:pt x="651" y="1685"/>
                      <a:pt x="824" y="1456"/>
                      <a:pt x="916" y="1207"/>
                    </a:cubicBezTo>
                    <a:cubicBezTo>
                      <a:pt x="1071" y="1352"/>
                      <a:pt x="1274" y="1481"/>
                      <a:pt x="1469" y="1481"/>
                    </a:cubicBezTo>
                    <a:cubicBezTo>
                      <a:pt x="1570" y="1481"/>
                      <a:pt x="1712" y="1444"/>
                      <a:pt x="1805" y="1265"/>
                    </a:cubicBezTo>
                    <a:cubicBezTo>
                      <a:pt x="1888" y="1120"/>
                      <a:pt x="1903" y="944"/>
                      <a:pt x="1851" y="787"/>
                    </a:cubicBezTo>
                    <a:cubicBezTo>
                      <a:pt x="1709" y="362"/>
                      <a:pt x="1126" y="84"/>
                      <a:pt x="1098" y="69"/>
                    </a:cubicBezTo>
                    <a:cubicBezTo>
                      <a:pt x="997" y="25"/>
                      <a:pt x="892" y="4"/>
                      <a:pt x="784"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22"/>
              <p:cNvSpPr/>
              <p:nvPr/>
            </p:nvSpPr>
            <p:spPr>
              <a:xfrm>
                <a:off x="8792070" y="4893678"/>
                <a:ext cx="69092" cy="50086"/>
              </a:xfrm>
              <a:custGeom>
                <a:avLst/>
                <a:gdLst/>
                <a:ahLst/>
                <a:cxnLst/>
                <a:rect l="l" t="t" r="r" b="b"/>
                <a:pathLst>
                  <a:path w="1934" h="1402" extrusionOk="0">
                    <a:moveTo>
                      <a:pt x="1147" y="1"/>
                    </a:moveTo>
                    <a:cubicBezTo>
                      <a:pt x="1058" y="1"/>
                      <a:pt x="963" y="19"/>
                      <a:pt x="867" y="65"/>
                    </a:cubicBezTo>
                    <a:cubicBezTo>
                      <a:pt x="386" y="290"/>
                      <a:pt x="0" y="740"/>
                      <a:pt x="241" y="1042"/>
                    </a:cubicBezTo>
                    <a:cubicBezTo>
                      <a:pt x="397" y="1239"/>
                      <a:pt x="698" y="1401"/>
                      <a:pt x="1009" y="1401"/>
                    </a:cubicBezTo>
                    <a:cubicBezTo>
                      <a:pt x="1176" y="1401"/>
                      <a:pt x="1347" y="1354"/>
                      <a:pt x="1499" y="1240"/>
                    </a:cubicBezTo>
                    <a:cubicBezTo>
                      <a:pt x="1934" y="910"/>
                      <a:pt x="1934" y="416"/>
                      <a:pt x="1789" y="296"/>
                    </a:cubicBezTo>
                    <a:cubicBezTo>
                      <a:pt x="1789" y="296"/>
                      <a:pt x="1508" y="1"/>
                      <a:pt x="11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22"/>
              <p:cNvSpPr/>
              <p:nvPr/>
            </p:nvSpPr>
            <p:spPr>
              <a:xfrm>
                <a:off x="8838763" y="4894428"/>
                <a:ext cx="12397" cy="38369"/>
              </a:xfrm>
              <a:custGeom>
                <a:avLst/>
                <a:gdLst/>
                <a:ahLst/>
                <a:cxnLst/>
                <a:rect l="l" t="t" r="r" b="b"/>
                <a:pathLst>
                  <a:path w="347" h="1074" extrusionOk="0">
                    <a:moveTo>
                      <a:pt x="1" y="0"/>
                    </a:moveTo>
                    <a:cubicBezTo>
                      <a:pt x="1" y="1"/>
                      <a:pt x="214" y="957"/>
                      <a:pt x="346" y="1074"/>
                    </a:cubicBez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22"/>
              <p:cNvSpPr/>
              <p:nvPr/>
            </p:nvSpPr>
            <p:spPr>
              <a:xfrm>
                <a:off x="8835262" y="4891285"/>
                <a:ext cx="19863" cy="44370"/>
              </a:xfrm>
              <a:custGeom>
                <a:avLst/>
                <a:gdLst/>
                <a:ahLst/>
                <a:cxnLst/>
                <a:rect l="l" t="t" r="r" b="b"/>
                <a:pathLst>
                  <a:path w="556" h="1242" extrusionOk="0">
                    <a:moveTo>
                      <a:pt x="98" y="0"/>
                    </a:moveTo>
                    <a:cubicBezTo>
                      <a:pt x="50" y="0"/>
                      <a:pt x="1" y="40"/>
                      <a:pt x="19" y="104"/>
                    </a:cubicBezTo>
                    <a:cubicBezTo>
                      <a:pt x="71" y="335"/>
                      <a:pt x="250" y="1097"/>
                      <a:pt x="392" y="1223"/>
                    </a:cubicBezTo>
                    <a:cubicBezTo>
                      <a:pt x="407" y="1236"/>
                      <a:pt x="426" y="1242"/>
                      <a:pt x="447" y="1242"/>
                    </a:cubicBezTo>
                    <a:cubicBezTo>
                      <a:pt x="521" y="1242"/>
                      <a:pt x="555" y="1149"/>
                      <a:pt x="500" y="1100"/>
                    </a:cubicBezTo>
                    <a:cubicBezTo>
                      <a:pt x="429" y="1038"/>
                      <a:pt x="278" y="517"/>
                      <a:pt x="176" y="70"/>
                    </a:cubicBezTo>
                    <a:cubicBezTo>
                      <a:pt x="168" y="22"/>
                      <a:pt x="133" y="0"/>
                      <a:pt x="9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22"/>
              <p:cNvSpPr/>
              <p:nvPr/>
            </p:nvSpPr>
            <p:spPr>
              <a:xfrm>
                <a:off x="8821794" y="4897286"/>
                <a:ext cx="16255" cy="44978"/>
              </a:xfrm>
              <a:custGeom>
                <a:avLst/>
                <a:gdLst/>
                <a:ahLst/>
                <a:cxnLst/>
                <a:rect l="l" t="t" r="r" b="b"/>
                <a:pathLst>
                  <a:path w="455" h="1259" extrusionOk="0">
                    <a:moveTo>
                      <a:pt x="1" y="1"/>
                    </a:moveTo>
                    <a:cubicBezTo>
                      <a:pt x="1" y="1"/>
                      <a:pt x="285" y="1111"/>
                      <a:pt x="454" y="1259"/>
                    </a:cubicBez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22"/>
              <p:cNvSpPr/>
              <p:nvPr/>
            </p:nvSpPr>
            <p:spPr>
              <a:xfrm>
                <a:off x="8818150" y="4894143"/>
                <a:ext cx="23864" cy="51122"/>
              </a:xfrm>
              <a:custGeom>
                <a:avLst/>
                <a:gdLst/>
                <a:ahLst/>
                <a:cxnLst/>
                <a:rect l="l" t="t" r="r" b="b"/>
                <a:pathLst>
                  <a:path w="668" h="1431" extrusionOk="0">
                    <a:moveTo>
                      <a:pt x="103" y="1"/>
                    </a:moveTo>
                    <a:cubicBezTo>
                      <a:pt x="52" y="1"/>
                      <a:pt x="1" y="43"/>
                      <a:pt x="23" y="110"/>
                    </a:cubicBezTo>
                    <a:cubicBezTo>
                      <a:pt x="72" y="298"/>
                      <a:pt x="325" y="1251"/>
                      <a:pt x="504" y="1409"/>
                    </a:cubicBezTo>
                    <a:cubicBezTo>
                      <a:pt x="519" y="1421"/>
                      <a:pt x="538" y="1427"/>
                      <a:pt x="556" y="1427"/>
                    </a:cubicBezTo>
                    <a:lnTo>
                      <a:pt x="556" y="1430"/>
                    </a:lnTo>
                    <a:cubicBezTo>
                      <a:pt x="630" y="1430"/>
                      <a:pt x="667" y="1338"/>
                      <a:pt x="612" y="1288"/>
                    </a:cubicBezTo>
                    <a:cubicBezTo>
                      <a:pt x="507" y="1196"/>
                      <a:pt x="297" y="520"/>
                      <a:pt x="180" y="70"/>
                    </a:cubicBezTo>
                    <a:cubicBezTo>
                      <a:pt x="172" y="22"/>
                      <a:pt x="138" y="1"/>
                      <a:pt x="1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22"/>
              <p:cNvSpPr/>
              <p:nvPr/>
            </p:nvSpPr>
            <p:spPr>
              <a:xfrm>
                <a:off x="8888458" y="4866562"/>
                <a:ext cx="33189" cy="34296"/>
              </a:xfrm>
              <a:custGeom>
                <a:avLst/>
                <a:gdLst/>
                <a:ahLst/>
                <a:cxnLst/>
                <a:rect l="l" t="t" r="r" b="b"/>
                <a:pathLst>
                  <a:path w="929" h="960" extrusionOk="0">
                    <a:moveTo>
                      <a:pt x="841" y="1"/>
                    </a:moveTo>
                    <a:cubicBezTo>
                      <a:pt x="805" y="1"/>
                      <a:pt x="770" y="22"/>
                      <a:pt x="763" y="68"/>
                    </a:cubicBezTo>
                    <a:cubicBezTo>
                      <a:pt x="682" y="679"/>
                      <a:pt x="118" y="796"/>
                      <a:pt x="96" y="799"/>
                    </a:cubicBezTo>
                    <a:cubicBezTo>
                      <a:pt x="1" y="817"/>
                      <a:pt x="13" y="959"/>
                      <a:pt x="112" y="959"/>
                    </a:cubicBezTo>
                    <a:lnTo>
                      <a:pt x="127" y="959"/>
                    </a:lnTo>
                    <a:cubicBezTo>
                      <a:pt x="133" y="956"/>
                      <a:pt x="824" y="820"/>
                      <a:pt x="923" y="90"/>
                    </a:cubicBezTo>
                    <a:cubicBezTo>
                      <a:pt x="928" y="32"/>
                      <a:pt x="884" y="1"/>
                      <a:pt x="8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22"/>
              <p:cNvSpPr/>
              <p:nvPr/>
            </p:nvSpPr>
            <p:spPr>
              <a:xfrm>
                <a:off x="8810218" y="4907861"/>
                <a:ext cx="12825" cy="35511"/>
              </a:xfrm>
              <a:custGeom>
                <a:avLst/>
                <a:gdLst/>
                <a:ahLst/>
                <a:cxnLst/>
                <a:rect l="l" t="t" r="r" b="b"/>
                <a:pathLst>
                  <a:path w="359" h="994" extrusionOk="0">
                    <a:moveTo>
                      <a:pt x="1" y="1"/>
                    </a:moveTo>
                    <a:lnTo>
                      <a:pt x="1" y="1"/>
                    </a:lnTo>
                    <a:cubicBezTo>
                      <a:pt x="1" y="1"/>
                      <a:pt x="143" y="827"/>
                      <a:pt x="359" y="994"/>
                    </a:cubicBez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22"/>
              <p:cNvSpPr/>
              <p:nvPr/>
            </p:nvSpPr>
            <p:spPr>
              <a:xfrm>
                <a:off x="8806824" y="4904860"/>
                <a:ext cx="20185" cy="41512"/>
              </a:xfrm>
              <a:custGeom>
                <a:avLst/>
                <a:gdLst/>
                <a:ahLst/>
                <a:cxnLst/>
                <a:rect l="l" t="t" r="r" b="b"/>
                <a:pathLst>
                  <a:path w="565" h="1162" extrusionOk="0">
                    <a:moveTo>
                      <a:pt x="96" y="0"/>
                    </a:moveTo>
                    <a:cubicBezTo>
                      <a:pt x="48" y="0"/>
                      <a:pt x="0" y="37"/>
                      <a:pt x="16" y="100"/>
                    </a:cubicBezTo>
                    <a:cubicBezTo>
                      <a:pt x="31" y="186"/>
                      <a:pt x="173" y="961"/>
                      <a:pt x="404" y="1143"/>
                    </a:cubicBezTo>
                    <a:cubicBezTo>
                      <a:pt x="420" y="1155"/>
                      <a:pt x="435" y="1161"/>
                      <a:pt x="454" y="1161"/>
                    </a:cubicBezTo>
                    <a:cubicBezTo>
                      <a:pt x="531" y="1161"/>
                      <a:pt x="565" y="1062"/>
                      <a:pt x="503" y="1016"/>
                    </a:cubicBezTo>
                    <a:cubicBezTo>
                      <a:pt x="364" y="908"/>
                      <a:pt x="229" y="381"/>
                      <a:pt x="176" y="72"/>
                    </a:cubicBezTo>
                    <a:cubicBezTo>
                      <a:pt x="169" y="23"/>
                      <a:pt x="133" y="0"/>
                      <a:pt x="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22"/>
              <p:cNvSpPr/>
              <p:nvPr/>
            </p:nvSpPr>
            <p:spPr>
              <a:xfrm>
                <a:off x="8888387" y="4899466"/>
                <a:ext cx="46157" cy="17898"/>
              </a:xfrm>
              <a:custGeom>
                <a:avLst/>
                <a:gdLst/>
                <a:ahLst/>
                <a:cxnLst/>
                <a:rect l="l" t="t" r="r" b="b"/>
                <a:pathLst>
                  <a:path w="1292" h="501" extrusionOk="0">
                    <a:moveTo>
                      <a:pt x="514" y="1"/>
                    </a:moveTo>
                    <a:cubicBezTo>
                      <a:pt x="390" y="1"/>
                      <a:pt x="249" y="22"/>
                      <a:pt x="92" y="75"/>
                    </a:cubicBezTo>
                    <a:cubicBezTo>
                      <a:pt x="0" y="106"/>
                      <a:pt x="34" y="234"/>
                      <a:pt x="116" y="234"/>
                    </a:cubicBezTo>
                    <a:cubicBezTo>
                      <a:pt x="125" y="234"/>
                      <a:pt x="135" y="233"/>
                      <a:pt x="145" y="230"/>
                    </a:cubicBezTo>
                    <a:cubicBezTo>
                      <a:pt x="286" y="182"/>
                      <a:pt x="410" y="163"/>
                      <a:pt x="518" y="163"/>
                    </a:cubicBezTo>
                    <a:cubicBezTo>
                      <a:pt x="937" y="163"/>
                      <a:pt x="1122" y="446"/>
                      <a:pt x="1132" y="461"/>
                    </a:cubicBezTo>
                    <a:cubicBezTo>
                      <a:pt x="1147" y="486"/>
                      <a:pt x="1172" y="501"/>
                      <a:pt x="1199" y="501"/>
                    </a:cubicBezTo>
                    <a:cubicBezTo>
                      <a:pt x="1215" y="501"/>
                      <a:pt x="1230" y="495"/>
                      <a:pt x="1243" y="489"/>
                    </a:cubicBezTo>
                    <a:cubicBezTo>
                      <a:pt x="1280" y="464"/>
                      <a:pt x="1292" y="415"/>
                      <a:pt x="1270" y="378"/>
                    </a:cubicBezTo>
                    <a:cubicBezTo>
                      <a:pt x="1268" y="373"/>
                      <a:pt x="1031" y="1"/>
                      <a:pt x="5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19" name="Google Shape;2319;p22"/>
            <p:cNvGrpSpPr/>
            <p:nvPr/>
          </p:nvGrpSpPr>
          <p:grpSpPr>
            <a:xfrm>
              <a:off x="4428241" y="4684333"/>
              <a:ext cx="367879" cy="258973"/>
              <a:chOff x="8341725" y="115829"/>
              <a:chExt cx="267198" cy="188098"/>
            </a:xfrm>
          </p:grpSpPr>
          <p:sp>
            <p:nvSpPr>
              <p:cNvPr id="2320" name="Google Shape;2320;p22"/>
              <p:cNvSpPr/>
              <p:nvPr/>
            </p:nvSpPr>
            <p:spPr>
              <a:xfrm>
                <a:off x="8405670" y="188118"/>
                <a:ext cx="107912" cy="91561"/>
              </a:xfrm>
              <a:custGeom>
                <a:avLst/>
                <a:gdLst/>
                <a:ahLst/>
                <a:cxnLst/>
                <a:rect l="l" t="t" r="r" b="b"/>
                <a:pathLst>
                  <a:path w="2884" h="2447" extrusionOk="0">
                    <a:moveTo>
                      <a:pt x="1471" y="0"/>
                    </a:moveTo>
                    <a:cubicBezTo>
                      <a:pt x="674" y="0"/>
                      <a:pt x="207" y="963"/>
                      <a:pt x="0" y="1543"/>
                    </a:cubicBezTo>
                    <a:lnTo>
                      <a:pt x="509" y="1710"/>
                    </a:lnTo>
                    <a:cubicBezTo>
                      <a:pt x="509" y="1710"/>
                      <a:pt x="918" y="578"/>
                      <a:pt x="1479" y="578"/>
                    </a:cubicBezTo>
                    <a:cubicBezTo>
                      <a:pt x="1552" y="578"/>
                      <a:pt x="1626" y="597"/>
                      <a:pt x="1703" y="639"/>
                    </a:cubicBezTo>
                    <a:cubicBezTo>
                      <a:pt x="2375" y="1009"/>
                      <a:pt x="2030" y="2212"/>
                      <a:pt x="2030" y="2212"/>
                    </a:cubicBezTo>
                    <a:lnTo>
                      <a:pt x="2647" y="2447"/>
                    </a:lnTo>
                    <a:cubicBezTo>
                      <a:pt x="2770" y="1759"/>
                      <a:pt x="2884" y="312"/>
                      <a:pt x="1724" y="32"/>
                    </a:cubicBezTo>
                    <a:cubicBezTo>
                      <a:pt x="1636" y="10"/>
                      <a:pt x="1552" y="0"/>
                      <a:pt x="1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22"/>
              <p:cNvSpPr/>
              <p:nvPr/>
            </p:nvSpPr>
            <p:spPr>
              <a:xfrm>
                <a:off x="8341725" y="115829"/>
                <a:ext cx="267198" cy="188098"/>
              </a:xfrm>
              <a:custGeom>
                <a:avLst/>
                <a:gdLst/>
                <a:ahLst/>
                <a:cxnLst/>
                <a:rect l="l" t="t" r="r" b="b"/>
                <a:pathLst>
                  <a:path w="7141" h="5027" extrusionOk="0">
                    <a:moveTo>
                      <a:pt x="3198" y="0"/>
                    </a:moveTo>
                    <a:cubicBezTo>
                      <a:pt x="998" y="0"/>
                      <a:pt x="1" y="2926"/>
                      <a:pt x="1" y="2926"/>
                    </a:cubicBezTo>
                    <a:lnTo>
                      <a:pt x="475" y="3080"/>
                    </a:lnTo>
                    <a:cubicBezTo>
                      <a:pt x="742" y="2290"/>
                      <a:pt x="1495" y="619"/>
                      <a:pt x="3054" y="619"/>
                    </a:cubicBezTo>
                    <a:cubicBezTo>
                      <a:pt x="3284" y="619"/>
                      <a:pt x="3531" y="655"/>
                      <a:pt x="3797" y="736"/>
                    </a:cubicBezTo>
                    <a:cubicBezTo>
                      <a:pt x="6456" y="1541"/>
                      <a:pt x="5916" y="4018"/>
                      <a:pt x="5648" y="4866"/>
                    </a:cubicBezTo>
                    <a:lnTo>
                      <a:pt x="6067" y="5026"/>
                    </a:lnTo>
                    <a:cubicBezTo>
                      <a:pt x="6067" y="5026"/>
                      <a:pt x="7141" y="1301"/>
                      <a:pt x="4223" y="199"/>
                    </a:cubicBezTo>
                    <a:cubicBezTo>
                      <a:pt x="3856" y="61"/>
                      <a:pt x="3515" y="0"/>
                      <a:pt x="31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22"/>
              <p:cNvSpPr/>
              <p:nvPr/>
            </p:nvSpPr>
            <p:spPr>
              <a:xfrm>
                <a:off x="8359386" y="138953"/>
                <a:ext cx="223906" cy="158950"/>
              </a:xfrm>
              <a:custGeom>
                <a:avLst/>
                <a:gdLst/>
                <a:ahLst/>
                <a:cxnLst/>
                <a:rect l="l" t="t" r="r" b="b"/>
                <a:pathLst>
                  <a:path w="5984" h="4248" extrusionOk="0">
                    <a:moveTo>
                      <a:pt x="2582" y="1"/>
                    </a:moveTo>
                    <a:cubicBezTo>
                      <a:pt x="1023" y="1"/>
                      <a:pt x="269" y="1672"/>
                      <a:pt x="0" y="2459"/>
                    </a:cubicBezTo>
                    <a:lnTo>
                      <a:pt x="627" y="2660"/>
                    </a:lnTo>
                    <a:cubicBezTo>
                      <a:pt x="890" y="1900"/>
                      <a:pt x="1508" y="619"/>
                      <a:pt x="2695" y="619"/>
                    </a:cubicBezTo>
                    <a:cubicBezTo>
                      <a:pt x="2983" y="619"/>
                      <a:pt x="3304" y="694"/>
                      <a:pt x="3661" y="871"/>
                    </a:cubicBezTo>
                    <a:cubicBezTo>
                      <a:pt x="4861" y="1463"/>
                      <a:pt x="4710" y="3199"/>
                      <a:pt x="4562" y="4017"/>
                    </a:cubicBezTo>
                    <a:lnTo>
                      <a:pt x="5173" y="4248"/>
                    </a:lnTo>
                    <a:cubicBezTo>
                      <a:pt x="5444" y="3400"/>
                      <a:pt x="5984" y="923"/>
                      <a:pt x="3325" y="118"/>
                    </a:cubicBezTo>
                    <a:cubicBezTo>
                      <a:pt x="3059" y="37"/>
                      <a:pt x="2812" y="1"/>
                      <a:pt x="258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22"/>
              <p:cNvSpPr/>
              <p:nvPr/>
            </p:nvSpPr>
            <p:spPr>
              <a:xfrm>
                <a:off x="8382696" y="162076"/>
                <a:ext cx="158613" cy="127182"/>
              </a:xfrm>
              <a:custGeom>
                <a:avLst/>
                <a:gdLst/>
                <a:ahLst/>
                <a:cxnLst/>
                <a:rect l="l" t="t" r="r" b="b"/>
                <a:pathLst>
                  <a:path w="4239" h="3399" extrusionOk="0">
                    <a:moveTo>
                      <a:pt x="2072" y="1"/>
                    </a:moveTo>
                    <a:cubicBezTo>
                      <a:pt x="884" y="1"/>
                      <a:pt x="264" y="1282"/>
                      <a:pt x="0" y="2042"/>
                    </a:cubicBezTo>
                    <a:lnTo>
                      <a:pt x="614" y="2239"/>
                    </a:lnTo>
                    <a:cubicBezTo>
                      <a:pt x="824" y="1659"/>
                      <a:pt x="1288" y="696"/>
                      <a:pt x="2085" y="696"/>
                    </a:cubicBezTo>
                    <a:cubicBezTo>
                      <a:pt x="2166" y="696"/>
                      <a:pt x="2250" y="706"/>
                      <a:pt x="2338" y="728"/>
                    </a:cubicBezTo>
                    <a:cubicBezTo>
                      <a:pt x="3498" y="1008"/>
                      <a:pt x="3384" y="2455"/>
                      <a:pt x="3261" y="3140"/>
                    </a:cubicBezTo>
                    <a:lnTo>
                      <a:pt x="3939" y="3399"/>
                    </a:lnTo>
                    <a:cubicBezTo>
                      <a:pt x="4084" y="2581"/>
                      <a:pt x="4238" y="845"/>
                      <a:pt x="3038" y="253"/>
                    </a:cubicBezTo>
                    <a:cubicBezTo>
                      <a:pt x="2681" y="76"/>
                      <a:pt x="2360" y="1"/>
                      <a:pt x="20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22"/>
              <p:cNvSpPr/>
              <p:nvPr/>
            </p:nvSpPr>
            <p:spPr>
              <a:xfrm>
                <a:off x="8355644" y="135024"/>
                <a:ext cx="241044" cy="163814"/>
              </a:xfrm>
              <a:custGeom>
                <a:avLst/>
                <a:gdLst/>
                <a:ahLst/>
                <a:cxnLst/>
                <a:rect l="l" t="t" r="r" b="b"/>
                <a:pathLst>
                  <a:path w="6442" h="4378" extrusionOk="0">
                    <a:moveTo>
                      <a:pt x="2825" y="0"/>
                    </a:moveTo>
                    <a:cubicBezTo>
                      <a:pt x="2536" y="0"/>
                      <a:pt x="2256" y="58"/>
                      <a:pt x="1985" y="174"/>
                    </a:cubicBezTo>
                    <a:cubicBezTo>
                      <a:pt x="671" y="738"/>
                      <a:pt x="48" y="2465"/>
                      <a:pt x="23" y="2536"/>
                    </a:cubicBezTo>
                    <a:cubicBezTo>
                      <a:pt x="0" y="2602"/>
                      <a:pt x="51" y="2647"/>
                      <a:pt x="102" y="2647"/>
                    </a:cubicBezTo>
                    <a:cubicBezTo>
                      <a:pt x="133" y="2647"/>
                      <a:pt x="164" y="2630"/>
                      <a:pt x="178" y="2592"/>
                    </a:cubicBezTo>
                    <a:cubicBezTo>
                      <a:pt x="184" y="2573"/>
                      <a:pt x="801" y="862"/>
                      <a:pt x="2050" y="322"/>
                    </a:cubicBezTo>
                    <a:cubicBezTo>
                      <a:pt x="2299" y="216"/>
                      <a:pt x="2558" y="163"/>
                      <a:pt x="2824" y="163"/>
                    </a:cubicBezTo>
                    <a:cubicBezTo>
                      <a:pt x="3140" y="163"/>
                      <a:pt x="3467" y="238"/>
                      <a:pt x="3802" y="387"/>
                    </a:cubicBezTo>
                    <a:cubicBezTo>
                      <a:pt x="4822" y="843"/>
                      <a:pt x="5368" y="1630"/>
                      <a:pt x="5424" y="2728"/>
                    </a:cubicBezTo>
                    <a:cubicBezTo>
                      <a:pt x="5445" y="3249"/>
                      <a:pt x="5368" y="3773"/>
                      <a:pt x="5199" y="4267"/>
                    </a:cubicBezTo>
                    <a:cubicBezTo>
                      <a:pt x="5183" y="4310"/>
                      <a:pt x="5205" y="4356"/>
                      <a:pt x="5245" y="4371"/>
                    </a:cubicBezTo>
                    <a:cubicBezTo>
                      <a:pt x="5254" y="4375"/>
                      <a:pt x="5263" y="4378"/>
                      <a:pt x="5276" y="4378"/>
                    </a:cubicBezTo>
                    <a:cubicBezTo>
                      <a:pt x="5307" y="4375"/>
                      <a:pt x="5334" y="4356"/>
                      <a:pt x="5347" y="4325"/>
                    </a:cubicBezTo>
                    <a:cubicBezTo>
                      <a:pt x="5359" y="4294"/>
                      <a:pt x="6442" y="1389"/>
                      <a:pt x="3863" y="239"/>
                    </a:cubicBezTo>
                    <a:cubicBezTo>
                      <a:pt x="3508" y="79"/>
                      <a:pt x="3161" y="0"/>
                      <a:pt x="2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22"/>
              <p:cNvSpPr/>
              <p:nvPr/>
            </p:nvSpPr>
            <p:spPr>
              <a:xfrm>
                <a:off x="8378917" y="160430"/>
                <a:ext cx="167107" cy="131822"/>
              </a:xfrm>
              <a:custGeom>
                <a:avLst/>
                <a:gdLst/>
                <a:ahLst/>
                <a:cxnLst/>
                <a:rect l="l" t="t" r="r" b="b"/>
                <a:pathLst>
                  <a:path w="4466" h="3523" extrusionOk="0">
                    <a:moveTo>
                      <a:pt x="2270" y="0"/>
                    </a:moveTo>
                    <a:cubicBezTo>
                      <a:pt x="2003" y="0"/>
                      <a:pt x="1745" y="61"/>
                      <a:pt x="1499" y="183"/>
                    </a:cubicBezTo>
                    <a:cubicBezTo>
                      <a:pt x="493" y="679"/>
                      <a:pt x="43" y="2005"/>
                      <a:pt x="21" y="2064"/>
                    </a:cubicBezTo>
                    <a:cubicBezTo>
                      <a:pt x="0" y="2127"/>
                      <a:pt x="51" y="2169"/>
                      <a:pt x="100" y="2169"/>
                    </a:cubicBezTo>
                    <a:cubicBezTo>
                      <a:pt x="131" y="2169"/>
                      <a:pt x="162" y="2153"/>
                      <a:pt x="175" y="2113"/>
                    </a:cubicBezTo>
                    <a:cubicBezTo>
                      <a:pt x="182" y="2101"/>
                      <a:pt x="626" y="793"/>
                      <a:pt x="1573" y="328"/>
                    </a:cubicBezTo>
                    <a:cubicBezTo>
                      <a:pt x="1793" y="217"/>
                      <a:pt x="2027" y="162"/>
                      <a:pt x="2269" y="162"/>
                    </a:cubicBezTo>
                    <a:cubicBezTo>
                      <a:pt x="2467" y="162"/>
                      <a:pt x="2671" y="199"/>
                      <a:pt x="2880" y="272"/>
                    </a:cubicBezTo>
                    <a:cubicBezTo>
                      <a:pt x="4466" y="818"/>
                      <a:pt x="3966" y="3403"/>
                      <a:pt x="3960" y="3427"/>
                    </a:cubicBezTo>
                    <a:cubicBezTo>
                      <a:pt x="3951" y="3470"/>
                      <a:pt x="3978" y="3514"/>
                      <a:pt x="4022" y="3523"/>
                    </a:cubicBezTo>
                    <a:lnTo>
                      <a:pt x="4040" y="3523"/>
                    </a:lnTo>
                    <a:cubicBezTo>
                      <a:pt x="4077" y="3523"/>
                      <a:pt x="4108" y="3495"/>
                      <a:pt x="4114" y="3461"/>
                    </a:cubicBezTo>
                    <a:cubicBezTo>
                      <a:pt x="4200" y="2986"/>
                      <a:pt x="4222" y="2505"/>
                      <a:pt x="4179" y="2027"/>
                    </a:cubicBezTo>
                    <a:cubicBezTo>
                      <a:pt x="4077" y="1025"/>
                      <a:pt x="3648" y="365"/>
                      <a:pt x="2933" y="118"/>
                    </a:cubicBezTo>
                    <a:cubicBezTo>
                      <a:pt x="2706" y="40"/>
                      <a:pt x="2485" y="0"/>
                      <a:pt x="22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22"/>
              <p:cNvSpPr/>
              <p:nvPr/>
            </p:nvSpPr>
            <p:spPr>
              <a:xfrm>
                <a:off x="8401853" y="185237"/>
                <a:ext cx="121906" cy="97435"/>
              </a:xfrm>
              <a:custGeom>
                <a:avLst/>
                <a:gdLst/>
                <a:ahLst/>
                <a:cxnLst/>
                <a:rect l="l" t="t" r="r" b="b"/>
                <a:pathLst>
                  <a:path w="3258" h="2604" extrusionOk="0">
                    <a:moveTo>
                      <a:pt x="1629" y="1"/>
                    </a:moveTo>
                    <a:cubicBezTo>
                      <a:pt x="1471" y="1"/>
                      <a:pt x="1312" y="37"/>
                      <a:pt x="1166" y="109"/>
                    </a:cubicBezTo>
                    <a:cubicBezTo>
                      <a:pt x="429" y="457"/>
                      <a:pt x="41" y="1549"/>
                      <a:pt x="22" y="1595"/>
                    </a:cubicBezTo>
                    <a:cubicBezTo>
                      <a:pt x="1" y="1659"/>
                      <a:pt x="52" y="1703"/>
                      <a:pt x="103" y="1703"/>
                    </a:cubicBezTo>
                    <a:cubicBezTo>
                      <a:pt x="133" y="1703"/>
                      <a:pt x="163" y="1686"/>
                      <a:pt x="176" y="1648"/>
                    </a:cubicBezTo>
                    <a:cubicBezTo>
                      <a:pt x="182" y="1638"/>
                      <a:pt x="562" y="574"/>
                      <a:pt x="1237" y="254"/>
                    </a:cubicBezTo>
                    <a:cubicBezTo>
                      <a:pt x="1360" y="194"/>
                      <a:pt x="1495" y="163"/>
                      <a:pt x="1630" y="163"/>
                    </a:cubicBezTo>
                    <a:cubicBezTo>
                      <a:pt x="1738" y="163"/>
                      <a:pt x="1847" y="183"/>
                      <a:pt x="1950" y="223"/>
                    </a:cubicBezTo>
                    <a:cubicBezTo>
                      <a:pt x="3069" y="624"/>
                      <a:pt x="2674" y="2487"/>
                      <a:pt x="2668" y="2505"/>
                    </a:cubicBezTo>
                    <a:cubicBezTo>
                      <a:pt x="2659" y="2548"/>
                      <a:pt x="2687" y="2592"/>
                      <a:pt x="2730" y="2601"/>
                    </a:cubicBezTo>
                    <a:cubicBezTo>
                      <a:pt x="2736" y="2604"/>
                      <a:pt x="2742" y="2604"/>
                      <a:pt x="2749" y="2604"/>
                    </a:cubicBezTo>
                    <a:cubicBezTo>
                      <a:pt x="2786" y="2601"/>
                      <a:pt x="2816" y="2576"/>
                      <a:pt x="2826" y="2539"/>
                    </a:cubicBezTo>
                    <a:cubicBezTo>
                      <a:pt x="2844" y="2456"/>
                      <a:pt x="3257" y="519"/>
                      <a:pt x="2002" y="69"/>
                    </a:cubicBezTo>
                    <a:cubicBezTo>
                      <a:pt x="1882" y="23"/>
                      <a:pt x="1755" y="1"/>
                      <a:pt x="16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27" name="Google Shape;2327;p22"/>
            <p:cNvSpPr/>
            <p:nvPr/>
          </p:nvSpPr>
          <p:spPr>
            <a:xfrm>
              <a:off x="5321070" y="4672930"/>
              <a:ext cx="115525" cy="116098"/>
            </a:xfrm>
            <a:custGeom>
              <a:avLst/>
              <a:gdLst/>
              <a:ahLst/>
              <a:cxnLst/>
              <a:rect l="l" t="t" r="r" b="b"/>
              <a:pathLst>
                <a:path w="1814" h="1823" extrusionOk="0">
                  <a:moveTo>
                    <a:pt x="969" y="234"/>
                  </a:moveTo>
                  <a:cubicBezTo>
                    <a:pt x="991" y="315"/>
                    <a:pt x="1018" y="416"/>
                    <a:pt x="1034" y="484"/>
                  </a:cubicBezTo>
                  <a:cubicBezTo>
                    <a:pt x="1077" y="666"/>
                    <a:pt x="1089" y="706"/>
                    <a:pt x="1111" y="737"/>
                  </a:cubicBezTo>
                  <a:cubicBezTo>
                    <a:pt x="1132" y="768"/>
                    <a:pt x="1166" y="783"/>
                    <a:pt x="1345" y="845"/>
                  </a:cubicBezTo>
                  <a:cubicBezTo>
                    <a:pt x="1410" y="870"/>
                    <a:pt x="1506" y="904"/>
                    <a:pt x="1577" y="935"/>
                  </a:cubicBezTo>
                  <a:cubicBezTo>
                    <a:pt x="1478" y="978"/>
                    <a:pt x="1311" y="1039"/>
                    <a:pt x="1169" y="1092"/>
                  </a:cubicBezTo>
                  <a:cubicBezTo>
                    <a:pt x="1148" y="1098"/>
                    <a:pt x="1129" y="1113"/>
                    <a:pt x="1120" y="1135"/>
                  </a:cubicBezTo>
                  <a:cubicBezTo>
                    <a:pt x="1049" y="1302"/>
                    <a:pt x="960" y="1490"/>
                    <a:pt x="901" y="1595"/>
                  </a:cubicBezTo>
                  <a:cubicBezTo>
                    <a:pt x="861" y="1481"/>
                    <a:pt x="802" y="1280"/>
                    <a:pt x="759" y="1107"/>
                  </a:cubicBezTo>
                  <a:cubicBezTo>
                    <a:pt x="753" y="1076"/>
                    <a:pt x="728" y="1052"/>
                    <a:pt x="698" y="1046"/>
                  </a:cubicBezTo>
                  <a:cubicBezTo>
                    <a:pt x="528" y="1015"/>
                    <a:pt x="334" y="972"/>
                    <a:pt x="226" y="941"/>
                  </a:cubicBezTo>
                  <a:cubicBezTo>
                    <a:pt x="392" y="854"/>
                    <a:pt x="565" y="774"/>
                    <a:pt x="738" y="706"/>
                  </a:cubicBezTo>
                  <a:cubicBezTo>
                    <a:pt x="759" y="697"/>
                    <a:pt x="775" y="682"/>
                    <a:pt x="784" y="660"/>
                  </a:cubicBezTo>
                  <a:cubicBezTo>
                    <a:pt x="839" y="515"/>
                    <a:pt x="901" y="373"/>
                    <a:pt x="969" y="234"/>
                  </a:cubicBezTo>
                  <a:close/>
                  <a:moveTo>
                    <a:pt x="987" y="0"/>
                  </a:moveTo>
                  <a:cubicBezTo>
                    <a:pt x="938" y="0"/>
                    <a:pt x="864" y="0"/>
                    <a:pt x="645" y="571"/>
                  </a:cubicBezTo>
                  <a:cubicBezTo>
                    <a:pt x="37" y="814"/>
                    <a:pt x="16" y="895"/>
                    <a:pt x="7" y="928"/>
                  </a:cubicBezTo>
                  <a:cubicBezTo>
                    <a:pt x="0" y="956"/>
                    <a:pt x="7" y="984"/>
                    <a:pt x="22" y="1009"/>
                  </a:cubicBezTo>
                  <a:cubicBezTo>
                    <a:pt x="37" y="1030"/>
                    <a:pt x="84" y="1092"/>
                    <a:pt x="614" y="1197"/>
                  </a:cubicBezTo>
                  <a:cubicBezTo>
                    <a:pt x="775" y="1823"/>
                    <a:pt x="830" y="1823"/>
                    <a:pt x="889" y="1823"/>
                  </a:cubicBezTo>
                  <a:lnTo>
                    <a:pt x="895" y="1823"/>
                  </a:lnTo>
                  <a:cubicBezTo>
                    <a:pt x="944" y="1820"/>
                    <a:pt x="1000" y="1817"/>
                    <a:pt x="1256" y="1231"/>
                  </a:cubicBezTo>
                  <a:cubicBezTo>
                    <a:pt x="1413" y="1175"/>
                    <a:pt x="1715" y="1064"/>
                    <a:pt x="1780" y="1006"/>
                  </a:cubicBezTo>
                  <a:cubicBezTo>
                    <a:pt x="1802" y="984"/>
                    <a:pt x="1814" y="950"/>
                    <a:pt x="1811" y="919"/>
                  </a:cubicBezTo>
                  <a:cubicBezTo>
                    <a:pt x="1796" y="845"/>
                    <a:pt x="1715" y="805"/>
                    <a:pt x="1404" y="694"/>
                  </a:cubicBezTo>
                  <a:cubicBezTo>
                    <a:pt x="1345" y="672"/>
                    <a:pt x="1274" y="648"/>
                    <a:pt x="1240" y="632"/>
                  </a:cubicBezTo>
                  <a:cubicBezTo>
                    <a:pt x="1231" y="598"/>
                    <a:pt x="1209" y="515"/>
                    <a:pt x="1194" y="447"/>
                  </a:cubicBezTo>
                  <a:cubicBezTo>
                    <a:pt x="1139" y="228"/>
                    <a:pt x="1105" y="93"/>
                    <a:pt x="1065" y="40"/>
                  </a:cubicBezTo>
                  <a:cubicBezTo>
                    <a:pt x="1046" y="15"/>
                    <a:pt x="1018" y="3"/>
                    <a:pt x="98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22"/>
            <p:cNvSpPr/>
            <p:nvPr/>
          </p:nvSpPr>
          <p:spPr>
            <a:xfrm>
              <a:off x="5075516" y="4909085"/>
              <a:ext cx="117305" cy="117305"/>
            </a:xfrm>
            <a:custGeom>
              <a:avLst/>
              <a:gdLst/>
              <a:ahLst/>
              <a:cxnLst/>
              <a:rect l="l" t="t" r="r" b="b"/>
              <a:pathLst>
                <a:path w="1611" h="1611" extrusionOk="0">
                  <a:moveTo>
                    <a:pt x="871" y="1"/>
                  </a:moveTo>
                  <a:cubicBezTo>
                    <a:pt x="821" y="1"/>
                    <a:pt x="784" y="38"/>
                    <a:pt x="784" y="84"/>
                  </a:cubicBezTo>
                  <a:lnTo>
                    <a:pt x="781" y="574"/>
                  </a:lnTo>
                  <a:lnTo>
                    <a:pt x="488" y="263"/>
                  </a:lnTo>
                  <a:cubicBezTo>
                    <a:pt x="469" y="243"/>
                    <a:pt x="447" y="234"/>
                    <a:pt x="426" y="234"/>
                  </a:cubicBezTo>
                  <a:cubicBezTo>
                    <a:pt x="360" y="234"/>
                    <a:pt x="303" y="317"/>
                    <a:pt x="362" y="380"/>
                  </a:cubicBezTo>
                  <a:lnTo>
                    <a:pt x="664" y="701"/>
                  </a:lnTo>
                  <a:lnTo>
                    <a:pt x="115" y="704"/>
                  </a:lnTo>
                  <a:cubicBezTo>
                    <a:pt x="1" y="704"/>
                    <a:pt x="1" y="877"/>
                    <a:pt x="115" y="877"/>
                  </a:cubicBezTo>
                  <a:lnTo>
                    <a:pt x="618" y="870"/>
                  </a:lnTo>
                  <a:lnTo>
                    <a:pt x="618" y="870"/>
                  </a:lnTo>
                  <a:lnTo>
                    <a:pt x="232" y="1142"/>
                  </a:lnTo>
                  <a:cubicBezTo>
                    <a:pt x="167" y="1191"/>
                    <a:pt x="201" y="1293"/>
                    <a:pt x="282" y="1296"/>
                  </a:cubicBezTo>
                  <a:cubicBezTo>
                    <a:pt x="297" y="1296"/>
                    <a:pt x="315" y="1290"/>
                    <a:pt x="331" y="1281"/>
                  </a:cubicBezTo>
                  <a:lnTo>
                    <a:pt x="781" y="966"/>
                  </a:lnTo>
                  <a:lnTo>
                    <a:pt x="775" y="1524"/>
                  </a:lnTo>
                  <a:cubicBezTo>
                    <a:pt x="775" y="1571"/>
                    <a:pt x="815" y="1611"/>
                    <a:pt x="861" y="1611"/>
                  </a:cubicBezTo>
                  <a:cubicBezTo>
                    <a:pt x="908" y="1611"/>
                    <a:pt x="948" y="1571"/>
                    <a:pt x="948" y="1524"/>
                  </a:cubicBezTo>
                  <a:lnTo>
                    <a:pt x="951" y="997"/>
                  </a:lnTo>
                  <a:lnTo>
                    <a:pt x="1262" y="1330"/>
                  </a:lnTo>
                  <a:cubicBezTo>
                    <a:pt x="1281" y="1345"/>
                    <a:pt x="1302" y="1355"/>
                    <a:pt x="1327" y="1355"/>
                  </a:cubicBezTo>
                  <a:cubicBezTo>
                    <a:pt x="1349" y="1355"/>
                    <a:pt x="1367" y="1349"/>
                    <a:pt x="1386" y="1333"/>
                  </a:cubicBezTo>
                  <a:cubicBezTo>
                    <a:pt x="1420" y="1299"/>
                    <a:pt x="1420" y="1247"/>
                    <a:pt x="1389" y="1210"/>
                  </a:cubicBezTo>
                  <a:lnTo>
                    <a:pt x="1059" y="864"/>
                  </a:lnTo>
                  <a:lnTo>
                    <a:pt x="1506" y="861"/>
                  </a:lnTo>
                  <a:cubicBezTo>
                    <a:pt x="1611" y="852"/>
                    <a:pt x="1611" y="695"/>
                    <a:pt x="1506" y="689"/>
                  </a:cubicBezTo>
                  <a:lnTo>
                    <a:pt x="1503" y="692"/>
                  </a:lnTo>
                  <a:lnTo>
                    <a:pt x="1170" y="695"/>
                  </a:lnTo>
                  <a:lnTo>
                    <a:pt x="1518" y="451"/>
                  </a:lnTo>
                  <a:cubicBezTo>
                    <a:pt x="1592" y="398"/>
                    <a:pt x="1540" y="297"/>
                    <a:pt x="1468" y="297"/>
                  </a:cubicBezTo>
                  <a:cubicBezTo>
                    <a:pt x="1453" y="297"/>
                    <a:pt x="1436" y="301"/>
                    <a:pt x="1420" y="312"/>
                  </a:cubicBezTo>
                  <a:lnTo>
                    <a:pt x="951" y="639"/>
                  </a:lnTo>
                  <a:lnTo>
                    <a:pt x="954" y="87"/>
                  </a:lnTo>
                  <a:cubicBezTo>
                    <a:pt x="954" y="38"/>
                    <a:pt x="917" y="1"/>
                    <a:pt x="8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1">
  <p:cSld name="BLANK_1_1_1_1_1_1_1_1">
    <p:bg>
      <p:bgPr>
        <a:solidFill>
          <a:schemeClr val="dk2"/>
        </a:solidFill>
        <a:effectLst/>
      </p:bgPr>
    </p:bg>
    <p:spTree>
      <p:nvGrpSpPr>
        <p:cNvPr id="1" name="Shape 2329"/>
        <p:cNvGrpSpPr/>
        <p:nvPr/>
      </p:nvGrpSpPr>
      <p:grpSpPr>
        <a:xfrm>
          <a:off x="0" y="0"/>
          <a:ext cx="0" cy="0"/>
          <a:chOff x="0" y="0"/>
          <a:chExt cx="0" cy="0"/>
        </a:xfrm>
      </p:grpSpPr>
      <p:sp>
        <p:nvSpPr>
          <p:cNvPr id="2330" name="Google Shape;2330;p23"/>
          <p:cNvSpPr/>
          <p:nvPr/>
        </p:nvSpPr>
        <p:spPr>
          <a:xfrm>
            <a:off x="-111285" y="-151800"/>
            <a:ext cx="9366570" cy="5506907"/>
          </a:xfrm>
          <a:custGeom>
            <a:avLst/>
            <a:gdLst/>
            <a:ahLst/>
            <a:cxnLst/>
            <a:rect l="l" t="t" r="r" b="b"/>
            <a:pathLst>
              <a:path w="287870" h="169248" extrusionOk="0">
                <a:moveTo>
                  <a:pt x="17455" y="3287"/>
                </a:moveTo>
                <a:lnTo>
                  <a:pt x="17455" y="9371"/>
                </a:lnTo>
                <a:lnTo>
                  <a:pt x="11371" y="9371"/>
                </a:lnTo>
                <a:lnTo>
                  <a:pt x="11371" y="3287"/>
                </a:lnTo>
                <a:close/>
                <a:moveTo>
                  <a:pt x="24503" y="3287"/>
                </a:moveTo>
                <a:lnTo>
                  <a:pt x="24503" y="9371"/>
                </a:lnTo>
                <a:lnTo>
                  <a:pt x="18431" y="9371"/>
                </a:lnTo>
                <a:lnTo>
                  <a:pt x="18431" y="3287"/>
                </a:lnTo>
                <a:close/>
                <a:moveTo>
                  <a:pt x="31564" y="3287"/>
                </a:moveTo>
                <a:lnTo>
                  <a:pt x="31564" y="9371"/>
                </a:lnTo>
                <a:lnTo>
                  <a:pt x="25492" y="9371"/>
                </a:lnTo>
                <a:lnTo>
                  <a:pt x="25492" y="3287"/>
                </a:lnTo>
                <a:close/>
                <a:moveTo>
                  <a:pt x="38612" y="3287"/>
                </a:moveTo>
                <a:lnTo>
                  <a:pt x="38612" y="9371"/>
                </a:lnTo>
                <a:lnTo>
                  <a:pt x="32540" y="9371"/>
                </a:lnTo>
                <a:lnTo>
                  <a:pt x="32540" y="3287"/>
                </a:lnTo>
                <a:close/>
                <a:moveTo>
                  <a:pt x="45673" y="3287"/>
                </a:moveTo>
                <a:lnTo>
                  <a:pt x="45673" y="9371"/>
                </a:lnTo>
                <a:lnTo>
                  <a:pt x="39601" y="9371"/>
                </a:lnTo>
                <a:lnTo>
                  <a:pt x="39601" y="3287"/>
                </a:lnTo>
                <a:close/>
                <a:moveTo>
                  <a:pt x="52721" y="3287"/>
                </a:moveTo>
                <a:lnTo>
                  <a:pt x="52721" y="9371"/>
                </a:lnTo>
                <a:lnTo>
                  <a:pt x="46649" y="9371"/>
                </a:lnTo>
                <a:lnTo>
                  <a:pt x="46649" y="3287"/>
                </a:lnTo>
                <a:close/>
                <a:moveTo>
                  <a:pt x="59782" y="3287"/>
                </a:moveTo>
                <a:lnTo>
                  <a:pt x="59782" y="9371"/>
                </a:lnTo>
                <a:lnTo>
                  <a:pt x="53709" y="9371"/>
                </a:lnTo>
                <a:lnTo>
                  <a:pt x="53709" y="3287"/>
                </a:lnTo>
                <a:close/>
                <a:moveTo>
                  <a:pt x="66842" y="3287"/>
                </a:moveTo>
                <a:lnTo>
                  <a:pt x="66842" y="9371"/>
                </a:lnTo>
                <a:lnTo>
                  <a:pt x="60770" y="9371"/>
                </a:lnTo>
                <a:lnTo>
                  <a:pt x="60770" y="3287"/>
                </a:lnTo>
                <a:close/>
                <a:moveTo>
                  <a:pt x="73902" y="3287"/>
                </a:moveTo>
                <a:lnTo>
                  <a:pt x="73902" y="9371"/>
                </a:lnTo>
                <a:lnTo>
                  <a:pt x="67818" y="9371"/>
                </a:lnTo>
                <a:lnTo>
                  <a:pt x="67818" y="3287"/>
                </a:lnTo>
                <a:close/>
                <a:moveTo>
                  <a:pt x="80951" y="3287"/>
                </a:moveTo>
                <a:lnTo>
                  <a:pt x="80951" y="9371"/>
                </a:lnTo>
                <a:lnTo>
                  <a:pt x="74879" y="9371"/>
                </a:lnTo>
                <a:lnTo>
                  <a:pt x="74879" y="3287"/>
                </a:lnTo>
                <a:close/>
                <a:moveTo>
                  <a:pt x="88011" y="3287"/>
                </a:moveTo>
                <a:lnTo>
                  <a:pt x="88011" y="9371"/>
                </a:lnTo>
                <a:lnTo>
                  <a:pt x="81939" y="9371"/>
                </a:lnTo>
                <a:lnTo>
                  <a:pt x="81939" y="3287"/>
                </a:lnTo>
                <a:close/>
                <a:moveTo>
                  <a:pt x="95060" y="3287"/>
                </a:moveTo>
                <a:lnTo>
                  <a:pt x="95060" y="9371"/>
                </a:lnTo>
                <a:lnTo>
                  <a:pt x="88988" y="9371"/>
                </a:lnTo>
                <a:lnTo>
                  <a:pt x="88988" y="3287"/>
                </a:lnTo>
                <a:close/>
                <a:moveTo>
                  <a:pt x="102120" y="3287"/>
                </a:moveTo>
                <a:lnTo>
                  <a:pt x="102120" y="9371"/>
                </a:lnTo>
                <a:lnTo>
                  <a:pt x="96036" y="9371"/>
                </a:lnTo>
                <a:lnTo>
                  <a:pt x="96036" y="3287"/>
                </a:lnTo>
                <a:close/>
                <a:moveTo>
                  <a:pt x="109169" y="3287"/>
                </a:moveTo>
                <a:lnTo>
                  <a:pt x="109169" y="9371"/>
                </a:lnTo>
                <a:lnTo>
                  <a:pt x="103097" y="9371"/>
                </a:lnTo>
                <a:lnTo>
                  <a:pt x="103097" y="3287"/>
                </a:lnTo>
                <a:close/>
                <a:moveTo>
                  <a:pt x="116229" y="3287"/>
                </a:moveTo>
                <a:lnTo>
                  <a:pt x="116229" y="9371"/>
                </a:lnTo>
                <a:lnTo>
                  <a:pt x="110157" y="9371"/>
                </a:lnTo>
                <a:lnTo>
                  <a:pt x="110157" y="3287"/>
                </a:lnTo>
                <a:close/>
                <a:moveTo>
                  <a:pt x="123278" y="3287"/>
                </a:moveTo>
                <a:lnTo>
                  <a:pt x="123278" y="9371"/>
                </a:lnTo>
                <a:lnTo>
                  <a:pt x="117205" y="9371"/>
                </a:lnTo>
                <a:lnTo>
                  <a:pt x="117205" y="3287"/>
                </a:lnTo>
                <a:close/>
                <a:moveTo>
                  <a:pt x="130338" y="3287"/>
                </a:moveTo>
                <a:lnTo>
                  <a:pt x="130338" y="9371"/>
                </a:lnTo>
                <a:lnTo>
                  <a:pt x="124266" y="9371"/>
                </a:lnTo>
                <a:lnTo>
                  <a:pt x="124266" y="3287"/>
                </a:lnTo>
                <a:close/>
                <a:moveTo>
                  <a:pt x="137387" y="3287"/>
                </a:moveTo>
                <a:lnTo>
                  <a:pt x="137387" y="9371"/>
                </a:lnTo>
                <a:lnTo>
                  <a:pt x="131314" y="9371"/>
                </a:lnTo>
                <a:lnTo>
                  <a:pt x="131314" y="3287"/>
                </a:lnTo>
                <a:close/>
                <a:moveTo>
                  <a:pt x="144447" y="3287"/>
                </a:moveTo>
                <a:lnTo>
                  <a:pt x="144447" y="9371"/>
                </a:lnTo>
                <a:lnTo>
                  <a:pt x="138375" y="9371"/>
                </a:lnTo>
                <a:lnTo>
                  <a:pt x="138375" y="3287"/>
                </a:lnTo>
                <a:close/>
                <a:moveTo>
                  <a:pt x="151495" y="3287"/>
                </a:moveTo>
                <a:lnTo>
                  <a:pt x="151495" y="9371"/>
                </a:lnTo>
                <a:lnTo>
                  <a:pt x="145423" y="9371"/>
                </a:lnTo>
                <a:lnTo>
                  <a:pt x="145423" y="3287"/>
                </a:lnTo>
                <a:close/>
                <a:moveTo>
                  <a:pt x="158556" y="3287"/>
                </a:moveTo>
                <a:lnTo>
                  <a:pt x="158556" y="9371"/>
                </a:lnTo>
                <a:lnTo>
                  <a:pt x="152484" y="9371"/>
                </a:lnTo>
                <a:lnTo>
                  <a:pt x="152484" y="3287"/>
                </a:lnTo>
                <a:close/>
                <a:moveTo>
                  <a:pt x="165604" y="3287"/>
                </a:moveTo>
                <a:lnTo>
                  <a:pt x="165604" y="9371"/>
                </a:lnTo>
                <a:lnTo>
                  <a:pt x="159532" y="9371"/>
                </a:lnTo>
                <a:lnTo>
                  <a:pt x="159532" y="3287"/>
                </a:lnTo>
                <a:close/>
                <a:moveTo>
                  <a:pt x="172665" y="3287"/>
                </a:moveTo>
                <a:lnTo>
                  <a:pt x="172665" y="9371"/>
                </a:lnTo>
                <a:lnTo>
                  <a:pt x="166581" y="9371"/>
                </a:lnTo>
                <a:lnTo>
                  <a:pt x="166581" y="3287"/>
                </a:lnTo>
                <a:close/>
                <a:moveTo>
                  <a:pt x="179713" y="3287"/>
                </a:moveTo>
                <a:lnTo>
                  <a:pt x="179713" y="9371"/>
                </a:lnTo>
                <a:lnTo>
                  <a:pt x="173641" y="9371"/>
                </a:lnTo>
                <a:lnTo>
                  <a:pt x="173641" y="3287"/>
                </a:lnTo>
                <a:close/>
                <a:moveTo>
                  <a:pt x="186774" y="3287"/>
                </a:moveTo>
                <a:lnTo>
                  <a:pt x="186774" y="9371"/>
                </a:lnTo>
                <a:lnTo>
                  <a:pt x="180702" y="9371"/>
                </a:lnTo>
                <a:lnTo>
                  <a:pt x="180702" y="3287"/>
                </a:lnTo>
                <a:close/>
                <a:moveTo>
                  <a:pt x="193822" y="3287"/>
                </a:moveTo>
                <a:lnTo>
                  <a:pt x="193822" y="9371"/>
                </a:lnTo>
                <a:lnTo>
                  <a:pt x="187750" y="9371"/>
                </a:lnTo>
                <a:lnTo>
                  <a:pt x="187750" y="3287"/>
                </a:lnTo>
                <a:close/>
                <a:moveTo>
                  <a:pt x="200883" y="3287"/>
                </a:moveTo>
                <a:lnTo>
                  <a:pt x="200883" y="9371"/>
                </a:lnTo>
                <a:lnTo>
                  <a:pt x="194810" y="9371"/>
                </a:lnTo>
                <a:lnTo>
                  <a:pt x="194810" y="3287"/>
                </a:lnTo>
                <a:close/>
                <a:moveTo>
                  <a:pt x="207931" y="3287"/>
                </a:moveTo>
                <a:lnTo>
                  <a:pt x="207931" y="9371"/>
                </a:lnTo>
                <a:lnTo>
                  <a:pt x="201859" y="9371"/>
                </a:lnTo>
                <a:lnTo>
                  <a:pt x="201859" y="3287"/>
                </a:lnTo>
                <a:close/>
                <a:moveTo>
                  <a:pt x="214992" y="3287"/>
                </a:moveTo>
                <a:lnTo>
                  <a:pt x="214992" y="9371"/>
                </a:lnTo>
                <a:lnTo>
                  <a:pt x="208919" y="9371"/>
                </a:lnTo>
                <a:lnTo>
                  <a:pt x="208919" y="3287"/>
                </a:lnTo>
                <a:close/>
                <a:moveTo>
                  <a:pt x="222052" y="3287"/>
                </a:moveTo>
                <a:lnTo>
                  <a:pt x="222052" y="9371"/>
                </a:lnTo>
                <a:lnTo>
                  <a:pt x="215968" y="9371"/>
                </a:lnTo>
                <a:lnTo>
                  <a:pt x="215968" y="3287"/>
                </a:lnTo>
                <a:close/>
                <a:moveTo>
                  <a:pt x="229100" y="3287"/>
                </a:moveTo>
                <a:lnTo>
                  <a:pt x="229100" y="9371"/>
                </a:lnTo>
                <a:lnTo>
                  <a:pt x="223028" y="9371"/>
                </a:lnTo>
                <a:lnTo>
                  <a:pt x="223028" y="3287"/>
                </a:lnTo>
                <a:close/>
                <a:moveTo>
                  <a:pt x="236161" y="3287"/>
                </a:moveTo>
                <a:lnTo>
                  <a:pt x="236161" y="9371"/>
                </a:lnTo>
                <a:lnTo>
                  <a:pt x="230077" y="9371"/>
                </a:lnTo>
                <a:lnTo>
                  <a:pt x="230077" y="3287"/>
                </a:lnTo>
                <a:close/>
                <a:moveTo>
                  <a:pt x="243209" y="3287"/>
                </a:moveTo>
                <a:lnTo>
                  <a:pt x="243209" y="9371"/>
                </a:lnTo>
                <a:lnTo>
                  <a:pt x="237137" y="9371"/>
                </a:lnTo>
                <a:lnTo>
                  <a:pt x="237137" y="3287"/>
                </a:lnTo>
                <a:close/>
                <a:moveTo>
                  <a:pt x="250270" y="3287"/>
                </a:moveTo>
                <a:lnTo>
                  <a:pt x="250270" y="9371"/>
                </a:lnTo>
                <a:lnTo>
                  <a:pt x="244198" y="9371"/>
                </a:lnTo>
                <a:lnTo>
                  <a:pt x="244198" y="3287"/>
                </a:lnTo>
                <a:close/>
                <a:moveTo>
                  <a:pt x="257318" y="3287"/>
                </a:moveTo>
                <a:lnTo>
                  <a:pt x="257318" y="9371"/>
                </a:lnTo>
                <a:lnTo>
                  <a:pt x="251246" y="9371"/>
                </a:lnTo>
                <a:lnTo>
                  <a:pt x="251246" y="3287"/>
                </a:lnTo>
                <a:close/>
                <a:moveTo>
                  <a:pt x="264379" y="3287"/>
                </a:moveTo>
                <a:lnTo>
                  <a:pt x="264379" y="9371"/>
                </a:lnTo>
                <a:lnTo>
                  <a:pt x="258306" y="9371"/>
                </a:lnTo>
                <a:lnTo>
                  <a:pt x="258306" y="3287"/>
                </a:lnTo>
                <a:close/>
                <a:moveTo>
                  <a:pt x="271427" y="3287"/>
                </a:moveTo>
                <a:lnTo>
                  <a:pt x="271427" y="9371"/>
                </a:lnTo>
                <a:lnTo>
                  <a:pt x="265355" y="9371"/>
                </a:lnTo>
                <a:lnTo>
                  <a:pt x="265355" y="3287"/>
                </a:lnTo>
                <a:close/>
                <a:moveTo>
                  <a:pt x="278488" y="3287"/>
                </a:moveTo>
                <a:lnTo>
                  <a:pt x="278488" y="9371"/>
                </a:lnTo>
                <a:lnTo>
                  <a:pt x="272415" y="9371"/>
                </a:lnTo>
                <a:lnTo>
                  <a:pt x="272415" y="3287"/>
                </a:lnTo>
                <a:close/>
                <a:moveTo>
                  <a:pt x="17443" y="10347"/>
                </a:moveTo>
                <a:lnTo>
                  <a:pt x="17443" y="16419"/>
                </a:lnTo>
                <a:lnTo>
                  <a:pt x="11371" y="16419"/>
                </a:lnTo>
                <a:lnTo>
                  <a:pt x="11371" y="10347"/>
                </a:lnTo>
                <a:close/>
                <a:moveTo>
                  <a:pt x="24503" y="10347"/>
                </a:moveTo>
                <a:lnTo>
                  <a:pt x="24503" y="16419"/>
                </a:lnTo>
                <a:lnTo>
                  <a:pt x="18431" y="16419"/>
                </a:lnTo>
                <a:lnTo>
                  <a:pt x="18431" y="10347"/>
                </a:lnTo>
                <a:close/>
                <a:moveTo>
                  <a:pt x="31564" y="10347"/>
                </a:moveTo>
                <a:lnTo>
                  <a:pt x="31564" y="16419"/>
                </a:lnTo>
                <a:lnTo>
                  <a:pt x="25492" y="16419"/>
                </a:lnTo>
                <a:lnTo>
                  <a:pt x="25492" y="10347"/>
                </a:lnTo>
                <a:close/>
                <a:moveTo>
                  <a:pt x="38612" y="10347"/>
                </a:moveTo>
                <a:lnTo>
                  <a:pt x="38612" y="16419"/>
                </a:lnTo>
                <a:lnTo>
                  <a:pt x="32540" y="16419"/>
                </a:lnTo>
                <a:lnTo>
                  <a:pt x="32540" y="10347"/>
                </a:lnTo>
                <a:close/>
                <a:moveTo>
                  <a:pt x="45673" y="10347"/>
                </a:moveTo>
                <a:lnTo>
                  <a:pt x="45673" y="16419"/>
                </a:lnTo>
                <a:lnTo>
                  <a:pt x="39601" y="16419"/>
                </a:lnTo>
                <a:lnTo>
                  <a:pt x="39601" y="10347"/>
                </a:lnTo>
                <a:close/>
                <a:moveTo>
                  <a:pt x="52721" y="10347"/>
                </a:moveTo>
                <a:lnTo>
                  <a:pt x="52721" y="16419"/>
                </a:lnTo>
                <a:lnTo>
                  <a:pt x="46649" y="16419"/>
                </a:lnTo>
                <a:lnTo>
                  <a:pt x="46649" y="10347"/>
                </a:lnTo>
                <a:close/>
                <a:moveTo>
                  <a:pt x="59782" y="10347"/>
                </a:moveTo>
                <a:lnTo>
                  <a:pt x="59782" y="16419"/>
                </a:lnTo>
                <a:lnTo>
                  <a:pt x="53709" y="16419"/>
                </a:lnTo>
                <a:lnTo>
                  <a:pt x="53709" y="10347"/>
                </a:lnTo>
                <a:close/>
                <a:moveTo>
                  <a:pt x="66842" y="10347"/>
                </a:moveTo>
                <a:lnTo>
                  <a:pt x="66842" y="16419"/>
                </a:lnTo>
                <a:lnTo>
                  <a:pt x="60758" y="16419"/>
                </a:lnTo>
                <a:lnTo>
                  <a:pt x="60758" y="10347"/>
                </a:lnTo>
                <a:close/>
                <a:moveTo>
                  <a:pt x="73902" y="10347"/>
                </a:moveTo>
                <a:lnTo>
                  <a:pt x="73902" y="16419"/>
                </a:lnTo>
                <a:lnTo>
                  <a:pt x="67818" y="16419"/>
                </a:lnTo>
                <a:lnTo>
                  <a:pt x="67818" y="10347"/>
                </a:lnTo>
                <a:close/>
                <a:moveTo>
                  <a:pt x="80951" y="10347"/>
                </a:moveTo>
                <a:lnTo>
                  <a:pt x="80951" y="16419"/>
                </a:lnTo>
                <a:lnTo>
                  <a:pt x="74879" y="16419"/>
                </a:lnTo>
                <a:lnTo>
                  <a:pt x="74879" y="10347"/>
                </a:lnTo>
                <a:close/>
                <a:moveTo>
                  <a:pt x="88011" y="10347"/>
                </a:moveTo>
                <a:lnTo>
                  <a:pt x="88011" y="16419"/>
                </a:lnTo>
                <a:lnTo>
                  <a:pt x="81927" y="16419"/>
                </a:lnTo>
                <a:lnTo>
                  <a:pt x="81927" y="10347"/>
                </a:lnTo>
                <a:close/>
                <a:moveTo>
                  <a:pt x="95060" y="10347"/>
                </a:moveTo>
                <a:lnTo>
                  <a:pt x="95060" y="16419"/>
                </a:lnTo>
                <a:lnTo>
                  <a:pt x="88988" y="16419"/>
                </a:lnTo>
                <a:lnTo>
                  <a:pt x="88988" y="10347"/>
                </a:lnTo>
                <a:close/>
                <a:moveTo>
                  <a:pt x="102120" y="10347"/>
                </a:moveTo>
                <a:lnTo>
                  <a:pt x="102120" y="16419"/>
                </a:lnTo>
                <a:lnTo>
                  <a:pt x="96036" y="16419"/>
                </a:lnTo>
                <a:lnTo>
                  <a:pt x="96036" y="10347"/>
                </a:lnTo>
                <a:close/>
                <a:moveTo>
                  <a:pt x="109169" y="10347"/>
                </a:moveTo>
                <a:lnTo>
                  <a:pt x="109169" y="16419"/>
                </a:lnTo>
                <a:lnTo>
                  <a:pt x="103097" y="16419"/>
                </a:lnTo>
                <a:lnTo>
                  <a:pt x="103097" y="10347"/>
                </a:lnTo>
                <a:close/>
                <a:moveTo>
                  <a:pt x="116229" y="10347"/>
                </a:moveTo>
                <a:lnTo>
                  <a:pt x="116229" y="16419"/>
                </a:lnTo>
                <a:lnTo>
                  <a:pt x="110157" y="16419"/>
                </a:lnTo>
                <a:lnTo>
                  <a:pt x="110157" y="10347"/>
                </a:lnTo>
                <a:close/>
                <a:moveTo>
                  <a:pt x="123278" y="10347"/>
                </a:moveTo>
                <a:lnTo>
                  <a:pt x="123278" y="16419"/>
                </a:lnTo>
                <a:lnTo>
                  <a:pt x="117205" y="16419"/>
                </a:lnTo>
                <a:lnTo>
                  <a:pt x="117205" y="10347"/>
                </a:lnTo>
                <a:close/>
                <a:moveTo>
                  <a:pt x="130338" y="10347"/>
                </a:moveTo>
                <a:lnTo>
                  <a:pt x="130338" y="16419"/>
                </a:lnTo>
                <a:lnTo>
                  <a:pt x="124254" y="16419"/>
                </a:lnTo>
                <a:lnTo>
                  <a:pt x="124254" y="10347"/>
                </a:lnTo>
                <a:close/>
                <a:moveTo>
                  <a:pt x="137387" y="10347"/>
                </a:moveTo>
                <a:lnTo>
                  <a:pt x="137387" y="16419"/>
                </a:lnTo>
                <a:lnTo>
                  <a:pt x="131314" y="16419"/>
                </a:lnTo>
                <a:lnTo>
                  <a:pt x="131314" y="10347"/>
                </a:lnTo>
                <a:close/>
                <a:moveTo>
                  <a:pt x="144447" y="10347"/>
                </a:moveTo>
                <a:lnTo>
                  <a:pt x="144447" y="16419"/>
                </a:lnTo>
                <a:lnTo>
                  <a:pt x="138375" y="16419"/>
                </a:lnTo>
                <a:lnTo>
                  <a:pt x="138375" y="10347"/>
                </a:lnTo>
                <a:close/>
                <a:moveTo>
                  <a:pt x="151495" y="10347"/>
                </a:moveTo>
                <a:lnTo>
                  <a:pt x="151495" y="16419"/>
                </a:lnTo>
                <a:lnTo>
                  <a:pt x="145423" y="16419"/>
                </a:lnTo>
                <a:lnTo>
                  <a:pt x="145423" y="10347"/>
                </a:lnTo>
                <a:close/>
                <a:moveTo>
                  <a:pt x="158556" y="10347"/>
                </a:moveTo>
                <a:lnTo>
                  <a:pt x="158556" y="16419"/>
                </a:lnTo>
                <a:lnTo>
                  <a:pt x="152484" y="16419"/>
                </a:lnTo>
                <a:lnTo>
                  <a:pt x="152484" y="10347"/>
                </a:lnTo>
                <a:close/>
                <a:moveTo>
                  <a:pt x="165604" y="10347"/>
                </a:moveTo>
                <a:lnTo>
                  <a:pt x="165604" y="16419"/>
                </a:lnTo>
                <a:lnTo>
                  <a:pt x="159532" y="16419"/>
                </a:lnTo>
                <a:lnTo>
                  <a:pt x="159532" y="10347"/>
                </a:lnTo>
                <a:close/>
                <a:moveTo>
                  <a:pt x="172665" y="10347"/>
                </a:moveTo>
                <a:lnTo>
                  <a:pt x="172665" y="16419"/>
                </a:lnTo>
                <a:lnTo>
                  <a:pt x="166581" y="16419"/>
                </a:lnTo>
                <a:lnTo>
                  <a:pt x="166581" y="10347"/>
                </a:lnTo>
                <a:close/>
                <a:moveTo>
                  <a:pt x="179713" y="10347"/>
                </a:moveTo>
                <a:lnTo>
                  <a:pt x="179713" y="16419"/>
                </a:lnTo>
                <a:lnTo>
                  <a:pt x="173641" y="16419"/>
                </a:lnTo>
                <a:lnTo>
                  <a:pt x="173641" y="10347"/>
                </a:lnTo>
                <a:close/>
                <a:moveTo>
                  <a:pt x="186774" y="10347"/>
                </a:moveTo>
                <a:lnTo>
                  <a:pt x="186774" y="16419"/>
                </a:lnTo>
                <a:lnTo>
                  <a:pt x="180702" y="16419"/>
                </a:lnTo>
                <a:lnTo>
                  <a:pt x="180702" y="10347"/>
                </a:lnTo>
                <a:close/>
                <a:moveTo>
                  <a:pt x="193822" y="10347"/>
                </a:moveTo>
                <a:lnTo>
                  <a:pt x="193822" y="16419"/>
                </a:lnTo>
                <a:lnTo>
                  <a:pt x="187750" y="16419"/>
                </a:lnTo>
                <a:lnTo>
                  <a:pt x="187750" y="10347"/>
                </a:lnTo>
                <a:close/>
                <a:moveTo>
                  <a:pt x="200883" y="10347"/>
                </a:moveTo>
                <a:lnTo>
                  <a:pt x="200883" y="16419"/>
                </a:lnTo>
                <a:lnTo>
                  <a:pt x="194810" y="16419"/>
                </a:lnTo>
                <a:lnTo>
                  <a:pt x="194810" y="10347"/>
                </a:lnTo>
                <a:close/>
                <a:moveTo>
                  <a:pt x="207931" y="10347"/>
                </a:moveTo>
                <a:lnTo>
                  <a:pt x="207931" y="16419"/>
                </a:lnTo>
                <a:lnTo>
                  <a:pt x="201859" y="16419"/>
                </a:lnTo>
                <a:lnTo>
                  <a:pt x="201859" y="10347"/>
                </a:lnTo>
                <a:close/>
                <a:moveTo>
                  <a:pt x="214992" y="10347"/>
                </a:moveTo>
                <a:lnTo>
                  <a:pt x="214992" y="16419"/>
                </a:lnTo>
                <a:lnTo>
                  <a:pt x="208919" y="16419"/>
                </a:lnTo>
                <a:lnTo>
                  <a:pt x="208919" y="10347"/>
                </a:lnTo>
                <a:close/>
                <a:moveTo>
                  <a:pt x="222052" y="10347"/>
                </a:moveTo>
                <a:lnTo>
                  <a:pt x="222052" y="16419"/>
                </a:lnTo>
                <a:lnTo>
                  <a:pt x="215968" y="16419"/>
                </a:lnTo>
                <a:lnTo>
                  <a:pt x="215968" y="10347"/>
                </a:lnTo>
                <a:close/>
                <a:moveTo>
                  <a:pt x="229100" y="10347"/>
                </a:moveTo>
                <a:lnTo>
                  <a:pt x="229100" y="16419"/>
                </a:lnTo>
                <a:lnTo>
                  <a:pt x="223028" y="16419"/>
                </a:lnTo>
                <a:lnTo>
                  <a:pt x="223028" y="10347"/>
                </a:lnTo>
                <a:close/>
                <a:moveTo>
                  <a:pt x="236161" y="10347"/>
                </a:moveTo>
                <a:lnTo>
                  <a:pt x="236161" y="16419"/>
                </a:lnTo>
                <a:lnTo>
                  <a:pt x="230077" y="16419"/>
                </a:lnTo>
                <a:lnTo>
                  <a:pt x="230077" y="10347"/>
                </a:lnTo>
                <a:close/>
                <a:moveTo>
                  <a:pt x="243209" y="10347"/>
                </a:moveTo>
                <a:lnTo>
                  <a:pt x="243209" y="16419"/>
                </a:lnTo>
                <a:lnTo>
                  <a:pt x="237137" y="16419"/>
                </a:lnTo>
                <a:lnTo>
                  <a:pt x="237137" y="10347"/>
                </a:lnTo>
                <a:close/>
                <a:moveTo>
                  <a:pt x="250270" y="10347"/>
                </a:moveTo>
                <a:lnTo>
                  <a:pt x="250270" y="16419"/>
                </a:lnTo>
                <a:lnTo>
                  <a:pt x="244198" y="16419"/>
                </a:lnTo>
                <a:lnTo>
                  <a:pt x="244198" y="10347"/>
                </a:lnTo>
                <a:close/>
                <a:moveTo>
                  <a:pt x="257318" y="10347"/>
                </a:moveTo>
                <a:lnTo>
                  <a:pt x="257318" y="16419"/>
                </a:lnTo>
                <a:lnTo>
                  <a:pt x="251246" y="16419"/>
                </a:lnTo>
                <a:lnTo>
                  <a:pt x="251246" y="10347"/>
                </a:lnTo>
                <a:close/>
                <a:moveTo>
                  <a:pt x="264379" y="10347"/>
                </a:moveTo>
                <a:lnTo>
                  <a:pt x="264379" y="16419"/>
                </a:lnTo>
                <a:lnTo>
                  <a:pt x="258306" y="16419"/>
                </a:lnTo>
                <a:lnTo>
                  <a:pt x="258306" y="10347"/>
                </a:lnTo>
                <a:close/>
                <a:moveTo>
                  <a:pt x="271427" y="10347"/>
                </a:moveTo>
                <a:lnTo>
                  <a:pt x="271427" y="16419"/>
                </a:lnTo>
                <a:lnTo>
                  <a:pt x="265355" y="16419"/>
                </a:lnTo>
                <a:lnTo>
                  <a:pt x="265355" y="10347"/>
                </a:lnTo>
                <a:close/>
                <a:moveTo>
                  <a:pt x="278488" y="10347"/>
                </a:moveTo>
                <a:lnTo>
                  <a:pt x="278488" y="16419"/>
                </a:lnTo>
                <a:lnTo>
                  <a:pt x="272415" y="16419"/>
                </a:lnTo>
                <a:lnTo>
                  <a:pt x="272415" y="10347"/>
                </a:lnTo>
                <a:close/>
                <a:moveTo>
                  <a:pt x="17443" y="17408"/>
                </a:moveTo>
                <a:lnTo>
                  <a:pt x="17443" y="23480"/>
                </a:lnTo>
                <a:lnTo>
                  <a:pt x="11371" y="23480"/>
                </a:lnTo>
                <a:lnTo>
                  <a:pt x="11371" y="17408"/>
                </a:lnTo>
                <a:close/>
                <a:moveTo>
                  <a:pt x="24503" y="17408"/>
                </a:moveTo>
                <a:lnTo>
                  <a:pt x="24503" y="23480"/>
                </a:lnTo>
                <a:lnTo>
                  <a:pt x="18431" y="23480"/>
                </a:lnTo>
                <a:lnTo>
                  <a:pt x="18431" y="17408"/>
                </a:lnTo>
                <a:close/>
                <a:moveTo>
                  <a:pt x="31564" y="17408"/>
                </a:moveTo>
                <a:lnTo>
                  <a:pt x="31564" y="23480"/>
                </a:lnTo>
                <a:lnTo>
                  <a:pt x="25492" y="23480"/>
                </a:lnTo>
                <a:lnTo>
                  <a:pt x="25492" y="17408"/>
                </a:lnTo>
                <a:close/>
                <a:moveTo>
                  <a:pt x="38612" y="17408"/>
                </a:moveTo>
                <a:lnTo>
                  <a:pt x="38612" y="23480"/>
                </a:lnTo>
                <a:lnTo>
                  <a:pt x="32540" y="23480"/>
                </a:lnTo>
                <a:lnTo>
                  <a:pt x="32540" y="17408"/>
                </a:lnTo>
                <a:close/>
                <a:moveTo>
                  <a:pt x="45673" y="17408"/>
                </a:moveTo>
                <a:lnTo>
                  <a:pt x="45673" y="23480"/>
                </a:lnTo>
                <a:lnTo>
                  <a:pt x="39601" y="23480"/>
                </a:lnTo>
                <a:lnTo>
                  <a:pt x="39601" y="17408"/>
                </a:lnTo>
                <a:close/>
                <a:moveTo>
                  <a:pt x="52721" y="17408"/>
                </a:moveTo>
                <a:lnTo>
                  <a:pt x="52721" y="23480"/>
                </a:lnTo>
                <a:lnTo>
                  <a:pt x="46649" y="23480"/>
                </a:lnTo>
                <a:lnTo>
                  <a:pt x="46649" y="17408"/>
                </a:lnTo>
                <a:close/>
                <a:moveTo>
                  <a:pt x="59782" y="17408"/>
                </a:moveTo>
                <a:lnTo>
                  <a:pt x="59782" y="23480"/>
                </a:lnTo>
                <a:lnTo>
                  <a:pt x="53709" y="23480"/>
                </a:lnTo>
                <a:lnTo>
                  <a:pt x="53709" y="17408"/>
                </a:lnTo>
                <a:close/>
                <a:moveTo>
                  <a:pt x="66842" y="17408"/>
                </a:moveTo>
                <a:lnTo>
                  <a:pt x="66842" y="23480"/>
                </a:lnTo>
                <a:lnTo>
                  <a:pt x="60758" y="23480"/>
                </a:lnTo>
                <a:lnTo>
                  <a:pt x="60758" y="17408"/>
                </a:lnTo>
                <a:close/>
                <a:moveTo>
                  <a:pt x="73902" y="17408"/>
                </a:moveTo>
                <a:lnTo>
                  <a:pt x="73902" y="23480"/>
                </a:lnTo>
                <a:lnTo>
                  <a:pt x="67818" y="23480"/>
                </a:lnTo>
                <a:lnTo>
                  <a:pt x="67818" y="17408"/>
                </a:lnTo>
                <a:close/>
                <a:moveTo>
                  <a:pt x="80951" y="17408"/>
                </a:moveTo>
                <a:lnTo>
                  <a:pt x="80951" y="23480"/>
                </a:lnTo>
                <a:lnTo>
                  <a:pt x="74879" y="23480"/>
                </a:lnTo>
                <a:lnTo>
                  <a:pt x="74879" y="17408"/>
                </a:lnTo>
                <a:close/>
                <a:moveTo>
                  <a:pt x="88011" y="17408"/>
                </a:moveTo>
                <a:lnTo>
                  <a:pt x="88011" y="23480"/>
                </a:lnTo>
                <a:lnTo>
                  <a:pt x="81927" y="23480"/>
                </a:lnTo>
                <a:lnTo>
                  <a:pt x="81927" y="17408"/>
                </a:lnTo>
                <a:close/>
                <a:moveTo>
                  <a:pt x="95060" y="17408"/>
                </a:moveTo>
                <a:lnTo>
                  <a:pt x="95060" y="23480"/>
                </a:lnTo>
                <a:lnTo>
                  <a:pt x="88988" y="23480"/>
                </a:lnTo>
                <a:lnTo>
                  <a:pt x="88988" y="17408"/>
                </a:lnTo>
                <a:close/>
                <a:moveTo>
                  <a:pt x="102120" y="17408"/>
                </a:moveTo>
                <a:lnTo>
                  <a:pt x="102120" y="23480"/>
                </a:lnTo>
                <a:lnTo>
                  <a:pt x="96036" y="23480"/>
                </a:lnTo>
                <a:lnTo>
                  <a:pt x="96036" y="17408"/>
                </a:lnTo>
                <a:close/>
                <a:moveTo>
                  <a:pt x="109169" y="17408"/>
                </a:moveTo>
                <a:lnTo>
                  <a:pt x="109169" y="23480"/>
                </a:lnTo>
                <a:lnTo>
                  <a:pt x="103097" y="23480"/>
                </a:lnTo>
                <a:lnTo>
                  <a:pt x="103097" y="17408"/>
                </a:lnTo>
                <a:close/>
                <a:moveTo>
                  <a:pt x="116229" y="17408"/>
                </a:moveTo>
                <a:lnTo>
                  <a:pt x="116229" y="23480"/>
                </a:lnTo>
                <a:lnTo>
                  <a:pt x="110157" y="23480"/>
                </a:lnTo>
                <a:lnTo>
                  <a:pt x="110157" y="17408"/>
                </a:lnTo>
                <a:close/>
                <a:moveTo>
                  <a:pt x="123278" y="17408"/>
                </a:moveTo>
                <a:lnTo>
                  <a:pt x="123278" y="23480"/>
                </a:lnTo>
                <a:lnTo>
                  <a:pt x="117205" y="23480"/>
                </a:lnTo>
                <a:lnTo>
                  <a:pt x="117205" y="17408"/>
                </a:lnTo>
                <a:close/>
                <a:moveTo>
                  <a:pt x="130338" y="17408"/>
                </a:moveTo>
                <a:lnTo>
                  <a:pt x="130338" y="23480"/>
                </a:lnTo>
                <a:lnTo>
                  <a:pt x="124254" y="23480"/>
                </a:lnTo>
                <a:lnTo>
                  <a:pt x="124254" y="17408"/>
                </a:lnTo>
                <a:close/>
                <a:moveTo>
                  <a:pt x="137387" y="17408"/>
                </a:moveTo>
                <a:lnTo>
                  <a:pt x="137387" y="23480"/>
                </a:lnTo>
                <a:lnTo>
                  <a:pt x="131314" y="23480"/>
                </a:lnTo>
                <a:lnTo>
                  <a:pt x="131314" y="17408"/>
                </a:lnTo>
                <a:close/>
                <a:moveTo>
                  <a:pt x="144447" y="17408"/>
                </a:moveTo>
                <a:lnTo>
                  <a:pt x="144447" y="23480"/>
                </a:lnTo>
                <a:lnTo>
                  <a:pt x="138375" y="23480"/>
                </a:lnTo>
                <a:lnTo>
                  <a:pt x="138375" y="17408"/>
                </a:lnTo>
                <a:close/>
                <a:moveTo>
                  <a:pt x="151495" y="17408"/>
                </a:moveTo>
                <a:lnTo>
                  <a:pt x="151495" y="23480"/>
                </a:lnTo>
                <a:lnTo>
                  <a:pt x="145423" y="23480"/>
                </a:lnTo>
                <a:lnTo>
                  <a:pt x="145423" y="17408"/>
                </a:lnTo>
                <a:close/>
                <a:moveTo>
                  <a:pt x="158556" y="17408"/>
                </a:moveTo>
                <a:lnTo>
                  <a:pt x="158556" y="23480"/>
                </a:lnTo>
                <a:lnTo>
                  <a:pt x="152484" y="23480"/>
                </a:lnTo>
                <a:lnTo>
                  <a:pt x="152484" y="17408"/>
                </a:lnTo>
                <a:close/>
                <a:moveTo>
                  <a:pt x="165604" y="17408"/>
                </a:moveTo>
                <a:lnTo>
                  <a:pt x="165604" y="23480"/>
                </a:lnTo>
                <a:lnTo>
                  <a:pt x="159532" y="23480"/>
                </a:lnTo>
                <a:lnTo>
                  <a:pt x="159532" y="17408"/>
                </a:lnTo>
                <a:close/>
                <a:moveTo>
                  <a:pt x="172665" y="17408"/>
                </a:moveTo>
                <a:lnTo>
                  <a:pt x="172665" y="23480"/>
                </a:lnTo>
                <a:lnTo>
                  <a:pt x="166581" y="23480"/>
                </a:lnTo>
                <a:lnTo>
                  <a:pt x="166581" y="17408"/>
                </a:lnTo>
                <a:close/>
                <a:moveTo>
                  <a:pt x="179713" y="17408"/>
                </a:moveTo>
                <a:lnTo>
                  <a:pt x="179713" y="23480"/>
                </a:lnTo>
                <a:lnTo>
                  <a:pt x="173641" y="23480"/>
                </a:lnTo>
                <a:lnTo>
                  <a:pt x="173641" y="17408"/>
                </a:lnTo>
                <a:close/>
                <a:moveTo>
                  <a:pt x="186774" y="17408"/>
                </a:moveTo>
                <a:lnTo>
                  <a:pt x="186774" y="23480"/>
                </a:lnTo>
                <a:lnTo>
                  <a:pt x="180702" y="23480"/>
                </a:lnTo>
                <a:lnTo>
                  <a:pt x="180702" y="17408"/>
                </a:lnTo>
                <a:close/>
                <a:moveTo>
                  <a:pt x="193822" y="17408"/>
                </a:moveTo>
                <a:lnTo>
                  <a:pt x="193822" y="23480"/>
                </a:lnTo>
                <a:lnTo>
                  <a:pt x="187750" y="23480"/>
                </a:lnTo>
                <a:lnTo>
                  <a:pt x="187750" y="17408"/>
                </a:lnTo>
                <a:close/>
                <a:moveTo>
                  <a:pt x="200883" y="17408"/>
                </a:moveTo>
                <a:lnTo>
                  <a:pt x="200883" y="23480"/>
                </a:lnTo>
                <a:lnTo>
                  <a:pt x="194810" y="23480"/>
                </a:lnTo>
                <a:lnTo>
                  <a:pt x="194810" y="17408"/>
                </a:lnTo>
                <a:close/>
                <a:moveTo>
                  <a:pt x="207931" y="17408"/>
                </a:moveTo>
                <a:lnTo>
                  <a:pt x="207931" y="23480"/>
                </a:lnTo>
                <a:lnTo>
                  <a:pt x="201859" y="23480"/>
                </a:lnTo>
                <a:lnTo>
                  <a:pt x="201859" y="17408"/>
                </a:lnTo>
                <a:close/>
                <a:moveTo>
                  <a:pt x="214992" y="17408"/>
                </a:moveTo>
                <a:lnTo>
                  <a:pt x="214992" y="23480"/>
                </a:lnTo>
                <a:lnTo>
                  <a:pt x="208919" y="23480"/>
                </a:lnTo>
                <a:lnTo>
                  <a:pt x="208919" y="17408"/>
                </a:lnTo>
                <a:close/>
                <a:moveTo>
                  <a:pt x="222052" y="17408"/>
                </a:moveTo>
                <a:lnTo>
                  <a:pt x="222052" y="23480"/>
                </a:lnTo>
                <a:lnTo>
                  <a:pt x="215968" y="23480"/>
                </a:lnTo>
                <a:lnTo>
                  <a:pt x="215968" y="17408"/>
                </a:lnTo>
                <a:close/>
                <a:moveTo>
                  <a:pt x="229100" y="17408"/>
                </a:moveTo>
                <a:lnTo>
                  <a:pt x="229100" y="23480"/>
                </a:lnTo>
                <a:lnTo>
                  <a:pt x="223028" y="23480"/>
                </a:lnTo>
                <a:lnTo>
                  <a:pt x="223028" y="17408"/>
                </a:lnTo>
                <a:close/>
                <a:moveTo>
                  <a:pt x="236161" y="17408"/>
                </a:moveTo>
                <a:lnTo>
                  <a:pt x="236161" y="23480"/>
                </a:lnTo>
                <a:lnTo>
                  <a:pt x="230077" y="23480"/>
                </a:lnTo>
                <a:lnTo>
                  <a:pt x="230077" y="17408"/>
                </a:lnTo>
                <a:close/>
                <a:moveTo>
                  <a:pt x="243209" y="17408"/>
                </a:moveTo>
                <a:lnTo>
                  <a:pt x="243209" y="23480"/>
                </a:lnTo>
                <a:lnTo>
                  <a:pt x="237137" y="23480"/>
                </a:lnTo>
                <a:lnTo>
                  <a:pt x="237137" y="17408"/>
                </a:lnTo>
                <a:close/>
                <a:moveTo>
                  <a:pt x="250270" y="17408"/>
                </a:moveTo>
                <a:lnTo>
                  <a:pt x="250270" y="23480"/>
                </a:lnTo>
                <a:lnTo>
                  <a:pt x="244198" y="23480"/>
                </a:lnTo>
                <a:lnTo>
                  <a:pt x="244198" y="17408"/>
                </a:lnTo>
                <a:close/>
                <a:moveTo>
                  <a:pt x="257318" y="17408"/>
                </a:moveTo>
                <a:lnTo>
                  <a:pt x="257318" y="23480"/>
                </a:lnTo>
                <a:lnTo>
                  <a:pt x="251246" y="23480"/>
                </a:lnTo>
                <a:lnTo>
                  <a:pt x="251246" y="17408"/>
                </a:lnTo>
                <a:close/>
                <a:moveTo>
                  <a:pt x="264379" y="17408"/>
                </a:moveTo>
                <a:lnTo>
                  <a:pt x="264379" y="23480"/>
                </a:lnTo>
                <a:lnTo>
                  <a:pt x="258306" y="23480"/>
                </a:lnTo>
                <a:lnTo>
                  <a:pt x="258306" y="17408"/>
                </a:lnTo>
                <a:close/>
                <a:moveTo>
                  <a:pt x="271427" y="17408"/>
                </a:moveTo>
                <a:lnTo>
                  <a:pt x="271427" y="23480"/>
                </a:lnTo>
                <a:lnTo>
                  <a:pt x="265355" y="23480"/>
                </a:lnTo>
                <a:lnTo>
                  <a:pt x="265355" y="17408"/>
                </a:lnTo>
                <a:close/>
                <a:moveTo>
                  <a:pt x="278488" y="17408"/>
                </a:moveTo>
                <a:lnTo>
                  <a:pt x="278488" y="23480"/>
                </a:lnTo>
                <a:lnTo>
                  <a:pt x="272415" y="23480"/>
                </a:lnTo>
                <a:lnTo>
                  <a:pt x="272415" y="17408"/>
                </a:lnTo>
                <a:close/>
                <a:moveTo>
                  <a:pt x="17443" y="24456"/>
                </a:moveTo>
                <a:lnTo>
                  <a:pt x="17443" y="30528"/>
                </a:lnTo>
                <a:lnTo>
                  <a:pt x="11371" y="30528"/>
                </a:lnTo>
                <a:lnTo>
                  <a:pt x="11371" y="24456"/>
                </a:lnTo>
                <a:close/>
                <a:moveTo>
                  <a:pt x="24503" y="24456"/>
                </a:moveTo>
                <a:lnTo>
                  <a:pt x="24503" y="30528"/>
                </a:lnTo>
                <a:lnTo>
                  <a:pt x="18431" y="30528"/>
                </a:lnTo>
                <a:lnTo>
                  <a:pt x="18431" y="24456"/>
                </a:lnTo>
                <a:close/>
                <a:moveTo>
                  <a:pt x="31564" y="24456"/>
                </a:moveTo>
                <a:lnTo>
                  <a:pt x="31564" y="30528"/>
                </a:lnTo>
                <a:lnTo>
                  <a:pt x="25492" y="30528"/>
                </a:lnTo>
                <a:lnTo>
                  <a:pt x="25492" y="24456"/>
                </a:lnTo>
                <a:close/>
                <a:moveTo>
                  <a:pt x="38612" y="24456"/>
                </a:moveTo>
                <a:lnTo>
                  <a:pt x="38612" y="30528"/>
                </a:lnTo>
                <a:lnTo>
                  <a:pt x="32540" y="30528"/>
                </a:lnTo>
                <a:lnTo>
                  <a:pt x="32540" y="24456"/>
                </a:lnTo>
                <a:close/>
                <a:moveTo>
                  <a:pt x="45673" y="24456"/>
                </a:moveTo>
                <a:lnTo>
                  <a:pt x="45673" y="30528"/>
                </a:lnTo>
                <a:lnTo>
                  <a:pt x="39601" y="30528"/>
                </a:lnTo>
                <a:lnTo>
                  <a:pt x="39601" y="24456"/>
                </a:lnTo>
                <a:close/>
                <a:moveTo>
                  <a:pt x="52721" y="24456"/>
                </a:moveTo>
                <a:lnTo>
                  <a:pt x="52721" y="30528"/>
                </a:lnTo>
                <a:lnTo>
                  <a:pt x="46649" y="30528"/>
                </a:lnTo>
                <a:lnTo>
                  <a:pt x="46649" y="24456"/>
                </a:lnTo>
                <a:close/>
                <a:moveTo>
                  <a:pt x="59782" y="24456"/>
                </a:moveTo>
                <a:lnTo>
                  <a:pt x="59782" y="30528"/>
                </a:lnTo>
                <a:lnTo>
                  <a:pt x="53709" y="30528"/>
                </a:lnTo>
                <a:lnTo>
                  <a:pt x="53709" y="24456"/>
                </a:lnTo>
                <a:close/>
                <a:moveTo>
                  <a:pt x="88011" y="24456"/>
                </a:moveTo>
                <a:lnTo>
                  <a:pt x="88011" y="30528"/>
                </a:lnTo>
                <a:lnTo>
                  <a:pt x="81927" y="30528"/>
                </a:lnTo>
                <a:lnTo>
                  <a:pt x="81927" y="24456"/>
                </a:lnTo>
                <a:close/>
                <a:moveTo>
                  <a:pt x="95060" y="24456"/>
                </a:moveTo>
                <a:lnTo>
                  <a:pt x="95060" y="30528"/>
                </a:lnTo>
                <a:lnTo>
                  <a:pt x="88988" y="30528"/>
                </a:lnTo>
                <a:lnTo>
                  <a:pt x="88988" y="24456"/>
                </a:lnTo>
                <a:close/>
                <a:moveTo>
                  <a:pt x="123278" y="24456"/>
                </a:moveTo>
                <a:lnTo>
                  <a:pt x="123278" y="30528"/>
                </a:lnTo>
                <a:lnTo>
                  <a:pt x="117205" y="30528"/>
                </a:lnTo>
                <a:lnTo>
                  <a:pt x="117205" y="24456"/>
                </a:lnTo>
                <a:close/>
                <a:moveTo>
                  <a:pt x="130338" y="24456"/>
                </a:moveTo>
                <a:lnTo>
                  <a:pt x="130338" y="30528"/>
                </a:lnTo>
                <a:lnTo>
                  <a:pt x="124254" y="30528"/>
                </a:lnTo>
                <a:lnTo>
                  <a:pt x="124254" y="24456"/>
                </a:lnTo>
                <a:close/>
                <a:moveTo>
                  <a:pt x="144447" y="24456"/>
                </a:moveTo>
                <a:lnTo>
                  <a:pt x="144447" y="30528"/>
                </a:lnTo>
                <a:lnTo>
                  <a:pt x="138375" y="30528"/>
                </a:lnTo>
                <a:lnTo>
                  <a:pt x="138375" y="24456"/>
                </a:lnTo>
                <a:close/>
                <a:moveTo>
                  <a:pt x="151495" y="24456"/>
                </a:moveTo>
                <a:lnTo>
                  <a:pt x="151495" y="30528"/>
                </a:lnTo>
                <a:lnTo>
                  <a:pt x="145423" y="30528"/>
                </a:lnTo>
                <a:lnTo>
                  <a:pt x="145423" y="24456"/>
                </a:lnTo>
                <a:close/>
                <a:moveTo>
                  <a:pt x="158556" y="24456"/>
                </a:moveTo>
                <a:lnTo>
                  <a:pt x="158556" y="30528"/>
                </a:lnTo>
                <a:lnTo>
                  <a:pt x="152484" y="30528"/>
                </a:lnTo>
                <a:lnTo>
                  <a:pt x="152484" y="24456"/>
                </a:lnTo>
                <a:close/>
                <a:moveTo>
                  <a:pt x="165604" y="24456"/>
                </a:moveTo>
                <a:lnTo>
                  <a:pt x="165604" y="30528"/>
                </a:lnTo>
                <a:lnTo>
                  <a:pt x="159532" y="30528"/>
                </a:lnTo>
                <a:lnTo>
                  <a:pt x="159532" y="24456"/>
                </a:lnTo>
                <a:close/>
                <a:moveTo>
                  <a:pt x="172665" y="24456"/>
                </a:moveTo>
                <a:lnTo>
                  <a:pt x="172665" y="30528"/>
                </a:lnTo>
                <a:lnTo>
                  <a:pt x="166581" y="30528"/>
                </a:lnTo>
                <a:lnTo>
                  <a:pt x="166581" y="24456"/>
                </a:lnTo>
                <a:close/>
                <a:moveTo>
                  <a:pt x="179713" y="24456"/>
                </a:moveTo>
                <a:lnTo>
                  <a:pt x="179713" y="30528"/>
                </a:lnTo>
                <a:lnTo>
                  <a:pt x="173641" y="30528"/>
                </a:lnTo>
                <a:lnTo>
                  <a:pt x="173641" y="24456"/>
                </a:lnTo>
                <a:close/>
                <a:moveTo>
                  <a:pt x="186774" y="24456"/>
                </a:moveTo>
                <a:lnTo>
                  <a:pt x="186774" y="30528"/>
                </a:lnTo>
                <a:lnTo>
                  <a:pt x="180702" y="30528"/>
                </a:lnTo>
                <a:lnTo>
                  <a:pt x="180702" y="24456"/>
                </a:lnTo>
                <a:close/>
                <a:moveTo>
                  <a:pt x="193822" y="24456"/>
                </a:moveTo>
                <a:lnTo>
                  <a:pt x="193822" y="30528"/>
                </a:lnTo>
                <a:lnTo>
                  <a:pt x="187750" y="30528"/>
                </a:lnTo>
                <a:lnTo>
                  <a:pt x="187750" y="24456"/>
                </a:lnTo>
                <a:close/>
                <a:moveTo>
                  <a:pt x="200883" y="24456"/>
                </a:moveTo>
                <a:lnTo>
                  <a:pt x="200883" y="30528"/>
                </a:lnTo>
                <a:lnTo>
                  <a:pt x="194810" y="30528"/>
                </a:lnTo>
                <a:lnTo>
                  <a:pt x="194810" y="24456"/>
                </a:lnTo>
                <a:close/>
                <a:moveTo>
                  <a:pt x="207931" y="24456"/>
                </a:moveTo>
                <a:lnTo>
                  <a:pt x="207931" y="30528"/>
                </a:lnTo>
                <a:lnTo>
                  <a:pt x="201859" y="30528"/>
                </a:lnTo>
                <a:lnTo>
                  <a:pt x="201859" y="24456"/>
                </a:lnTo>
                <a:close/>
                <a:moveTo>
                  <a:pt x="214992" y="24456"/>
                </a:moveTo>
                <a:lnTo>
                  <a:pt x="214992" y="30528"/>
                </a:lnTo>
                <a:lnTo>
                  <a:pt x="208919" y="30528"/>
                </a:lnTo>
                <a:lnTo>
                  <a:pt x="208919" y="24456"/>
                </a:lnTo>
                <a:close/>
                <a:moveTo>
                  <a:pt x="222052" y="24456"/>
                </a:moveTo>
                <a:lnTo>
                  <a:pt x="222052" y="30528"/>
                </a:lnTo>
                <a:lnTo>
                  <a:pt x="215968" y="30528"/>
                </a:lnTo>
                <a:lnTo>
                  <a:pt x="215968" y="24456"/>
                </a:lnTo>
                <a:close/>
                <a:moveTo>
                  <a:pt x="229100" y="24456"/>
                </a:moveTo>
                <a:lnTo>
                  <a:pt x="229100" y="30528"/>
                </a:lnTo>
                <a:lnTo>
                  <a:pt x="223028" y="30528"/>
                </a:lnTo>
                <a:lnTo>
                  <a:pt x="223028" y="24456"/>
                </a:lnTo>
                <a:close/>
                <a:moveTo>
                  <a:pt x="236161" y="24456"/>
                </a:moveTo>
                <a:lnTo>
                  <a:pt x="236161" y="30528"/>
                </a:lnTo>
                <a:lnTo>
                  <a:pt x="230077" y="30528"/>
                </a:lnTo>
                <a:lnTo>
                  <a:pt x="230077" y="24456"/>
                </a:lnTo>
                <a:close/>
                <a:moveTo>
                  <a:pt x="243209" y="24456"/>
                </a:moveTo>
                <a:lnTo>
                  <a:pt x="243209" y="30528"/>
                </a:lnTo>
                <a:lnTo>
                  <a:pt x="237137" y="30528"/>
                </a:lnTo>
                <a:lnTo>
                  <a:pt x="237137" y="24456"/>
                </a:lnTo>
                <a:close/>
                <a:moveTo>
                  <a:pt x="250270" y="24456"/>
                </a:moveTo>
                <a:lnTo>
                  <a:pt x="250270" y="30528"/>
                </a:lnTo>
                <a:lnTo>
                  <a:pt x="244198" y="30528"/>
                </a:lnTo>
                <a:lnTo>
                  <a:pt x="244198" y="24456"/>
                </a:lnTo>
                <a:close/>
                <a:moveTo>
                  <a:pt x="257318" y="24456"/>
                </a:moveTo>
                <a:lnTo>
                  <a:pt x="257318" y="30528"/>
                </a:lnTo>
                <a:lnTo>
                  <a:pt x="251246" y="30528"/>
                </a:lnTo>
                <a:lnTo>
                  <a:pt x="251246" y="24456"/>
                </a:lnTo>
                <a:close/>
                <a:moveTo>
                  <a:pt x="264379" y="24456"/>
                </a:moveTo>
                <a:lnTo>
                  <a:pt x="264379" y="30528"/>
                </a:lnTo>
                <a:lnTo>
                  <a:pt x="258306" y="30528"/>
                </a:lnTo>
                <a:lnTo>
                  <a:pt x="258306" y="24456"/>
                </a:lnTo>
                <a:close/>
                <a:moveTo>
                  <a:pt x="271427" y="24456"/>
                </a:moveTo>
                <a:lnTo>
                  <a:pt x="271427" y="30528"/>
                </a:lnTo>
                <a:lnTo>
                  <a:pt x="265355" y="30528"/>
                </a:lnTo>
                <a:lnTo>
                  <a:pt x="265355" y="24456"/>
                </a:lnTo>
                <a:close/>
                <a:moveTo>
                  <a:pt x="278488" y="24456"/>
                </a:moveTo>
                <a:lnTo>
                  <a:pt x="278488" y="30528"/>
                </a:lnTo>
                <a:lnTo>
                  <a:pt x="272415" y="30528"/>
                </a:lnTo>
                <a:lnTo>
                  <a:pt x="272415" y="24456"/>
                </a:lnTo>
                <a:close/>
                <a:moveTo>
                  <a:pt x="66842" y="24456"/>
                </a:moveTo>
                <a:lnTo>
                  <a:pt x="66842" y="30540"/>
                </a:lnTo>
                <a:lnTo>
                  <a:pt x="60758" y="30540"/>
                </a:lnTo>
                <a:lnTo>
                  <a:pt x="60758" y="24456"/>
                </a:lnTo>
                <a:close/>
                <a:moveTo>
                  <a:pt x="73902" y="24456"/>
                </a:moveTo>
                <a:lnTo>
                  <a:pt x="73902" y="30540"/>
                </a:lnTo>
                <a:lnTo>
                  <a:pt x="67818" y="30540"/>
                </a:lnTo>
                <a:lnTo>
                  <a:pt x="67818" y="24456"/>
                </a:lnTo>
                <a:close/>
                <a:moveTo>
                  <a:pt x="80951" y="24456"/>
                </a:moveTo>
                <a:lnTo>
                  <a:pt x="80951" y="30540"/>
                </a:lnTo>
                <a:lnTo>
                  <a:pt x="74879" y="30540"/>
                </a:lnTo>
                <a:lnTo>
                  <a:pt x="74879" y="24456"/>
                </a:lnTo>
                <a:close/>
                <a:moveTo>
                  <a:pt x="96036" y="24456"/>
                </a:moveTo>
                <a:lnTo>
                  <a:pt x="102120" y="24468"/>
                </a:lnTo>
                <a:lnTo>
                  <a:pt x="102120" y="30540"/>
                </a:lnTo>
                <a:lnTo>
                  <a:pt x="96036" y="30540"/>
                </a:lnTo>
                <a:lnTo>
                  <a:pt x="96036" y="24456"/>
                </a:lnTo>
                <a:close/>
                <a:moveTo>
                  <a:pt x="103097" y="24456"/>
                </a:moveTo>
                <a:lnTo>
                  <a:pt x="109169" y="24468"/>
                </a:lnTo>
                <a:lnTo>
                  <a:pt x="109169" y="30540"/>
                </a:lnTo>
                <a:lnTo>
                  <a:pt x="103097" y="30540"/>
                </a:lnTo>
                <a:lnTo>
                  <a:pt x="103097" y="24456"/>
                </a:lnTo>
                <a:close/>
                <a:moveTo>
                  <a:pt x="110157" y="24456"/>
                </a:moveTo>
                <a:lnTo>
                  <a:pt x="116229" y="24468"/>
                </a:lnTo>
                <a:lnTo>
                  <a:pt x="116229" y="30540"/>
                </a:lnTo>
                <a:lnTo>
                  <a:pt x="110157" y="30540"/>
                </a:lnTo>
                <a:lnTo>
                  <a:pt x="110157" y="24456"/>
                </a:lnTo>
                <a:close/>
                <a:moveTo>
                  <a:pt x="131314" y="24456"/>
                </a:moveTo>
                <a:lnTo>
                  <a:pt x="137387" y="24468"/>
                </a:lnTo>
                <a:lnTo>
                  <a:pt x="137387" y="30540"/>
                </a:lnTo>
                <a:lnTo>
                  <a:pt x="131314" y="30540"/>
                </a:lnTo>
                <a:lnTo>
                  <a:pt x="131314" y="24456"/>
                </a:lnTo>
                <a:close/>
                <a:moveTo>
                  <a:pt x="17443" y="31516"/>
                </a:moveTo>
                <a:lnTo>
                  <a:pt x="17443" y="37589"/>
                </a:lnTo>
                <a:lnTo>
                  <a:pt x="11371" y="37589"/>
                </a:lnTo>
                <a:lnTo>
                  <a:pt x="11371" y="31516"/>
                </a:lnTo>
                <a:close/>
                <a:moveTo>
                  <a:pt x="24503" y="31516"/>
                </a:moveTo>
                <a:lnTo>
                  <a:pt x="24503" y="37589"/>
                </a:lnTo>
                <a:lnTo>
                  <a:pt x="18431" y="37589"/>
                </a:lnTo>
                <a:lnTo>
                  <a:pt x="18431" y="31516"/>
                </a:lnTo>
                <a:close/>
                <a:moveTo>
                  <a:pt x="31564" y="31516"/>
                </a:moveTo>
                <a:lnTo>
                  <a:pt x="31564" y="37589"/>
                </a:lnTo>
                <a:lnTo>
                  <a:pt x="25492" y="37589"/>
                </a:lnTo>
                <a:lnTo>
                  <a:pt x="25492" y="31516"/>
                </a:lnTo>
                <a:close/>
                <a:moveTo>
                  <a:pt x="38612" y="31516"/>
                </a:moveTo>
                <a:lnTo>
                  <a:pt x="38612" y="37589"/>
                </a:lnTo>
                <a:lnTo>
                  <a:pt x="32540" y="37589"/>
                </a:lnTo>
                <a:lnTo>
                  <a:pt x="32540" y="31516"/>
                </a:lnTo>
                <a:close/>
                <a:moveTo>
                  <a:pt x="45673" y="31516"/>
                </a:moveTo>
                <a:lnTo>
                  <a:pt x="45673" y="37589"/>
                </a:lnTo>
                <a:lnTo>
                  <a:pt x="39601" y="37589"/>
                </a:lnTo>
                <a:lnTo>
                  <a:pt x="39601" y="31516"/>
                </a:lnTo>
                <a:close/>
                <a:moveTo>
                  <a:pt x="52721" y="31516"/>
                </a:moveTo>
                <a:lnTo>
                  <a:pt x="52721" y="37589"/>
                </a:lnTo>
                <a:lnTo>
                  <a:pt x="46649" y="37589"/>
                </a:lnTo>
                <a:lnTo>
                  <a:pt x="46649" y="31516"/>
                </a:lnTo>
                <a:close/>
                <a:moveTo>
                  <a:pt x="59782" y="31516"/>
                </a:moveTo>
                <a:lnTo>
                  <a:pt x="59782" y="37589"/>
                </a:lnTo>
                <a:lnTo>
                  <a:pt x="53709" y="37589"/>
                </a:lnTo>
                <a:lnTo>
                  <a:pt x="53709" y="31516"/>
                </a:lnTo>
                <a:close/>
                <a:moveTo>
                  <a:pt x="66842" y="31516"/>
                </a:moveTo>
                <a:lnTo>
                  <a:pt x="66842" y="37589"/>
                </a:lnTo>
                <a:lnTo>
                  <a:pt x="60758" y="37589"/>
                </a:lnTo>
                <a:lnTo>
                  <a:pt x="60758" y="31516"/>
                </a:lnTo>
                <a:close/>
                <a:moveTo>
                  <a:pt x="73902" y="31516"/>
                </a:moveTo>
                <a:lnTo>
                  <a:pt x="73902" y="37589"/>
                </a:lnTo>
                <a:lnTo>
                  <a:pt x="67818" y="37589"/>
                </a:lnTo>
                <a:lnTo>
                  <a:pt x="67818" y="31516"/>
                </a:lnTo>
                <a:close/>
                <a:moveTo>
                  <a:pt x="80951" y="31516"/>
                </a:moveTo>
                <a:lnTo>
                  <a:pt x="80951" y="37589"/>
                </a:lnTo>
                <a:lnTo>
                  <a:pt x="74879" y="37589"/>
                </a:lnTo>
                <a:lnTo>
                  <a:pt x="74879" y="31516"/>
                </a:lnTo>
                <a:close/>
                <a:moveTo>
                  <a:pt x="88011" y="31516"/>
                </a:moveTo>
                <a:lnTo>
                  <a:pt x="88011" y="37589"/>
                </a:lnTo>
                <a:lnTo>
                  <a:pt x="81927" y="37589"/>
                </a:lnTo>
                <a:lnTo>
                  <a:pt x="81927" y="31516"/>
                </a:lnTo>
                <a:close/>
                <a:moveTo>
                  <a:pt x="95060" y="31516"/>
                </a:moveTo>
                <a:lnTo>
                  <a:pt x="95060" y="37589"/>
                </a:lnTo>
                <a:lnTo>
                  <a:pt x="88988" y="37589"/>
                </a:lnTo>
                <a:lnTo>
                  <a:pt x="88988" y="31516"/>
                </a:lnTo>
                <a:close/>
                <a:moveTo>
                  <a:pt x="102120" y="31516"/>
                </a:moveTo>
                <a:lnTo>
                  <a:pt x="102120" y="37589"/>
                </a:lnTo>
                <a:lnTo>
                  <a:pt x="96036" y="37589"/>
                </a:lnTo>
                <a:lnTo>
                  <a:pt x="96036" y="31516"/>
                </a:lnTo>
                <a:close/>
                <a:moveTo>
                  <a:pt x="109169" y="31516"/>
                </a:moveTo>
                <a:lnTo>
                  <a:pt x="109169" y="37589"/>
                </a:lnTo>
                <a:lnTo>
                  <a:pt x="103097" y="37589"/>
                </a:lnTo>
                <a:lnTo>
                  <a:pt x="103097" y="31516"/>
                </a:lnTo>
                <a:close/>
                <a:moveTo>
                  <a:pt x="116229" y="31516"/>
                </a:moveTo>
                <a:lnTo>
                  <a:pt x="116229" y="37589"/>
                </a:lnTo>
                <a:lnTo>
                  <a:pt x="110157" y="37589"/>
                </a:lnTo>
                <a:lnTo>
                  <a:pt x="110157" y="31516"/>
                </a:lnTo>
                <a:close/>
                <a:moveTo>
                  <a:pt x="123278" y="31516"/>
                </a:moveTo>
                <a:lnTo>
                  <a:pt x="123278" y="37589"/>
                </a:lnTo>
                <a:lnTo>
                  <a:pt x="117205" y="37589"/>
                </a:lnTo>
                <a:lnTo>
                  <a:pt x="117205" y="31516"/>
                </a:lnTo>
                <a:close/>
                <a:moveTo>
                  <a:pt x="130338" y="31516"/>
                </a:moveTo>
                <a:lnTo>
                  <a:pt x="130338" y="37589"/>
                </a:lnTo>
                <a:lnTo>
                  <a:pt x="124254" y="37589"/>
                </a:lnTo>
                <a:lnTo>
                  <a:pt x="124254" y="31516"/>
                </a:lnTo>
                <a:close/>
                <a:moveTo>
                  <a:pt x="137387" y="31516"/>
                </a:moveTo>
                <a:lnTo>
                  <a:pt x="137387" y="37589"/>
                </a:lnTo>
                <a:lnTo>
                  <a:pt x="131314" y="37589"/>
                </a:lnTo>
                <a:lnTo>
                  <a:pt x="131314" y="31516"/>
                </a:lnTo>
                <a:close/>
                <a:moveTo>
                  <a:pt x="144447" y="31516"/>
                </a:moveTo>
                <a:lnTo>
                  <a:pt x="144447" y="37589"/>
                </a:lnTo>
                <a:lnTo>
                  <a:pt x="138375" y="37589"/>
                </a:lnTo>
                <a:lnTo>
                  <a:pt x="138375" y="31516"/>
                </a:lnTo>
                <a:close/>
                <a:moveTo>
                  <a:pt x="151495" y="31516"/>
                </a:moveTo>
                <a:lnTo>
                  <a:pt x="151495" y="37589"/>
                </a:lnTo>
                <a:lnTo>
                  <a:pt x="145423" y="37589"/>
                </a:lnTo>
                <a:lnTo>
                  <a:pt x="145423" y="31516"/>
                </a:lnTo>
                <a:close/>
                <a:moveTo>
                  <a:pt x="158556" y="31516"/>
                </a:moveTo>
                <a:lnTo>
                  <a:pt x="158556" y="37589"/>
                </a:lnTo>
                <a:lnTo>
                  <a:pt x="152484" y="37589"/>
                </a:lnTo>
                <a:lnTo>
                  <a:pt x="152484" y="31516"/>
                </a:lnTo>
                <a:close/>
                <a:moveTo>
                  <a:pt x="165604" y="31516"/>
                </a:moveTo>
                <a:lnTo>
                  <a:pt x="165604" y="37589"/>
                </a:lnTo>
                <a:lnTo>
                  <a:pt x="159532" y="37589"/>
                </a:lnTo>
                <a:lnTo>
                  <a:pt x="159532" y="31516"/>
                </a:lnTo>
                <a:close/>
                <a:moveTo>
                  <a:pt x="172665" y="31516"/>
                </a:moveTo>
                <a:lnTo>
                  <a:pt x="172665" y="37589"/>
                </a:lnTo>
                <a:lnTo>
                  <a:pt x="166581" y="37589"/>
                </a:lnTo>
                <a:lnTo>
                  <a:pt x="166581" y="31516"/>
                </a:lnTo>
                <a:close/>
                <a:moveTo>
                  <a:pt x="179713" y="31516"/>
                </a:moveTo>
                <a:lnTo>
                  <a:pt x="179713" y="37589"/>
                </a:lnTo>
                <a:lnTo>
                  <a:pt x="173641" y="37589"/>
                </a:lnTo>
                <a:lnTo>
                  <a:pt x="173641" y="31516"/>
                </a:lnTo>
                <a:close/>
                <a:moveTo>
                  <a:pt x="186774" y="31516"/>
                </a:moveTo>
                <a:lnTo>
                  <a:pt x="186774" y="37589"/>
                </a:lnTo>
                <a:lnTo>
                  <a:pt x="180702" y="37589"/>
                </a:lnTo>
                <a:lnTo>
                  <a:pt x="180702" y="31516"/>
                </a:lnTo>
                <a:close/>
                <a:moveTo>
                  <a:pt x="193822" y="31516"/>
                </a:moveTo>
                <a:lnTo>
                  <a:pt x="193822" y="37589"/>
                </a:lnTo>
                <a:lnTo>
                  <a:pt x="187750" y="37589"/>
                </a:lnTo>
                <a:lnTo>
                  <a:pt x="187750" y="31516"/>
                </a:lnTo>
                <a:close/>
                <a:moveTo>
                  <a:pt x="200883" y="31516"/>
                </a:moveTo>
                <a:lnTo>
                  <a:pt x="200883" y="37589"/>
                </a:lnTo>
                <a:lnTo>
                  <a:pt x="194810" y="37589"/>
                </a:lnTo>
                <a:lnTo>
                  <a:pt x="194810" y="31516"/>
                </a:lnTo>
                <a:close/>
                <a:moveTo>
                  <a:pt x="207931" y="31516"/>
                </a:moveTo>
                <a:lnTo>
                  <a:pt x="207931" y="37589"/>
                </a:lnTo>
                <a:lnTo>
                  <a:pt x="201859" y="37589"/>
                </a:lnTo>
                <a:lnTo>
                  <a:pt x="201859" y="31516"/>
                </a:lnTo>
                <a:close/>
                <a:moveTo>
                  <a:pt x="214992" y="31516"/>
                </a:moveTo>
                <a:lnTo>
                  <a:pt x="214992" y="37589"/>
                </a:lnTo>
                <a:lnTo>
                  <a:pt x="208919" y="37589"/>
                </a:lnTo>
                <a:lnTo>
                  <a:pt x="208919" y="31516"/>
                </a:lnTo>
                <a:close/>
                <a:moveTo>
                  <a:pt x="222052" y="31516"/>
                </a:moveTo>
                <a:lnTo>
                  <a:pt x="222052" y="37589"/>
                </a:lnTo>
                <a:lnTo>
                  <a:pt x="215968" y="37589"/>
                </a:lnTo>
                <a:lnTo>
                  <a:pt x="215968" y="31516"/>
                </a:lnTo>
                <a:close/>
                <a:moveTo>
                  <a:pt x="229100" y="31516"/>
                </a:moveTo>
                <a:lnTo>
                  <a:pt x="229100" y="37589"/>
                </a:lnTo>
                <a:lnTo>
                  <a:pt x="223028" y="37589"/>
                </a:lnTo>
                <a:lnTo>
                  <a:pt x="223028" y="31516"/>
                </a:lnTo>
                <a:close/>
                <a:moveTo>
                  <a:pt x="236161" y="31516"/>
                </a:moveTo>
                <a:lnTo>
                  <a:pt x="236161" y="37589"/>
                </a:lnTo>
                <a:lnTo>
                  <a:pt x="230077" y="37589"/>
                </a:lnTo>
                <a:lnTo>
                  <a:pt x="230077" y="31516"/>
                </a:lnTo>
                <a:close/>
                <a:moveTo>
                  <a:pt x="243209" y="31516"/>
                </a:moveTo>
                <a:lnTo>
                  <a:pt x="243209" y="37589"/>
                </a:lnTo>
                <a:lnTo>
                  <a:pt x="237137" y="37589"/>
                </a:lnTo>
                <a:lnTo>
                  <a:pt x="237137" y="31516"/>
                </a:lnTo>
                <a:close/>
                <a:moveTo>
                  <a:pt x="250270" y="31516"/>
                </a:moveTo>
                <a:lnTo>
                  <a:pt x="250270" y="37589"/>
                </a:lnTo>
                <a:lnTo>
                  <a:pt x="244198" y="37589"/>
                </a:lnTo>
                <a:lnTo>
                  <a:pt x="244198" y="31516"/>
                </a:lnTo>
                <a:close/>
                <a:moveTo>
                  <a:pt x="257318" y="31516"/>
                </a:moveTo>
                <a:lnTo>
                  <a:pt x="257318" y="37589"/>
                </a:lnTo>
                <a:lnTo>
                  <a:pt x="251246" y="37589"/>
                </a:lnTo>
                <a:lnTo>
                  <a:pt x="251246" y="31516"/>
                </a:lnTo>
                <a:close/>
                <a:moveTo>
                  <a:pt x="264379" y="31516"/>
                </a:moveTo>
                <a:lnTo>
                  <a:pt x="264379" y="37589"/>
                </a:lnTo>
                <a:lnTo>
                  <a:pt x="258306" y="37589"/>
                </a:lnTo>
                <a:lnTo>
                  <a:pt x="258306" y="31516"/>
                </a:lnTo>
                <a:close/>
                <a:moveTo>
                  <a:pt x="271427" y="31516"/>
                </a:moveTo>
                <a:lnTo>
                  <a:pt x="271427" y="37589"/>
                </a:lnTo>
                <a:lnTo>
                  <a:pt x="265355" y="37589"/>
                </a:lnTo>
                <a:lnTo>
                  <a:pt x="265355" y="31516"/>
                </a:lnTo>
                <a:close/>
                <a:moveTo>
                  <a:pt x="278488" y="31516"/>
                </a:moveTo>
                <a:lnTo>
                  <a:pt x="278488" y="37589"/>
                </a:lnTo>
                <a:lnTo>
                  <a:pt x="272415" y="37589"/>
                </a:lnTo>
                <a:lnTo>
                  <a:pt x="272415" y="31516"/>
                </a:lnTo>
                <a:close/>
                <a:moveTo>
                  <a:pt x="17443" y="38565"/>
                </a:moveTo>
                <a:lnTo>
                  <a:pt x="17443" y="44637"/>
                </a:lnTo>
                <a:lnTo>
                  <a:pt x="11371" y="44637"/>
                </a:lnTo>
                <a:lnTo>
                  <a:pt x="11371" y="38565"/>
                </a:lnTo>
                <a:close/>
                <a:moveTo>
                  <a:pt x="24503" y="38565"/>
                </a:moveTo>
                <a:lnTo>
                  <a:pt x="24503" y="44637"/>
                </a:lnTo>
                <a:lnTo>
                  <a:pt x="18431" y="44637"/>
                </a:lnTo>
                <a:lnTo>
                  <a:pt x="18431" y="38565"/>
                </a:lnTo>
                <a:close/>
                <a:moveTo>
                  <a:pt x="31564" y="38565"/>
                </a:moveTo>
                <a:lnTo>
                  <a:pt x="31564" y="44637"/>
                </a:lnTo>
                <a:lnTo>
                  <a:pt x="25492" y="44637"/>
                </a:lnTo>
                <a:lnTo>
                  <a:pt x="25492" y="38565"/>
                </a:lnTo>
                <a:close/>
                <a:moveTo>
                  <a:pt x="38612" y="38565"/>
                </a:moveTo>
                <a:lnTo>
                  <a:pt x="38612" y="44637"/>
                </a:lnTo>
                <a:lnTo>
                  <a:pt x="32540" y="44637"/>
                </a:lnTo>
                <a:lnTo>
                  <a:pt x="32540" y="38565"/>
                </a:lnTo>
                <a:close/>
                <a:moveTo>
                  <a:pt x="45673" y="38565"/>
                </a:moveTo>
                <a:lnTo>
                  <a:pt x="45673" y="44637"/>
                </a:lnTo>
                <a:lnTo>
                  <a:pt x="39601" y="44637"/>
                </a:lnTo>
                <a:lnTo>
                  <a:pt x="39601" y="38565"/>
                </a:lnTo>
                <a:close/>
                <a:moveTo>
                  <a:pt x="52721" y="38565"/>
                </a:moveTo>
                <a:lnTo>
                  <a:pt x="52721" y="44637"/>
                </a:lnTo>
                <a:lnTo>
                  <a:pt x="46649" y="44637"/>
                </a:lnTo>
                <a:lnTo>
                  <a:pt x="46649" y="38565"/>
                </a:lnTo>
                <a:close/>
                <a:moveTo>
                  <a:pt x="59782" y="38565"/>
                </a:moveTo>
                <a:lnTo>
                  <a:pt x="59782" y="44637"/>
                </a:lnTo>
                <a:lnTo>
                  <a:pt x="53709" y="44637"/>
                </a:lnTo>
                <a:lnTo>
                  <a:pt x="53709" y="38565"/>
                </a:lnTo>
                <a:close/>
                <a:moveTo>
                  <a:pt x="88011" y="38565"/>
                </a:moveTo>
                <a:lnTo>
                  <a:pt x="88011" y="44637"/>
                </a:lnTo>
                <a:lnTo>
                  <a:pt x="81927" y="44637"/>
                </a:lnTo>
                <a:lnTo>
                  <a:pt x="81927" y="38565"/>
                </a:lnTo>
                <a:close/>
                <a:moveTo>
                  <a:pt x="95060" y="38565"/>
                </a:moveTo>
                <a:lnTo>
                  <a:pt x="95060" y="44637"/>
                </a:lnTo>
                <a:lnTo>
                  <a:pt x="88988" y="44637"/>
                </a:lnTo>
                <a:lnTo>
                  <a:pt x="88988" y="38565"/>
                </a:lnTo>
                <a:close/>
                <a:moveTo>
                  <a:pt x="123278" y="38565"/>
                </a:moveTo>
                <a:lnTo>
                  <a:pt x="123278" y="44637"/>
                </a:lnTo>
                <a:lnTo>
                  <a:pt x="117205" y="44637"/>
                </a:lnTo>
                <a:lnTo>
                  <a:pt x="117205" y="38565"/>
                </a:lnTo>
                <a:close/>
                <a:moveTo>
                  <a:pt x="130338" y="38565"/>
                </a:moveTo>
                <a:lnTo>
                  <a:pt x="130338" y="44637"/>
                </a:lnTo>
                <a:lnTo>
                  <a:pt x="124254" y="44637"/>
                </a:lnTo>
                <a:lnTo>
                  <a:pt x="124254" y="38565"/>
                </a:lnTo>
                <a:close/>
                <a:moveTo>
                  <a:pt x="144447" y="38565"/>
                </a:moveTo>
                <a:lnTo>
                  <a:pt x="144447" y="44637"/>
                </a:lnTo>
                <a:lnTo>
                  <a:pt x="138375" y="44637"/>
                </a:lnTo>
                <a:lnTo>
                  <a:pt x="138375" y="38565"/>
                </a:lnTo>
                <a:close/>
                <a:moveTo>
                  <a:pt x="151495" y="38565"/>
                </a:moveTo>
                <a:lnTo>
                  <a:pt x="151495" y="44637"/>
                </a:lnTo>
                <a:lnTo>
                  <a:pt x="145423" y="44637"/>
                </a:lnTo>
                <a:lnTo>
                  <a:pt x="145423" y="38565"/>
                </a:lnTo>
                <a:close/>
                <a:moveTo>
                  <a:pt x="158556" y="38565"/>
                </a:moveTo>
                <a:lnTo>
                  <a:pt x="158556" y="44637"/>
                </a:lnTo>
                <a:lnTo>
                  <a:pt x="152484" y="44637"/>
                </a:lnTo>
                <a:lnTo>
                  <a:pt x="152484" y="38565"/>
                </a:lnTo>
                <a:close/>
                <a:moveTo>
                  <a:pt x="165604" y="38565"/>
                </a:moveTo>
                <a:lnTo>
                  <a:pt x="165604" y="44637"/>
                </a:lnTo>
                <a:lnTo>
                  <a:pt x="159532" y="44637"/>
                </a:lnTo>
                <a:lnTo>
                  <a:pt x="159532" y="38565"/>
                </a:lnTo>
                <a:close/>
                <a:moveTo>
                  <a:pt x="172665" y="38565"/>
                </a:moveTo>
                <a:lnTo>
                  <a:pt x="172665" y="44637"/>
                </a:lnTo>
                <a:lnTo>
                  <a:pt x="166581" y="44637"/>
                </a:lnTo>
                <a:lnTo>
                  <a:pt x="166581" y="38565"/>
                </a:lnTo>
                <a:close/>
                <a:moveTo>
                  <a:pt x="179713" y="38565"/>
                </a:moveTo>
                <a:lnTo>
                  <a:pt x="179713" y="44637"/>
                </a:lnTo>
                <a:lnTo>
                  <a:pt x="173641" y="44637"/>
                </a:lnTo>
                <a:lnTo>
                  <a:pt x="173641" y="38565"/>
                </a:lnTo>
                <a:close/>
                <a:moveTo>
                  <a:pt x="186774" y="38565"/>
                </a:moveTo>
                <a:lnTo>
                  <a:pt x="186774" y="44637"/>
                </a:lnTo>
                <a:lnTo>
                  <a:pt x="180702" y="44637"/>
                </a:lnTo>
                <a:lnTo>
                  <a:pt x="180702" y="38565"/>
                </a:lnTo>
                <a:close/>
                <a:moveTo>
                  <a:pt x="193822" y="38565"/>
                </a:moveTo>
                <a:lnTo>
                  <a:pt x="193822" y="44637"/>
                </a:lnTo>
                <a:lnTo>
                  <a:pt x="187750" y="44637"/>
                </a:lnTo>
                <a:lnTo>
                  <a:pt x="187750" y="38565"/>
                </a:lnTo>
                <a:close/>
                <a:moveTo>
                  <a:pt x="200883" y="38565"/>
                </a:moveTo>
                <a:lnTo>
                  <a:pt x="200883" y="44637"/>
                </a:lnTo>
                <a:lnTo>
                  <a:pt x="194810" y="44637"/>
                </a:lnTo>
                <a:lnTo>
                  <a:pt x="194810" y="38565"/>
                </a:lnTo>
                <a:close/>
                <a:moveTo>
                  <a:pt x="207931" y="38565"/>
                </a:moveTo>
                <a:lnTo>
                  <a:pt x="207931" y="44637"/>
                </a:lnTo>
                <a:lnTo>
                  <a:pt x="201859" y="44637"/>
                </a:lnTo>
                <a:lnTo>
                  <a:pt x="201859" y="38565"/>
                </a:lnTo>
                <a:close/>
                <a:moveTo>
                  <a:pt x="214992" y="38565"/>
                </a:moveTo>
                <a:lnTo>
                  <a:pt x="214992" y="44637"/>
                </a:lnTo>
                <a:lnTo>
                  <a:pt x="208919" y="44637"/>
                </a:lnTo>
                <a:lnTo>
                  <a:pt x="208919" y="38565"/>
                </a:lnTo>
                <a:close/>
                <a:moveTo>
                  <a:pt x="222052" y="38565"/>
                </a:moveTo>
                <a:lnTo>
                  <a:pt x="222052" y="44637"/>
                </a:lnTo>
                <a:lnTo>
                  <a:pt x="215968" y="44637"/>
                </a:lnTo>
                <a:lnTo>
                  <a:pt x="215968" y="38565"/>
                </a:lnTo>
                <a:close/>
                <a:moveTo>
                  <a:pt x="229100" y="38565"/>
                </a:moveTo>
                <a:lnTo>
                  <a:pt x="229100" y="44637"/>
                </a:lnTo>
                <a:lnTo>
                  <a:pt x="223028" y="44637"/>
                </a:lnTo>
                <a:lnTo>
                  <a:pt x="223028" y="38565"/>
                </a:lnTo>
                <a:close/>
                <a:moveTo>
                  <a:pt x="236161" y="38565"/>
                </a:moveTo>
                <a:lnTo>
                  <a:pt x="236161" y="44637"/>
                </a:lnTo>
                <a:lnTo>
                  <a:pt x="230077" y="44637"/>
                </a:lnTo>
                <a:lnTo>
                  <a:pt x="230077" y="38565"/>
                </a:lnTo>
                <a:close/>
                <a:moveTo>
                  <a:pt x="243209" y="38565"/>
                </a:moveTo>
                <a:lnTo>
                  <a:pt x="243209" y="44637"/>
                </a:lnTo>
                <a:lnTo>
                  <a:pt x="237137" y="44637"/>
                </a:lnTo>
                <a:lnTo>
                  <a:pt x="237137" y="38565"/>
                </a:lnTo>
                <a:close/>
                <a:moveTo>
                  <a:pt x="250270" y="38565"/>
                </a:moveTo>
                <a:lnTo>
                  <a:pt x="250270" y="44637"/>
                </a:lnTo>
                <a:lnTo>
                  <a:pt x="244198" y="44637"/>
                </a:lnTo>
                <a:lnTo>
                  <a:pt x="244198" y="38565"/>
                </a:lnTo>
                <a:close/>
                <a:moveTo>
                  <a:pt x="257318" y="38565"/>
                </a:moveTo>
                <a:lnTo>
                  <a:pt x="257318" y="44637"/>
                </a:lnTo>
                <a:lnTo>
                  <a:pt x="251246" y="44637"/>
                </a:lnTo>
                <a:lnTo>
                  <a:pt x="251246" y="38565"/>
                </a:lnTo>
                <a:close/>
                <a:moveTo>
                  <a:pt x="264379" y="38565"/>
                </a:moveTo>
                <a:lnTo>
                  <a:pt x="264379" y="44637"/>
                </a:lnTo>
                <a:lnTo>
                  <a:pt x="258306" y="44637"/>
                </a:lnTo>
                <a:lnTo>
                  <a:pt x="258306" y="38565"/>
                </a:lnTo>
                <a:close/>
                <a:moveTo>
                  <a:pt x="271427" y="38565"/>
                </a:moveTo>
                <a:lnTo>
                  <a:pt x="271427" y="44637"/>
                </a:lnTo>
                <a:lnTo>
                  <a:pt x="265355" y="44637"/>
                </a:lnTo>
                <a:lnTo>
                  <a:pt x="265355" y="38565"/>
                </a:lnTo>
                <a:close/>
                <a:moveTo>
                  <a:pt x="278488" y="38565"/>
                </a:moveTo>
                <a:lnTo>
                  <a:pt x="278488" y="44637"/>
                </a:lnTo>
                <a:lnTo>
                  <a:pt x="272415" y="44637"/>
                </a:lnTo>
                <a:lnTo>
                  <a:pt x="272415" y="38565"/>
                </a:lnTo>
                <a:close/>
                <a:moveTo>
                  <a:pt x="66842" y="38565"/>
                </a:moveTo>
                <a:lnTo>
                  <a:pt x="66842" y="44649"/>
                </a:lnTo>
                <a:lnTo>
                  <a:pt x="60758" y="44649"/>
                </a:lnTo>
                <a:lnTo>
                  <a:pt x="60758" y="38565"/>
                </a:lnTo>
                <a:close/>
                <a:moveTo>
                  <a:pt x="73902" y="38565"/>
                </a:moveTo>
                <a:lnTo>
                  <a:pt x="73902" y="44649"/>
                </a:lnTo>
                <a:lnTo>
                  <a:pt x="67818" y="44649"/>
                </a:lnTo>
                <a:lnTo>
                  <a:pt x="67818" y="38565"/>
                </a:lnTo>
                <a:close/>
                <a:moveTo>
                  <a:pt x="80951" y="38565"/>
                </a:moveTo>
                <a:lnTo>
                  <a:pt x="80951" y="44649"/>
                </a:lnTo>
                <a:lnTo>
                  <a:pt x="74879" y="44649"/>
                </a:lnTo>
                <a:lnTo>
                  <a:pt x="74879" y="38565"/>
                </a:lnTo>
                <a:close/>
                <a:moveTo>
                  <a:pt x="96036" y="38565"/>
                </a:moveTo>
                <a:lnTo>
                  <a:pt x="102120" y="38577"/>
                </a:lnTo>
                <a:lnTo>
                  <a:pt x="102120" y="44649"/>
                </a:lnTo>
                <a:lnTo>
                  <a:pt x="96036" y="44649"/>
                </a:lnTo>
                <a:lnTo>
                  <a:pt x="96036" y="38565"/>
                </a:lnTo>
                <a:close/>
                <a:moveTo>
                  <a:pt x="103097" y="38565"/>
                </a:moveTo>
                <a:lnTo>
                  <a:pt x="109169" y="38577"/>
                </a:lnTo>
                <a:lnTo>
                  <a:pt x="109169" y="44649"/>
                </a:lnTo>
                <a:lnTo>
                  <a:pt x="103097" y="44649"/>
                </a:lnTo>
                <a:lnTo>
                  <a:pt x="103097" y="38565"/>
                </a:lnTo>
                <a:close/>
                <a:moveTo>
                  <a:pt x="110157" y="38565"/>
                </a:moveTo>
                <a:lnTo>
                  <a:pt x="116229" y="38577"/>
                </a:lnTo>
                <a:lnTo>
                  <a:pt x="116229" y="44649"/>
                </a:lnTo>
                <a:lnTo>
                  <a:pt x="110157" y="44649"/>
                </a:lnTo>
                <a:lnTo>
                  <a:pt x="110157" y="38565"/>
                </a:lnTo>
                <a:close/>
                <a:moveTo>
                  <a:pt x="131314" y="38565"/>
                </a:moveTo>
                <a:lnTo>
                  <a:pt x="137387" y="38577"/>
                </a:lnTo>
                <a:lnTo>
                  <a:pt x="137387" y="44649"/>
                </a:lnTo>
                <a:lnTo>
                  <a:pt x="131314" y="44649"/>
                </a:lnTo>
                <a:lnTo>
                  <a:pt x="131314" y="38565"/>
                </a:lnTo>
                <a:close/>
                <a:moveTo>
                  <a:pt x="17443" y="45625"/>
                </a:moveTo>
                <a:lnTo>
                  <a:pt x="17443" y="51697"/>
                </a:lnTo>
                <a:lnTo>
                  <a:pt x="11371" y="51697"/>
                </a:lnTo>
                <a:lnTo>
                  <a:pt x="11371" y="45625"/>
                </a:lnTo>
                <a:close/>
                <a:moveTo>
                  <a:pt x="24503" y="45625"/>
                </a:moveTo>
                <a:lnTo>
                  <a:pt x="24503" y="51697"/>
                </a:lnTo>
                <a:lnTo>
                  <a:pt x="18431" y="51697"/>
                </a:lnTo>
                <a:lnTo>
                  <a:pt x="18431" y="45625"/>
                </a:lnTo>
                <a:close/>
                <a:moveTo>
                  <a:pt x="31564" y="45625"/>
                </a:moveTo>
                <a:lnTo>
                  <a:pt x="31564" y="51697"/>
                </a:lnTo>
                <a:lnTo>
                  <a:pt x="25492" y="51697"/>
                </a:lnTo>
                <a:lnTo>
                  <a:pt x="25492" y="45625"/>
                </a:lnTo>
                <a:close/>
                <a:moveTo>
                  <a:pt x="38612" y="45625"/>
                </a:moveTo>
                <a:lnTo>
                  <a:pt x="38612" y="51697"/>
                </a:lnTo>
                <a:lnTo>
                  <a:pt x="32540" y="51697"/>
                </a:lnTo>
                <a:lnTo>
                  <a:pt x="32540" y="45625"/>
                </a:lnTo>
                <a:close/>
                <a:moveTo>
                  <a:pt x="45673" y="45625"/>
                </a:moveTo>
                <a:lnTo>
                  <a:pt x="45673" y="51697"/>
                </a:lnTo>
                <a:lnTo>
                  <a:pt x="39601" y="51697"/>
                </a:lnTo>
                <a:lnTo>
                  <a:pt x="39601" y="45625"/>
                </a:lnTo>
                <a:close/>
                <a:moveTo>
                  <a:pt x="52721" y="45625"/>
                </a:moveTo>
                <a:lnTo>
                  <a:pt x="52721" y="51697"/>
                </a:lnTo>
                <a:lnTo>
                  <a:pt x="46649" y="51697"/>
                </a:lnTo>
                <a:lnTo>
                  <a:pt x="46649" y="45625"/>
                </a:lnTo>
                <a:close/>
                <a:moveTo>
                  <a:pt x="59782" y="45625"/>
                </a:moveTo>
                <a:lnTo>
                  <a:pt x="59782" y="51697"/>
                </a:lnTo>
                <a:lnTo>
                  <a:pt x="53709" y="51697"/>
                </a:lnTo>
                <a:lnTo>
                  <a:pt x="53709" y="45625"/>
                </a:lnTo>
                <a:close/>
                <a:moveTo>
                  <a:pt x="66842" y="45625"/>
                </a:moveTo>
                <a:lnTo>
                  <a:pt x="66842" y="51697"/>
                </a:lnTo>
                <a:lnTo>
                  <a:pt x="60758" y="51697"/>
                </a:lnTo>
                <a:lnTo>
                  <a:pt x="60758" y="45625"/>
                </a:lnTo>
                <a:close/>
                <a:moveTo>
                  <a:pt x="73902" y="45625"/>
                </a:moveTo>
                <a:lnTo>
                  <a:pt x="73902" y="51697"/>
                </a:lnTo>
                <a:lnTo>
                  <a:pt x="67818" y="51697"/>
                </a:lnTo>
                <a:lnTo>
                  <a:pt x="67818" y="45625"/>
                </a:lnTo>
                <a:close/>
                <a:moveTo>
                  <a:pt x="80951" y="45625"/>
                </a:moveTo>
                <a:lnTo>
                  <a:pt x="80951" y="51697"/>
                </a:lnTo>
                <a:lnTo>
                  <a:pt x="74879" y="51697"/>
                </a:lnTo>
                <a:lnTo>
                  <a:pt x="74879" y="45625"/>
                </a:lnTo>
                <a:close/>
                <a:moveTo>
                  <a:pt x="88011" y="45625"/>
                </a:moveTo>
                <a:lnTo>
                  <a:pt x="88011" y="51697"/>
                </a:lnTo>
                <a:lnTo>
                  <a:pt x="81927" y="51697"/>
                </a:lnTo>
                <a:lnTo>
                  <a:pt x="81927" y="45625"/>
                </a:lnTo>
                <a:close/>
                <a:moveTo>
                  <a:pt x="95060" y="45625"/>
                </a:moveTo>
                <a:lnTo>
                  <a:pt x="95060" y="51697"/>
                </a:lnTo>
                <a:lnTo>
                  <a:pt x="88988" y="51697"/>
                </a:lnTo>
                <a:lnTo>
                  <a:pt x="88988" y="45625"/>
                </a:lnTo>
                <a:close/>
                <a:moveTo>
                  <a:pt x="102120" y="45625"/>
                </a:moveTo>
                <a:lnTo>
                  <a:pt x="102120" y="51697"/>
                </a:lnTo>
                <a:lnTo>
                  <a:pt x="96036" y="51697"/>
                </a:lnTo>
                <a:lnTo>
                  <a:pt x="96036" y="45625"/>
                </a:lnTo>
                <a:close/>
                <a:moveTo>
                  <a:pt x="109169" y="45625"/>
                </a:moveTo>
                <a:lnTo>
                  <a:pt x="109169" y="51697"/>
                </a:lnTo>
                <a:lnTo>
                  <a:pt x="103097" y="51697"/>
                </a:lnTo>
                <a:lnTo>
                  <a:pt x="103097" y="45625"/>
                </a:lnTo>
                <a:close/>
                <a:moveTo>
                  <a:pt x="116229" y="45625"/>
                </a:moveTo>
                <a:lnTo>
                  <a:pt x="116229" y="51697"/>
                </a:lnTo>
                <a:lnTo>
                  <a:pt x="110157" y="51697"/>
                </a:lnTo>
                <a:lnTo>
                  <a:pt x="110157" y="45625"/>
                </a:lnTo>
                <a:close/>
                <a:moveTo>
                  <a:pt x="123278" y="45625"/>
                </a:moveTo>
                <a:lnTo>
                  <a:pt x="123278" y="51697"/>
                </a:lnTo>
                <a:lnTo>
                  <a:pt x="117205" y="51697"/>
                </a:lnTo>
                <a:lnTo>
                  <a:pt x="117205" y="45625"/>
                </a:lnTo>
                <a:close/>
                <a:moveTo>
                  <a:pt x="130338" y="45625"/>
                </a:moveTo>
                <a:lnTo>
                  <a:pt x="130338" y="51697"/>
                </a:lnTo>
                <a:lnTo>
                  <a:pt x="124254" y="51697"/>
                </a:lnTo>
                <a:lnTo>
                  <a:pt x="124254" y="45625"/>
                </a:lnTo>
                <a:close/>
                <a:moveTo>
                  <a:pt x="137387" y="45625"/>
                </a:moveTo>
                <a:lnTo>
                  <a:pt x="137387" y="51697"/>
                </a:lnTo>
                <a:lnTo>
                  <a:pt x="131314" y="51697"/>
                </a:lnTo>
                <a:lnTo>
                  <a:pt x="131314" y="45625"/>
                </a:lnTo>
                <a:close/>
                <a:moveTo>
                  <a:pt x="144447" y="45625"/>
                </a:moveTo>
                <a:lnTo>
                  <a:pt x="144447" y="51697"/>
                </a:lnTo>
                <a:lnTo>
                  <a:pt x="138375" y="51697"/>
                </a:lnTo>
                <a:lnTo>
                  <a:pt x="138375" y="45625"/>
                </a:lnTo>
                <a:close/>
                <a:moveTo>
                  <a:pt x="151495" y="45625"/>
                </a:moveTo>
                <a:lnTo>
                  <a:pt x="151495" y="51697"/>
                </a:lnTo>
                <a:lnTo>
                  <a:pt x="145423" y="51697"/>
                </a:lnTo>
                <a:lnTo>
                  <a:pt x="145423" y="45625"/>
                </a:lnTo>
                <a:close/>
                <a:moveTo>
                  <a:pt x="158556" y="45625"/>
                </a:moveTo>
                <a:lnTo>
                  <a:pt x="158556" y="51697"/>
                </a:lnTo>
                <a:lnTo>
                  <a:pt x="152484" y="51697"/>
                </a:lnTo>
                <a:lnTo>
                  <a:pt x="152484" y="45625"/>
                </a:lnTo>
                <a:close/>
                <a:moveTo>
                  <a:pt x="165604" y="45625"/>
                </a:moveTo>
                <a:lnTo>
                  <a:pt x="165604" y="51697"/>
                </a:lnTo>
                <a:lnTo>
                  <a:pt x="159532" y="51697"/>
                </a:lnTo>
                <a:lnTo>
                  <a:pt x="159532" y="45625"/>
                </a:lnTo>
                <a:close/>
                <a:moveTo>
                  <a:pt x="172665" y="45625"/>
                </a:moveTo>
                <a:lnTo>
                  <a:pt x="172665" y="51697"/>
                </a:lnTo>
                <a:lnTo>
                  <a:pt x="166581" y="51697"/>
                </a:lnTo>
                <a:lnTo>
                  <a:pt x="166581" y="45625"/>
                </a:lnTo>
                <a:close/>
                <a:moveTo>
                  <a:pt x="179713" y="45625"/>
                </a:moveTo>
                <a:lnTo>
                  <a:pt x="179713" y="51697"/>
                </a:lnTo>
                <a:lnTo>
                  <a:pt x="173641" y="51697"/>
                </a:lnTo>
                <a:lnTo>
                  <a:pt x="173641" y="45625"/>
                </a:lnTo>
                <a:close/>
                <a:moveTo>
                  <a:pt x="186774" y="45625"/>
                </a:moveTo>
                <a:lnTo>
                  <a:pt x="186774" y="51697"/>
                </a:lnTo>
                <a:lnTo>
                  <a:pt x="180702" y="51697"/>
                </a:lnTo>
                <a:lnTo>
                  <a:pt x="180702" y="45625"/>
                </a:lnTo>
                <a:close/>
                <a:moveTo>
                  <a:pt x="193822" y="45625"/>
                </a:moveTo>
                <a:lnTo>
                  <a:pt x="193822" y="51697"/>
                </a:lnTo>
                <a:lnTo>
                  <a:pt x="187750" y="51697"/>
                </a:lnTo>
                <a:lnTo>
                  <a:pt x="187750" y="45625"/>
                </a:lnTo>
                <a:close/>
                <a:moveTo>
                  <a:pt x="200883" y="45625"/>
                </a:moveTo>
                <a:lnTo>
                  <a:pt x="200883" y="51697"/>
                </a:lnTo>
                <a:lnTo>
                  <a:pt x="194810" y="51697"/>
                </a:lnTo>
                <a:lnTo>
                  <a:pt x="194810" y="45625"/>
                </a:lnTo>
                <a:close/>
                <a:moveTo>
                  <a:pt x="207931" y="45625"/>
                </a:moveTo>
                <a:lnTo>
                  <a:pt x="207931" y="51697"/>
                </a:lnTo>
                <a:lnTo>
                  <a:pt x="201859" y="51697"/>
                </a:lnTo>
                <a:lnTo>
                  <a:pt x="201859" y="45625"/>
                </a:lnTo>
                <a:close/>
                <a:moveTo>
                  <a:pt x="214992" y="45625"/>
                </a:moveTo>
                <a:lnTo>
                  <a:pt x="214992" y="51697"/>
                </a:lnTo>
                <a:lnTo>
                  <a:pt x="208919" y="51697"/>
                </a:lnTo>
                <a:lnTo>
                  <a:pt x="208919" y="45625"/>
                </a:lnTo>
                <a:close/>
                <a:moveTo>
                  <a:pt x="222052" y="45625"/>
                </a:moveTo>
                <a:lnTo>
                  <a:pt x="222052" y="51697"/>
                </a:lnTo>
                <a:lnTo>
                  <a:pt x="215968" y="51697"/>
                </a:lnTo>
                <a:lnTo>
                  <a:pt x="215968" y="45625"/>
                </a:lnTo>
                <a:close/>
                <a:moveTo>
                  <a:pt x="229100" y="45625"/>
                </a:moveTo>
                <a:lnTo>
                  <a:pt x="229100" y="51697"/>
                </a:lnTo>
                <a:lnTo>
                  <a:pt x="223028" y="51697"/>
                </a:lnTo>
                <a:lnTo>
                  <a:pt x="223028" y="45625"/>
                </a:lnTo>
                <a:close/>
                <a:moveTo>
                  <a:pt x="236161" y="45625"/>
                </a:moveTo>
                <a:lnTo>
                  <a:pt x="236161" y="51697"/>
                </a:lnTo>
                <a:lnTo>
                  <a:pt x="230077" y="51697"/>
                </a:lnTo>
                <a:lnTo>
                  <a:pt x="230077" y="45625"/>
                </a:lnTo>
                <a:close/>
                <a:moveTo>
                  <a:pt x="243209" y="45625"/>
                </a:moveTo>
                <a:lnTo>
                  <a:pt x="243209" y="51697"/>
                </a:lnTo>
                <a:lnTo>
                  <a:pt x="237137" y="51697"/>
                </a:lnTo>
                <a:lnTo>
                  <a:pt x="237137" y="45625"/>
                </a:lnTo>
                <a:close/>
                <a:moveTo>
                  <a:pt x="250270" y="45625"/>
                </a:moveTo>
                <a:lnTo>
                  <a:pt x="250270" y="51697"/>
                </a:lnTo>
                <a:lnTo>
                  <a:pt x="244198" y="51697"/>
                </a:lnTo>
                <a:lnTo>
                  <a:pt x="244198" y="45625"/>
                </a:lnTo>
                <a:close/>
                <a:moveTo>
                  <a:pt x="257318" y="45625"/>
                </a:moveTo>
                <a:lnTo>
                  <a:pt x="257318" y="51697"/>
                </a:lnTo>
                <a:lnTo>
                  <a:pt x="251246" y="51697"/>
                </a:lnTo>
                <a:lnTo>
                  <a:pt x="251246" y="45625"/>
                </a:lnTo>
                <a:close/>
                <a:moveTo>
                  <a:pt x="264379" y="45625"/>
                </a:moveTo>
                <a:lnTo>
                  <a:pt x="264379" y="51697"/>
                </a:lnTo>
                <a:lnTo>
                  <a:pt x="258306" y="51697"/>
                </a:lnTo>
                <a:lnTo>
                  <a:pt x="258306" y="45625"/>
                </a:lnTo>
                <a:close/>
                <a:moveTo>
                  <a:pt x="271427" y="45625"/>
                </a:moveTo>
                <a:lnTo>
                  <a:pt x="271427" y="51697"/>
                </a:lnTo>
                <a:lnTo>
                  <a:pt x="265355" y="51697"/>
                </a:lnTo>
                <a:lnTo>
                  <a:pt x="265355" y="45625"/>
                </a:lnTo>
                <a:close/>
                <a:moveTo>
                  <a:pt x="278488" y="45625"/>
                </a:moveTo>
                <a:lnTo>
                  <a:pt x="278488" y="51697"/>
                </a:lnTo>
                <a:lnTo>
                  <a:pt x="272415" y="51697"/>
                </a:lnTo>
                <a:lnTo>
                  <a:pt x="272415" y="45625"/>
                </a:lnTo>
                <a:close/>
                <a:moveTo>
                  <a:pt x="17443" y="52674"/>
                </a:moveTo>
                <a:lnTo>
                  <a:pt x="17443" y="58746"/>
                </a:lnTo>
                <a:lnTo>
                  <a:pt x="11371" y="58746"/>
                </a:lnTo>
                <a:lnTo>
                  <a:pt x="11371" y="52674"/>
                </a:lnTo>
                <a:close/>
                <a:moveTo>
                  <a:pt x="24503" y="52674"/>
                </a:moveTo>
                <a:lnTo>
                  <a:pt x="24503" y="58746"/>
                </a:lnTo>
                <a:lnTo>
                  <a:pt x="18431" y="58746"/>
                </a:lnTo>
                <a:lnTo>
                  <a:pt x="18431" y="52674"/>
                </a:lnTo>
                <a:close/>
                <a:moveTo>
                  <a:pt x="31564" y="52674"/>
                </a:moveTo>
                <a:lnTo>
                  <a:pt x="31564" y="58746"/>
                </a:lnTo>
                <a:lnTo>
                  <a:pt x="25492" y="58746"/>
                </a:lnTo>
                <a:lnTo>
                  <a:pt x="25492" y="52674"/>
                </a:lnTo>
                <a:close/>
                <a:moveTo>
                  <a:pt x="38612" y="52674"/>
                </a:moveTo>
                <a:lnTo>
                  <a:pt x="38612" y="58746"/>
                </a:lnTo>
                <a:lnTo>
                  <a:pt x="32540" y="58746"/>
                </a:lnTo>
                <a:lnTo>
                  <a:pt x="32540" y="52674"/>
                </a:lnTo>
                <a:close/>
                <a:moveTo>
                  <a:pt x="45673" y="52674"/>
                </a:moveTo>
                <a:lnTo>
                  <a:pt x="45673" y="58746"/>
                </a:lnTo>
                <a:lnTo>
                  <a:pt x="39601" y="58746"/>
                </a:lnTo>
                <a:lnTo>
                  <a:pt x="39601" y="52674"/>
                </a:lnTo>
                <a:close/>
                <a:moveTo>
                  <a:pt x="52721" y="52674"/>
                </a:moveTo>
                <a:lnTo>
                  <a:pt x="52721" y="58746"/>
                </a:lnTo>
                <a:lnTo>
                  <a:pt x="46649" y="58746"/>
                </a:lnTo>
                <a:lnTo>
                  <a:pt x="46649" y="52674"/>
                </a:lnTo>
                <a:close/>
                <a:moveTo>
                  <a:pt x="59782" y="52674"/>
                </a:moveTo>
                <a:lnTo>
                  <a:pt x="59782" y="58746"/>
                </a:lnTo>
                <a:lnTo>
                  <a:pt x="53709" y="58746"/>
                </a:lnTo>
                <a:lnTo>
                  <a:pt x="53709" y="52674"/>
                </a:lnTo>
                <a:close/>
                <a:moveTo>
                  <a:pt x="88011" y="52674"/>
                </a:moveTo>
                <a:lnTo>
                  <a:pt x="88011" y="58746"/>
                </a:lnTo>
                <a:lnTo>
                  <a:pt x="81927" y="58746"/>
                </a:lnTo>
                <a:lnTo>
                  <a:pt x="81927" y="52674"/>
                </a:lnTo>
                <a:close/>
                <a:moveTo>
                  <a:pt x="95060" y="52674"/>
                </a:moveTo>
                <a:lnTo>
                  <a:pt x="95060" y="58746"/>
                </a:lnTo>
                <a:lnTo>
                  <a:pt x="88988" y="58746"/>
                </a:lnTo>
                <a:lnTo>
                  <a:pt x="88988" y="52674"/>
                </a:lnTo>
                <a:close/>
                <a:moveTo>
                  <a:pt x="123278" y="52674"/>
                </a:moveTo>
                <a:lnTo>
                  <a:pt x="123278" y="58746"/>
                </a:lnTo>
                <a:lnTo>
                  <a:pt x="117205" y="58746"/>
                </a:lnTo>
                <a:lnTo>
                  <a:pt x="117205" y="52674"/>
                </a:lnTo>
                <a:close/>
                <a:moveTo>
                  <a:pt x="130338" y="52674"/>
                </a:moveTo>
                <a:lnTo>
                  <a:pt x="130338" y="58746"/>
                </a:lnTo>
                <a:lnTo>
                  <a:pt x="124254" y="58746"/>
                </a:lnTo>
                <a:lnTo>
                  <a:pt x="124254" y="52674"/>
                </a:lnTo>
                <a:close/>
                <a:moveTo>
                  <a:pt x="144447" y="52674"/>
                </a:moveTo>
                <a:lnTo>
                  <a:pt x="144447" y="58746"/>
                </a:lnTo>
                <a:lnTo>
                  <a:pt x="138375" y="58746"/>
                </a:lnTo>
                <a:lnTo>
                  <a:pt x="138375" y="52674"/>
                </a:lnTo>
                <a:close/>
                <a:moveTo>
                  <a:pt x="151495" y="52674"/>
                </a:moveTo>
                <a:lnTo>
                  <a:pt x="151495" y="58746"/>
                </a:lnTo>
                <a:lnTo>
                  <a:pt x="145423" y="58746"/>
                </a:lnTo>
                <a:lnTo>
                  <a:pt x="145423" y="52674"/>
                </a:lnTo>
                <a:close/>
                <a:moveTo>
                  <a:pt x="158556" y="52674"/>
                </a:moveTo>
                <a:lnTo>
                  <a:pt x="158556" y="58746"/>
                </a:lnTo>
                <a:lnTo>
                  <a:pt x="152484" y="58746"/>
                </a:lnTo>
                <a:lnTo>
                  <a:pt x="152484" y="52674"/>
                </a:lnTo>
                <a:close/>
                <a:moveTo>
                  <a:pt x="165604" y="52674"/>
                </a:moveTo>
                <a:lnTo>
                  <a:pt x="165604" y="58746"/>
                </a:lnTo>
                <a:lnTo>
                  <a:pt x="159532" y="58746"/>
                </a:lnTo>
                <a:lnTo>
                  <a:pt x="159532" y="52674"/>
                </a:lnTo>
                <a:close/>
                <a:moveTo>
                  <a:pt x="172665" y="52674"/>
                </a:moveTo>
                <a:lnTo>
                  <a:pt x="172665" y="58746"/>
                </a:lnTo>
                <a:lnTo>
                  <a:pt x="166581" y="58746"/>
                </a:lnTo>
                <a:lnTo>
                  <a:pt x="166581" y="52674"/>
                </a:lnTo>
                <a:close/>
                <a:moveTo>
                  <a:pt x="179713" y="52674"/>
                </a:moveTo>
                <a:lnTo>
                  <a:pt x="179713" y="58746"/>
                </a:lnTo>
                <a:lnTo>
                  <a:pt x="173641" y="58746"/>
                </a:lnTo>
                <a:lnTo>
                  <a:pt x="173641" y="52674"/>
                </a:lnTo>
                <a:close/>
                <a:moveTo>
                  <a:pt x="186774" y="52674"/>
                </a:moveTo>
                <a:lnTo>
                  <a:pt x="186774" y="58746"/>
                </a:lnTo>
                <a:lnTo>
                  <a:pt x="180702" y="58746"/>
                </a:lnTo>
                <a:lnTo>
                  <a:pt x="180702" y="52674"/>
                </a:lnTo>
                <a:close/>
                <a:moveTo>
                  <a:pt x="193822" y="52674"/>
                </a:moveTo>
                <a:lnTo>
                  <a:pt x="193822" y="58746"/>
                </a:lnTo>
                <a:lnTo>
                  <a:pt x="187750" y="58746"/>
                </a:lnTo>
                <a:lnTo>
                  <a:pt x="187750" y="52674"/>
                </a:lnTo>
                <a:close/>
                <a:moveTo>
                  <a:pt x="200883" y="52674"/>
                </a:moveTo>
                <a:lnTo>
                  <a:pt x="200883" y="58746"/>
                </a:lnTo>
                <a:lnTo>
                  <a:pt x="194810" y="58746"/>
                </a:lnTo>
                <a:lnTo>
                  <a:pt x="194810" y="52674"/>
                </a:lnTo>
                <a:close/>
                <a:moveTo>
                  <a:pt x="207931" y="52674"/>
                </a:moveTo>
                <a:lnTo>
                  <a:pt x="207931" y="58746"/>
                </a:lnTo>
                <a:lnTo>
                  <a:pt x="201859" y="58746"/>
                </a:lnTo>
                <a:lnTo>
                  <a:pt x="201859" y="52674"/>
                </a:lnTo>
                <a:close/>
                <a:moveTo>
                  <a:pt x="214992" y="52674"/>
                </a:moveTo>
                <a:lnTo>
                  <a:pt x="214992" y="58746"/>
                </a:lnTo>
                <a:lnTo>
                  <a:pt x="208919" y="58746"/>
                </a:lnTo>
                <a:lnTo>
                  <a:pt x="208919" y="52674"/>
                </a:lnTo>
                <a:close/>
                <a:moveTo>
                  <a:pt x="222052" y="52674"/>
                </a:moveTo>
                <a:lnTo>
                  <a:pt x="222052" y="58746"/>
                </a:lnTo>
                <a:lnTo>
                  <a:pt x="215968" y="58746"/>
                </a:lnTo>
                <a:lnTo>
                  <a:pt x="215968" y="52674"/>
                </a:lnTo>
                <a:close/>
                <a:moveTo>
                  <a:pt x="229100" y="52674"/>
                </a:moveTo>
                <a:lnTo>
                  <a:pt x="229100" y="58746"/>
                </a:lnTo>
                <a:lnTo>
                  <a:pt x="223028" y="58746"/>
                </a:lnTo>
                <a:lnTo>
                  <a:pt x="223028" y="52674"/>
                </a:lnTo>
                <a:close/>
                <a:moveTo>
                  <a:pt x="236161" y="52674"/>
                </a:moveTo>
                <a:lnTo>
                  <a:pt x="236161" y="58746"/>
                </a:lnTo>
                <a:lnTo>
                  <a:pt x="230077" y="58746"/>
                </a:lnTo>
                <a:lnTo>
                  <a:pt x="230077" y="52674"/>
                </a:lnTo>
                <a:close/>
                <a:moveTo>
                  <a:pt x="243209" y="52674"/>
                </a:moveTo>
                <a:lnTo>
                  <a:pt x="243209" y="58746"/>
                </a:lnTo>
                <a:lnTo>
                  <a:pt x="237137" y="58746"/>
                </a:lnTo>
                <a:lnTo>
                  <a:pt x="237137" y="52674"/>
                </a:lnTo>
                <a:close/>
                <a:moveTo>
                  <a:pt x="250270" y="52674"/>
                </a:moveTo>
                <a:lnTo>
                  <a:pt x="250270" y="58746"/>
                </a:lnTo>
                <a:lnTo>
                  <a:pt x="244198" y="58746"/>
                </a:lnTo>
                <a:lnTo>
                  <a:pt x="244198" y="52674"/>
                </a:lnTo>
                <a:close/>
                <a:moveTo>
                  <a:pt x="257318" y="52674"/>
                </a:moveTo>
                <a:lnTo>
                  <a:pt x="257318" y="58746"/>
                </a:lnTo>
                <a:lnTo>
                  <a:pt x="251246" y="58746"/>
                </a:lnTo>
                <a:lnTo>
                  <a:pt x="251246" y="52674"/>
                </a:lnTo>
                <a:close/>
                <a:moveTo>
                  <a:pt x="264379" y="52674"/>
                </a:moveTo>
                <a:lnTo>
                  <a:pt x="264379" y="58746"/>
                </a:lnTo>
                <a:lnTo>
                  <a:pt x="258306" y="58746"/>
                </a:lnTo>
                <a:lnTo>
                  <a:pt x="258306" y="52674"/>
                </a:lnTo>
                <a:close/>
                <a:moveTo>
                  <a:pt x="271427" y="52674"/>
                </a:moveTo>
                <a:lnTo>
                  <a:pt x="271427" y="58746"/>
                </a:lnTo>
                <a:lnTo>
                  <a:pt x="265355" y="58746"/>
                </a:lnTo>
                <a:lnTo>
                  <a:pt x="265355" y="52674"/>
                </a:lnTo>
                <a:close/>
                <a:moveTo>
                  <a:pt x="278488" y="52674"/>
                </a:moveTo>
                <a:lnTo>
                  <a:pt x="278488" y="58746"/>
                </a:lnTo>
                <a:lnTo>
                  <a:pt x="272415" y="58746"/>
                </a:lnTo>
                <a:lnTo>
                  <a:pt x="272415" y="52674"/>
                </a:lnTo>
                <a:close/>
                <a:moveTo>
                  <a:pt x="60758" y="52674"/>
                </a:moveTo>
                <a:lnTo>
                  <a:pt x="66842" y="52686"/>
                </a:lnTo>
                <a:lnTo>
                  <a:pt x="66842" y="58758"/>
                </a:lnTo>
                <a:lnTo>
                  <a:pt x="60758" y="58758"/>
                </a:lnTo>
                <a:lnTo>
                  <a:pt x="60758" y="52674"/>
                </a:lnTo>
                <a:close/>
                <a:moveTo>
                  <a:pt x="67818" y="52674"/>
                </a:moveTo>
                <a:lnTo>
                  <a:pt x="73902" y="52686"/>
                </a:lnTo>
                <a:lnTo>
                  <a:pt x="73902" y="58758"/>
                </a:lnTo>
                <a:lnTo>
                  <a:pt x="67818" y="58758"/>
                </a:lnTo>
                <a:lnTo>
                  <a:pt x="67818" y="52674"/>
                </a:lnTo>
                <a:close/>
                <a:moveTo>
                  <a:pt x="74879" y="52674"/>
                </a:moveTo>
                <a:lnTo>
                  <a:pt x="80951" y="52686"/>
                </a:lnTo>
                <a:lnTo>
                  <a:pt x="80951" y="58758"/>
                </a:lnTo>
                <a:lnTo>
                  <a:pt x="74879" y="58758"/>
                </a:lnTo>
                <a:lnTo>
                  <a:pt x="74879" y="52674"/>
                </a:lnTo>
                <a:close/>
                <a:moveTo>
                  <a:pt x="96036" y="52674"/>
                </a:moveTo>
                <a:lnTo>
                  <a:pt x="102120" y="52686"/>
                </a:lnTo>
                <a:lnTo>
                  <a:pt x="102120" y="58758"/>
                </a:lnTo>
                <a:lnTo>
                  <a:pt x="96036" y="58758"/>
                </a:lnTo>
                <a:lnTo>
                  <a:pt x="96036" y="52674"/>
                </a:lnTo>
                <a:close/>
                <a:moveTo>
                  <a:pt x="103097" y="52674"/>
                </a:moveTo>
                <a:lnTo>
                  <a:pt x="109169" y="52686"/>
                </a:lnTo>
                <a:lnTo>
                  <a:pt x="109169" y="58758"/>
                </a:lnTo>
                <a:lnTo>
                  <a:pt x="103097" y="58758"/>
                </a:lnTo>
                <a:lnTo>
                  <a:pt x="103097" y="52674"/>
                </a:lnTo>
                <a:close/>
                <a:moveTo>
                  <a:pt x="110157" y="52674"/>
                </a:moveTo>
                <a:lnTo>
                  <a:pt x="116229" y="52686"/>
                </a:lnTo>
                <a:lnTo>
                  <a:pt x="116229" y="58758"/>
                </a:lnTo>
                <a:lnTo>
                  <a:pt x="110157" y="58758"/>
                </a:lnTo>
                <a:lnTo>
                  <a:pt x="110157" y="52674"/>
                </a:lnTo>
                <a:close/>
                <a:moveTo>
                  <a:pt x="131314" y="52674"/>
                </a:moveTo>
                <a:lnTo>
                  <a:pt x="137387" y="52686"/>
                </a:lnTo>
                <a:lnTo>
                  <a:pt x="137387" y="58758"/>
                </a:lnTo>
                <a:lnTo>
                  <a:pt x="131314" y="58758"/>
                </a:lnTo>
                <a:lnTo>
                  <a:pt x="131314" y="52674"/>
                </a:lnTo>
                <a:close/>
                <a:moveTo>
                  <a:pt x="17443" y="59734"/>
                </a:moveTo>
                <a:lnTo>
                  <a:pt x="17443" y="65806"/>
                </a:lnTo>
                <a:lnTo>
                  <a:pt x="11371" y="65806"/>
                </a:lnTo>
                <a:lnTo>
                  <a:pt x="11371" y="59734"/>
                </a:lnTo>
                <a:close/>
                <a:moveTo>
                  <a:pt x="24503" y="59734"/>
                </a:moveTo>
                <a:lnTo>
                  <a:pt x="24503" y="65806"/>
                </a:lnTo>
                <a:lnTo>
                  <a:pt x="18431" y="65806"/>
                </a:lnTo>
                <a:lnTo>
                  <a:pt x="18431" y="59734"/>
                </a:lnTo>
                <a:close/>
                <a:moveTo>
                  <a:pt x="31564" y="59734"/>
                </a:moveTo>
                <a:lnTo>
                  <a:pt x="31564" y="65806"/>
                </a:lnTo>
                <a:lnTo>
                  <a:pt x="25492" y="65806"/>
                </a:lnTo>
                <a:lnTo>
                  <a:pt x="25492" y="59734"/>
                </a:lnTo>
                <a:close/>
                <a:moveTo>
                  <a:pt x="38612" y="59734"/>
                </a:moveTo>
                <a:lnTo>
                  <a:pt x="38612" y="65806"/>
                </a:lnTo>
                <a:lnTo>
                  <a:pt x="32540" y="65806"/>
                </a:lnTo>
                <a:lnTo>
                  <a:pt x="32540" y="59734"/>
                </a:lnTo>
                <a:close/>
                <a:moveTo>
                  <a:pt x="45673" y="59734"/>
                </a:moveTo>
                <a:lnTo>
                  <a:pt x="45673" y="65806"/>
                </a:lnTo>
                <a:lnTo>
                  <a:pt x="39601" y="65806"/>
                </a:lnTo>
                <a:lnTo>
                  <a:pt x="39601" y="59734"/>
                </a:lnTo>
                <a:close/>
                <a:moveTo>
                  <a:pt x="52721" y="59734"/>
                </a:moveTo>
                <a:lnTo>
                  <a:pt x="52721" y="65806"/>
                </a:lnTo>
                <a:lnTo>
                  <a:pt x="46649" y="65806"/>
                </a:lnTo>
                <a:lnTo>
                  <a:pt x="46649" y="59734"/>
                </a:lnTo>
                <a:close/>
                <a:moveTo>
                  <a:pt x="59782" y="59734"/>
                </a:moveTo>
                <a:lnTo>
                  <a:pt x="59782" y="65806"/>
                </a:lnTo>
                <a:lnTo>
                  <a:pt x="53709" y="65806"/>
                </a:lnTo>
                <a:lnTo>
                  <a:pt x="53709" y="59734"/>
                </a:lnTo>
                <a:close/>
                <a:moveTo>
                  <a:pt x="66842" y="59734"/>
                </a:moveTo>
                <a:lnTo>
                  <a:pt x="66842" y="65806"/>
                </a:lnTo>
                <a:lnTo>
                  <a:pt x="60758" y="65806"/>
                </a:lnTo>
                <a:lnTo>
                  <a:pt x="60758" y="59734"/>
                </a:lnTo>
                <a:close/>
                <a:moveTo>
                  <a:pt x="73902" y="59734"/>
                </a:moveTo>
                <a:lnTo>
                  <a:pt x="73902" y="65806"/>
                </a:lnTo>
                <a:lnTo>
                  <a:pt x="67818" y="65806"/>
                </a:lnTo>
                <a:lnTo>
                  <a:pt x="67818" y="59734"/>
                </a:lnTo>
                <a:close/>
                <a:moveTo>
                  <a:pt x="80951" y="59734"/>
                </a:moveTo>
                <a:lnTo>
                  <a:pt x="80951" y="65806"/>
                </a:lnTo>
                <a:lnTo>
                  <a:pt x="74879" y="65806"/>
                </a:lnTo>
                <a:lnTo>
                  <a:pt x="74879" y="59734"/>
                </a:lnTo>
                <a:close/>
                <a:moveTo>
                  <a:pt x="88011" y="59734"/>
                </a:moveTo>
                <a:lnTo>
                  <a:pt x="88011" y="65806"/>
                </a:lnTo>
                <a:lnTo>
                  <a:pt x="81927" y="65806"/>
                </a:lnTo>
                <a:lnTo>
                  <a:pt x="81927" y="59734"/>
                </a:lnTo>
                <a:close/>
                <a:moveTo>
                  <a:pt x="95060" y="59734"/>
                </a:moveTo>
                <a:lnTo>
                  <a:pt x="95060" y="65806"/>
                </a:lnTo>
                <a:lnTo>
                  <a:pt x="88988" y="65806"/>
                </a:lnTo>
                <a:lnTo>
                  <a:pt x="88988" y="59734"/>
                </a:lnTo>
                <a:close/>
                <a:moveTo>
                  <a:pt x="123278" y="59734"/>
                </a:moveTo>
                <a:lnTo>
                  <a:pt x="123278" y="65806"/>
                </a:lnTo>
                <a:lnTo>
                  <a:pt x="117205" y="65806"/>
                </a:lnTo>
                <a:lnTo>
                  <a:pt x="117205" y="59734"/>
                </a:lnTo>
                <a:close/>
                <a:moveTo>
                  <a:pt x="130338" y="59734"/>
                </a:moveTo>
                <a:lnTo>
                  <a:pt x="130338" y="65806"/>
                </a:lnTo>
                <a:lnTo>
                  <a:pt x="124254" y="65806"/>
                </a:lnTo>
                <a:lnTo>
                  <a:pt x="124254" y="59734"/>
                </a:lnTo>
                <a:close/>
                <a:moveTo>
                  <a:pt x="144447" y="59734"/>
                </a:moveTo>
                <a:lnTo>
                  <a:pt x="144447" y="65806"/>
                </a:lnTo>
                <a:lnTo>
                  <a:pt x="138375" y="65806"/>
                </a:lnTo>
                <a:lnTo>
                  <a:pt x="138375" y="59734"/>
                </a:lnTo>
                <a:close/>
                <a:moveTo>
                  <a:pt x="151495" y="59734"/>
                </a:moveTo>
                <a:lnTo>
                  <a:pt x="151495" y="65806"/>
                </a:lnTo>
                <a:lnTo>
                  <a:pt x="145423" y="65806"/>
                </a:lnTo>
                <a:lnTo>
                  <a:pt x="145423" y="59734"/>
                </a:lnTo>
                <a:close/>
                <a:moveTo>
                  <a:pt x="158556" y="59734"/>
                </a:moveTo>
                <a:lnTo>
                  <a:pt x="158556" y="65806"/>
                </a:lnTo>
                <a:lnTo>
                  <a:pt x="152484" y="65806"/>
                </a:lnTo>
                <a:lnTo>
                  <a:pt x="152484" y="59734"/>
                </a:lnTo>
                <a:close/>
                <a:moveTo>
                  <a:pt x="165604" y="59734"/>
                </a:moveTo>
                <a:lnTo>
                  <a:pt x="165604" y="65806"/>
                </a:lnTo>
                <a:lnTo>
                  <a:pt x="159532" y="65806"/>
                </a:lnTo>
                <a:lnTo>
                  <a:pt x="159532" y="59734"/>
                </a:lnTo>
                <a:close/>
                <a:moveTo>
                  <a:pt x="172665" y="59734"/>
                </a:moveTo>
                <a:lnTo>
                  <a:pt x="172665" y="65806"/>
                </a:lnTo>
                <a:lnTo>
                  <a:pt x="166581" y="65806"/>
                </a:lnTo>
                <a:lnTo>
                  <a:pt x="166581" y="59734"/>
                </a:lnTo>
                <a:close/>
                <a:moveTo>
                  <a:pt x="179713" y="59734"/>
                </a:moveTo>
                <a:lnTo>
                  <a:pt x="179713" y="65806"/>
                </a:lnTo>
                <a:lnTo>
                  <a:pt x="173641" y="65806"/>
                </a:lnTo>
                <a:lnTo>
                  <a:pt x="173641" y="59734"/>
                </a:lnTo>
                <a:close/>
                <a:moveTo>
                  <a:pt x="186774" y="59734"/>
                </a:moveTo>
                <a:lnTo>
                  <a:pt x="186774" y="65806"/>
                </a:lnTo>
                <a:lnTo>
                  <a:pt x="180702" y="65806"/>
                </a:lnTo>
                <a:lnTo>
                  <a:pt x="180702" y="59734"/>
                </a:lnTo>
                <a:close/>
                <a:moveTo>
                  <a:pt x="193822" y="59734"/>
                </a:moveTo>
                <a:lnTo>
                  <a:pt x="193822" y="65806"/>
                </a:lnTo>
                <a:lnTo>
                  <a:pt x="187750" y="65806"/>
                </a:lnTo>
                <a:lnTo>
                  <a:pt x="187750" y="59734"/>
                </a:lnTo>
                <a:close/>
                <a:moveTo>
                  <a:pt x="200883" y="59734"/>
                </a:moveTo>
                <a:lnTo>
                  <a:pt x="200883" y="65806"/>
                </a:lnTo>
                <a:lnTo>
                  <a:pt x="194810" y="65806"/>
                </a:lnTo>
                <a:lnTo>
                  <a:pt x="194810" y="59734"/>
                </a:lnTo>
                <a:close/>
                <a:moveTo>
                  <a:pt x="207931" y="59734"/>
                </a:moveTo>
                <a:lnTo>
                  <a:pt x="207931" y="65806"/>
                </a:lnTo>
                <a:lnTo>
                  <a:pt x="201859" y="65806"/>
                </a:lnTo>
                <a:lnTo>
                  <a:pt x="201859" y="59734"/>
                </a:lnTo>
                <a:close/>
                <a:moveTo>
                  <a:pt x="214992" y="59734"/>
                </a:moveTo>
                <a:lnTo>
                  <a:pt x="214992" y="65806"/>
                </a:lnTo>
                <a:lnTo>
                  <a:pt x="208919" y="65806"/>
                </a:lnTo>
                <a:lnTo>
                  <a:pt x="208919" y="59734"/>
                </a:lnTo>
                <a:close/>
                <a:moveTo>
                  <a:pt x="222052" y="59734"/>
                </a:moveTo>
                <a:lnTo>
                  <a:pt x="222052" y="65806"/>
                </a:lnTo>
                <a:lnTo>
                  <a:pt x="215968" y="65806"/>
                </a:lnTo>
                <a:lnTo>
                  <a:pt x="215968" y="59734"/>
                </a:lnTo>
                <a:close/>
                <a:moveTo>
                  <a:pt x="229100" y="59734"/>
                </a:moveTo>
                <a:lnTo>
                  <a:pt x="229100" y="65806"/>
                </a:lnTo>
                <a:lnTo>
                  <a:pt x="223028" y="65806"/>
                </a:lnTo>
                <a:lnTo>
                  <a:pt x="223028" y="59734"/>
                </a:lnTo>
                <a:close/>
                <a:moveTo>
                  <a:pt x="236161" y="59734"/>
                </a:moveTo>
                <a:lnTo>
                  <a:pt x="236161" y="65806"/>
                </a:lnTo>
                <a:lnTo>
                  <a:pt x="230077" y="65806"/>
                </a:lnTo>
                <a:lnTo>
                  <a:pt x="230077" y="59734"/>
                </a:lnTo>
                <a:close/>
                <a:moveTo>
                  <a:pt x="243209" y="59734"/>
                </a:moveTo>
                <a:lnTo>
                  <a:pt x="243209" y="65806"/>
                </a:lnTo>
                <a:lnTo>
                  <a:pt x="237137" y="65806"/>
                </a:lnTo>
                <a:lnTo>
                  <a:pt x="237137" y="59734"/>
                </a:lnTo>
                <a:close/>
                <a:moveTo>
                  <a:pt x="250270" y="59734"/>
                </a:moveTo>
                <a:lnTo>
                  <a:pt x="250270" y="65806"/>
                </a:lnTo>
                <a:lnTo>
                  <a:pt x="244198" y="65806"/>
                </a:lnTo>
                <a:lnTo>
                  <a:pt x="244198" y="59734"/>
                </a:lnTo>
                <a:close/>
                <a:moveTo>
                  <a:pt x="257318" y="59734"/>
                </a:moveTo>
                <a:lnTo>
                  <a:pt x="257318" y="65806"/>
                </a:lnTo>
                <a:lnTo>
                  <a:pt x="251246" y="65806"/>
                </a:lnTo>
                <a:lnTo>
                  <a:pt x="251246" y="59734"/>
                </a:lnTo>
                <a:close/>
                <a:moveTo>
                  <a:pt x="264379" y="59734"/>
                </a:moveTo>
                <a:lnTo>
                  <a:pt x="264379" y="65806"/>
                </a:lnTo>
                <a:lnTo>
                  <a:pt x="258306" y="65806"/>
                </a:lnTo>
                <a:lnTo>
                  <a:pt x="258306" y="59734"/>
                </a:lnTo>
                <a:close/>
                <a:moveTo>
                  <a:pt x="271427" y="59734"/>
                </a:moveTo>
                <a:lnTo>
                  <a:pt x="271427" y="65806"/>
                </a:lnTo>
                <a:lnTo>
                  <a:pt x="265355" y="65806"/>
                </a:lnTo>
                <a:lnTo>
                  <a:pt x="265355" y="59734"/>
                </a:lnTo>
                <a:close/>
                <a:moveTo>
                  <a:pt x="278488" y="59734"/>
                </a:moveTo>
                <a:lnTo>
                  <a:pt x="278488" y="65806"/>
                </a:lnTo>
                <a:lnTo>
                  <a:pt x="272415" y="65806"/>
                </a:lnTo>
                <a:lnTo>
                  <a:pt x="272415" y="59734"/>
                </a:lnTo>
                <a:close/>
                <a:moveTo>
                  <a:pt x="102120" y="59734"/>
                </a:moveTo>
                <a:lnTo>
                  <a:pt x="102120" y="65818"/>
                </a:lnTo>
                <a:lnTo>
                  <a:pt x="96036" y="65818"/>
                </a:lnTo>
                <a:lnTo>
                  <a:pt x="96036" y="59734"/>
                </a:lnTo>
                <a:close/>
                <a:moveTo>
                  <a:pt x="109169" y="59734"/>
                </a:moveTo>
                <a:lnTo>
                  <a:pt x="109169" y="65818"/>
                </a:lnTo>
                <a:lnTo>
                  <a:pt x="103097" y="65818"/>
                </a:lnTo>
                <a:lnTo>
                  <a:pt x="103097" y="59734"/>
                </a:lnTo>
                <a:close/>
                <a:moveTo>
                  <a:pt x="116229" y="59734"/>
                </a:moveTo>
                <a:lnTo>
                  <a:pt x="116229" y="65818"/>
                </a:lnTo>
                <a:lnTo>
                  <a:pt x="110157" y="65818"/>
                </a:lnTo>
                <a:lnTo>
                  <a:pt x="110157" y="59734"/>
                </a:lnTo>
                <a:close/>
                <a:moveTo>
                  <a:pt x="137387" y="59734"/>
                </a:moveTo>
                <a:lnTo>
                  <a:pt x="137387" y="65818"/>
                </a:lnTo>
                <a:lnTo>
                  <a:pt x="131314" y="65818"/>
                </a:lnTo>
                <a:lnTo>
                  <a:pt x="131314" y="59734"/>
                </a:lnTo>
                <a:close/>
                <a:moveTo>
                  <a:pt x="17443" y="66783"/>
                </a:moveTo>
                <a:lnTo>
                  <a:pt x="17443" y="72867"/>
                </a:lnTo>
                <a:lnTo>
                  <a:pt x="11371" y="72867"/>
                </a:lnTo>
                <a:lnTo>
                  <a:pt x="11371" y="66783"/>
                </a:lnTo>
                <a:close/>
                <a:moveTo>
                  <a:pt x="24503" y="66783"/>
                </a:moveTo>
                <a:lnTo>
                  <a:pt x="24503" y="72867"/>
                </a:lnTo>
                <a:lnTo>
                  <a:pt x="18431" y="72867"/>
                </a:lnTo>
                <a:lnTo>
                  <a:pt x="18431" y="66783"/>
                </a:lnTo>
                <a:close/>
                <a:moveTo>
                  <a:pt x="31564" y="66783"/>
                </a:moveTo>
                <a:lnTo>
                  <a:pt x="31564" y="72867"/>
                </a:lnTo>
                <a:lnTo>
                  <a:pt x="25492" y="72867"/>
                </a:lnTo>
                <a:lnTo>
                  <a:pt x="25492" y="66783"/>
                </a:lnTo>
                <a:close/>
                <a:moveTo>
                  <a:pt x="38612" y="66783"/>
                </a:moveTo>
                <a:lnTo>
                  <a:pt x="38612" y="72867"/>
                </a:lnTo>
                <a:lnTo>
                  <a:pt x="32540" y="72867"/>
                </a:lnTo>
                <a:lnTo>
                  <a:pt x="32540" y="66783"/>
                </a:lnTo>
                <a:close/>
                <a:moveTo>
                  <a:pt x="45673" y="66783"/>
                </a:moveTo>
                <a:lnTo>
                  <a:pt x="45673" y="72867"/>
                </a:lnTo>
                <a:lnTo>
                  <a:pt x="39601" y="72867"/>
                </a:lnTo>
                <a:lnTo>
                  <a:pt x="39601" y="66783"/>
                </a:lnTo>
                <a:close/>
                <a:moveTo>
                  <a:pt x="52721" y="66783"/>
                </a:moveTo>
                <a:lnTo>
                  <a:pt x="52721" y="72867"/>
                </a:lnTo>
                <a:lnTo>
                  <a:pt x="46649" y="72867"/>
                </a:lnTo>
                <a:lnTo>
                  <a:pt x="46649" y="66783"/>
                </a:lnTo>
                <a:close/>
                <a:moveTo>
                  <a:pt x="59782" y="66783"/>
                </a:moveTo>
                <a:lnTo>
                  <a:pt x="59782" y="72867"/>
                </a:lnTo>
                <a:lnTo>
                  <a:pt x="53709" y="72867"/>
                </a:lnTo>
                <a:lnTo>
                  <a:pt x="53709" y="66783"/>
                </a:lnTo>
                <a:close/>
                <a:moveTo>
                  <a:pt x="60758" y="66783"/>
                </a:moveTo>
                <a:lnTo>
                  <a:pt x="66842" y="66795"/>
                </a:lnTo>
                <a:lnTo>
                  <a:pt x="66842" y="72867"/>
                </a:lnTo>
                <a:lnTo>
                  <a:pt x="60758" y="72867"/>
                </a:lnTo>
                <a:lnTo>
                  <a:pt x="60758" y="66783"/>
                </a:lnTo>
                <a:close/>
                <a:moveTo>
                  <a:pt x="67818" y="66783"/>
                </a:moveTo>
                <a:lnTo>
                  <a:pt x="73902" y="66795"/>
                </a:lnTo>
                <a:lnTo>
                  <a:pt x="73902" y="72867"/>
                </a:lnTo>
                <a:lnTo>
                  <a:pt x="67818" y="72867"/>
                </a:lnTo>
                <a:lnTo>
                  <a:pt x="67818" y="66783"/>
                </a:lnTo>
                <a:close/>
                <a:moveTo>
                  <a:pt x="74879" y="66783"/>
                </a:moveTo>
                <a:lnTo>
                  <a:pt x="80951" y="66795"/>
                </a:lnTo>
                <a:lnTo>
                  <a:pt x="80951" y="72867"/>
                </a:lnTo>
                <a:lnTo>
                  <a:pt x="74879" y="72867"/>
                </a:lnTo>
                <a:lnTo>
                  <a:pt x="74879" y="66783"/>
                </a:lnTo>
                <a:close/>
                <a:moveTo>
                  <a:pt x="88011" y="66783"/>
                </a:moveTo>
                <a:lnTo>
                  <a:pt x="88011" y="72867"/>
                </a:lnTo>
                <a:lnTo>
                  <a:pt x="81927" y="72867"/>
                </a:lnTo>
                <a:lnTo>
                  <a:pt x="81927" y="66783"/>
                </a:lnTo>
                <a:close/>
                <a:moveTo>
                  <a:pt x="95060" y="66783"/>
                </a:moveTo>
                <a:lnTo>
                  <a:pt x="95060" y="72867"/>
                </a:lnTo>
                <a:lnTo>
                  <a:pt x="88988" y="72867"/>
                </a:lnTo>
                <a:lnTo>
                  <a:pt x="88988" y="66783"/>
                </a:lnTo>
                <a:close/>
                <a:moveTo>
                  <a:pt x="96036" y="66783"/>
                </a:moveTo>
                <a:lnTo>
                  <a:pt x="102120" y="66795"/>
                </a:lnTo>
                <a:lnTo>
                  <a:pt x="102120" y="72867"/>
                </a:lnTo>
                <a:lnTo>
                  <a:pt x="96036" y="72867"/>
                </a:lnTo>
                <a:lnTo>
                  <a:pt x="96036" y="66783"/>
                </a:lnTo>
                <a:close/>
                <a:moveTo>
                  <a:pt x="103097" y="66783"/>
                </a:moveTo>
                <a:lnTo>
                  <a:pt x="109169" y="66795"/>
                </a:lnTo>
                <a:lnTo>
                  <a:pt x="109169" y="72867"/>
                </a:lnTo>
                <a:lnTo>
                  <a:pt x="103097" y="72867"/>
                </a:lnTo>
                <a:lnTo>
                  <a:pt x="103097" y="66783"/>
                </a:lnTo>
                <a:close/>
                <a:moveTo>
                  <a:pt x="110157" y="66783"/>
                </a:moveTo>
                <a:lnTo>
                  <a:pt x="116229" y="66795"/>
                </a:lnTo>
                <a:lnTo>
                  <a:pt x="116229" y="72867"/>
                </a:lnTo>
                <a:lnTo>
                  <a:pt x="110157" y="72867"/>
                </a:lnTo>
                <a:lnTo>
                  <a:pt x="110157" y="66783"/>
                </a:lnTo>
                <a:close/>
                <a:moveTo>
                  <a:pt x="123278" y="66783"/>
                </a:moveTo>
                <a:lnTo>
                  <a:pt x="123278" y="72867"/>
                </a:lnTo>
                <a:lnTo>
                  <a:pt x="117205" y="72867"/>
                </a:lnTo>
                <a:lnTo>
                  <a:pt x="117205" y="66783"/>
                </a:lnTo>
                <a:close/>
                <a:moveTo>
                  <a:pt x="130338" y="66783"/>
                </a:moveTo>
                <a:lnTo>
                  <a:pt x="130338" y="72867"/>
                </a:lnTo>
                <a:lnTo>
                  <a:pt x="124254" y="72867"/>
                </a:lnTo>
                <a:lnTo>
                  <a:pt x="124254" y="66783"/>
                </a:lnTo>
                <a:close/>
                <a:moveTo>
                  <a:pt x="131314" y="66783"/>
                </a:moveTo>
                <a:lnTo>
                  <a:pt x="137387" y="66795"/>
                </a:lnTo>
                <a:lnTo>
                  <a:pt x="137387" y="72867"/>
                </a:lnTo>
                <a:lnTo>
                  <a:pt x="131314" y="72867"/>
                </a:lnTo>
                <a:lnTo>
                  <a:pt x="131314" y="66783"/>
                </a:lnTo>
                <a:close/>
                <a:moveTo>
                  <a:pt x="144447" y="66783"/>
                </a:moveTo>
                <a:lnTo>
                  <a:pt x="144447" y="72867"/>
                </a:lnTo>
                <a:lnTo>
                  <a:pt x="138375" y="72867"/>
                </a:lnTo>
                <a:lnTo>
                  <a:pt x="138375" y="66783"/>
                </a:lnTo>
                <a:close/>
                <a:moveTo>
                  <a:pt x="151495" y="66783"/>
                </a:moveTo>
                <a:lnTo>
                  <a:pt x="151495" y="72867"/>
                </a:lnTo>
                <a:lnTo>
                  <a:pt x="145423" y="72867"/>
                </a:lnTo>
                <a:lnTo>
                  <a:pt x="145423" y="66783"/>
                </a:lnTo>
                <a:close/>
                <a:moveTo>
                  <a:pt x="158556" y="66783"/>
                </a:moveTo>
                <a:lnTo>
                  <a:pt x="158556" y="72867"/>
                </a:lnTo>
                <a:lnTo>
                  <a:pt x="152484" y="72867"/>
                </a:lnTo>
                <a:lnTo>
                  <a:pt x="152484" y="66783"/>
                </a:lnTo>
                <a:close/>
                <a:moveTo>
                  <a:pt x="165604" y="66783"/>
                </a:moveTo>
                <a:lnTo>
                  <a:pt x="165604" y="72867"/>
                </a:lnTo>
                <a:lnTo>
                  <a:pt x="159532" y="72867"/>
                </a:lnTo>
                <a:lnTo>
                  <a:pt x="159532" y="66783"/>
                </a:lnTo>
                <a:close/>
                <a:moveTo>
                  <a:pt x="172665" y="66783"/>
                </a:moveTo>
                <a:lnTo>
                  <a:pt x="172665" y="72867"/>
                </a:lnTo>
                <a:lnTo>
                  <a:pt x="166581" y="72867"/>
                </a:lnTo>
                <a:lnTo>
                  <a:pt x="166581" y="66783"/>
                </a:lnTo>
                <a:close/>
                <a:moveTo>
                  <a:pt x="179713" y="66783"/>
                </a:moveTo>
                <a:lnTo>
                  <a:pt x="179713" y="72867"/>
                </a:lnTo>
                <a:lnTo>
                  <a:pt x="173641" y="72867"/>
                </a:lnTo>
                <a:lnTo>
                  <a:pt x="173641" y="66783"/>
                </a:lnTo>
                <a:close/>
                <a:moveTo>
                  <a:pt x="186774" y="66783"/>
                </a:moveTo>
                <a:lnTo>
                  <a:pt x="186774" y="72867"/>
                </a:lnTo>
                <a:lnTo>
                  <a:pt x="180702" y="72867"/>
                </a:lnTo>
                <a:lnTo>
                  <a:pt x="180702" y="66783"/>
                </a:lnTo>
                <a:close/>
                <a:moveTo>
                  <a:pt x="193822" y="66783"/>
                </a:moveTo>
                <a:lnTo>
                  <a:pt x="193822" y="72867"/>
                </a:lnTo>
                <a:lnTo>
                  <a:pt x="187750" y="72867"/>
                </a:lnTo>
                <a:lnTo>
                  <a:pt x="187750" y="66783"/>
                </a:lnTo>
                <a:close/>
                <a:moveTo>
                  <a:pt x="200883" y="66783"/>
                </a:moveTo>
                <a:lnTo>
                  <a:pt x="200883" y="72867"/>
                </a:lnTo>
                <a:lnTo>
                  <a:pt x="194810" y="72867"/>
                </a:lnTo>
                <a:lnTo>
                  <a:pt x="194810" y="66783"/>
                </a:lnTo>
                <a:close/>
                <a:moveTo>
                  <a:pt x="207931" y="66783"/>
                </a:moveTo>
                <a:lnTo>
                  <a:pt x="207931" y="72867"/>
                </a:lnTo>
                <a:lnTo>
                  <a:pt x="201859" y="72867"/>
                </a:lnTo>
                <a:lnTo>
                  <a:pt x="201859" y="66783"/>
                </a:lnTo>
                <a:close/>
                <a:moveTo>
                  <a:pt x="214992" y="66783"/>
                </a:moveTo>
                <a:lnTo>
                  <a:pt x="214992" y="72867"/>
                </a:lnTo>
                <a:lnTo>
                  <a:pt x="208919" y="72867"/>
                </a:lnTo>
                <a:lnTo>
                  <a:pt x="208919" y="66783"/>
                </a:lnTo>
                <a:close/>
                <a:moveTo>
                  <a:pt x="222052" y="66783"/>
                </a:moveTo>
                <a:lnTo>
                  <a:pt x="222052" y="72867"/>
                </a:lnTo>
                <a:lnTo>
                  <a:pt x="215968" y="72867"/>
                </a:lnTo>
                <a:lnTo>
                  <a:pt x="215968" y="66783"/>
                </a:lnTo>
                <a:close/>
                <a:moveTo>
                  <a:pt x="229100" y="66783"/>
                </a:moveTo>
                <a:lnTo>
                  <a:pt x="229100" y="72867"/>
                </a:lnTo>
                <a:lnTo>
                  <a:pt x="223028" y="72867"/>
                </a:lnTo>
                <a:lnTo>
                  <a:pt x="223028" y="66783"/>
                </a:lnTo>
                <a:close/>
                <a:moveTo>
                  <a:pt x="236161" y="66783"/>
                </a:moveTo>
                <a:lnTo>
                  <a:pt x="236161" y="72867"/>
                </a:lnTo>
                <a:lnTo>
                  <a:pt x="230077" y="72867"/>
                </a:lnTo>
                <a:lnTo>
                  <a:pt x="230077" y="66783"/>
                </a:lnTo>
                <a:close/>
                <a:moveTo>
                  <a:pt x="243209" y="66783"/>
                </a:moveTo>
                <a:lnTo>
                  <a:pt x="243209" y="72867"/>
                </a:lnTo>
                <a:lnTo>
                  <a:pt x="237137" y="72867"/>
                </a:lnTo>
                <a:lnTo>
                  <a:pt x="237137" y="66783"/>
                </a:lnTo>
                <a:close/>
                <a:moveTo>
                  <a:pt x="250270" y="66783"/>
                </a:moveTo>
                <a:lnTo>
                  <a:pt x="250270" y="72867"/>
                </a:lnTo>
                <a:lnTo>
                  <a:pt x="244198" y="72867"/>
                </a:lnTo>
                <a:lnTo>
                  <a:pt x="244198" y="66783"/>
                </a:lnTo>
                <a:close/>
                <a:moveTo>
                  <a:pt x="257318" y="66783"/>
                </a:moveTo>
                <a:lnTo>
                  <a:pt x="257318" y="72867"/>
                </a:lnTo>
                <a:lnTo>
                  <a:pt x="251246" y="72867"/>
                </a:lnTo>
                <a:lnTo>
                  <a:pt x="251246" y="66783"/>
                </a:lnTo>
                <a:close/>
                <a:moveTo>
                  <a:pt x="264379" y="66783"/>
                </a:moveTo>
                <a:lnTo>
                  <a:pt x="264379" y="72867"/>
                </a:lnTo>
                <a:lnTo>
                  <a:pt x="258306" y="72867"/>
                </a:lnTo>
                <a:lnTo>
                  <a:pt x="258306" y="66783"/>
                </a:lnTo>
                <a:close/>
                <a:moveTo>
                  <a:pt x="271427" y="66783"/>
                </a:moveTo>
                <a:lnTo>
                  <a:pt x="271427" y="72867"/>
                </a:lnTo>
                <a:lnTo>
                  <a:pt x="265355" y="72867"/>
                </a:lnTo>
                <a:lnTo>
                  <a:pt x="265355" y="66783"/>
                </a:lnTo>
                <a:close/>
                <a:moveTo>
                  <a:pt x="278488" y="66783"/>
                </a:moveTo>
                <a:lnTo>
                  <a:pt x="278488" y="72867"/>
                </a:lnTo>
                <a:lnTo>
                  <a:pt x="272415" y="72867"/>
                </a:lnTo>
                <a:lnTo>
                  <a:pt x="272415" y="66783"/>
                </a:lnTo>
                <a:close/>
                <a:moveTo>
                  <a:pt x="17443" y="73843"/>
                </a:moveTo>
                <a:lnTo>
                  <a:pt x="17443" y="79915"/>
                </a:lnTo>
                <a:lnTo>
                  <a:pt x="11371" y="79915"/>
                </a:lnTo>
                <a:lnTo>
                  <a:pt x="11371" y="73843"/>
                </a:lnTo>
                <a:close/>
                <a:moveTo>
                  <a:pt x="24503" y="73843"/>
                </a:moveTo>
                <a:lnTo>
                  <a:pt x="24503" y="79915"/>
                </a:lnTo>
                <a:lnTo>
                  <a:pt x="18431" y="79915"/>
                </a:lnTo>
                <a:lnTo>
                  <a:pt x="18431" y="73843"/>
                </a:lnTo>
                <a:close/>
                <a:moveTo>
                  <a:pt x="31564" y="73843"/>
                </a:moveTo>
                <a:lnTo>
                  <a:pt x="31564" y="79915"/>
                </a:lnTo>
                <a:lnTo>
                  <a:pt x="25492" y="79915"/>
                </a:lnTo>
                <a:lnTo>
                  <a:pt x="25492" y="73843"/>
                </a:lnTo>
                <a:close/>
                <a:moveTo>
                  <a:pt x="38612" y="73843"/>
                </a:moveTo>
                <a:lnTo>
                  <a:pt x="38612" y="79915"/>
                </a:lnTo>
                <a:lnTo>
                  <a:pt x="32540" y="79915"/>
                </a:lnTo>
                <a:lnTo>
                  <a:pt x="32540" y="73843"/>
                </a:lnTo>
                <a:close/>
                <a:moveTo>
                  <a:pt x="45673" y="73843"/>
                </a:moveTo>
                <a:lnTo>
                  <a:pt x="45673" y="79915"/>
                </a:lnTo>
                <a:lnTo>
                  <a:pt x="39601" y="79915"/>
                </a:lnTo>
                <a:lnTo>
                  <a:pt x="39601" y="73843"/>
                </a:lnTo>
                <a:close/>
                <a:moveTo>
                  <a:pt x="52721" y="73843"/>
                </a:moveTo>
                <a:lnTo>
                  <a:pt x="52721" y="79915"/>
                </a:lnTo>
                <a:lnTo>
                  <a:pt x="46649" y="79915"/>
                </a:lnTo>
                <a:lnTo>
                  <a:pt x="46649" y="73843"/>
                </a:lnTo>
                <a:close/>
                <a:moveTo>
                  <a:pt x="59782" y="73843"/>
                </a:moveTo>
                <a:lnTo>
                  <a:pt x="59782" y="79915"/>
                </a:lnTo>
                <a:lnTo>
                  <a:pt x="53709" y="79915"/>
                </a:lnTo>
                <a:lnTo>
                  <a:pt x="53709" y="73843"/>
                </a:lnTo>
                <a:close/>
                <a:moveTo>
                  <a:pt x="66842" y="73843"/>
                </a:moveTo>
                <a:lnTo>
                  <a:pt x="66842" y="79915"/>
                </a:lnTo>
                <a:lnTo>
                  <a:pt x="60758" y="79915"/>
                </a:lnTo>
                <a:lnTo>
                  <a:pt x="60758" y="73843"/>
                </a:lnTo>
                <a:close/>
                <a:moveTo>
                  <a:pt x="73902" y="73843"/>
                </a:moveTo>
                <a:lnTo>
                  <a:pt x="73902" y="79915"/>
                </a:lnTo>
                <a:lnTo>
                  <a:pt x="67818" y="79915"/>
                </a:lnTo>
                <a:lnTo>
                  <a:pt x="67818" y="73843"/>
                </a:lnTo>
                <a:close/>
                <a:moveTo>
                  <a:pt x="80951" y="73843"/>
                </a:moveTo>
                <a:lnTo>
                  <a:pt x="80951" y="79915"/>
                </a:lnTo>
                <a:lnTo>
                  <a:pt x="74879" y="79915"/>
                </a:lnTo>
                <a:lnTo>
                  <a:pt x="74879" y="73843"/>
                </a:lnTo>
                <a:close/>
                <a:moveTo>
                  <a:pt x="88011" y="73843"/>
                </a:moveTo>
                <a:lnTo>
                  <a:pt x="88011" y="79915"/>
                </a:lnTo>
                <a:lnTo>
                  <a:pt x="81927" y="79915"/>
                </a:lnTo>
                <a:lnTo>
                  <a:pt x="81927" y="73843"/>
                </a:lnTo>
                <a:close/>
                <a:moveTo>
                  <a:pt x="95060" y="73843"/>
                </a:moveTo>
                <a:lnTo>
                  <a:pt x="95060" y="79915"/>
                </a:lnTo>
                <a:lnTo>
                  <a:pt x="88988" y="79915"/>
                </a:lnTo>
                <a:lnTo>
                  <a:pt x="88988" y="73843"/>
                </a:lnTo>
                <a:close/>
                <a:moveTo>
                  <a:pt x="123278" y="73843"/>
                </a:moveTo>
                <a:lnTo>
                  <a:pt x="123278" y="79915"/>
                </a:lnTo>
                <a:lnTo>
                  <a:pt x="117205" y="79915"/>
                </a:lnTo>
                <a:lnTo>
                  <a:pt x="117205" y="73843"/>
                </a:lnTo>
                <a:close/>
                <a:moveTo>
                  <a:pt x="130338" y="73843"/>
                </a:moveTo>
                <a:lnTo>
                  <a:pt x="130338" y="79915"/>
                </a:lnTo>
                <a:lnTo>
                  <a:pt x="124254" y="79915"/>
                </a:lnTo>
                <a:lnTo>
                  <a:pt x="124254" y="73843"/>
                </a:lnTo>
                <a:close/>
                <a:moveTo>
                  <a:pt x="144447" y="73843"/>
                </a:moveTo>
                <a:lnTo>
                  <a:pt x="144447" y="79915"/>
                </a:lnTo>
                <a:lnTo>
                  <a:pt x="138375" y="79915"/>
                </a:lnTo>
                <a:lnTo>
                  <a:pt x="138375" y="73843"/>
                </a:lnTo>
                <a:close/>
                <a:moveTo>
                  <a:pt x="151495" y="73843"/>
                </a:moveTo>
                <a:lnTo>
                  <a:pt x="151495" y="79915"/>
                </a:lnTo>
                <a:lnTo>
                  <a:pt x="145423" y="79915"/>
                </a:lnTo>
                <a:lnTo>
                  <a:pt x="145423" y="73843"/>
                </a:lnTo>
                <a:close/>
                <a:moveTo>
                  <a:pt x="158556" y="73843"/>
                </a:moveTo>
                <a:lnTo>
                  <a:pt x="158556" y="79915"/>
                </a:lnTo>
                <a:lnTo>
                  <a:pt x="152484" y="79915"/>
                </a:lnTo>
                <a:lnTo>
                  <a:pt x="152484" y="73843"/>
                </a:lnTo>
                <a:close/>
                <a:moveTo>
                  <a:pt x="165604" y="73843"/>
                </a:moveTo>
                <a:lnTo>
                  <a:pt x="165604" y="79915"/>
                </a:lnTo>
                <a:lnTo>
                  <a:pt x="159532" y="79915"/>
                </a:lnTo>
                <a:lnTo>
                  <a:pt x="159532" y="73843"/>
                </a:lnTo>
                <a:close/>
                <a:moveTo>
                  <a:pt x="172665" y="73843"/>
                </a:moveTo>
                <a:lnTo>
                  <a:pt x="172665" y="79915"/>
                </a:lnTo>
                <a:lnTo>
                  <a:pt x="166581" y="79915"/>
                </a:lnTo>
                <a:lnTo>
                  <a:pt x="166581" y="73843"/>
                </a:lnTo>
                <a:close/>
                <a:moveTo>
                  <a:pt x="179713" y="73843"/>
                </a:moveTo>
                <a:lnTo>
                  <a:pt x="179713" y="79915"/>
                </a:lnTo>
                <a:lnTo>
                  <a:pt x="173641" y="79915"/>
                </a:lnTo>
                <a:lnTo>
                  <a:pt x="173641" y="73843"/>
                </a:lnTo>
                <a:close/>
                <a:moveTo>
                  <a:pt x="186774" y="73843"/>
                </a:moveTo>
                <a:lnTo>
                  <a:pt x="186774" y="79915"/>
                </a:lnTo>
                <a:lnTo>
                  <a:pt x="180702" y="79915"/>
                </a:lnTo>
                <a:lnTo>
                  <a:pt x="180702" y="73843"/>
                </a:lnTo>
                <a:close/>
                <a:moveTo>
                  <a:pt x="193822" y="73843"/>
                </a:moveTo>
                <a:lnTo>
                  <a:pt x="193822" y="79915"/>
                </a:lnTo>
                <a:lnTo>
                  <a:pt x="187750" y="79915"/>
                </a:lnTo>
                <a:lnTo>
                  <a:pt x="187750" y="73843"/>
                </a:lnTo>
                <a:close/>
                <a:moveTo>
                  <a:pt x="200883" y="73843"/>
                </a:moveTo>
                <a:lnTo>
                  <a:pt x="200883" y="79915"/>
                </a:lnTo>
                <a:lnTo>
                  <a:pt x="194810" y="79915"/>
                </a:lnTo>
                <a:lnTo>
                  <a:pt x="194810" y="73843"/>
                </a:lnTo>
                <a:close/>
                <a:moveTo>
                  <a:pt x="207931" y="73843"/>
                </a:moveTo>
                <a:lnTo>
                  <a:pt x="207931" y="79915"/>
                </a:lnTo>
                <a:lnTo>
                  <a:pt x="201859" y="79915"/>
                </a:lnTo>
                <a:lnTo>
                  <a:pt x="201859" y="73843"/>
                </a:lnTo>
                <a:close/>
                <a:moveTo>
                  <a:pt x="214992" y="73843"/>
                </a:moveTo>
                <a:lnTo>
                  <a:pt x="214992" y="79915"/>
                </a:lnTo>
                <a:lnTo>
                  <a:pt x="208919" y="79915"/>
                </a:lnTo>
                <a:lnTo>
                  <a:pt x="208919" y="73843"/>
                </a:lnTo>
                <a:close/>
                <a:moveTo>
                  <a:pt x="222052" y="73843"/>
                </a:moveTo>
                <a:lnTo>
                  <a:pt x="222052" y="79915"/>
                </a:lnTo>
                <a:lnTo>
                  <a:pt x="215968" y="79915"/>
                </a:lnTo>
                <a:lnTo>
                  <a:pt x="215968" y="73843"/>
                </a:lnTo>
                <a:close/>
                <a:moveTo>
                  <a:pt x="229100" y="73843"/>
                </a:moveTo>
                <a:lnTo>
                  <a:pt x="229100" y="79915"/>
                </a:lnTo>
                <a:lnTo>
                  <a:pt x="223028" y="79915"/>
                </a:lnTo>
                <a:lnTo>
                  <a:pt x="223028" y="73843"/>
                </a:lnTo>
                <a:close/>
                <a:moveTo>
                  <a:pt x="236161" y="73843"/>
                </a:moveTo>
                <a:lnTo>
                  <a:pt x="236161" y="79915"/>
                </a:lnTo>
                <a:lnTo>
                  <a:pt x="230077" y="79915"/>
                </a:lnTo>
                <a:lnTo>
                  <a:pt x="230077" y="73843"/>
                </a:lnTo>
                <a:close/>
                <a:moveTo>
                  <a:pt x="243209" y="73843"/>
                </a:moveTo>
                <a:lnTo>
                  <a:pt x="243209" y="79915"/>
                </a:lnTo>
                <a:lnTo>
                  <a:pt x="237137" y="79915"/>
                </a:lnTo>
                <a:lnTo>
                  <a:pt x="237137" y="73843"/>
                </a:lnTo>
                <a:close/>
                <a:moveTo>
                  <a:pt x="250270" y="73843"/>
                </a:moveTo>
                <a:lnTo>
                  <a:pt x="250270" y="79915"/>
                </a:lnTo>
                <a:lnTo>
                  <a:pt x="244198" y="79915"/>
                </a:lnTo>
                <a:lnTo>
                  <a:pt x="244198" y="73843"/>
                </a:lnTo>
                <a:close/>
                <a:moveTo>
                  <a:pt x="257318" y="73843"/>
                </a:moveTo>
                <a:lnTo>
                  <a:pt x="257318" y="79915"/>
                </a:lnTo>
                <a:lnTo>
                  <a:pt x="251246" y="79915"/>
                </a:lnTo>
                <a:lnTo>
                  <a:pt x="251246" y="73843"/>
                </a:lnTo>
                <a:close/>
                <a:moveTo>
                  <a:pt x="264379" y="73843"/>
                </a:moveTo>
                <a:lnTo>
                  <a:pt x="264379" y="79915"/>
                </a:lnTo>
                <a:lnTo>
                  <a:pt x="258306" y="79915"/>
                </a:lnTo>
                <a:lnTo>
                  <a:pt x="258306" y="73843"/>
                </a:lnTo>
                <a:close/>
                <a:moveTo>
                  <a:pt x="271427" y="73843"/>
                </a:moveTo>
                <a:lnTo>
                  <a:pt x="271427" y="79915"/>
                </a:lnTo>
                <a:lnTo>
                  <a:pt x="265355" y="79915"/>
                </a:lnTo>
                <a:lnTo>
                  <a:pt x="265355" y="73843"/>
                </a:lnTo>
                <a:close/>
                <a:moveTo>
                  <a:pt x="278488" y="73843"/>
                </a:moveTo>
                <a:lnTo>
                  <a:pt x="278488" y="79915"/>
                </a:lnTo>
                <a:lnTo>
                  <a:pt x="272415" y="79915"/>
                </a:lnTo>
                <a:lnTo>
                  <a:pt x="272415" y="73843"/>
                </a:lnTo>
                <a:close/>
                <a:moveTo>
                  <a:pt x="96036" y="73843"/>
                </a:moveTo>
                <a:lnTo>
                  <a:pt x="102120" y="73855"/>
                </a:lnTo>
                <a:lnTo>
                  <a:pt x="102120" y="79927"/>
                </a:lnTo>
                <a:lnTo>
                  <a:pt x="96036" y="79927"/>
                </a:lnTo>
                <a:lnTo>
                  <a:pt x="96036" y="73843"/>
                </a:lnTo>
                <a:close/>
                <a:moveTo>
                  <a:pt x="103097" y="73843"/>
                </a:moveTo>
                <a:lnTo>
                  <a:pt x="109169" y="73855"/>
                </a:lnTo>
                <a:lnTo>
                  <a:pt x="109169" y="79927"/>
                </a:lnTo>
                <a:lnTo>
                  <a:pt x="103097" y="79927"/>
                </a:lnTo>
                <a:lnTo>
                  <a:pt x="103097" y="73843"/>
                </a:lnTo>
                <a:close/>
                <a:moveTo>
                  <a:pt x="110157" y="73843"/>
                </a:moveTo>
                <a:lnTo>
                  <a:pt x="116229" y="73855"/>
                </a:lnTo>
                <a:lnTo>
                  <a:pt x="116229" y="79927"/>
                </a:lnTo>
                <a:lnTo>
                  <a:pt x="110157" y="79927"/>
                </a:lnTo>
                <a:lnTo>
                  <a:pt x="110157" y="73843"/>
                </a:lnTo>
                <a:close/>
                <a:moveTo>
                  <a:pt x="131314" y="73843"/>
                </a:moveTo>
                <a:lnTo>
                  <a:pt x="137387" y="73855"/>
                </a:lnTo>
                <a:lnTo>
                  <a:pt x="137387" y="79927"/>
                </a:lnTo>
                <a:lnTo>
                  <a:pt x="131314" y="79927"/>
                </a:lnTo>
                <a:lnTo>
                  <a:pt x="131314" y="73843"/>
                </a:lnTo>
                <a:close/>
                <a:moveTo>
                  <a:pt x="17443" y="80903"/>
                </a:moveTo>
                <a:lnTo>
                  <a:pt x="17443" y="86976"/>
                </a:lnTo>
                <a:lnTo>
                  <a:pt x="11371" y="86976"/>
                </a:lnTo>
                <a:lnTo>
                  <a:pt x="11371" y="80903"/>
                </a:lnTo>
                <a:close/>
                <a:moveTo>
                  <a:pt x="24503" y="80903"/>
                </a:moveTo>
                <a:lnTo>
                  <a:pt x="24503" y="86976"/>
                </a:lnTo>
                <a:lnTo>
                  <a:pt x="18431" y="86976"/>
                </a:lnTo>
                <a:lnTo>
                  <a:pt x="18431" y="80903"/>
                </a:lnTo>
                <a:close/>
                <a:moveTo>
                  <a:pt x="31564" y="80903"/>
                </a:moveTo>
                <a:lnTo>
                  <a:pt x="31564" y="86976"/>
                </a:lnTo>
                <a:lnTo>
                  <a:pt x="25492" y="86976"/>
                </a:lnTo>
                <a:lnTo>
                  <a:pt x="25492" y="80903"/>
                </a:lnTo>
                <a:close/>
                <a:moveTo>
                  <a:pt x="38612" y="80903"/>
                </a:moveTo>
                <a:lnTo>
                  <a:pt x="38612" y="86976"/>
                </a:lnTo>
                <a:lnTo>
                  <a:pt x="32540" y="86976"/>
                </a:lnTo>
                <a:lnTo>
                  <a:pt x="32540" y="80903"/>
                </a:lnTo>
                <a:close/>
                <a:moveTo>
                  <a:pt x="45673" y="80903"/>
                </a:moveTo>
                <a:lnTo>
                  <a:pt x="45673" y="86976"/>
                </a:lnTo>
                <a:lnTo>
                  <a:pt x="39601" y="86976"/>
                </a:lnTo>
                <a:lnTo>
                  <a:pt x="39601" y="80903"/>
                </a:lnTo>
                <a:close/>
                <a:moveTo>
                  <a:pt x="52721" y="80903"/>
                </a:moveTo>
                <a:lnTo>
                  <a:pt x="52721" y="86976"/>
                </a:lnTo>
                <a:lnTo>
                  <a:pt x="46649" y="86976"/>
                </a:lnTo>
                <a:lnTo>
                  <a:pt x="46649" y="80903"/>
                </a:lnTo>
                <a:close/>
                <a:moveTo>
                  <a:pt x="59782" y="80903"/>
                </a:moveTo>
                <a:lnTo>
                  <a:pt x="59782" y="86976"/>
                </a:lnTo>
                <a:lnTo>
                  <a:pt x="53709" y="86976"/>
                </a:lnTo>
                <a:lnTo>
                  <a:pt x="53709" y="80903"/>
                </a:lnTo>
                <a:close/>
                <a:moveTo>
                  <a:pt x="66842" y="80903"/>
                </a:moveTo>
                <a:lnTo>
                  <a:pt x="66842" y="86976"/>
                </a:lnTo>
                <a:lnTo>
                  <a:pt x="60758" y="86976"/>
                </a:lnTo>
                <a:lnTo>
                  <a:pt x="60758" y="80903"/>
                </a:lnTo>
                <a:close/>
                <a:moveTo>
                  <a:pt x="73902" y="80903"/>
                </a:moveTo>
                <a:lnTo>
                  <a:pt x="73902" y="86976"/>
                </a:lnTo>
                <a:lnTo>
                  <a:pt x="67818" y="86976"/>
                </a:lnTo>
                <a:lnTo>
                  <a:pt x="67818" y="80903"/>
                </a:lnTo>
                <a:close/>
                <a:moveTo>
                  <a:pt x="80951" y="80903"/>
                </a:moveTo>
                <a:lnTo>
                  <a:pt x="80951" y="86976"/>
                </a:lnTo>
                <a:lnTo>
                  <a:pt x="74879" y="86976"/>
                </a:lnTo>
                <a:lnTo>
                  <a:pt x="74879" y="80903"/>
                </a:lnTo>
                <a:close/>
                <a:moveTo>
                  <a:pt x="88011" y="80903"/>
                </a:moveTo>
                <a:lnTo>
                  <a:pt x="88011" y="86976"/>
                </a:lnTo>
                <a:lnTo>
                  <a:pt x="81927" y="86976"/>
                </a:lnTo>
                <a:lnTo>
                  <a:pt x="81927" y="80903"/>
                </a:lnTo>
                <a:close/>
                <a:moveTo>
                  <a:pt x="95060" y="80903"/>
                </a:moveTo>
                <a:lnTo>
                  <a:pt x="95060" y="86976"/>
                </a:lnTo>
                <a:lnTo>
                  <a:pt x="88988" y="86976"/>
                </a:lnTo>
                <a:lnTo>
                  <a:pt x="88988" y="80903"/>
                </a:lnTo>
                <a:close/>
                <a:moveTo>
                  <a:pt x="102120" y="80903"/>
                </a:moveTo>
                <a:lnTo>
                  <a:pt x="102120" y="86976"/>
                </a:lnTo>
                <a:lnTo>
                  <a:pt x="96036" y="86976"/>
                </a:lnTo>
                <a:lnTo>
                  <a:pt x="96036" y="80903"/>
                </a:lnTo>
                <a:close/>
                <a:moveTo>
                  <a:pt x="109169" y="80903"/>
                </a:moveTo>
                <a:lnTo>
                  <a:pt x="109169" y="86976"/>
                </a:lnTo>
                <a:lnTo>
                  <a:pt x="103097" y="86976"/>
                </a:lnTo>
                <a:lnTo>
                  <a:pt x="103097" y="80903"/>
                </a:lnTo>
                <a:close/>
                <a:moveTo>
                  <a:pt x="116229" y="80903"/>
                </a:moveTo>
                <a:lnTo>
                  <a:pt x="116229" y="86976"/>
                </a:lnTo>
                <a:lnTo>
                  <a:pt x="110157" y="86976"/>
                </a:lnTo>
                <a:lnTo>
                  <a:pt x="110157" y="80903"/>
                </a:lnTo>
                <a:close/>
                <a:moveTo>
                  <a:pt x="123278" y="80903"/>
                </a:moveTo>
                <a:lnTo>
                  <a:pt x="123278" y="86976"/>
                </a:lnTo>
                <a:lnTo>
                  <a:pt x="117205" y="86976"/>
                </a:lnTo>
                <a:lnTo>
                  <a:pt x="117205" y="80903"/>
                </a:lnTo>
                <a:close/>
                <a:moveTo>
                  <a:pt x="130338" y="80903"/>
                </a:moveTo>
                <a:lnTo>
                  <a:pt x="130338" y="86976"/>
                </a:lnTo>
                <a:lnTo>
                  <a:pt x="124254" y="86976"/>
                </a:lnTo>
                <a:lnTo>
                  <a:pt x="124254" y="80903"/>
                </a:lnTo>
                <a:close/>
                <a:moveTo>
                  <a:pt x="137387" y="80903"/>
                </a:moveTo>
                <a:lnTo>
                  <a:pt x="137387" y="86976"/>
                </a:lnTo>
                <a:lnTo>
                  <a:pt x="131314" y="86976"/>
                </a:lnTo>
                <a:lnTo>
                  <a:pt x="131314" y="80903"/>
                </a:lnTo>
                <a:close/>
                <a:moveTo>
                  <a:pt x="144447" y="80903"/>
                </a:moveTo>
                <a:lnTo>
                  <a:pt x="144447" y="86976"/>
                </a:lnTo>
                <a:lnTo>
                  <a:pt x="138375" y="86976"/>
                </a:lnTo>
                <a:lnTo>
                  <a:pt x="138375" y="80903"/>
                </a:lnTo>
                <a:close/>
                <a:moveTo>
                  <a:pt x="151495" y="80903"/>
                </a:moveTo>
                <a:lnTo>
                  <a:pt x="151495" y="86976"/>
                </a:lnTo>
                <a:lnTo>
                  <a:pt x="145423" y="86976"/>
                </a:lnTo>
                <a:lnTo>
                  <a:pt x="145423" y="80903"/>
                </a:lnTo>
                <a:close/>
                <a:moveTo>
                  <a:pt x="158556" y="80903"/>
                </a:moveTo>
                <a:lnTo>
                  <a:pt x="158556" y="86976"/>
                </a:lnTo>
                <a:lnTo>
                  <a:pt x="152484" y="86976"/>
                </a:lnTo>
                <a:lnTo>
                  <a:pt x="152484" y="80903"/>
                </a:lnTo>
                <a:close/>
                <a:moveTo>
                  <a:pt x="165604" y="80903"/>
                </a:moveTo>
                <a:lnTo>
                  <a:pt x="165604" y="86976"/>
                </a:lnTo>
                <a:lnTo>
                  <a:pt x="159532" y="86976"/>
                </a:lnTo>
                <a:lnTo>
                  <a:pt x="159532" y="80903"/>
                </a:lnTo>
                <a:close/>
                <a:moveTo>
                  <a:pt x="172665" y="80903"/>
                </a:moveTo>
                <a:lnTo>
                  <a:pt x="172665" y="86976"/>
                </a:lnTo>
                <a:lnTo>
                  <a:pt x="166581" y="86976"/>
                </a:lnTo>
                <a:lnTo>
                  <a:pt x="166581" y="80903"/>
                </a:lnTo>
                <a:close/>
                <a:moveTo>
                  <a:pt x="179713" y="80903"/>
                </a:moveTo>
                <a:lnTo>
                  <a:pt x="179713" y="86976"/>
                </a:lnTo>
                <a:lnTo>
                  <a:pt x="173641" y="86976"/>
                </a:lnTo>
                <a:lnTo>
                  <a:pt x="173641" y="80903"/>
                </a:lnTo>
                <a:close/>
                <a:moveTo>
                  <a:pt x="186774" y="80903"/>
                </a:moveTo>
                <a:lnTo>
                  <a:pt x="186774" y="86976"/>
                </a:lnTo>
                <a:lnTo>
                  <a:pt x="180702" y="86976"/>
                </a:lnTo>
                <a:lnTo>
                  <a:pt x="180702" y="80903"/>
                </a:lnTo>
                <a:close/>
                <a:moveTo>
                  <a:pt x="193822" y="80903"/>
                </a:moveTo>
                <a:lnTo>
                  <a:pt x="193822" y="86976"/>
                </a:lnTo>
                <a:lnTo>
                  <a:pt x="187750" y="86976"/>
                </a:lnTo>
                <a:lnTo>
                  <a:pt x="187750" y="80903"/>
                </a:lnTo>
                <a:close/>
                <a:moveTo>
                  <a:pt x="200883" y="80903"/>
                </a:moveTo>
                <a:lnTo>
                  <a:pt x="200883" y="86976"/>
                </a:lnTo>
                <a:lnTo>
                  <a:pt x="194810" y="86976"/>
                </a:lnTo>
                <a:lnTo>
                  <a:pt x="194810" y="80903"/>
                </a:lnTo>
                <a:close/>
                <a:moveTo>
                  <a:pt x="207931" y="80903"/>
                </a:moveTo>
                <a:lnTo>
                  <a:pt x="207931" y="86976"/>
                </a:lnTo>
                <a:lnTo>
                  <a:pt x="201859" y="86976"/>
                </a:lnTo>
                <a:lnTo>
                  <a:pt x="201859" y="80903"/>
                </a:lnTo>
                <a:close/>
                <a:moveTo>
                  <a:pt x="214992" y="80903"/>
                </a:moveTo>
                <a:lnTo>
                  <a:pt x="214992" y="86976"/>
                </a:lnTo>
                <a:lnTo>
                  <a:pt x="208919" y="86976"/>
                </a:lnTo>
                <a:lnTo>
                  <a:pt x="208919" y="80903"/>
                </a:lnTo>
                <a:close/>
                <a:moveTo>
                  <a:pt x="222052" y="80903"/>
                </a:moveTo>
                <a:lnTo>
                  <a:pt x="222052" y="86976"/>
                </a:lnTo>
                <a:lnTo>
                  <a:pt x="215968" y="86976"/>
                </a:lnTo>
                <a:lnTo>
                  <a:pt x="215968" y="80903"/>
                </a:lnTo>
                <a:close/>
                <a:moveTo>
                  <a:pt x="229100" y="80903"/>
                </a:moveTo>
                <a:lnTo>
                  <a:pt x="229100" y="86976"/>
                </a:lnTo>
                <a:lnTo>
                  <a:pt x="223028" y="86976"/>
                </a:lnTo>
                <a:lnTo>
                  <a:pt x="223028" y="80903"/>
                </a:lnTo>
                <a:close/>
                <a:moveTo>
                  <a:pt x="236161" y="80903"/>
                </a:moveTo>
                <a:lnTo>
                  <a:pt x="236161" y="86976"/>
                </a:lnTo>
                <a:lnTo>
                  <a:pt x="230077" y="86976"/>
                </a:lnTo>
                <a:lnTo>
                  <a:pt x="230077" y="80903"/>
                </a:lnTo>
                <a:close/>
                <a:moveTo>
                  <a:pt x="243209" y="80903"/>
                </a:moveTo>
                <a:lnTo>
                  <a:pt x="243209" y="86976"/>
                </a:lnTo>
                <a:lnTo>
                  <a:pt x="237137" y="86976"/>
                </a:lnTo>
                <a:lnTo>
                  <a:pt x="237137" y="80903"/>
                </a:lnTo>
                <a:close/>
                <a:moveTo>
                  <a:pt x="250270" y="80903"/>
                </a:moveTo>
                <a:lnTo>
                  <a:pt x="250270" y="86976"/>
                </a:lnTo>
                <a:lnTo>
                  <a:pt x="244198" y="86976"/>
                </a:lnTo>
                <a:lnTo>
                  <a:pt x="244198" y="80903"/>
                </a:lnTo>
                <a:close/>
                <a:moveTo>
                  <a:pt x="257318" y="80903"/>
                </a:moveTo>
                <a:lnTo>
                  <a:pt x="257318" y="86976"/>
                </a:lnTo>
                <a:lnTo>
                  <a:pt x="251246" y="86976"/>
                </a:lnTo>
                <a:lnTo>
                  <a:pt x="251246" y="80903"/>
                </a:lnTo>
                <a:close/>
                <a:moveTo>
                  <a:pt x="264379" y="80903"/>
                </a:moveTo>
                <a:lnTo>
                  <a:pt x="264379" y="86976"/>
                </a:lnTo>
                <a:lnTo>
                  <a:pt x="258306" y="86976"/>
                </a:lnTo>
                <a:lnTo>
                  <a:pt x="258306" y="80903"/>
                </a:lnTo>
                <a:close/>
                <a:moveTo>
                  <a:pt x="271427" y="80903"/>
                </a:moveTo>
                <a:lnTo>
                  <a:pt x="271427" y="86976"/>
                </a:lnTo>
                <a:lnTo>
                  <a:pt x="265355" y="86976"/>
                </a:lnTo>
                <a:lnTo>
                  <a:pt x="265355" y="80903"/>
                </a:lnTo>
                <a:close/>
                <a:moveTo>
                  <a:pt x="278488" y="80903"/>
                </a:moveTo>
                <a:lnTo>
                  <a:pt x="278488" y="86976"/>
                </a:lnTo>
                <a:lnTo>
                  <a:pt x="272415" y="86976"/>
                </a:lnTo>
                <a:lnTo>
                  <a:pt x="272415" y="80903"/>
                </a:lnTo>
                <a:close/>
                <a:moveTo>
                  <a:pt x="17443" y="87952"/>
                </a:moveTo>
                <a:lnTo>
                  <a:pt x="17443" y="94024"/>
                </a:lnTo>
                <a:lnTo>
                  <a:pt x="11371" y="94024"/>
                </a:lnTo>
                <a:lnTo>
                  <a:pt x="11371" y="87952"/>
                </a:lnTo>
                <a:close/>
                <a:moveTo>
                  <a:pt x="24503" y="87952"/>
                </a:moveTo>
                <a:lnTo>
                  <a:pt x="24503" y="94024"/>
                </a:lnTo>
                <a:lnTo>
                  <a:pt x="18431" y="94024"/>
                </a:lnTo>
                <a:lnTo>
                  <a:pt x="18431" y="87952"/>
                </a:lnTo>
                <a:close/>
                <a:moveTo>
                  <a:pt x="31564" y="87952"/>
                </a:moveTo>
                <a:lnTo>
                  <a:pt x="31564" y="94024"/>
                </a:lnTo>
                <a:lnTo>
                  <a:pt x="25492" y="94024"/>
                </a:lnTo>
                <a:lnTo>
                  <a:pt x="25492" y="87952"/>
                </a:lnTo>
                <a:close/>
                <a:moveTo>
                  <a:pt x="38612" y="87952"/>
                </a:moveTo>
                <a:lnTo>
                  <a:pt x="38612" y="94024"/>
                </a:lnTo>
                <a:lnTo>
                  <a:pt x="32540" y="94024"/>
                </a:lnTo>
                <a:lnTo>
                  <a:pt x="32540" y="87952"/>
                </a:lnTo>
                <a:close/>
                <a:moveTo>
                  <a:pt x="45673" y="87952"/>
                </a:moveTo>
                <a:lnTo>
                  <a:pt x="45673" y="94024"/>
                </a:lnTo>
                <a:lnTo>
                  <a:pt x="39601" y="94024"/>
                </a:lnTo>
                <a:lnTo>
                  <a:pt x="39601" y="87952"/>
                </a:lnTo>
                <a:close/>
                <a:moveTo>
                  <a:pt x="52721" y="87952"/>
                </a:moveTo>
                <a:lnTo>
                  <a:pt x="52721" y="94024"/>
                </a:lnTo>
                <a:lnTo>
                  <a:pt x="46649" y="94024"/>
                </a:lnTo>
                <a:lnTo>
                  <a:pt x="46649" y="87952"/>
                </a:lnTo>
                <a:close/>
                <a:moveTo>
                  <a:pt x="59782" y="87952"/>
                </a:moveTo>
                <a:lnTo>
                  <a:pt x="59782" y="94024"/>
                </a:lnTo>
                <a:lnTo>
                  <a:pt x="53709" y="94024"/>
                </a:lnTo>
                <a:lnTo>
                  <a:pt x="53709" y="87952"/>
                </a:lnTo>
                <a:close/>
                <a:moveTo>
                  <a:pt x="88011" y="87952"/>
                </a:moveTo>
                <a:lnTo>
                  <a:pt x="88011" y="94024"/>
                </a:lnTo>
                <a:lnTo>
                  <a:pt x="81927" y="94024"/>
                </a:lnTo>
                <a:lnTo>
                  <a:pt x="81927" y="87952"/>
                </a:lnTo>
                <a:close/>
                <a:moveTo>
                  <a:pt x="95060" y="87952"/>
                </a:moveTo>
                <a:lnTo>
                  <a:pt x="95060" y="94024"/>
                </a:lnTo>
                <a:lnTo>
                  <a:pt x="88988" y="94024"/>
                </a:lnTo>
                <a:lnTo>
                  <a:pt x="88988" y="87952"/>
                </a:lnTo>
                <a:close/>
                <a:moveTo>
                  <a:pt x="123278" y="87952"/>
                </a:moveTo>
                <a:lnTo>
                  <a:pt x="123278" y="94024"/>
                </a:lnTo>
                <a:lnTo>
                  <a:pt x="117205" y="94024"/>
                </a:lnTo>
                <a:lnTo>
                  <a:pt x="117205" y="87952"/>
                </a:lnTo>
                <a:close/>
                <a:moveTo>
                  <a:pt x="130338" y="87952"/>
                </a:moveTo>
                <a:lnTo>
                  <a:pt x="130338" y="94024"/>
                </a:lnTo>
                <a:lnTo>
                  <a:pt x="124254" y="94024"/>
                </a:lnTo>
                <a:lnTo>
                  <a:pt x="124254" y="87952"/>
                </a:lnTo>
                <a:close/>
                <a:moveTo>
                  <a:pt x="144447" y="87952"/>
                </a:moveTo>
                <a:lnTo>
                  <a:pt x="144447" y="94024"/>
                </a:lnTo>
                <a:lnTo>
                  <a:pt x="138375" y="94024"/>
                </a:lnTo>
                <a:lnTo>
                  <a:pt x="138375" y="87952"/>
                </a:lnTo>
                <a:close/>
                <a:moveTo>
                  <a:pt x="151495" y="87952"/>
                </a:moveTo>
                <a:lnTo>
                  <a:pt x="151495" y="94024"/>
                </a:lnTo>
                <a:lnTo>
                  <a:pt x="145423" y="94024"/>
                </a:lnTo>
                <a:lnTo>
                  <a:pt x="145423" y="87952"/>
                </a:lnTo>
                <a:close/>
                <a:moveTo>
                  <a:pt x="158556" y="87952"/>
                </a:moveTo>
                <a:lnTo>
                  <a:pt x="158556" y="94024"/>
                </a:lnTo>
                <a:lnTo>
                  <a:pt x="152484" y="94024"/>
                </a:lnTo>
                <a:lnTo>
                  <a:pt x="152484" y="87952"/>
                </a:lnTo>
                <a:close/>
                <a:moveTo>
                  <a:pt x="165604" y="87952"/>
                </a:moveTo>
                <a:lnTo>
                  <a:pt x="165604" y="94024"/>
                </a:lnTo>
                <a:lnTo>
                  <a:pt x="159532" y="94024"/>
                </a:lnTo>
                <a:lnTo>
                  <a:pt x="159532" y="87952"/>
                </a:lnTo>
                <a:close/>
                <a:moveTo>
                  <a:pt x="172665" y="87952"/>
                </a:moveTo>
                <a:lnTo>
                  <a:pt x="172665" y="94024"/>
                </a:lnTo>
                <a:lnTo>
                  <a:pt x="166581" y="94024"/>
                </a:lnTo>
                <a:lnTo>
                  <a:pt x="166581" y="87952"/>
                </a:lnTo>
                <a:close/>
                <a:moveTo>
                  <a:pt x="179713" y="87952"/>
                </a:moveTo>
                <a:lnTo>
                  <a:pt x="179713" y="94024"/>
                </a:lnTo>
                <a:lnTo>
                  <a:pt x="173641" y="94024"/>
                </a:lnTo>
                <a:lnTo>
                  <a:pt x="173641" y="87952"/>
                </a:lnTo>
                <a:close/>
                <a:moveTo>
                  <a:pt x="186774" y="87952"/>
                </a:moveTo>
                <a:lnTo>
                  <a:pt x="186774" y="94024"/>
                </a:lnTo>
                <a:lnTo>
                  <a:pt x="180702" y="94024"/>
                </a:lnTo>
                <a:lnTo>
                  <a:pt x="180702" y="87952"/>
                </a:lnTo>
                <a:close/>
                <a:moveTo>
                  <a:pt x="193822" y="87952"/>
                </a:moveTo>
                <a:lnTo>
                  <a:pt x="193822" y="94024"/>
                </a:lnTo>
                <a:lnTo>
                  <a:pt x="187750" y="94024"/>
                </a:lnTo>
                <a:lnTo>
                  <a:pt x="187750" y="87952"/>
                </a:lnTo>
                <a:close/>
                <a:moveTo>
                  <a:pt x="200883" y="87952"/>
                </a:moveTo>
                <a:lnTo>
                  <a:pt x="200883" y="94024"/>
                </a:lnTo>
                <a:lnTo>
                  <a:pt x="194810" y="94024"/>
                </a:lnTo>
                <a:lnTo>
                  <a:pt x="194810" y="87952"/>
                </a:lnTo>
                <a:close/>
                <a:moveTo>
                  <a:pt x="207931" y="87952"/>
                </a:moveTo>
                <a:lnTo>
                  <a:pt x="207931" y="94024"/>
                </a:lnTo>
                <a:lnTo>
                  <a:pt x="201859" y="94024"/>
                </a:lnTo>
                <a:lnTo>
                  <a:pt x="201859" y="87952"/>
                </a:lnTo>
                <a:close/>
                <a:moveTo>
                  <a:pt x="214992" y="87952"/>
                </a:moveTo>
                <a:lnTo>
                  <a:pt x="214992" y="94024"/>
                </a:lnTo>
                <a:lnTo>
                  <a:pt x="208919" y="94024"/>
                </a:lnTo>
                <a:lnTo>
                  <a:pt x="208919" y="87952"/>
                </a:lnTo>
                <a:close/>
                <a:moveTo>
                  <a:pt x="222052" y="87952"/>
                </a:moveTo>
                <a:lnTo>
                  <a:pt x="222052" y="94024"/>
                </a:lnTo>
                <a:lnTo>
                  <a:pt x="215968" y="94024"/>
                </a:lnTo>
                <a:lnTo>
                  <a:pt x="215968" y="87952"/>
                </a:lnTo>
                <a:close/>
                <a:moveTo>
                  <a:pt x="229100" y="87952"/>
                </a:moveTo>
                <a:lnTo>
                  <a:pt x="229100" y="94024"/>
                </a:lnTo>
                <a:lnTo>
                  <a:pt x="223028" y="94024"/>
                </a:lnTo>
                <a:lnTo>
                  <a:pt x="223028" y="87952"/>
                </a:lnTo>
                <a:close/>
                <a:moveTo>
                  <a:pt x="236161" y="87952"/>
                </a:moveTo>
                <a:lnTo>
                  <a:pt x="236161" y="94024"/>
                </a:lnTo>
                <a:lnTo>
                  <a:pt x="230077" y="94024"/>
                </a:lnTo>
                <a:lnTo>
                  <a:pt x="230077" y="87952"/>
                </a:lnTo>
                <a:close/>
                <a:moveTo>
                  <a:pt x="243209" y="87952"/>
                </a:moveTo>
                <a:lnTo>
                  <a:pt x="243209" y="94024"/>
                </a:lnTo>
                <a:lnTo>
                  <a:pt x="237137" y="94024"/>
                </a:lnTo>
                <a:lnTo>
                  <a:pt x="237137" y="87952"/>
                </a:lnTo>
                <a:close/>
                <a:moveTo>
                  <a:pt x="250270" y="87952"/>
                </a:moveTo>
                <a:lnTo>
                  <a:pt x="250270" y="94024"/>
                </a:lnTo>
                <a:lnTo>
                  <a:pt x="244198" y="94024"/>
                </a:lnTo>
                <a:lnTo>
                  <a:pt x="244198" y="87952"/>
                </a:lnTo>
                <a:close/>
                <a:moveTo>
                  <a:pt x="257318" y="87952"/>
                </a:moveTo>
                <a:lnTo>
                  <a:pt x="257318" y="94024"/>
                </a:lnTo>
                <a:lnTo>
                  <a:pt x="251246" y="94024"/>
                </a:lnTo>
                <a:lnTo>
                  <a:pt x="251246" y="87952"/>
                </a:lnTo>
                <a:close/>
                <a:moveTo>
                  <a:pt x="264379" y="87952"/>
                </a:moveTo>
                <a:lnTo>
                  <a:pt x="264379" y="94024"/>
                </a:lnTo>
                <a:lnTo>
                  <a:pt x="258306" y="94024"/>
                </a:lnTo>
                <a:lnTo>
                  <a:pt x="258306" y="87952"/>
                </a:lnTo>
                <a:close/>
                <a:moveTo>
                  <a:pt x="271427" y="87952"/>
                </a:moveTo>
                <a:lnTo>
                  <a:pt x="271427" y="94024"/>
                </a:lnTo>
                <a:lnTo>
                  <a:pt x="265355" y="94024"/>
                </a:lnTo>
                <a:lnTo>
                  <a:pt x="265355" y="87952"/>
                </a:lnTo>
                <a:close/>
                <a:moveTo>
                  <a:pt x="278488" y="87952"/>
                </a:moveTo>
                <a:lnTo>
                  <a:pt x="278488" y="94024"/>
                </a:lnTo>
                <a:lnTo>
                  <a:pt x="272415" y="94024"/>
                </a:lnTo>
                <a:lnTo>
                  <a:pt x="272415" y="87952"/>
                </a:lnTo>
                <a:close/>
                <a:moveTo>
                  <a:pt x="66842" y="87952"/>
                </a:moveTo>
                <a:lnTo>
                  <a:pt x="66842" y="94036"/>
                </a:lnTo>
                <a:lnTo>
                  <a:pt x="60758" y="94036"/>
                </a:lnTo>
                <a:lnTo>
                  <a:pt x="60758" y="87952"/>
                </a:lnTo>
                <a:close/>
                <a:moveTo>
                  <a:pt x="73902" y="87952"/>
                </a:moveTo>
                <a:lnTo>
                  <a:pt x="73902" y="94036"/>
                </a:lnTo>
                <a:lnTo>
                  <a:pt x="67818" y="94036"/>
                </a:lnTo>
                <a:lnTo>
                  <a:pt x="67818" y="87952"/>
                </a:lnTo>
                <a:close/>
                <a:moveTo>
                  <a:pt x="80951" y="87952"/>
                </a:moveTo>
                <a:lnTo>
                  <a:pt x="80951" y="94036"/>
                </a:lnTo>
                <a:lnTo>
                  <a:pt x="74879" y="94036"/>
                </a:lnTo>
                <a:lnTo>
                  <a:pt x="74879" y="87952"/>
                </a:lnTo>
                <a:close/>
                <a:moveTo>
                  <a:pt x="102120" y="87952"/>
                </a:moveTo>
                <a:lnTo>
                  <a:pt x="102120" y="94036"/>
                </a:lnTo>
                <a:lnTo>
                  <a:pt x="96036" y="94036"/>
                </a:lnTo>
                <a:lnTo>
                  <a:pt x="96036" y="87952"/>
                </a:lnTo>
                <a:close/>
                <a:moveTo>
                  <a:pt x="103097" y="87952"/>
                </a:moveTo>
                <a:lnTo>
                  <a:pt x="109169" y="87964"/>
                </a:lnTo>
                <a:lnTo>
                  <a:pt x="109169" y="94036"/>
                </a:lnTo>
                <a:lnTo>
                  <a:pt x="103097" y="94036"/>
                </a:lnTo>
                <a:lnTo>
                  <a:pt x="103097" y="87952"/>
                </a:lnTo>
                <a:close/>
                <a:moveTo>
                  <a:pt x="110157" y="87952"/>
                </a:moveTo>
                <a:lnTo>
                  <a:pt x="116229" y="87964"/>
                </a:lnTo>
                <a:lnTo>
                  <a:pt x="116229" y="94036"/>
                </a:lnTo>
                <a:lnTo>
                  <a:pt x="110157" y="94036"/>
                </a:lnTo>
                <a:lnTo>
                  <a:pt x="110157" y="87952"/>
                </a:lnTo>
                <a:close/>
                <a:moveTo>
                  <a:pt x="137387" y="87952"/>
                </a:moveTo>
                <a:lnTo>
                  <a:pt x="137387" y="94036"/>
                </a:lnTo>
                <a:lnTo>
                  <a:pt x="131314" y="94036"/>
                </a:lnTo>
                <a:lnTo>
                  <a:pt x="131314" y="87952"/>
                </a:lnTo>
                <a:close/>
                <a:moveTo>
                  <a:pt x="17443" y="95012"/>
                </a:moveTo>
                <a:lnTo>
                  <a:pt x="17443" y="101085"/>
                </a:lnTo>
                <a:lnTo>
                  <a:pt x="11371" y="101085"/>
                </a:lnTo>
                <a:lnTo>
                  <a:pt x="11371" y="95012"/>
                </a:lnTo>
                <a:close/>
                <a:moveTo>
                  <a:pt x="24503" y="95012"/>
                </a:moveTo>
                <a:lnTo>
                  <a:pt x="24503" y="101085"/>
                </a:lnTo>
                <a:lnTo>
                  <a:pt x="18431" y="101085"/>
                </a:lnTo>
                <a:lnTo>
                  <a:pt x="18431" y="95012"/>
                </a:lnTo>
                <a:close/>
                <a:moveTo>
                  <a:pt x="31564" y="95012"/>
                </a:moveTo>
                <a:lnTo>
                  <a:pt x="31564" y="101085"/>
                </a:lnTo>
                <a:lnTo>
                  <a:pt x="25492" y="101085"/>
                </a:lnTo>
                <a:lnTo>
                  <a:pt x="25492" y="95012"/>
                </a:lnTo>
                <a:close/>
                <a:moveTo>
                  <a:pt x="38612" y="95012"/>
                </a:moveTo>
                <a:lnTo>
                  <a:pt x="38612" y="101085"/>
                </a:lnTo>
                <a:lnTo>
                  <a:pt x="32540" y="101085"/>
                </a:lnTo>
                <a:lnTo>
                  <a:pt x="32540" y="95012"/>
                </a:lnTo>
                <a:close/>
                <a:moveTo>
                  <a:pt x="45673" y="95012"/>
                </a:moveTo>
                <a:lnTo>
                  <a:pt x="45673" y="101085"/>
                </a:lnTo>
                <a:lnTo>
                  <a:pt x="39601" y="101085"/>
                </a:lnTo>
                <a:lnTo>
                  <a:pt x="39601" y="95012"/>
                </a:lnTo>
                <a:close/>
                <a:moveTo>
                  <a:pt x="52721" y="95012"/>
                </a:moveTo>
                <a:lnTo>
                  <a:pt x="52721" y="101085"/>
                </a:lnTo>
                <a:lnTo>
                  <a:pt x="46649" y="101085"/>
                </a:lnTo>
                <a:lnTo>
                  <a:pt x="46649" y="95012"/>
                </a:lnTo>
                <a:close/>
                <a:moveTo>
                  <a:pt x="59782" y="95012"/>
                </a:moveTo>
                <a:lnTo>
                  <a:pt x="59782" y="101085"/>
                </a:lnTo>
                <a:lnTo>
                  <a:pt x="53709" y="101085"/>
                </a:lnTo>
                <a:lnTo>
                  <a:pt x="53709" y="95012"/>
                </a:lnTo>
                <a:close/>
                <a:moveTo>
                  <a:pt x="66842" y="95012"/>
                </a:moveTo>
                <a:lnTo>
                  <a:pt x="66842" y="101085"/>
                </a:lnTo>
                <a:lnTo>
                  <a:pt x="60758" y="101085"/>
                </a:lnTo>
                <a:lnTo>
                  <a:pt x="60758" y="95012"/>
                </a:lnTo>
                <a:close/>
                <a:moveTo>
                  <a:pt x="73902" y="95012"/>
                </a:moveTo>
                <a:lnTo>
                  <a:pt x="73902" y="101085"/>
                </a:lnTo>
                <a:lnTo>
                  <a:pt x="67818" y="101085"/>
                </a:lnTo>
                <a:lnTo>
                  <a:pt x="67818" y="95012"/>
                </a:lnTo>
                <a:close/>
                <a:moveTo>
                  <a:pt x="80951" y="95012"/>
                </a:moveTo>
                <a:lnTo>
                  <a:pt x="80951" y="101085"/>
                </a:lnTo>
                <a:lnTo>
                  <a:pt x="74879" y="101085"/>
                </a:lnTo>
                <a:lnTo>
                  <a:pt x="74879" y="95012"/>
                </a:lnTo>
                <a:close/>
                <a:moveTo>
                  <a:pt x="88011" y="95012"/>
                </a:moveTo>
                <a:lnTo>
                  <a:pt x="88011" y="101085"/>
                </a:lnTo>
                <a:lnTo>
                  <a:pt x="81927" y="101085"/>
                </a:lnTo>
                <a:lnTo>
                  <a:pt x="81927" y="95012"/>
                </a:lnTo>
                <a:close/>
                <a:moveTo>
                  <a:pt x="95060" y="95012"/>
                </a:moveTo>
                <a:lnTo>
                  <a:pt x="95060" y="101085"/>
                </a:lnTo>
                <a:lnTo>
                  <a:pt x="88988" y="101085"/>
                </a:lnTo>
                <a:lnTo>
                  <a:pt x="88988" y="95012"/>
                </a:lnTo>
                <a:close/>
                <a:moveTo>
                  <a:pt x="102120" y="95012"/>
                </a:moveTo>
                <a:lnTo>
                  <a:pt x="102120" y="101085"/>
                </a:lnTo>
                <a:lnTo>
                  <a:pt x="96036" y="101085"/>
                </a:lnTo>
                <a:lnTo>
                  <a:pt x="96036" y="95012"/>
                </a:lnTo>
                <a:close/>
                <a:moveTo>
                  <a:pt x="109169" y="95012"/>
                </a:moveTo>
                <a:lnTo>
                  <a:pt x="109169" y="101085"/>
                </a:lnTo>
                <a:lnTo>
                  <a:pt x="103097" y="101085"/>
                </a:lnTo>
                <a:lnTo>
                  <a:pt x="103097" y="95012"/>
                </a:lnTo>
                <a:close/>
                <a:moveTo>
                  <a:pt x="116229" y="95012"/>
                </a:moveTo>
                <a:lnTo>
                  <a:pt x="116229" y="101085"/>
                </a:lnTo>
                <a:lnTo>
                  <a:pt x="110157" y="101085"/>
                </a:lnTo>
                <a:lnTo>
                  <a:pt x="110157" y="95012"/>
                </a:lnTo>
                <a:close/>
                <a:moveTo>
                  <a:pt x="123278" y="95012"/>
                </a:moveTo>
                <a:lnTo>
                  <a:pt x="123278" y="101085"/>
                </a:lnTo>
                <a:lnTo>
                  <a:pt x="117205" y="101085"/>
                </a:lnTo>
                <a:lnTo>
                  <a:pt x="117205" y="95012"/>
                </a:lnTo>
                <a:close/>
                <a:moveTo>
                  <a:pt x="130338" y="95012"/>
                </a:moveTo>
                <a:lnTo>
                  <a:pt x="130338" y="101085"/>
                </a:lnTo>
                <a:lnTo>
                  <a:pt x="124254" y="101085"/>
                </a:lnTo>
                <a:lnTo>
                  <a:pt x="124254" y="95012"/>
                </a:lnTo>
                <a:close/>
                <a:moveTo>
                  <a:pt x="137387" y="95012"/>
                </a:moveTo>
                <a:lnTo>
                  <a:pt x="137387" y="101085"/>
                </a:lnTo>
                <a:lnTo>
                  <a:pt x="131314" y="101085"/>
                </a:lnTo>
                <a:lnTo>
                  <a:pt x="131314" y="95012"/>
                </a:lnTo>
                <a:close/>
                <a:moveTo>
                  <a:pt x="144447" y="95012"/>
                </a:moveTo>
                <a:lnTo>
                  <a:pt x="144447" y="101085"/>
                </a:lnTo>
                <a:lnTo>
                  <a:pt x="138375" y="101085"/>
                </a:lnTo>
                <a:lnTo>
                  <a:pt x="138375" y="95012"/>
                </a:lnTo>
                <a:close/>
                <a:moveTo>
                  <a:pt x="151495" y="95012"/>
                </a:moveTo>
                <a:lnTo>
                  <a:pt x="151495" y="101085"/>
                </a:lnTo>
                <a:lnTo>
                  <a:pt x="145423" y="101085"/>
                </a:lnTo>
                <a:lnTo>
                  <a:pt x="145423" y="95012"/>
                </a:lnTo>
                <a:close/>
                <a:moveTo>
                  <a:pt x="158556" y="95012"/>
                </a:moveTo>
                <a:lnTo>
                  <a:pt x="158556" y="101085"/>
                </a:lnTo>
                <a:lnTo>
                  <a:pt x="152484" y="101085"/>
                </a:lnTo>
                <a:lnTo>
                  <a:pt x="152484" y="95012"/>
                </a:lnTo>
                <a:close/>
                <a:moveTo>
                  <a:pt x="165604" y="95012"/>
                </a:moveTo>
                <a:lnTo>
                  <a:pt x="165604" y="101085"/>
                </a:lnTo>
                <a:lnTo>
                  <a:pt x="159532" y="101085"/>
                </a:lnTo>
                <a:lnTo>
                  <a:pt x="159532" y="95012"/>
                </a:lnTo>
                <a:close/>
                <a:moveTo>
                  <a:pt x="172665" y="95012"/>
                </a:moveTo>
                <a:lnTo>
                  <a:pt x="172665" y="101085"/>
                </a:lnTo>
                <a:lnTo>
                  <a:pt x="166581" y="101085"/>
                </a:lnTo>
                <a:lnTo>
                  <a:pt x="166581" y="95012"/>
                </a:lnTo>
                <a:close/>
                <a:moveTo>
                  <a:pt x="179713" y="95012"/>
                </a:moveTo>
                <a:lnTo>
                  <a:pt x="179713" y="101085"/>
                </a:lnTo>
                <a:lnTo>
                  <a:pt x="173641" y="101085"/>
                </a:lnTo>
                <a:lnTo>
                  <a:pt x="173641" y="95012"/>
                </a:lnTo>
                <a:close/>
                <a:moveTo>
                  <a:pt x="186774" y="95012"/>
                </a:moveTo>
                <a:lnTo>
                  <a:pt x="186774" y="101085"/>
                </a:lnTo>
                <a:lnTo>
                  <a:pt x="180702" y="101085"/>
                </a:lnTo>
                <a:lnTo>
                  <a:pt x="180702" y="95012"/>
                </a:lnTo>
                <a:close/>
                <a:moveTo>
                  <a:pt x="193822" y="95012"/>
                </a:moveTo>
                <a:lnTo>
                  <a:pt x="193822" y="101085"/>
                </a:lnTo>
                <a:lnTo>
                  <a:pt x="187750" y="101085"/>
                </a:lnTo>
                <a:lnTo>
                  <a:pt x="187750" y="95012"/>
                </a:lnTo>
                <a:close/>
                <a:moveTo>
                  <a:pt x="200883" y="95012"/>
                </a:moveTo>
                <a:lnTo>
                  <a:pt x="200883" y="101085"/>
                </a:lnTo>
                <a:lnTo>
                  <a:pt x="194810" y="101085"/>
                </a:lnTo>
                <a:lnTo>
                  <a:pt x="194810" y="95012"/>
                </a:lnTo>
                <a:close/>
                <a:moveTo>
                  <a:pt x="207931" y="95012"/>
                </a:moveTo>
                <a:lnTo>
                  <a:pt x="207931" y="101085"/>
                </a:lnTo>
                <a:lnTo>
                  <a:pt x="201859" y="101085"/>
                </a:lnTo>
                <a:lnTo>
                  <a:pt x="201859" y="95012"/>
                </a:lnTo>
                <a:close/>
                <a:moveTo>
                  <a:pt x="214992" y="95012"/>
                </a:moveTo>
                <a:lnTo>
                  <a:pt x="214992" y="101085"/>
                </a:lnTo>
                <a:lnTo>
                  <a:pt x="208919" y="101085"/>
                </a:lnTo>
                <a:lnTo>
                  <a:pt x="208919" y="95012"/>
                </a:lnTo>
                <a:close/>
                <a:moveTo>
                  <a:pt x="222052" y="95012"/>
                </a:moveTo>
                <a:lnTo>
                  <a:pt x="222052" y="101085"/>
                </a:lnTo>
                <a:lnTo>
                  <a:pt x="215968" y="101085"/>
                </a:lnTo>
                <a:lnTo>
                  <a:pt x="215968" y="95012"/>
                </a:lnTo>
                <a:close/>
                <a:moveTo>
                  <a:pt x="229100" y="95012"/>
                </a:moveTo>
                <a:lnTo>
                  <a:pt x="229100" y="101085"/>
                </a:lnTo>
                <a:lnTo>
                  <a:pt x="223028" y="101085"/>
                </a:lnTo>
                <a:lnTo>
                  <a:pt x="223028" y="95012"/>
                </a:lnTo>
                <a:close/>
                <a:moveTo>
                  <a:pt x="236161" y="95012"/>
                </a:moveTo>
                <a:lnTo>
                  <a:pt x="236161" y="101085"/>
                </a:lnTo>
                <a:lnTo>
                  <a:pt x="230077" y="101085"/>
                </a:lnTo>
                <a:lnTo>
                  <a:pt x="230077" y="95012"/>
                </a:lnTo>
                <a:close/>
                <a:moveTo>
                  <a:pt x="243209" y="95012"/>
                </a:moveTo>
                <a:lnTo>
                  <a:pt x="243209" y="101085"/>
                </a:lnTo>
                <a:lnTo>
                  <a:pt x="237137" y="101085"/>
                </a:lnTo>
                <a:lnTo>
                  <a:pt x="237137" y="95012"/>
                </a:lnTo>
                <a:close/>
                <a:moveTo>
                  <a:pt x="250270" y="95012"/>
                </a:moveTo>
                <a:lnTo>
                  <a:pt x="250270" y="101085"/>
                </a:lnTo>
                <a:lnTo>
                  <a:pt x="244198" y="101085"/>
                </a:lnTo>
                <a:lnTo>
                  <a:pt x="244198" y="95012"/>
                </a:lnTo>
                <a:close/>
                <a:moveTo>
                  <a:pt x="257318" y="95012"/>
                </a:moveTo>
                <a:lnTo>
                  <a:pt x="257318" y="101085"/>
                </a:lnTo>
                <a:lnTo>
                  <a:pt x="251246" y="101085"/>
                </a:lnTo>
                <a:lnTo>
                  <a:pt x="251246" y="95012"/>
                </a:lnTo>
                <a:close/>
                <a:moveTo>
                  <a:pt x="264379" y="95012"/>
                </a:moveTo>
                <a:lnTo>
                  <a:pt x="264379" y="101085"/>
                </a:lnTo>
                <a:lnTo>
                  <a:pt x="258306" y="101085"/>
                </a:lnTo>
                <a:lnTo>
                  <a:pt x="258306" y="95012"/>
                </a:lnTo>
                <a:close/>
                <a:moveTo>
                  <a:pt x="271427" y="95012"/>
                </a:moveTo>
                <a:lnTo>
                  <a:pt x="271427" y="101085"/>
                </a:lnTo>
                <a:lnTo>
                  <a:pt x="265355" y="101085"/>
                </a:lnTo>
                <a:lnTo>
                  <a:pt x="265355" y="95012"/>
                </a:lnTo>
                <a:close/>
                <a:moveTo>
                  <a:pt x="278488" y="95012"/>
                </a:moveTo>
                <a:lnTo>
                  <a:pt x="278488" y="101085"/>
                </a:lnTo>
                <a:lnTo>
                  <a:pt x="272415" y="101085"/>
                </a:lnTo>
                <a:lnTo>
                  <a:pt x="272415" y="95012"/>
                </a:lnTo>
                <a:close/>
                <a:moveTo>
                  <a:pt x="17443" y="102061"/>
                </a:moveTo>
                <a:lnTo>
                  <a:pt x="17443" y="108145"/>
                </a:lnTo>
                <a:lnTo>
                  <a:pt x="11371" y="108145"/>
                </a:lnTo>
                <a:lnTo>
                  <a:pt x="11371" y="102061"/>
                </a:lnTo>
                <a:close/>
                <a:moveTo>
                  <a:pt x="24503" y="102061"/>
                </a:moveTo>
                <a:lnTo>
                  <a:pt x="24503" y="108145"/>
                </a:lnTo>
                <a:lnTo>
                  <a:pt x="18431" y="108145"/>
                </a:lnTo>
                <a:lnTo>
                  <a:pt x="18431" y="102061"/>
                </a:lnTo>
                <a:close/>
                <a:moveTo>
                  <a:pt x="31564" y="102061"/>
                </a:moveTo>
                <a:lnTo>
                  <a:pt x="31564" y="108145"/>
                </a:lnTo>
                <a:lnTo>
                  <a:pt x="25492" y="108145"/>
                </a:lnTo>
                <a:lnTo>
                  <a:pt x="25492" y="102061"/>
                </a:lnTo>
                <a:close/>
                <a:moveTo>
                  <a:pt x="38612" y="102061"/>
                </a:moveTo>
                <a:lnTo>
                  <a:pt x="38612" y="108145"/>
                </a:lnTo>
                <a:lnTo>
                  <a:pt x="32540" y="108145"/>
                </a:lnTo>
                <a:lnTo>
                  <a:pt x="32540" y="102061"/>
                </a:lnTo>
                <a:close/>
                <a:moveTo>
                  <a:pt x="45673" y="102061"/>
                </a:moveTo>
                <a:lnTo>
                  <a:pt x="45673" y="108145"/>
                </a:lnTo>
                <a:lnTo>
                  <a:pt x="39601" y="108145"/>
                </a:lnTo>
                <a:lnTo>
                  <a:pt x="39601" y="102061"/>
                </a:lnTo>
                <a:close/>
                <a:moveTo>
                  <a:pt x="52721" y="102061"/>
                </a:moveTo>
                <a:lnTo>
                  <a:pt x="52721" y="108145"/>
                </a:lnTo>
                <a:lnTo>
                  <a:pt x="46649" y="108145"/>
                </a:lnTo>
                <a:lnTo>
                  <a:pt x="46649" y="102061"/>
                </a:lnTo>
                <a:close/>
                <a:moveTo>
                  <a:pt x="59782" y="102061"/>
                </a:moveTo>
                <a:lnTo>
                  <a:pt x="59782" y="108145"/>
                </a:lnTo>
                <a:lnTo>
                  <a:pt x="53709" y="108145"/>
                </a:lnTo>
                <a:lnTo>
                  <a:pt x="53709" y="102061"/>
                </a:lnTo>
                <a:close/>
                <a:moveTo>
                  <a:pt x="66842" y="102061"/>
                </a:moveTo>
                <a:lnTo>
                  <a:pt x="66842" y="108145"/>
                </a:lnTo>
                <a:lnTo>
                  <a:pt x="60758" y="108145"/>
                </a:lnTo>
                <a:lnTo>
                  <a:pt x="60758" y="102061"/>
                </a:lnTo>
                <a:close/>
                <a:moveTo>
                  <a:pt x="73902" y="102061"/>
                </a:moveTo>
                <a:lnTo>
                  <a:pt x="73902" y="108145"/>
                </a:lnTo>
                <a:lnTo>
                  <a:pt x="67818" y="108145"/>
                </a:lnTo>
                <a:lnTo>
                  <a:pt x="67818" y="102061"/>
                </a:lnTo>
                <a:close/>
                <a:moveTo>
                  <a:pt x="80951" y="102061"/>
                </a:moveTo>
                <a:lnTo>
                  <a:pt x="80951" y="108145"/>
                </a:lnTo>
                <a:lnTo>
                  <a:pt x="74879" y="108145"/>
                </a:lnTo>
                <a:lnTo>
                  <a:pt x="74879" y="102061"/>
                </a:lnTo>
                <a:close/>
                <a:moveTo>
                  <a:pt x="88011" y="102061"/>
                </a:moveTo>
                <a:lnTo>
                  <a:pt x="88011" y="108145"/>
                </a:lnTo>
                <a:lnTo>
                  <a:pt x="81927" y="108145"/>
                </a:lnTo>
                <a:lnTo>
                  <a:pt x="81927" y="102061"/>
                </a:lnTo>
                <a:close/>
                <a:moveTo>
                  <a:pt x="95060" y="102061"/>
                </a:moveTo>
                <a:lnTo>
                  <a:pt x="95060" y="108145"/>
                </a:lnTo>
                <a:lnTo>
                  <a:pt x="88988" y="108145"/>
                </a:lnTo>
                <a:lnTo>
                  <a:pt x="88988" y="102061"/>
                </a:lnTo>
                <a:close/>
                <a:moveTo>
                  <a:pt x="102120" y="102061"/>
                </a:moveTo>
                <a:lnTo>
                  <a:pt x="102120" y="108145"/>
                </a:lnTo>
                <a:lnTo>
                  <a:pt x="96036" y="108145"/>
                </a:lnTo>
                <a:lnTo>
                  <a:pt x="96036" y="102061"/>
                </a:lnTo>
                <a:close/>
                <a:moveTo>
                  <a:pt x="103097" y="102061"/>
                </a:moveTo>
                <a:lnTo>
                  <a:pt x="109169" y="102073"/>
                </a:lnTo>
                <a:lnTo>
                  <a:pt x="109169" y="108145"/>
                </a:lnTo>
                <a:lnTo>
                  <a:pt x="103097" y="108145"/>
                </a:lnTo>
                <a:lnTo>
                  <a:pt x="103097" y="102061"/>
                </a:lnTo>
                <a:close/>
                <a:moveTo>
                  <a:pt x="110157" y="102061"/>
                </a:moveTo>
                <a:lnTo>
                  <a:pt x="116229" y="102073"/>
                </a:lnTo>
                <a:lnTo>
                  <a:pt x="116229" y="108145"/>
                </a:lnTo>
                <a:lnTo>
                  <a:pt x="110157" y="108145"/>
                </a:lnTo>
                <a:lnTo>
                  <a:pt x="110157" y="102061"/>
                </a:lnTo>
                <a:close/>
                <a:moveTo>
                  <a:pt x="123278" y="102061"/>
                </a:moveTo>
                <a:lnTo>
                  <a:pt x="123278" y="108145"/>
                </a:lnTo>
                <a:lnTo>
                  <a:pt x="117205" y="108145"/>
                </a:lnTo>
                <a:lnTo>
                  <a:pt x="117205" y="102061"/>
                </a:lnTo>
                <a:close/>
                <a:moveTo>
                  <a:pt x="130338" y="102061"/>
                </a:moveTo>
                <a:lnTo>
                  <a:pt x="130338" y="108145"/>
                </a:lnTo>
                <a:lnTo>
                  <a:pt x="124254" y="108145"/>
                </a:lnTo>
                <a:lnTo>
                  <a:pt x="124254" y="102061"/>
                </a:lnTo>
                <a:close/>
                <a:moveTo>
                  <a:pt x="137387" y="102061"/>
                </a:moveTo>
                <a:lnTo>
                  <a:pt x="137387" y="108145"/>
                </a:lnTo>
                <a:lnTo>
                  <a:pt x="131314" y="108145"/>
                </a:lnTo>
                <a:lnTo>
                  <a:pt x="131314" y="102061"/>
                </a:lnTo>
                <a:close/>
                <a:moveTo>
                  <a:pt x="144447" y="102061"/>
                </a:moveTo>
                <a:lnTo>
                  <a:pt x="144447" y="108145"/>
                </a:lnTo>
                <a:lnTo>
                  <a:pt x="138375" y="108145"/>
                </a:lnTo>
                <a:lnTo>
                  <a:pt x="138375" y="102061"/>
                </a:lnTo>
                <a:close/>
                <a:moveTo>
                  <a:pt x="151495" y="102061"/>
                </a:moveTo>
                <a:lnTo>
                  <a:pt x="151495" y="108145"/>
                </a:lnTo>
                <a:lnTo>
                  <a:pt x="145423" y="108145"/>
                </a:lnTo>
                <a:lnTo>
                  <a:pt x="145423" y="102061"/>
                </a:lnTo>
                <a:close/>
                <a:moveTo>
                  <a:pt x="158556" y="102061"/>
                </a:moveTo>
                <a:lnTo>
                  <a:pt x="158556" y="108145"/>
                </a:lnTo>
                <a:lnTo>
                  <a:pt x="152484" y="108145"/>
                </a:lnTo>
                <a:lnTo>
                  <a:pt x="152484" y="102061"/>
                </a:lnTo>
                <a:close/>
                <a:moveTo>
                  <a:pt x="165604" y="102061"/>
                </a:moveTo>
                <a:lnTo>
                  <a:pt x="165604" y="108145"/>
                </a:lnTo>
                <a:lnTo>
                  <a:pt x="159532" y="108145"/>
                </a:lnTo>
                <a:lnTo>
                  <a:pt x="159532" y="102061"/>
                </a:lnTo>
                <a:close/>
                <a:moveTo>
                  <a:pt x="172665" y="102061"/>
                </a:moveTo>
                <a:lnTo>
                  <a:pt x="172665" y="108145"/>
                </a:lnTo>
                <a:lnTo>
                  <a:pt x="166581" y="108145"/>
                </a:lnTo>
                <a:lnTo>
                  <a:pt x="166581" y="102061"/>
                </a:lnTo>
                <a:close/>
                <a:moveTo>
                  <a:pt x="179713" y="102061"/>
                </a:moveTo>
                <a:lnTo>
                  <a:pt x="179713" y="108145"/>
                </a:lnTo>
                <a:lnTo>
                  <a:pt x="173641" y="108145"/>
                </a:lnTo>
                <a:lnTo>
                  <a:pt x="173641" y="102061"/>
                </a:lnTo>
                <a:close/>
                <a:moveTo>
                  <a:pt x="186774" y="102061"/>
                </a:moveTo>
                <a:lnTo>
                  <a:pt x="186774" y="108145"/>
                </a:lnTo>
                <a:lnTo>
                  <a:pt x="180702" y="108145"/>
                </a:lnTo>
                <a:lnTo>
                  <a:pt x="180702" y="102061"/>
                </a:lnTo>
                <a:close/>
                <a:moveTo>
                  <a:pt x="193822" y="102061"/>
                </a:moveTo>
                <a:lnTo>
                  <a:pt x="193822" y="108145"/>
                </a:lnTo>
                <a:lnTo>
                  <a:pt x="187750" y="108145"/>
                </a:lnTo>
                <a:lnTo>
                  <a:pt x="187750" y="102061"/>
                </a:lnTo>
                <a:close/>
                <a:moveTo>
                  <a:pt x="200883" y="102061"/>
                </a:moveTo>
                <a:lnTo>
                  <a:pt x="200883" y="108145"/>
                </a:lnTo>
                <a:lnTo>
                  <a:pt x="194810" y="108145"/>
                </a:lnTo>
                <a:lnTo>
                  <a:pt x="194810" y="102061"/>
                </a:lnTo>
                <a:close/>
                <a:moveTo>
                  <a:pt x="207931" y="102061"/>
                </a:moveTo>
                <a:lnTo>
                  <a:pt x="207931" y="108145"/>
                </a:lnTo>
                <a:lnTo>
                  <a:pt x="201859" y="108145"/>
                </a:lnTo>
                <a:lnTo>
                  <a:pt x="201859" y="102061"/>
                </a:lnTo>
                <a:close/>
                <a:moveTo>
                  <a:pt x="214992" y="102061"/>
                </a:moveTo>
                <a:lnTo>
                  <a:pt x="214992" y="108145"/>
                </a:lnTo>
                <a:lnTo>
                  <a:pt x="208919" y="108145"/>
                </a:lnTo>
                <a:lnTo>
                  <a:pt x="208919" y="102061"/>
                </a:lnTo>
                <a:close/>
                <a:moveTo>
                  <a:pt x="222052" y="102061"/>
                </a:moveTo>
                <a:lnTo>
                  <a:pt x="222052" y="108145"/>
                </a:lnTo>
                <a:lnTo>
                  <a:pt x="215968" y="108145"/>
                </a:lnTo>
                <a:lnTo>
                  <a:pt x="215968" y="102061"/>
                </a:lnTo>
                <a:close/>
                <a:moveTo>
                  <a:pt x="229100" y="102061"/>
                </a:moveTo>
                <a:lnTo>
                  <a:pt x="229100" y="108145"/>
                </a:lnTo>
                <a:lnTo>
                  <a:pt x="223028" y="108145"/>
                </a:lnTo>
                <a:lnTo>
                  <a:pt x="223028" y="102061"/>
                </a:lnTo>
                <a:close/>
                <a:moveTo>
                  <a:pt x="236161" y="102061"/>
                </a:moveTo>
                <a:lnTo>
                  <a:pt x="236161" y="108145"/>
                </a:lnTo>
                <a:lnTo>
                  <a:pt x="230077" y="108145"/>
                </a:lnTo>
                <a:lnTo>
                  <a:pt x="230077" y="102061"/>
                </a:lnTo>
                <a:close/>
                <a:moveTo>
                  <a:pt x="243209" y="102061"/>
                </a:moveTo>
                <a:lnTo>
                  <a:pt x="243209" y="108145"/>
                </a:lnTo>
                <a:lnTo>
                  <a:pt x="237137" y="108145"/>
                </a:lnTo>
                <a:lnTo>
                  <a:pt x="237137" y="102061"/>
                </a:lnTo>
                <a:close/>
                <a:moveTo>
                  <a:pt x="250270" y="102061"/>
                </a:moveTo>
                <a:lnTo>
                  <a:pt x="250270" y="108145"/>
                </a:lnTo>
                <a:lnTo>
                  <a:pt x="244198" y="108145"/>
                </a:lnTo>
                <a:lnTo>
                  <a:pt x="244198" y="102061"/>
                </a:lnTo>
                <a:close/>
                <a:moveTo>
                  <a:pt x="257318" y="102061"/>
                </a:moveTo>
                <a:lnTo>
                  <a:pt x="257318" y="108145"/>
                </a:lnTo>
                <a:lnTo>
                  <a:pt x="251246" y="108145"/>
                </a:lnTo>
                <a:lnTo>
                  <a:pt x="251246" y="102061"/>
                </a:lnTo>
                <a:close/>
                <a:moveTo>
                  <a:pt x="264379" y="102061"/>
                </a:moveTo>
                <a:lnTo>
                  <a:pt x="264379" y="108145"/>
                </a:lnTo>
                <a:lnTo>
                  <a:pt x="258306" y="108145"/>
                </a:lnTo>
                <a:lnTo>
                  <a:pt x="258306" y="102061"/>
                </a:lnTo>
                <a:close/>
                <a:moveTo>
                  <a:pt x="271427" y="102061"/>
                </a:moveTo>
                <a:lnTo>
                  <a:pt x="271427" y="108145"/>
                </a:lnTo>
                <a:lnTo>
                  <a:pt x="265355" y="108145"/>
                </a:lnTo>
                <a:lnTo>
                  <a:pt x="265355" y="102061"/>
                </a:lnTo>
                <a:close/>
                <a:moveTo>
                  <a:pt x="278488" y="102061"/>
                </a:moveTo>
                <a:lnTo>
                  <a:pt x="278488" y="108145"/>
                </a:lnTo>
                <a:lnTo>
                  <a:pt x="272415" y="108145"/>
                </a:lnTo>
                <a:lnTo>
                  <a:pt x="272415" y="102061"/>
                </a:lnTo>
                <a:close/>
                <a:moveTo>
                  <a:pt x="17443" y="109121"/>
                </a:moveTo>
                <a:lnTo>
                  <a:pt x="17443" y="115193"/>
                </a:lnTo>
                <a:lnTo>
                  <a:pt x="11371" y="115193"/>
                </a:lnTo>
                <a:lnTo>
                  <a:pt x="11371" y="109121"/>
                </a:lnTo>
                <a:close/>
                <a:moveTo>
                  <a:pt x="24503" y="109121"/>
                </a:moveTo>
                <a:lnTo>
                  <a:pt x="24503" y="115193"/>
                </a:lnTo>
                <a:lnTo>
                  <a:pt x="18431" y="115193"/>
                </a:lnTo>
                <a:lnTo>
                  <a:pt x="18431" y="109121"/>
                </a:lnTo>
                <a:close/>
                <a:moveTo>
                  <a:pt x="31564" y="109121"/>
                </a:moveTo>
                <a:lnTo>
                  <a:pt x="31564" y="115193"/>
                </a:lnTo>
                <a:lnTo>
                  <a:pt x="25492" y="115193"/>
                </a:lnTo>
                <a:lnTo>
                  <a:pt x="25492" y="109121"/>
                </a:lnTo>
                <a:close/>
                <a:moveTo>
                  <a:pt x="38612" y="109121"/>
                </a:moveTo>
                <a:lnTo>
                  <a:pt x="38612" y="115193"/>
                </a:lnTo>
                <a:lnTo>
                  <a:pt x="32540" y="115193"/>
                </a:lnTo>
                <a:lnTo>
                  <a:pt x="32540" y="109121"/>
                </a:lnTo>
                <a:close/>
                <a:moveTo>
                  <a:pt x="45673" y="109121"/>
                </a:moveTo>
                <a:lnTo>
                  <a:pt x="45673" y="115193"/>
                </a:lnTo>
                <a:lnTo>
                  <a:pt x="39601" y="115193"/>
                </a:lnTo>
                <a:lnTo>
                  <a:pt x="39601" y="109121"/>
                </a:lnTo>
                <a:close/>
                <a:moveTo>
                  <a:pt x="52721" y="109121"/>
                </a:moveTo>
                <a:lnTo>
                  <a:pt x="52721" y="115193"/>
                </a:lnTo>
                <a:lnTo>
                  <a:pt x="46649" y="115193"/>
                </a:lnTo>
                <a:lnTo>
                  <a:pt x="46649" y="109121"/>
                </a:lnTo>
                <a:close/>
                <a:moveTo>
                  <a:pt x="59782" y="109121"/>
                </a:moveTo>
                <a:lnTo>
                  <a:pt x="59782" y="115193"/>
                </a:lnTo>
                <a:lnTo>
                  <a:pt x="53709" y="115193"/>
                </a:lnTo>
                <a:lnTo>
                  <a:pt x="53709" y="109121"/>
                </a:lnTo>
                <a:close/>
                <a:moveTo>
                  <a:pt x="66842" y="109121"/>
                </a:moveTo>
                <a:lnTo>
                  <a:pt x="66842" y="115193"/>
                </a:lnTo>
                <a:lnTo>
                  <a:pt x="60758" y="115193"/>
                </a:lnTo>
                <a:lnTo>
                  <a:pt x="60758" y="109121"/>
                </a:lnTo>
                <a:close/>
                <a:moveTo>
                  <a:pt x="73902" y="109121"/>
                </a:moveTo>
                <a:lnTo>
                  <a:pt x="73902" y="115193"/>
                </a:lnTo>
                <a:lnTo>
                  <a:pt x="67818" y="115193"/>
                </a:lnTo>
                <a:lnTo>
                  <a:pt x="67818" y="109121"/>
                </a:lnTo>
                <a:close/>
                <a:moveTo>
                  <a:pt x="80951" y="109121"/>
                </a:moveTo>
                <a:lnTo>
                  <a:pt x="80951" y="115193"/>
                </a:lnTo>
                <a:lnTo>
                  <a:pt x="74879" y="115193"/>
                </a:lnTo>
                <a:lnTo>
                  <a:pt x="74879" y="109121"/>
                </a:lnTo>
                <a:close/>
                <a:moveTo>
                  <a:pt x="88011" y="109121"/>
                </a:moveTo>
                <a:lnTo>
                  <a:pt x="88011" y="115193"/>
                </a:lnTo>
                <a:lnTo>
                  <a:pt x="81927" y="115193"/>
                </a:lnTo>
                <a:lnTo>
                  <a:pt x="81927" y="109121"/>
                </a:lnTo>
                <a:close/>
                <a:moveTo>
                  <a:pt x="95060" y="109121"/>
                </a:moveTo>
                <a:lnTo>
                  <a:pt x="95060" y="115193"/>
                </a:lnTo>
                <a:lnTo>
                  <a:pt x="88988" y="115193"/>
                </a:lnTo>
                <a:lnTo>
                  <a:pt x="88988" y="109121"/>
                </a:lnTo>
                <a:close/>
                <a:moveTo>
                  <a:pt x="102120" y="109121"/>
                </a:moveTo>
                <a:lnTo>
                  <a:pt x="102120" y="115193"/>
                </a:lnTo>
                <a:lnTo>
                  <a:pt x="96036" y="115193"/>
                </a:lnTo>
                <a:lnTo>
                  <a:pt x="96036" y="109121"/>
                </a:lnTo>
                <a:close/>
                <a:moveTo>
                  <a:pt x="109169" y="109121"/>
                </a:moveTo>
                <a:lnTo>
                  <a:pt x="109169" y="115193"/>
                </a:lnTo>
                <a:lnTo>
                  <a:pt x="103097" y="115193"/>
                </a:lnTo>
                <a:lnTo>
                  <a:pt x="103097" y="109121"/>
                </a:lnTo>
                <a:close/>
                <a:moveTo>
                  <a:pt x="116229" y="109121"/>
                </a:moveTo>
                <a:lnTo>
                  <a:pt x="116229" y="115193"/>
                </a:lnTo>
                <a:lnTo>
                  <a:pt x="110157" y="115193"/>
                </a:lnTo>
                <a:lnTo>
                  <a:pt x="110157" y="109121"/>
                </a:lnTo>
                <a:close/>
                <a:moveTo>
                  <a:pt x="123278" y="109121"/>
                </a:moveTo>
                <a:lnTo>
                  <a:pt x="123278" y="115193"/>
                </a:lnTo>
                <a:lnTo>
                  <a:pt x="117205" y="115193"/>
                </a:lnTo>
                <a:lnTo>
                  <a:pt x="117205" y="109121"/>
                </a:lnTo>
                <a:close/>
                <a:moveTo>
                  <a:pt x="130338" y="109121"/>
                </a:moveTo>
                <a:lnTo>
                  <a:pt x="130338" y="115193"/>
                </a:lnTo>
                <a:lnTo>
                  <a:pt x="124254" y="115193"/>
                </a:lnTo>
                <a:lnTo>
                  <a:pt x="124254" y="109121"/>
                </a:lnTo>
                <a:close/>
                <a:moveTo>
                  <a:pt x="137387" y="109121"/>
                </a:moveTo>
                <a:lnTo>
                  <a:pt x="137387" y="115193"/>
                </a:lnTo>
                <a:lnTo>
                  <a:pt x="131314" y="115193"/>
                </a:lnTo>
                <a:lnTo>
                  <a:pt x="131314" y="109121"/>
                </a:lnTo>
                <a:close/>
                <a:moveTo>
                  <a:pt x="144447" y="109121"/>
                </a:moveTo>
                <a:lnTo>
                  <a:pt x="144447" y="115193"/>
                </a:lnTo>
                <a:lnTo>
                  <a:pt x="138375" y="115193"/>
                </a:lnTo>
                <a:lnTo>
                  <a:pt x="138375" y="109121"/>
                </a:lnTo>
                <a:close/>
                <a:moveTo>
                  <a:pt x="151495" y="109121"/>
                </a:moveTo>
                <a:lnTo>
                  <a:pt x="151495" y="115193"/>
                </a:lnTo>
                <a:lnTo>
                  <a:pt x="145423" y="115193"/>
                </a:lnTo>
                <a:lnTo>
                  <a:pt x="145423" y="109121"/>
                </a:lnTo>
                <a:close/>
                <a:moveTo>
                  <a:pt x="158556" y="109121"/>
                </a:moveTo>
                <a:lnTo>
                  <a:pt x="158556" y="115193"/>
                </a:lnTo>
                <a:lnTo>
                  <a:pt x="152484" y="115193"/>
                </a:lnTo>
                <a:lnTo>
                  <a:pt x="152484" y="109121"/>
                </a:lnTo>
                <a:close/>
                <a:moveTo>
                  <a:pt x="165604" y="109121"/>
                </a:moveTo>
                <a:lnTo>
                  <a:pt x="165604" y="115193"/>
                </a:lnTo>
                <a:lnTo>
                  <a:pt x="159532" y="115193"/>
                </a:lnTo>
                <a:lnTo>
                  <a:pt x="159532" y="109121"/>
                </a:lnTo>
                <a:close/>
                <a:moveTo>
                  <a:pt x="172665" y="109121"/>
                </a:moveTo>
                <a:lnTo>
                  <a:pt x="172665" y="115193"/>
                </a:lnTo>
                <a:lnTo>
                  <a:pt x="166581" y="115193"/>
                </a:lnTo>
                <a:lnTo>
                  <a:pt x="166581" y="109121"/>
                </a:lnTo>
                <a:close/>
                <a:moveTo>
                  <a:pt x="179713" y="109121"/>
                </a:moveTo>
                <a:lnTo>
                  <a:pt x="179713" y="115193"/>
                </a:lnTo>
                <a:lnTo>
                  <a:pt x="173641" y="115193"/>
                </a:lnTo>
                <a:lnTo>
                  <a:pt x="173641" y="109121"/>
                </a:lnTo>
                <a:close/>
                <a:moveTo>
                  <a:pt x="186774" y="109121"/>
                </a:moveTo>
                <a:lnTo>
                  <a:pt x="186774" y="115193"/>
                </a:lnTo>
                <a:lnTo>
                  <a:pt x="180702" y="115193"/>
                </a:lnTo>
                <a:lnTo>
                  <a:pt x="180702" y="109121"/>
                </a:lnTo>
                <a:close/>
                <a:moveTo>
                  <a:pt x="193822" y="109121"/>
                </a:moveTo>
                <a:lnTo>
                  <a:pt x="193822" y="115193"/>
                </a:lnTo>
                <a:lnTo>
                  <a:pt x="187750" y="115193"/>
                </a:lnTo>
                <a:lnTo>
                  <a:pt x="187750" y="109121"/>
                </a:lnTo>
                <a:close/>
                <a:moveTo>
                  <a:pt x="200883" y="109121"/>
                </a:moveTo>
                <a:lnTo>
                  <a:pt x="200883" y="115193"/>
                </a:lnTo>
                <a:lnTo>
                  <a:pt x="194810" y="115193"/>
                </a:lnTo>
                <a:lnTo>
                  <a:pt x="194810" y="109121"/>
                </a:lnTo>
                <a:close/>
                <a:moveTo>
                  <a:pt x="207931" y="109121"/>
                </a:moveTo>
                <a:lnTo>
                  <a:pt x="207931" y="115193"/>
                </a:lnTo>
                <a:lnTo>
                  <a:pt x="201859" y="115193"/>
                </a:lnTo>
                <a:lnTo>
                  <a:pt x="201859" y="109121"/>
                </a:lnTo>
                <a:close/>
                <a:moveTo>
                  <a:pt x="214992" y="109121"/>
                </a:moveTo>
                <a:lnTo>
                  <a:pt x="214992" y="115193"/>
                </a:lnTo>
                <a:lnTo>
                  <a:pt x="208919" y="115193"/>
                </a:lnTo>
                <a:lnTo>
                  <a:pt x="208919" y="109121"/>
                </a:lnTo>
                <a:close/>
                <a:moveTo>
                  <a:pt x="222052" y="109121"/>
                </a:moveTo>
                <a:lnTo>
                  <a:pt x="222052" y="115193"/>
                </a:lnTo>
                <a:lnTo>
                  <a:pt x="215968" y="115193"/>
                </a:lnTo>
                <a:lnTo>
                  <a:pt x="215968" y="109121"/>
                </a:lnTo>
                <a:close/>
                <a:moveTo>
                  <a:pt x="229100" y="109121"/>
                </a:moveTo>
                <a:lnTo>
                  <a:pt x="229100" y="115193"/>
                </a:lnTo>
                <a:lnTo>
                  <a:pt x="223028" y="115193"/>
                </a:lnTo>
                <a:lnTo>
                  <a:pt x="223028" y="109121"/>
                </a:lnTo>
                <a:close/>
                <a:moveTo>
                  <a:pt x="236161" y="109121"/>
                </a:moveTo>
                <a:lnTo>
                  <a:pt x="236161" y="115193"/>
                </a:lnTo>
                <a:lnTo>
                  <a:pt x="230077" y="115193"/>
                </a:lnTo>
                <a:lnTo>
                  <a:pt x="230077" y="109121"/>
                </a:lnTo>
                <a:close/>
                <a:moveTo>
                  <a:pt x="243209" y="109121"/>
                </a:moveTo>
                <a:lnTo>
                  <a:pt x="243209" y="115193"/>
                </a:lnTo>
                <a:lnTo>
                  <a:pt x="237137" y="115193"/>
                </a:lnTo>
                <a:lnTo>
                  <a:pt x="237137" y="109121"/>
                </a:lnTo>
                <a:close/>
                <a:moveTo>
                  <a:pt x="250270" y="109121"/>
                </a:moveTo>
                <a:lnTo>
                  <a:pt x="250270" y="115193"/>
                </a:lnTo>
                <a:lnTo>
                  <a:pt x="244198" y="115193"/>
                </a:lnTo>
                <a:lnTo>
                  <a:pt x="244198" y="109121"/>
                </a:lnTo>
                <a:close/>
                <a:moveTo>
                  <a:pt x="257318" y="109121"/>
                </a:moveTo>
                <a:lnTo>
                  <a:pt x="257318" y="115193"/>
                </a:lnTo>
                <a:lnTo>
                  <a:pt x="251246" y="115193"/>
                </a:lnTo>
                <a:lnTo>
                  <a:pt x="251246" y="109121"/>
                </a:lnTo>
                <a:close/>
                <a:moveTo>
                  <a:pt x="264379" y="109121"/>
                </a:moveTo>
                <a:lnTo>
                  <a:pt x="264379" y="115193"/>
                </a:lnTo>
                <a:lnTo>
                  <a:pt x="258306" y="115193"/>
                </a:lnTo>
                <a:lnTo>
                  <a:pt x="258306" y="109121"/>
                </a:lnTo>
                <a:close/>
                <a:moveTo>
                  <a:pt x="271427" y="109121"/>
                </a:moveTo>
                <a:lnTo>
                  <a:pt x="271427" y="115193"/>
                </a:lnTo>
                <a:lnTo>
                  <a:pt x="265355" y="115193"/>
                </a:lnTo>
                <a:lnTo>
                  <a:pt x="265355" y="109121"/>
                </a:lnTo>
                <a:close/>
                <a:moveTo>
                  <a:pt x="278488" y="109121"/>
                </a:moveTo>
                <a:lnTo>
                  <a:pt x="278488" y="115193"/>
                </a:lnTo>
                <a:lnTo>
                  <a:pt x="272415" y="115193"/>
                </a:lnTo>
                <a:lnTo>
                  <a:pt x="272415" y="109121"/>
                </a:lnTo>
                <a:close/>
                <a:moveTo>
                  <a:pt x="17443" y="116170"/>
                </a:moveTo>
                <a:lnTo>
                  <a:pt x="17443" y="122254"/>
                </a:lnTo>
                <a:lnTo>
                  <a:pt x="11371" y="122254"/>
                </a:lnTo>
                <a:lnTo>
                  <a:pt x="11371" y="116182"/>
                </a:lnTo>
                <a:lnTo>
                  <a:pt x="17443" y="116170"/>
                </a:lnTo>
                <a:close/>
                <a:moveTo>
                  <a:pt x="24503" y="116170"/>
                </a:moveTo>
                <a:lnTo>
                  <a:pt x="24503" y="122254"/>
                </a:lnTo>
                <a:lnTo>
                  <a:pt x="18431" y="122254"/>
                </a:lnTo>
                <a:lnTo>
                  <a:pt x="18431" y="116182"/>
                </a:lnTo>
                <a:lnTo>
                  <a:pt x="24503" y="116170"/>
                </a:lnTo>
                <a:close/>
                <a:moveTo>
                  <a:pt x="31564" y="116170"/>
                </a:moveTo>
                <a:lnTo>
                  <a:pt x="31564" y="122254"/>
                </a:lnTo>
                <a:lnTo>
                  <a:pt x="25492" y="122254"/>
                </a:lnTo>
                <a:lnTo>
                  <a:pt x="25492" y="116182"/>
                </a:lnTo>
                <a:lnTo>
                  <a:pt x="31564" y="116170"/>
                </a:lnTo>
                <a:close/>
                <a:moveTo>
                  <a:pt x="38612" y="116170"/>
                </a:moveTo>
                <a:lnTo>
                  <a:pt x="38612" y="122254"/>
                </a:lnTo>
                <a:lnTo>
                  <a:pt x="32540" y="122254"/>
                </a:lnTo>
                <a:lnTo>
                  <a:pt x="32540" y="116182"/>
                </a:lnTo>
                <a:lnTo>
                  <a:pt x="38612" y="116170"/>
                </a:lnTo>
                <a:close/>
                <a:moveTo>
                  <a:pt x="45673" y="116170"/>
                </a:moveTo>
                <a:lnTo>
                  <a:pt x="45673" y="122254"/>
                </a:lnTo>
                <a:lnTo>
                  <a:pt x="39601" y="122254"/>
                </a:lnTo>
                <a:lnTo>
                  <a:pt x="39601" y="116182"/>
                </a:lnTo>
                <a:lnTo>
                  <a:pt x="45673" y="116170"/>
                </a:lnTo>
                <a:close/>
                <a:moveTo>
                  <a:pt x="52721" y="116170"/>
                </a:moveTo>
                <a:lnTo>
                  <a:pt x="52721" y="122254"/>
                </a:lnTo>
                <a:lnTo>
                  <a:pt x="46649" y="122254"/>
                </a:lnTo>
                <a:lnTo>
                  <a:pt x="46649" y="116182"/>
                </a:lnTo>
                <a:lnTo>
                  <a:pt x="52721" y="116170"/>
                </a:lnTo>
                <a:close/>
                <a:moveTo>
                  <a:pt x="59782" y="116170"/>
                </a:moveTo>
                <a:lnTo>
                  <a:pt x="59782" y="122254"/>
                </a:lnTo>
                <a:lnTo>
                  <a:pt x="53709" y="122254"/>
                </a:lnTo>
                <a:lnTo>
                  <a:pt x="53709" y="116182"/>
                </a:lnTo>
                <a:lnTo>
                  <a:pt x="59782" y="116170"/>
                </a:lnTo>
                <a:close/>
                <a:moveTo>
                  <a:pt x="66842" y="116182"/>
                </a:moveTo>
                <a:lnTo>
                  <a:pt x="66842" y="122254"/>
                </a:lnTo>
                <a:lnTo>
                  <a:pt x="60758" y="122254"/>
                </a:lnTo>
                <a:lnTo>
                  <a:pt x="60758" y="116182"/>
                </a:lnTo>
                <a:close/>
                <a:moveTo>
                  <a:pt x="73902" y="116182"/>
                </a:moveTo>
                <a:lnTo>
                  <a:pt x="73902" y="122254"/>
                </a:lnTo>
                <a:lnTo>
                  <a:pt x="67818" y="122254"/>
                </a:lnTo>
                <a:lnTo>
                  <a:pt x="67818" y="116182"/>
                </a:lnTo>
                <a:close/>
                <a:moveTo>
                  <a:pt x="80951" y="116182"/>
                </a:moveTo>
                <a:lnTo>
                  <a:pt x="80951" y="122254"/>
                </a:lnTo>
                <a:lnTo>
                  <a:pt x="74879" y="122254"/>
                </a:lnTo>
                <a:lnTo>
                  <a:pt x="74879" y="116182"/>
                </a:lnTo>
                <a:close/>
                <a:moveTo>
                  <a:pt x="88011" y="116170"/>
                </a:moveTo>
                <a:lnTo>
                  <a:pt x="88011" y="122254"/>
                </a:lnTo>
                <a:lnTo>
                  <a:pt x="81927" y="122254"/>
                </a:lnTo>
                <a:lnTo>
                  <a:pt x="81927" y="116182"/>
                </a:lnTo>
                <a:lnTo>
                  <a:pt x="88011" y="116170"/>
                </a:lnTo>
                <a:close/>
                <a:moveTo>
                  <a:pt x="95060" y="116170"/>
                </a:moveTo>
                <a:lnTo>
                  <a:pt x="95060" y="122254"/>
                </a:lnTo>
                <a:lnTo>
                  <a:pt x="88988" y="122254"/>
                </a:lnTo>
                <a:lnTo>
                  <a:pt x="88988" y="116182"/>
                </a:lnTo>
                <a:lnTo>
                  <a:pt x="95060" y="116170"/>
                </a:lnTo>
                <a:close/>
                <a:moveTo>
                  <a:pt x="102120" y="116182"/>
                </a:moveTo>
                <a:lnTo>
                  <a:pt x="102120" y="122254"/>
                </a:lnTo>
                <a:lnTo>
                  <a:pt x="96036" y="122254"/>
                </a:lnTo>
                <a:lnTo>
                  <a:pt x="96036" y="116182"/>
                </a:lnTo>
                <a:close/>
                <a:moveTo>
                  <a:pt x="109169" y="116182"/>
                </a:moveTo>
                <a:lnTo>
                  <a:pt x="109169" y="122254"/>
                </a:lnTo>
                <a:lnTo>
                  <a:pt x="103097" y="122254"/>
                </a:lnTo>
                <a:lnTo>
                  <a:pt x="103097" y="116182"/>
                </a:lnTo>
                <a:close/>
                <a:moveTo>
                  <a:pt x="116229" y="116182"/>
                </a:moveTo>
                <a:lnTo>
                  <a:pt x="116229" y="122254"/>
                </a:lnTo>
                <a:lnTo>
                  <a:pt x="110157" y="122254"/>
                </a:lnTo>
                <a:lnTo>
                  <a:pt x="110157" y="116182"/>
                </a:lnTo>
                <a:close/>
                <a:moveTo>
                  <a:pt x="123278" y="116170"/>
                </a:moveTo>
                <a:lnTo>
                  <a:pt x="123278" y="122254"/>
                </a:lnTo>
                <a:lnTo>
                  <a:pt x="117205" y="122254"/>
                </a:lnTo>
                <a:lnTo>
                  <a:pt x="117205" y="116182"/>
                </a:lnTo>
                <a:lnTo>
                  <a:pt x="123278" y="116170"/>
                </a:lnTo>
                <a:close/>
                <a:moveTo>
                  <a:pt x="130338" y="116170"/>
                </a:moveTo>
                <a:lnTo>
                  <a:pt x="130338" y="122254"/>
                </a:lnTo>
                <a:lnTo>
                  <a:pt x="124254" y="122254"/>
                </a:lnTo>
                <a:lnTo>
                  <a:pt x="124254" y="116182"/>
                </a:lnTo>
                <a:lnTo>
                  <a:pt x="130338" y="116170"/>
                </a:lnTo>
                <a:close/>
                <a:moveTo>
                  <a:pt x="137387" y="116182"/>
                </a:moveTo>
                <a:lnTo>
                  <a:pt x="137387" y="122254"/>
                </a:lnTo>
                <a:lnTo>
                  <a:pt x="131314" y="122254"/>
                </a:lnTo>
                <a:lnTo>
                  <a:pt x="131314" y="116182"/>
                </a:lnTo>
                <a:close/>
                <a:moveTo>
                  <a:pt x="144447" y="116170"/>
                </a:moveTo>
                <a:lnTo>
                  <a:pt x="144447" y="122254"/>
                </a:lnTo>
                <a:lnTo>
                  <a:pt x="138375" y="122254"/>
                </a:lnTo>
                <a:lnTo>
                  <a:pt x="138375" y="116182"/>
                </a:lnTo>
                <a:lnTo>
                  <a:pt x="144447" y="116170"/>
                </a:lnTo>
                <a:close/>
                <a:moveTo>
                  <a:pt x="151495" y="116170"/>
                </a:moveTo>
                <a:lnTo>
                  <a:pt x="151495" y="122254"/>
                </a:lnTo>
                <a:lnTo>
                  <a:pt x="145423" y="122254"/>
                </a:lnTo>
                <a:lnTo>
                  <a:pt x="145423" y="116182"/>
                </a:lnTo>
                <a:lnTo>
                  <a:pt x="151495" y="116170"/>
                </a:lnTo>
                <a:close/>
                <a:moveTo>
                  <a:pt x="158556" y="116170"/>
                </a:moveTo>
                <a:lnTo>
                  <a:pt x="158556" y="122254"/>
                </a:lnTo>
                <a:lnTo>
                  <a:pt x="152484" y="122254"/>
                </a:lnTo>
                <a:lnTo>
                  <a:pt x="152484" y="116182"/>
                </a:lnTo>
                <a:lnTo>
                  <a:pt x="158556" y="116170"/>
                </a:lnTo>
                <a:close/>
                <a:moveTo>
                  <a:pt x="165604" y="116170"/>
                </a:moveTo>
                <a:lnTo>
                  <a:pt x="165604" y="122254"/>
                </a:lnTo>
                <a:lnTo>
                  <a:pt x="159532" y="122254"/>
                </a:lnTo>
                <a:lnTo>
                  <a:pt x="159532" y="116182"/>
                </a:lnTo>
                <a:lnTo>
                  <a:pt x="165604" y="116170"/>
                </a:lnTo>
                <a:close/>
                <a:moveTo>
                  <a:pt x="172665" y="116170"/>
                </a:moveTo>
                <a:lnTo>
                  <a:pt x="172665" y="122254"/>
                </a:lnTo>
                <a:lnTo>
                  <a:pt x="166581" y="122254"/>
                </a:lnTo>
                <a:lnTo>
                  <a:pt x="166581" y="116182"/>
                </a:lnTo>
                <a:lnTo>
                  <a:pt x="172665" y="116170"/>
                </a:lnTo>
                <a:close/>
                <a:moveTo>
                  <a:pt x="179713" y="116170"/>
                </a:moveTo>
                <a:lnTo>
                  <a:pt x="179713" y="122254"/>
                </a:lnTo>
                <a:lnTo>
                  <a:pt x="173641" y="122254"/>
                </a:lnTo>
                <a:lnTo>
                  <a:pt x="173641" y="116182"/>
                </a:lnTo>
                <a:lnTo>
                  <a:pt x="179713" y="116170"/>
                </a:lnTo>
                <a:close/>
                <a:moveTo>
                  <a:pt x="186774" y="116170"/>
                </a:moveTo>
                <a:lnTo>
                  <a:pt x="186774" y="122254"/>
                </a:lnTo>
                <a:lnTo>
                  <a:pt x="180702" y="122254"/>
                </a:lnTo>
                <a:lnTo>
                  <a:pt x="180702" y="116182"/>
                </a:lnTo>
                <a:lnTo>
                  <a:pt x="186774" y="116170"/>
                </a:lnTo>
                <a:close/>
                <a:moveTo>
                  <a:pt x="193822" y="116170"/>
                </a:moveTo>
                <a:lnTo>
                  <a:pt x="193822" y="122254"/>
                </a:lnTo>
                <a:lnTo>
                  <a:pt x="187750" y="122254"/>
                </a:lnTo>
                <a:lnTo>
                  <a:pt x="187750" y="116182"/>
                </a:lnTo>
                <a:lnTo>
                  <a:pt x="193822" y="116170"/>
                </a:lnTo>
                <a:close/>
                <a:moveTo>
                  <a:pt x="200883" y="116170"/>
                </a:moveTo>
                <a:lnTo>
                  <a:pt x="200883" y="122254"/>
                </a:lnTo>
                <a:lnTo>
                  <a:pt x="194810" y="122254"/>
                </a:lnTo>
                <a:lnTo>
                  <a:pt x="194810" y="116182"/>
                </a:lnTo>
                <a:lnTo>
                  <a:pt x="200883" y="116170"/>
                </a:lnTo>
                <a:close/>
                <a:moveTo>
                  <a:pt x="207931" y="116170"/>
                </a:moveTo>
                <a:lnTo>
                  <a:pt x="207931" y="122254"/>
                </a:lnTo>
                <a:lnTo>
                  <a:pt x="201859" y="122254"/>
                </a:lnTo>
                <a:lnTo>
                  <a:pt x="201859" y="116182"/>
                </a:lnTo>
                <a:lnTo>
                  <a:pt x="207931" y="116170"/>
                </a:lnTo>
                <a:close/>
                <a:moveTo>
                  <a:pt x="214992" y="116170"/>
                </a:moveTo>
                <a:lnTo>
                  <a:pt x="214992" y="122254"/>
                </a:lnTo>
                <a:lnTo>
                  <a:pt x="208919" y="122254"/>
                </a:lnTo>
                <a:lnTo>
                  <a:pt x="208919" y="116182"/>
                </a:lnTo>
                <a:lnTo>
                  <a:pt x="214992" y="116170"/>
                </a:lnTo>
                <a:close/>
                <a:moveTo>
                  <a:pt x="222052" y="116170"/>
                </a:moveTo>
                <a:lnTo>
                  <a:pt x="222052" y="122254"/>
                </a:lnTo>
                <a:lnTo>
                  <a:pt x="215968" y="122254"/>
                </a:lnTo>
                <a:lnTo>
                  <a:pt x="215968" y="116182"/>
                </a:lnTo>
                <a:lnTo>
                  <a:pt x="222052" y="116170"/>
                </a:lnTo>
                <a:close/>
                <a:moveTo>
                  <a:pt x="229100" y="116170"/>
                </a:moveTo>
                <a:lnTo>
                  <a:pt x="229100" y="122254"/>
                </a:lnTo>
                <a:lnTo>
                  <a:pt x="223028" y="122254"/>
                </a:lnTo>
                <a:lnTo>
                  <a:pt x="223028" y="116182"/>
                </a:lnTo>
                <a:lnTo>
                  <a:pt x="229100" y="116170"/>
                </a:lnTo>
                <a:close/>
                <a:moveTo>
                  <a:pt x="236161" y="116170"/>
                </a:moveTo>
                <a:lnTo>
                  <a:pt x="236161" y="122254"/>
                </a:lnTo>
                <a:lnTo>
                  <a:pt x="230077" y="122254"/>
                </a:lnTo>
                <a:lnTo>
                  <a:pt x="230077" y="116182"/>
                </a:lnTo>
                <a:lnTo>
                  <a:pt x="236161" y="116170"/>
                </a:lnTo>
                <a:close/>
                <a:moveTo>
                  <a:pt x="243209" y="116170"/>
                </a:moveTo>
                <a:lnTo>
                  <a:pt x="243209" y="122254"/>
                </a:lnTo>
                <a:lnTo>
                  <a:pt x="237137" y="122254"/>
                </a:lnTo>
                <a:lnTo>
                  <a:pt x="237137" y="116182"/>
                </a:lnTo>
                <a:lnTo>
                  <a:pt x="243209" y="116170"/>
                </a:lnTo>
                <a:close/>
                <a:moveTo>
                  <a:pt x="250270" y="116170"/>
                </a:moveTo>
                <a:lnTo>
                  <a:pt x="250270" y="122254"/>
                </a:lnTo>
                <a:lnTo>
                  <a:pt x="244198" y="122254"/>
                </a:lnTo>
                <a:lnTo>
                  <a:pt x="244198" y="116182"/>
                </a:lnTo>
                <a:lnTo>
                  <a:pt x="250270" y="116170"/>
                </a:lnTo>
                <a:close/>
                <a:moveTo>
                  <a:pt x="257318" y="116170"/>
                </a:moveTo>
                <a:lnTo>
                  <a:pt x="257318" y="122254"/>
                </a:lnTo>
                <a:lnTo>
                  <a:pt x="251246" y="122254"/>
                </a:lnTo>
                <a:lnTo>
                  <a:pt x="251246" y="116182"/>
                </a:lnTo>
                <a:lnTo>
                  <a:pt x="257318" y="116170"/>
                </a:lnTo>
                <a:close/>
                <a:moveTo>
                  <a:pt x="264379" y="116170"/>
                </a:moveTo>
                <a:lnTo>
                  <a:pt x="264379" y="122254"/>
                </a:lnTo>
                <a:lnTo>
                  <a:pt x="258306" y="122254"/>
                </a:lnTo>
                <a:lnTo>
                  <a:pt x="258306" y="116182"/>
                </a:lnTo>
                <a:lnTo>
                  <a:pt x="264379" y="116170"/>
                </a:lnTo>
                <a:close/>
                <a:moveTo>
                  <a:pt x="271427" y="116170"/>
                </a:moveTo>
                <a:lnTo>
                  <a:pt x="271427" y="122254"/>
                </a:lnTo>
                <a:lnTo>
                  <a:pt x="265355" y="122254"/>
                </a:lnTo>
                <a:lnTo>
                  <a:pt x="265355" y="116182"/>
                </a:lnTo>
                <a:lnTo>
                  <a:pt x="271427" y="116170"/>
                </a:lnTo>
                <a:close/>
                <a:moveTo>
                  <a:pt x="278488" y="116170"/>
                </a:moveTo>
                <a:lnTo>
                  <a:pt x="278488" y="122254"/>
                </a:lnTo>
                <a:lnTo>
                  <a:pt x="272415" y="122254"/>
                </a:lnTo>
                <a:lnTo>
                  <a:pt x="272415" y="116182"/>
                </a:lnTo>
                <a:lnTo>
                  <a:pt x="278488" y="116170"/>
                </a:lnTo>
                <a:close/>
                <a:moveTo>
                  <a:pt x="17443" y="123230"/>
                </a:moveTo>
                <a:lnTo>
                  <a:pt x="17443" y="129302"/>
                </a:lnTo>
                <a:lnTo>
                  <a:pt x="11371" y="129302"/>
                </a:lnTo>
                <a:lnTo>
                  <a:pt x="11371" y="123230"/>
                </a:lnTo>
                <a:close/>
                <a:moveTo>
                  <a:pt x="24503" y="123230"/>
                </a:moveTo>
                <a:lnTo>
                  <a:pt x="24503" y="129302"/>
                </a:lnTo>
                <a:lnTo>
                  <a:pt x="18431" y="129302"/>
                </a:lnTo>
                <a:lnTo>
                  <a:pt x="18431" y="123230"/>
                </a:lnTo>
                <a:close/>
                <a:moveTo>
                  <a:pt x="31564" y="123230"/>
                </a:moveTo>
                <a:lnTo>
                  <a:pt x="31564" y="129302"/>
                </a:lnTo>
                <a:lnTo>
                  <a:pt x="25492" y="129302"/>
                </a:lnTo>
                <a:lnTo>
                  <a:pt x="25492" y="123230"/>
                </a:lnTo>
                <a:close/>
                <a:moveTo>
                  <a:pt x="38612" y="123230"/>
                </a:moveTo>
                <a:lnTo>
                  <a:pt x="38612" y="129302"/>
                </a:lnTo>
                <a:lnTo>
                  <a:pt x="32540" y="129302"/>
                </a:lnTo>
                <a:lnTo>
                  <a:pt x="32540" y="123230"/>
                </a:lnTo>
                <a:close/>
                <a:moveTo>
                  <a:pt x="45673" y="123230"/>
                </a:moveTo>
                <a:lnTo>
                  <a:pt x="45673" y="129302"/>
                </a:lnTo>
                <a:lnTo>
                  <a:pt x="39601" y="129302"/>
                </a:lnTo>
                <a:lnTo>
                  <a:pt x="39601" y="123230"/>
                </a:lnTo>
                <a:close/>
                <a:moveTo>
                  <a:pt x="52721" y="123230"/>
                </a:moveTo>
                <a:lnTo>
                  <a:pt x="52721" y="129302"/>
                </a:lnTo>
                <a:lnTo>
                  <a:pt x="46649" y="129302"/>
                </a:lnTo>
                <a:lnTo>
                  <a:pt x="46649" y="123230"/>
                </a:lnTo>
                <a:close/>
                <a:moveTo>
                  <a:pt x="59782" y="123230"/>
                </a:moveTo>
                <a:lnTo>
                  <a:pt x="59782" y="129302"/>
                </a:lnTo>
                <a:lnTo>
                  <a:pt x="53709" y="129302"/>
                </a:lnTo>
                <a:lnTo>
                  <a:pt x="53709" y="123230"/>
                </a:lnTo>
                <a:close/>
                <a:moveTo>
                  <a:pt x="66842" y="123230"/>
                </a:moveTo>
                <a:lnTo>
                  <a:pt x="66842" y="129302"/>
                </a:lnTo>
                <a:lnTo>
                  <a:pt x="60758" y="129302"/>
                </a:lnTo>
                <a:lnTo>
                  <a:pt x="60758" y="123230"/>
                </a:lnTo>
                <a:close/>
                <a:moveTo>
                  <a:pt x="73902" y="123230"/>
                </a:moveTo>
                <a:lnTo>
                  <a:pt x="73902" y="129302"/>
                </a:lnTo>
                <a:lnTo>
                  <a:pt x="67818" y="129302"/>
                </a:lnTo>
                <a:lnTo>
                  <a:pt x="67818" y="123230"/>
                </a:lnTo>
                <a:close/>
                <a:moveTo>
                  <a:pt x="80951" y="123230"/>
                </a:moveTo>
                <a:lnTo>
                  <a:pt x="80951" y="129302"/>
                </a:lnTo>
                <a:lnTo>
                  <a:pt x="74879" y="129302"/>
                </a:lnTo>
                <a:lnTo>
                  <a:pt x="74879" y="123230"/>
                </a:lnTo>
                <a:close/>
                <a:moveTo>
                  <a:pt x="88011" y="123230"/>
                </a:moveTo>
                <a:lnTo>
                  <a:pt x="88011" y="129302"/>
                </a:lnTo>
                <a:lnTo>
                  <a:pt x="81927" y="129302"/>
                </a:lnTo>
                <a:lnTo>
                  <a:pt x="81927" y="123230"/>
                </a:lnTo>
                <a:close/>
                <a:moveTo>
                  <a:pt x="95060" y="123230"/>
                </a:moveTo>
                <a:lnTo>
                  <a:pt x="95060" y="129302"/>
                </a:lnTo>
                <a:lnTo>
                  <a:pt x="88988" y="129302"/>
                </a:lnTo>
                <a:lnTo>
                  <a:pt x="88988" y="123230"/>
                </a:lnTo>
                <a:close/>
                <a:moveTo>
                  <a:pt x="102120" y="123230"/>
                </a:moveTo>
                <a:lnTo>
                  <a:pt x="102120" y="129302"/>
                </a:lnTo>
                <a:lnTo>
                  <a:pt x="96036" y="129302"/>
                </a:lnTo>
                <a:lnTo>
                  <a:pt x="96036" y="123230"/>
                </a:lnTo>
                <a:close/>
                <a:moveTo>
                  <a:pt x="109169" y="123230"/>
                </a:moveTo>
                <a:lnTo>
                  <a:pt x="109169" y="129302"/>
                </a:lnTo>
                <a:lnTo>
                  <a:pt x="103097" y="129302"/>
                </a:lnTo>
                <a:lnTo>
                  <a:pt x="103097" y="123230"/>
                </a:lnTo>
                <a:close/>
                <a:moveTo>
                  <a:pt x="116229" y="123230"/>
                </a:moveTo>
                <a:lnTo>
                  <a:pt x="116229" y="129302"/>
                </a:lnTo>
                <a:lnTo>
                  <a:pt x="110157" y="129302"/>
                </a:lnTo>
                <a:lnTo>
                  <a:pt x="110157" y="123230"/>
                </a:lnTo>
                <a:close/>
                <a:moveTo>
                  <a:pt x="123278" y="123230"/>
                </a:moveTo>
                <a:lnTo>
                  <a:pt x="123278" y="129302"/>
                </a:lnTo>
                <a:lnTo>
                  <a:pt x="117205" y="129302"/>
                </a:lnTo>
                <a:lnTo>
                  <a:pt x="117205" y="123230"/>
                </a:lnTo>
                <a:close/>
                <a:moveTo>
                  <a:pt x="130338" y="123230"/>
                </a:moveTo>
                <a:lnTo>
                  <a:pt x="130338" y="129302"/>
                </a:lnTo>
                <a:lnTo>
                  <a:pt x="124254" y="129302"/>
                </a:lnTo>
                <a:lnTo>
                  <a:pt x="124254" y="123230"/>
                </a:lnTo>
                <a:close/>
                <a:moveTo>
                  <a:pt x="137387" y="123230"/>
                </a:moveTo>
                <a:lnTo>
                  <a:pt x="137387" y="129302"/>
                </a:lnTo>
                <a:lnTo>
                  <a:pt x="131314" y="129302"/>
                </a:lnTo>
                <a:lnTo>
                  <a:pt x="131314" y="123230"/>
                </a:lnTo>
                <a:close/>
                <a:moveTo>
                  <a:pt x="144447" y="123230"/>
                </a:moveTo>
                <a:lnTo>
                  <a:pt x="144447" y="129302"/>
                </a:lnTo>
                <a:lnTo>
                  <a:pt x="138375" y="129302"/>
                </a:lnTo>
                <a:lnTo>
                  <a:pt x="138375" y="123230"/>
                </a:lnTo>
                <a:close/>
                <a:moveTo>
                  <a:pt x="151495" y="123230"/>
                </a:moveTo>
                <a:lnTo>
                  <a:pt x="151495" y="129302"/>
                </a:lnTo>
                <a:lnTo>
                  <a:pt x="145423" y="129302"/>
                </a:lnTo>
                <a:lnTo>
                  <a:pt x="145423" y="123230"/>
                </a:lnTo>
                <a:close/>
                <a:moveTo>
                  <a:pt x="158556" y="123230"/>
                </a:moveTo>
                <a:lnTo>
                  <a:pt x="158556" y="129302"/>
                </a:lnTo>
                <a:lnTo>
                  <a:pt x="152484" y="129302"/>
                </a:lnTo>
                <a:lnTo>
                  <a:pt x="152484" y="123230"/>
                </a:lnTo>
                <a:close/>
                <a:moveTo>
                  <a:pt x="165604" y="123230"/>
                </a:moveTo>
                <a:lnTo>
                  <a:pt x="165604" y="129302"/>
                </a:lnTo>
                <a:lnTo>
                  <a:pt x="159532" y="129302"/>
                </a:lnTo>
                <a:lnTo>
                  <a:pt x="159532" y="123230"/>
                </a:lnTo>
                <a:close/>
                <a:moveTo>
                  <a:pt x="172665" y="123230"/>
                </a:moveTo>
                <a:lnTo>
                  <a:pt x="172665" y="129302"/>
                </a:lnTo>
                <a:lnTo>
                  <a:pt x="166581" y="129302"/>
                </a:lnTo>
                <a:lnTo>
                  <a:pt x="166581" y="123230"/>
                </a:lnTo>
                <a:close/>
                <a:moveTo>
                  <a:pt x="179713" y="123230"/>
                </a:moveTo>
                <a:lnTo>
                  <a:pt x="179713" y="129302"/>
                </a:lnTo>
                <a:lnTo>
                  <a:pt x="173641" y="129302"/>
                </a:lnTo>
                <a:lnTo>
                  <a:pt x="173641" y="123230"/>
                </a:lnTo>
                <a:close/>
                <a:moveTo>
                  <a:pt x="186774" y="123230"/>
                </a:moveTo>
                <a:lnTo>
                  <a:pt x="186774" y="129302"/>
                </a:lnTo>
                <a:lnTo>
                  <a:pt x="180702" y="129302"/>
                </a:lnTo>
                <a:lnTo>
                  <a:pt x="180702" y="123230"/>
                </a:lnTo>
                <a:close/>
                <a:moveTo>
                  <a:pt x="193822" y="123230"/>
                </a:moveTo>
                <a:lnTo>
                  <a:pt x="193822" y="129302"/>
                </a:lnTo>
                <a:lnTo>
                  <a:pt x="187750" y="129302"/>
                </a:lnTo>
                <a:lnTo>
                  <a:pt x="187750" y="123230"/>
                </a:lnTo>
                <a:close/>
                <a:moveTo>
                  <a:pt x="200883" y="123230"/>
                </a:moveTo>
                <a:lnTo>
                  <a:pt x="200883" y="129302"/>
                </a:lnTo>
                <a:lnTo>
                  <a:pt x="194810" y="129302"/>
                </a:lnTo>
                <a:lnTo>
                  <a:pt x="194810" y="123230"/>
                </a:lnTo>
                <a:close/>
                <a:moveTo>
                  <a:pt x="207931" y="123230"/>
                </a:moveTo>
                <a:lnTo>
                  <a:pt x="207931" y="129302"/>
                </a:lnTo>
                <a:lnTo>
                  <a:pt x="201859" y="129302"/>
                </a:lnTo>
                <a:lnTo>
                  <a:pt x="201859" y="123230"/>
                </a:lnTo>
                <a:close/>
                <a:moveTo>
                  <a:pt x="214992" y="123230"/>
                </a:moveTo>
                <a:lnTo>
                  <a:pt x="214992" y="129302"/>
                </a:lnTo>
                <a:lnTo>
                  <a:pt x="208919" y="129302"/>
                </a:lnTo>
                <a:lnTo>
                  <a:pt x="208919" y="123230"/>
                </a:lnTo>
                <a:close/>
                <a:moveTo>
                  <a:pt x="222052" y="123230"/>
                </a:moveTo>
                <a:lnTo>
                  <a:pt x="222052" y="129302"/>
                </a:lnTo>
                <a:lnTo>
                  <a:pt x="215968" y="129302"/>
                </a:lnTo>
                <a:lnTo>
                  <a:pt x="215968" y="123230"/>
                </a:lnTo>
                <a:close/>
                <a:moveTo>
                  <a:pt x="229100" y="123230"/>
                </a:moveTo>
                <a:lnTo>
                  <a:pt x="229100" y="129302"/>
                </a:lnTo>
                <a:lnTo>
                  <a:pt x="223028" y="129302"/>
                </a:lnTo>
                <a:lnTo>
                  <a:pt x="223028" y="123230"/>
                </a:lnTo>
                <a:close/>
                <a:moveTo>
                  <a:pt x="236161" y="123230"/>
                </a:moveTo>
                <a:lnTo>
                  <a:pt x="236161" y="129302"/>
                </a:lnTo>
                <a:lnTo>
                  <a:pt x="230077" y="129302"/>
                </a:lnTo>
                <a:lnTo>
                  <a:pt x="230077" y="123230"/>
                </a:lnTo>
                <a:close/>
                <a:moveTo>
                  <a:pt x="243209" y="123230"/>
                </a:moveTo>
                <a:lnTo>
                  <a:pt x="243209" y="129302"/>
                </a:lnTo>
                <a:lnTo>
                  <a:pt x="237137" y="129302"/>
                </a:lnTo>
                <a:lnTo>
                  <a:pt x="237137" y="123230"/>
                </a:lnTo>
                <a:close/>
                <a:moveTo>
                  <a:pt x="250270" y="123230"/>
                </a:moveTo>
                <a:lnTo>
                  <a:pt x="250270" y="129302"/>
                </a:lnTo>
                <a:lnTo>
                  <a:pt x="244198" y="129302"/>
                </a:lnTo>
                <a:lnTo>
                  <a:pt x="244198" y="123230"/>
                </a:lnTo>
                <a:close/>
                <a:moveTo>
                  <a:pt x="257318" y="123230"/>
                </a:moveTo>
                <a:lnTo>
                  <a:pt x="257318" y="129302"/>
                </a:lnTo>
                <a:lnTo>
                  <a:pt x="251246" y="129302"/>
                </a:lnTo>
                <a:lnTo>
                  <a:pt x="251246" y="123230"/>
                </a:lnTo>
                <a:close/>
                <a:moveTo>
                  <a:pt x="264379" y="123230"/>
                </a:moveTo>
                <a:lnTo>
                  <a:pt x="264379" y="129302"/>
                </a:lnTo>
                <a:lnTo>
                  <a:pt x="258306" y="129302"/>
                </a:lnTo>
                <a:lnTo>
                  <a:pt x="258306" y="123230"/>
                </a:lnTo>
                <a:close/>
                <a:moveTo>
                  <a:pt x="271427" y="123230"/>
                </a:moveTo>
                <a:lnTo>
                  <a:pt x="271427" y="129302"/>
                </a:lnTo>
                <a:lnTo>
                  <a:pt x="265355" y="129302"/>
                </a:lnTo>
                <a:lnTo>
                  <a:pt x="265355" y="123230"/>
                </a:lnTo>
                <a:close/>
                <a:moveTo>
                  <a:pt x="278488" y="123230"/>
                </a:moveTo>
                <a:lnTo>
                  <a:pt x="278488" y="129302"/>
                </a:lnTo>
                <a:lnTo>
                  <a:pt x="272415" y="129302"/>
                </a:lnTo>
                <a:lnTo>
                  <a:pt x="272415" y="123230"/>
                </a:lnTo>
                <a:close/>
                <a:moveTo>
                  <a:pt x="17443" y="130279"/>
                </a:moveTo>
                <a:lnTo>
                  <a:pt x="17443" y="136363"/>
                </a:lnTo>
                <a:lnTo>
                  <a:pt x="11371" y="136363"/>
                </a:lnTo>
                <a:lnTo>
                  <a:pt x="11371" y="130279"/>
                </a:lnTo>
                <a:close/>
                <a:moveTo>
                  <a:pt x="24503" y="130279"/>
                </a:moveTo>
                <a:lnTo>
                  <a:pt x="24503" y="136363"/>
                </a:lnTo>
                <a:lnTo>
                  <a:pt x="18431" y="136363"/>
                </a:lnTo>
                <a:lnTo>
                  <a:pt x="18431" y="130279"/>
                </a:lnTo>
                <a:close/>
                <a:moveTo>
                  <a:pt x="31564" y="130279"/>
                </a:moveTo>
                <a:lnTo>
                  <a:pt x="31564" y="136363"/>
                </a:lnTo>
                <a:lnTo>
                  <a:pt x="25492" y="136363"/>
                </a:lnTo>
                <a:lnTo>
                  <a:pt x="25492" y="130279"/>
                </a:lnTo>
                <a:close/>
                <a:moveTo>
                  <a:pt x="38612" y="130279"/>
                </a:moveTo>
                <a:lnTo>
                  <a:pt x="38612" y="136363"/>
                </a:lnTo>
                <a:lnTo>
                  <a:pt x="32540" y="136363"/>
                </a:lnTo>
                <a:lnTo>
                  <a:pt x="32540" y="130279"/>
                </a:lnTo>
                <a:close/>
                <a:moveTo>
                  <a:pt x="45673" y="130279"/>
                </a:moveTo>
                <a:lnTo>
                  <a:pt x="45673" y="136363"/>
                </a:lnTo>
                <a:lnTo>
                  <a:pt x="39601" y="136363"/>
                </a:lnTo>
                <a:lnTo>
                  <a:pt x="39601" y="130279"/>
                </a:lnTo>
                <a:close/>
                <a:moveTo>
                  <a:pt x="52721" y="130279"/>
                </a:moveTo>
                <a:lnTo>
                  <a:pt x="52721" y="136363"/>
                </a:lnTo>
                <a:lnTo>
                  <a:pt x="46649" y="136363"/>
                </a:lnTo>
                <a:lnTo>
                  <a:pt x="46649" y="130279"/>
                </a:lnTo>
                <a:close/>
                <a:moveTo>
                  <a:pt x="59782" y="130279"/>
                </a:moveTo>
                <a:lnTo>
                  <a:pt x="59782" y="136363"/>
                </a:lnTo>
                <a:lnTo>
                  <a:pt x="53709" y="136363"/>
                </a:lnTo>
                <a:lnTo>
                  <a:pt x="53709" y="130279"/>
                </a:lnTo>
                <a:close/>
                <a:moveTo>
                  <a:pt x="66842" y="130279"/>
                </a:moveTo>
                <a:lnTo>
                  <a:pt x="66842" y="136363"/>
                </a:lnTo>
                <a:lnTo>
                  <a:pt x="60758" y="136363"/>
                </a:lnTo>
                <a:lnTo>
                  <a:pt x="60758" y="130279"/>
                </a:lnTo>
                <a:close/>
                <a:moveTo>
                  <a:pt x="67818" y="130279"/>
                </a:moveTo>
                <a:lnTo>
                  <a:pt x="73902" y="130290"/>
                </a:lnTo>
                <a:lnTo>
                  <a:pt x="73902" y="136363"/>
                </a:lnTo>
                <a:lnTo>
                  <a:pt x="67818" y="136363"/>
                </a:lnTo>
                <a:lnTo>
                  <a:pt x="67818" y="130279"/>
                </a:lnTo>
                <a:close/>
                <a:moveTo>
                  <a:pt x="74879" y="130279"/>
                </a:moveTo>
                <a:lnTo>
                  <a:pt x="80951" y="130290"/>
                </a:lnTo>
                <a:lnTo>
                  <a:pt x="80951" y="136363"/>
                </a:lnTo>
                <a:lnTo>
                  <a:pt x="74879" y="136363"/>
                </a:lnTo>
                <a:lnTo>
                  <a:pt x="74879" y="130279"/>
                </a:lnTo>
                <a:close/>
                <a:moveTo>
                  <a:pt x="88011" y="130279"/>
                </a:moveTo>
                <a:lnTo>
                  <a:pt x="88011" y="136363"/>
                </a:lnTo>
                <a:lnTo>
                  <a:pt x="81927" y="136363"/>
                </a:lnTo>
                <a:lnTo>
                  <a:pt x="81927" y="130279"/>
                </a:lnTo>
                <a:close/>
                <a:moveTo>
                  <a:pt x="95060" y="130279"/>
                </a:moveTo>
                <a:lnTo>
                  <a:pt x="95060" y="136363"/>
                </a:lnTo>
                <a:lnTo>
                  <a:pt x="88988" y="136363"/>
                </a:lnTo>
                <a:lnTo>
                  <a:pt x="88988" y="130279"/>
                </a:lnTo>
                <a:close/>
                <a:moveTo>
                  <a:pt x="102120" y="130279"/>
                </a:moveTo>
                <a:lnTo>
                  <a:pt x="102120" y="136363"/>
                </a:lnTo>
                <a:lnTo>
                  <a:pt x="96036" y="136363"/>
                </a:lnTo>
                <a:lnTo>
                  <a:pt x="96036" y="130279"/>
                </a:lnTo>
                <a:close/>
                <a:moveTo>
                  <a:pt x="103097" y="130279"/>
                </a:moveTo>
                <a:lnTo>
                  <a:pt x="109169" y="130290"/>
                </a:lnTo>
                <a:lnTo>
                  <a:pt x="109169" y="136363"/>
                </a:lnTo>
                <a:lnTo>
                  <a:pt x="103097" y="136363"/>
                </a:lnTo>
                <a:lnTo>
                  <a:pt x="103097" y="130279"/>
                </a:lnTo>
                <a:close/>
                <a:moveTo>
                  <a:pt x="110157" y="130279"/>
                </a:moveTo>
                <a:lnTo>
                  <a:pt x="116229" y="130290"/>
                </a:lnTo>
                <a:lnTo>
                  <a:pt x="116229" y="136363"/>
                </a:lnTo>
                <a:lnTo>
                  <a:pt x="110157" y="136363"/>
                </a:lnTo>
                <a:lnTo>
                  <a:pt x="110157" y="130279"/>
                </a:lnTo>
                <a:close/>
                <a:moveTo>
                  <a:pt x="123278" y="130279"/>
                </a:moveTo>
                <a:lnTo>
                  <a:pt x="123278" y="136363"/>
                </a:lnTo>
                <a:lnTo>
                  <a:pt x="117205" y="136363"/>
                </a:lnTo>
                <a:lnTo>
                  <a:pt x="117205" y="130279"/>
                </a:lnTo>
                <a:close/>
                <a:moveTo>
                  <a:pt x="130338" y="130279"/>
                </a:moveTo>
                <a:lnTo>
                  <a:pt x="130338" y="136363"/>
                </a:lnTo>
                <a:lnTo>
                  <a:pt x="124254" y="136363"/>
                </a:lnTo>
                <a:lnTo>
                  <a:pt x="124254" y="130279"/>
                </a:lnTo>
                <a:close/>
                <a:moveTo>
                  <a:pt x="137387" y="130279"/>
                </a:moveTo>
                <a:lnTo>
                  <a:pt x="137387" y="136363"/>
                </a:lnTo>
                <a:lnTo>
                  <a:pt x="131314" y="136363"/>
                </a:lnTo>
                <a:lnTo>
                  <a:pt x="131314" y="130279"/>
                </a:lnTo>
                <a:close/>
                <a:moveTo>
                  <a:pt x="144447" y="130279"/>
                </a:moveTo>
                <a:lnTo>
                  <a:pt x="144447" y="136363"/>
                </a:lnTo>
                <a:lnTo>
                  <a:pt x="138375" y="136363"/>
                </a:lnTo>
                <a:lnTo>
                  <a:pt x="138375" y="130279"/>
                </a:lnTo>
                <a:close/>
                <a:moveTo>
                  <a:pt x="151495" y="130279"/>
                </a:moveTo>
                <a:lnTo>
                  <a:pt x="151495" y="136363"/>
                </a:lnTo>
                <a:lnTo>
                  <a:pt x="145423" y="136363"/>
                </a:lnTo>
                <a:lnTo>
                  <a:pt x="145423" y="130279"/>
                </a:lnTo>
                <a:close/>
                <a:moveTo>
                  <a:pt x="158556" y="130279"/>
                </a:moveTo>
                <a:lnTo>
                  <a:pt x="158556" y="136363"/>
                </a:lnTo>
                <a:lnTo>
                  <a:pt x="152484" y="136363"/>
                </a:lnTo>
                <a:lnTo>
                  <a:pt x="152484" y="130279"/>
                </a:lnTo>
                <a:close/>
                <a:moveTo>
                  <a:pt x="165604" y="130279"/>
                </a:moveTo>
                <a:lnTo>
                  <a:pt x="165604" y="136363"/>
                </a:lnTo>
                <a:lnTo>
                  <a:pt x="159532" y="136363"/>
                </a:lnTo>
                <a:lnTo>
                  <a:pt x="159532" y="130279"/>
                </a:lnTo>
                <a:close/>
                <a:moveTo>
                  <a:pt x="172665" y="130279"/>
                </a:moveTo>
                <a:lnTo>
                  <a:pt x="172665" y="136363"/>
                </a:lnTo>
                <a:lnTo>
                  <a:pt x="166581" y="136363"/>
                </a:lnTo>
                <a:lnTo>
                  <a:pt x="166581" y="130279"/>
                </a:lnTo>
                <a:close/>
                <a:moveTo>
                  <a:pt x="179713" y="130279"/>
                </a:moveTo>
                <a:lnTo>
                  <a:pt x="179713" y="136363"/>
                </a:lnTo>
                <a:lnTo>
                  <a:pt x="173641" y="136363"/>
                </a:lnTo>
                <a:lnTo>
                  <a:pt x="173641" y="130279"/>
                </a:lnTo>
                <a:close/>
                <a:moveTo>
                  <a:pt x="186774" y="130279"/>
                </a:moveTo>
                <a:lnTo>
                  <a:pt x="186774" y="136363"/>
                </a:lnTo>
                <a:lnTo>
                  <a:pt x="180702" y="136363"/>
                </a:lnTo>
                <a:lnTo>
                  <a:pt x="180702" y="130279"/>
                </a:lnTo>
                <a:close/>
                <a:moveTo>
                  <a:pt x="193822" y="130279"/>
                </a:moveTo>
                <a:lnTo>
                  <a:pt x="193822" y="136363"/>
                </a:lnTo>
                <a:lnTo>
                  <a:pt x="187750" y="136363"/>
                </a:lnTo>
                <a:lnTo>
                  <a:pt x="187750" y="130279"/>
                </a:lnTo>
                <a:close/>
                <a:moveTo>
                  <a:pt x="200883" y="130279"/>
                </a:moveTo>
                <a:lnTo>
                  <a:pt x="200883" y="136363"/>
                </a:lnTo>
                <a:lnTo>
                  <a:pt x="194810" y="136363"/>
                </a:lnTo>
                <a:lnTo>
                  <a:pt x="194810" y="130279"/>
                </a:lnTo>
                <a:close/>
                <a:moveTo>
                  <a:pt x="207931" y="130279"/>
                </a:moveTo>
                <a:lnTo>
                  <a:pt x="207931" y="136363"/>
                </a:lnTo>
                <a:lnTo>
                  <a:pt x="201859" y="136363"/>
                </a:lnTo>
                <a:lnTo>
                  <a:pt x="201859" y="130279"/>
                </a:lnTo>
                <a:close/>
                <a:moveTo>
                  <a:pt x="214992" y="130279"/>
                </a:moveTo>
                <a:lnTo>
                  <a:pt x="214992" y="136363"/>
                </a:lnTo>
                <a:lnTo>
                  <a:pt x="208919" y="136363"/>
                </a:lnTo>
                <a:lnTo>
                  <a:pt x="208919" y="130279"/>
                </a:lnTo>
                <a:close/>
                <a:moveTo>
                  <a:pt x="222052" y="130279"/>
                </a:moveTo>
                <a:lnTo>
                  <a:pt x="222052" y="136363"/>
                </a:lnTo>
                <a:lnTo>
                  <a:pt x="215968" y="136363"/>
                </a:lnTo>
                <a:lnTo>
                  <a:pt x="215968" y="130279"/>
                </a:lnTo>
                <a:close/>
                <a:moveTo>
                  <a:pt x="229100" y="130279"/>
                </a:moveTo>
                <a:lnTo>
                  <a:pt x="229100" y="136363"/>
                </a:lnTo>
                <a:lnTo>
                  <a:pt x="223028" y="136363"/>
                </a:lnTo>
                <a:lnTo>
                  <a:pt x="223028" y="130279"/>
                </a:lnTo>
                <a:close/>
                <a:moveTo>
                  <a:pt x="236161" y="130279"/>
                </a:moveTo>
                <a:lnTo>
                  <a:pt x="236161" y="136363"/>
                </a:lnTo>
                <a:lnTo>
                  <a:pt x="230077" y="136363"/>
                </a:lnTo>
                <a:lnTo>
                  <a:pt x="230077" y="130279"/>
                </a:lnTo>
                <a:close/>
                <a:moveTo>
                  <a:pt x="243209" y="130279"/>
                </a:moveTo>
                <a:lnTo>
                  <a:pt x="243209" y="136363"/>
                </a:lnTo>
                <a:lnTo>
                  <a:pt x="237137" y="136363"/>
                </a:lnTo>
                <a:lnTo>
                  <a:pt x="237137" y="130279"/>
                </a:lnTo>
                <a:close/>
                <a:moveTo>
                  <a:pt x="250270" y="130279"/>
                </a:moveTo>
                <a:lnTo>
                  <a:pt x="250270" y="136363"/>
                </a:lnTo>
                <a:lnTo>
                  <a:pt x="244198" y="136363"/>
                </a:lnTo>
                <a:lnTo>
                  <a:pt x="244198" y="130279"/>
                </a:lnTo>
                <a:close/>
                <a:moveTo>
                  <a:pt x="257318" y="130279"/>
                </a:moveTo>
                <a:lnTo>
                  <a:pt x="257318" y="136363"/>
                </a:lnTo>
                <a:lnTo>
                  <a:pt x="251246" y="136363"/>
                </a:lnTo>
                <a:lnTo>
                  <a:pt x="251246" y="130279"/>
                </a:lnTo>
                <a:close/>
                <a:moveTo>
                  <a:pt x="264379" y="130279"/>
                </a:moveTo>
                <a:lnTo>
                  <a:pt x="264379" y="136363"/>
                </a:lnTo>
                <a:lnTo>
                  <a:pt x="258306" y="136363"/>
                </a:lnTo>
                <a:lnTo>
                  <a:pt x="258306" y="130279"/>
                </a:lnTo>
                <a:close/>
                <a:moveTo>
                  <a:pt x="271427" y="130279"/>
                </a:moveTo>
                <a:lnTo>
                  <a:pt x="271427" y="136363"/>
                </a:lnTo>
                <a:lnTo>
                  <a:pt x="265355" y="136363"/>
                </a:lnTo>
                <a:lnTo>
                  <a:pt x="265355" y="130279"/>
                </a:lnTo>
                <a:close/>
                <a:moveTo>
                  <a:pt x="278488" y="130279"/>
                </a:moveTo>
                <a:lnTo>
                  <a:pt x="278488" y="136363"/>
                </a:lnTo>
                <a:lnTo>
                  <a:pt x="272415" y="136363"/>
                </a:lnTo>
                <a:lnTo>
                  <a:pt x="272415" y="130279"/>
                </a:lnTo>
                <a:close/>
                <a:moveTo>
                  <a:pt x="17443" y="137339"/>
                </a:moveTo>
                <a:lnTo>
                  <a:pt x="17443" y="143411"/>
                </a:lnTo>
                <a:lnTo>
                  <a:pt x="11371" y="143411"/>
                </a:lnTo>
                <a:lnTo>
                  <a:pt x="11371" y="137339"/>
                </a:lnTo>
                <a:close/>
                <a:moveTo>
                  <a:pt x="24503" y="137339"/>
                </a:moveTo>
                <a:lnTo>
                  <a:pt x="24503" y="143411"/>
                </a:lnTo>
                <a:lnTo>
                  <a:pt x="18431" y="143411"/>
                </a:lnTo>
                <a:lnTo>
                  <a:pt x="18431" y="137339"/>
                </a:lnTo>
                <a:close/>
                <a:moveTo>
                  <a:pt x="31564" y="137339"/>
                </a:moveTo>
                <a:lnTo>
                  <a:pt x="31564" y="143411"/>
                </a:lnTo>
                <a:lnTo>
                  <a:pt x="25492" y="143411"/>
                </a:lnTo>
                <a:lnTo>
                  <a:pt x="25492" y="137339"/>
                </a:lnTo>
                <a:close/>
                <a:moveTo>
                  <a:pt x="38612" y="137339"/>
                </a:moveTo>
                <a:lnTo>
                  <a:pt x="38612" y="143411"/>
                </a:lnTo>
                <a:lnTo>
                  <a:pt x="32540" y="143411"/>
                </a:lnTo>
                <a:lnTo>
                  <a:pt x="32540" y="137339"/>
                </a:lnTo>
                <a:close/>
                <a:moveTo>
                  <a:pt x="45673" y="137339"/>
                </a:moveTo>
                <a:lnTo>
                  <a:pt x="45673" y="143411"/>
                </a:lnTo>
                <a:lnTo>
                  <a:pt x="39601" y="143411"/>
                </a:lnTo>
                <a:lnTo>
                  <a:pt x="39601" y="137339"/>
                </a:lnTo>
                <a:close/>
                <a:moveTo>
                  <a:pt x="52721" y="137339"/>
                </a:moveTo>
                <a:lnTo>
                  <a:pt x="52721" y="143411"/>
                </a:lnTo>
                <a:lnTo>
                  <a:pt x="46649" y="143411"/>
                </a:lnTo>
                <a:lnTo>
                  <a:pt x="46649" y="137339"/>
                </a:lnTo>
                <a:close/>
                <a:moveTo>
                  <a:pt x="59782" y="137339"/>
                </a:moveTo>
                <a:lnTo>
                  <a:pt x="59782" y="143411"/>
                </a:lnTo>
                <a:lnTo>
                  <a:pt x="53709" y="143411"/>
                </a:lnTo>
                <a:lnTo>
                  <a:pt x="53709" y="137339"/>
                </a:lnTo>
                <a:close/>
                <a:moveTo>
                  <a:pt x="66842" y="137339"/>
                </a:moveTo>
                <a:lnTo>
                  <a:pt x="66842" y="143411"/>
                </a:lnTo>
                <a:lnTo>
                  <a:pt x="60758" y="143411"/>
                </a:lnTo>
                <a:lnTo>
                  <a:pt x="60758" y="137339"/>
                </a:lnTo>
                <a:close/>
                <a:moveTo>
                  <a:pt x="73902" y="137339"/>
                </a:moveTo>
                <a:lnTo>
                  <a:pt x="73902" y="143411"/>
                </a:lnTo>
                <a:lnTo>
                  <a:pt x="67818" y="143411"/>
                </a:lnTo>
                <a:lnTo>
                  <a:pt x="67818" y="137339"/>
                </a:lnTo>
                <a:close/>
                <a:moveTo>
                  <a:pt x="80951" y="137339"/>
                </a:moveTo>
                <a:lnTo>
                  <a:pt x="80951" y="143411"/>
                </a:lnTo>
                <a:lnTo>
                  <a:pt x="74879" y="143411"/>
                </a:lnTo>
                <a:lnTo>
                  <a:pt x="74879" y="137339"/>
                </a:lnTo>
                <a:close/>
                <a:moveTo>
                  <a:pt x="88011" y="137339"/>
                </a:moveTo>
                <a:lnTo>
                  <a:pt x="88011" y="143411"/>
                </a:lnTo>
                <a:lnTo>
                  <a:pt x="81927" y="143411"/>
                </a:lnTo>
                <a:lnTo>
                  <a:pt x="81927" y="137339"/>
                </a:lnTo>
                <a:close/>
                <a:moveTo>
                  <a:pt x="95060" y="137339"/>
                </a:moveTo>
                <a:lnTo>
                  <a:pt x="95060" y="143411"/>
                </a:lnTo>
                <a:lnTo>
                  <a:pt x="88988" y="143411"/>
                </a:lnTo>
                <a:lnTo>
                  <a:pt x="88988" y="137339"/>
                </a:lnTo>
                <a:close/>
                <a:moveTo>
                  <a:pt x="102120" y="137339"/>
                </a:moveTo>
                <a:lnTo>
                  <a:pt x="102120" y="143411"/>
                </a:lnTo>
                <a:lnTo>
                  <a:pt x="96036" y="143411"/>
                </a:lnTo>
                <a:lnTo>
                  <a:pt x="96036" y="137339"/>
                </a:lnTo>
                <a:close/>
                <a:moveTo>
                  <a:pt x="103097" y="137339"/>
                </a:moveTo>
                <a:lnTo>
                  <a:pt x="109169" y="137351"/>
                </a:lnTo>
                <a:lnTo>
                  <a:pt x="109169" y="143411"/>
                </a:lnTo>
                <a:lnTo>
                  <a:pt x="103097" y="143411"/>
                </a:lnTo>
                <a:lnTo>
                  <a:pt x="103097" y="137339"/>
                </a:lnTo>
                <a:close/>
                <a:moveTo>
                  <a:pt x="110157" y="137339"/>
                </a:moveTo>
                <a:lnTo>
                  <a:pt x="116229" y="137351"/>
                </a:lnTo>
                <a:lnTo>
                  <a:pt x="116229" y="143411"/>
                </a:lnTo>
                <a:lnTo>
                  <a:pt x="110157" y="143411"/>
                </a:lnTo>
                <a:lnTo>
                  <a:pt x="110157" y="137339"/>
                </a:lnTo>
                <a:close/>
                <a:moveTo>
                  <a:pt x="123278" y="137339"/>
                </a:moveTo>
                <a:lnTo>
                  <a:pt x="123278" y="143411"/>
                </a:lnTo>
                <a:lnTo>
                  <a:pt x="117205" y="143411"/>
                </a:lnTo>
                <a:lnTo>
                  <a:pt x="117205" y="137339"/>
                </a:lnTo>
                <a:close/>
                <a:moveTo>
                  <a:pt x="130338" y="137339"/>
                </a:moveTo>
                <a:lnTo>
                  <a:pt x="130338" y="143411"/>
                </a:lnTo>
                <a:lnTo>
                  <a:pt x="124254" y="143411"/>
                </a:lnTo>
                <a:lnTo>
                  <a:pt x="124254" y="137339"/>
                </a:lnTo>
                <a:close/>
                <a:moveTo>
                  <a:pt x="137387" y="137339"/>
                </a:moveTo>
                <a:lnTo>
                  <a:pt x="137387" y="143411"/>
                </a:lnTo>
                <a:lnTo>
                  <a:pt x="131314" y="143411"/>
                </a:lnTo>
                <a:lnTo>
                  <a:pt x="131314" y="137339"/>
                </a:lnTo>
                <a:close/>
                <a:moveTo>
                  <a:pt x="144447" y="137339"/>
                </a:moveTo>
                <a:lnTo>
                  <a:pt x="144447" y="143411"/>
                </a:lnTo>
                <a:lnTo>
                  <a:pt x="138375" y="143411"/>
                </a:lnTo>
                <a:lnTo>
                  <a:pt x="138375" y="137339"/>
                </a:lnTo>
                <a:close/>
                <a:moveTo>
                  <a:pt x="151495" y="137339"/>
                </a:moveTo>
                <a:lnTo>
                  <a:pt x="151495" y="143411"/>
                </a:lnTo>
                <a:lnTo>
                  <a:pt x="145423" y="143411"/>
                </a:lnTo>
                <a:lnTo>
                  <a:pt x="145423" y="137339"/>
                </a:lnTo>
                <a:close/>
                <a:moveTo>
                  <a:pt x="158556" y="137339"/>
                </a:moveTo>
                <a:lnTo>
                  <a:pt x="158556" y="143411"/>
                </a:lnTo>
                <a:lnTo>
                  <a:pt x="152484" y="143411"/>
                </a:lnTo>
                <a:lnTo>
                  <a:pt x="152484" y="137339"/>
                </a:lnTo>
                <a:close/>
                <a:moveTo>
                  <a:pt x="165604" y="137339"/>
                </a:moveTo>
                <a:lnTo>
                  <a:pt x="165604" y="143411"/>
                </a:lnTo>
                <a:lnTo>
                  <a:pt x="159532" y="143411"/>
                </a:lnTo>
                <a:lnTo>
                  <a:pt x="159532" y="137339"/>
                </a:lnTo>
                <a:close/>
                <a:moveTo>
                  <a:pt x="172665" y="137339"/>
                </a:moveTo>
                <a:lnTo>
                  <a:pt x="172665" y="143411"/>
                </a:lnTo>
                <a:lnTo>
                  <a:pt x="166581" y="143411"/>
                </a:lnTo>
                <a:lnTo>
                  <a:pt x="166581" y="137339"/>
                </a:lnTo>
                <a:close/>
                <a:moveTo>
                  <a:pt x="179713" y="137339"/>
                </a:moveTo>
                <a:lnTo>
                  <a:pt x="179713" y="143411"/>
                </a:lnTo>
                <a:lnTo>
                  <a:pt x="173641" y="143411"/>
                </a:lnTo>
                <a:lnTo>
                  <a:pt x="173641" y="137339"/>
                </a:lnTo>
                <a:close/>
                <a:moveTo>
                  <a:pt x="186774" y="137339"/>
                </a:moveTo>
                <a:lnTo>
                  <a:pt x="186774" y="143411"/>
                </a:lnTo>
                <a:lnTo>
                  <a:pt x="180702" y="143411"/>
                </a:lnTo>
                <a:lnTo>
                  <a:pt x="180702" y="137339"/>
                </a:lnTo>
                <a:close/>
                <a:moveTo>
                  <a:pt x="193822" y="137339"/>
                </a:moveTo>
                <a:lnTo>
                  <a:pt x="193822" y="143411"/>
                </a:lnTo>
                <a:lnTo>
                  <a:pt x="187750" y="143411"/>
                </a:lnTo>
                <a:lnTo>
                  <a:pt x="187750" y="137339"/>
                </a:lnTo>
                <a:close/>
                <a:moveTo>
                  <a:pt x="200883" y="137339"/>
                </a:moveTo>
                <a:lnTo>
                  <a:pt x="200883" y="143411"/>
                </a:lnTo>
                <a:lnTo>
                  <a:pt x="194810" y="143411"/>
                </a:lnTo>
                <a:lnTo>
                  <a:pt x="194810" y="137339"/>
                </a:lnTo>
                <a:close/>
                <a:moveTo>
                  <a:pt x="207931" y="137339"/>
                </a:moveTo>
                <a:lnTo>
                  <a:pt x="207931" y="143411"/>
                </a:lnTo>
                <a:lnTo>
                  <a:pt x="201859" y="143411"/>
                </a:lnTo>
                <a:lnTo>
                  <a:pt x="201859" y="137339"/>
                </a:lnTo>
                <a:close/>
                <a:moveTo>
                  <a:pt x="214992" y="137339"/>
                </a:moveTo>
                <a:lnTo>
                  <a:pt x="214992" y="143411"/>
                </a:lnTo>
                <a:lnTo>
                  <a:pt x="208919" y="143411"/>
                </a:lnTo>
                <a:lnTo>
                  <a:pt x="208919" y="137339"/>
                </a:lnTo>
                <a:close/>
                <a:moveTo>
                  <a:pt x="222052" y="137339"/>
                </a:moveTo>
                <a:lnTo>
                  <a:pt x="222052" y="143411"/>
                </a:lnTo>
                <a:lnTo>
                  <a:pt x="215968" y="143411"/>
                </a:lnTo>
                <a:lnTo>
                  <a:pt x="215968" y="137339"/>
                </a:lnTo>
                <a:close/>
                <a:moveTo>
                  <a:pt x="229100" y="137339"/>
                </a:moveTo>
                <a:lnTo>
                  <a:pt x="229100" y="143411"/>
                </a:lnTo>
                <a:lnTo>
                  <a:pt x="223028" y="143411"/>
                </a:lnTo>
                <a:lnTo>
                  <a:pt x="223028" y="137339"/>
                </a:lnTo>
                <a:close/>
                <a:moveTo>
                  <a:pt x="236161" y="137339"/>
                </a:moveTo>
                <a:lnTo>
                  <a:pt x="236161" y="143411"/>
                </a:lnTo>
                <a:lnTo>
                  <a:pt x="230077" y="143411"/>
                </a:lnTo>
                <a:lnTo>
                  <a:pt x="230077" y="137339"/>
                </a:lnTo>
                <a:close/>
                <a:moveTo>
                  <a:pt x="243209" y="137339"/>
                </a:moveTo>
                <a:lnTo>
                  <a:pt x="243209" y="143411"/>
                </a:lnTo>
                <a:lnTo>
                  <a:pt x="237137" y="143411"/>
                </a:lnTo>
                <a:lnTo>
                  <a:pt x="237137" y="137339"/>
                </a:lnTo>
                <a:close/>
                <a:moveTo>
                  <a:pt x="250270" y="137339"/>
                </a:moveTo>
                <a:lnTo>
                  <a:pt x="250270" y="143411"/>
                </a:lnTo>
                <a:lnTo>
                  <a:pt x="244198" y="143411"/>
                </a:lnTo>
                <a:lnTo>
                  <a:pt x="244198" y="137339"/>
                </a:lnTo>
                <a:close/>
                <a:moveTo>
                  <a:pt x="257318" y="137339"/>
                </a:moveTo>
                <a:lnTo>
                  <a:pt x="257318" y="143411"/>
                </a:lnTo>
                <a:lnTo>
                  <a:pt x="251246" y="143411"/>
                </a:lnTo>
                <a:lnTo>
                  <a:pt x="251246" y="137339"/>
                </a:lnTo>
                <a:close/>
                <a:moveTo>
                  <a:pt x="264379" y="137339"/>
                </a:moveTo>
                <a:lnTo>
                  <a:pt x="264379" y="143411"/>
                </a:lnTo>
                <a:lnTo>
                  <a:pt x="258306" y="143411"/>
                </a:lnTo>
                <a:lnTo>
                  <a:pt x="258306" y="137339"/>
                </a:lnTo>
                <a:close/>
                <a:moveTo>
                  <a:pt x="271427" y="137339"/>
                </a:moveTo>
                <a:lnTo>
                  <a:pt x="271427" y="143411"/>
                </a:lnTo>
                <a:lnTo>
                  <a:pt x="265355" y="143411"/>
                </a:lnTo>
                <a:lnTo>
                  <a:pt x="265355" y="137339"/>
                </a:lnTo>
                <a:close/>
                <a:moveTo>
                  <a:pt x="278488" y="137339"/>
                </a:moveTo>
                <a:lnTo>
                  <a:pt x="278488" y="143411"/>
                </a:lnTo>
                <a:lnTo>
                  <a:pt x="272415" y="143411"/>
                </a:lnTo>
                <a:lnTo>
                  <a:pt x="272415" y="137339"/>
                </a:lnTo>
                <a:close/>
                <a:moveTo>
                  <a:pt x="17443" y="144399"/>
                </a:moveTo>
                <a:lnTo>
                  <a:pt x="17443" y="150472"/>
                </a:lnTo>
                <a:lnTo>
                  <a:pt x="11371" y="150472"/>
                </a:lnTo>
                <a:lnTo>
                  <a:pt x="11371" y="144399"/>
                </a:lnTo>
                <a:close/>
                <a:moveTo>
                  <a:pt x="24503" y="144399"/>
                </a:moveTo>
                <a:lnTo>
                  <a:pt x="24503" y="150472"/>
                </a:lnTo>
                <a:lnTo>
                  <a:pt x="18431" y="150472"/>
                </a:lnTo>
                <a:lnTo>
                  <a:pt x="18431" y="144399"/>
                </a:lnTo>
                <a:close/>
                <a:moveTo>
                  <a:pt x="31564" y="144399"/>
                </a:moveTo>
                <a:lnTo>
                  <a:pt x="31564" y="150472"/>
                </a:lnTo>
                <a:lnTo>
                  <a:pt x="25492" y="150472"/>
                </a:lnTo>
                <a:lnTo>
                  <a:pt x="25492" y="144399"/>
                </a:lnTo>
                <a:close/>
                <a:moveTo>
                  <a:pt x="38612" y="144399"/>
                </a:moveTo>
                <a:lnTo>
                  <a:pt x="38612" y="150472"/>
                </a:lnTo>
                <a:lnTo>
                  <a:pt x="32540" y="150472"/>
                </a:lnTo>
                <a:lnTo>
                  <a:pt x="32540" y="144399"/>
                </a:lnTo>
                <a:close/>
                <a:moveTo>
                  <a:pt x="45673" y="144399"/>
                </a:moveTo>
                <a:lnTo>
                  <a:pt x="45673" y="150472"/>
                </a:lnTo>
                <a:lnTo>
                  <a:pt x="39601" y="150472"/>
                </a:lnTo>
                <a:lnTo>
                  <a:pt x="39601" y="144399"/>
                </a:lnTo>
                <a:close/>
                <a:moveTo>
                  <a:pt x="52721" y="144399"/>
                </a:moveTo>
                <a:lnTo>
                  <a:pt x="52721" y="150472"/>
                </a:lnTo>
                <a:lnTo>
                  <a:pt x="46649" y="150472"/>
                </a:lnTo>
                <a:lnTo>
                  <a:pt x="46649" y="144399"/>
                </a:lnTo>
                <a:close/>
                <a:moveTo>
                  <a:pt x="59782" y="144399"/>
                </a:moveTo>
                <a:lnTo>
                  <a:pt x="59782" y="150472"/>
                </a:lnTo>
                <a:lnTo>
                  <a:pt x="53709" y="150472"/>
                </a:lnTo>
                <a:lnTo>
                  <a:pt x="53709" y="144399"/>
                </a:lnTo>
                <a:close/>
                <a:moveTo>
                  <a:pt x="66842" y="144387"/>
                </a:moveTo>
                <a:lnTo>
                  <a:pt x="66842" y="150472"/>
                </a:lnTo>
                <a:lnTo>
                  <a:pt x="60758" y="150472"/>
                </a:lnTo>
                <a:lnTo>
                  <a:pt x="60758" y="144399"/>
                </a:lnTo>
                <a:lnTo>
                  <a:pt x="66842" y="144387"/>
                </a:lnTo>
                <a:close/>
                <a:moveTo>
                  <a:pt x="73902" y="144399"/>
                </a:moveTo>
                <a:lnTo>
                  <a:pt x="73902" y="150472"/>
                </a:lnTo>
                <a:lnTo>
                  <a:pt x="67818" y="150472"/>
                </a:lnTo>
                <a:lnTo>
                  <a:pt x="67818" y="144399"/>
                </a:lnTo>
                <a:close/>
                <a:moveTo>
                  <a:pt x="80951" y="144399"/>
                </a:moveTo>
                <a:lnTo>
                  <a:pt x="80951" y="150472"/>
                </a:lnTo>
                <a:lnTo>
                  <a:pt x="74879" y="150472"/>
                </a:lnTo>
                <a:lnTo>
                  <a:pt x="74879" y="144399"/>
                </a:lnTo>
                <a:close/>
                <a:moveTo>
                  <a:pt x="88011" y="144399"/>
                </a:moveTo>
                <a:lnTo>
                  <a:pt x="88011" y="150472"/>
                </a:lnTo>
                <a:lnTo>
                  <a:pt x="81927" y="150472"/>
                </a:lnTo>
                <a:lnTo>
                  <a:pt x="81927" y="144399"/>
                </a:lnTo>
                <a:close/>
                <a:moveTo>
                  <a:pt x="95060" y="144399"/>
                </a:moveTo>
                <a:lnTo>
                  <a:pt x="95060" y="150472"/>
                </a:lnTo>
                <a:lnTo>
                  <a:pt x="88988" y="150472"/>
                </a:lnTo>
                <a:lnTo>
                  <a:pt x="88988" y="144399"/>
                </a:lnTo>
                <a:close/>
                <a:moveTo>
                  <a:pt x="102120" y="144387"/>
                </a:moveTo>
                <a:lnTo>
                  <a:pt x="102120" y="150472"/>
                </a:lnTo>
                <a:lnTo>
                  <a:pt x="96036" y="150472"/>
                </a:lnTo>
                <a:lnTo>
                  <a:pt x="96036" y="144399"/>
                </a:lnTo>
                <a:lnTo>
                  <a:pt x="102120" y="144387"/>
                </a:lnTo>
                <a:close/>
                <a:moveTo>
                  <a:pt x="109169" y="144399"/>
                </a:moveTo>
                <a:lnTo>
                  <a:pt x="109169" y="150472"/>
                </a:lnTo>
                <a:lnTo>
                  <a:pt x="103097" y="150472"/>
                </a:lnTo>
                <a:lnTo>
                  <a:pt x="103097" y="144399"/>
                </a:lnTo>
                <a:close/>
                <a:moveTo>
                  <a:pt x="116229" y="144399"/>
                </a:moveTo>
                <a:lnTo>
                  <a:pt x="116229" y="150472"/>
                </a:lnTo>
                <a:lnTo>
                  <a:pt x="110157" y="150472"/>
                </a:lnTo>
                <a:lnTo>
                  <a:pt x="110157" y="144399"/>
                </a:lnTo>
                <a:close/>
                <a:moveTo>
                  <a:pt x="123278" y="144399"/>
                </a:moveTo>
                <a:lnTo>
                  <a:pt x="123278" y="150472"/>
                </a:lnTo>
                <a:lnTo>
                  <a:pt x="117205" y="150472"/>
                </a:lnTo>
                <a:lnTo>
                  <a:pt x="117205" y="144399"/>
                </a:lnTo>
                <a:close/>
                <a:moveTo>
                  <a:pt x="130338" y="144399"/>
                </a:moveTo>
                <a:lnTo>
                  <a:pt x="130338" y="150472"/>
                </a:lnTo>
                <a:lnTo>
                  <a:pt x="124254" y="150472"/>
                </a:lnTo>
                <a:lnTo>
                  <a:pt x="124254" y="144399"/>
                </a:lnTo>
                <a:close/>
                <a:moveTo>
                  <a:pt x="137387" y="144387"/>
                </a:moveTo>
                <a:lnTo>
                  <a:pt x="137387" y="150472"/>
                </a:lnTo>
                <a:lnTo>
                  <a:pt x="131314" y="150472"/>
                </a:lnTo>
                <a:lnTo>
                  <a:pt x="131314" y="144399"/>
                </a:lnTo>
                <a:lnTo>
                  <a:pt x="137387" y="144387"/>
                </a:lnTo>
                <a:close/>
                <a:moveTo>
                  <a:pt x="144447" y="144399"/>
                </a:moveTo>
                <a:lnTo>
                  <a:pt x="144447" y="150472"/>
                </a:lnTo>
                <a:lnTo>
                  <a:pt x="138375" y="150472"/>
                </a:lnTo>
                <a:lnTo>
                  <a:pt x="138375" y="144399"/>
                </a:lnTo>
                <a:close/>
                <a:moveTo>
                  <a:pt x="151495" y="144399"/>
                </a:moveTo>
                <a:lnTo>
                  <a:pt x="151495" y="150472"/>
                </a:lnTo>
                <a:lnTo>
                  <a:pt x="145423" y="150472"/>
                </a:lnTo>
                <a:lnTo>
                  <a:pt x="145423" y="144399"/>
                </a:lnTo>
                <a:close/>
                <a:moveTo>
                  <a:pt x="158556" y="144399"/>
                </a:moveTo>
                <a:lnTo>
                  <a:pt x="158556" y="150472"/>
                </a:lnTo>
                <a:lnTo>
                  <a:pt x="152484" y="150472"/>
                </a:lnTo>
                <a:lnTo>
                  <a:pt x="152484" y="144399"/>
                </a:lnTo>
                <a:close/>
                <a:moveTo>
                  <a:pt x="165604" y="144399"/>
                </a:moveTo>
                <a:lnTo>
                  <a:pt x="165604" y="150472"/>
                </a:lnTo>
                <a:lnTo>
                  <a:pt x="159532" y="150472"/>
                </a:lnTo>
                <a:lnTo>
                  <a:pt x="159532" y="144399"/>
                </a:lnTo>
                <a:close/>
                <a:moveTo>
                  <a:pt x="172665" y="144399"/>
                </a:moveTo>
                <a:lnTo>
                  <a:pt x="172665" y="150472"/>
                </a:lnTo>
                <a:lnTo>
                  <a:pt x="166581" y="150472"/>
                </a:lnTo>
                <a:lnTo>
                  <a:pt x="166581" y="144399"/>
                </a:lnTo>
                <a:close/>
                <a:moveTo>
                  <a:pt x="179713" y="144399"/>
                </a:moveTo>
                <a:lnTo>
                  <a:pt x="179713" y="150472"/>
                </a:lnTo>
                <a:lnTo>
                  <a:pt x="173641" y="150472"/>
                </a:lnTo>
                <a:lnTo>
                  <a:pt x="173641" y="144399"/>
                </a:lnTo>
                <a:close/>
                <a:moveTo>
                  <a:pt x="186774" y="144399"/>
                </a:moveTo>
                <a:lnTo>
                  <a:pt x="186774" y="150472"/>
                </a:lnTo>
                <a:lnTo>
                  <a:pt x="180702" y="150472"/>
                </a:lnTo>
                <a:lnTo>
                  <a:pt x="180702" y="144399"/>
                </a:lnTo>
                <a:close/>
                <a:moveTo>
                  <a:pt x="193822" y="144399"/>
                </a:moveTo>
                <a:lnTo>
                  <a:pt x="193822" y="150472"/>
                </a:lnTo>
                <a:lnTo>
                  <a:pt x="187750" y="150472"/>
                </a:lnTo>
                <a:lnTo>
                  <a:pt x="187750" y="144399"/>
                </a:lnTo>
                <a:close/>
                <a:moveTo>
                  <a:pt x="200883" y="144399"/>
                </a:moveTo>
                <a:lnTo>
                  <a:pt x="200883" y="150472"/>
                </a:lnTo>
                <a:lnTo>
                  <a:pt x="194810" y="150472"/>
                </a:lnTo>
                <a:lnTo>
                  <a:pt x="194810" y="144399"/>
                </a:lnTo>
                <a:close/>
                <a:moveTo>
                  <a:pt x="207931" y="144399"/>
                </a:moveTo>
                <a:lnTo>
                  <a:pt x="207931" y="150472"/>
                </a:lnTo>
                <a:lnTo>
                  <a:pt x="201859" y="150472"/>
                </a:lnTo>
                <a:lnTo>
                  <a:pt x="201859" y="144399"/>
                </a:lnTo>
                <a:close/>
                <a:moveTo>
                  <a:pt x="214992" y="144399"/>
                </a:moveTo>
                <a:lnTo>
                  <a:pt x="214992" y="150472"/>
                </a:lnTo>
                <a:lnTo>
                  <a:pt x="208919" y="150472"/>
                </a:lnTo>
                <a:lnTo>
                  <a:pt x="208919" y="144399"/>
                </a:lnTo>
                <a:close/>
                <a:moveTo>
                  <a:pt x="222052" y="144399"/>
                </a:moveTo>
                <a:lnTo>
                  <a:pt x="222052" y="150472"/>
                </a:lnTo>
                <a:lnTo>
                  <a:pt x="215968" y="150472"/>
                </a:lnTo>
                <a:lnTo>
                  <a:pt x="215968" y="144399"/>
                </a:lnTo>
                <a:close/>
                <a:moveTo>
                  <a:pt x="229100" y="144399"/>
                </a:moveTo>
                <a:lnTo>
                  <a:pt x="229100" y="150472"/>
                </a:lnTo>
                <a:lnTo>
                  <a:pt x="223028" y="150472"/>
                </a:lnTo>
                <a:lnTo>
                  <a:pt x="223028" y="144399"/>
                </a:lnTo>
                <a:close/>
                <a:moveTo>
                  <a:pt x="236161" y="144399"/>
                </a:moveTo>
                <a:lnTo>
                  <a:pt x="236161" y="150472"/>
                </a:lnTo>
                <a:lnTo>
                  <a:pt x="230077" y="150472"/>
                </a:lnTo>
                <a:lnTo>
                  <a:pt x="230077" y="144399"/>
                </a:lnTo>
                <a:close/>
                <a:moveTo>
                  <a:pt x="243209" y="144399"/>
                </a:moveTo>
                <a:lnTo>
                  <a:pt x="243209" y="150472"/>
                </a:lnTo>
                <a:lnTo>
                  <a:pt x="237137" y="150472"/>
                </a:lnTo>
                <a:lnTo>
                  <a:pt x="237137" y="144399"/>
                </a:lnTo>
                <a:close/>
                <a:moveTo>
                  <a:pt x="250270" y="144399"/>
                </a:moveTo>
                <a:lnTo>
                  <a:pt x="250270" y="150472"/>
                </a:lnTo>
                <a:lnTo>
                  <a:pt x="244198" y="150472"/>
                </a:lnTo>
                <a:lnTo>
                  <a:pt x="244198" y="144399"/>
                </a:lnTo>
                <a:close/>
                <a:moveTo>
                  <a:pt x="257318" y="144399"/>
                </a:moveTo>
                <a:lnTo>
                  <a:pt x="257318" y="150472"/>
                </a:lnTo>
                <a:lnTo>
                  <a:pt x="251246" y="150472"/>
                </a:lnTo>
                <a:lnTo>
                  <a:pt x="251246" y="144399"/>
                </a:lnTo>
                <a:close/>
                <a:moveTo>
                  <a:pt x="264379" y="144399"/>
                </a:moveTo>
                <a:lnTo>
                  <a:pt x="264379" y="150472"/>
                </a:lnTo>
                <a:lnTo>
                  <a:pt x="258306" y="150472"/>
                </a:lnTo>
                <a:lnTo>
                  <a:pt x="258306" y="144399"/>
                </a:lnTo>
                <a:close/>
                <a:moveTo>
                  <a:pt x="271427" y="144399"/>
                </a:moveTo>
                <a:lnTo>
                  <a:pt x="271427" y="150472"/>
                </a:lnTo>
                <a:lnTo>
                  <a:pt x="265355" y="150472"/>
                </a:lnTo>
                <a:lnTo>
                  <a:pt x="265355" y="144399"/>
                </a:lnTo>
                <a:close/>
                <a:moveTo>
                  <a:pt x="278488" y="144399"/>
                </a:moveTo>
                <a:lnTo>
                  <a:pt x="278488" y="150472"/>
                </a:lnTo>
                <a:lnTo>
                  <a:pt x="272415" y="150472"/>
                </a:lnTo>
                <a:lnTo>
                  <a:pt x="272415" y="144399"/>
                </a:lnTo>
                <a:close/>
                <a:moveTo>
                  <a:pt x="17443" y="151448"/>
                </a:moveTo>
                <a:lnTo>
                  <a:pt x="17443" y="157520"/>
                </a:lnTo>
                <a:lnTo>
                  <a:pt x="11371" y="157520"/>
                </a:lnTo>
                <a:lnTo>
                  <a:pt x="11371" y="151448"/>
                </a:lnTo>
                <a:close/>
                <a:moveTo>
                  <a:pt x="24503" y="151448"/>
                </a:moveTo>
                <a:lnTo>
                  <a:pt x="24503" y="157520"/>
                </a:lnTo>
                <a:lnTo>
                  <a:pt x="18431" y="157520"/>
                </a:lnTo>
                <a:lnTo>
                  <a:pt x="18431" y="151448"/>
                </a:lnTo>
                <a:close/>
                <a:moveTo>
                  <a:pt x="31564" y="151448"/>
                </a:moveTo>
                <a:lnTo>
                  <a:pt x="31564" y="157520"/>
                </a:lnTo>
                <a:lnTo>
                  <a:pt x="25492" y="157520"/>
                </a:lnTo>
                <a:lnTo>
                  <a:pt x="25492" y="151448"/>
                </a:lnTo>
                <a:close/>
                <a:moveTo>
                  <a:pt x="38612" y="151448"/>
                </a:moveTo>
                <a:lnTo>
                  <a:pt x="38612" y="157520"/>
                </a:lnTo>
                <a:lnTo>
                  <a:pt x="32540" y="157520"/>
                </a:lnTo>
                <a:lnTo>
                  <a:pt x="32540" y="151448"/>
                </a:lnTo>
                <a:close/>
                <a:moveTo>
                  <a:pt x="45673" y="151448"/>
                </a:moveTo>
                <a:lnTo>
                  <a:pt x="45673" y="157520"/>
                </a:lnTo>
                <a:lnTo>
                  <a:pt x="39601" y="157520"/>
                </a:lnTo>
                <a:lnTo>
                  <a:pt x="39601" y="151448"/>
                </a:lnTo>
                <a:close/>
                <a:moveTo>
                  <a:pt x="52721" y="151448"/>
                </a:moveTo>
                <a:lnTo>
                  <a:pt x="52721" y="157520"/>
                </a:lnTo>
                <a:lnTo>
                  <a:pt x="46649" y="157520"/>
                </a:lnTo>
                <a:lnTo>
                  <a:pt x="46649" y="151448"/>
                </a:lnTo>
                <a:close/>
                <a:moveTo>
                  <a:pt x="59782" y="151448"/>
                </a:moveTo>
                <a:lnTo>
                  <a:pt x="59782" y="157520"/>
                </a:lnTo>
                <a:lnTo>
                  <a:pt x="53709" y="157520"/>
                </a:lnTo>
                <a:lnTo>
                  <a:pt x="53709" y="151448"/>
                </a:lnTo>
                <a:close/>
                <a:moveTo>
                  <a:pt x="66842" y="151448"/>
                </a:moveTo>
                <a:lnTo>
                  <a:pt x="66842" y="157520"/>
                </a:lnTo>
                <a:lnTo>
                  <a:pt x="60758" y="157520"/>
                </a:lnTo>
                <a:lnTo>
                  <a:pt x="60758" y="151448"/>
                </a:lnTo>
                <a:close/>
                <a:moveTo>
                  <a:pt x="88011" y="151448"/>
                </a:moveTo>
                <a:lnTo>
                  <a:pt x="88011" y="157520"/>
                </a:lnTo>
                <a:lnTo>
                  <a:pt x="81927" y="157520"/>
                </a:lnTo>
                <a:lnTo>
                  <a:pt x="81927" y="151448"/>
                </a:lnTo>
                <a:close/>
                <a:moveTo>
                  <a:pt x="95060" y="151448"/>
                </a:moveTo>
                <a:lnTo>
                  <a:pt x="95060" y="157520"/>
                </a:lnTo>
                <a:lnTo>
                  <a:pt x="88988" y="157520"/>
                </a:lnTo>
                <a:lnTo>
                  <a:pt x="88988" y="151448"/>
                </a:lnTo>
                <a:close/>
                <a:moveTo>
                  <a:pt x="102120" y="151448"/>
                </a:moveTo>
                <a:lnTo>
                  <a:pt x="102120" y="157520"/>
                </a:lnTo>
                <a:lnTo>
                  <a:pt x="96036" y="157520"/>
                </a:lnTo>
                <a:lnTo>
                  <a:pt x="96036" y="151448"/>
                </a:lnTo>
                <a:close/>
                <a:moveTo>
                  <a:pt x="123278" y="151448"/>
                </a:moveTo>
                <a:lnTo>
                  <a:pt x="123278" y="157520"/>
                </a:lnTo>
                <a:lnTo>
                  <a:pt x="117205" y="157520"/>
                </a:lnTo>
                <a:lnTo>
                  <a:pt x="117205" y="151448"/>
                </a:lnTo>
                <a:close/>
                <a:moveTo>
                  <a:pt x="130338" y="151448"/>
                </a:moveTo>
                <a:lnTo>
                  <a:pt x="130338" y="157520"/>
                </a:lnTo>
                <a:lnTo>
                  <a:pt x="124254" y="157520"/>
                </a:lnTo>
                <a:lnTo>
                  <a:pt x="124254" y="151448"/>
                </a:lnTo>
                <a:close/>
                <a:moveTo>
                  <a:pt x="137387" y="151448"/>
                </a:moveTo>
                <a:lnTo>
                  <a:pt x="137387" y="157520"/>
                </a:lnTo>
                <a:lnTo>
                  <a:pt x="131314" y="157520"/>
                </a:lnTo>
                <a:lnTo>
                  <a:pt x="131314" y="151448"/>
                </a:lnTo>
                <a:close/>
                <a:moveTo>
                  <a:pt x="144447" y="151448"/>
                </a:moveTo>
                <a:lnTo>
                  <a:pt x="144447" y="157520"/>
                </a:lnTo>
                <a:lnTo>
                  <a:pt x="138375" y="157520"/>
                </a:lnTo>
                <a:lnTo>
                  <a:pt x="138375" y="151448"/>
                </a:lnTo>
                <a:close/>
                <a:moveTo>
                  <a:pt x="151495" y="151448"/>
                </a:moveTo>
                <a:lnTo>
                  <a:pt x="151495" y="157520"/>
                </a:lnTo>
                <a:lnTo>
                  <a:pt x="145423" y="157520"/>
                </a:lnTo>
                <a:lnTo>
                  <a:pt x="145423" y="151448"/>
                </a:lnTo>
                <a:close/>
                <a:moveTo>
                  <a:pt x="158556" y="151448"/>
                </a:moveTo>
                <a:lnTo>
                  <a:pt x="158556" y="157520"/>
                </a:lnTo>
                <a:lnTo>
                  <a:pt x="152484" y="157520"/>
                </a:lnTo>
                <a:lnTo>
                  <a:pt x="152484" y="151448"/>
                </a:lnTo>
                <a:close/>
                <a:moveTo>
                  <a:pt x="165604" y="151448"/>
                </a:moveTo>
                <a:lnTo>
                  <a:pt x="165604" y="157520"/>
                </a:lnTo>
                <a:lnTo>
                  <a:pt x="159532" y="157520"/>
                </a:lnTo>
                <a:lnTo>
                  <a:pt x="159532" y="151448"/>
                </a:lnTo>
                <a:close/>
                <a:moveTo>
                  <a:pt x="172665" y="151448"/>
                </a:moveTo>
                <a:lnTo>
                  <a:pt x="172665" y="157520"/>
                </a:lnTo>
                <a:lnTo>
                  <a:pt x="166581" y="157520"/>
                </a:lnTo>
                <a:lnTo>
                  <a:pt x="166581" y="151448"/>
                </a:lnTo>
                <a:close/>
                <a:moveTo>
                  <a:pt x="179713" y="151448"/>
                </a:moveTo>
                <a:lnTo>
                  <a:pt x="179713" y="157520"/>
                </a:lnTo>
                <a:lnTo>
                  <a:pt x="173641" y="157520"/>
                </a:lnTo>
                <a:lnTo>
                  <a:pt x="173641" y="151448"/>
                </a:lnTo>
                <a:close/>
                <a:moveTo>
                  <a:pt x="186774" y="151448"/>
                </a:moveTo>
                <a:lnTo>
                  <a:pt x="186774" y="157520"/>
                </a:lnTo>
                <a:lnTo>
                  <a:pt x="180702" y="157520"/>
                </a:lnTo>
                <a:lnTo>
                  <a:pt x="180702" y="151448"/>
                </a:lnTo>
                <a:close/>
                <a:moveTo>
                  <a:pt x="193822" y="151448"/>
                </a:moveTo>
                <a:lnTo>
                  <a:pt x="193822" y="157520"/>
                </a:lnTo>
                <a:lnTo>
                  <a:pt x="187750" y="157520"/>
                </a:lnTo>
                <a:lnTo>
                  <a:pt x="187750" y="151448"/>
                </a:lnTo>
                <a:close/>
                <a:moveTo>
                  <a:pt x="200883" y="151448"/>
                </a:moveTo>
                <a:lnTo>
                  <a:pt x="200883" y="157520"/>
                </a:lnTo>
                <a:lnTo>
                  <a:pt x="194810" y="157520"/>
                </a:lnTo>
                <a:lnTo>
                  <a:pt x="194810" y="151448"/>
                </a:lnTo>
                <a:close/>
                <a:moveTo>
                  <a:pt x="207931" y="151448"/>
                </a:moveTo>
                <a:lnTo>
                  <a:pt x="207931" y="157520"/>
                </a:lnTo>
                <a:lnTo>
                  <a:pt x="201859" y="157520"/>
                </a:lnTo>
                <a:lnTo>
                  <a:pt x="201859" y="151448"/>
                </a:lnTo>
                <a:close/>
                <a:moveTo>
                  <a:pt x="214992" y="151448"/>
                </a:moveTo>
                <a:lnTo>
                  <a:pt x="214992" y="157520"/>
                </a:lnTo>
                <a:lnTo>
                  <a:pt x="208919" y="157520"/>
                </a:lnTo>
                <a:lnTo>
                  <a:pt x="208919" y="151448"/>
                </a:lnTo>
                <a:close/>
                <a:moveTo>
                  <a:pt x="222052" y="151448"/>
                </a:moveTo>
                <a:lnTo>
                  <a:pt x="222052" y="157520"/>
                </a:lnTo>
                <a:lnTo>
                  <a:pt x="215968" y="157520"/>
                </a:lnTo>
                <a:lnTo>
                  <a:pt x="215968" y="151448"/>
                </a:lnTo>
                <a:close/>
                <a:moveTo>
                  <a:pt x="229100" y="151448"/>
                </a:moveTo>
                <a:lnTo>
                  <a:pt x="229100" y="157520"/>
                </a:lnTo>
                <a:lnTo>
                  <a:pt x="223028" y="157520"/>
                </a:lnTo>
                <a:lnTo>
                  <a:pt x="223028" y="151448"/>
                </a:lnTo>
                <a:close/>
                <a:moveTo>
                  <a:pt x="236161" y="151448"/>
                </a:moveTo>
                <a:lnTo>
                  <a:pt x="236161" y="157520"/>
                </a:lnTo>
                <a:lnTo>
                  <a:pt x="230077" y="157520"/>
                </a:lnTo>
                <a:lnTo>
                  <a:pt x="230077" y="151448"/>
                </a:lnTo>
                <a:close/>
                <a:moveTo>
                  <a:pt x="243209" y="151448"/>
                </a:moveTo>
                <a:lnTo>
                  <a:pt x="243209" y="157520"/>
                </a:lnTo>
                <a:lnTo>
                  <a:pt x="237137" y="157520"/>
                </a:lnTo>
                <a:lnTo>
                  <a:pt x="237137" y="151448"/>
                </a:lnTo>
                <a:close/>
                <a:moveTo>
                  <a:pt x="250270" y="151448"/>
                </a:moveTo>
                <a:lnTo>
                  <a:pt x="250270" y="157520"/>
                </a:lnTo>
                <a:lnTo>
                  <a:pt x="244198" y="157520"/>
                </a:lnTo>
                <a:lnTo>
                  <a:pt x="244198" y="151448"/>
                </a:lnTo>
                <a:close/>
                <a:moveTo>
                  <a:pt x="257318" y="151448"/>
                </a:moveTo>
                <a:lnTo>
                  <a:pt x="257318" y="157520"/>
                </a:lnTo>
                <a:lnTo>
                  <a:pt x="251246" y="157520"/>
                </a:lnTo>
                <a:lnTo>
                  <a:pt x="251246" y="151448"/>
                </a:lnTo>
                <a:close/>
                <a:moveTo>
                  <a:pt x="264379" y="151448"/>
                </a:moveTo>
                <a:lnTo>
                  <a:pt x="264379" y="157520"/>
                </a:lnTo>
                <a:lnTo>
                  <a:pt x="258306" y="157520"/>
                </a:lnTo>
                <a:lnTo>
                  <a:pt x="258306" y="151448"/>
                </a:lnTo>
                <a:close/>
                <a:moveTo>
                  <a:pt x="271427" y="151448"/>
                </a:moveTo>
                <a:lnTo>
                  <a:pt x="271427" y="157520"/>
                </a:lnTo>
                <a:lnTo>
                  <a:pt x="265355" y="157520"/>
                </a:lnTo>
                <a:lnTo>
                  <a:pt x="265355" y="151448"/>
                </a:lnTo>
                <a:close/>
                <a:moveTo>
                  <a:pt x="278488" y="151448"/>
                </a:moveTo>
                <a:lnTo>
                  <a:pt x="278488" y="157520"/>
                </a:lnTo>
                <a:lnTo>
                  <a:pt x="272415" y="157520"/>
                </a:lnTo>
                <a:lnTo>
                  <a:pt x="272415" y="151448"/>
                </a:lnTo>
                <a:close/>
                <a:moveTo>
                  <a:pt x="73902" y="151448"/>
                </a:moveTo>
                <a:lnTo>
                  <a:pt x="73902" y="157532"/>
                </a:lnTo>
                <a:lnTo>
                  <a:pt x="67818" y="157532"/>
                </a:lnTo>
                <a:lnTo>
                  <a:pt x="67818" y="151448"/>
                </a:lnTo>
                <a:close/>
                <a:moveTo>
                  <a:pt x="80951" y="151448"/>
                </a:moveTo>
                <a:lnTo>
                  <a:pt x="80951" y="157532"/>
                </a:lnTo>
                <a:lnTo>
                  <a:pt x="74879" y="157532"/>
                </a:lnTo>
                <a:lnTo>
                  <a:pt x="74879" y="151448"/>
                </a:lnTo>
                <a:close/>
                <a:moveTo>
                  <a:pt x="103097" y="151448"/>
                </a:moveTo>
                <a:lnTo>
                  <a:pt x="109169" y="151460"/>
                </a:lnTo>
                <a:lnTo>
                  <a:pt x="109169" y="157532"/>
                </a:lnTo>
                <a:lnTo>
                  <a:pt x="103097" y="157532"/>
                </a:lnTo>
                <a:lnTo>
                  <a:pt x="103097" y="151448"/>
                </a:lnTo>
                <a:close/>
                <a:moveTo>
                  <a:pt x="110157" y="151448"/>
                </a:moveTo>
                <a:lnTo>
                  <a:pt x="116229" y="151460"/>
                </a:lnTo>
                <a:lnTo>
                  <a:pt x="116229" y="157532"/>
                </a:lnTo>
                <a:lnTo>
                  <a:pt x="110157" y="157532"/>
                </a:lnTo>
                <a:lnTo>
                  <a:pt x="110157" y="151448"/>
                </a:lnTo>
                <a:close/>
                <a:moveTo>
                  <a:pt x="17443" y="158508"/>
                </a:moveTo>
                <a:lnTo>
                  <a:pt x="17443" y="164580"/>
                </a:lnTo>
                <a:lnTo>
                  <a:pt x="11371" y="164580"/>
                </a:lnTo>
                <a:lnTo>
                  <a:pt x="11371" y="158508"/>
                </a:lnTo>
                <a:close/>
                <a:moveTo>
                  <a:pt x="24503" y="158508"/>
                </a:moveTo>
                <a:lnTo>
                  <a:pt x="24503" y="164580"/>
                </a:lnTo>
                <a:lnTo>
                  <a:pt x="18431" y="164580"/>
                </a:lnTo>
                <a:lnTo>
                  <a:pt x="18431" y="158508"/>
                </a:lnTo>
                <a:close/>
                <a:moveTo>
                  <a:pt x="31564" y="158508"/>
                </a:moveTo>
                <a:lnTo>
                  <a:pt x="31564" y="164580"/>
                </a:lnTo>
                <a:lnTo>
                  <a:pt x="25492" y="164580"/>
                </a:lnTo>
                <a:lnTo>
                  <a:pt x="25492" y="158508"/>
                </a:lnTo>
                <a:close/>
                <a:moveTo>
                  <a:pt x="38612" y="158508"/>
                </a:moveTo>
                <a:lnTo>
                  <a:pt x="38612" y="164580"/>
                </a:lnTo>
                <a:lnTo>
                  <a:pt x="32540" y="164580"/>
                </a:lnTo>
                <a:lnTo>
                  <a:pt x="32540" y="158508"/>
                </a:lnTo>
                <a:close/>
                <a:moveTo>
                  <a:pt x="45673" y="158508"/>
                </a:moveTo>
                <a:lnTo>
                  <a:pt x="45673" y="164580"/>
                </a:lnTo>
                <a:lnTo>
                  <a:pt x="39601" y="164580"/>
                </a:lnTo>
                <a:lnTo>
                  <a:pt x="39601" y="158508"/>
                </a:lnTo>
                <a:close/>
                <a:moveTo>
                  <a:pt x="52721" y="158508"/>
                </a:moveTo>
                <a:lnTo>
                  <a:pt x="52721" y="164580"/>
                </a:lnTo>
                <a:lnTo>
                  <a:pt x="46649" y="164580"/>
                </a:lnTo>
                <a:lnTo>
                  <a:pt x="46649" y="158508"/>
                </a:lnTo>
                <a:close/>
                <a:moveTo>
                  <a:pt x="59782" y="158508"/>
                </a:moveTo>
                <a:lnTo>
                  <a:pt x="59782" y="164580"/>
                </a:lnTo>
                <a:lnTo>
                  <a:pt x="53709" y="164580"/>
                </a:lnTo>
                <a:lnTo>
                  <a:pt x="53709" y="158508"/>
                </a:lnTo>
                <a:close/>
                <a:moveTo>
                  <a:pt x="66842" y="158508"/>
                </a:moveTo>
                <a:lnTo>
                  <a:pt x="66842" y="164580"/>
                </a:lnTo>
                <a:lnTo>
                  <a:pt x="60758" y="164580"/>
                </a:lnTo>
                <a:lnTo>
                  <a:pt x="60758" y="158508"/>
                </a:lnTo>
                <a:close/>
                <a:moveTo>
                  <a:pt x="73902" y="158508"/>
                </a:moveTo>
                <a:lnTo>
                  <a:pt x="73902" y="164580"/>
                </a:lnTo>
                <a:lnTo>
                  <a:pt x="67818" y="164580"/>
                </a:lnTo>
                <a:lnTo>
                  <a:pt x="67818" y="158508"/>
                </a:lnTo>
                <a:close/>
                <a:moveTo>
                  <a:pt x="80951" y="158508"/>
                </a:moveTo>
                <a:lnTo>
                  <a:pt x="80951" y="164580"/>
                </a:lnTo>
                <a:lnTo>
                  <a:pt x="74879" y="164580"/>
                </a:lnTo>
                <a:lnTo>
                  <a:pt x="74879" y="158508"/>
                </a:lnTo>
                <a:close/>
                <a:moveTo>
                  <a:pt x="88011" y="158508"/>
                </a:moveTo>
                <a:lnTo>
                  <a:pt x="88011" y="164580"/>
                </a:lnTo>
                <a:lnTo>
                  <a:pt x="81927" y="164580"/>
                </a:lnTo>
                <a:lnTo>
                  <a:pt x="81927" y="158508"/>
                </a:lnTo>
                <a:close/>
                <a:moveTo>
                  <a:pt x="95060" y="158508"/>
                </a:moveTo>
                <a:lnTo>
                  <a:pt x="95060" y="164580"/>
                </a:lnTo>
                <a:lnTo>
                  <a:pt x="88988" y="164580"/>
                </a:lnTo>
                <a:lnTo>
                  <a:pt x="88988" y="158508"/>
                </a:lnTo>
                <a:close/>
                <a:moveTo>
                  <a:pt x="102120" y="158508"/>
                </a:moveTo>
                <a:lnTo>
                  <a:pt x="102120" y="164580"/>
                </a:lnTo>
                <a:lnTo>
                  <a:pt x="96036" y="164580"/>
                </a:lnTo>
                <a:lnTo>
                  <a:pt x="96036" y="158508"/>
                </a:lnTo>
                <a:close/>
                <a:moveTo>
                  <a:pt x="109169" y="158508"/>
                </a:moveTo>
                <a:lnTo>
                  <a:pt x="109169" y="164580"/>
                </a:lnTo>
                <a:lnTo>
                  <a:pt x="103097" y="164580"/>
                </a:lnTo>
                <a:lnTo>
                  <a:pt x="103097" y="158508"/>
                </a:lnTo>
                <a:close/>
                <a:moveTo>
                  <a:pt x="116229" y="158508"/>
                </a:moveTo>
                <a:lnTo>
                  <a:pt x="116229" y="164580"/>
                </a:lnTo>
                <a:lnTo>
                  <a:pt x="110157" y="164580"/>
                </a:lnTo>
                <a:lnTo>
                  <a:pt x="110157" y="158508"/>
                </a:lnTo>
                <a:close/>
                <a:moveTo>
                  <a:pt x="123278" y="158508"/>
                </a:moveTo>
                <a:lnTo>
                  <a:pt x="123278" y="164580"/>
                </a:lnTo>
                <a:lnTo>
                  <a:pt x="117205" y="164580"/>
                </a:lnTo>
                <a:lnTo>
                  <a:pt x="117205" y="158508"/>
                </a:lnTo>
                <a:close/>
                <a:moveTo>
                  <a:pt x="130338" y="158508"/>
                </a:moveTo>
                <a:lnTo>
                  <a:pt x="130338" y="164580"/>
                </a:lnTo>
                <a:lnTo>
                  <a:pt x="124254" y="164580"/>
                </a:lnTo>
                <a:lnTo>
                  <a:pt x="124254" y="158508"/>
                </a:lnTo>
                <a:close/>
                <a:moveTo>
                  <a:pt x="137387" y="158508"/>
                </a:moveTo>
                <a:lnTo>
                  <a:pt x="137387" y="164580"/>
                </a:lnTo>
                <a:lnTo>
                  <a:pt x="131314" y="164580"/>
                </a:lnTo>
                <a:lnTo>
                  <a:pt x="131314" y="158508"/>
                </a:lnTo>
                <a:close/>
                <a:moveTo>
                  <a:pt x="144447" y="158508"/>
                </a:moveTo>
                <a:lnTo>
                  <a:pt x="144447" y="164580"/>
                </a:lnTo>
                <a:lnTo>
                  <a:pt x="138375" y="164580"/>
                </a:lnTo>
                <a:lnTo>
                  <a:pt x="138375" y="158508"/>
                </a:lnTo>
                <a:close/>
                <a:moveTo>
                  <a:pt x="151495" y="158508"/>
                </a:moveTo>
                <a:lnTo>
                  <a:pt x="151495" y="164580"/>
                </a:lnTo>
                <a:lnTo>
                  <a:pt x="145423" y="164580"/>
                </a:lnTo>
                <a:lnTo>
                  <a:pt x="145423" y="158508"/>
                </a:lnTo>
                <a:close/>
                <a:moveTo>
                  <a:pt x="158556" y="158508"/>
                </a:moveTo>
                <a:lnTo>
                  <a:pt x="158556" y="164580"/>
                </a:lnTo>
                <a:lnTo>
                  <a:pt x="152484" y="164580"/>
                </a:lnTo>
                <a:lnTo>
                  <a:pt x="152484" y="158508"/>
                </a:lnTo>
                <a:close/>
                <a:moveTo>
                  <a:pt x="165604" y="158508"/>
                </a:moveTo>
                <a:lnTo>
                  <a:pt x="165604" y="164580"/>
                </a:lnTo>
                <a:lnTo>
                  <a:pt x="159532" y="164580"/>
                </a:lnTo>
                <a:lnTo>
                  <a:pt x="159532" y="158508"/>
                </a:lnTo>
                <a:close/>
                <a:moveTo>
                  <a:pt x="172665" y="158508"/>
                </a:moveTo>
                <a:lnTo>
                  <a:pt x="172665" y="164580"/>
                </a:lnTo>
                <a:lnTo>
                  <a:pt x="166581" y="164580"/>
                </a:lnTo>
                <a:lnTo>
                  <a:pt x="166581" y="158508"/>
                </a:lnTo>
                <a:close/>
                <a:moveTo>
                  <a:pt x="179713" y="158508"/>
                </a:moveTo>
                <a:lnTo>
                  <a:pt x="179713" y="164580"/>
                </a:lnTo>
                <a:lnTo>
                  <a:pt x="173641" y="164580"/>
                </a:lnTo>
                <a:lnTo>
                  <a:pt x="173641" y="158508"/>
                </a:lnTo>
                <a:close/>
                <a:moveTo>
                  <a:pt x="186774" y="158508"/>
                </a:moveTo>
                <a:lnTo>
                  <a:pt x="186774" y="164580"/>
                </a:lnTo>
                <a:lnTo>
                  <a:pt x="180702" y="164580"/>
                </a:lnTo>
                <a:lnTo>
                  <a:pt x="180702" y="158508"/>
                </a:lnTo>
                <a:close/>
                <a:moveTo>
                  <a:pt x="193822" y="158508"/>
                </a:moveTo>
                <a:lnTo>
                  <a:pt x="193822" y="164580"/>
                </a:lnTo>
                <a:lnTo>
                  <a:pt x="187750" y="164580"/>
                </a:lnTo>
                <a:lnTo>
                  <a:pt x="187750" y="158508"/>
                </a:lnTo>
                <a:close/>
                <a:moveTo>
                  <a:pt x="200883" y="158508"/>
                </a:moveTo>
                <a:lnTo>
                  <a:pt x="200883" y="164580"/>
                </a:lnTo>
                <a:lnTo>
                  <a:pt x="194810" y="164580"/>
                </a:lnTo>
                <a:lnTo>
                  <a:pt x="194810" y="158508"/>
                </a:lnTo>
                <a:close/>
                <a:moveTo>
                  <a:pt x="207931" y="158508"/>
                </a:moveTo>
                <a:lnTo>
                  <a:pt x="207931" y="164580"/>
                </a:lnTo>
                <a:lnTo>
                  <a:pt x="201859" y="164580"/>
                </a:lnTo>
                <a:lnTo>
                  <a:pt x="201859" y="158508"/>
                </a:lnTo>
                <a:close/>
                <a:moveTo>
                  <a:pt x="214992" y="158508"/>
                </a:moveTo>
                <a:lnTo>
                  <a:pt x="214992" y="164580"/>
                </a:lnTo>
                <a:lnTo>
                  <a:pt x="208919" y="164580"/>
                </a:lnTo>
                <a:lnTo>
                  <a:pt x="208919" y="158508"/>
                </a:lnTo>
                <a:close/>
                <a:moveTo>
                  <a:pt x="222052" y="158508"/>
                </a:moveTo>
                <a:lnTo>
                  <a:pt x="222052" y="164580"/>
                </a:lnTo>
                <a:lnTo>
                  <a:pt x="215968" y="164580"/>
                </a:lnTo>
                <a:lnTo>
                  <a:pt x="215968" y="158508"/>
                </a:lnTo>
                <a:close/>
                <a:moveTo>
                  <a:pt x="229100" y="158508"/>
                </a:moveTo>
                <a:lnTo>
                  <a:pt x="229100" y="164580"/>
                </a:lnTo>
                <a:lnTo>
                  <a:pt x="223028" y="164580"/>
                </a:lnTo>
                <a:lnTo>
                  <a:pt x="223028" y="158508"/>
                </a:lnTo>
                <a:close/>
                <a:moveTo>
                  <a:pt x="236161" y="158508"/>
                </a:moveTo>
                <a:lnTo>
                  <a:pt x="236161" y="164580"/>
                </a:lnTo>
                <a:lnTo>
                  <a:pt x="230077" y="164580"/>
                </a:lnTo>
                <a:lnTo>
                  <a:pt x="230077" y="158508"/>
                </a:lnTo>
                <a:close/>
                <a:moveTo>
                  <a:pt x="243209" y="158508"/>
                </a:moveTo>
                <a:lnTo>
                  <a:pt x="243209" y="164580"/>
                </a:lnTo>
                <a:lnTo>
                  <a:pt x="237137" y="164580"/>
                </a:lnTo>
                <a:lnTo>
                  <a:pt x="237137" y="158508"/>
                </a:lnTo>
                <a:close/>
                <a:moveTo>
                  <a:pt x="250270" y="158508"/>
                </a:moveTo>
                <a:lnTo>
                  <a:pt x="250270" y="164580"/>
                </a:lnTo>
                <a:lnTo>
                  <a:pt x="244198" y="164580"/>
                </a:lnTo>
                <a:lnTo>
                  <a:pt x="244198" y="158508"/>
                </a:lnTo>
                <a:close/>
                <a:moveTo>
                  <a:pt x="257318" y="158508"/>
                </a:moveTo>
                <a:lnTo>
                  <a:pt x="257318" y="164580"/>
                </a:lnTo>
                <a:lnTo>
                  <a:pt x="251246" y="164580"/>
                </a:lnTo>
                <a:lnTo>
                  <a:pt x="251246" y="158508"/>
                </a:lnTo>
                <a:close/>
                <a:moveTo>
                  <a:pt x="264379" y="158508"/>
                </a:moveTo>
                <a:lnTo>
                  <a:pt x="264379" y="164580"/>
                </a:lnTo>
                <a:lnTo>
                  <a:pt x="258306" y="164580"/>
                </a:lnTo>
                <a:lnTo>
                  <a:pt x="258306" y="158508"/>
                </a:lnTo>
                <a:close/>
                <a:moveTo>
                  <a:pt x="271427" y="158508"/>
                </a:moveTo>
                <a:lnTo>
                  <a:pt x="271427" y="164580"/>
                </a:lnTo>
                <a:lnTo>
                  <a:pt x="265355" y="164580"/>
                </a:lnTo>
                <a:lnTo>
                  <a:pt x="265355" y="158508"/>
                </a:lnTo>
                <a:close/>
                <a:moveTo>
                  <a:pt x="278488" y="158508"/>
                </a:moveTo>
                <a:lnTo>
                  <a:pt x="278488" y="164580"/>
                </a:lnTo>
                <a:lnTo>
                  <a:pt x="272415" y="164580"/>
                </a:lnTo>
                <a:lnTo>
                  <a:pt x="272415" y="158508"/>
                </a:lnTo>
                <a:close/>
                <a:moveTo>
                  <a:pt x="10395" y="1"/>
                </a:moveTo>
                <a:lnTo>
                  <a:pt x="10395" y="2310"/>
                </a:lnTo>
                <a:lnTo>
                  <a:pt x="0" y="2310"/>
                </a:lnTo>
                <a:lnTo>
                  <a:pt x="0" y="3287"/>
                </a:lnTo>
                <a:lnTo>
                  <a:pt x="10395" y="3287"/>
                </a:lnTo>
                <a:lnTo>
                  <a:pt x="10395" y="9371"/>
                </a:lnTo>
                <a:lnTo>
                  <a:pt x="0" y="9371"/>
                </a:lnTo>
                <a:lnTo>
                  <a:pt x="0" y="10347"/>
                </a:lnTo>
                <a:lnTo>
                  <a:pt x="10395" y="10347"/>
                </a:lnTo>
                <a:lnTo>
                  <a:pt x="10395" y="16419"/>
                </a:lnTo>
                <a:lnTo>
                  <a:pt x="0" y="16419"/>
                </a:lnTo>
                <a:lnTo>
                  <a:pt x="0" y="17408"/>
                </a:lnTo>
                <a:lnTo>
                  <a:pt x="10395" y="17408"/>
                </a:lnTo>
                <a:lnTo>
                  <a:pt x="10395" y="23480"/>
                </a:lnTo>
                <a:lnTo>
                  <a:pt x="0" y="23480"/>
                </a:lnTo>
                <a:lnTo>
                  <a:pt x="0" y="24456"/>
                </a:lnTo>
                <a:lnTo>
                  <a:pt x="10395" y="24456"/>
                </a:lnTo>
                <a:lnTo>
                  <a:pt x="10395" y="30528"/>
                </a:lnTo>
                <a:lnTo>
                  <a:pt x="0" y="30528"/>
                </a:lnTo>
                <a:lnTo>
                  <a:pt x="0" y="31516"/>
                </a:lnTo>
                <a:lnTo>
                  <a:pt x="10395" y="31516"/>
                </a:lnTo>
                <a:lnTo>
                  <a:pt x="10395" y="37589"/>
                </a:lnTo>
                <a:lnTo>
                  <a:pt x="0" y="37589"/>
                </a:lnTo>
                <a:lnTo>
                  <a:pt x="0" y="38565"/>
                </a:lnTo>
                <a:lnTo>
                  <a:pt x="10395" y="38565"/>
                </a:lnTo>
                <a:lnTo>
                  <a:pt x="10395" y="44637"/>
                </a:lnTo>
                <a:lnTo>
                  <a:pt x="0" y="44637"/>
                </a:lnTo>
                <a:lnTo>
                  <a:pt x="0" y="45625"/>
                </a:lnTo>
                <a:lnTo>
                  <a:pt x="10395" y="45625"/>
                </a:lnTo>
                <a:lnTo>
                  <a:pt x="10395" y="51697"/>
                </a:lnTo>
                <a:lnTo>
                  <a:pt x="0" y="51697"/>
                </a:lnTo>
                <a:lnTo>
                  <a:pt x="0" y="52674"/>
                </a:lnTo>
                <a:lnTo>
                  <a:pt x="10395" y="52674"/>
                </a:lnTo>
                <a:lnTo>
                  <a:pt x="10395" y="58746"/>
                </a:lnTo>
                <a:lnTo>
                  <a:pt x="0" y="58746"/>
                </a:lnTo>
                <a:lnTo>
                  <a:pt x="0" y="59734"/>
                </a:lnTo>
                <a:lnTo>
                  <a:pt x="10395" y="59734"/>
                </a:lnTo>
                <a:lnTo>
                  <a:pt x="10395" y="65806"/>
                </a:lnTo>
                <a:lnTo>
                  <a:pt x="0" y="65806"/>
                </a:lnTo>
                <a:lnTo>
                  <a:pt x="0" y="66783"/>
                </a:lnTo>
                <a:lnTo>
                  <a:pt x="10395" y="66783"/>
                </a:lnTo>
                <a:lnTo>
                  <a:pt x="10395" y="72867"/>
                </a:lnTo>
                <a:lnTo>
                  <a:pt x="0" y="72867"/>
                </a:lnTo>
                <a:lnTo>
                  <a:pt x="0" y="73843"/>
                </a:lnTo>
                <a:lnTo>
                  <a:pt x="10395" y="73843"/>
                </a:lnTo>
                <a:lnTo>
                  <a:pt x="10395" y="79927"/>
                </a:lnTo>
                <a:lnTo>
                  <a:pt x="0" y="79927"/>
                </a:lnTo>
                <a:lnTo>
                  <a:pt x="0" y="80903"/>
                </a:lnTo>
                <a:lnTo>
                  <a:pt x="10395" y="80903"/>
                </a:lnTo>
                <a:lnTo>
                  <a:pt x="10395" y="86976"/>
                </a:lnTo>
                <a:lnTo>
                  <a:pt x="0" y="86976"/>
                </a:lnTo>
                <a:lnTo>
                  <a:pt x="0" y="87964"/>
                </a:lnTo>
                <a:lnTo>
                  <a:pt x="10395" y="87964"/>
                </a:lnTo>
                <a:lnTo>
                  <a:pt x="10395" y="94036"/>
                </a:lnTo>
                <a:lnTo>
                  <a:pt x="0" y="94036"/>
                </a:lnTo>
                <a:lnTo>
                  <a:pt x="0" y="95012"/>
                </a:lnTo>
                <a:lnTo>
                  <a:pt x="10395" y="95012"/>
                </a:lnTo>
                <a:lnTo>
                  <a:pt x="10395" y="101085"/>
                </a:lnTo>
                <a:lnTo>
                  <a:pt x="0" y="101085"/>
                </a:lnTo>
                <a:lnTo>
                  <a:pt x="0" y="102073"/>
                </a:lnTo>
                <a:lnTo>
                  <a:pt x="10395" y="102073"/>
                </a:lnTo>
                <a:lnTo>
                  <a:pt x="10395" y="108145"/>
                </a:lnTo>
                <a:lnTo>
                  <a:pt x="0" y="108145"/>
                </a:lnTo>
                <a:lnTo>
                  <a:pt x="0" y="109121"/>
                </a:lnTo>
                <a:lnTo>
                  <a:pt x="10395" y="109121"/>
                </a:lnTo>
                <a:lnTo>
                  <a:pt x="10395" y="115193"/>
                </a:lnTo>
                <a:lnTo>
                  <a:pt x="0" y="115193"/>
                </a:lnTo>
                <a:lnTo>
                  <a:pt x="0" y="116182"/>
                </a:lnTo>
                <a:lnTo>
                  <a:pt x="10395" y="116182"/>
                </a:lnTo>
                <a:lnTo>
                  <a:pt x="10395" y="122254"/>
                </a:lnTo>
                <a:lnTo>
                  <a:pt x="0" y="122254"/>
                </a:lnTo>
                <a:lnTo>
                  <a:pt x="0" y="123230"/>
                </a:lnTo>
                <a:lnTo>
                  <a:pt x="10395" y="123230"/>
                </a:lnTo>
                <a:lnTo>
                  <a:pt x="10395" y="129302"/>
                </a:lnTo>
                <a:lnTo>
                  <a:pt x="0" y="129302"/>
                </a:lnTo>
                <a:lnTo>
                  <a:pt x="0" y="130279"/>
                </a:lnTo>
                <a:lnTo>
                  <a:pt x="10395" y="130279"/>
                </a:lnTo>
                <a:lnTo>
                  <a:pt x="10395" y="136363"/>
                </a:lnTo>
                <a:lnTo>
                  <a:pt x="0" y="136363"/>
                </a:lnTo>
                <a:lnTo>
                  <a:pt x="0" y="137339"/>
                </a:lnTo>
                <a:lnTo>
                  <a:pt x="10395" y="137339"/>
                </a:lnTo>
                <a:lnTo>
                  <a:pt x="10395" y="143411"/>
                </a:lnTo>
                <a:lnTo>
                  <a:pt x="0" y="143411"/>
                </a:lnTo>
                <a:lnTo>
                  <a:pt x="0" y="144387"/>
                </a:lnTo>
                <a:lnTo>
                  <a:pt x="10395" y="144387"/>
                </a:lnTo>
                <a:lnTo>
                  <a:pt x="10395" y="150472"/>
                </a:lnTo>
                <a:lnTo>
                  <a:pt x="0" y="150472"/>
                </a:lnTo>
                <a:lnTo>
                  <a:pt x="0" y="151448"/>
                </a:lnTo>
                <a:lnTo>
                  <a:pt x="10395" y="151448"/>
                </a:lnTo>
                <a:lnTo>
                  <a:pt x="10395" y="157520"/>
                </a:lnTo>
                <a:lnTo>
                  <a:pt x="0" y="157520"/>
                </a:lnTo>
                <a:lnTo>
                  <a:pt x="0" y="158508"/>
                </a:lnTo>
                <a:lnTo>
                  <a:pt x="10395" y="158508"/>
                </a:lnTo>
                <a:lnTo>
                  <a:pt x="10395" y="164580"/>
                </a:lnTo>
                <a:lnTo>
                  <a:pt x="0" y="164580"/>
                </a:lnTo>
                <a:lnTo>
                  <a:pt x="0" y="165557"/>
                </a:lnTo>
                <a:lnTo>
                  <a:pt x="10395" y="165557"/>
                </a:lnTo>
                <a:lnTo>
                  <a:pt x="10395" y="169248"/>
                </a:lnTo>
                <a:lnTo>
                  <a:pt x="11371" y="169248"/>
                </a:lnTo>
                <a:lnTo>
                  <a:pt x="11371" y="165557"/>
                </a:lnTo>
                <a:lnTo>
                  <a:pt x="17455" y="165557"/>
                </a:lnTo>
                <a:lnTo>
                  <a:pt x="17455" y="169248"/>
                </a:lnTo>
                <a:lnTo>
                  <a:pt x="18431" y="169248"/>
                </a:lnTo>
                <a:lnTo>
                  <a:pt x="18431" y="165557"/>
                </a:lnTo>
                <a:lnTo>
                  <a:pt x="24503" y="165557"/>
                </a:lnTo>
                <a:lnTo>
                  <a:pt x="24503" y="169248"/>
                </a:lnTo>
                <a:lnTo>
                  <a:pt x="25492" y="169248"/>
                </a:lnTo>
                <a:lnTo>
                  <a:pt x="25492" y="165557"/>
                </a:lnTo>
                <a:lnTo>
                  <a:pt x="31564" y="165557"/>
                </a:lnTo>
                <a:lnTo>
                  <a:pt x="31564" y="169248"/>
                </a:lnTo>
                <a:lnTo>
                  <a:pt x="32540" y="169248"/>
                </a:lnTo>
                <a:lnTo>
                  <a:pt x="32540" y="165557"/>
                </a:lnTo>
                <a:lnTo>
                  <a:pt x="38612" y="165557"/>
                </a:lnTo>
                <a:lnTo>
                  <a:pt x="38612" y="169248"/>
                </a:lnTo>
                <a:lnTo>
                  <a:pt x="39601" y="169248"/>
                </a:lnTo>
                <a:lnTo>
                  <a:pt x="39601" y="165557"/>
                </a:lnTo>
                <a:lnTo>
                  <a:pt x="45673" y="165557"/>
                </a:lnTo>
                <a:lnTo>
                  <a:pt x="45673" y="169248"/>
                </a:lnTo>
                <a:lnTo>
                  <a:pt x="46649" y="169248"/>
                </a:lnTo>
                <a:lnTo>
                  <a:pt x="46649" y="165557"/>
                </a:lnTo>
                <a:lnTo>
                  <a:pt x="52721" y="165557"/>
                </a:lnTo>
                <a:lnTo>
                  <a:pt x="52721" y="169248"/>
                </a:lnTo>
                <a:lnTo>
                  <a:pt x="53709" y="169248"/>
                </a:lnTo>
                <a:lnTo>
                  <a:pt x="53709" y="165557"/>
                </a:lnTo>
                <a:lnTo>
                  <a:pt x="59782" y="165557"/>
                </a:lnTo>
                <a:lnTo>
                  <a:pt x="59782" y="169248"/>
                </a:lnTo>
                <a:lnTo>
                  <a:pt x="60758" y="169248"/>
                </a:lnTo>
                <a:lnTo>
                  <a:pt x="60758" y="165557"/>
                </a:lnTo>
                <a:lnTo>
                  <a:pt x="66842" y="165557"/>
                </a:lnTo>
                <a:lnTo>
                  <a:pt x="66842" y="169248"/>
                </a:lnTo>
                <a:lnTo>
                  <a:pt x="67818" y="169248"/>
                </a:lnTo>
                <a:lnTo>
                  <a:pt x="67818" y="165557"/>
                </a:lnTo>
                <a:lnTo>
                  <a:pt x="73902" y="165557"/>
                </a:lnTo>
                <a:lnTo>
                  <a:pt x="73902" y="169248"/>
                </a:lnTo>
                <a:lnTo>
                  <a:pt x="74879" y="169248"/>
                </a:lnTo>
                <a:lnTo>
                  <a:pt x="74879" y="165557"/>
                </a:lnTo>
                <a:lnTo>
                  <a:pt x="80951" y="165557"/>
                </a:lnTo>
                <a:lnTo>
                  <a:pt x="80951" y="169248"/>
                </a:lnTo>
                <a:lnTo>
                  <a:pt x="81939" y="169248"/>
                </a:lnTo>
                <a:lnTo>
                  <a:pt x="81939" y="165557"/>
                </a:lnTo>
                <a:lnTo>
                  <a:pt x="88011" y="165557"/>
                </a:lnTo>
                <a:lnTo>
                  <a:pt x="88011" y="169248"/>
                </a:lnTo>
                <a:lnTo>
                  <a:pt x="88988" y="169248"/>
                </a:lnTo>
                <a:lnTo>
                  <a:pt x="88988" y="165557"/>
                </a:lnTo>
                <a:lnTo>
                  <a:pt x="95060" y="165557"/>
                </a:lnTo>
                <a:lnTo>
                  <a:pt x="95060" y="169248"/>
                </a:lnTo>
                <a:lnTo>
                  <a:pt x="96048" y="169248"/>
                </a:lnTo>
                <a:lnTo>
                  <a:pt x="96048" y="165557"/>
                </a:lnTo>
                <a:lnTo>
                  <a:pt x="102120" y="165557"/>
                </a:lnTo>
                <a:lnTo>
                  <a:pt x="102120" y="169248"/>
                </a:lnTo>
                <a:lnTo>
                  <a:pt x="103097" y="169248"/>
                </a:lnTo>
                <a:lnTo>
                  <a:pt x="103097" y="165557"/>
                </a:lnTo>
                <a:lnTo>
                  <a:pt x="109169" y="165557"/>
                </a:lnTo>
                <a:lnTo>
                  <a:pt x="109169" y="169248"/>
                </a:lnTo>
                <a:lnTo>
                  <a:pt x="110157" y="169248"/>
                </a:lnTo>
                <a:lnTo>
                  <a:pt x="110157" y="165557"/>
                </a:lnTo>
                <a:lnTo>
                  <a:pt x="116229" y="165557"/>
                </a:lnTo>
                <a:lnTo>
                  <a:pt x="116229" y="169248"/>
                </a:lnTo>
                <a:lnTo>
                  <a:pt x="117205" y="169248"/>
                </a:lnTo>
                <a:lnTo>
                  <a:pt x="117205" y="165557"/>
                </a:lnTo>
                <a:lnTo>
                  <a:pt x="123278" y="165557"/>
                </a:lnTo>
                <a:lnTo>
                  <a:pt x="123278" y="169248"/>
                </a:lnTo>
                <a:lnTo>
                  <a:pt x="124254" y="169248"/>
                </a:lnTo>
                <a:lnTo>
                  <a:pt x="124254" y="165557"/>
                </a:lnTo>
                <a:lnTo>
                  <a:pt x="130338" y="165557"/>
                </a:lnTo>
                <a:lnTo>
                  <a:pt x="130338" y="169248"/>
                </a:lnTo>
                <a:lnTo>
                  <a:pt x="131314" y="169248"/>
                </a:lnTo>
                <a:lnTo>
                  <a:pt x="131314" y="165557"/>
                </a:lnTo>
                <a:lnTo>
                  <a:pt x="137387" y="165557"/>
                </a:lnTo>
                <a:lnTo>
                  <a:pt x="137387" y="169248"/>
                </a:lnTo>
                <a:lnTo>
                  <a:pt x="138363" y="169248"/>
                </a:lnTo>
                <a:lnTo>
                  <a:pt x="138363" y="165557"/>
                </a:lnTo>
                <a:lnTo>
                  <a:pt x="144447" y="165557"/>
                </a:lnTo>
                <a:lnTo>
                  <a:pt x="144447" y="169248"/>
                </a:lnTo>
                <a:lnTo>
                  <a:pt x="145423" y="169248"/>
                </a:lnTo>
                <a:lnTo>
                  <a:pt x="145423" y="165557"/>
                </a:lnTo>
                <a:lnTo>
                  <a:pt x="151495" y="165557"/>
                </a:lnTo>
                <a:lnTo>
                  <a:pt x="151495" y="169248"/>
                </a:lnTo>
                <a:lnTo>
                  <a:pt x="152484" y="169248"/>
                </a:lnTo>
                <a:lnTo>
                  <a:pt x="152484" y="165557"/>
                </a:lnTo>
                <a:lnTo>
                  <a:pt x="158556" y="165557"/>
                </a:lnTo>
                <a:lnTo>
                  <a:pt x="158556" y="169248"/>
                </a:lnTo>
                <a:lnTo>
                  <a:pt x="159532" y="169248"/>
                </a:lnTo>
                <a:lnTo>
                  <a:pt x="159532" y="165557"/>
                </a:lnTo>
                <a:lnTo>
                  <a:pt x="165604" y="165557"/>
                </a:lnTo>
                <a:lnTo>
                  <a:pt x="165604" y="169248"/>
                </a:lnTo>
                <a:lnTo>
                  <a:pt x="166593" y="169248"/>
                </a:lnTo>
                <a:lnTo>
                  <a:pt x="166593" y="165557"/>
                </a:lnTo>
                <a:lnTo>
                  <a:pt x="172665" y="165557"/>
                </a:lnTo>
                <a:lnTo>
                  <a:pt x="172665" y="169248"/>
                </a:lnTo>
                <a:lnTo>
                  <a:pt x="173641" y="169248"/>
                </a:lnTo>
                <a:lnTo>
                  <a:pt x="173641" y="165557"/>
                </a:lnTo>
                <a:lnTo>
                  <a:pt x="179713" y="165557"/>
                </a:lnTo>
                <a:lnTo>
                  <a:pt x="179713" y="169248"/>
                </a:lnTo>
                <a:lnTo>
                  <a:pt x="180702" y="169248"/>
                </a:lnTo>
                <a:lnTo>
                  <a:pt x="180702" y="165557"/>
                </a:lnTo>
                <a:lnTo>
                  <a:pt x="186774" y="165557"/>
                </a:lnTo>
                <a:lnTo>
                  <a:pt x="186774" y="169248"/>
                </a:lnTo>
                <a:lnTo>
                  <a:pt x="187750" y="169248"/>
                </a:lnTo>
                <a:lnTo>
                  <a:pt x="187750" y="165557"/>
                </a:lnTo>
                <a:lnTo>
                  <a:pt x="193822" y="165557"/>
                </a:lnTo>
                <a:lnTo>
                  <a:pt x="193822" y="169248"/>
                </a:lnTo>
                <a:lnTo>
                  <a:pt x="194810" y="169248"/>
                </a:lnTo>
                <a:lnTo>
                  <a:pt x="194810" y="165557"/>
                </a:lnTo>
                <a:lnTo>
                  <a:pt x="200883" y="165557"/>
                </a:lnTo>
                <a:lnTo>
                  <a:pt x="200883" y="169248"/>
                </a:lnTo>
                <a:lnTo>
                  <a:pt x="201859" y="169248"/>
                </a:lnTo>
                <a:lnTo>
                  <a:pt x="201859" y="165557"/>
                </a:lnTo>
                <a:lnTo>
                  <a:pt x="207931" y="165557"/>
                </a:lnTo>
                <a:lnTo>
                  <a:pt x="207931" y="169248"/>
                </a:lnTo>
                <a:lnTo>
                  <a:pt x="208919" y="169248"/>
                </a:lnTo>
                <a:lnTo>
                  <a:pt x="208919" y="165557"/>
                </a:lnTo>
                <a:lnTo>
                  <a:pt x="214992" y="165557"/>
                </a:lnTo>
                <a:lnTo>
                  <a:pt x="214992" y="169248"/>
                </a:lnTo>
                <a:lnTo>
                  <a:pt x="215968" y="169248"/>
                </a:lnTo>
                <a:lnTo>
                  <a:pt x="215968" y="165557"/>
                </a:lnTo>
                <a:lnTo>
                  <a:pt x="222040" y="165557"/>
                </a:lnTo>
                <a:lnTo>
                  <a:pt x="222040" y="169248"/>
                </a:lnTo>
                <a:lnTo>
                  <a:pt x="223028" y="169248"/>
                </a:lnTo>
                <a:lnTo>
                  <a:pt x="223028" y="165557"/>
                </a:lnTo>
                <a:lnTo>
                  <a:pt x="229100" y="165557"/>
                </a:lnTo>
                <a:lnTo>
                  <a:pt x="229100" y="169248"/>
                </a:lnTo>
                <a:lnTo>
                  <a:pt x="230077" y="169248"/>
                </a:lnTo>
                <a:lnTo>
                  <a:pt x="230077" y="165557"/>
                </a:lnTo>
                <a:lnTo>
                  <a:pt x="236161" y="165557"/>
                </a:lnTo>
                <a:lnTo>
                  <a:pt x="236161" y="169248"/>
                </a:lnTo>
                <a:lnTo>
                  <a:pt x="237137" y="169248"/>
                </a:lnTo>
                <a:lnTo>
                  <a:pt x="237137" y="165557"/>
                </a:lnTo>
                <a:lnTo>
                  <a:pt x="243209" y="165557"/>
                </a:lnTo>
                <a:lnTo>
                  <a:pt x="243209" y="169248"/>
                </a:lnTo>
                <a:lnTo>
                  <a:pt x="244198" y="169248"/>
                </a:lnTo>
                <a:lnTo>
                  <a:pt x="244198" y="165557"/>
                </a:lnTo>
                <a:lnTo>
                  <a:pt x="250270" y="165557"/>
                </a:lnTo>
                <a:lnTo>
                  <a:pt x="250270" y="169248"/>
                </a:lnTo>
                <a:lnTo>
                  <a:pt x="251246" y="169248"/>
                </a:lnTo>
                <a:lnTo>
                  <a:pt x="251246" y="165557"/>
                </a:lnTo>
                <a:lnTo>
                  <a:pt x="257318" y="165557"/>
                </a:lnTo>
                <a:lnTo>
                  <a:pt x="257318" y="169248"/>
                </a:lnTo>
                <a:lnTo>
                  <a:pt x="258306" y="169248"/>
                </a:lnTo>
                <a:lnTo>
                  <a:pt x="258306" y="165557"/>
                </a:lnTo>
                <a:lnTo>
                  <a:pt x="264379" y="165557"/>
                </a:lnTo>
                <a:lnTo>
                  <a:pt x="264379" y="169248"/>
                </a:lnTo>
                <a:lnTo>
                  <a:pt x="265355" y="169248"/>
                </a:lnTo>
                <a:lnTo>
                  <a:pt x="265355" y="165557"/>
                </a:lnTo>
                <a:lnTo>
                  <a:pt x="271427" y="165557"/>
                </a:lnTo>
                <a:lnTo>
                  <a:pt x="271427" y="169248"/>
                </a:lnTo>
                <a:lnTo>
                  <a:pt x="272415" y="169248"/>
                </a:lnTo>
                <a:lnTo>
                  <a:pt x="272415" y="165557"/>
                </a:lnTo>
                <a:lnTo>
                  <a:pt x="278488" y="165557"/>
                </a:lnTo>
                <a:lnTo>
                  <a:pt x="278488" y="169248"/>
                </a:lnTo>
                <a:lnTo>
                  <a:pt x="279464" y="169248"/>
                </a:lnTo>
                <a:lnTo>
                  <a:pt x="279464" y="165557"/>
                </a:lnTo>
                <a:lnTo>
                  <a:pt x="287858" y="165557"/>
                </a:lnTo>
                <a:lnTo>
                  <a:pt x="287858" y="164580"/>
                </a:lnTo>
                <a:lnTo>
                  <a:pt x="279476" y="164580"/>
                </a:lnTo>
                <a:lnTo>
                  <a:pt x="279476" y="158508"/>
                </a:lnTo>
                <a:lnTo>
                  <a:pt x="287870" y="158508"/>
                </a:lnTo>
                <a:lnTo>
                  <a:pt x="287870" y="157520"/>
                </a:lnTo>
                <a:lnTo>
                  <a:pt x="279476" y="157520"/>
                </a:lnTo>
                <a:lnTo>
                  <a:pt x="279476" y="151448"/>
                </a:lnTo>
                <a:lnTo>
                  <a:pt x="287870" y="151448"/>
                </a:lnTo>
                <a:lnTo>
                  <a:pt x="287870" y="150472"/>
                </a:lnTo>
                <a:lnTo>
                  <a:pt x="279476" y="150472"/>
                </a:lnTo>
                <a:lnTo>
                  <a:pt x="279476" y="144399"/>
                </a:lnTo>
                <a:lnTo>
                  <a:pt x="287870" y="144399"/>
                </a:lnTo>
                <a:lnTo>
                  <a:pt x="287870" y="143411"/>
                </a:lnTo>
                <a:lnTo>
                  <a:pt x="279476" y="143411"/>
                </a:lnTo>
                <a:lnTo>
                  <a:pt x="279476" y="137339"/>
                </a:lnTo>
                <a:lnTo>
                  <a:pt x="287870" y="137339"/>
                </a:lnTo>
                <a:lnTo>
                  <a:pt x="287870" y="136363"/>
                </a:lnTo>
                <a:lnTo>
                  <a:pt x="279476" y="136363"/>
                </a:lnTo>
                <a:lnTo>
                  <a:pt x="279476" y="130279"/>
                </a:lnTo>
                <a:lnTo>
                  <a:pt x="287870" y="130279"/>
                </a:lnTo>
                <a:lnTo>
                  <a:pt x="287870" y="129302"/>
                </a:lnTo>
                <a:lnTo>
                  <a:pt x="279476" y="129302"/>
                </a:lnTo>
                <a:lnTo>
                  <a:pt x="279476" y="123230"/>
                </a:lnTo>
                <a:lnTo>
                  <a:pt x="287870" y="123230"/>
                </a:lnTo>
                <a:lnTo>
                  <a:pt x="287870" y="122254"/>
                </a:lnTo>
                <a:lnTo>
                  <a:pt x="279476" y="122254"/>
                </a:lnTo>
                <a:lnTo>
                  <a:pt x="279476" y="116182"/>
                </a:lnTo>
                <a:lnTo>
                  <a:pt x="287870" y="116182"/>
                </a:lnTo>
                <a:lnTo>
                  <a:pt x="287870" y="115193"/>
                </a:lnTo>
                <a:lnTo>
                  <a:pt x="279476" y="115193"/>
                </a:lnTo>
                <a:lnTo>
                  <a:pt x="279476" y="109121"/>
                </a:lnTo>
                <a:lnTo>
                  <a:pt x="287870" y="109121"/>
                </a:lnTo>
                <a:lnTo>
                  <a:pt x="287870" y="108145"/>
                </a:lnTo>
                <a:lnTo>
                  <a:pt x="279476" y="108145"/>
                </a:lnTo>
                <a:lnTo>
                  <a:pt x="279476" y="102061"/>
                </a:lnTo>
                <a:lnTo>
                  <a:pt x="287870" y="102061"/>
                </a:lnTo>
                <a:lnTo>
                  <a:pt x="287870" y="101085"/>
                </a:lnTo>
                <a:lnTo>
                  <a:pt x="279476" y="101085"/>
                </a:lnTo>
                <a:lnTo>
                  <a:pt x="279476" y="95012"/>
                </a:lnTo>
                <a:lnTo>
                  <a:pt x="287870" y="95012"/>
                </a:lnTo>
                <a:lnTo>
                  <a:pt x="287870" y="94024"/>
                </a:lnTo>
                <a:lnTo>
                  <a:pt x="279476" y="94024"/>
                </a:lnTo>
                <a:lnTo>
                  <a:pt x="279476" y="87952"/>
                </a:lnTo>
                <a:lnTo>
                  <a:pt x="287870" y="87952"/>
                </a:lnTo>
                <a:lnTo>
                  <a:pt x="287870" y="86976"/>
                </a:lnTo>
                <a:lnTo>
                  <a:pt x="279476" y="86976"/>
                </a:lnTo>
                <a:lnTo>
                  <a:pt x="279476" y="80903"/>
                </a:lnTo>
                <a:lnTo>
                  <a:pt x="287870" y="80903"/>
                </a:lnTo>
                <a:lnTo>
                  <a:pt x="287870" y="79927"/>
                </a:lnTo>
                <a:lnTo>
                  <a:pt x="279476" y="79927"/>
                </a:lnTo>
                <a:lnTo>
                  <a:pt x="279476" y="73843"/>
                </a:lnTo>
                <a:lnTo>
                  <a:pt x="287870" y="73843"/>
                </a:lnTo>
                <a:lnTo>
                  <a:pt x="287870" y="72867"/>
                </a:lnTo>
                <a:lnTo>
                  <a:pt x="279476" y="72867"/>
                </a:lnTo>
                <a:lnTo>
                  <a:pt x="279476" y="66783"/>
                </a:lnTo>
                <a:lnTo>
                  <a:pt x="287870" y="66783"/>
                </a:lnTo>
                <a:lnTo>
                  <a:pt x="287870" y="65806"/>
                </a:lnTo>
                <a:lnTo>
                  <a:pt x="279476" y="65806"/>
                </a:lnTo>
                <a:lnTo>
                  <a:pt x="279476" y="59734"/>
                </a:lnTo>
                <a:lnTo>
                  <a:pt x="287870" y="59734"/>
                </a:lnTo>
                <a:lnTo>
                  <a:pt x="287870" y="58746"/>
                </a:lnTo>
                <a:lnTo>
                  <a:pt x="279476" y="58746"/>
                </a:lnTo>
                <a:lnTo>
                  <a:pt x="279476" y="52674"/>
                </a:lnTo>
                <a:lnTo>
                  <a:pt x="287870" y="52674"/>
                </a:lnTo>
                <a:lnTo>
                  <a:pt x="287870" y="51697"/>
                </a:lnTo>
                <a:lnTo>
                  <a:pt x="279476" y="51697"/>
                </a:lnTo>
                <a:lnTo>
                  <a:pt x="279476" y="45625"/>
                </a:lnTo>
                <a:lnTo>
                  <a:pt x="287870" y="45625"/>
                </a:lnTo>
                <a:lnTo>
                  <a:pt x="287870" y="44637"/>
                </a:lnTo>
                <a:lnTo>
                  <a:pt x="279476" y="44637"/>
                </a:lnTo>
                <a:lnTo>
                  <a:pt x="279476" y="38565"/>
                </a:lnTo>
                <a:lnTo>
                  <a:pt x="287870" y="38565"/>
                </a:lnTo>
                <a:lnTo>
                  <a:pt x="287870" y="37589"/>
                </a:lnTo>
                <a:lnTo>
                  <a:pt x="279476" y="37589"/>
                </a:lnTo>
                <a:lnTo>
                  <a:pt x="279476" y="31516"/>
                </a:lnTo>
                <a:lnTo>
                  <a:pt x="287870" y="31516"/>
                </a:lnTo>
                <a:lnTo>
                  <a:pt x="287870" y="30528"/>
                </a:lnTo>
                <a:lnTo>
                  <a:pt x="279476" y="30528"/>
                </a:lnTo>
                <a:lnTo>
                  <a:pt x="279476" y="24456"/>
                </a:lnTo>
                <a:lnTo>
                  <a:pt x="287870" y="24456"/>
                </a:lnTo>
                <a:lnTo>
                  <a:pt x="287870" y="23480"/>
                </a:lnTo>
                <a:lnTo>
                  <a:pt x="279476" y="23480"/>
                </a:lnTo>
                <a:lnTo>
                  <a:pt x="279476" y="17408"/>
                </a:lnTo>
                <a:lnTo>
                  <a:pt x="287870" y="17408"/>
                </a:lnTo>
                <a:lnTo>
                  <a:pt x="287870" y="16419"/>
                </a:lnTo>
                <a:lnTo>
                  <a:pt x="279476" y="16419"/>
                </a:lnTo>
                <a:lnTo>
                  <a:pt x="279476" y="10347"/>
                </a:lnTo>
                <a:lnTo>
                  <a:pt x="287870" y="10347"/>
                </a:lnTo>
                <a:lnTo>
                  <a:pt x="287870" y="9371"/>
                </a:lnTo>
                <a:lnTo>
                  <a:pt x="279476" y="9371"/>
                </a:lnTo>
                <a:lnTo>
                  <a:pt x="279476" y="3287"/>
                </a:lnTo>
                <a:lnTo>
                  <a:pt x="287870" y="3287"/>
                </a:lnTo>
                <a:lnTo>
                  <a:pt x="287870" y="2310"/>
                </a:lnTo>
                <a:lnTo>
                  <a:pt x="279476" y="2310"/>
                </a:lnTo>
                <a:lnTo>
                  <a:pt x="279476" y="1"/>
                </a:lnTo>
                <a:lnTo>
                  <a:pt x="278488" y="1"/>
                </a:lnTo>
                <a:lnTo>
                  <a:pt x="278488" y="2310"/>
                </a:lnTo>
                <a:lnTo>
                  <a:pt x="272415" y="2310"/>
                </a:lnTo>
                <a:lnTo>
                  <a:pt x="272415" y="1"/>
                </a:lnTo>
                <a:lnTo>
                  <a:pt x="271439" y="1"/>
                </a:lnTo>
                <a:lnTo>
                  <a:pt x="271439" y="2310"/>
                </a:lnTo>
                <a:lnTo>
                  <a:pt x="265367" y="2310"/>
                </a:lnTo>
                <a:lnTo>
                  <a:pt x="265367" y="1"/>
                </a:lnTo>
                <a:lnTo>
                  <a:pt x="264379" y="1"/>
                </a:lnTo>
                <a:lnTo>
                  <a:pt x="264379" y="2310"/>
                </a:lnTo>
                <a:lnTo>
                  <a:pt x="258306" y="2310"/>
                </a:lnTo>
                <a:lnTo>
                  <a:pt x="258306" y="1"/>
                </a:lnTo>
                <a:lnTo>
                  <a:pt x="257330" y="1"/>
                </a:lnTo>
                <a:lnTo>
                  <a:pt x="257330" y="2310"/>
                </a:lnTo>
                <a:lnTo>
                  <a:pt x="251258" y="2310"/>
                </a:lnTo>
                <a:lnTo>
                  <a:pt x="251258" y="1"/>
                </a:lnTo>
                <a:lnTo>
                  <a:pt x="250270" y="1"/>
                </a:lnTo>
                <a:lnTo>
                  <a:pt x="250270" y="2310"/>
                </a:lnTo>
                <a:lnTo>
                  <a:pt x="244198" y="2310"/>
                </a:lnTo>
                <a:lnTo>
                  <a:pt x="244198" y="1"/>
                </a:lnTo>
                <a:lnTo>
                  <a:pt x="243221" y="1"/>
                </a:lnTo>
                <a:lnTo>
                  <a:pt x="243221" y="2310"/>
                </a:lnTo>
                <a:lnTo>
                  <a:pt x="237137" y="2310"/>
                </a:lnTo>
                <a:lnTo>
                  <a:pt x="237137" y="1"/>
                </a:lnTo>
                <a:lnTo>
                  <a:pt x="236161" y="1"/>
                </a:lnTo>
                <a:lnTo>
                  <a:pt x="236161" y="2310"/>
                </a:lnTo>
                <a:lnTo>
                  <a:pt x="230089" y="2310"/>
                </a:lnTo>
                <a:lnTo>
                  <a:pt x="230089" y="1"/>
                </a:lnTo>
                <a:lnTo>
                  <a:pt x="229100" y="1"/>
                </a:lnTo>
                <a:lnTo>
                  <a:pt x="229100" y="2310"/>
                </a:lnTo>
                <a:lnTo>
                  <a:pt x="223028" y="2310"/>
                </a:lnTo>
                <a:lnTo>
                  <a:pt x="223028" y="1"/>
                </a:lnTo>
                <a:lnTo>
                  <a:pt x="222052" y="1"/>
                </a:lnTo>
                <a:lnTo>
                  <a:pt x="222052" y="2310"/>
                </a:lnTo>
                <a:lnTo>
                  <a:pt x="215980" y="2310"/>
                </a:lnTo>
                <a:lnTo>
                  <a:pt x="215980" y="1"/>
                </a:lnTo>
                <a:lnTo>
                  <a:pt x="214992" y="1"/>
                </a:lnTo>
                <a:lnTo>
                  <a:pt x="214992" y="2310"/>
                </a:lnTo>
                <a:lnTo>
                  <a:pt x="208919" y="2310"/>
                </a:lnTo>
                <a:lnTo>
                  <a:pt x="208919" y="1"/>
                </a:lnTo>
                <a:lnTo>
                  <a:pt x="207943" y="1"/>
                </a:lnTo>
                <a:lnTo>
                  <a:pt x="207943" y="2310"/>
                </a:lnTo>
                <a:lnTo>
                  <a:pt x="201871" y="2310"/>
                </a:lnTo>
                <a:lnTo>
                  <a:pt x="201871" y="1"/>
                </a:lnTo>
                <a:lnTo>
                  <a:pt x="200883" y="1"/>
                </a:lnTo>
                <a:lnTo>
                  <a:pt x="200883" y="2310"/>
                </a:lnTo>
                <a:lnTo>
                  <a:pt x="194810" y="2310"/>
                </a:lnTo>
                <a:lnTo>
                  <a:pt x="194810" y="1"/>
                </a:lnTo>
                <a:lnTo>
                  <a:pt x="193834" y="1"/>
                </a:lnTo>
                <a:lnTo>
                  <a:pt x="193834" y="2310"/>
                </a:lnTo>
                <a:lnTo>
                  <a:pt x="187762" y="2310"/>
                </a:lnTo>
                <a:lnTo>
                  <a:pt x="187762" y="1"/>
                </a:lnTo>
                <a:lnTo>
                  <a:pt x="186774" y="1"/>
                </a:lnTo>
                <a:lnTo>
                  <a:pt x="186774" y="2310"/>
                </a:lnTo>
                <a:lnTo>
                  <a:pt x="180702" y="2310"/>
                </a:lnTo>
                <a:lnTo>
                  <a:pt x="180702" y="1"/>
                </a:lnTo>
                <a:lnTo>
                  <a:pt x="179713" y="1"/>
                </a:lnTo>
                <a:lnTo>
                  <a:pt x="179713" y="2310"/>
                </a:lnTo>
                <a:lnTo>
                  <a:pt x="173641" y="2310"/>
                </a:lnTo>
                <a:lnTo>
                  <a:pt x="173641" y="1"/>
                </a:lnTo>
                <a:lnTo>
                  <a:pt x="172665" y="1"/>
                </a:lnTo>
                <a:lnTo>
                  <a:pt x="172665" y="2310"/>
                </a:lnTo>
                <a:lnTo>
                  <a:pt x="166581" y="2310"/>
                </a:lnTo>
                <a:lnTo>
                  <a:pt x="166581" y="1"/>
                </a:lnTo>
                <a:lnTo>
                  <a:pt x="165604" y="1"/>
                </a:lnTo>
                <a:lnTo>
                  <a:pt x="165604" y="2310"/>
                </a:lnTo>
                <a:lnTo>
                  <a:pt x="159532" y="2310"/>
                </a:lnTo>
                <a:lnTo>
                  <a:pt x="159532" y="1"/>
                </a:lnTo>
                <a:lnTo>
                  <a:pt x="158544" y="1"/>
                </a:lnTo>
                <a:lnTo>
                  <a:pt x="158544" y="2310"/>
                </a:lnTo>
                <a:lnTo>
                  <a:pt x="152472" y="2310"/>
                </a:lnTo>
                <a:lnTo>
                  <a:pt x="152472" y="1"/>
                </a:lnTo>
                <a:lnTo>
                  <a:pt x="151495" y="1"/>
                </a:lnTo>
                <a:lnTo>
                  <a:pt x="151495" y="2310"/>
                </a:lnTo>
                <a:lnTo>
                  <a:pt x="145423" y="2310"/>
                </a:lnTo>
                <a:lnTo>
                  <a:pt x="145423" y="1"/>
                </a:lnTo>
                <a:lnTo>
                  <a:pt x="144447" y="1"/>
                </a:lnTo>
                <a:lnTo>
                  <a:pt x="144447" y="2310"/>
                </a:lnTo>
                <a:lnTo>
                  <a:pt x="138375" y="2310"/>
                </a:lnTo>
                <a:lnTo>
                  <a:pt x="138375" y="1"/>
                </a:lnTo>
                <a:lnTo>
                  <a:pt x="137387" y="1"/>
                </a:lnTo>
                <a:lnTo>
                  <a:pt x="137387" y="2310"/>
                </a:lnTo>
                <a:lnTo>
                  <a:pt x="131314" y="2310"/>
                </a:lnTo>
                <a:lnTo>
                  <a:pt x="131314" y="1"/>
                </a:lnTo>
                <a:lnTo>
                  <a:pt x="130338" y="1"/>
                </a:lnTo>
                <a:lnTo>
                  <a:pt x="130338" y="2310"/>
                </a:lnTo>
                <a:lnTo>
                  <a:pt x="124254" y="2310"/>
                </a:lnTo>
                <a:lnTo>
                  <a:pt x="124254" y="1"/>
                </a:lnTo>
                <a:lnTo>
                  <a:pt x="123278" y="1"/>
                </a:lnTo>
                <a:lnTo>
                  <a:pt x="123278" y="2310"/>
                </a:lnTo>
                <a:lnTo>
                  <a:pt x="117205" y="2310"/>
                </a:lnTo>
                <a:lnTo>
                  <a:pt x="117205" y="1"/>
                </a:lnTo>
                <a:lnTo>
                  <a:pt x="116217" y="1"/>
                </a:lnTo>
                <a:lnTo>
                  <a:pt x="116217" y="2310"/>
                </a:lnTo>
                <a:lnTo>
                  <a:pt x="110157" y="2310"/>
                </a:lnTo>
                <a:lnTo>
                  <a:pt x="110157" y="1"/>
                </a:lnTo>
                <a:lnTo>
                  <a:pt x="109169" y="1"/>
                </a:lnTo>
                <a:lnTo>
                  <a:pt x="109169" y="2310"/>
                </a:lnTo>
                <a:lnTo>
                  <a:pt x="103097" y="2310"/>
                </a:lnTo>
                <a:lnTo>
                  <a:pt x="103097" y="1"/>
                </a:lnTo>
                <a:lnTo>
                  <a:pt x="102120" y="1"/>
                </a:lnTo>
                <a:lnTo>
                  <a:pt x="102120" y="2310"/>
                </a:lnTo>
                <a:lnTo>
                  <a:pt x="96036" y="2310"/>
                </a:lnTo>
                <a:lnTo>
                  <a:pt x="96036" y="1"/>
                </a:lnTo>
                <a:lnTo>
                  <a:pt x="95060" y="1"/>
                </a:lnTo>
                <a:lnTo>
                  <a:pt x="95060" y="2310"/>
                </a:lnTo>
                <a:lnTo>
                  <a:pt x="88988" y="2310"/>
                </a:lnTo>
                <a:lnTo>
                  <a:pt x="88988" y="1"/>
                </a:lnTo>
                <a:lnTo>
                  <a:pt x="87999" y="1"/>
                </a:lnTo>
                <a:lnTo>
                  <a:pt x="87999" y="2310"/>
                </a:lnTo>
                <a:lnTo>
                  <a:pt x="81927" y="2310"/>
                </a:lnTo>
                <a:lnTo>
                  <a:pt x="81927" y="1"/>
                </a:lnTo>
                <a:lnTo>
                  <a:pt x="80951" y="1"/>
                </a:lnTo>
                <a:lnTo>
                  <a:pt x="80951" y="2310"/>
                </a:lnTo>
                <a:lnTo>
                  <a:pt x="74879" y="2310"/>
                </a:lnTo>
                <a:lnTo>
                  <a:pt x="74879" y="1"/>
                </a:lnTo>
                <a:lnTo>
                  <a:pt x="73902" y="1"/>
                </a:lnTo>
                <a:lnTo>
                  <a:pt x="73902" y="2310"/>
                </a:lnTo>
                <a:lnTo>
                  <a:pt x="67818" y="2310"/>
                </a:lnTo>
                <a:lnTo>
                  <a:pt x="67818" y="1"/>
                </a:lnTo>
                <a:lnTo>
                  <a:pt x="66842" y="1"/>
                </a:lnTo>
                <a:lnTo>
                  <a:pt x="66842" y="2310"/>
                </a:lnTo>
                <a:lnTo>
                  <a:pt x="60758" y="2310"/>
                </a:lnTo>
                <a:lnTo>
                  <a:pt x="60758" y="1"/>
                </a:lnTo>
                <a:lnTo>
                  <a:pt x="59782" y="1"/>
                </a:lnTo>
                <a:lnTo>
                  <a:pt x="59782" y="2310"/>
                </a:lnTo>
                <a:lnTo>
                  <a:pt x="53709" y="2310"/>
                </a:lnTo>
                <a:lnTo>
                  <a:pt x="53709" y="1"/>
                </a:lnTo>
                <a:lnTo>
                  <a:pt x="52721" y="1"/>
                </a:lnTo>
                <a:lnTo>
                  <a:pt x="52721" y="2310"/>
                </a:lnTo>
                <a:lnTo>
                  <a:pt x="46649" y="2310"/>
                </a:lnTo>
                <a:lnTo>
                  <a:pt x="46649" y="1"/>
                </a:lnTo>
                <a:lnTo>
                  <a:pt x="45673" y="1"/>
                </a:lnTo>
                <a:lnTo>
                  <a:pt x="45673" y="2310"/>
                </a:lnTo>
                <a:lnTo>
                  <a:pt x="39601" y="2310"/>
                </a:lnTo>
                <a:lnTo>
                  <a:pt x="39601" y="1"/>
                </a:lnTo>
                <a:lnTo>
                  <a:pt x="38612" y="1"/>
                </a:lnTo>
                <a:lnTo>
                  <a:pt x="38612" y="2310"/>
                </a:lnTo>
                <a:lnTo>
                  <a:pt x="32540" y="2310"/>
                </a:lnTo>
                <a:lnTo>
                  <a:pt x="32540" y="1"/>
                </a:lnTo>
                <a:lnTo>
                  <a:pt x="31564" y="1"/>
                </a:lnTo>
                <a:lnTo>
                  <a:pt x="31564" y="2310"/>
                </a:lnTo>
                <a:lnTo>
                  <a:pt x="25492" y="2310"/>
                </a:lnTo>
                <a:lnTo>
                  <a:pt x="25492" y="1"/>
                </a:lnTo>
                <a:lnTo>
                  <a:pt x="24503" y="1"/>
                </a:lnTo>
                <a:lnTo>
                  <a:pt x="24503" y="2310"/>
                </a:lnTo>
                <a:lnTo>
                  <a:pt x="18431" y="2310"/>
                </a:lnTo>
                <a:lnTo>
                  <a:pt x="18431" y="1"/>
                </a:lnTo>
                <a:lnTo>
                  <a:pt x="17455" y="1"/>
                </a:lnTo>
                <a:lnTo>
                  <a:pt x="17455" y="2310"/>
                </a:lnTo>
                <a:lnTo>
                  <a:pt x="11371" y="2310"/>
                </a:lnTo>
                <a:lnTo>
                  <a:pt x="1137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31" name="Google Shape;2331;p23"/>
          <p:cNvGrpSpPr/>
          <p:nvPr/>
        </p:nvGrpSpPr>
        <p:grpSpPr>
          <a:xfrm>
            <a:off x="7365098" y="3205040"/>
            <a:ext cx="1734237" cy="1876555"/>
            <a:chOff x="7365098" y="3205040"/>
            <a:chExt cx="1734237" cy="1876555"/>
          </a:xfrm>
        </p:grpSpPr>
        <p:sp>
          <p:nvSpPr>
            <p:cNvPr id="2332" name="Google Shape;2332;p23"/>
            <p:cNvSpPr/>
            <p:nvPr/>
          </p:nvSpPr>
          <p:spPr>
            <a:xfrm>
              <a:off x="8957971" y="3553857"/>
              <a:ext cx="97552" cy="98090"/>
            </a:xfrm>
            <a:custGeom>
              <a:avLst/>
              <a:gdLst/>
              <a:ahLst/>
              <a:cxnLst/>
              <a:rect l="l" t="t" r="r" b="b"/>
              <a:pathLst>
                <a:path w="1814" h="1824" extrusionOk="0">
                  <a:moveTo>
                    <a:pt x="969" y="235"/>
                  </a:moveTo>
                  <a:cubicBezTo>
                    <a:pt x="990" y="315"/>
                    <a:pt x="1018" y="417"/>
                    <a:pt x="1034" y="485"/>
                  </a:cubicBezTo>
                  <a:cubicBezTo>
                    <a:pt x="1080" y="667"/>
                    <a:pt x="1089" y="707"/>
                    <a:pt x="1111" y="738"/>
                  </a:cubicBezTo>
                  <a:cubicBezTo>
                    <a:pt x="1135" y="769"/>
                    <a:pt x="1166" y="784"/>
                    <a:pt x="1345" y="846"/>
                  </a:cubicBezTo>
                  <a:cubicBezTo>
                    <a:pt x="1410" y="870"/>
                    <a:pt x="1505" y="904"/>
                    <a:pt x="1576" y="935"/>
                  </a:cubicBezTo>
                  <a:cubicBezTo>
                    <a:pt x="1478" y="978"/>
                    <a:pt x="1314" y="1040"/>
                    <a:pt x="1169" y="1093"/>
                  </a:cubicBezTo>
                  <a:cubicBezTo>
                    <a:pt x="1148" y="1099"/>
                    <a:pt x="1129" y="1114"/>
                    <a:pt x="1120" y="1136"/>
                  </a:cubicBezTo>
                  <a:cubicBezTo>
                    <a:pt x="1049" y="1302"/>
                    <a:pt x="960" y="1490"/>
                    <a:pt x="901" y="1595"/>
                  </a:cubicBezTo>
                  <a:cubicBezTo>
                    <a:pt x="861" y="1481"/>
                    <a:pt x="802" y="1281"/>
                    <a:pt x="759" y="1108"/>
                  </a:cubicBezTo>
                  <a:cubicBezTo>
                    <a:pt x="753" y="1077"/>
                    <a:pt x="728" y="1052"/>
                    <a:pt x="697" y="1046"/>
                  </a:cubicBezTo>
                  <a:cubicBezTo>
                    <a:pt x="528" y="1015"/>
                    <a:pt x="333" y="972"/>
                    <a:pt x="229" y="941"/>
                  </a:cubicBezTo>
                  <a:cubicBezTo>
                    <a:pt x="392" y="852"/>
                    <a:pt x="565" y="775"/>
                    <a:pt x="738" y="707"/>
                  </a:cubicBezTo>
                  <a:cubicBezTo>
                    <a:pt x="759" y="698"/>
                    <a:pt x="775" y="682"/>
                    <a:pt x="784" y="661"/>
                  </a:cubicBezTo>
                  <a:cubicBezTo>
                    <a:pt x="839" y="516"/>
                    <a:pt x="901" y="374"/>
                    <a:pt x="969" y="235"/>
                  </a:cubicBezTo>
                  <a:close/>
                  <a:moveTo>
                    <a:pt x="987" y="1"/>
                  </a:moveTo>
                  <a:cubicBezTo>
                    <a:pt x="938" y="1"/>
                    <a:pt x="864" y="1"/>
                    <a:pt x="648" y="571"/>
                  </a:cubicBezTo>
                  <a:cubicBezTo>
                    <a:pt x="40" y="815"/>
                    <a:pt x="16" y="895"/>
                    <a:pt x="7" y="929"/>
                  </a:cubicBezTo>
                  <a:cubicBezTo>
                    <a:pt x="0" y="957"/>
                    <a:pt x="7" y="985"/>
                    <a:pt x="22" y="1009"/>
                  </a:cubicBezTo>
                  <a:cubicBezTo>
                    <a:pt x="37" y="1031"/>
                    <a:pt x="84" y="1093"/>
                    <a:pt x="617" y="1194"/>
                  </a:cubicBezTo>
                  <a:cubicBezTo>
                    <a:pt x="775" y="1823"/>
                    <a:pt x="830" y="1823"/>
                    <a:pt x="889" y="1823"/>
                  </a:cubicBezTo>
                  <a:lnTo>
                    <a:pt x="895" y="1823"/>
                  </a:lnTo>
                  <a:cubicBezTo>
                    <a:pt x="944" y="1820"/>
                    <a:pt x="1000" y="1817"/>
                    <a:pt x="1256" y="1231"/>
                  </a:cubicBezTo>
                  <a:cubicBezTo>
                    <a:pt x="1416" y="1176"/>
                    <a:pt x="1718" y="1065"/>
                    <a:pt x="1780" y="1006"/>
                  </a:cubicBezTo>
                  <a:cubicBezTo>
                    <a:pt x="1805" y="985"/>
                    <a:pt x="1814" y="951"/>
                    <a:pt x="1811" y="920"/>
                  </a:cubicBezTo>
                  <a:cubicBezTo>
                    <a:pt x="1795" y="846"/>
                    <a:pt x="1715" y="806"/>
                    <a:pt x="1404" y="695"/>
                  </a:cubicBezTo>
                  <a:cubicBezTo>
                    <a:pt x="1345" y="673"/>
                    <a:pt x="1274" y="648"/>
                    <a:pt x="1243" y="633"/>
                  </a:cubicBezTo>
                  <a:cubicBezTo>
                    <a:pt x="1231" y="599"/>
                    <a:pt x="1209" y="516"/>
                    <a:pt x="1194" y="448"/>
                  </a:cubicBezTo>
                  <a:cubicBezTo>
                    <a:pt x="1142" y="229"/>
                    <a:pt x="1105" y="93"/>
                    <a:pt x="1064" y="41"/>
                  </a:cubicBezTo>
                  <a:cubicBezTo>
                    <a:pt x="1046" y="16"/>
                    <a:pt x="1018" y="4"/>
                    <a:pt x="9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23"/>
            <p:cNvSpPr/>
            <p:nvPr/>
          </p:nvSpPr>
          <p:spPr>
            <a:xfrm>
              <a:off x="8906457" y="3205040"/>
              <a:ext cx="173330" cy="167924"/>
            </a:xfrm>
            <a:custGeom>
              <a:avLst/>
              <a:gdLst/>
              <a:ahLst/>
              <a:cxnLst/>
              <a:rect l="l" t="t" r="r" b="b"/>
              <a:pathLst>
                <a:path w="2725" h="2640" extrusionOk="0">
                  <a:moveTo>
                    <a:pt x="889" y="243"/>
                  </a:moveTo>
                  <a:cubicBezTo>
                    <a:pt x="988" y="326"/>
                    <a:pt x="1151" y="474"/>
                    <a:pt x="1370" y="681"/>
                  </a:cubicBezTo>
                  <a:cubicBezTo>
                    <a:pt x="1244" y="739"/>
                    <a:pt x="1108" y="807"/>
                    <a:pt x="960" y="884"/>
                  </a:cubicBezTo>
                  <a:cubicBezTo>
                    <a:pt x="914" y="557"/>
                    <a:pt x="895" y="358"/>
                    <a:pt x="889" y="243"/>
                  </a:cubicBezTo>
                  <a:close/>
                  <a:moveTo>
                    <a:pt x="2227" y="520"/>
                  </a:moveTo>
                  <a:lnTo>
                    <a:pt x="2227" y="520"/>
                  </a:lnTo>
                  <a:cubicBezTo>
                    <a:pt x="2172" y="708"/>
                    <a:pt x="2101" y="890"/>
                    <a:pt x="2018" y="1066"/>
                  </a:cubicBezTo>
                  <a:cubicBezTo>
                    <a:pt x="1904" y="955"/>
                    <a:pt x="1786" y="841"/>
                    <a:pt x="1672" y="730"/>
                  </a:cubicBezTo>
                  <a:cubicBezTo>
                    <a:pt x="1996" y="585"/>
                    <a:pt x="2150" y="536"/>
                    <a:pt x="2227" y="520"/>
                  </a:cubicBezTo>
                  <a:close/>
                  <a:moveTo>
                    <a:pt x="827" y="1143"/>
                  </a:moveTo>
                  <a:cubicBezTo>
                    <a:pt x="849" y="1298"/>
                    <a:pt x="877" y="1455"/>
                    <a:pt x="904" y="1609"/>
                  </a:cubicBezTo>
                  <a:cubicBezTo>
                    <a:pt x="497" y="1544"/>
                    <a:pt x="318" y="1489"/>
                    <a:pt x="241" y="1455"/>
                  </a:cubicBezTo>
                  <a:cubicBezTo>
                    <a:pt x="358" y="1390"/>
                    <a:pt x="577" y="1273"/>
                    <a:pt x="827" y="1143"/>
                  </a:cubicBezTo>
                  <a:close/>
                  <a:moveTo>
                    <a:pt x="1506" y="810"/>
                  </a:moveTo>
                  <a:cubicBezTo>
                    <a:pt x="1651" y="946"/>
                    <a:pt x="1802" y="1094"/>
                    <a:pt x="1941" y="1233"/>
                  </a:cubicBezTo>
                  <a:cubicBezTo>
                    <a:pt x="1867" y="1396"/>
                    <a:pt x="1786" y="1557"/>
                    <a:pt x="1706" y="1711"/>
                  </a:cubicBezTo>
                  <a:cubicBezTo>
                    <a:pt x="1478" y="1689"/>
                    <a:pt x="1268" y="1661"/>
                    <a:pt x="1086" y="1637"/>
                  </a:cubicBezTo>
                  <a:lnTo>
                    <a:pt x="1083" y="1637"/>
                  </a:lnTo>
                  <a:cubicBezTo>
                    <a:pt x="1049" y="1449"/>
                    <a:pt x="1015" y="1251"/>
                    <a:pt x="988" y="1063"/>
                  </a:cubicBezTo>
                  <a:cubicBezTo>
                    <a:pt x="1179" y="968"/>
                    <a:pt x="1352" y="881"/>
                    <a:pt x="1506" y="810"/>
                  </a:cubicBezTo>
                  <a:close/>
                  <a:moveTo>
                    <a:pt x="2070" y="1362"/>
                  </a:moveTo>
                  <a:cubicBezTo>
                    <a:pt x="2280" y="1578"/>
                    <a:pt x="2394" y="1708"/>
                    <a:pt x="2453" y="1779"/>
                  </a:cubicBezTo>
                  <a:cubicBezTo>
                    <a:pt x="2314" y="1769"/>
                    <a:pt x="2110" y="1751"/>
                    <a:pt x="1888" y="1729"/>
                  </a:cubicBezTo>
                  <a:cubicBezTo>
                    <a:pt x="1950" y="1612"/>
                    <a:pt x="2012" y="1486"/>
                    <a:pt x="2070" y="1362"/>
                  </a:cubicBezTo>
                  <a:close/>
                  <a:moveTo>
                    <a:pt x="1117" y="1816"/>
                  </a:moveTo>
                  <a:lnTo>
                    <a:pt x="1117" y="1816"/>
                  </a:lnTo>
                  <a:cubicBezTo>
                    <a:pt x="1268" y="1834"/>
                    <a:pt x="1438" y="1856"/>
                    <a:pt x="1620" y="1874"/>
                  </a:cubicBezTo>
                  <a:cubicBezTo>
                    <a:pt x="1438" y="2207"/>
                    <a:pt x="1321" y="2371"/>
                    <a:pt x="1259" y="2436"/>
                  </a:cubicBezTo>
                  <a:cubicBezTo>
                    <a:pt x="1231" y="2340"/>
                    <a:pt x="1182" y="2143"/>
                    <a:pt x="1117" y="1816"/>
                  </a:cubicBezTo>
                  <a:close/>
                  <a:moveTo>
                    <a:pt x="826" y="0"/>
                  </a:moveTo>
                  <a:cubicBezTo>
                    <a:pt x="798" y="0"/>
                    <a:pt x="770" y="10"/>
                    <a:pt x="750" y="30"/>
                  </a:cubicBezTo>
                  <a:cubicBezTo>
                    <a:pt x="719" y="67"/>
                    <a:pt x="673" y="119"/>
                    <a:pt x="799" y="968"/>
                  </a:cubicBezTo>
                  <a:cubicBezTo>
                    <a:pt x="395" y="1174"/>
                    <a:pt x="65" y="1356"/>
                    <a:pt x="62" y="1356"/>
                  </a:cubicBezTo>
                  <a:cubicBezTo>
                    <a:pt x="38" y="1372"/>
                    <a:pt x="22" y="1393"/>
                    <a:pt x="19" y="1421"/>
                  </a:cubicBezTo>
                  <a:cubicBezTo>
                    <a:pt x="1" y="1557"/>
                    <a:pt x="149" y="1668"/>
                    <a:pt x="938" y="1788"/>
                  </a:cubicBezTo>
                  <a:cubicBezTo>
                    <a:pt x="988" y="2059"/>
                    <a:pt x="1071" y="2466"/>
                    <a:pt x="1129" y="2574"/>
                  </a:cubicBezTo>
                  <a:cubicBezTo>
                    <a:pt x="1148" y="2615"/>
                    <a:pt x="1188" y="2639"/>
                    <a:pt x="1234" y="2639"/>
                  </a:cubicBezTo>
                  <a:cubicBezTo>
                    <a:pt x="1290" y="2639"/>
                    <a:pt x="1404" y="2639"/>
                    <a:pt x="1802" y="1893"/>
                  </a:cubicBezTo>
                  <a:cubicBezTo>
                    <a:pt x="2144" y="1930"/>
                    <a:pt x="2453" y="1951"/>
                    <a:pt x="2573" y="1961"/>
                  </a:cubicBezTo>
                  <a:cubicBezTo>
                    <a:pt x="2616" y="1961"/>
                    <a:pt x="2656" y="1939"/>
                    <a:pt x="2675" y="1902"/>
                  </a:cubicBezTo>
                  <a:cubicBezTo>
                    <a:pt x="2702" y="1837"/>
                    <a:pt x="2724" y="1785"/>
                    <a:pt x="2144" y="1199"/>
                  </a:cubicBezTo>
                  <a:cubicBezTo>
                    <a:pt x="2274" y="912"/>
                    <a:pt x="2416" y="573"/>
                    <a:pt x="2406" y="459"/>
                  </a:cubicBezTo>
                  <a:cubicBezTo>
                    <a:pt x="2403" y="406"/>
                    <a:pt x="2363" y="344"/>
                    <a:pt x="2264" y="344"/>
                  </a:cubicBezTo>
                  <a:cubicBezTo>
                    <a:pt x="2194" y="344"/>
                    <a:pt x="2039" y="372"/>
                    <a:pt x="1537" y="604"/>
                  </a:cubicBezTo>
                  <a:cubicBezTo>
                    <a:pt x="1305" y="385"/>
                    <a:pt x="941" y="48"/>
                    <a:pt x="870" y="8"/>
                  </a:cubicBezTo>
                  <a:cubicBezTo>
                    <a:pt x="856" y="3"/>
                    <a:pt x="841" y="0"/>
                    <a:pt x="8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34" name="Google Shape;2334;p23"/>
            <p:cNvGrpSpPr/>
            <p:nvPr/>
          </p:nvGrpSpPr>
          <p:grpSpPr>
            <a:xfrm>
              <a:off x="7365098" y="3767669"/>
              <a:ext cx="1734237" cy="1313926"/>
              <a:chOff x="7365098" y="3767669"/>
              <a:chExt cx="1734237" cy="1313926"/>
            </a:xfrm>
          </p:grpSpPr>
          <p:sp>
            <p:nvSpPr>
              <p:cNvPr id="2335" name="Google Shape;2335;p23"/>
              <p:cNvSpPr/>
              <p:nvPr/>
            </p:nvSpPr>
            <p:spPr>
              <a:xfrm rot="-320246">
                <a:off x="8287495" y="4291232"/>
                <a:ext cx="649264" cy="445283"/>
              </a:xfrm>
              <a:custGeom>
                <a:avLst/>
                <a:gdLst/>
                <a:ahLst/>
                <a:cxnLst/>
                <a:rect l="l" t="t" r="r" b="b"/>
                <a:pathLst>
                  <a:path w="12073" h="8280" extrusionOk="0">
                    <a:moveTo>
                      <a:pt x="8926" y="1"/>
                    </a:moveTo>
                    <a:cubicBezTo>
                      <a:pt x="8924" y="1"/>
                      <a:pt x="8922" y="1"/>
                      <a:pt x="8921" y="1"/>
                    </a:cubicBezTo>
                    <a:cubicBezTo>
                      <a:pt x="8831" y="4"/>
                      <a:pt x="8742" y="13"/>
                      <a:pt x="8652" y="29"/>
                    </a:cubicBezTo>
                    <a:lnTo>
                      <a:pt x="8588" y="41"/>
                    </a:lnTo>
                    <a:cubicBezTo>
                      <a:pt x="8492" y="60"/>
                      <a:pt x="8507" y="201"/>
                      <a:pt x="8606" y="201"/>
                    </a:cubicBezTo>
                    <a:cubicBezTo>
                      <a:pt x="8609" y="201"/>
                      <a:pt x="8615" y="201"/>
                      <a:pt x="8621" y="198"/>
                    </a:cubicBezTo>
                    <a:lnTo>
                      <a:pt x="8677" y="189"/>
                    </a:lnTo>
                    <a:cubicBezTo>
                      <a:pt x="8760" y="174"/>
                      <a:pt x="8844" y="164"/>
                      <a:pt x="8930" y="161"/>
                    </a:cubicBezTo>
                    <a:cubicBezTo>
                      <a:pt x="8973" y="158"/>
                      <a:pt x="9007" y="121"/>
                      <a:pt x="9007" y="78"/>
                    </a:cubicBezTo>
                    <a:cubicBezTo>
                      <a:pt x="9004" y="34"/>
                      <a:pt x="8967" y="1"/>
                      <a:pt x="8926" y="1"/>
                    </a:cubicBezTo>
                    <a:close/>
                    <a:moveTo>
                      <a:pt x="9248" y="13"/>
                    </a:moveTo>
                    <a:cubicBezTo>
                      <a:pt x="9151" y="13"/>
                      <a:pt x="9136" y="159"/>
                      <a:pt x="9238" y="174"/>
                    </a:cubicBezTo>
                    <a:cubicBezTo>
                      <a:pt x="9343" y="186"/>
                      <a:pt x="9445" y="205"/>
                      <a:pt x="9544" y="232"/>
                    </a:cubicBezTo>
                    <a:cubicBezTo>
                      <a:pt x="9553" y="235"/>
                      <a:pt x="9559" y="235"/>
                      <a:pt x="9565" y="235"/>
                    </a:cubicBezTo>
                    <a:cubicBezTo>
                      <a:pt x="9661" y="235"/>
                      <a:pt x="9679" y="100"/>
                      <a:pt x="9587" y="75"/>
                    </a:cubicBezTo>
                    <a:cubicBezTo>
                      <a:pt x="9479" y="47"/>
                      <a:pt x="9368" y="26"/>
                      <a:pt x="9257" y="13"/>
                    </a:cubicBezTo>
                    <a:cubicBezTo>
                      <a:pt x="9254" y="13"/>
                      <a:pt x="9251" y="13"/>
                      <a:pt x="9248" y="13"/>
                    </a:cubicBezTo>
                    <a:close/>
                    <a:moveTo>
                      <a:pt x="8303" y="128"/>
                    </a:moveTo>
                    <a:cubicBezTo>
                      <a:pt x="8291" y="128"/>
                      <a:pt x="8279" y="131"/>
                      <a:pt x="8267" y="137"/>
                    </a:cubicBezTo>
                    <a:cubicBezTo>
                      <a:pt x="8162" y="180"/>
                      <a:pt x="8060" y="232"/>
                      <a:pt x="7964" y="294"/>
                    </a:cubicBezTo>
                    <a:cubicBezTo>
                      <a:pt x="7900" y="340"/>
                      <a:pt x="7931" y="442"/>
                      <a:pt x="8011" y="442"/>
                    </a:cubicBezTo>
                    <a:lnTo>
                      <a:pt x="8011" y="445"/>
                    </a:lnTo>
                    <a:cubicBezTo>
                      <a:pt x="8026" y="445"/>
                      <a:pt x="8042" y="439"/>
                      <a:pt x="8054" y="430"/>
                    </a:cubicBezTo>
                    <a:cubicBezTo>
                      <a:pt x="8140" y="374"/>
                      <a:pt x="8233" y="325"/>
                      <a:pt x="8325" y="288"/>
                    </a:cubicBezTo>
                    <a:cubicBezTo>
                      <a:pt x="8420" y="255"/>
                      <a:pt x="8382" y="128"/>
                      <a:pt x="8303" y="128"/>
                    </a:cubicBezTo>
                    <a:close/>
                    <a:moveTo>
                      <a:pt x="9873" y="178"/>
                    </a:moveTo>
                    <a:cubicBezTo>
                      <a:pt x="9795" y="178"/>
                      <a:pt x="9757" y="295"/>
                      <a:pt x="9840" y="334"/>
                    </a:cubicBezTo>
                    <a:cubicBezTo>
                      <a:pt x="9938" y="374"/>
                      <a:pt x="10031" y="417"/>
                      <a:pt x="10123" y="470"/>
                    </a:cubicBezTo>
                    <a:cubicBezTo>
                      <a:pt x="10136" y="476"/>
                      <a:pt x="10148" y="479"/>
                      <a:pt x="10164" y="479"/>
                    </a:cubicBezTo>
                    <a:cubicBezTo>
                      <a:pt x="10247" y="479"/>
                      <a:pt x="10275" y="368"/>
                      <a:pt x="10201" y="328"/>
                    </a:cubicBezTo>
                    <a:cubicBezTo>
                      <a:pt x="10105" y="275"/>
                      <a:pt x="10003" y="226"/>
                      <a:pt x="9901" y="183"/>
                    </a:cubicBezTo>
                    <a:cubicBezTo>
                      <a:pt x="9891" y="179"/>
                      <a:pt x="9882" y="178"/>
                      <a:pt x="9873" y="178"/>
                    </a:cubicBezTo>
                    <a:close/>
                    <a:moveTo>
                      <a:pt x="5475" y="516"/>
                    </a:moveTo>
                    <a:cubicBezTo>
                      <a:pt x="5406" y="516"/>
                      <a:pt x="5337" y="518"/>
                      <a:pt x="5269" y="522"/>
                    </a:cubicBezTo>
                    <a:cubicBezTo>
                      <a:pt x="5167" y="531"/>
                      <a:pt x="5173" y="683"/>
                      <a:pt x="5275" y="686"/>
                    </a:cubicBezTo>
                    <a:lnTo>
                      <a:pt x="5281" y="683"/>
                    </a:lnTo>
                    <a:cubicBezTo>
                      <a:pt x="5341" y="679"/>
                      <a:pt x="5401" y="677"/>
                      <a:pt x="5463" y="677"/>
                    </a:cubicBezTo>
                    <a:cubicBezTo>
                      <a:pt x="5506" y="677"/>
                      <a:pt x="5549" y="678"/>
                      <a:pt x="5593" y="679"/>
                    </a:cubicBezTo>
                    <a:cubicBezTo>
                      <a:pt x="5698" y="679"/>
                      <a:pt x="5704" y="528"/>
                      <a:pt x="5602" y="519"/>
                    </a:cubicBezTo>
                    <a:cubicBezTo>
                      <a:pt x="5560" y="517"/>
                      <a:pt x="5517" y="516"/>
                      <a:pt x="5475" y="516"/>
                    </a:cubicBezTo>
                    <a:close/>
                    <a:moveTo>
                      <a:pt x="5916" y="551"/>
                    </a:moveTo>
                    <a:cubicBezTo>
                      <a:pt x="5879" y="551"/>
                      <a:pt x="5845" y="580"/>
                      <a:pt x="5839" y="621"/>
                    </a:cubicBezTo>
                    <a:cubicBezTo>
                      <a:pt x="5833" y="664"/>
                      <a:pt x="5861" y="704"/>
                      <a:pt x="5907" y="713"/>
                    </a:cubicBezTo>
                    <a:cubicBezTo>
                      <a:pt x="6009" y="729"/>
                      <a:pt x="6111" y="754"/>
                      <a:pt x="6213" y="781"/>
                    </a:cubicBezTo>
                    <a:cubicBezTo>
                      <a:pt x="6219" y="784"/>
                      <a:pt x="6228" y="784"/>
                      <a:pt x="6234" y="784"/>
                    </a:cubicBezTo>
                    <a:cubicBezTo>
                      <a:pt x="6327" y="784"/>
                      <a:pt x="6345" y="655"/>
                      <a:pt x="6256" y="627"/>
                    </a:cubicBezTo>
                    <a:cubicBezTo>
                      <a:pt x="6151" y="596"/>
                      <a:pt x="6043" y="572"/>
                      <a:pt x="5932" y="553"/>
                    </a:cubicBezTo>
                    <a:cubicBezTo>
                      <a:pt x="5927" y="552"/>
                      <a:pt x="5922" y="551"/>
                      <a:pt x="5916" y="551"/>
                    </a:cubicBezTo>
                    <a:close/>
                    <a:moveTo>
                      <a:pt x="4962" y="562"/>
                    </a:moveTo>
                    <a:cubicBezTo>
                      <a:pt x="4955" y="562"/>
                      <a:pt x="4947" y="563"/>
                      <a:pt x="4939" y="565"/>
                    </a:cubicBezTo>
                    <a:cubicBezTo>
                      <a:pt x="4831" y="587"/>
                      <a:pt x="4723" y="612"/>
                      <a:pt x="4615" y="642"/>
                    </a:cubicBezTo>
                    <a:cubicBezTo>
                      <a:pt x="4526" y="670"/>
                      <a:pt x="4544" y="803"/>
                      <a:pt x="4640" y="803"/>
                    </a:cubicBezTo>
                    <a:cubicBezTo>
                      <a:pt x="4646" y="803"/>
                      <a:pt x="4655" y="803"/>
                      <a:pt x="4661" y="800"/>
                    </a:cubicBezTo>
                    <a:cubicBezTo>
                      <a:pt x="4763" y="769"/>
                      <a:pt x="4865" y="744"/>
                      <a:pt x="4970" y="726"/>
                    </a:cubicBezTo>
                    <a:cubicBezTo>
                      <a:pt x="5075" y="711"/>
                      <a:pt x="5054" y="562"/>
                      <a:pt x="4962" y="562"/>
                    </a:cubicBezTo>
                    <a:close/>
                    <a:moveTo>
                      <a:pt x="10439" y="486"/>
                    </a:moveTo>
                    <a:cubicBezTo>
                      <a:pt x="10370" y="486"/>
                      <a:pt x="10324" y="585"/>
                      <a:pt x="10395" y="633"/>
                    </a:cubicBezTo>
                    <a:cubicBezTo>
                      <a:pt x="10478" y="692"/>
                      <a:pt x="10565" y="757"/>
                      <a:pt x="10651" y="821"/>
                    </a:cubicBezTo>
                    <a:cubicBezTo>
                      <a:pt x="10663" y="834"/>
                      <a:pt x="10682" y="840"/>
                      <a:pt x="10700" y="840"/>
                    </a:cubicBezTo>
                    <a:lnTo>
                      <a:pt x="10700" y="843"/>
                    </a:lnTo>
                    <a:cubicBezTo>
                      <a:pt x="10725" y="843"/>
                      <a:pt x="10747" y="831"/>
                      <a:pt x="10762" y="809"/>
                    </a:cubicBezTo>
                    <a:cubicBezTo>
                      <a:pt x="10790" y="775"/>
                      <a:pt x="10784" y="723"/>
                      <a:pt x="10750" y="695"/>
                    </a:cubicBezTo>
                    <a:cubicBezTo>
                      <a:pt x="10663" y="627"/>
                      <a:pt x="10574" y="559"/>
                      <a:pt x="10484" y="501"/>
                    </a:cubicBezTo>
                    <a:cubicBezTo>
                      <a:pt x="10469" y="490"/>
                      <a:pt x="10453" y="486"/>
                      <a:pt x="10439" y="486"/>
                    </a:cubicBezTo>
                    <a:close/>
                    <a:moveTo>
                      <a:pt x="7760" y="484"/>
                    </a:moveTo>
                    <a:cubicBezTo>
                      <a:pt x="7741" y="484"/>
                      <a:pt x="7720" y="492"/>
                      <a:pt x="7702" y="510"/>
                    </a:cubicBezTo>
                    <a:cubicBezTo>
                      <a:pt x="7622" y="590"/>
                      <a:pt x="7551" y="676"/>
                      <a:pt x="7490" y="772"/>
                    </a:cubicBezTo>
                    <a:cubicBezTo>
                      <a:pt x="7452" y="824"/>
                      <a:pt x="7490" y="898"/>
                      <a:pt x="7554" y="898"/>
                    </a:cubicBezTo>
                    <a:cubicBezTo>
                      <a:pt x="7582" y="898"/>
                      <a:pt x="7610" y="886"/>
                      <a:pt x="7625" y="861"/>
                    </a:cubicBezTo>
                    <a:cubicBezTo>
                      <a:pt x="7684" y="778"/>
                      <a:pt x="7749" y="698"/>
                      <a:pt x="7820" y="624"/>
                    </a:cubicBezTo>
                    <a:cubicBezTo>
                      <a:pt x="7879" y="565"/>
                      <a:pt x="7824" y="484"/>
                      <a:pt x="7760" y="484"/>
                    </a:cubicBezTo>
                    <a:close/>
                    <a:moveTo>
                      <a:pt x="6543" y="733"/>
                    </a:moveTo>
                    <a:cubicBezTo>
                      <a:pt x="6464" y="733"/>
                      <a:pt x="6426" y="848"/>
                      <a:pt x="6509" y="886"/>
                    </a:cubicBezTo>
                    <a:cubicBezTo>
                      <a:pt x="6604" y="929"/>
                      <a:pt x="6700" y="976"/>
                      <a:pt x="6789" y="1028"/>
                    </a:cubicBezTo>
                    <a:cubicBezTo>
                      <a:pt x="6802" y="1034"/>
                      <a:pt x="6814" y="1037"/>
                      <a:pt x="6829" y="1037"/>
                    </a:cubicBezTo>
                    <a:lnTo>
                      <a:pt x="6833" y="1037"/>
                    </a:lnTo>
                    <a:cubicBezTo>
                      <a:pt x="6913" y="1037"/>
                      <a:pt x="6941" y="926"/>
                      <a:pt x="6870" y="886"/>
                    </a:cubicBezTo>
                    <a:cubicBezTo>
                      <a:pt x="6774" y="831"/>
                      <a:pt x="6675" y="781"/>
                      <a:pt x="6573" y="738"/>
                    </a:cubicBezTo>
                    <a:cubicBezTo>
                      <a:pt x="6563" y="734"/>
                      <a:pt x="6553" y="733"/>
                      <a:pt x="6543" y="733"/>
                    </a:cubicBezTo>
                    <a:close/>
                    <a:moveTo>
                      <a:pt x="4337" y="747"/>
                    </a:moveTo>
                    <a:cubicBezTo>
                      <a:pt x="4326" y="747"/>
                      <a:pt x="4315" y="749"/>
                      <a:pt x="4303" y="754"/>
                    </a:cubicBezTo>
                    <a:cubicBezTo>
                      <a:pt x="4236" y="781"/>
                      <a:pt x="4168" y="812"/>
                      <a:pt x="4100" y="846"/>
                    </a:cubicBezTo>
                    <a:cubicBezTo>
                      <a:pt x="4069" y="861"/>
                      <a:pt x="4035" y="877"/>
                      <a:pt x="4004" y="892"/>
                    </a:cubicBezTo>
                    <a:cubicBezTo>
                      <a:pt x="3964" y="914"/>
                      <a:pt x="3949" y="963"/>
                      <a:pt x="3970" y="1003"/>
                    </a:cubicBezTo>
                    <a:cubicBezTo>
                      <a:pt x="3983" y="1031"/>
                      <a:pt x="4010" y="1047"/>
                      <a:pt x="4041" y="1047"/>
                    </a:cubicBezTo>
                    <a:cubicBezTo>
                      <a:pt x="4054" y="1047"/>
                      <a:pt x="4069" y="1043"/>
                      <a:pt x="4081" y="1037"/>
                    </a:cubicBezTo>
                    <a:cubicBezTo>
                      <a:pt x="4109" y="1022"/>
                      <a:pt x="4140" y="1006"/>
                      <a:pt x="4174" y="991"/>
                    </a:cubicBezTo>
                    <a:cubicBezTo>
                      <a:pt x="4236" y="960"/>
                      <a:pt x="4300" y="929"/>
                      <a:pt x="4365" y="905"/>
                    </a:cubicBezTo>
                    <a:cubicBezTo>
                      <a:pt x="4452" y="869"/>
                      <a:pt x="4417" y="747"/>
                      <a:pt x="4337" y="747"/>
                    </a:cubicBezTo>
                    <a:close/>
                    <a:moveTo>
                      <a:pt x="10948" y="890"/>
                    </a:moveTo>
                    <a:cubicBezTo>
                      <a:pt x="10885" y="890"/>
                      <a:pt x="10833" y="972"/>
                      <a:pt x="10891" y="1028"/>
                    </a:cubicBezTo>
                    <a:cubicBezTo>
                      <a:pt x="10972" y="1102"/>
                      <a:pt x="11049" y="1176"/>
                      <a:pt x="11120" y="1250"/>
                    </a:cubicBezTo>
                    <a:cubicBezTo>
                      <a:pt x="11135" y="1266"/>
                      <a:pt x="11157" y="1275"/>
                      <a:pt x="11178" y="1275"/>
                    </a:cubicBezTo>
                    <a:cubicBezTo>
                      <a:pt x="11249" y="1275"/>
                      <a:pt x="11286" y="1188"/>
                      <a:pt x="11237" y="1139"/>
                    </a:cubicBezTo>
                    <a:cubicBezTo>
                      <a:pt x="11163" y="1062"/>
                      <a:pt x="11083" y="988"/>
                      <a:pt x="10999" y="911"/>
                    </a:cubicBezTo>
                    <a:cubicBezTo>
                      <a:pt x="10983" y="896"/>
                      <a:pt x="10965" y="890"/>
                      <a:pt x="10948" y="890"/>
                    </a:cubicBezTo>
                    <a:close/>
                    <a:moveTo>
                      <a:pt x="3769" y="1046"/>
                    </a:moveTo>
                    <a:cubicBezTo>
                      <a:pt x="3753" y="1046"/>
                      <a:pt x="3735" y="1052"/>
                      <a:pt x="3717" y="1065"/>
                    </a:cubicBezTo>
                    <a:cubicBezTo>
                      <a:pt x="3628" y="1130"/>
                      <a:pt x="3539" y="1198"/>
                      <a:pt x="3458" y="1272"/>
                    </a:cubicBezTo>
                    <a:cubicBezTo>
                      <a:pt x="3403" y="1321"/>
                      <a:pt x="3437" y="1414"/>
                      <a:pt x="3511" y="1414"/>
                    </a:cubicBezTo>
                    <a:cubicBezTo>
                      <a:pt x="3529" y="1414"/>
                      <a:pt x="3551" y="1407"/>
                      <a:pt x="3566" y="1392"/>
                    </a:cubicBezTo>
                    <a:cubicBezTo>
                      <a:pt x="3643" y="1321"/>
                      <a:pt x="3724" y="1256"/>
                      <a:pt x="3810" y="1198"/>
                    </a:cubicBezTo>
                    <a:cubicBezTo>
                      <a:pt x="3890" y="1150"/>
                      <a:pt x="3840" y="1046"/>
                      <a:pt x="3769" y="1046"/>
                    </a:cubicBezTo>
                    <a:close/>
                    <a:moveTo>
                      <a:pt x="7396" y="1017"/>
                    </a:moveTo>
                    <a:cubicBezTo>
                      <a:pt x="7368" y="1017"/>
                      <a:pt x="7341" y="1031"/>
                      <a:pt x="7326" y="1065"/>
                    </a:cubicBezTo>
                    <a:cubicBezTo>
                      <a:pt x="7311" y="1102"/>
                      <a:pt x="7295" y="1136"/>
                      <a:pt x="7280" y="1176"/>
                    </a:cubicBezTo>
                    <a:cubicBezTo>
                      <a:pt x="7237" y="1139"/>
                      <a:pt x="7193" y="1102"/>
                      <a:pt x="7147" y="1068"/>
                    </a:cubicBezTo>
                    <a:cubicBezTo>
                      <a:pt x="7131" y="1056"/>
                      <a:pt x="7114" y="1050"/>
                      <a:pt x="7098" y="1050"/>
                    </a:cubicBezTo>
                    <a:cubicBezTo>
                      <a:pt x="7031" y="1050"/>
                      <a:pt x="6982" y="1145"/>
                      <a:pt x="7052" y="1198"/>
                    </a:cubicBezTo>
                    <a:cubicBezTo>
                      <a:pt x="7110" y="1244"/>
                      <a:pt x="7169" y="1290"/>
                      <a:pt x="7224" y="1343"/>
                    </a:cubicBezTo>
                    <a:cubicBezTo>
                      <a:pt x="7221" y="1355"/>
                      <a:pt x="7218" y="1370"/>
                      <a:pt x="7215" y="1383"/>
                    </a:cubicBezTo>
                    <a:cubicBezTo>
                      <a:pt x="7203" y="1426"/>
                      <a:pt x="7227" y="1472"/>
                      <a:pt x="7271" y="1481"/>
                    </a:cubicBezTo>
                    <a:cubicBezTo>
                      <a:pt x="7277" y="1484"/>
                      <a:pt x="7283" y="1484"/>
                      <a:pt x="7292" y="1484"/>
                    </a:cubicBezTo>
                    <a:cubicBezTo>
                      <a:pt x="7294" y="1485"/>
                      <a:pt x="7296" y="1485"/>
                      <a:pt x="7298" y="1485"/>
                    </a:cubicBezTo>
                    <a:cubicBezTo>
                      <a:pt x="7333" y="1485"/>
                      <a:pt x="7364" y="1461"/>
                      <a:pt x="7372" y="1426"/>
                    </a:cubicBezTo>
                    <a:lnTo>
                      <a:pt x="7372" y="1420"/>
                    </a:lnTo>
                    <a:cubicBezTo>
                      <a:pt x="7425" y="1401"/>
                      <a:pt x="7443" y="1340"/>
                      <a:pt x="7409" y="1293"/>
                    </a:cubicBezTo>
                    <a:cubicBezTo>
                      <a:pt x="7428" y="1238"/>
                      <a:pt x="7449" y="1182"/>
                      <a:pt x="7474" y="1133"/>
                    </a:cubicBezTo>
                    <a:cubicBezTo>
                      <a:pt x="7502" y="1068"/>
                      <a:pt x="7449" y="1017"/>
                      <a:pt x="7396" y="1017"/>
                    </a:cubicBezTo>
                    <a:close/>
                    <a:moveTo>
                      <a:pt x="11402" y="1354"/>
                    </a:moveTo>
                    <a:cubicBezTo>
                      <a:pt x="11342" y="1354"/>
                      <a:pt x="11290" y="1425"/>
                      <a:pt x="11339" y="1488"/>
                    </a:cubicBezTo>
                    <a:cubicBezTo>
                      <a:pt x="11413" y="1571"/>
                      <a:pt x="11481" y="1654"/>
                      <a:pt x="11542" y="1731"/>
                    </a:cubicBezTo>
                    <a:cubicBezTo>
                      <a:pt x="11558" y="1753"/>
                      <a:pt x="11579" y="1762"/>
                      <a:pt x="11607" y="1762"/>
                    </a:cubicBezTo>
                    <a:cubicBezTo>
                      <a:pt x="11672" y="1762"/>
                      <a:pt x="11712" y="1685"/>
                      <a:pt x="11669" y="1633"/>
                    </a:cubicBezTo>
                    <a:cubicBezTo>
                      <a:pt x="11607" y="1552"/>
                      <a:pt x="11536" y="1466"/>
                      <a:pt x="11459" y="1380"/>
                    </a:cubicBezTo>
                    <a:cubicBezTo>
                      <a:pt x="11441" y="1361"/>
                      <a:pt x="11421" y="1354"/>
                      <a:pt x="11402" y="1354"/>
                    </a:cubicBezTo>
                    <a:close/>
                    <a:moveTo>
                      <a:pt x="3285" y="1486"/>
                    </a:moveTo>
                    <a:cubicBezTo>
                      <a:pt x="3264" y="1486"/>
                      <a:pt x="3242" y="1494"/>
                      <a:pt x="3224" y="1515"/>
                    </a:cubicBezTo>
                    <a:cubicBezTo>
                      <a:pt x="3153" y="1602"/>
                      <a:pt x="3088" y="1694"/>
                      <a:pt x="3033" y="1790"/>
                    </a:cubicBezTo>
                    <a:cubicBezTo>
                      <a:pt x="3008" y="1827"/>
                      <a:pt x="3023" y="1876"/>
                      <a:pt x="3060" y="1901"/>
                    </a:cubicBezTo>
                    <a:cubicBezTo>
                      <a:pt x="3073" y="1907"/>
                      <a:pt x="3088" y="1910"/>
                      <a:pt x="3104" y="1910"/>
                    </a:cubicBezTo>
                    <a:lnTo>
                      <a:pt x="3101" y="1913"/>
                    </a:lnTo>
                    <a:cubicBezTo>
                      <a:pt x="3131" y="1913"/>
                      <a:pt x="3156" y="1898"/>
                      <a:pt x="3172" y="1870"/>
                    </a:cubicBezTo>
                    <a:cubicBezTo>
                      <a:pt x="3224" y="1784"/>
                      <a:pt x="3283" y="1697"/>
                      <a:pt x="3350" y="1617"/>
                    </a:cubicBezTo>
                    <a:cubicBezTo>
                      <a:pt x="3398" y="1556"/>
                      <a:pt x="3345" y="1486"/>
                      <a:pt x="3285" y="1486"/>
                    </a:cubicBezTo>
                    <a:close/>
                    <a:moveTo>
                      <a:pt x="7559" y="1500"/>
                    </a:moveTo>
                    <a:cubicBezTo>
                      <a:pt x="7501" y="1500"/>
                      <a:pt x="7445" y="1570"/>
                      <a:pt x="7496" y="1633"/>
                    </a:cubicBezTo>
                    <a:cubicBezTo>
                      <a:pt x="7557" y="1716"/>
                      <a:pt x="7610" y="1802"/>
                      <a:pt x="7656" y="1895"/>
                    </a:cubicBezTo>
                    <a:cubicBezTo>
                      <a:pt x="7668" y="1922"/>
                      <a:pt x="7696" y="1941"/>
                      <a:pt x="7730" y="1941"/>
                    </a:cubicBezTo>
                    <a:cubicBezTo>
                      <a:pt x="7742" y="1941"/>
                      <a:pt x="7752" y="1938"/>
                      <a:pt x="7764" y="1932"/>
                    </a:cubicBezTo>
                    <a:cubicBezTo>
                      <a:pt x="7804" y="1913"/>
                      <a:pt x="7820" y="1864"/>
                      <a:pt x="7801" y="1824"/>
                    </a:cubicBezTo>
                    <a:cubicBezTo>
                      <a:pt x="7752" y="1722"/>
                      <a:pt x="7693" y="1626"/>
                      <a:pt x="7622" y="1537"/>
                    </a:cubicBezTo>
                    <a:cubicBezTo>
                      <a:pt x="7605" y="1511"/>
                      <a:pt x="7582" y="1500"/>
                      <a:pt x="7559" y="1500"/>
                    </a:cubicBezTo>
                    <a:close/>
                    <a:moveTo>
                      <a:pt x="7233" y="1638"/>
                    </a:moveTo>
                    <a:cubicBezTo>
                      <a:pt x="7190" y="1638"/>
                      <a:pt x="7153" y="1669"/>
                      <a:pt x="7150" y="1713"/>
                    </a:cubicBezTo>
                    <a:cubicBezTo>
                      <a:pt x="7141" y="1787"/>
                      <a:pt x="7138" y="1861"/>
                      <a:pt x="7138" y="1938"/>
                    </a:cubicBezTo>
                    <a:cubicBezTo>
                      <a:pt x="7138" y="1975"/>
                      <a:pt x="7138" y="2012"/>
                      <a:pt x="7141" y="2049"/>
                    </a:cubicBezTo>
                    <a:cubicBezTo>
                      <a:pt x="7141" y="2092"/>
                      <a:pt x="7178" y="2126"/>
                      <a:pt x="7221" y="2126"/>
                    </a:cubicBezTo>
                    <a:lnTo>
                      <a:pt x="7224" y="2123"/>
                    </a:lnTo>
                    <a:cubicBezTo>
                      <a:pt x="7271" y="2123"/>
                      <a:pt x="7304" y="2083"/>
                      <a:pt x="7301" y="2040"/>
                    </a:cubicBezTo>
                    <a:cubicBezTo>
                      <a:pt x="7298" y="2006"/>
                      <a:pt x="7298" y="1972"/>
                      <a:pt x="7298" y="1938"/>
                    </a:cubicBezTo>
                    <a:cubicBezTo>
                      <a:pt x="7298" y="1867"/>
                      <a:pt x="7301" y="1799"/>
                      <a:pt x="7311" y="1728"/>
                    </a:cubicBezTo>
                    <a:cubicBezTo>
                      <a:pt x="7314" y="1685"/>
                      <a:pt x="7283" y="1645"/>
                      <a:pt x="7240" y="1639"/>
                    </a:cubicBezTo>
                    <a:cubicBezTo>
                      <a:pt x="7238" y="1639"/>
                      <a:pt x="7235" y="1638"/>
                      <a:pt x="7233" y="1638"/>
                    </a:cubicBezTo>
                    <a:close/>
                    <a:moveTo>
                      <a:pt x="11801" y="1860"/>
                    </a:moveTo>
                    <a:cubicBezTo>
                      <a:pt x="11742" y="1860"/>
                      <a:pt x="11687" y="1926"/>
                      <a:pt x="11733" y="1990"/>
                    </a:cubicBezTo>
                    <a:cubicBezTo>
                      <a:pt x="11848" y="2148"/>
                      <a:pt x="11909" y="2252"/>
                      <a:pt x="11909" y="2252"/>
                    </a:cubicBezTo>
                    <a:cubicBezTo>
                      <a:pt x="11925" y="2277"/>
                      <a:pt x="11952" y="2293"/>
                      <a:pt x="11980" y="2293"/>
                    </a:cubicBezTo>
                    <a:cubicBezTo>
                      <a:pt x="11996" y="2293"/>
                      <a:pt x="12008" y="2289"/>
                      <a:pt x="12020" y="2280"/>
                    </a:cubicBezTo>
                    <a:cubicBezTo>
                      <a:pt x="12060" y="2259"/>
                      <a:pt x="12073" y="2209"/>
                      <a:pt x="12048" y="2169"/>
                    </a:cubicBezTo>
                    <a:cubicBezTo>
                      <a:pt x="12045" y="2166"/>
                      <a:pt x="11983" y="2061"/>
                      <a:pt x="11866" y="1895"/>
                    </a:cubicBezTo>
                    <a:cubicBezTo>
                      <a:pt x="11848" y="1870"/>
                      <a:pt x="11824" y="1860"/>
                      <a:pt x="11801" y="1860"/>
                    </a:cubicBezTo>
                    <a:close/>
                    <a:moveTo>
                      <a:pt x="2955" y="2033"/>
                    </a:moveTo>
                    <a:cubicBezTo>
                      <a:pt x="2925" y="2033"/>
                      <a:pt x="2895" y="2050"/>
                      <a:pt x="2882" y="2089"/>
                    </a:cubicBezTo>
                    <a:cubicBezTo>
                      <a:pt x="2841" y="2194"/>
                      <a:pt x="2804" y="2299"/>
                      <a:pt x="2780" y="2407"/>
                    </a:cubicBezTo>
                    <a:cubicBezTo>
                      <a:pt x="2767" y="2453"/>
                      <a:pt x="2795" y="2496"/>
                      <a:pt x="2838" y="2505"/>
                    </a:cubicBezTo>
                    <a:cubicBezTo>
                      <a:pt x="2845" y="2508"/>
                      <a:pt x="2851" y="2508"/>
                      <a:pt x="2857" y="2508"/>
                    </a:cubicBezTo>
                    <a:lnTo>
                      <a:pt x="2860" y="2508"/>
                    </a:lnTo>
                    <a:cubicBezTo>
                      <a:pt x="2897" y="2508"/>
                      <a:pt x="2928" y="2484"/>
                      <a:pt x="2937" y="2447"/>
                    </a:cubicBezTo>
                    <a:cubicBezTo>
                      <a:pt x="2962" y="2345"/>
                      <a:pt x="2993" y="2246"/>
                      <a:pt x="3033" y="2151"/>
                    </a:cubicBezTo>
                    <a:cubicBezTo>
                      <a:pt x="3062" y="2084"/>
                      <a:pt x="3008" y="2033"/>
                      <a:pt x="2955" y="2033"/>
                    </a:cubicBezTo>
                    <a:close/>
                    <a:moveTo>
                      <a:pt x="7821" y="2084"/>
                    </a:moveTo>
                    <a:cubicBezTo>
                      <a:pt x="7777" y="2084"/>
                      <a:pt x="7733" y="2116"/>
                      <a:pt x="7739" y="2175"/>
                    </a:cubicBezTo>
                    <a:cubicBezTo>
                      <a:pt x="7742" y="2191"/>
                      <a:pt x="7742" y="2209"/>
                      <a:pt x="7742" y="2225"/>
                    </a:cubicBezTo>
                    <a:cubicBezTo>
                      <a:pt x="7746" y="2299"/>
                      <a:pt x="7724" y="2370"/>
                      <a:pt x="7684" y="2428"/>
                    </a:cubicBezTo>
                    <a:cubicBezTo>
                      <a:pt x="7656" y="2465"/>
                      <a:pt x="7665" y="2515"/>
                      <a:pt x="7699" y="2539"/>
                    </a:cubicBezTo>
                    <a:cubicBezTo>
                      <a:pt x="7715" y="2552"/>
                      <a:pt x="7730" y="2558"/>
                      <a:pt x="7749" y="2558"/>
                    </a:cubicBezTo>
                    <a:cubicBezTo>
                      <a:pt x="7773" y="2558"/>
                      <a:pt x="7798" y="2545"/>
                      <a:pt x="7813" y="2524"/>
                    </a:cubicBezTo>
                    <a:cubicBezTo>
                      <a:pt x="7875" y="2438"/>
                      <a:pt x="7906" y="2333"/>
                      <a:pt x="7903" y="2225"/>
                    </a:cubicBezTo>
                    <a:cubicBezTo>
                      <a:pt x="7903" y="2203"/>
                      <a:pt x="7900" y="2182"/>
                      <a:pt x="7900" y="2160"/>
                    </a:cubicBezTo>
                    <a:cubicBezTo>
                      <a:pt x="7897" y="2108"/>
                      <a:pt x="7859" y="2084"/>
                      <a:pt x="7821" y="2084"/>
                    </a:cubicBezTo>
                    <a:close/>
                    <a:moveTo>
                      <a:pt x="7283" y="2281"/>
                    </a:moveTo>
                    <a:cubicBezTo>
                      <a:pt x="7233" y="2281"/>
                      <a:pt x="7182" y="2325"/>
                      <a:pt x="7203" y="2388"/>
                    </a:cubicBezTo>
                    <a:cubicBezTo>
                      <a:pt x="7258" y="2549"/>
                      <a:pt x="7341" y="2650"/>
                      <a:pt x="7449" y="2684"/>
                    </a:cubicBezTo>
                    <a:cubicBezTo>
                      <a:pt x="7456" y="2687"/>
                      <a:pt x="7465" y="2687"/>
                      <a:pt x="7474" y="2687"/>
                    </a:cubicBezTo>
                    <a:cubicBezTo>
                      <a:pt x="7567" y="2687"/>
                      <a:pt x="7588" y="2555"/>
                      <a:pt x="7499" y="2530"/>
                    </a:cubicBezTo>
                    <a:cubicBezTo>
                      <a:pt x="7443" y="2512"/>
                      <a:pt x="7394" y="2444"/>
                      <a:pt x="7357" y="2336"/>
                    </a:cubicBezTo>
                    <a:cubicBezTo>
                      <a:pt x="7344" y="2297"/>
                      <a:pt x="7314" y="2281"/>
                      <a:pt x="7283" y="2281"/>
                    </a:cubicBezTo>
                    <a:close/>
                    <a:moveTo>
                      <a:pt x="2802" y="2670"/>
                    </a:moveTo>
                    <a:cubicBezTo>
                      <a:pt x="2766" y="2670"/>
                      <a:pt x="2731" y="2692"/>
                      <a:pt x="2724" y="2737"/>
                    </a:cubicBezTo>
                    <a:cubicBezTo>
                      <a:pt x="2712" y="2829"/>
                      <a:pt x="2709" y="2925"/>
                      <a:pt x="2709" y="3017"/>
                    </a:cubicBezTo>
                    <a:lnTo>
                      <a:pt x="2709" y="3070"/>
                    </a:lnTo>
                    <a:cubicBezTo>
                      <a:pt x="2709" y="3116"/>
                      <a:pt x="2746" y="3150"/>
                      <a:pt x="2789" y="3150"/>
                    </a:cubicBezTo>
                    <a:cubicBezTo>
                      <a:pt x="2835" y="3150"/>
                      <a:pt x="2869" y="3113"/>
                      <a:pt x="2869" y="3067"/>
                    </a:cubicBezTo>
                    <a:lnTo>
                      <a:pt x="2869" y="3017"/>
                    </a:lnTo>
                    <a:cubicBezTo>
                      <a:pt x="2869" y="2931"/>
                      <a:pt x="2875" y="2842"/>
                      <a:pt x="2885" y="2755"/>
                    </a:cubicBezTo>
                    <a:cubicBezTo>
                      <a:pt x="2886" y="2700"/>
                      <a:pt x="2844" y="2670"/>
                      <a:pt x="2802" y="2670"/>
                    </a:cubicBezTo>
                    <a:close/>
                    <a:moveTo>
                      <a:pt x="1978" y="3267"/>
                    </a:moveTo>
                    <a:cubicBezTo>
                      <a:pt x="1864" y="3273"/>
                      <a:pt x="1753" y="3292"/>
                      <a:pt x="1645" y="3320"/>
                    </a:cubicBezTo>
                    <a:cubicBezTo>
                      <a:pt x="1552" y="3344"/>
                      <a:pt x="1568" y="3477"/>
                      <a:pt x="1663" y="3480"/>
                    </a:cubicBezTo>
                    <a:cubicBezTo>
                      <a:pt x="1669" y="3480"/>
                      <a:pt x="1676" y="3480"/>
                      <a:pt x="1685" y="3477"/>
                    </a:cubicBezTo>
                    <a:cubicBezTo>
                      <a:pt x="1784" y="3452"/>
                      <a:pt x="1885" y="3437"/>
                      <a:pt x="1987" y="3428"/>
                    </a:cubicBezTo>
                    <a:cubicBezTo>
                      <a:pt x="2089" y="3415"/>
                      <a:pt x="2077" y="3267"/>
                      <a:pt x="1978" y="3267"/>
                    </a:cubicBezTo>
                    <a:close/>
                    <a:moveTo>
                      <a:pt x="2305" y="3270"/>
                    </a:moveTo>
                    <a:cubicBezTo>
                      <a:pt x="2209" y="3270"/>
                      <a:pt x="2196" y="3419"/>
                      <a:pt x="2299" y="3431"/>
                    </a:cubicBezTo>
                    <a:cubicBezTo>
                      <a:pt x="2400" y="3440"/>
                      <a:pt x="2505" y="3458"/>
                      <a:pt x="2607" y="3483"/>
                    </a:cubicBezTo>
                    <a:cubicBezTo>
                      <a:pt x="2613" y="3483"/>
                      <a:pt x="2619" y="3486"/>
                      <a:pt x="2625" y="3486"/>
                    </a:cubicBezTo>
                    <a:lnTo>
                      <a:pt x="2625" y="3486"/>
                    </a:lnTo>
                    <a:cubicBezTo>
                      <a:pt x="2718" y="3484"/>
                      <a:pt x="2733" y="3347"/>
                      <a:pt x="2641" y="3326"/>
                    </a:cubicBezTo>
                    <a:cubicBezTo>
                      <a:pt x="2533" y="3298"/>
                      <a:pt x="2422" y="3280"/>
                      <a:pt x="2311" y="3270"/>
                    </a:cubicBezTo>
                    <a:cubicBezTo>
                      <a:pt x="2309" y="3270"/>
                      <a:pt x="2307" y="3270"/>
                      <a:pt x="2305" y="3270"/>
                    </a:cubicBezTo>
                    <a:close/>
                    <a:moveTo>
                      <a:pt x="2625" y="3486"/>
                    </a:moveTo>
                    <a:cubicBezTo>
                      <a:pt x="2624" y="3486"/>
                      <a:pt x="2623" y="3486"/>
                      <a:pt x="2623" y="3486"/>
                    </a:cubicBezTo>
                    <a:lnTo>
                      <a:pt x="2626" y="3486"/>
                    </a:lnTo>
                    <a:cubicBezTo>
                      <a:pt x="2625" y="3486"/>
                      <a:pt x="2625" y="3486"/>
                      <a:pt x="2625" y="3486"/>
                    </a:cubicBezTo>
                    <a:close/>
                    <a:moveTo>
                      <a:pt x="1361" y="3427"/>
                    </a:moveTo>
                    <a:cubicBezTo>
                      <a:pt x="1350" y="3427"/>
                      <a:pt x="1339" y="3429"/>
                      <a:pt x="1327" y="3434"/>
                    </a:cubicBezTo>
                    <a:cubicBezTo>
                      <a:pt x="1225" y="3483"/>
                      <a:pt x="1127" y="3539"/>
                      <a:pt x="1034" y="3606"/>
                    </a:cubicBezTo>
                    <a:cubicBezTo>
                      <a:pt x="972" y="3653"/>
                      <a:pt x="1003" y="3751"/>
                      <a:pt x="1083" y="3751"/>
                    </a:cubicBezTo>
                    <a:lnTo>
                      <a:pt x="1083" y="3755"/>
                    </a:lnTo>
                    <a:cubicBezTo>
                      <a:pt x="1099" y="3751"/>
                      <a:pt x="1117" y="3745"/>
                      <a:pt x="1130" y="3736"/>
                    </a:cubicBezTo>
                    <a:cubicBezTo>
                      <a:pt x="1213" y="3674"/>
                      <a:pt x="1302" y="3625"/>
                      <a:pt x="1395" y="3582"/>
                    </a:cubicBezTo>
                    <a:cubicBezTo>
                      <a:pt x="1476" y="3539"/>
                      <a:pt x="1436" y="3427"/>
                      <a:pt x="1361" y="3427"/>
                    </a:cubicBezTo>
                    <a:close/>
                    <a:moveTo>
                      <a:pt x="2818" y="3311"/>
                    </a:moveTo>
                    <a:cubicBezTo>
                      <a:pt x="2773" y="3311"/>
                      <a:pt x="2728" y="3345"/>
                      <a:pt x="2737" y="3403"/>
                    </a:cubicBezTo>
                    <a:cubicBezTo>
                      <a:pt x="2752" y="3514"/>
                      <a:pt x="2774" y="3622"/>
                      <a:pt x="2801" y="3730"/>
                    </a:cubicBezTo>
                    <a:cubicBezTo>
                      <a:pt x="2811" y="3764"/>
                      <a:pt x="2841" y="3792"/>
                      <a:pt x="2878" y="3792"/>
                    </a:cubicBezTo>
                    <a:cubicBezTo>
                      <a:pt x="2885" y="3792"/>
                      <a:pt x="2894" y="3792"/>
                      <a:pt x="2900" y="3788"/>
                    </a:cubicBezTo>
                    <a:cubicBezTo>
                      <a:pt x="2943" y="3779"/>
                      <a:pt x="2968" y="3733"/>
                      <a:pt x="2959" y="3690"/>
                    </a:cubicBezTo>
                    <a:cubicBezTo>
                      <a:pt x="2949" y="3656"/>
                      <a:pt x="2943" y="3622"/>
                      <a:pt x="2934" y="3588"/>
                    </a:cubicBezTo>
                    <a:lnTo>
                      <a:pt x="2934" y="3588"/>
                    </a:lnTo>
                    <a:cubicBezTo>
                      <a:pt x="3020" y="3625"/>
                      <a:pt x="3107" y="3665"/>
                      <a:pt x="3190" y="3711"/>
                    </a:cubicBezTo>
                    <a:cubicBezTo>
                      <a:pt x="3207" y="3724"/>
                      <a:pt x="3224" y="3729"/>
                      <a:pt x="3239" y="3729"/>
                    </a:cubicBezTo>
                    <a:cubicBezTo>
                      <a:pt x="3313" y="3729"/>
                      <a:pt x="3359" y="3608"/>
                      <a:pt x="3267" y="3569"/>
                    </a:cubicBezTo>
                    <a:cubicBezTo>
                      <a:pt x="3168" y="3517"/>
                      <a:pt x="3067" y="3468"/>
                      <a:pt x="2965" y="3428"/>
                    </a:cubicBezTo>
                    <a:cubicBezTo>
                      <a:pt x="2954" y="3423"/>
                      <a:pt x="2943" y="3421"/>
                      <a:pt x="2933" y="3421"/>
                    </a:cubicBezTo>
                    <a:cubicBezTo>
                      <a:pt x="2922" y="3421"/>
                      <a:pt x="2912" y="3423"/>
                      <a:pt x="2903" y="3428"/>
                    </a:cubicBezTo>
                    <a:lnTo>
                      <a:pt x="2897" y="3381"/>
                    </a:lnTo>
                    <a:cubicBezTo>
                      <a:pt x="2890" y="3333"/>
                      <a:pt x="2854" y="3311"/>
                      <a:pt x="2818" y="3311"/>
                    </a:cubicBezTo>
                    <a:close/>
                    <a:moveTo>
                      <a:pt x="3498" y="3734"/>
                    </a:moveTo>
                    <a:cubicBezTo>
                      <a:pt x="3430" y="3734"/>
                      <a:pt x="3379" y="3829"/>
                      <a:pt x="3449" y="3881"/>
                    </a:cubicBezTo>
                    <a:cubicBezTo>
                      <a:pt x="3529" y="3943"/>
                      <a:pt x="3603" y="4014"/>
                      <a:pt x="3671" y="4091"/>
                    </a:cubicBezTo>
                    <a:cubicBezTo>
                      <a:pt x="3687" y="4109"/>
                      <a:pt x="3708" y="4118"/>
                      <a:pt x="3733" y="4118"/>
                    </a:cubicBezTo>
                    <a:cubicBezTo>
                      <a:pt x="3801" y="4118"/>
                      <a:pt x="3838" y="4035"/>
                      <a:pt x="3795" y="3983"/>
                    </a:cubicBezTo>
                    <a:cubicBezTo>
                      <a:pt x="3721" y="3899"/>
                      <a:pt x="3637" y="3822"/>
                      <a:pt x="3548" y="3751"/>
                    </a:cubicBezTo>
                    <a:cubicBezTo>
                      <a:pt x="3531" y="3739"/>
                      <a:pt x="3514" y="3734"/>
                      <a:pt x="3498" y="3734"/>
                    </a:cubicBezTo>
                    <a:close/>
                    <a:moveTo>
                      <a:pt x="837" y="3800"/>
                    </a:moveTo>
                    <a:cubicBezTo>
                      <a:pt x="818" y="3800"/>
                      <a:pt x="799" y="3807"/>
                      <a:pt x="781" y="3825"/>
                    </a:cubicBezTo>
                    <a:cubicBezTo>
                      <a:pt x="744" y="3862"/>
                      <a:pt x="710" y="3899"/>
                      <a:pt x="676" y="3940"/>
                    </a:cubicBezTo>
                    <a:cubicBezTo>
                      <a:pt x="636" y="3986"/>
                      <a:pt x="599" y="4035"/>
                      <a:pt x="565" y="4081"/>
                    </a:cubicBezTo>
                    <a:cubicBezTo>
                      <a:pt x="538" y="4118"/>
                      <a:pt x="544" y="4168"/>
                      <a:pt x="581" y="4196"/>
                    </a:cubicBezTo>
                    <a:cubicBezTo>
                      <a:pt x="596" y="4205"/>
                      <a:pt x="612" y="4211"/>
                      <a:pt x="630" y="4211"/>
                    </a:cubicBezTo>
                    <a:cubicBezTo>
                      <a:pt x="655" y="4211"/>
                      <a:pt x="679" y="4199"/>
                      <a:pt x="695" y="4177"/>
                    </a:cubicBezTo>
                    <a:cubicBezTo>
                      <a:pt x="729" y="4134"/>
                      <a:pt x="763" y="4088"/>
                      <a:pt x="800" y="4044"/>
                    </a:cubicBezTo>
                    <a:cubicBezTo>
                      <a:pt x="831" y="4007"/>
                      <a:pt x="864" y="3974"/>
                      <a:pt x="895" y="3940"/>
                    </a:cubicBezTo>
                    <a:cubicBezTo>
                      <a:pt x="952" y="3881"/>
                      <a:pt x="898" y="3800"/>
                      <a:pt x="837" y="3800"/>
                    </a:cubicBezTo>
                    <a:close/>
                    <a:moveTo>
                      <a:pt x="2978" y="3936"/>
                    </a:moveTo>
                    <a:cubicBezTo>
                      <a:pt x="2927" y="3936"/>
                      <a:pt x="2877" y="3983"/>
                      <a:pt x="2900" y="4048"/>
                    </a:cubicBezTo>
                    <a:cubicBezTo>
                      <a:pt x="2940" y="4152"/>
                      <a:pt x="2990" y="4254"/>
                      <a:pt x="3045" y="4350"/>
                    </a:cubicBezTo>
                    <a:cubicBezTo>
                      <a:pt x="3060" y="4374"/>
                      <a:pt x="3085" y="4390"/>
                      <a:pt x="3116" y="4390"/>
                    </a:cubicBezTo>
                    <a:cubicBezTo>
                      <a:pt x="3178" y="4390"/>
                      <a:pt x="3215" y="4322"/>
                      <a:pt x="3187" y="4270"/>
                    </a:cubicBezTo>
                    <a:cubicBezTo>
                      <a:pt x="3134" y="4180"/>
                      <a:pt x="3088" y="4085"/>
                      <a:pt x="3051" y="3989"/>
                    </a:cubicBezTo>
                    <a:cubicBezTo>
                      <a:pt x="3037" y="3952"/>
                      <a:pt x="3007" y="3936"/>
                      <a:pt x="2978" y="3936"/>
                    </a:cubicBezTo>
                    <a:close/>
                    <a:moveTo>
                      <a:pt x="3900" y="4233"/>
                    </a:moveTo>
                    <a:cubicBezTo>
                      <a:pt x="3851" y="4233"/>
                      <a:pt x="3802" y="4275"/>
                      <a:pt x="3819" y="4337"/>
                    </a:cubicBezTo>
                    <a:cubicBezTo>
                      <a:pt x="3832" y="4368"/>
                      <a:pt x="3838" y="4402"/>
                      <a:pt x="3838" y="4436"/>
                    </a:cubicBezTo>
                    <a:cubicBezTo>
                      <a:pt x="3838" y="4482"/>
                      <a:pt x="3822" y="4529"/>
                      <a:pt x="3791" y="4569"/>
                    </a:cubicBezTo>
                    <a:cubicBezTo>
                      <a:pt x="3761" y="4603"/>
                      <a:pt x="3767" y="4655"/>
                      <a:pt x="3804" y="4683"/>
                    </a:cubicBezTo>
                    <a:cubicBezTo>
                      <a:pt x="3819" y="4695"/>
                      <a:pt x="3835" y="4701"/>
                      <a:pt x="3853" y="4701"/>
                    </a:cubicBezTo>
                    <a:cubicBezTo>
                      <a:pt x="3878" y="4701"/>
                      <a:pt x="3902" y="4689"/>
                      <a:pt x="3918" y="4667"/>
                    </a:cubicBezTo>
                    <a:cubicBezTo>
                      <a:pt x="3970" y="4603"/>
                      <a:pt x="4001" y="4519"/>
                      <a:pt x="3998" y="4436"/>
                    </a:cubicBezTo>
                    <a:cubicBezTo>
                      <a:pt x="3998" y="4384"/>
                      <a:pt x="3989" y="4334"/>
                      <a:pt x="3973" y="4288"/>
                    </a:cubicBezTo>
                    <a:cubicBezTo>
                      <a:pt x="3960" y="4250"/>
                      <a:pt x="3930" y="4233"/>
                      <a:pt x="3900" y="4233"/>
                    </a:cubicBezTo>
                    <a:close/>
                    <a:moveTo>
                      <a:pt x="448" y="4328"/>
                    </a:moveTo>
                    <a:cubicBezTo>
                      <a:pt x="424" y="4328"/>
                      <a:pt x="401" y="4338"/>
                      <a:pt x="383" y="4362"/>
                    </a:cubicBezTo>
                    <a:cubicBezTo>
                      <a:pt x="328" y="4458"/>
                      <a:pt x="282" y="4560"/>
                      <a:pt x="238" y="4661"/>
                    </a:cubicBezTo>
                    <a:cubicBezTo>
                      <a:pt x="223" y="4704"/>
                      <a:pt x="241" y="4751"/>
                      <a:pt x="282" y="4766"/>
                    </a:cubicBezTo>
                    <a:cubicBezTo>
                      <a:pt x="288" y="4771"/>
                      <a:pt x="297" y="4774"/>
                      <a:pt x="304" y="4774"/>
                    </a:cubicBezTo>
                    <a:cubicBezTo>
                      <a:pt x="307" y="4774"/>
                      <a:pt x="310" y="4773"/>
                      <a:pt x="312" y="4772"/>
                    </a:cubicBezTo>
                    <a:cubicBezTo>
                      <a:pt x="346" y="4772"/>
                      <a:pt x="377" y="4754"/>
                      <a:pt x="389" y="4723"/>
                    </a:cubicBezTo>
                    <a:cubicBezTo>
                      <a:pt x="426" y="4624"/>
                      <a:pt x="473" y="4532"/>
                      <a:pt x="525" y="4439"/>
                    </a:cubicBezTo>
                    <a:cubicBezTo>
                      <a:pt x="549" y="4378"/>
                      <a:pt x="499" y="4328"/>
                      <a:pt x="448" y="4328"/>
                    </a:cubicBezTo>
                    <a:close/>
                    <a:moveTo>
                      <a:pt x="3306" y="4490"/>
                    </a:moveTo>
                    <a:cubicBezTo>
                      <a:pt x="3244" y="4490"/>
                      <a:pt x="3189" y="4569"/>
                      <a:pt x="3246" y="4627"/>
                    </a:cubicBezTo>
                    <a:cubicBezTo>
                      <a:pt x="3350" y="4738"/>
                      <a:pt x="3455" y="4803"/>
                      <a:pt x="3557" y="4825"/>
                    </a:cubicBezTo>
                    <a:lnTo>
                      <a:pt x="3572" y="4825"/>
                    </a:lnTo>
                    <a:cubicBezTo>
                      <a:pt x="3574" y="4825"/>
                      <a:pt x="3575" y="4825"/>
                      <a:pt x="3576" y="4825"/>
                    </a:cubicBezTo>
                    <a:cubicBezTo>
                      <a:pt x="3671" y="4825"/>
                      <a:pt x="3686" y="4683"/>
                      <a:pt x="3588" y="4664"/>
                    </a:cubicBezTo>
                    <a:cubicBezTo>
                      <a:pt x="3517" y="4652"/>
                      <a:pt x="3440" y="4600"/>
                      <a:pt x="3363" y="4516"/>
                    </a:cubicBezTo>
                    <a:cubicBezTo>
                      <a:pt x="3345" y="4498"/>
                      <a:pt x="3325" y="4490"/>
                      <a:pt x="3306" y="4490"/>
                    </a:cubicBezTo>
                    <a:close/>
                    <a:moveTo>
                      <a:pt x="203" y="4930"/>
                    </a:moveTo>
                    <a:cubicBezTo>
                      <a:pt x="174" y="4930"/>
                      <a:pt x="145" y="4945"/>
                      <a:pt x="130" y="4979"/>
                    </a:cubicBezTo>
                    <a:cubicBezTo>
                      <a:pt x="100" y="5084"/>
                      <a:pt x="75" y="5192"/>
                      <a:pt x="56" y="5303"/>
                    </a:cubicBezTo>
                    <a:cubicBezTo>
                      <a:pt x="50" y="5346"/>
                      <a:pt x="78" y="5386"/>
                      <a:pt x="121" y="5395"/>
                    </a:cubicBezTo>
                    <a:lnTo>
                      <a:pt x="137" y="5395"/>
                    </a:lnTo>
                    <a:cubicBezTo>
                      <a:pt x="174" y="5395"/>
                      <a:pt x="208" y="5368"/>
                      <a:pt x="214" y="5331"/>
                    </a:cubicBezTo>
                    <a:cubicBezTo>
                      <a:pt x="232" y="5226"/>
                      <a:pt x="257" y="5124"/>
                      <a:pt x="285" y="5022"/>
                    </a:cubicBezTo>
                    <a:cubicBezTo>
                      <a:pt x="292" y="4966"/>
                      <a:pt x="247" y="4930"/>
                      <a:pt x="203" y="4930"/>
                    </a:cubicBezTo>
                    <a:close/>
                    <a:moveTo>
                      <a:pt x="97" y="5556"/>
                    </a:moveTo>
                    <a:cubicBezTo>
                      <a:pt x="56" y="5556"/>
                      <a:pt x="19" y="5586"/>
                      <a:pt x="16" y="5630"/>
                    </a:cubicBezTo>
                    <a:cubicBezTo>
                      <a:pt x="7" y="5735"/>
                      <a:pt x="1" y="5846"/>
                      <a:pt x="1" y="5960"/>
                    </a:cubicBezTo>
                    <a:cubicBezTo>
                      <a:pt x="1" y="6003"/>
                      <a:pt x="38" y="6040"/>
                      <a:pt x="84" y="6040"/>
                    </a:cubicBezTo>
                    <a:cubicBezTo>
                      <a:pt x="127" y="6040"/>
                      <a:pt x="164" y="6003"/>
                      <a:pt x="164" y="5960"/>
                    </a:cubicBezTo>
                    <a:cubicBezTo>
                      <a:pt x="164" y="5852"/>
                      <a:pt x="167" y="5744"/>
                      <a:pt x="177" y="5642"/>
                    </a:cubicBezTo>
                    <a:cubicBezTo>
                      <a:pt x="180" y="5596"/>
                      <a:pt x="146" y="5559"/>
                      <a:pt x="103" y="5556"/>
                    </a:cubicBezTo>
                    <a:cubicBezTo>
                      <a:pt x="101" y="5556"/>
                      <a:pt x="99" y="5556"/>
                      <a:pt x="97" y="5556"/>
                    </a:cubicBezTo>
                    <a:close/>
                    <a:moveTo>
                      <a:pt x="96" y="6200"/>
                    </a:moveTo>
                    <a:cubicBezTo>
                      <a:pt x="94" y="6200"/>
                      <a:pt x="92" y="6200"/>
                      <a:pt x="90" y="6200"/>
                    </a:cubicBezTo>
                    <a:cubicBezTo>
                      <a:pt x="44" y="6203"/>
                      <a:pt x="10" y="6244"/>
                      <a:pt x="13" y="6287"/>
                    </a:cubicBezTo>
                    <a:cubicBezTo>
                      <a:pt x="22" y="6398"/>
                      <a:pt x="35" y="6509"/>
                      <a:pt x="47" y="6614"/>
                    </a:cubicBezTo>
                    <a:cubicBezTo>
                      <a:pt x="53" y="6654"/>
                      <a:pt x="87" y="6685"/>
                      <a:pt x="127" y="6685"/>
                    </a:cubicBezTo>
                    <a:lnTo>
                      <a:pt x="140" y="6685"/>
                    </a:lnTo>
                    <a:cubicBezTo>
                      <a:pt x="183" y="6678"/>
                      <a:pt x="214" y="6635"/>
                      <a:pt x="208" y="6592"/>
                    </a:cubicBezTo>
                    <a:cubicBezTo>
                      <a:pt x="195" y="6490"/>
                      <a:pt x="183" y="6382"/>
                      <a:pt x="177" y="6277"/>
                    </a:cubicBezTo>
                    <a:cubicBezTo>
                      <a:pt x="174" y="6233"/>
                      <a:pt x="137" y="6200"/>
                      <a:pt x="96" y="6200"/>
                    </a:cubicBezTo>
                    <a:close/>
                    <a:moveTo>
                      <a:pt x="184" y="6844"/>
                    </a:moveTo>
                    <a:cubicBezTo>
                      <a:pt x="138" y="6844"/>
                      <a:pt x="92" y="6879"/>
                      <a:pt x="103" y="6938"/>
                    </a:cubicBezTo>
                    <a:cubicBezTo>
                      <a:pt x="124" y="7049"/>
                      <a:pt x="149" y="7156"/>
                      <a:pt x="174" y="7258"/>
                    </a:cubicBezTo>
                    <a:cubicBezTo>
                      <a:pt x="183" y="7295"/>
                      <a:pt x="214" y="7320"/>
                      <a:pt x="251" y="7320"/>
                    </a:cubicBezTo>
                    <a:cubicBezTo>
                      <a:pt x="260" y="7320"/>
                      <a:pt x="266" y="7320"/>
                      <a:pt x="272" y="7317"/>
                    </a:cubicBezTo>
                    <a:cubicBezTo>
                      <a:pt x="315" y="7308"/>
                      <a:pt x="343" y="7261"/>
                      <a:pt x="331" y="7218"/>
                    </a:cubicBezTo>
                    <a:cubicBezTo>
                      <a:pt x="306" y="7119"/>
                      <a:pt x="285" y="7015"/>
                      <a:pt x="263" y="6907"/>
                    </a:cubicBezTo>
                    <a:cubicBezTo>
                      <a:pt x="253" y="6863"/>
                      <a:pt x="219" y="6844"/>
                      <a:pt x="184" y="6844"/>
                    </a:cubicBezTo>
                    <a:close/>
                    <a:moveTo>
                      <a:pt x="341" y="7477"/>
                    </a:moveTo>
                    <a:cubicBezTo>
                      <a:pt x="295" y="7477"/>
                      <a:pt x="249" y="7514"/>
                      <a:pt x="260" y="7573"/>
                    </a:cubicBezTo>
                    <a:cubicBezTo>
                      <a:pt x="297" y="7693"/>
                      <a:pt x="331" y="7795"/>
                      <a:pt x="365" y="7884"/>
                    </a:cubicBezTo>
                    <a:cubicBezTo>
                      <a:pt x="374" y="7918"/>
                      <a:pt x="405" y="7940"/>
                      <a:pt x="442" y="7940"/>
                    </a:cubicBezTo>
                    <a:cubicBezTo>
                      <a:pt x="451" y="7940"/>
                      <a:pt x="457" y="7937"/>
                      <a:pt x="467" y="7934"/>
                    </a:cubicBezTo>
                    <a:cubicBezTo>
                      <a:pt x="510" y="7918"/>
                      <a:pt x="531" y="7872"/>
                      <a:pt x="516" y="7832"/>
                    </a:cubicBezTo>
                    <a:cubicBezTo>
                      <a:pt x="485" y="7742"/>
                      <a:pt x="448" y="7644"/>
                      <a:pt x="414" y="7527"/>
                    </a:cubicBezTo>
                    <a:cubicBezTo>
                      <a:pt x="400" y="7492"/>
                      <a:pt x="371" y="7477"/>
                      <a:pt x="341" y="7477"/>
                    </a:cubicBezTo>
                    <a:close/>
                    <a:moveTo>
                      <a:pt x="564" y="8082"/>
                    </a:moveTo>
                    <a:cubicBezTo>
                      <a:pt x="513" y="8082"/>
                      <a:pt x="463" y="8130"/>
                      <a:pt x="485" y="8193"/>
                    </a:cubicBezTo>
                    <a:cubicBezTo>
                      <a:pt x="507" y="8239"/>
                      <a:pt x="510" y="8242"/>
                      <a:pt x="519" y="8254"/>
                    </a:cubicBezTo>
                    <a:cubicBezTo>
                      <a:pt x="534" y="8270"/>
                      <a:pt x="556" y="8279"/>
                      <a:pt x="578" y="8279"/>
                    </a:cubicBezTo>
                    <a:lnTo>
                      <a:pt x="578" y="8276"/>
                    </a:lnTo>
                    <a:cubicBezTo>
                      <a:pt x="636" y="8276"/>
                      <a:pt x="673" y="8214"/>
                      <a:pt x="649" y="8162"/>
                    </a:cubicBezTo>
                    <a:lnTo>
                      <a:pt x="633" y="8128"/>
                    </a:lnTo>
                    <a:cubicBezTo>
                      <a:pt x="617" y="8096"/>
                      <a:pt x="590" y="8082"/>
                      <a:pt x="564" y="808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23"/>
              <p:cNvSpPr/>
              <p:nvPr/>
            </p:nvSpPr>
            <p:spPr>
              <a:xfrm>
                <a:off x="8894833" y="4609275"/>
                <a:ext cx="102663" cy="102663"/>
              </a:xfrm>
              <a:custGeom>
                <a:avLst/>
                <a:gdLst/>
                <a:ahLst/>
                <a:cxnLst/>
                <a:rect l="l" t="t" r="r" b="b"/>
                <a:pathLst>
                  <a:path w="1614" h="1614" extrusionOk="0">
                    <a:moveTo>
                      <a:pt x="867" y="0"/>
                    </a:moveTo>
                    <a:cubicBezTo>
                      <a:pt x="821" y="0"/>
                      <a:pt x="781" y="40"/>
                      <a:pt x="781" y="87"/>
                    </a:cubicBezTo>
                    <a:lnTo>
                      <a:pt x="778" y="577"/>
                    </a:lnTo>
                    <a:lnTo>
                      <a:pt x="485" y="268"/>
                    </a:lnTo>
                    <a:cubicBezTo>
                      <a:pt x="473" y="251"/>
                      <a:pt x="456" y="243"/>
                      <a:pt x="438" y="243"/>
                    </a:cubicBezTo>
                    <a:cubicBezTo>
                      <a:pt x="376" y="243"/>
                      <a:pt x="301" y="335"/>
                      <a:pt x="362" y="383"/>
                    </a:cubicBezTo>
                    <a:lnTo>
                      <a:pt x="661" y="703"/>
                    </a:lnTo>
                    <a:lnTo>
                      <a:pt x="115" y="706"/>
                    </a:lnTo>
                    <a:cubicBezTo>
                      <a:pt x="1" y="706"/>
                      <a:pt x="1" y="879"/>
                      <a:pt x="115" y="879"/>
                    </a:cubicBezTo>
                    <a:lnTo>
                      <a:pt x="614" y="873"/>
                    </a:lnTo>
                    <a:lnTo>
                      <a:pt x="226" y="1144"/>
                    </a:lnTo>
                    <a:cubicBezTo>
                      <a:pt x="161" y="1191"/>
                      <a:pt x="195" y="1296"/>
                      <a:pt x="275" y="1299"/>
                    </a:cubicBezTo>
                    <a:cubicBezTo>
                      <a:pt x="294" y="1299"/>
                      <a:pt x="309" y="1292"/>
                      <a:pt x="325" y="1283"/>
                    </a:cubicBezTo>
                    <a:lnTo>
                      <a:pt x="775" y="969"/>
                    </a:lnTo>
                    <a:lnTo>
                      <a:pt x="775" y="969"/>
                    </a:lnTo>
                    <a:lnTo>
                      <a:pt x="772" y="1527"/>
                    </a:lnTo>
                    <a:cubicBezTo>
                      <a:pt x="772" y="1573"/>
                      <a:pt x="809" y="1613"/>
                      <a:pt x="855" y="1613"/>
                    </a:cubicBezTo>
                    <a:cubicBezTo>
                      <a:pt x="904" y="1613"/>
                      <a:pt x="941" y="1573"/>
                      <a:pt x="941" y="1527"/>
                    </a:cubicBezTo>
                    <a:lnTo>
                      <a:pt x="944" y="1003"/>
                    </a:lnTo>
                    <a:lnTo>
                      <a:pt x="1259" y="1333"/>
                    </a:lnTo>
                    <a:cubicBezTo>
                      <a:pt x="1275" y="1350"/>
                      <a:pt x="1297" y="1358"/>
                      <a:pt x="1320" y="1358"/>
                    </a:cubicBezTo>
                    <a:cubicBezTo>
                      <a:pt x="1341" y="1358"/>
                      <a:pt x="1363" y="1351"/>
                      <a:pt x="1379" y="1336"/>
                    </a:cubicBezTo>
                    <a:cubicBezTo>
                      <a:pt x="1413" y="1302"/>
                      <a:pt x="1416" y="1249"/>
                      <a:pt x="1382" y="1212"/>
                    </a:cubicBezTo>
                    <a:lnTo>
                      <a:pt x="1055" y="867"/>
                    </a:lnTo>
                    <a:lnTo>
                      <a:pt x="1500" y="864"/>
                    </a:lnTo>
                    <a:cubicBezTo>
                      <a:pt x="1614" y="864"/>
                      <a:pt x="1614" y="691"/>
                      <a:pt x="1500" y="691"/>
                    </a:cubicBezTo>
                    <a:lnTo>
                      <a:pt x="1500" y="694"/>
                    </a:lnTo>
                    <a:lnTo>
                      <a:pt x="1170" y="697"/>
                    </a:lnTo>
                    <a:lnTo>
                      <a:pt x="1515" y="454"/>
                    </a:lnTo>
                    <a:cubicBezTo>
                      <a:pt x="1586" y="400"/>
                      <a:pt x="1536" y="300"/>
                      <a:pt x="1465" y="300"/>
                    </a:cubicBezTo>
                    <a:cubicBezTo>
                      <a:pt x="1451" y="300"/>
                      <a:pt x="1435" y="305"/>
                      <a:pt x="1419" y="315"/>
                    </a:cubicBezTo>
                    <a:lnTo>
                      <a:pt x="948" y="642"/>
                    </a:lnTo>
                    <a:lnTo>
                      <a:pt x="954" y="87"/>
                    </a:lnTo>
                    <a:cubicBezTo>
                      <a:pt x="954" y="40"/>
                      <a:pt x="914" y="3"/>
                      <a:pt x="8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23"/>
              <p:cNvSpPr/>
              <p:nvPr/>
            </p:nvSpPr>
            <p:spPr>
              <a:xfrm>
                <a:off x="8525457" y="4576640"/>
                <a:ext cx="173330" cy="167924"/>
              </a:xfrm>
              <a:custGeom>
                <a:avLst/>
                <a:gdLst/>
                <a:ahLst/>
                <a:cxnLst/>
                <a:rect l="l" t="t" r="r" b="b"/>
                <a:pathLst>
                  <a:path w="2725" h="2640" extrusionOk="0">
                    <a:moveTo>
                      <a:pt x="889" y="243"/>
                    </a:moveTo>
                    <a:cubicBezTo>
                      <a:pt x="988" y="326"/>
                      <a:pt x="1151" y="474"/>
                      <a:pt x="1370" y="681"/>
                    </a:cubicBezTo>
                    <a:cubicBezTo>
                      <a:pt x="1244" y="739"/>
                      <a:pt x="1108" y="807"/>
                      <a:pt x="960" y="884"/>
                    </a:cubicBezTo>
                    <a:cubicBezTo>
                      <a:pt x="914" y="557"/>
                      <a:pt x="895" y="358"/>
                      <a:pt x="889" y="243"/>
                    </a:cubicBezTo>
                    <a:close/>
                    <a:moveTo>
                      <a:pt x="2227" y="520"/>
                    </a:moveTo>
                    <a:lnTo>
                      <a:pt x="2227" y="520"/>
                    </a:lnTo>
                    <a:cubicBezTo>
                      <a:pt x="2172" y="708"/>
                      <a:pt x="2101" y="890"/>
                      <a:pt x="2018" y="1066"/>
                    </a:cubicBezTo>
                    <a:cubicBezTo>
                      <a:pt x="1904" y="955"/>
                      <a:pt x="1786" y="841"/>
                      <a:pt x="1672" y="730"/>
                    </a:cubicBezTo>
                    <a:cubicBezTo>
                      <a:pt x="1996" y="585"/>
                      <a:pt x="2150" y="536"/>
                      <a:pt x="2227" y="520"/>
                    </a:cubicBezTo>
                    <a:close/>
                    <a:moveTo>
                      <a:pt x="827" y="1143"/>
                    </a:moveTo>
                    <a:cubicBezTo>
                      <a:pt x="849" y="1298"/>
                      <a:pt x="877" y="1455"/>
                      <a:pt x="904" y="1609"/>
                    </a:cubicBezTo>
                    <a:cubicBezTo>
                      <a:pt x="497" y="1544"/>
                      <a:pt x="318" y="1489"/>
                      <a:pt x="241" y="1455"/>
                    </a:cubicBezTo>
                    <a:cubicBezTo>
                      <a:pt x="358" y="1390"/>
                      <a:pt x="577" y="1273"/>
                      <a:pt x="827" y="1143"/>
                    </a:cubicBezTo>
                    <a:close/>
                    <a:moveTo>
                      <a:pt x="1506" y="810"/>
                    </a:moveTo>
                    <a:cubicBezTo>
                      <a:pt x="1651" y="946"/>
                      <a:pt x="1802" y="1094"/>
                      <a:pt x="1941" y="1233"/>
                    </a:cubicBezTo>
                    <a:cubicBezTo>
                      <a:pt x="1867" y="1396"/>
                      <a:pt x="1786" y="1557"/>
                      <a:pt x="1706" y="1711"/>
                    </a:cubicBezTo>
                    <a:cubicBezTo>
                      <a:pt x="1478" y="1689"/>
                      <a:pt x="1268" y="1661"/>
                      <a:pt x="1086" y="1637"/>
                    </a:cubicBezTo>
                    <a:lnTo>
                      <a:pt x="1083" y="1637"/>
                    </a:lnTo>
                    <a:cubicBezTo>
                      <a:pt x="1049" y="1449"/>
                      <a:pt x="1015" y="1251"/>
                      <a:pt x="988" y="1063"/>
                    </a:cubicBezTo>
                    <a:cubicBezTo>
                      <a:pt x="1179" y="968"/>
                      <a:pt x="1352" y="881"/>
                      <a:pt x="1506" y="810"/>
                    </a:cubicBezTo>
                    <a:close/>
                    <a:moveTo>
                      <a:pt x="2070" y="1362"/>
                    </a:moveTo>
                    <a:cubicBezTo>
                      <a:pt x="2280" y="1578"/>
                      <a:pt x="2394" y="1708"/>
                      <a:pt x="2453" y="1779"/>
                    </a:cubicBezTo>
                    <a:cubicBezTo>
                      <a:pt x="2314" y="1769"/>
                      <a:pt x="2110" y="1751"/>
                      <a:pt x="1888" y="1729"/>
                    </a:cubicBezTo>
                    <a:cubicBezTo>
                      <a:pt x="1950" y="1612"/>
                      <a:pt x="2012" y="1486"/>
                      <a:pt x="2070" y="1362"/>
                    </a:cubicBezTo>
                    <a:close/>
                    <a:moveTo>
                      <a:pt x="1117" y="1816"/>
                    </a:moveTo>
                    <a:lnTo>
                      <a:pt x="1117" y="1816"/>
                    </a:lnTo>
                    <a:cubicBezTo>
                      <a:pt x="1268" y="1834"/>
                      <a:pt x="1438" y="1856"/>
                      <a:pt x="1620" y="1874"/>
                    </a:cubicBezTo>
                    <a:cubicBezTo>
                      <a:pt x="1438" y="2207"/>
                      <a:pt x="1321" y="2371"/>
                      <a:pt x="1259" y="2436"/>
                    </a:cubicBezTo>
                    <a:cubicBezTo>
                      <a:pt x="1231" y="2340"/>
                      <a:pt x="1182" y="2143"/>
                      <a:pt x="1117" y="1816"/>
                    </a:cubicBezTo>
                    <a:close/>
                    <a:moveTo>
                      <a:pt x="826" y="0"/>
                    </a:moveTo>
                    <a:cubicBezTo>
                      <a:pt x="798" y="0"/>
                      <a:pt x="770" y="10"/>
                      <a:pt x="750" y="30"/>
                    </a:cubicBezTo>
                    <a:cubicBezTo>
                      <a:pt x="719" y="67"/>
                      <a:pt x="673" y="119"/>
                      <a:pt x="799" y="968"/>
                    </a:cubicBezTo>
                    <a:cubicBezTo>
                      <a:pt x="395" y="1174"/>
                      <a:pt x="65" y="1356"/>
                      <a:pt x="62" y="1356"/>
                    </a:cubicBezTo>
                    <a:cubicBezTo>
                      <a:pt x="38" y="1372"/>
                      <a:pt x="22" y="1393"/>
                      <a:pt x="19" y="1421"/>
                    </a:cubicBezTo>
                    <a:cubicBezTo>
                      <a:pt x="1" y="1557"/>
                      <a:pt x="149" y="1668"/>
                      <a:pt x="938" y="1788"/>
                    </a:cubicBezTo>
                    <a:cubicBezTo>
                      <a:pt x="988" y="2059"/>
                      <a:pt x="1071" y="2466"/>
                      <a:pt x="1129" y="2574"/>
                    </a:cubicBezTo>
                    <a:cubicBezTo>
                      <a:pt x="1148" y="2615"/>
                      <a:pt x="1188" y="2639"/>
                      <a:pt x="1234" y="2639"/>
                    </a:cubicBezTo>
                    <a:cubicBezTo>
                      <a:pt x="1290" y="2639"/>
                      <a:pt x="1404" y="2639"/>
                      <a:pt x="1802" y="1893"/>
                    </a:cubicBezTo>
                    <a:cubicBezTo>
                      <a:pt x="2144" y="1930"/>
                      <a:pt x="2453" y="1951"/>
                      <a:pt x="2573" y="1961"/>
                    </a:cubicBezTo>
                    <a:cubicBezTo>
                      <a:pt x="2616" y="1961"/>
                      <a:pt x="2656" y="1939"/>
                      <a:pt x="2675" y="1902"/>
                    </a:cubicBezTo>
                    <a:cubicBezTo>
                      <a:pt x="2702" y="1837"/>
                      <a:pt x="2724" y="1785"/>
                      <a:pt x="2144" y="1199"/>
                    </a:cubicBezTo>
                    <a:cubicBezTo>
                      <a:pt x="2274" y="912"/>
                      <a:pt x="2416" y="573"/>
                      <a:pt x="2406" y="459"/>
                    </a:cubicBezTo>
                    <a:cubicBezTo>
                      <a:pt x="2403" y="406"/>
                      <a:pt x="2363" y="344"/>
                      <a:pt x="2264" y="344"/>
                    </a:cubicBezTo>
                    <a:cubicBezTo>
                      <a:pt x="2194" y="344"/>
                      <a:pt x="2039" y="372"/>
                      <a:pt x="1537" y="604"/>
                    </a:cubicBezTo>
                    <a:cubicBezTo>
                      <a:pt x="1305" y="385"/>
                      <a:pt x="941" y="48"/>
                      <a:pt x="870" y="8"/>
                    </a:cubicBezTo>
                    <a:cubicBezTo>
                      <a:pt x="856" y="3"/>
                      <a:pt x="841" y="0"/>
                      <a:pt x="8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23"/>
              <p:cNvSpPr/>
              <p:nvPr/>
            </p:nvSpPr>
            <p:spPr>
              <a:xfrm>
                <a:off x="8414295" y="4897906"/>
                <a:ext cx="122063" cy="122635"/>
              </a:xfrm>
              <a:custGeom>
                <a:avLst/>
                <a:gdLst/>
                <a:ahLst/>
                <a:cxnLst/>
                <a:rect l="l" t="t" r="r" b="b"/>
                <a:pathLst>
                  <a:path w="1919" h="1928" extrusionOk="0">
                    <a:moveTo>
                      <a:pt x="1024" y="247"/>
                    </a:moveTo>
                    <a:cubicBezTo>
                      <a:pt x="1049" y="330"/>
                      <a:pt x="1076" y="438"/>
                      <a:pt x="1095" y="512"/>
                    </a:cubicBezTo>
                    <a:cubicBezTo>
                      <a:pt x="1141" y="700"/>
                      <a:pt x="1150" y="747"/>
                      <a:pt x="1175" y="777"/>
                    </a:cubicBezTo>
                    <a:cubicBezTo>
                      <a:pt x="1200" y="811"/>
                      <a:pt x="1237" y="827"/>
                      <a:pt x="1425" y="895"/>
                    </a:cubicBezTo>
                    <a:cubicBezTo>
                      <a:pt x="1490" y="919"/>
                      <a:pt x="1595" y="953"/>
                      <a:pt x="1669" y="987"/>
                    </a:cubicBezTo>
                    <a:cubicBezTo>
                      <a:pt x="1561" y="1033"/>
                      <a:pt x="1391" y="1098"/>
                      <a:pt x="1237" y="1154"/>
                    </a:cubicBezTo>
                    <a:cubicBezTo>
                      <a:pt x="1212" y="1160"/>
                      <a:pt x="1194" y="1178"/>
                      <a:pt x="1184" y="1200"/>
                    </a:cubicBezTo>
                    <a:cubicBezTo>
                      <a:pt x="1110" y="1376"/>
                      <a:pt x="1015" y="1573"/>
                      <a:pt x="953" y="1687"/>
                    </a:cubicBezTo>
                    <a:cubicBezTo>
                      <a:pt x="910" y="1567"/>
                      <a:pt x="848" y="1354"/>
                      <a:pt x="802" y="1169"/>
                    </a:cubicBezTo>
                    <a:cubicBezTo>
                      <a:pt x="796" y="1135"/>
                      <a:pt x="768" y="1111"/>
                      <a:pt x="737" y="1104"/>
                    </a:cubicBezTo>
                    <a:cubicBezTo>
                      <a:pt x="558" y="1074"/>
                      <a:pt x="352" y="1024"/>
                      <a:pt x="241" y="993"/>
                    </a:cubicBezTo>
                    <a:cubicBezTo>
                      <a:pt x="416" y="901"/>
                      <a:pt x="595" y="818"/>
                      <a:pt x="780" y="747"/>
                    </a:cubicBezTo>
                    <a:cubicBezTo>
                      <a:pt x="805" y="737"/>
                      <a:pt x="820" y="719"/>
                      <a:pt x="830" y="697"/>
                    </a:cubicBezTo>
                    <a:cubicBezTo>
                      <a:pt x="888" y="543"/>
                      <a:pt x="953" y="392"/>
                      <a:pt x="1024" y="247"/>
                    </a:cubicBezTo>
                    <a:close/>
                    <a:moveTo>
                      <a:pt x="1046" y="0"/>
                    </a:moveTo>
                    <a:cubicBezTo>
                      <a:pt x="990" y="0"/>
                      <a:pt x="913" y="0"/>
                      <a:pt x="682" y="602"/>
                    </a:cubicBezTo>
                    <a:cubicBezTo>
                      <a:pt x="40" y="861"/>
                      <a:pt x="15" y="944"/>
                      <a:pt x="6" y="981"/>
                    </a:cubicBezTo>
                    <a:cubicBezTo>
                      <a:pt x="0" y="1012"/>
                      <a:pt x="6" y="1043"/>
                      <a:pt x="22" y="1067"/>
                    </a:cubicBezTo>
                    <a:cubicBezTo>
                      <a:pt x="40" y="1092"/>
                      <a:pt x="86" y="1157"/>
                      <a:pt x="651" y="1265"/>
                    </a:cubicBezTo>
                    <a:cubicBezTo>
                      <a:pt x="817" y="1928"/>
                      <a:pt x="876" y="1928"/>
                      <a:pt x="941" y="1928"/>
                    </a:cubicBezTo>
                    <a:lnTo>
                      <a:pt x="944" y="1928"/>
                    </a:lnTo>
                    <a:cubicBezTo>
                      <a:pt x="996" y="1925"/>
                      <a:pt x="1055" y="1922"/>
                      <a:pt x="1326" y="1302"/>
                    </a:cubicBezTo>
                    <a:cubicBezTo>
                      <a:pt x="1496" y="1243"/>
                      <a:pt x="1817" y="1123"/>
                      <a:pt x="1881" y="1064"/>
                    </a:cubicBezTo>
                    <a:cubicBezTo>
                      <a:pt x="1906" y="1040"/>
                      <a:pt x="1918" y="1006"/>
                      <a:pt x="1915" y="972"/>
                    </a:cubicBezTo>
                    <a:cubicBezTo>
                      <a:pt x="1900" y="892"/>
                      <a:pt x="1814" y="851"/>
                      <a:pt x="1484" y="734"/>
                    </a:cubicBezTo>
                    <a:cubicBezTo>
                      <a:pt x="1422" y="710"/>
                      <a:pt x="1345" y="685"/>
                      <a:pt x="1314" y="669"/>
                    </a:cubicBezTo>
                    <a:cubicBezTo>
                      <a:pt x="1299" y="629"/>
                      <a:pt x="1280" y="543"/>
                      <a:pt x="1261" y="472"/>
                    </a:cubicBezTo>
                    <a:cubicBezTo>
                      <a:pt x="1203" y="241"/>
                      <a:pt x="1166" y="96"/>
                      <a:pt x="1126" y="40"/>
                    </a:cubicBezTo>
                    <a:cubicBezTo>
                      <a:pt x="1104" y="16"/>
                      <a:pt x="1076" y="0"/>
                      <a:pt x="104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39" name="Google Shape;2339;p23"/>
              <p:cNvGrpSpPr/>
              <p:nvPr/>
            </p:nvGrpSpPr>
            <p:grpSpPr>
              <a:xfrm>
                <a:off x="7936358" y="4836871"/>
                <a:ext cx="405379" cy="244724"/>
                <a:chOff x="8838794" y="3786045"/>
                <a:chExt cx="326497" cy="197120"/>
              </a:xfrm>
            </p:grpSpPr>
            <p:sp>
              <p:nvSpPr>
                <p:cNvPr id="2340" name="Google Shape;2340;p23"/>
                <p:cNvSpPr/>
                <p:nvPr/>
              </p:nvSpPr>
              <p:spPr>
                <a:xfrm>
                  <a:off x="8838794" y="3786045"/>
                  <a:ext cx="326497" cy="197120"/>
                </a:xfrm>
                <a:custGeom>
                  <a:avLst/>
                  <a:gdLst/>
                  <a:ahLst/>
                  <a:cxnLst/>
                  <a:rect l="l" t="t" r="r" b="b"/>
                  <a:pathLst>
                    <a:path w="5133" h="3099" extrusionOk="0">
                      <a:moveTo>
                        <a:pt x="1910" y="1"/>
                      </a:moveTo>
                      <a:cubicBezTo>
                        <a:pt x="954" y="1"/>
                        <a:pt x="0" y="927"/>
                        <a:pt x="0" y="927"/>
                      </a:cubicBezTo>
                      <a:cubicBezTo>
                        <a:pt x="0" y="927"/>
                        <a:pt x="484" y="2118"/>
                        <a:pt x="1515" y="2537"/>
                      </a:cubicBezTo>
                      <a:cubicBezTo>
                        <a:pt x="1669" y="2600"/>
                        <a:pt x="1827" y="2627"/>
                        <a:pt x="1985" y="2627"/>
                      </a:cubicBezTo>
                      <a:cubicBezTo>
                        <a:pt x="2875" y="2627"/>
                        <a:pt x="3735" y="1769"/>
                        <a:pt x="3735" y="1769"/>
                      </a:cubicBezTo>
                      <a:cubicBezTo>
                        <a:pt x="3735" y="1769"/>
                        <a:pt x="3920" y="2997"/>
                        <a:pt x="4821" y="3099"/>
                      </a:cubicBezTo>
                      <a:cubicBezTo>
                        <a:pt x="4821" y="3099"/>
                        <a:pt x="4867" y="1779"/>
                        <a:pt x="4263" y="1581"/>
                      </a:cubicBezTo>
                      <a:cubicBezTo>
                        <a:pt x="4263" y="1581"/>
                        <a:pt x="4883" y="1412"/>
                        <a:pt x="5132" y="252"/>
                      </a:cubicBezTo>
                      <a:cubicBezTo>
                        <a:pt x="5132" y="252"/>
                        <a:pt x="5075" y="235"/>
                        <a:pt x="4980" y="235"/>
                      </a:cubicBezTo>
                      <a:cubicBezTo>
                        <a:pt x="4722" y="235"/>
                        <a:pt x="4186" y="362"/>
                        <a:pt x="3769" y="1307"/>
                      </a:cubicBezTo>
                      <a:cubicBezTo>
                        <a:pt x="3769" y="1307"/>
                        <a:pt x="3526" y="576"/>
                        <a:pt x="2428" y="104"/>
                      </a:cubicBezTo>
                      <a:cubicBezTo>
                        <a:pt x="2259" y="31"/>
                        <a:pt x="2085" y="1"/>
                        <a:pt x="191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23"/>
                <p:cNvSpPr/>
                <p:nvPr/>
              </p:nvSpPr>
              <p:spPr>
                <a:xfrm>
                  <a:off x="8936049" y="3802329"/>
                  <a:ext cx="54257" cy="119646"/>
                </a:xfrm>
                <a:custGeom>
                  <a:avLst/>
                  <a:gdLst/>
                  <a:ahLst/>
                  <a:cxnLst/>
                  <a:rect l="l" t="t" r="r" b="b"/>
                  <a:pathLst>
                    <a:path w="853" h="1881" extrusionOk="0">
                      <a:moveTo>
                        <a:pt x="122" y="0"/>
                      </a:moveTo>
                      <a:cubicBezTo>
                        <a:pt x="60" y="0"/>
                        <a:pt x="0" y="74"/>
                        <a:pt x="53" y="141"/>
                      </a:cubicBezTo>
                      <a:cubicBezTo>
                        <a:pt x="57" y="150"/>
                        <a:pt x="646" y="949"/>
                        <a:pt x="131" y="1751"/>
                      </a:cubicBezTo>
                      <a:cubicBezTo>
                        <a:pt x="106" y="1788"/>
                        <a:pt x="118" y="1843"/>
                        <a:pt x="155" y="1868"/>
                      </a:cubicBezTo>
                      <a:cubicBezTo>
                        <a:pt x="171" y="1877"/>
                        <a:pt x="186" y="1881"/>
                        <a:pt x="202" y="1881"/>
                      </a:cubicBezTo>
                      <a:cubicBezTo>
                        <a:pt x="232" y="1881"/>
                        <a:pt x="260" y="1868"/>
                        <a:pt x="276" y="1840"/>
                      </a:cubicBezTo>
                      <a:cubicBezTo>
                        <a:pt x="852" y="943"/>
                        <a:pt x="198" y="48"/>
                        <a:pt x="189" y="39"/>
                      </a:cubicBezTo>
                      <a:cubicBezTo>
                        <a:pt x="171" y="11"/>
                        <a:pt x="146" y="0"/>
                        <a:pt x="122"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23"/>
                <p:cNvSpPr/>
                <p:nvPr/>
              </p:nvSpPr>
              <p:spPr>
                <a:xfrm>
                  <a:off x="8884018" y="3819757"/>
                  <a:ext cx="39627" cy="39627"/>
                </a:xfrm>
                <a:custGeom>
                  <a:avLst/>
                  <a:gdLst/>
                  <a:ahLst/>
                  <a:cxnLst/>
                  <a:rect l="l" t="t" r="r" b="b"/>
                  <a:pathLst>
                    <a:path w="623" h="623" extrusionOk="0">
                      <a:moveTo>
                        <a:pt x="97" y="0"/>
                      </a:moveTo>
                      <a:cubicBezTo>
                        <a:pt x="49" y="0"/>
                        <a:pt x="1" y="36"/>
                        <a:pt x="11" y="98"/>
                      </a:cubicBezTo>
                      <a:cubicBezTo>
                        <a:pt x="20" y="169"/>
                        <a:pt x="88" y="530"/>
                        <a:pt x="270" y="610"/>
                      </a:cubicBezTo>
                      <a:cubicBezTo>
                        <a:pt x="289" y="616"/>
                        <a:pt x="310" y="623"/>
                        <a:pt x="332" y="623"/>
                      </a:cubicBezTo>
                      <a:cubicBezTo>
                        <a:pt x="356" y="623"/>
                        <a:pt x="381" y="616"/>
                        <a:pt x="406" y="604"/>
                      </a:cubicBezTo>
                      <a:cubicBezTo>
                        <a:pt x="538" y="530"/>
                        <a:pt x="600" y="231"/>
                        <a:pt x="615" y="141"/>
                      </a:cubicBezTo>
                      <a:cubicBezTo>
                        <a:pt x="622" y="80"/>
                        <a:pt x="575" y="45"/>
                        <a:pt x="528" y="45"/>
                      </a:cubicBezTo>
                      <a:cubicBezTo>
                        <a:pt x="492" y="45"/>
                        <a:pt x="456" y="65"/>
                        <a:pt x="446" y="111"/>
                      </a:cubicBezTo>
                      <a:cubicBezTo>
                        <a:pt x="421" y="268"/>
                        <a:pt x="359" y="431"/>
                        <a:pt x="338" y="453"/>
                      </a:cubicBezTo>
                      <a:cubicBezTo>
                        <a:pt x="276" y="425"/>
                        <a:pt x="205" y="234"/>
                        <a:pt x="181" y="74"/>
                      </a:cubicBezTo>
                      <a:cubicBezTo>
                        <a:pt x="172" y="23"/>
                        <a:pt x="135" y="0"/>
                        <a:pt x="97"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23"/>
                <p:cNvSpPr/>
                <p:nvPr/>
              </p:nvSpPr>
              <p:spPr>
                <a:xfrm>
                  <a:off x="8847953" y="3866190"/>
                  <a:ext cx="46179" cy="18128"/>
                </a:xfrm>
                <a:custGeom>
                  <a:avLst/>
                  <a:gdLst/>
                  <a:ahLst/>
                  <a:cxnLst/>
                  <a:rect l="l" t="t" r="r" b="b"/>
                  <a:pathLst>
                    <a:path w="726" h="285" extrusionOk="0">
                      <a:moveTo>
                        <a:pt x="115" y="0"/>
                      </a:moveTo>
                      <a:cubicBezTo>
                        <a:pt x="57" y="0"/>
                        <a:pt x="1" y="62"/>
                        <a:pt x="41" y="130"/>
                      </a:cubicBezTo>
                      <a:cubicBezTo>
                        <a:pt x="78" y="198"/>
                        <a:pt x="183" y="284"/>
                        <a:pt x="356" y="284"/>
                      </a:cubicBezTo>
                      <a:cubicBezTo>
                        <a:pt x="451" y="284"/>
                        <a:pt x="547" y="260"/>
                        <a:pt x="633" y="220"/>
                      </a:cubicBezTo>
                      <a:cubicBezTo>
                        <a:pt x="725" y="179"/>
                        <a:pt x="682" y="54"/>
                        <a:pt x="600" y="54"/>
                      </a:cubicBezTo>
                      <a:cubicBezTo>
                        <a:pt x="588" y="54"/>
                        <a:pt x="576" y="56"/>
                        <a:pt x="563" y="62"/>
                      </a:cubicBezTo>
                      <a:cubicBezTo>
                        <a:pt x="475" y="102"/>
                        <a:pt x="406" y="116"/>
                        <a:pt x="353" y="116"/>
                      </a:cubicBezTo>
                      <a:cubicBezTo>
                        <a:pt x="240" y="116"/>
                        <a:pt x="195" y="54"/>
                        <a:pt x="186" y="44"/>
                      </a:cubicBezTo>
                      <a:cubicBezTo>
                        <a:pt x="168" y="13"/>
                        <a:pt x="141" y="0"/>
                        <a:pt x="115"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23"/>
                <p:cNvSpPr/>
                <p:nvPr/>
              </p:nvSpPr>
              <p:spPr>
                <a:xfrm>
                  <a:off x="8983309" y="3816768"/>
                  <a:ext cx="63862" cy="114621"/>
                </a:xfrm>
                <a:custGeom>
                  <a:avLst/>
                  <a:gdLst/>
                  <a:ahLst/>
                  <a:cxnLst/>
                  <a:rect l="l" t="t" r="r" b="b"/>
                  <a:pathLst>
                    <a:path w="1004" h="1802" extrusionOk="0">
                      <a:moveTo>
                        <a:pt x="454" y="0"/>
                      </a:moveTo>
                      <a:cubicBezTo>
                        <a:pt x="370" y="0"/>
                        <a:pt x="301" y="6"/>
                        <a:pt x="273" y="10"/>
                      </a:cubicBezTo>
                      <a:cubicBezTo>
                        <a:pt x="226" y="13"/>
                        <a:pt x="193" y="56"/>
                        <a:pt x="196" y="102"/>
                      </a:cubicBezTo>
                      <a:cubicBezTo>
                        <a:pt x="202" y="146"/>
                        <a:pt x="239" y="179"/>
                        <a:pt x="285" y="179"/>
                      </a:cubicBezTo>
                      <a:cubicBezTo>
                        <a:pt x="287" y="179"/>
                        <a:pt x="289" y="179"/>
                        <a:pt x="291" y="179"/>
                      </a:cubicBezTo>
                      <a:cubicBezTo>
                        <a:pt x="337" y="175"/>
                        <a:pt x="391" y="172"/>
                        <a:pt x="447" y="172"/>
                      </a:cubicBezTo>
                      <a:cubicBezTo>
                        <a:pt x="593" y="172"/>
                        <a:pt x="749" y="190"/>
                        <a:pt x="794" y="244"/>
                      </a:cubicBezTo>
                      <a:cubicBezTo>
                        <a:pt x="800" y="250"/>
                        <a:pt x="806" y="256"/>
                        <a:pt x="800" y="278"/>
                      </a:cubicBezTo>
                      <a:cubicBezTo>
                        <a:pt x="760" y="457"/>
                        <a:pt x="439" y="559"/>
                        <a:pt x="319" y="580"/>
                      </a:cubicBezTo>
                      <a:cubicBezTo>
                        <a:pt x="223" y="599"/>
                        <a:pt x="230" y="741"/>
                        <a:pt x="328" y="750"/>
                      </a:cubicBezTo>
                      <a:cubicBezTo>
                        <a:pt x="566" y="771"/>
                        <a:pt x="806" y="842"/>
                        <a:pt x="828" y="895"/>
                      </a:cubicBezTo>
                      <a:cubicBezTo>
                        <a:pt x="819" y="947"/>
                        <a:pt x="584" y="1034"/>
                        <a:pt x="307" y="1061"/>
                      </a:cubicBezTo>
                      <a:cubicBezTo>
                        <a:pt x="217" y="1067"/>
                        <a:pt x="199" y="1191"/>
                        <a:pt x="282" y="1225"/>
                      </a:cubicBezTo>
                      <a:cubicBezTo>
                        <a:pt x="424" y="1283"/>
                        <a:pt x="637" y="1404"/>
                        <a:pt x="671" y="1496"/>
                      </a:cubicBezTo>
                      <a:cubicBezTo>
                        <a:pt x="677" y="1509"/>
                        <a:pt x="677" y="1521"/>
                        <a:pt x="671" y="1533"/>
                      </a:cubicBezTo>
                      <a:cubicBezTo>
                        <a:pt x="635" y="1605"/>
                        <a:pt x="483" y="1631"/>
                        <a:pt x="331" y="1631"/>
                      </a:cubicBezTo>
                      <a:cubicBezTo>
                        <a:pt x="262" y="1631"/>
                        <a:pt x="192" y="1625"/>
                        <a:pt x="134" y="1616"/>
                      </a:cubicBezTo>
                      <a:cubicBezTo>
                        <a:pt x="128" y="1616"/>
                        <a:pt x="122" y="1615"/>
                        <a:pt x="117" y="1615"/>
                      </a:cubicBezTo>
                      <a:cubicBezTo>
                        <a:pt x="18" y="1615"/>
                        <a:pt x="1" y="1769"/>
                        <a:pt x="106" y="1786"/>
                      </a:cubicBezTo>
                      <a:cubicBezTo>
                        <a:pt x="183" y="1795"/>
                        <a:pt x="260" y="1802"/>
                        <a:pt x="338" y="1802"/>
                      </a:cubicBezTo>
                      <a:cubicBezTo>
                        <a:pt x="516" y="1802"/>
                        <a:pt x="745" y="1768"/>
                        <a:pt x="825" y="1607"/>
                      </a:cubicBezTo>
                      <a:cubicBezTo>
                        <a:pt x="853" y="1552"/>
                        <a:pt x="856" y="1487"/>
                        <a:pt x="831" y="1431"/>
                      </a:cubicBezTo>
                      <a:cubicBezTo>
                        <a:pt x="794" y="1336"/>
                        <a:pt x="692" y="1253"/>
                        <a:pt x="590" y="1188"/>
                      </a:cubicBezTo>
                      <a:cubicBezTo>
                        <a:pt x="772" y="1145"/>
                        <a:pt x="976" y="1064"/>
                        <a:pt x="998" y="916"/>
                      </a:cubicBezTo>
                      <a:cubicBezTo>
                        <a:pt x="1004" y="870"/>
                        <a:pt x="988" y="821"/>
                        <a:pt x="957" y="784"/>
                      </a:cubicBezTo>
                      <a:cubicBezTo>
                        <a:pt x="905" y="716"/>
                        <a:pt x="791" y="670"/>
                        <a:pt x="674" y="639"/>
                      </a:cubicBezTo>
                      <a:cubicBezTo>
                        <a:pt x="806" y="571"/>
                        <a:pt x="933" y="469"/>
                        <a:pt x="967" y="318"/>
                      </a:cubicBezTo>
                      <a:cubicBezTo>
                        <a:pt x="985" y="253"/>
                        <a:pt x="970" y="182"/>
                        <a:pt x="924" y="130"/>
                      </a:cubicBezTo>
                      <a:cubicBezTo>
                        <a:pt x="830" y="23"/>
                        <a:pt x="615" y="0"/>
                        <a:pt x="454"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45" name="Google Shape;2345;p23"/>
              <p:cNvSpPr/>
              <p:nvPr/>
            </p:nvSpPr>
            <p:spPr>
              <a:xfrm>
                <a:off x="8867365" y="4967640"/>
                <a:ext cx="75629" cy="75566"/>
              </a:xfrm>
              <a:custGeom>
                <a:avLst/>
                <a:gdLst/>
                <a:ahLst/>
                <a:cxnLst/>
                <a:rect l="l" t="t" r="r" b="b"/>
                <a:pathLst>
                  <a:path w="1189" h="1188" extrusionOk="0">
                    <a:moveTo>
                      <a:pt x="596" y="173"/>
                    </a:moveTo>
                    <a:cubicBezTo>
                      <a:pt x="707" y="173"/>
                      <a:pt x="815" y="220"/>
                      <a:pt x="892" y="300"/>
                    </a:cubicBezTo>
                    <a:cubicBezTo>
                      <a:pt x="1157" y="565"/>
                      <a:pt x="969" y="1015"/>
                      <a:pt x="596" y="1015"/>
                    </a:cubicBezTo>
                    <a:lnTo>
                      <a:pt x="596" y="1102"/>
                    </a:lnTo>
                    <a:lnTo>
                      <a:pt x="593" y="1015"/>
                    </a:lnTo>
                    <a:cubicBezTo>
                      <a:pt x="365" y="1009"/>
                      <a:pt x="186" y="821"/>
                      <a:pt x="186" y="593"/>
                    </a:cubicBezTo>
                    <a:cubicBezTo>
                      <a:pt x="186" y="364"/>
                      <a:pt x="368" y="179"/>
                      <a:pt x="596" y="173"/>
                    </a:cubicBezTo>
                    <a:close/>
                    <a:moveTo>
                      <a:pt x="593" y="1"/>
                    </a:moveTo>
                    <a:cubicBezTo>
                      <a:pt x="266" y="1"/>
                      <a:pt x="1" y="266"/>
                      <a:pt x="1" y="593"/>
                    </a:cubicBezTo>
                    <a:cubicBezTo>
                      <a:pt x="1" y="920"/>
                      <a:pt x="266" y="1188"/>
                      <a:pt x="593" y="1188"/>
                    </a:cubicBezTo>
                    <a:lnTo>
                      <a:pt x="596" y="1188"/>
                    </a:lnTo>
                    <a:cubicBezTo>
                      <a:pt x="923" y="1188"/>
                      <a:pt x="1188" y="920"/>
                      <a:pt x="1185" y="593"/>
                    </a:cubicBezTo>
                    <a:cubicBezTo>
                      <a:pt x="1185" y="266"/>
                      <a:pt x="920" y="1"/>
                      <a:pt x="59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23"/>
              <p:cNvSpPr/>
              <p:nvPr/>
            </p:nvSpPr>
            <p:spPr>
              <a:xfrm>
                <a:off x="8965298" y="4268210"/>
                <a:ext cx="82881" cy="75566"/>
              </a:xfrm>
              <a:custGeom>
                <a:avLst/>
                <a:gdLst/>
                <a:ahLst/>
                <a:cxnLst/>
                <a:rect l="l" t="t" r="r" b="b"/>
                <a:pathLst>
                  <a:path w="1303" h="1188" extrusionOk="0">
                    <a:moveTo>
                      <a:pt x="710" y="173"/>
                    </a:moveTo>
                    <a:cubicBezTo>
                      <a:pt x="941" y="173"/>
                      <a:pt x="1129" y="364"/>
                      <a:pt x="1129" y="595"/>
                    </a:cubicBezTo>
                    <a:cubicBezTo>
                      <a:pt x="1126" y="827"/>
                      <a:pt x="938" y="1012"/>
                      <a:pt x="707" y="1015"/>
                    </a:cubicBezTo>
                    <a:cubicBezTo>
                      <a:pt x="476" y="1015"/>
                      <a:pt x="287" y="823"/>
                      <a:pt x="287" y="592"/>
                    </a:cubicBezTo>
                    <a:cubicBezTo>
                      <a:pt x="287" y="358"/>
                      <a:pt x="479" y="173"/>
                      <a:pt x="710" y="173"/>
                    </a:cubicBezTo>
                    <a:close/>
                    <a:moveTo>
                      <a:pt x="712" y="1"/>
                    </a:moveTo>
                    <a:cubicBezTo>
                      <a:pt x="485" y="1"/>
                      <a:pt x="263" y="130"/>
                      <a:pt x="164" y="364"/>
                    </a:cubicBezTo>
                    <a:cubicBezTo>
                      <a:pt x="1" y="752"/>
                      <a:pt x="284" y="1184"/>
                      <a:pt x="707" y="1187"/>
                    </a:cubicBezTo>
                    <a:lnTo>
                      <a:pt x="710" y="1187"/>
                    </a:lnTo>
                    <a:cubicBezTo>
                      <a:pt x="1034" y="1187"/>
                      <a:pt x="1299" y="922"/>
                      <a:pt x="1302" y="595"/>
                    </a:cubicBezTo>
                    <a:cubicBezTo>
                      <a:pt x="1302" y="438"/>
                      <a:pt x="1240" y="287"/>
                      <a:pt x="1129" y="176"/>
                    </a:cubicBezTo>
                    <a:cubicBezTo>
                      <a:pt x="1012" y="57"/>
                      <a:pt x="861" y="1"/>
                      <a:pt x="7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47" name="Google Shape;2347;p23"/>
              <p:cNvGrpSpPr/>
              <p:nvPr/>
            </p:nvGrpSpPr>
            <p:grpSpPr>
              <a:xfrm>
                <a:off x="8711014" y="3767669"/>
                <a:ext cx="388320" cy="384805"/>
                <a:chOff x="10649934" y="1571625"/>
                <a:chExt cx="449705" cy="445634"/>
              </a:xfrm>
            </p:grpSpPr>
            <p:sp>
              <p:nvSpPr>
                <p:cNvPr id="2348" name="Google Shape;2348;p23"/>
                <p:cNvSpPr/>
                <p:nvPr/>
              </p:nvSpPr>
              <p:spPr>
                <a:xfrm>
                  <a:off x="10649934" y="1571625"/>
                  <a:ext cx="449705" cy="445634"/>
                </a:xfrm>
                <a:custGeom>
                  <a:avLst/>
                  <a:gdLst/>
                  <a:ahLst/>
                  <a:cxnLst/>
                  <a:rect l="l" t="t" r="r" b="b"/>
                  <a:pathLst>
                    <a:path w="7070" h="7006" extrusionOk="0">
                      <a:moveTo>
                        <a:pt x="3541" y="217"/>
                      </a:moveTo>
                      <a:cubicBezTo>
                        <a:pt x="3631" y="377"/>
                        <a:pt x="3809" y="793"/>
                        <a:pt x="3948" y="1161"/>
                      </a:cubicBezTo>
                      <a:cubicBezTo>
                        <a:pt x="3958" y="1182"/>
                        <a:pt x="3976" y="1201"/>
                        <a:pt x="4001" y="1210"/>
                      </a:cubicBezTo>
                      <a:cubicBezTo>
                        <a:pt x="4009" y="1214"/>
                        <a:pt x="4019" y="1215"/>
                        <a:pt x="4028" y="1215"/>
                      </a:cubicBezTo>
                      <a:cubicBezTo>
                        <a:pt x="4043" y="1215"/>
                        <a:pt x="4059" y="1211"/>
                        <a:pt x="4072" y="1204"/>
                      </a:cubicBezTo>
                      <a:cubicBezTo>
                        <a:pt x="4414" y="1016"/>
                        <a:pt x="4941" y="750"/>
                        <a:pt x="5077" y="726"/>
                      </a:cubicBezTo>
                      <a:lnTo>
                        <a:pt x="5077" y="726"/>
                      </a:lnTo>
                      <a:cubicBezTo>
                        <a:pt x="5093" y="846"/>
                        <a:pt x="5019" y="1262"/>
                        <a:pt x="4932" y="1611"/>
                      </a:cubicBezTo>
                      <a:cubicBezTo>
                        <a:pt x="4918" y="1665"/>
                        <a:pt x="4959" y="1717"/>
                        <a:pt x="5014" y="1717"/>
                      </a:cubicBezTo>
                      <a:cubicBezTo>
                        <a:pt x="5019" y="1717"/>
                        <a:pt x="5023" y="1716"/>
                        <a:pt x="5028" y="1716"/>
                      </a:cubicBezTo>
                      <a:cubicBezTo>
                        <a:pt x="5034" y="1716"/>
                        <a:pt x="5737" y="1611"/>
                        <a:pt x="6095" y="1611"/>
                      </a:cubicBezTo>
                      <a:cubicBezTo>
                        <a:pt x="6135" y="1611"/>
                        <a:pt x="6175" y="1614"/>
                        <a:pt x="6215" y="1617"/>
                      </a:cubicBezTo>
                      <a:cubicBezTo>
                        <a:pt x="6169" y="1762"/>
                        <a:pt x="5975" y="2166"/>
                        <a:pt x="5790" y="2521"/>
                      </a:cubicBezTo>
                      <a:cubicBezTo>
                        <a:pt x="5765" y="2570"/>
                        <a:pt x="5790" y="2629"/>
                        <a:pt x="5842" y="2641"/>
                      </a:cubicBezTo>
                      <a:cubicBezTo>
                        <a:pt x="6252" y="2755"/>
                        <a:pt x="6727" y="2919"/>
                        <a:pt x="6820" y="2990"/>
                      </a:cubicBezTo>
                      <a:cubicBezTo>
                        <a:pt x="6755" y="3107"/>
                        <a:pt x="6329" y="3455"/>
                        <a:pt x="5950" y="3727"/>
                      </a:cubicBezTo>
                      <a:cubicBezTo>
                        <a:pt x="5904" y="3764"/>
                        <a:pt x="5904" y="3835"/>
                        <a:pt x="5953" y="3869"/>
                      </a:cubicBezTo>
                      <a:cubicBezTo>
                        <a:pt x="6385" y="4158"/>
                        <a:pt x="6755" y="4495"/>
                        <a:pt x="6752" y="4584"/>
                      </a:cubicBezTo>
                      <a:cubicBezTo>
                        <a:pt x="6706" y="4677"/>
                        <a:pt x="6172" y="4834"/>
                        <a:pt x="5583" y="4933"/>
                      </a:cubicBezTo>
                      <a:cubicBezTo>
                        <a:pt x="5524" y="4942"/>
                        <a:pt x="5493" y="5007"/>
                        <a:pt x="5521" y="5059"/>
                      </a:cubicBezTo>
                      <a:cubicBezTo>
                        <a:pt x="5719" y="5411"/>
                        <a:pt x="5913" y="5846"/>
                        <a:pt x="5907" y="5957"/>
                      </a:cubicBezTo>
                      <a:cubicBezTo>
                        <a:pt x="5871" y="5966"/>
                        <a:pt x="5836" y="5970"/>
                        <a:pt x="5801" y="5970"/>
                      </a:cubicBezTo>
                      <a:cubicBezTo>
                        <a:pt x="5790" y="5970"/>
                        <a:pt x="5779" y="5970"/>
                        <a:pt x="5768" y="5969"/>
                      </a:cubicBezTo>
                      <a:cubicBezTo>
                        <a:pt x="5444" y="5969"/>
                        <a:pt x="4846" y="5842"/>
                        <a:pt x="4840" y="5842"/>
                      </a:cubicBezTo>
                      <a:cubicBezTo>
                        <a:pt x="4833" y="5841"/>
                        <a:pt x="4827" y="5841"/>
                        <a:pt x="4821" y="5841"/>
                      </a:cubicBezTo>
                      <a:cubicBezTo>
                        <a:pt x="4785" y="5841"/>
                        <a:pt x="4752" y="5864"/>
                        <a:pt x="4741" y="5898"/>
                      </a:cubicBezTo>
                      <a:cubicBezTo>
                        <a:pt x="4624" y="6265"/>
                        <a:pt x="4470" y="6684"/>
                        <a:pt x="4399" y="6817"/>
                      </a:cubicBezTo>
                      <a:cubicBezTo>
                        <a:pt x="4272" y="6721"/>
                        <a:pt x="3951" y="6327"/>
                        <a:pt x="3692" y="5972"/>
                      </a:cubicBezTo>
                      <a:cubicBezTo>
                        <a:pt x="3680" y="5950"/>
                        <a:pt x="3655" y="5938"/>
                        <a:pt x="3631" y="5938"/>
                      </a:cubicBezTo>
                      <a:lnTo>
                        <a:pt x="3624" y="5938"/>
                      </a:lnTo>
                      <a:cubicBezTo>
                        <a:pt x="3622" y="5938"/>
                        <a:pt x="3619" y="5937"/>
                        <a:pt x="3616" y="5937"/>
                      </a:cubicBezTo>
                      <a:cubicBezTo>
                        <a:pt x="3597" y="5937"/>
                        <a:pt x="3576" y="5946"/>
                        <a:pt x="3563" y="5960"/>
                      </a:cubicBezTo>
                      <a:cubicBezTo>
                        <a:pt x="3245" y="6277"/>
                        <a:pt x="2863" y="6632"/>
                        <a:pt x="2727" y="6728"/>
                      </a:cubicBezTo>
                      <a:cubicBezTo>
                        <a:pt x="2684" y="6580"/>
                        <a:pt x="2607" y="6206"/>
                        <a:pt x="2548" y="5870"/>
                      </a:cubicBezTo>
                      <a:cubicBezTo>
                        <a:pt x="2541" y="5827"/>
                        <a:pt x="2505" y="5799"/>
                        <a:pt x="2465" y="5799"/>
                      </a:cubicBezTo>
                      <a:cubicBezTo>
                        <a:pt x="2454" y="5799"/>
                        <a:pt x="2442" y="5801"/>
                        <a:pt x="2431" y="5805"/>
                      </a:cubicBezTo>
                      <a:cubicBezTo>
                        <a:pt x="2061" y="5950"/>
                        <a:pt x="1447" y="6176"/>
                        <a:pt x="1222" y="6216"/>
                      </a:cubicBezTo>
                      <a:cubicBezTo>
                        <a:pt x="1253" y="6037"/>
                        <a:pt x="1376" y="5562"/>
                        <a:pt x="1502" y="5136"/>
                      </a:cubicBezTo>
                      <a:cubicBezTo>
                        <a:pt x="1509" y="5111"/>
                        <a:pt x="1506" y="5090"/>
                        <a:pt x="1493" y="5068"/>
                      </a:cubicBezTo>
                      <a:cubicBezTo>
                        <a:pt x="1481" y="5050"/>
                        <a:pt x="1462" y="5034"/>
                        <a:pt x="1441" y="5028"/>
                      </a:cubicBezTo>
                      <a:cubicBezTo>
                        <a:pt x="987" y="4917"/>
                        <a:pt x="466" y="4763"/>
                        <a:pt x="324" y="4686"/>
                      </a:cubicBezTo>
                      <a:cubicBezTo>
                        <a:pt x="420" y="4566"/>
                        <a:pt x="802" y="4251"/>
                        <a:pt x="1142" y="4001"/>
                      </a:cubicBezTo>
                      <a:cubicBezTo>
                        <a:pt x="1163" y="3983"/>
                        <a:pt x="1179" y="3955"/>
                        <a:pt x="1175" y="3927"/>
                      </a:cubicBezTo>
                      <a:cubicBezTo>
                        <a:pt x="1175" y="3899"/>
                        <a:pt x="1160" y="3872"/>
                        <a:pt x="1132" y="3859"/>
                      </a:cubicBezTo>
                      <a:cubicBezTo>
                        <a:pt x="636" y="3572"/>
                        <a:pt x="204" y="3233"/>
                        <a:pt x="207" y="3134"/>
                      </a:cubicBezTo>
                      <a:cubicBezTo>
                        <a:pt x="222" y="3042"/>
                        <a:pt x="701" y="2857"/>
                        <a:pt x="1206" y="2740"/>
                      </a:cubicBezTo>
                      <a:cubicBezTo>
                        <a:pt x="1262" y="2727"/>
                        <a:pt x="1290" y="2666"/>
                        <a:pt x="1262" y="2616"/>
                      </a:cubicBezTo>
                      <a:cubicBezTo>
                        <a:pt x="1043" y="2203"/>
                        <a:pt x="812" y="1734"/>
                        <a:pt x="756" y="1558"/>
                      </a:cubicBezTo>
                      <a:lnTo>
                        <a:pt x="756" y="1558"/>
                      </a:lnTo>
                      <a:cubicBezTo>
                        <a:pt x="981" y="1577"/>
                        <a:pt x="1580" y="1716"/>
                        <a:pt x="1805" y="1774"/>
                      </a:cubicBezTo>
                      <a:cubicBezTo>
                        <a:pt x="1811" y="1776"/>
                        <a:pt x="1818" y="1777"/>
                        <a:pt x="1824" y="1777"/>
                      </a:cubicBezTo>
                      <a:cubicBezTo>
                        <a:pt x="1843" y="1777"/>
                        <a:pt x="1862" y="1770"/>
                        <a:pt x="1876" y="1759"/>
                      </a:cubicBezTo>
                      <a:cubicBezTo>
                        <a:pt x="1897" y="1743"/>
                        <a:pt x="1910" y="1719"/>
                        <a:pt x="1910" y="1694"/>
                      </a:cubicBezTo>
                      <a:cubicBezTo>
                        <a:pt x="1925" y="1241"/>
                        <a:pt x="1956" y="738"/>
                        <a:pt x="1990" y="562"/>
                      </a:cubicBezTo>
                      <a:cubicBezTo>
                        <a:pt x="2162" y="649"/>
                        <a:pt x="2644" y="954"/>
                        <a:pt x="3072" y="1238"/>
                      </a:cubicBezTo>
                      <a:cubicBezTo>
                        <a:pt x="3086" y="1247"/>
                        <a:pt x="3103" y="1253"/>
                        <a:pt x="3121" y="1253"/>
                      </a:cubicBezTo>
                      <a:cubicBezTo>
                        <a:pt x="3130" y="1253"/>
                        <a:pt x="3140" y="1251"/>
                        <a:pt x="3149" y="1247"/>
                      </a:cubicBezTo>
                      <a:cubicBezTo>
                        <a:pt x="3174" y="1238"/>
                        <a:pt x="3196" y="1219"/>
                        <a:pt x="3202" y="1191"/>
                      </a:cubicBezTo>
                      <a:cubicBezTo>
                        <a:pt x="3313" y="812"/>
                        <a:pt x="3461" y="380"/>
                        <a:pt x="3541" y="217"/>
                      </a:cubicBezTo>
                      <a:close/>
                      <a:moveTo>
                        <a:pt x="3541" y="1"/>
                      </a:moveTo>
                      <a:cubicBezTo>
                        <a:pt x="3476" y="1"/>
                        <a:pt x="3381" y="1"/>
                        <a:pt x="3072" y="1034"/>
                      </a:cubicBezTo>
                      <a:cubicBezTo>
                        <a:pt x="2403" y="593"/>
                        <a:pt x="2027" y="368"/>
                        <a:pt x="1943" y="368"/>
                      </a:cubicBezTo>
                      <a:cubicBezTo>
                        <a:pt x="1937" y="368"/>
                        <a:pt x="1928" y="371"/>
                        <a:pt x="1919" y="371"/>
                      </a:cubicBezTo>
                      <a:cubicBezTo>
                        <a:pt x="1854" y="389"/>
                        <a:pt x="1783" y="405"/>
                        <a:pt x="1743" y="1583"/>
                      </a:cubicBezTo>
                      <a:cubicBezTo>
                        <a:pt x="1499" y="1524"/>
                        <a:pt x="904" y="1386"/>
                        <a:pt x="713" y="1386"/>
                      </a:cubicBezTo>
                      <a:cubicBezTo>
                        <a:pt x="709" y="1385"/>
                        <a:pt x="704" y="1385"/>
                        <a:pt x="700" y="1385"/>
                      </a:cubicBezTo>
                      <a:cubicBezTo>
                        <a:pt x="670" y="1385"/>
                        <a:pt x="638" y="1394"/>
                        <a:pt x="614" y="1410"/>
                      </a:cubicBezTo>
                      <a:cubicBezTo>
                        <a:pt x="556" y="1457"/>
                        <a:pt x="482" y="1509"/>
                        <a:pt x="1058" y="2601"/>
                      </a:cubicBezTo>
                      <a:cubicBezTo>
                        <a:pt x="697" y="2690"/>
                        <a:pt x="77" y="2875"/>
                        <a:pt x="40" y="3110"/>
                      </a:cubicBezTo>
                      <a:cubicBezTo>
                        <a:pt x="0" y="3344"/>
                        <a:pt x="583" y="3733"/>
                        <a:pt x="935" y="3943"/>
                      </a:cubicBezTo>
                      <a:cubicBezTo>
                        <a:pt x="108" y="4562"/>
                        <a:pt x="127" y="4674"/>
                        <a:pt x="136" y="4723"/>
                      </a:cubicBezTo>
                      <a:cubicBezTo>
                        <a:pt x="145" y="4775"/>
                        <a:pt x="164" y="4889"/>
                        <a:pt x="1311" y="5176"/>
                      </a:cubicBezTo>
                      <a:cubicBezTo>
                        <a:pt x="1209" y="5534"/>
                        <a:pt x="1024" y="6194"/>
                        <a:pt x="1043" y="6308"/>
                      </a:cubicBezTo>
                      <a:cubicBezTo>
                        <a:pt x="1046" y="6327"/>
                        <a:pt x="1068" y="6395"/>
                        <a:pt x="1172" y="6395"/>
                      </a:cubicBezTo>
                      <a:cubicBezTo>
                        <a:pt x="1373" y="6395"/>
                        <a:pt x="2116" y="6114"/>
                        <a:pt x="2397" y="6006"/>
                      </a:cubicBezTo>
                      <a:cubicBezTo>
                        <a:pt x="2459" y="6342"/>
                        <a:pt x="2551" y="6811"/>
                        <a:pt x="2607" y="6885"/>
                      </a:cubicBezTo>
                      <a:cubicBezTo>
                        <a:pt x="2628" y="6910"/>
                        <a:pt x="2656" y="6922"/>
                        <a:pt x="2687" y="6925"/>
                      </a:cubicBezTo>
                      <a:cubicBezTo>
                        <a:pt x="2785" y="6925"/>
                        <a:pt x="3097" y="6666"/>
                        <a:pt x="3612" y="6154"/>
                      </a:cubicBezTo>
                      <a:cubicBezTo>
                        <a:pt x="4028" y="6718"/>
                        <a:pt x="4297" y="7005"/>
                        <a:pt x="4417" y="7005"/>
                      </a:cubicBezTo>
                      <a:cubicBezTo>
                        <a:pt x="4445" y="7005"/>
                        <a:pt x="4473" y="6996"/>
                        <a:pt x="4494" y="6974"/>
                      </a:cubicBezTo>
                      <a:cubicBezTo>
                        <a:pt x="4590" y="6882"/>
                        <a:pt x="4790" y="6296"/>
                        <a:pt x="4880" y="6028"/>
                      </a:cubicBezTo>
                      <a:cubicBezTo>
                        <a:pt x="5056" y="6061"/>
                        <a:pt x="5493" y="6142"/>
                        <a:pt x="5768" y="6142"/>
                      </a:cubicBezTo>
                      <a:cubicBezTo>
                        <a:pt x="5885" y="6142"/>
                        <a:pt x="6015" y="6129"/>
                        <a:pt x="6058" y="6043"/>
                      </a:cubicBezTo>
                      <a:cubicBezTo>
                        <a:pt x="6135" y="5889"/>
                        <a:pt x="5907" y="5414"/>
                        <a:pt x="5728" y="5081"/>
                      </a:cubicBezTo>
                      <a:cubicBezTo>
                        <a:pt x="6194" y="5000"/>
                        <a:pt x="6857" y="4849"/>
                        <a:pt x="6915" y="4633"/>
                      </a:cubicBezTo>
                      <a:cubicBezTo>
                        <a:pt x="6974" y="4421"/>
                        <a:pt x="6499" y="4041"/>
                        <a:pt x="6147" y="3798"/>
                      </a:cubicBezTo>
                      <a:cubicBezTo>
                        <a:pt x="7070" y="3125"/>
                        <a:pt x="7011" y="2993"/>
                        <a:pt x="6986" y="2934"/>
                      </a:cubicBezTo>
                      <a:cubicBezTo>
                        <a:pt x="6931" y="2801"/>
                        <a:pt x="6434" y="2635"/>
                        <a:pt x="5990" y="2508"/>
                      </a:cubicBezTo>
                      <a:cubicBezTo>
                        <a:pt x="6141" y="2215"/>
                        <a:pt x="6394" y="1703"/>
                        <a:pt x="6394" y="1577"/>
                      </a:cubicBezTo>
                      <a:cubicBezTo>
                        <a:pt x="6394" y="1444"/>
                        <a:pt x="6206" y="1444"/>
                        <a:pt x="6092" y="1444"/>
                      </a:cubicBezTo>
                      <a:cubicBezTo>
                        <a:pt x="5814" y="1444"/>
                        <a:pt x="5352" y="1503"/>
                        <a:pt x="5130" y="1531"/>
                      </a:cubicBezTo>
                      <a:cubicBezTo>
                        <a:pt x="5336" y="655"/>
                        <a:pt x="5222" y="596"/>
                        <a:pt x="5170" y="571"/>
                      </a:cubicBezTo>
                      <a:cubicBezTo>
                        <a:pt x="5151" y="562"/>
                        <a:pt x="5130" y="559"/>
                        <a:pt x="5108" y="559"/>
                      </a:cubicBezTo>
                      <a:cubicBezTo>
                        <a:pt x="4932" y="559"/>
                        <a:pt x="4328" y="874"/>
                        <a:pt x="4075" y="1009"/>
                      </a:cubicBezTo>
                      <a:cubicBezTo>
                        <a:pt x="3705" y="59"/>
                        <a:pt x="3612" y="22"/>
                        <a:pt x="3578" y="7"/>
                      </a:cubicBezTo>
                      <a:cubicBezTo>
                        <a:pt x="3566" y="4"/>
                        <a:pt x="3553" y="1"/>
                        <a:pt x="35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23"/>
                <p:cNvSpPr/>
                <p:nvPr/>
              </p:nvSpPr>
              <p:spPr>
                <a:xfrm>
                  <a:off x="10732687" y="1664810"/>
                  <a:ext cx="279682" cy="279619"/>
                </a:xfrm>
                <a:custGeom>
                  <a:avLst/>
                  <a:gdLst/>
                  <a:ahLst/>
                  <a:cxnLst/>
                  <a:rect l="l" t="t" r="r" b="b"/>
                  <a:pathLst>
                    <a:path w="4397" h="4396" extrusionOk="0">
                      <a:moveTo>
                        <a:pt x="2197" y="1"/>
                      </a:moveTo>
                      <a:cubicBezTo>
                        <a:pt x="985" y="1"/>
                        <a:pt x="1" y="985"/>
                        <a:pt x="1" y="2197"/>
                      </a:cubicBezTo>
                      <a:cubicBezTo>
                        <a:pt x="1" y="3412"/>
                        <a:pt x="985" y="4396"/>
                        <a:pt x="2197" y="4396"/>
                      </a:cubicBezTo>
                      <a:cubicBezTo>
                        <a:pt x="3412" y="4396"/>
                        <a:pt x="4396" y="3412"/>
                        <a:pt x="4396" y="2197"/>
                      </a:cubicBezTo>
                      <a:cubicBezTo>
                        <a:pt x="4396" y="985"/>
                        <a:pt x="3412" y="1"/>
                        <a:pt x="21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23"/>
                <p:cNvSpPr/>
                <p:nvPr/>
              </p:nvSpPr>
              <p:spPr>
                <a:xfrm>
                  <a:off x="10883180" y="1708190"/>
                  <a:ext cx="23217" cy="14184"/>
                </a:xfrm>
                <a:custGeom>
                  <a:avLst/>
                  <a:gdLst/>
                  <a:ahLst/>
                  <a:cxnLst/>
                  <a:rect l="l" t="t" r="r" b="b"/>
                  <a:pathLst>
                    <a:path w="365" h="223" extrusionOk="0">
                      <a:moveTo>
                        <a:pt x="1" y="0"/>
                      </a:moveTo>
                      <a:lnTo>
                        <a:pt x="365" y="223"/>
                      </a:lnTo>
                      <a:cubicBezTo>
                        <a:pt x="318" y="65"/>
                        <a:pt x="1" y="1"/>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23"/>
                <p:cNvSpPr/>
                <p:nvPr/>
              </p:nvSpPr>
              <p:spPr>
                <a:xfrm>
                  <a:off x="10875102" y="1702720"/>
                  <a:ext cx="37401" cy="25125"/>
                </a:xfrm>
                <a:custGeom>
                  <a:avLst/>
                  <a:gdLst/>
                  <a:ahLst/>
                  <a:cxnLst/>
                  <a:rect l="l" t="t" r="r" b="b"/>
                  <a:pathLst>
                    <a:path w="588" h="395" extrusionOk="0">
                      <a:moveTo>
                        <a:pt x="119" y="0"/>
                      </a:moveTo>
                      <a:cubicBezTo>
                        <a:pt x="24" y="0"/>
                        <a:pt x="0" y="153"/>
                        <a:pt x="109" y="170"/>
                      </a:cubicBezTo>
                      <a:cubicBezTo>
                        <a:pt x="223" y="194"/>
                        <a:pt x="390" y="262"/>
                        <a:pt x="408" y="333"/>
                      </a:cubicBezTo>
                      <a:cubicBezTo>
                        <a:pt x="421" y="370"/>
                        <a:pt x="455" y="395"/>
                        <a:pt x="492" y="395"/>
                      </a:cubicBezTo>
                      <a:cubicBezTo>
                        <a:pt x="501" y="395"/>
                        <a:pt x="507" y="392"/>
                        <a:pt x="516" y="389"/>
                      </a:cubicBezTo>
                      <a:cubicBezTo>
                        <a:pt x="562" y="376"/>
                        <a:pt x="587" y="330"/>
                        <a:pt x="575" y="284"/>
                      </a:cubicBezTo>
                      <a:cubicBezTo>
                        <a:pt x="516" y="86"/>
                        <a:pt x="205" y="16"/>
                        <a:pt x="143" y="3"/>
                      </a:cubicBezTo>
                      <a:cubicBezTo>
                        <a:pt x="135" y="1"/>
                        <a:pt x="127" y="0"/>
                        <a:pt x="1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23"/>
                <p:cNvSpPr/>
                <p:nvPr/>
              </p:nvSpPr>
              <p:spPr>
                <a:xfrm>
                  <a:off x="10899655" y="1751125"/>
                  <a:ext cx="23217" cy="14248"/>
                </a:xfrm>
                <a:custGeom>
                  <a:avLst/>
                  <a:gdLst/>
                  <a:ahLst/>
                  <a:cxnLst/>
                  <a:rect l="l" t="t" r="r" b="b"/>
                  <a:pathLst>
                    <a:path w="365" h="224" extrusionOk="0">
                      <a:moveTo>
                        <a:pt x="1" y="1"/>
                      </a:moveTo>
                      <a:lnTo>
                        <a:pt x="365" y="223"/>
                      </a:lnTo>
                      <a:cubicBezTo>
                        <a:pt x="318" y="69"/>
                        <a:pt x="1" y="1"/>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23"/>
                <p:cNvSpPr/>
                <p:nvPr/>
              </p:nvSpPr>
              <p:spPr>
                <a:xfrm>
                  <a:off x="10891704" y="1745718"/>
                  <a:ext cx="37274" cy="25125"/>
                </a:xfrm>
                <a:custGeom>
                  <a:avLst/>
                  <a:gdLst/>
                  <a:ahLst/>
                  <a:cxnLst/>
                  <a:rect l="l" t="t" r="r" b="b"/>
                  <a:pathLst>
                    <a:path w="586" h="395" extrusionOk="0">
                      <a:moveTo>
                        <a:pt x="119" y="0"/>
                      </a:moveTo>
                      <a:cubicBezTo>
                        <a:pt x="23" y="0"/>
                        <a:pt x="1" y="152"/>
                        <a:pt x="107" y="172"/>
                      </a:cubicBezTo>
                      <a:cubicBezTo>
                        <a:pt x="221" y="194"/>
                        <a:pt x="388" y="262"/>
                        <a:pt x="409" y="333"/>
                      </a:cubicBezTo>
                      <a:cubicBezTo>
                        <a:pt x="419" y="370"/>
                        <a:pt x="453" y="394"/>
                        <a:pt x="490" y="394"/>
                      </a:cubicBezTo>
                      <a:cubicBezTo>
                        <a:pt x="499" y="394"/>
                        <a:pt x="508" y="391"/>
                        <a:pt x="514" y="391"/>
                      </a:cubicBezTo>
                      <a:cubicBezTo>
                        <a:pt x="561" y="376"/>
                        <a:pt x="585" y="330"/>
                        <a:pt x="573" y="283"/>
                      </a:cubicBezTo>
                      <a:cubicBezTo>
                        <a:pt x="514" y="89"/>
                        <a:pt x="203" y="15"/>
                        <a:pt x="141" y="3"/>
                      </a:cubicBezTo>
                      <a:cubicBezTo>
                        <a:pt x="134" y="1"/>
                        <a:pt x="126" y="0"/>
                        <a:pt x="1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23"/>
                <p:cNvSpPr/>
                <p:nvPr/>
              </p:nvSpPr>
              <p:spPr>
                <a:xfrm>
                  <a:off x="10945769" y="1750743"/>
                  <a:ext cx="20482" cy="17937"/>
                </a:xfrm>
                <a:custGeom>
                  <a:avLst/>
                  <a:gdLst/>
                  <a:ahLst/>
                  <a:cxnLst/>
                  <a:rect l="l" t="t" r="r" b="b"/>
                  <a:pathLst>
                    <a:path w="322" h="282" extrusionOk="0">
                      <a:moveTo>
                        <a:pt x="0" y="1"/>
                      </a:moveTo>
                      <a:lnTo>
                        <a:pt x="321" y="281"/>
                      </a:lnTo>
                      <a:cubicBezTo>
                        <a:pt x="303" y="121"/>
                        <a:pt x="1" y="1"/>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23"/>
                <p:cNvSpPr/>
                <p:nvPr/>
              </p:nvSpPr>
              <p:spPr>
                <a:xfrm>
                  <a:off x="10937755" y="1745209"/>
                  <a:ext cx="34157" cy="28941"/>
                </a:xfrm>
                <a:custGeom>
                  <a:avLst/>
                  <a:gdLst/>
                  <a:ahLst/>
                  <a:cxnLst/>
                  <a:rect l="l" t="t" r="r" b="b"/>
                  <a:pathLst>
                    <a:path w="537" h="455" extrusionOk="0">
                      <a:moveTo>
                        <a:pt x="122" y="0"/>
                      </a:moveTo>
                      <a:cubicBezTo>
                        <a:pt x="40" y="0"/>
                        <a:pt x="0" y="130"/>
                        <a:pt x="96" y="168"/>
                      </a:cubicBezTo>
                      <a:cubicBezTo>
                        <a:pt x="200" y="208"/>
                        <a:pt x="355" y="307"/>
                        <a:pt x="361" y="378"/>
                      </a:cubicBezTo>
                      <a:cubicBezTo>
                        <a:pt x="367" y="421"/>
                        <a:pt x="404" y="455"/>
                        <a:pt x="447" y="455"/>
                      </a:cubicBezTo>
                      <a:lnTo>
                        <a:pt x="456" y="455"/>
                      </a:lnTo>
                      <a:cubicBezTo>
                        <a:pt x="503" y="449"/>
                        <a:pt x="537" y="405"/>
                        <a:pt x="534" y="359"/>
                      </a:cubicBezTo>
                      <a:cubicBezTo>
                        <a:pt x="509" y="156"/>
                        <a:pt x="216" y="32"/>
                        <a:pt x="157" y="8"/>
                      </a:cubicBezTo>
                      <a:cubicBezTo>
                        <a:pt x="145" y="3"/>
                        <a:pt x="133" y="0"/>
                        <a:pt x="1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23"/>
                <p:cNvSpPr/>
                <p:nvPr/>
              </p:nvSpPr>
              <p:spPr>
                <a:xfrm>
                  <a:off x="10846861" y="1739994"/>
                  <a:ext cx="23217" cy="14184"/>
                </a:xfrm>
                <a:custGeom>
                  <a:avLst/>
                  <a:gdLst/>
                  <a:ahLst/>
                  <a:cxnLst/>
                  <a:rect l="l" t="t" r="r" b="b"/>
                  <a:pathLst>
                    <a:path w="365" h="223" extrusionOk="0">
                      <a:moveTo>
                        <a:pt x="1" y="0"/>
                      </a:moveTo>
                      <a:lnTo>
                        <a:pt x="365" y="222"/>
                      </a:lnTo>
                      <a:cubicBezTo>
                        <a:pt x="319" y="65"/>
                        <a:pt x="1" y="0"/>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23"/>
                <p:cNvSpPr/>
                <p:nvPr/>
              </p:nvSpPr>
              <p:spPr>
                <a:xfrm>
                  <a:off x="10839101" y="1734523"/>
                  <a:ext cx="37083" cy="25125"/>
                </a:xfrm>
                <a:custGeom>
                  <a:avLst/>
                  <a:gdLst/>
                  <a:ahLst/>
                  <a:cxnLst/>
                  <a:rect l="l" t="t" r="r" b="b"/>
                  <a:pathLst>
                    <a:path w="583" h="395" extrusionOk="0">
                      <a:moveTo>
                        <a:pt x="119" y="1"/>
                      </a:moveTo>
                      <a:cubicBezTo>
                        <a:pt x="24" y="1"/>
                        <a:pt x="0" y="149"/>
                        <a:pt x="104" y="169"/>
                      </a:cubicBezTo>
                      <a:cubicBezTo>
                        <a:pt x="212" y="194"/>
                        <a:pt x="385" y="259"/>
                        <a:pt x="407" y="333"/>
                      </a:cubicBezTo>
                      <a:cubicBezTo>
                        <a:pt x="416" y="367"/>
                        <a:pt x="450" y="395"/>
                        <a:pt x="487" y="395"/>
                      </a:cubicBezTo>
                      <a:cubicBezTo>
                        <a:pt x="496" y="391"/>
                        <a:pt x="505" y="391"/>
                        <a:pt x="512" y="388"/>
                      </a:cubicBezTo>
                      <a:cubicBezTo>
                        <a:pt x="558" y="376"/>
                        <a:pt x="583" y="330"/>
                        <a:pt x="570" y="284"/>
                      </a:cubicBezTo>
                      <a:cubicBezTo>
                        <a:pt x="512" y="86"/>
                        <a:pt x="200" y="15"/>
                        <a:pt x="138" y="3"/>
                      </a:cubicBezTo>
                      <a:cubicBezTo>
                        <a:pt x="132" y="2"/>
                        <a:pt x="125" y="1"/>
                        <a:pt x="11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23"/>
                <p:cNvSpPr/>
                <p:nvPr/>
              </p:nvSpPr>
              <p:spPr>
                <a:xfrm>
                  <a:off x="10822945" y="1705646"/>
                  <a:ext cx="25952" cy="8523"/>
                </a:xfrm>
                <a:custGeom>
                  <a:avLst/>
                  <a:gdLst/>
                  <a:ahLst/>
                  <a:cxnLst/>
                  <a:rect l="l" t="t" r="r" b="b"/>
                  <a:pathLst>
                    <a:path w="408" h="134" extrusionOk="0">
                      <a:moveTo>
                        <a:pt x="13" y="0"/>
                      </a:moveTo>
                      <a:cubicBezTo>
                        <a:pt x="5" y="0"/>
                        <a:pt x="1" y="0"/>
                        <a:pt x="1" y="0"/>
                      </a:cubicBezTo>
                      <a:lnTo>
                        <a:pt x="408" y="133"/>
                      </a:lnTo>
                      <a:cubicBezTo>
                        <a:pt x="337" y="8"/>
                        <a:pt x="73" y="0"/>
                        <a:pt x="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23"/>
                <p:cNvSpPr/>
                <p:nvPr/>
              </p:nvSpPr>
              <p:spPr>
                <a:xfrm>
                  <a:off x="10817475" y="1700176"/>
                  <a:ext cx="37528" cy="19464"/>
                </a:xfrm>
                <a:custGeom>
                  <a:avLst/>
                  <a:gdLst/>
                  <a:ahLst/>
                  <a:cxnLst/>
                  <a:rect l="l" t="t" r="r" b="b"/>
                  <a:pathLst>
                    <a:path w="590" h="306" extrusionOk="0">
                      <a:moveTo>
                        <a:pt x="84" y="0"/>
                      </a:moveTo>
                      <a:cubicBezTo>
                        <a:pt x="37" y="3"/>
                        <a:pt x="0" y="40"/>
                        <a:pt x="0" y="89"/>
                      </a:cubicBezTo>
                      <a:cubicBezTo>
                        <a:pt x="3" y="136"/>
                        <a:pt x="40" y="173"/>
                        <a:pt x="90" y="173"/>
                      </a:cubicBezTo>
                      <a:cubicBezTo>
                        <a:pt x="99" y="172"/>
                        <a:pt x="108" y="172"/>
                        <a:pt x="118" y="172"/>
                      </a:cubicBezTo>
                      <a:cubicBezTo>
                        <a:pt x="227" y="172"/>
                        <a:pt x="383" y="203"/>
                        <a:pt x="417" y="262"/>
                      </a:cubicBezTo>
                      <a:cubicBezTo>
                        <a:pt x="432" y="290"/>
                        <a:pt x="460" y="305"/>
                        <a:pt x="491" y="305"/>
                      </a:cubicBezTo>
                      <a:cubicBezTo>
                        <a:pt x="506" y="305"/>
                        <a:pt x="522" y="299"/>
                        <a:pt x="534" y="293"/>
                      </a:cubicBezTo>
                      <a:cubicBezTo>
                        <a:pt x="574" y="268"/>
                        <a:pt x="589" y="219"/>
                        <a:pt x="568" y="179"/>
                      </a:cubicBezTo>
                      <a:cubicBezTo>
                        <a:pt x="466" y="0"/>
                        <a:pt x="148" y="0"/>
                        <a:pt x="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60" name="Google Shape;2360;p23"/>
              <p:cNvSpPr/>
              <p:nvPr/>
            </p:nvSpPr>
            <p:spPr>
              <a:xfrm>
                <a:off x="7651561" y="4922099"/>
                <a:ext cx="102663" cy="102663"/>
              </a:xfrm>
              <a:custGeom>
                <a:avLst/>
                <a:gdLst/>
                <a:ahLst/>
                <a:cxnLst/>
                <a:rect l="l" t="t" r="r" b="b"/>
                <a:pathLst>
                  <a:path w="1614" h="1614" extrusionOk="0">
                    <a:moveTo>
                      <a:pt x="867" y="0"/>
                    </a:moveTo>
                    <a:cubicBezTo>
                      <a:pt x="821" y="0"/>
                      <a:pt x="781" y="40"/>
                      <a:pt x="781" y="87"/>
                    </a:cubicBezTo>
                    <a:lnTo>
                      <a:pt x="778" y="577"/>
                    </a:lnTo>
                    <a:lnTo>
                      <a:pt x="485" y="268"/>
                    </a:lnTo>
                    <a:cubicBezTo>
                      <a:pt x="473" y="251"/>
                      <a:pt x="456" y="243"/>
                      <a:pt x="438" y="243"/>
                    </a:cubicBezTo>
                    <a:cubicBezTo>
                      <a:pt x="376" y="243"/>
                      <a:pt x="301" y="335"/>
                      <a:pt x="362" y="383"/>
                    </a:cubicBezTo>
                    <a:lnTo>
                      <a:pt x="661" y="703"/>
                    </a:lnTo>
                    <a:lnTo>
                      <a:pt x="115" y="706"/>
                    </a:lnTo>
                    <a:cubicBezTo>
                      <a:pt x="1" y="706"/>
                      <a:pt x="1" y="879"/>
                      <a:pt x="115" y="879"/>
                    </a:cubicBezTo>
                    <a:lnTo>
                      <a:pt x="614" y="873"/>
                    </a:lnTo>
                    <a:lnTo>
                      <a:pt x="226" y="1144"/>
                    </a:lnTo>
                    <a:cubicBezTo>
                      <a:pt x="161" y="1191"/>
                      <a:pt x="195" y="1296"/>
                      <a:pt x="275" y="1299"/>
                    </a:cubicBezTo>
                    <a:cubicBezTo>
                      <a:pt x="294" y="1299"/>
                      <a:pt x="309" y="1292"/>
                      <a:pt x="325" y="1283"/>
                    </a:cubicBezTo>
                    <a:lnTo>
                      <a:pt x="775" y="969"/>
                    </a:lnTo>
                    <a:lnTo>
                      <a:pt x="775" y="969"/>
                    </a:lnTo>
                    <a:lnTo>
                      <a:pt x="772" y="1527"/>
                    </a:lnTo>
                    <a:cubicBezTo>
                      <a:pt x="772" y="1573"/>
                      <a:pt x="809" y="1613"/>
                      <a:pt x="855" y="1613"/>
                    </a:cubicBezTo>
                    <a:cubicBezTo>
                      <a:pt x="904" y="1613"/>
                      <a:pt x="941" y="1573"/>
                      <a:pt x="941" y="1527"/>
                    </a:cubicBezTo>
                    <a:lnTo>
                      <a:pt x="944" y="1003"/>
                    </a:lnTo>
                    <a:lnTo>
                      <a:pt x="1259" y="1333"/>
                    </a:lnTo>
                    <a:cubicBezTo>
                      <a:pt x="1275" y="1350"/>
                      <a:pt x="1297" y="1358"/>
                      <a:pt x="1320" y="1358"/>
                    </a:cubicBezTo>
                    <a:cubicBezTo>
                      <a:pt x="1341" y="1358"/>
                      <a:pt x="1363" y="1351"/>
                      <a:pt x="1379" y="1336"/>
                    </a:cubicBezTo>
                    <a:cubicBezTo>
                      <a:pt x="1413" y="1302"/>
                      <a:pt x="1416" y="1249"/>
                      <a:pt x="1382" y="1212"/>
                    </a:cubicBezTo>
                    <a:lnTo>
                      <a:pt x="1055" y="867"/>
                    </a:lnTo>
                    <a:lnTo>
                      <a:pt x="1500" y="864"/>
                    </a:lnTo>
                    <a:cubicBezTo>
                      <a:pt x="1614" y="864"/>
                      <a:pt x="1614" y="691"/>
                      <a:pt x="1500" y="691"/>
                    </a:cubicBezTo>
                    <a:lnTo>
                      <a:pt x="1500" y="694"/>
                    </a:lnTo>
                    <a:lnTo>
                      <a:pt x="1170" y="697"/>
                    </a:lnTo>
                    <a:lnTo>
                      <a:pt x="1515" y="454"/>
                    </a:lnTo>
                    <a:cubicBezTo>
                      <a:pt x="1586" y="400"/>
                      <a:pt x="1536" y="300"/>
                      <a:pt x="1465" y="300"/>
                    </a:cubicBezTo>
                    <a:cubicBezTo>
                      <a:pt x="1451" y="300"/>
                      <a:pt x="1435" y="305"/>
                      <a:pt x="1419" y="315"/>
                    </a:cubicBezTo>
                    <a:lnTo>
                      <a:pt x="948" y="642"/>
                    </a:lnTo>
                    <a:lnTo>
                      <a:pt x="954" y="87"/>
                    </a:lnTo>
                    <a:cubicBezTo>
                      <a:pt x="954" y="40"/>
                      <a:pt x="914" y="3"/>
                      <a:pt x="8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23"/>
              <p:cNvSpPr/>
              <p:nvPr/>
            </p:nvSpPr>
            <p:spPr>
              <a:xfrm>
                <a:off x="7365098" y="4954010"/>
                <a:ext cx="82881" cy="75566"/>
              </a:xfrm>
              <a:custGeom>
                <a:avLst/>
                <a:gdLst/>
                <a:ahLst/>
                <a:cxnLst/>
                <a:rect l="l" t="t" r="r" b="b"/>
                <a:pathLst>
                  <a:path w="1303" h="1188" extrusionOk="0">
                    <a:moveTo>
                      <a:pt x="710" y="173"/>
                    </a:moveTo>
                    <a:cubicBezTo>
                      <a:pt x="941" y="173"/>
                      <a:pt x="1129" y="364"/>
                      <a:pt x="1129" y="595"/>
                    </a:cubicBezTo>
                    <a:cubicBezTo>
                      <a:pt x="1126" y="827"/>
                      <a:pt x="938" y="1012"/>
                      <a:pt x="707" y="1015"/>
                    </a:cubicBezTo>
                    <a:cubicBezTo>
                      <a:pt x="476" y="1015"/>
                      <a:pt x="287" y="823"/>
                      <a:pt x="287" y="592"/>
                    </a:cubicBezTo>
                    <a:cubicBezTo>
                      <a:pt x="287" y="358"/>
                      <a:pt x="479" y="173"/>
                      <a:pt x="710" y="173"/>
                    </a:cubicBezTo>
                    <a:close/>
                    <a:moveTo>
                      <a:pt x="712" y="1"/>
                    </a:moveTo>
                    <a:cubicBezTo>
                      <a:pt x="485" y="1"/>
                      <a:pt x="263" y="130"/>
                      <a:pt x="164" y="364"/>
                    </a:cubicBezTo>
                    <a:cubicBezTo>
                      <a:pt x="1" y="752"/>
                      <a:pt x="284" y="1184"/>
                      <a:pt x="707" y="1187"/>
                    </a:cubicBezTo>
                    <a:lnTo>
                      <a:pt x="710" y="1187"/>
                    </a:lnTo>
                    <a:cubicBezTo>
                      <a:pt x="1034" y="1187"/>
                      <a:pt x="1299" y="922"/>
                      <a:pt x="1302" y="595"/>
                    </a:cubicBezTo>
                    <a:cubicBezTo>
                      <a:pt x="1302" y="438"/>
                      <a:pt x="1240" y="287"/>
                      <a:pt x="1129" y="176"/>
                    </a:cubicBezTo>
                    <a:cubicBezTo>
                      <a:pt x="1012" y="57"/>
                      <a:pt x="861" y="1"/>
                      <a:pt x="7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362" name="Google Shape;2362;p23"/>
          <p:cNvGrpSpPr/>
          <p:nvPr/>
        </p:nvGrpSpPr>
        <p:grpSpPr>
          <a:xfrm>
            <a:off x="7305875" y="93491"/>
            <a:ext cx="1761596" cy="1732556"/>
            <a:chOff x="7305875" y="93491"/>
            <a:chExt cx="1761596" cy="1732556"/>
          </a:xfrm>
        </p:grpSpPr>
        <p:grpSp>
          <p:nvGrpSpPr>
            <p:cNvPr id="2363" name="Google Shape;2363;p23"/>
            <p:cNvGrpSpPr/>
            <p:nvPr/>
          </p:nvGrpSpPr>
          <p:grpSpPr>
            <a:xfrm>
              <a:off x="7843196" y="103794"/>
              <a:ext cx="356308" cy="212146"/>
              <a:chOff x="5852753" y="-1422679"/>
              <a:chExt cx="195881" cy="116634"/>
            </a:xfrm>
          </p:grpSpPr>
          <p:sp>
            <p:nvSpPr>
              <p:cNvPr id="2364" name="Google Shape;2364;p23"/>
              <p:cNvSpPr/>
              <p:nvPr/>
            </p:nvSpPr>
            <p:spPr>
              <a:xfrm>
                <a:off x="5852753" y="-1420330"/>
                <a:ext cx="195881" cy="111615"/>
              </a:xfrm>
              <a:custGeom>
                <a:avLst/>
                <a:gdLst/>
                <a:ahLst/>
                <a:cxnLst/>
                <a:rect l="l" t="t" r="r" b="b"/>
                <a:pathLst>
                  <a:path w="6088" h="3469" extrusionOk="0">
                    <a:moveTo>
                      <a:pt x="3696" y="1"/>
                    </a:moveTo>
                    <a:cubicBezTo>
                      <a:pt x="3413" y="1"/>
                      <a:pt x="3163" y="158"/>
                      <a:pt x="2991" y="365"/>
                    </a:cubicBezTo>
                    <a:lnTo>
                      <a:pt x="2991" y="365"/>
                    </a:lnTo>
                    <a:cubicBezTo>
                      <a:pt x="2876" y="273"/>
                      <a:pt x="2725" y="190"/>
                      <a:pt x="2533" y="128"/>
                    </a:cubicBezTo>
                    <a:cubicBezTo>
                      <a:pt x="2372" y="75"/>
                      <a:pt x="2237" y="52"/>
                      <a:pt x="2122" y="52"/>
                    </a:cubicBezTo>
                    <a:cubicBezTo>
                      <a:pt x="1407" y="52"/>
                      <a:pt x="1530" y="951"/>
                      <a:pt x="1530" y="951"/>
                    </a:cubicBezTo>
                    <a:cubicBezTo>
                      <a:pt x="1457" y="907"/>
                      <a:pt x="1378" y="886"/>
                      <a:pt x="1298" y="886"/>
                    </a:cubicBezTo>
                    <a:cubicBezTo>
                      <a:pt x="694" y="886"/>
                      <a:pt x="1" y="2034"/>
                      <a:pt x="790" y="2617"/>
                    </a:cubicBezTo>
                    <a:cubicBezTo>
                      <a:pt x="1039" y="2800"/>
                      <a:pt x="1275" y="2883"/>
                      <a:pt x="1477" y="2895"/>
                    </a:cubicBezTo>
                    <a:lnTo>
                      <a:pt x="1477" y="2895"/>
                    </a:lnTo>
                    <a:cubicBezTo>
                      <a:pt x="1545" y="3200"/>
                      <a:pt x="1763" y="3463"/>
                      <a:pt x="2224" y="3468"/>
                    </a:cubicBezTo>
                    <a:cubicBezTo>
                      <a:pt x="2242" y="3468"/>
                      <a:pt x="2259" y="3468"/>
                      <a:pt x="2276" y="3468"/>
                    </a:cubicBezTo>
                    <a:cubicBezTo>
                      <a:pt x="2909" y="3468"/>
                      <a:pt x="3333" y="3322"/>
                      <a:pt x="3571" y="3105"/>
                    </a:cubicBezTo>
                    <a:lnTo>
                      <a:pt x="3571" y="3105"/>
                    </a:lnTo>
                    <a:cubicBezTo>
                      <a:pt x="3621" y="3172"/>
                      <a:pt x="3683" y="3237"/>
                      <a:pt x="3760" y="3298"/>
                    </a:cubicBezTo>
                    <a:cubicBezTo>
                      <a:pt x="3866" y="3382"/>
                      <a:pt x="3994" y="3419"/>
                      <a:pt x="4133" y="3419"/>
                    </a:cubicBezTo>
                    <a:cubicBezTo>
                      <a:pt x="4932" y="3419"/>
                      <a:pt x="6088" y="2177"/>
                      <a:pt x="5404" y="1457"/>
                    </a:cubicBezTo>
                    <a:cubicBezTo>
                      <a:pt x="5215" y="1258"/>
                      <a:pt x="5015" y="1183"/>
                      <a:pt x="4827" y="1183"/>
                    </a:cubicBezTo>
                    <a:cubicBezTo>
                      <a:pt x="4806" y="1183"/>
                      <a:pt x="4786" y="1184"/>
                      <a:pt x="4765" y="1185"/>
                    </a:cubicBezTo>
                    <a:lnTo>
                      <a:pt x="4765" y="1185"/>
                    </a:lnTo>
                    <a:cubicBezTo>
                      <a:pt x="4773" y="830"/>
                      <a:pt x="4595" y="421"/>
                      <a:pt x="4155" y="143"/>
                    </a:cubicBezTo>
                    <a:cubicBezTo>
                      <a:pt x="3998" y="43"/>
                      <a:pt x="3843" y="1"/>
                      <a:pt x="36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23"/>
              <p:cNvSpPr/>
              <p:nvPr/>
            </p:nvSpPr>
            <p:spPr>
              <a:xfrm>
                <a:off x="5861505" y="-1422679"/>
                <a:ext cx="176673" cy="116634"/>
              </a:xfrm>
              <a:custGeom>
                <a:avLst/>
                <a:gdLst/>
                <a:ahLst/>
                <a:cxnLst/>
                <a:rect l="l" t="t" r="r" b="b"/>
                <a:pathLst>
                  <a:path w="5491" h="3625" extrusionOk="0">
                    <a:moveTo>
                      <a:pt x="2733" y="558"/>
                    </a:moveTo>
                    <a:cubicBezTo>
                      <a:pt x="2952" y="768"/>
                      <a:pt x="2995" y="1015"/>
                      <a:pt x="2936" y="1178"/>
                    </a:cubicBezTo>
                    <a:cubicBezTo>
                      <a:pt x="2906" y="1264"/>
                      <a:pt x="2852" y="1311"/>
                      <a:pt x="2788" y="1311"/>
                    </a:cubicBezTo>
                    <a:cubicBezTo>
                      <a:pt x="2749" y="1311"/>
                      <a:pt x="2705" y="1293"/>
                      <a:pt x="2662" y="1255"/>
                    </a:cubicBezTo>
                    <a:cubicBezTo>
                      <a:pt x="2508" y="1129"/>
                      <a:pt x="2542" y="827"/>
                      <a:pt x="2733" y="558"/>
                    </a:cubicBezTo>
                    <a:close/>
                    <a:moveTo>
                      <a:pt x="4404" y="1354"/>
                    </a:moveTo>
                    <a:lnTo>
                      <a:pt x="4404" y="1354"/>
                    </a:lnTo>
                    <a:cubicBezTo>
                      <a:pt x="4367" y="1650"/>
                      <a:pt x="4185" y="1872"/>
                      <a:pt x="3945" y="1906"/>
                    </a:cubicBezTo>
                    <a:cubicBezTo>
                      <a:pt x="3929" y="1906"/>
                      <a:pt x="3917" y="1909"/>
                      <a:pt x="3902" y="1909"/>
                    </a:cubicBezTo>
                    <a:cubicBezTo>
                      <a:pt x="3837" y="1909"/>
                      <a:pt x="3837" y="1888"/>
                      <a:pt x="3837" y="1869"/>
                    </a:cubicBezTo>
                    <a:cubicBezTo>
                      <a:pt x="3831" y="1746"/>
                      <a:pt x="4068" y="1431"/>
                      <a:pt x="4404" y="1354"/>
                    </a:cubicBezTo>
                    <a:close/>
                    <a:moveTo>
                      <a:pt x="1527" y="2125"/>
                    </a:moveTo>
                    <a:cubicBezTo>
                      <a:pt x="1570" y="2125"/>
                      <a:pt x="1610" y="2162"/>
                      <a:pt x="1635" y="2196"/>
                    </a:cubicBezTo>
                    <a:cubicBezTo>
                      <a:pt x="1755" y="2347"/>
                      <a:pt x="1783" y="2511"/>
                      <a:pt x="1718" y="2646"/>
                    </a:cubicBezTo>
                    <a:cubicBezTo>
                      <a:pt x="1647" y="2795"/>
                      <a:pt x="1477" y="2884"/>
                      <a:pt x="1274" y="2890"/>
                    </a:cubicBezTo>
                    <a:cubicBezTo>
                      <a:pt x="1231" y="2619"/>
                      <a:pt x="1308" y="2332"/>
                      <a:pt x="1416" y="2199"/>
                    </a:cubicBezTo>
                    <a:cubicBezTo>
                      <a:pt x="1440" y="2159"/>
                      <a:pt x="1481" y="2131"/>
                      <a:pt x="1527" y="2125"/>
                    </a:cubicBezTo>
                    <a:close/>
                    <a:moveTo>
                      <a:pt x="3350" y="2350"/>
                    </a:moveTo>
                    <a:cubicBezTo>
                      <a:pt x="3362" y="2350"/>
                      <a:pt x="3396" y="2384"/>
                      <a:pt x="3424" y="2468"/>
                    </a:cubicBezTo>
                    <a:cubicBezTo>
                      <a:pt x="3491" y="2668"/>
                      <a:pt x="3448" y="2890"/>
                      <a:pt x="3313" y="3051"/>
                    </a:cubicBezTo>
                    <a:cubicBezTo>
                      <a:pt x="3183" y="2825"/>
                      <a:pt x="3195" y="2582"/>
                      <a:pt x="3266" y="2440"/>
                    </a:cubicBezTo>
                    <a:cubicBezTo>
                      <a:pt x="3297" y="2375"/>
                      <a:pt x="3334" y="2350"/>
                      <a:pt x="3350" y="2350"/>
                    </a:cubicBezTo>
                    <a:close/>
                    <a:moveTo>
                      <a:pt x="3426" y="160"/>
                    </a:moveTo>
                    <a:cubicBezTo>
                      <a:pt x="3566" y="160"/>
                      <a:pt x="3707" y="201"/>
                      <a:pt x="3840" y="287"/>
                    </a:cubicBezTo>
                    <a:cubicBezTo>
                      <a:pt x="4185" y="503"/>
                      <a:pt x="4395" y="836"/>
                      <a:pt x="4411" y="1191"/>
                    </a:cubicBezTo>
                    <a:cubicBezTo>
                      <a:pt x="3994" y="1265"/>
                      <a:pt x="3667" y="1650"/>
                      <a:pt x="3677" y="1878"/>
                    </a:cubicBezTo>
                    <a:cubicBezTo>
                      <a:pt x="3679" y="1969"/>
                      <a:pt x="3738" y="2069"/>
                      <a:pt x="3899" y="2069"/>
                    </a:cubicBezTo>
                    <a:cubicBezTo>
                      <a:pt x="3920" y="2069"/>
                      <a:pt x="3942" y="2067"/>
                      <a:pt x="3966" y="2064"/>
                    </a:cubicBezTo>
                    <a:cubicBezTo>
                      <a:pt x="4293" y="2020"/>
                      <a:pt x="4534" y="1727"/>
                      <a:pt x="4571" y="1339"/>
                    </a:cubicBezTo>
                    <a:cubicBezTo>
                      <a:pt x="4753" y="1342"/>
                      <a:pt x="4920" y="1428"/>
                      <a:pt x="5074" y="1589"/>
                    </a:cubicBezTo>
                    <a:cubicBezTo>
                      <a:pt x="5336" y="1863"/>
                      <a:pt x="5274" y="2190"/>
                      <a:pt x="5176" y="2418"/>
                    </a:cubicBezTo>
                    <a:cubicBezTo>
                      <a:pt x="4953" y="2939"/>
                      <a:pt x="4327" y="3414"/>
                      <a:pt x="3862" y="3414"/>
                    </a:cubicBezTo>
                    <a:cubicBezTo>
                      <a:pt x="3857" y="3415"/>
                      <a:pt x="3853" y="3415"/>
                      <a:pt x="3848" y="3415"/>
                    </a:cubicBezTo>
                    <a:cubicBezTo>
                      <a:pt x="3736" y="3415"/>
                      <a:pt x="3627" y="3378"/>
                      <a:pt x="3541" y="3310"/>
                    </a:cubicBezTo>
                    <a:cubicBezTo>
                      <a:pt x="3491" y="3273"/>
                      <a:pt x="3448" y="3232"/>
                      <a:pt x="3408" y="3186"/>
                    </a:cubicBezTo>
                    <a:cubicBezTo>
                      <a:pt x="3603" y="2983"/>
                      <a:pt x="3667" y="2687"/>
                      <a:pt x="3578" y="2421"/>
                    </a:cubicBezTo>
                    <a:cubicBezTo>
                      <a:pt x="3513" y="2218"/>
                      <a:pt x="3408" y="2190"/>
                      <a:pt x="3350" y="2190"/>
                    </a:cubicBezTo>
                    <a:cubicBezTo>
                      <a:pt x="3260" y="2190"/>
                      <a:pt x="3177" y="2255"/>
                      <a:pt x="3121" y="2366"/>
                    </a:cubicBezTo>
                    <a:cubicBezTo>
                      <a:pt x="3023" y="2563"/>
                      <a:pt x="3010" y="2878"/>
                      <a:pt x="3192" y="3165"/>
                    </a:cubicBezTo>
                    <a:cubicBezTo>
                      <a:pt x="3001" y="3306"/>
                      <a:pt x="2649" y="3461"/>
                      <a:pt x="1999" y="3461"/>
                    </a:cubicBezTo>
                    <a:lnTo>
                      <a:pt x="1956" y="3461"/>
                    </a:lnTo>
                    <a:cubicBezTo>
                      <a:pt x="1558" y="3458"/>
                      <a:pt x="1385" y="3254"/>
                      <a:pt x="1314" y="3051"/>
                    </a:cubicBezTo>
                    <a:cubicBezTo>
                      <a:pt x="1564" y="3035"/>
                      <a:pt x="1767" y="2915"/>
                      <a:pt x="1863" y="2720"/>
                    </a:cubicBezTo>
                    <a:cubicBezTo>
                      <a:pt x="1959" y="2523"/>
                      <a:pt x="1922" y="2298"/>
                      <a:pt x="1761" y="2097"/>
                    </a:cubicBezTo>
                    <a:cubicBezTo>
                      <a:pt x="1675" y="1986"/>
                      <a:pt x="1585" y="1965"/>
                      <a:pt x="1527" y="1965"/>
                    </a:cubicBezTo>
                    <a:cubicBezTo>
                      <a:pt x="1444" y="1965"/>
                      <a:pt x="1360" y="2011"/>
                      <a:pt x="1289" y="2097"/>
                    </a:cubicBezTo>
                    <a:cubicBezTo>
                      <a:pt x="1147" y="2276"/>
                      <a:pt x="1076" y="2594"/>
                      <a:pt x="1107" y="2878"/>
                    </a:cubicBezTo>
                    <a:cubicBezTo>
                      <a:pt x="913" y="2835"/>
                      <a:pt x="728" y="2751"/>
                      <a:pt x="568" y="2628"/>
                    </a:cubicBezTo>
                    <a:cubicBezTo>
                      <a:pt x="154" y="2320"/>
                      <a:pt x="241" y="1891"/>
                      <a:pt x="296" y="1718"/>
                    </a:cubicBezTo>
                    <a:cubicBezTo>
                      <a:pt x="420" y="1345"/>
                      <a:pt x="746" y="1043"/>
                      <a:pt x="1027" y="1043"/>
                    </a:cubicBezTo>
                    <a:cubicBezTo>
                      <a:pt x="1095" y="1043"/>
                      <a:pt x="1163" y="1061"/>
                      <a:pt x="1218" y="1095"/>
                    </a:cubicBezTo>
                    <a:cubicBezTo>
                      <a:pt x="1232" y="1103"/>
                      <a:pt x="1246" y="1106"/>
                      <a:pt x="1260" y="1106"/>
                    </a:cubicBezTo>
                    <a:cubicBezTo>
                      <a:pt x="1307" y="1106"/>
                      <a:pt x="1349" y="1067"/>
                      <a:pt x="1342" y="1015"/>
                    </a:cubicBezTo>
                    <a:cubicBezTo>
                      <a:pt x="1342" y="1012"/>
                      <a:pt x="1283" y="586"/>
                      <a:pt x="1487" y="355"/>
                    </a:cubicBezTo>
                    <a:cubicBezTo>
                      <a:pt x="1572" y="255"/>
                      <a:pt x="1695" y="205"/>
                      <a:pt x="1853" y="205"/>
                    </a:cubicBezTo>
                    <a:cubicBezTo>
                      <a:pt x="1964" y="205"/>
                      <a:pt x="2092" y="230"/>
                      <a:pt x="2236" y="278"/>
                    </a:cubicBezTo>
                    <a:cubicBezTo>
                      <a:pt x="2369" y="318"/>
                      <a:pt x="2495" y="380"/>
                      <a:pt x="2609" y="457"/>
                    </a:cubicBezTo>
                    <a:cubicBezTo>
                      <a:pt x="2387" y="765"/>
                      <a:pt x="2313" y="1172"/>
                      <a:pt x="2560" y="1382"/>
                    </a:cubicBezTo>
                    <a:cubicBezTo>
                      <a:pt x="2622" y="1437"/>
                      <a:pt x="2705" y="1474"/>
                      <a:pt x="2791" y="1478"/>
                    </a:cubicBezTo>
                    <a:cubicBezTo>
                      <a:pt x="2921" y="1478"/>
                      <a:pt x="3038" y="1382"/>
                      <a:pt x="3091" y="1234"/>
                    </a:cubicBezTo>
                    <a:cubicBezTo>
                      <a:pt x="3168" y="1018"/>
                      <a:pt x="3112" y="694"/>
                      <a:pt x="2835" y="432"/>
                    </a:cubicBezTo>
                    <a:cubicBezTo>
                      <a:pt x="3006" y="255"/>
                      <a:pt x="3214" y="160"/>
                      <a:pt x="3426" y="160"/>
                    </a:cubicBezTo>
                    <a:close/>
                    <a:moveTo>
                      <a:pt x="3431" y="0"/>
                    </a:moveTo>
                    <a:cubicBezTo>
                      <a:pt x="3171" y="0"/>
                      <a:pt x="2915" y="116"/>
                      <a:pt x="2711" y="333"/>
                    </a:cubicBezTo>
                    <a:cubicBezTo>
                      <a:pt x="2582" y="241"/>
                      <a:pt x="2440" y="173"/>
                      <a:pt x="2289" y="124"/>
                    </a:cubicBezTo>
                    <a:cubicBezTo>
                      <a:pt x="2129" y="71"/>
                      <a:pt x="1984" y="45"/>
                      <a:pt x="1856" y="45"/>
                    </a:cubicBezTo>
                    <a:cubicBezTo>
                      <a:pt x="1647" y="45"/>
                      <a:pt x="1482" y="113"/>
                      <a:pt x="1363" y="247"/>
                    </a:cubicBezTo>
                    <a:cubicBezTo>
                      <a:pt x="1194" y="444"/>
                      <a:pt x="1169" y="731"/>
                      <a:pt x="1172" y="901"/>
                    </a:cubicBezTo>
                    <a:cubicBezTo>
                      <a:pt x="1126" y="888"/>
                      <a:pt x="1076" y="882"/>
                      <a:pt x="1027" y="882"/>
                    </a:cubicBezTo>
                    <a:cubicBezTo>
                      <a:pt x="676" y="882"/>
                      <a:pt x="287" y="1228"/>
                      <a:pt x="142" y="1669"/>
                    </a:cubicBezTo>
                    <a:cubicBezTo>
                      <a:pt x="0" y="2104"/>
                      <a:pt x="120" y="2498"/>
                      <a:pt x="472" y="2757"/>
                    </a:cubicBezTo>
                    <a:cubicBezTo>
                      <a:pt x="694" y="2921"/>
                      <a:pt x="922" y="3020"/>
                      <a:pt x="1141" y="3047"/>
                    </a:cubicBezTo>
                    <a:cubicBezTo>
                      <a:pt x="1246" y="3408"/>
                      <a:pt x="1539" y="3621"/>
                      <a:pt x="1952" y="3624"/>
                    </a:cubicBezTo>
                    <a:lnTo>
                      <a:pt x="1999" y="3624"/>
                    </a:lnTo>
                    <a:cubicBezTo>
                      <a:pt x="2563" y="3624"/>
                      <a:pt x="3007" y="3513"/>
                      <a:pt x="3288" y="3297"/>
                    </a:cubicBezTo>
                    <a:cubicBezTo>
                      <a:pt x="3334" y="3347"/>
                      <a:pt x="3384" y="3396"/>
                      <a:pt x="3439" y="3439"/>
                    </a:cubicBezTo>
                    <a:cubicBezTo>
                      <a:pt x="3556" y="3529"/>
                      <a:pt x="3699" y="3578"/>
                      <a:pt x="3848" y="3578"/>
                    </a:cubicBezTo>
                    <a:cubicBezTo>
                      <a:pt x="3853" y="3578"/>
                      <a:pt x="3857" y="3578"/>
                      <a:pt x="3862" y="3578"/>
                    </a:cubicBezTo>
                    <a:cubicBezTo>
                      <a:pt x="4392" y="3578"/>
                      <a:pt x="5077" y="3066"/>
                      <a:pt x="5327" y="2483"/>
                    </a:cubicBezTo>
                    <a:cubicBezTo>
                      <a:pt x="5490" y="2097"/>
                      <a:pt x="5444" y="1743"/>
                      <a:pt x="5191" y="1478"/>
                    </a:cubicBezTo>
                    <a:cubicBezTo>
                      <a:pt x="5009" y="1283"/>
                      <a:pt x="4802" y="1185"/>
                      <a:pt x="4574" y="1178"/>
                    </a:cubicBezTo>
                    <a:cubicBezTo>
                      <a:pt x="4552" y="774"/>
                      <a:pt x="4315" y="395"/>
                      <a:pt x="3929" y="151"/>
                    </a:cubicBezTo>
                    <a:cubicBezTo>
                      <a:pt x="3770" y="49"/>
                      <a:pt x="3600" y="0"/>
                      <a:pt x="34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66" name="Google Shape;2366;p23"/>
            <p:cNvSpPr/>
            <p:nvPr/>
          </p:nvSpPr>
          <p:spPr>
            <a:xfrm>
              <a:off x="8749603" y="1109521"/>
              <a:ext cx="77243" cy="58799"/>
            </a:xfrm>
            <a:custGeom>
              <a:avLst/>
              <a:gdLst/>
              <a:ahLst/>
              <a:cxnLst/>
              <a:rect l="l" t="t" r="r" b="b"/>
              <a:pathLst>
                <a:path w="1210" h="921" extrusionOk="0">
                  <a:moveTo>
                    <a:pt x="861" y="1"/>
                  </a:moveTo>
                  <a:cubicBezTo>
                    <a:pt x="840" y="1"/>
                    <a:pt x="818" y="10"/>
                    <a:pt x="800" y="32"/>
                  </a:cubicBezTo>
                  <a:cubicBezTo>
                    <a:pt x="1" y="788"/>
                    <a:pt x="26" y="822"/>
                    <a:pt x="78" y="890"/>
                  </a:cubicBezTo>
                  <a:cubicBezTo>
                    <a:pt x="97" y="911"/>
                    <a:pt x="152" y="921"/>
                    <a:pt x="229" y="921"/>
                  </a:cubicBezTo>
                  <a:cubicBezTo>
                    <a:pt x="525" y="921"/>
                    <a:pt x="1139" y="788"/>
                    <a:pt x="1145" y="782"/>
                  </a:cubicBezTo>
                  <a:cubicBezTo>
                    <a:pt x="1188" y="769"/>
                    <a:pt x="1210" y="723"/>
                    <a:pt x="1195" y="683"/>
                  </a:cubicBezTo>
                  <a:cubicBezTo>
                    <a:pt x="1182" y="648"/>
                    <a:pt x="1151" y="627"/>
                    <a:pt x="1117" y="627"/>
                  </a:cubicBezTo>
                  <a:cubicBezTo>
                    <a:pt x="1109" y="627"/>
                    <a:pt x="1101" y="628"/>
                    <a:pt x="1093" y="631"/>
                  </a:cubicBezTo>
                  <a:cubicBezTo>
                    <a:pt x="1028" y="649"/>
                    <a:pt x="544" y="729"/>
                    <a:pt x="300" y="757"/>
                  </a:cubicBezTo>
                  <a:cubicBezTo>
                    <a:pt x="427" y="615"/>
                    <a:pt x="676" y="368"/>
                    <a:pt x="911" y="146"/>
                  </a:cubicBezTo>
                  <a:cubicBezTo>
                    <a:pt x="981" y="90"/>
                    <a:pt x="925" y="1"/>
                    <a:pt x="86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23"/>
            <p:cNvSpPr/>
            <p:nvPr/>
          </p:nvSpPr>
          <p:spPr>
            <a:xfrm>
              <a:off x="8778139" y="978454"/>
              <a:ext cx="282609" cy="234238"/>
            </a:xfrm>
            <a:custGeom>
              <a:avLst/>
              <a:gdLst/>
              <a:ahLst/>
              <a:cxnLst/>
              <a:rect l="l" t="t" r="r" b="b"/>
              <a:pathLst>
                <a:path w="4427" h="3669" extrusionOk="0">
                  <a:moveTo>
                    <a:pt x="1234" y="0"/>
                  </a:moveTo>
                  <a:cubicBezTo>
                    <a:pt x="1179" y="0"/>
                    <a:pt x="1127" y="25"/>
                    <a:pt x="1081" y="84"/>
                  </a:cubicBezTo>
                  <a:cubicBezTo>
                    <a:pt x="769" y="478"/>
                    <a:pt x="1463" y="1792"/>
                    <a:pt x="1463" y="1792"/>
                  </a:cubicBezTo>
                  <a:cubicBezTo>
                    <a:pt x="1463" y="1792"/>
                    <a:pt x="991" y="1509"/>
                    <a:pt x="617" y="1509"/>
                  </a:cubicBezTo>
                  <a:cubicBezTo>
                    <a:pt x="424" y="1509"/>
                    <a:pt x="257" y="1585"/>
                    <a:pt x="195" y="1814"/>
                  </a:cubicBezTo>
                  <a:cubicBezTo>
                    <a:pt x="0" y="2525"/>
                    <a:pt x="944" y="3669"/>
                    <a:pt x="2021" y="3669"/>
                  </a:cubicBezTo>
                  <a:cubicBezTo>
                    <a:pt x="2356" y="3669"/>
                    <a:pt x="2703" y="3559"/>
                    <a:pt x="3033" y="3291"/>
                  </a:cubicBezTo>
                  <a:cubicBezTo>
                    <a:pt x="4427" y="2162"/>
                    <a:pt x="3613" y="852"/>
                    <a:pt x="3613" y="852"/>
                  </a:cubicBezTo>
                  <a:lnTo>
                    <a:pt x="3613" y="852"/>
                  </a:lnTo>
                  <a:lnTo>
                    <a:pt x="2913" y="1490"/>
                  </a:lnTo>
                  <a:cubicBezTo>
                    <a:pt x="2913" y="1490"/>
                    <a:pt x="2795" y="608"/>
                    <a:pt x="2358" y="383"/>
                  </a:cubicBezTo>
                  <a:cubicBezTo>
                    <a:pt x="2294" y="350"/>
                    <a:pt x="2242" y="336"/>
                    <a:pt x="2198" y="336"/>
                  </a:cubicBezTo>
                  <a:cubicBezTo>
                    <a:pt x="1936" y="336"/>
                    <a:pt x="1981" y="827"/>
                    <a:pt x="1981" y="827"/>
                  </a:cubicBezTo>
                  <a:cubicBezTo>
                    <a:pt x="1981" y="827"/>
                    <a:pt x="1553" y="0"/>
                    <a:pt x="123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23"/>
            <p:cNvSpPr/>
            <p:nvPr/>
          </p:nvSpPr>
          <p:spPr>
            <a:xfrm>
              <a:off x="8800291" y="1091901"/>
              <a:ext cx="42133" cy="40221"/>
            </a:xfrm>
            <a:custGeom>
              <a:avLst/>
              <a:gdLst/>
              <a:ahLst/>
              <a:cxnLst/>
              <a:rect l="l" t="t" r="r" b="b"/>
              <a:pathLst>
                <a:path w="660" h="630" extrusionOk="0">
                  <a:moveTo>
                    <a:pt x="428" y="0"/>
                  </a:moveTo>
                  <a:cubicBezTo>
                    <a:pt x="374" y="0"/>
                    <a:pt x="319" y="53"/>
                    <a:pt x="351" y="117"/>
                  </a:cubicBezTo>
                  <a:cubicBezTo>
                    <a:pt x="407" y="237"/>
                    <a:pt x="444" y="392"/>
                    <a:pt x="428" y="456"/>
                  </a:cubicBezTo>
                  <a:cubicBezTo>
                    <a:pt x="373" y="419"/>
                    <a:pt x="262" y="287"/>
                    <a:pt x="175" y="154"/>
                  </a:cubicBezTo>
                  <a:cubicBezTo>
                    <a:pt x="158" y="126"/>
                    <a:pt x="133" y="114"/>
                    <a:pt x="109" y="114"/>
                  </a:cubicBezTo>
                  <a:cubicBezTo>
                    <a:pt x="54" y="114"/>
                    <a:pt x="1" y="176"/>
                    <a:pt x="40" y="240"/>
                  </a:cubicBezTo>
                  <a:cubicBezTo>
                    <a:pt x="132" y="382"/>
                    <a:pt x="305" y="623"/>
                    <a:pt x="441" y="629"/>
                  </a:cubicBezTo>
                  <a:lnTo>
                    <a:pt x="447" y="629"/>
                  </a:lnTo>
                  <a:cubicBezTo>
                    <a:pt x="487" y="629"/>
                    <a:pt x="524" y="611"/>
                    <a:pt x="549" y="580"/>
                  </a:cubicBezTo>
                  <a:cubicBezTo>
                    <a:pt x="660" y="438"/>
                    <a:pt x="539" y="139"/>
                    <a:pt x="499" y="52"/>
                  </a:cubicBezTo>
                  <a:cubicBezTo>
                    <a:pt x="485" y="16"/>
                    <a:pt x="457" y="0"/>
                    <a:pt x="4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23"/>
            <p:cNvSpPr/>
            <p:nvPr/>
          </p:nvSpPr>
          <p:spPr>
            <a:xfrm>
              <a:off x="8873258" y="1034316"/>
              <a:ext cx="81648" cy="79867"/>
            </a:xfrm>
            <a:custGeom>
              <a:avLst/>
              <a:gdLst/>
              <a:ahLst/>
              <a:cxnLst/>
              <a:rect l="l" t="t" r="r" b="b"/>
              <a:pathLst>
                <a:path w="1279" h="1251" extrusionOk="0">
                  <a:moveTo>
                    <a:pt x="847" y="0"/>
                  </a:moveTo>
                  <a:cubicBezTo>
                    <a:pt x="816" y="0"/>
                    <a:pt x="784" y="9"/>
                    <a:pt x="756" y="26"/>
                  </a:cubicBezTo>
                  <a:cubicBezTo>
                    <a:pt x="667" y="88"/>
                    <a:pt x="642" y="242"/>
                    <a:pt x="642" y="387"/>
                  </a:cubicBezTo>
                  <a:cubicBezTo>
                    <a:pt x="473" y="222"/>
                    <a:pt x="340" y="137"/>
                    <a:pt x="245" y="137"/>
                  </a:cubicBezTo>
                  <a:cubicBezTo>
                    <a:pt x="214" y="137"/>
                    <a:pt x="187" y="146"/>
                    <a:pt x="164" y="165"/>
                  </a:cubicBezTo>
                  <a:cubicBezTo>
                    <a:pt x="124" y="192"/>
                    <a:pt x="1" y="288"/>
                    <a:pt x="386" y="1201"/>
                  </a:cubicBezTo>
                  <a:cubicBezTo>
                    <a:pt x="399" y="1232"/>
                    <a:pt x="430" y="1250"/>
                    <a:pt x="460" y="1250"/>
                  </a:cubicBezTo>
                  <a:cubicBezTo>
                    <a:pt x="473" y="1250"/>
                    <a:pt x="485" y="1247"/>
                    <a:pt x="494" y="1241"/>
                  </a:cubicBezTo>
                  <a:cubicBezTo>
                    <a:pt x="534" y="1226"/>
                    <a:pt x="553" y="1176"/>
                    <a:pt x="537" y="1136"/>
                  </a:cubicBezTo>
                  <a:cubicBezTo>
                    <a:pt x="402" y="812"/>
                    <a:pt x="272" y="424"/>
                    <a:pt x="272" y="300"/>
                  </a:cubicBezTo>
                  <a:lnTo>
                    <a:pt x="272" y="300"/>
                  </a:lnTo>
                  <a:cubicBezTo>
                    <a:pt x="349" y="331"/>
                    <a:pt x="525" y="485"/>
                    <a:pt x="676" y="655"/>
                  </a:cubicBezTo>
                  <a:cubicBezTo>
                    <a:pt x="693" y="674"/>
                    <a:pt x="715" y="682"/>
                    <a:pt x="736" y="682"/>
                  </a:cubicBezTo>
                  <a:cubicBezTo>
                    <a:pt x="779" y="682"/>
                    <a:pt x="821" y="646"/>
                    <a:pt x="815" y="593"/>
                  </a:cubicBezTo>
                  <a:cubicBezTo>
                    <a:pt x="793" y="399"/>
                    <a:pt x="812" y="189"/>
                    <a:pt x="843" y="162"/>
                  </a:cubicBezTo>
                  <a:cubicBezTo>
                    <a:pt x="849" y="162"/>
                    <a:pt x="855" y="165"/>
                    <a:pt x="861" y="168"/>
                  </a:cubicBezTo>
                  <a:cubicBezTo>
                    <a:pt x="1006" y="248"/>
                    <a:pt x="1093" y="606"/>
                    <a:pt x="1111" y="815"/>
                  </a:cubicBezTo>
                  <a:cubicBezTo>
                    <a:pt x="1114" y="867"/>
                    <a:pt x="1152" y="891"/>
                    <a:pt x="1190" y="891"/>
                  </a:cubicBezTo>
                  <a:cubicBezTo>
                    <a:pt x="1234" y="891"/>
                    <a:pt x="1278" y="859"/>
                    <a:pt x="1272" y="800"/>
                  </a:cubicBezTo>
                  <a:cubicBezTo>
                    <a:pt x="1265" y="735"/>
                    <a:pt x="1207" y="171"/>
                    <a:pt x="938" y="26"/>
                  </a:cubicBezTo>
                  <a:cubicBezTo>
                    <a:pt x="911" y="9"/>
                    <a:pt x="879" y="0"/>
                    <a:pt x="8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23"/>
            <p:cNvSpPr/>
            <p:nvPr/>
          </p:nvSpPr>
          <p:spPr>
            <a:xfrm>
              <a:off x="8844339" y="1126567"/>
              <a:ext cx="139996" cy="72461"/>
            </a:xfrm>
            <a:custGeom>
              <a:avLst/>
              <a:gdLst/>
              <a:ahLst/>
              <a:cxnLst/>
              <a:rect l="l" t="t" r="r" b="b"/>
              <a:pathLst>
                <a:path w="2193" h="1135" extrusionOk="0">
                  <a:moveTo>
                    <a:pt x="2091" y="0"/>
                  </a:moveTo>
                  <a:cubicBezTo>
                    <a:pt x="2061" y="0"/>
                    <a:pt x="2030" y="17"/>
                    <a:pt x="2018" y="55"/>
                  </a:cubicBezTo>
                  <a:cubicBezTo>
                    <a:pt x="2014" y="61"/>
                    <a:pt x="1795" y="672"/>
                    <a:pt x="1265" y="891"/>
                  </a:cubicBezTo>
                  <a:cubicBezTo>
                    <a:pt x="1137" y="944"/>
                    <a:pt x="1000" y="970"/>
                    <a:pt x="856" y="970"/>
                  </a:cubicBezTo>
                  <a:cubicBezTo>
                    <a:pt x="640" y="970"/>
                    <a:pt x="406" y="911"/>
                    <a:pt x="158" y="792"/>
                  </a:cubicBezTo>
                  <a:cubicBezTo>
                    <a:pt x="143" y="784"/>
                    <a:pt x="129" y="780"/>
                    <a:pt x="116" y="780"/>
                  </a:cubicBezTo>
                  <a:cubicBezTo>
                    <a:pt x="41" y="780"/>
                    <a:pt x="1" y="898"/>
                    <a:pt x="90" y="937"/>
                  </a:cubicBezTo>
                  <a:cubicBezTo>
                    <a:pt x="361" y="1067"/>
                    <a:pt x="620" y="1135"/>
                    <a:pt x="861" y="1135"/>
                  </a:cubicBezTo>
                  <a:cubicBezTo>
                    <a:pt x="1021" y="1135"/>
                    <a:pt x="1182" y="1104"/>
                    <a:pt x="1330" y="1042"/>
                  </a:cubicBezTo>
                  <a:cubicBezTo>
                    <a:pt x="1928" y="792"/>
                    <a:pt x="2163" y="135"/>
                    <a:pt x="2172" y="108"/>
                  </a:cubicBezTo>
                  <a:cubicBezTo>
                    <a:pt x="2193" y="44"/>
                    <a:pt x="2141" y="0"/>
                    <a:pt x="209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23"/>
            <p:cNvSpPr/>
            <p:nvPr/>
          </p:nvSpPr>
          <p:spPr>
            <a:xfrm>
              <a:off x="7305875" y="106700"/>
              <a:ext cx="96224" cy="96476"/>
            </a:xfrm>
            <a:custGeom>
              <a:avLst/>
              <a:gdLst/>
              <a:ahLst/>
              <a:cxnLst/>
              <a:rect l="l" t="t" r="r" b="b"/>
              <a:pathLst>
                <a:path w="1121" h="1124" extrusionOk="0">
                  <a:moveTo>
                    <a:pt x="563" y="164"/>
                  </a:moveTo>
                  <a:lnTo>
                    <a:pt x="563" y="164"/>
                  </a:lnTo>
                  <a:cubicBezTo>
                    <a:pt x="782" y="168"/>
                    <a:pt x="960" y="347"/>
                    <a:pt x="957" y="565"/>
                  </a:cubicBezTo>
                  <a:cubicBezTo>
                    <a:pt x="957" y="784"/>
                    <a:pt x="778" y="960"/>
                    <a:pt x="562" y="960"/>
                  </a:cubicBezTo>
                  <a:cubicBezTo>
                    <a:pt x="340" y="960"/>
                    <a:pt x="164" y="781"/>
                    <a:pt x="164" y="562"/>
                  </a:cubicBezTo>
                  <a:cubicBezTo>
                    <a:pt x="164" y="341"/>
                    <a:pt x="342" y="166"/>
                    <a:pt x="563" y="164"/>
                  </a:cubicBezTo>
                  <a:close/>
                  <a:moveTo>
                    <a:pt x="562" y="1"/>
                  </a:moveTo>
                  <a:cubicBezTo>
                    <a:pt x="251" y="1"/>
                    <a:pt x="1" y="251"/>
                    <a:pt x="1" y="562"/>
                  </a:cubicBezTo>
                  <a:cubicBezTo>
                    <a:pt x="1" y="871"/>
                    <a:pt x="251" y="1121"/>
                    <a:pt x="559" y="1124"/>
                  </a:cubicBezTo>
                  <a:lnTo>
                    <a:pt x="562" y="1124"/>
                  </a:lnTo>
                  <a:cubicBezTo>
                    <a:pt x="871" y="1121"/>
                    <a:pt x="1121" y="871"/>
                    <a:pt x="1121" y="562"/>
                  </a:cubicBezTo>
                  <a:cubicBezTo>
                    <a:pt x="1121" y="251"/>
                    <a:pt x="871" y="1"/>
                    <a:pt x="5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23"/>
            <p:cNvSpPr/>
            <p:nvPr/>
          </p:nvSpPr>
          <p:spPr>
            <a:xfrm>
              <a:off x="8735954" y="808984"/>
              <a:ext cx="102917" cy="102663"/>
            </a:xfrm>
            <a:custGeom>
              <a:avLst/>
              <a:gdLst/>
              <a:ahLst/>
              <a:cxnLst/>
              <a:rect l="l" t="t" r="r" b="b"/>
              <a:pathLst>
                <a:path w="1618" h="1614" extrusionOk="0">
                  <a:moveTo>
                    <a:pt x="868" y="1"/>
                  </a:moveTo>
                  <a:cubicBezTo>
                    <a:pt x="821" y="1"/>
                    <a:pt x="784" y="38"/>
                    <a:pt x="784" y="87"/>
                  </a:cubicBezTo>
                  <a:lnTo>
                    <a:pt x="781" y="575"/>
                  </a:lnTo>
                  <a:lnTo>
                    <a:pt x="488" y="266"/>
                  </a:lnTo>
                  <a:cubicBezTo>
                    <a:pt x="470" y="251"/>
                    <a:pt x="451" y="245"/>
                    <a:pt x="432" y="245"/>
                  </a:cubicBezTo>
                  <a:cubicBezTo>
                    <a:pt x="369" y="245"/>
                    <a:pt x="316" y="318"/>
                    <a:pt x="362" y="380"/>
                  </a:cubicBezTo>
                  <a:lnTo>
                    <a:pt x="664" y="701"/>
                  </a:lnTo>
                  <a:lnTo>
                    <a:pt x="115" y="707"/>
                  </a:lnTo>
                  <a:cubicBezTo>
                    <a:pt x="1" y="707"/>
                    <a:pt x="1" y="877"/>
                    <a:pt x="115" y="877"/>
                  </a:cubicBezTo>
                  <a:lnTo>
                    <a:pt x="618" y="874"/>
                  </a:lnTo>
                  <a:lnTo>
                    <a:pt x="229" y="1142"/>
                  </a:lnTo>
                  <a:cubicBezTo>
                    <a:pt x="189" y="1170"/>
                    <a:pt x="180" y="1222"/>
                    <a:pt x="208" y="1262"/>
                  </a:cubicBezTo>
                  <a:cubicBezTo>
                    <a:pt x="225" y="1285"/>
                    <a:pt x="252" y="1298"/>
                    <a:pt x="279" y="1298"/>
                  </a:cubicBezTo>
                  <a:cubicBezTo>
                    <a:pt x="296" y="1298"/>
                    <a:pt x="313" y="1293"/>
                    <a:pt x="328" y="1284"/>
                  </a:cubicBezTo>
                  <a:lnTo>
                    <a:pt x="775" y="969"/>
                  </a:lnTo>
                  <a:lnTo>
                    <a:pt x="775" y="1528"/>
                  </a:lnTo>
                  <a:cubicBezTo>
                    <a:pt x="772" y="1574"/>
                    <a:pt x="812" y="1614"/>
                    <a:pt x="858" y="1614"/>
                  </a:cubicBezTo>
                  <a:cubicBezTo>
                    <a:pt x="905" y="1614"/>
                    <a:pt x="945" y="1574"/>
                    <a:pt x="945" y="1528"/>
                  </a:cubicBezTo>
                  <a:lnTo>
                    <a:pt x="948" y="1000"/>
                  </a:lnTo>
                  <a:lnTo>
                    <a:pt x="1259" y="1333"/>
                  </a:lnTo>
                  <a:cubicBezTo>
                    <a:pt x="1278" y="1353"/>
                    <a:pt x="1300" y="1361"/>
                    <a:pt x="1321" y="1361"/>
                  </a:cubicBezTo>
                  <a:cubicBezTo>
                    <a:pt x="1387" y="1361"/>
                    <a:pt x="1444" y="1277"/>
                    <a:pt x="1386" y="1213"/>
                  </a:cubicBezTo>
                  <a:lnTo>
                    <a:pt x="1059" y="868"/>
                  </a:lnTo>
                  <a:lnTo>
                    <a:pt x="1503" y="865"/>
                  </a:lnTo>
                  <a:cubicBezTo>
                    <a:pt x="1617" y="861"/>
                    <a:pt x="1617" y="692"/>
                    <a:pt x="1503" y="692"/>
                  </a:cubicBezTo>
                  <a:lnTo>
                    <a:pt x="1173" y="695"/>
                  </a:lnTo>
                  <a:lnTo>
                    <a:pt x="1518" y="454"/>
                  </a:lnTo>
                  <a:cubicBezTo>
                    <a:pt x="1597" y="401"/>
                    <a:pt x="1544" y="296"/>
                    <a:pt x="1472" y="296"/>
                  </a:cubicBezTo>
                  <a:cubicBezTo>
                    <a:pt x="1456" y="296"/>
                    <a:pt x="1439" y="301"/>
                    <a:pt x="1423" y="312"/>
                  </a:cubicBezTo>
                  <a:lnTo>
                    <a:pt x="951" y="639"/>
                  </a:lnTo>
                  <a:lnTo>
                    <a:pt x="954" y="87"/>
                  </a:lnTo>
                  <a:cubicBezTo>
                    <a:pt x="954" y="41"/>
                    <a:pt x="917" y="1"/>
                    <a:pt x="868"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23"/>
            <p:cNvSpPr/>
            <p:nvPr/>
          </p:nvSpPr>
          <p:spPr>
            <a:xfrm>
              <a:off x="8812877" y="179637"/>
              <a:ext cx="184623" cy="198973"/>
            </a:xfrm>
            <a:custGeom>
              <a:avLst/>
              <a:gdLst/>
              <a:ahLst/>
              <a:cxnLst/>
              <a:rect l="l" t="t" r="r" b="b"/>
              <a:pathLst>
                <a:path w="2496" h="2690" extrusionOk="0">
                  <a:moveTo>
                    <a:pt x="1564" y="244"/>
                  </a:moveTo>
                  <a:cubicBezTo>
                    <a:pt x="1574" y="374"/>
                    <a:pt x="1580" y="596"/>
                    <a:pt x="1583" y="898"/>
                  </a:cubicBezTo>
                  <a:cubicBezTo>
                    <a:pt x="1450" y="849"/>
                    <a:pt x="1308" y="796"/>
                    <a:pt x="1151" y="741"/>
                  </a:cubicBezTo>
                  <a:cubicBezTo>
                    <a:pt x="1355" y="478"/>
                    <a:pt x="1487" y="327"/>
                    <a:pt x="1564" y="244"/>
                  </a:cubicBezTo>
                  <a:close/>
                  <a:moveTo>
                    <a:pt x="241" y="617"/>
                  </a:moveTo>
                  <a:cubicBezTo>
                    <a:pt x="371" y="657"/>
                    <a:pt x="605" y="734"/>
                    <a:pt x="870" y="824"/>
                  </a:cubicBezTo>
                  <a:cubicBezTo>
                    <a:pt x="775" y="947"/>
                    <a:pt x="679" y="1077"/>
                    <a:pt x="590" y="1203"/>
                  </a:cubicBezTo>
                  <a:cubicBezTo>
                    <a:pt x="352" y="864"/>
                    <a:pt x="269" y="697"/>
                    <a:pt x="241" y="617"/>
                  </a:cubicBezTo>
                  <a:close/>
                  <a:moveTo>
                    <a:pt x="1756" y="1149"/>
                  </a:moveTo>
                  <a:cubicBezTo>
                    <a:pt x="2099" y="1287"/>
                    <a:pt x="2237" y="1367"/>
                    <a:pt x="2289" y="1404"/>
                  </a:cubicBezTo>
                  <a:cubicBezTo>
                    <a:pt x="2117" y="1493"/>
                    <a:pt x="1935" y="1567"/>
                    <a:pt x="1749" y="1629"/>
                  </a:cubicBezTo>
                  <a:cubicBezTo>
                    <a:pt x="1756" y="1472"/>
                    <a:pt x="1756" y="1309"/>
                    <a:pt x="1756" y="1149"/>
                  </a:cubicBezTo>
                  <a:close/>
                  <a:moveTo>
                    <a:pt x="1043" y="883"/>
                  </a:moveTo>
                  <a:cubicBezTo>
                    <a:pt x="1244" y="953"/>
                    <a:pt x="1426" y="1021"/>
                    <a:pt x="1583" y="1080"/>
                  </a:cubicBezTo>
                  <a:cubicBezTo>
                    <a:pt x="1583" y="1283"/>
                    <a:pt x="1583" y="1493"/>
                    <a:pt x="1577" y="1691"/>
                  </a:cubicBezTo>
                  <a:cubicBezTo>
                    <a:pt x="1410" y="1749"/>
                    <a:pt x="1234" y="1802"/>
                    <a:pt x="1068" y="1851"/>
                  </a:cubicBezTo>
                  <a:cubicBezTo>
                    <a:pt x="929" y="1669"/>
                    <a:pt x="803" y="1502"/>
                    <a:pt x="695" y="1351"/>
                  </a:cubicBezTo>
                  <a:lnTo>
                    <a:pt x="692" y="1351"/>
                  </a:lnTo>
                  <a:cubicBezTo>
                    <a:pt x="806" y="1194"/>
                    <a:pt x="923" y="1037"/>
                    <a:pt x="1043" y="883"/>
                  </a:cubicBezTo>
                  <a:close/>
                  <a:moveTo>
                    <a:pt x="590" y="1496"/>
                  </a:moveTo>
                  <a:cubicBezTo>
                    <a:pt x="679" y="1623"/>
                    <a:pt x="778" y="1755"/>
                    <a:pt x="892" y="1900"/>
                  </a:cubicBezTo>
                  <a:cubicBezTo>
                    <a:pt x="590" y="1984"/>
                    <a:pt x="358" y="2030"/>
                    <a:pt x="238" y="2030"/>
                  </a:cubicBezTo>
                  <a:cubicBezTo>
                    <a:pt x="346" y="1848"/>
                    <a:pt x="463" y="1669"/>
                    <a:pt x="590" y="1496"/>
                  </a:cubicBezTo>
                  <a:close/>
                  <a:moveTo>
                    <a:pt x="1574" y="1873"/>
                  </a:moveTo>
                  <a:lnTo>
                    <a:pt x="1574" y="1873"/>
                  </a:lnTo>
                  <a:cubicBezTo>
                    <a:pt x="1561" y="2175"/>
                    <a:pt x="1546" y="2341"/>
                    <a:pt x="1534" y="2434"/>
                  </a:cubicBezTo>
                  <a:cubicBezTo>
                    <a:pt x="1456" y="2338"/>
                    <a:pt x="1327" y="2181"/>
                    <a:pt x="1182" y="1996"/>
                  </a:cubicBezTo>
                  <a:cubicBezTo>
                    <a:pt x="1312" y="1959"/>
                    <a:pt x="1441" y="1916"/>
                    <a:pt x="1574" y="1873"/>
                  </a:cubicBezTo>
                  <a:close/>
                  <a:moveTo>
                    <a:pt x="1629" y="0"/>
                  </a:moveTo>
                  <a:cubicBezTo>
                    <a:pt x="1583" y="0"/>
                    <a:pt x="1512" y="0"/>
                    <a:pt x="982" y="682"/>
                  </a:cubicBezTo>
                  <a:cubicBezTo>
                    <a:pt x="553" y="537"/>
                    <a:pt x="192" y="420"/>
                    <a:pt x="189" y="420"/>
                  </a:cubicBezTo>
                  <a:cubicBezTo>
                    <a:pt x="181" y="417"/>
                    <a:pt x="172" y="416"/>
                    <a:pt x="164" y="416"/>
                  </a:cubicBezTo>
                  <a:cubicBezTo>
                    <a:pt x="145" y="416"/>
                    <a:pt x="126" y="422"/>
                    <a:pt x="112" y="432"/>
                  </a:cubicBezTo>
                  <a:cubicBezTo>
                    <a:pt x="1" y="516"/>
                    <a:pt x="25" y="701"/>
                    <a:pt x="485" y="1351"/>
                  </a:cubicBezTo>
                  <a:cubicBezTo>
                    <a:pt x="325" y="1573"/>
                    <a:pt x="87" y="1919"/>
                    <a:pt x="50" y="2033"/>
                  </a:cubicBezTo>
                  <a:cubicBezTo>
                    <a:pt x="35" y="2070"/>
                    <a:pt x="41" y="2110"/>
                    <a:pt x="62" y="2141"/>
                  </a:cubicBezTo>
                  <a:cubicBezTo>
                    <a:pt x="102" y="2196"/>
                    <a:pt x="173" y="2203"/>
                    <a:pt x="232" y="2203"/>
                  </a:cubicBezTo>
                  <a:cubicBezTo>
                    <a:pt x="411" y="2203"/>
                    <a:pt x="741" y="2122"/>
                    <a:pt x="1003" y="2048"/>
                  </a:cubicBezTo>
                  <a:cubicBezTo>
                    <a:pt x="1271" y="2388"/>
                    <a:pt x="1487" y="2647"/>
                    <a:pt x="1490" y="2650"/>
                  </a:cubicBezTo>
                  <a:cubicBezTo>
                    <a:pt x="1512" y="2671"/>
                    <a:pt x="1540" y="2687"/>
                    <a:pt x="1571" y="2690"/>
                  </a:cubicBezTo>
                  <a:cubicBezTo>
                    <a:pt x="1660" y="2690"/>
                    <a:pt x="1719" y="2690"/>
                    <a:pt x="1746" y="1814"/>
                  </a:cubicBezTo>
                  <a:cubicBezTo>
                    <a:pt x="2039" y="1709"/>
                    <a:pt x="2382" y="1577"/>
                    <a:pt x="2459" y="1490"/>
                  </a:cubicBezTo>
                  <a:cubicBezTo>
                    <a:pt x="2487" y="1462"/>
                    <a:pt x="2496" y="1422"/>
                    <a:pt x="2487" y="1385"/>
                  </a:cubicBezTo>
                  <a:cubicBezTo>
                    <a:pt x="2471" y="1311"/>
                    <a:pt x="2397" y="1216"/>
                    <a:pt x="1756" y="963"/>
                  </a:cubicBezTo>
                  <a:cubicBezTo>
                    <a:pt x="1753" y="645"/>
                    <a:pt x="1743" y="148"/>
                    <a:pt x="1722" y="71"/>
                  </a:cubicBezTo>
                  <a:cubicBezTo>
                    <a:pt x="1706" y="31"/>
                    <a:pt x="1672" y="4"/>
                    <a:pt x="16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23"/>
            <p:cNvSpPr/>
            <p:nvPr/>
          </p:nvSpPr>
          <p:spPr>
            <a:xfrm>
              <a:off x="7578924" y="93491"/>
              <a:ext cx="122063" cy="122890"/>
            </a:xfrm>
            <a:custGeom>
              <a:avLst/>
              <a:gdLst/>
              <a:ahLst/>
              <a:cxnLst/>
              <a:rect l="l" t="t" r="r" b="b"/>
              <a:pathLst>
                <a:path w="1919" h="1932" extrusionOk="0">
                  <a:moveTo>
                    <a:pt x="1024" y="248"/>
                  </a:moveTo>
                  <a:cubicBezTo>
                    <a:pt x="1049" y="331"/>
                    <a:pt x="1076" y="442"/>
                    <a:pt x="1095" y="513"/>
                  </a:cubicBezTo>
                  <a:cubicBezTo>
                    <a:pt x="1141" y="704"/>
                    <a:pt x="1150" y="747"/>
                    <a:pt x="1175" y="781"/>
                  </a:cubicBezTo>
                  <a:cubicBezTo>
                    <a:pt x="1200" y="815"/>
                    <a:pt x="1234" y="828"/>
                    <a:pt x="1425" y="895"/>
                  </a:cubicBezTo>
                  <a:cubicBezTo>
                    <a:pt x="1490" y="920"/>
                    <a:pt x="1592" y="957"/>
                    <a:pt x="1669" y="988"/>
                  </a:cubicBezTo>
                  <a:cubicBezTo>
                    <a:pt x="1561" y="1037"/>
                    <a:pt x="1388" y="1102"/>
                    <a:pt x="1234" y="1154"/>
                  </a:cubicBezTo>
                  <a:cubicBezTo>
                    <a:pt x="1212" y="1164"/>
                    <a:pt x="1194" y="1179"/>
                    <a:pt x="1184" y="1201"/>
                  </a:cubicBezTo>
                  <a:cubicBezTo>
                    <a:pt x="1110" y="1377"/>
                    <a:pt x="1015" y="1577"/>
                    <a:pt x="953" y="1688"/>
                  </a:cubicBezTo>
                  <a:cubicBezTo>
                    <a:pt x="910" y="1568"/>
                    <a:pt x="851" y="1358"/>
                    <a:pt x="805" y="1173"/>
                  </a:cubicBezTo>
                  <a:cubicBezTo>
                    <a:pt x="796" y="1139"/>
                    <a:pt x="771" y="1114"/>
                    <a:pt x="737" y="1108"/>
                  </a:cubicBezTo>
                  <a:cubicBezTo>
                    <a:pt x="558" y="1071"/>
                    <a:pt x="355" y="1028"/>
                    <a:pt x="241" y="994"/>
                  </a:cubicBezTo>
                  <a:cubicBezTo>
                    <a:pt x="416" y="905"/>
                    <a:pt x="595" y="821"/>
                    <a:pt x="780" y="747"/>
                  </a:cubicBezTo>
                  <a:cubicBezTo>
                    <a:pt x="802" y="738"/>
                    <a:pt x="820" y="723"/>
                    <a:pt x="830" y="698"/>
                  </a:cubicBezTo>
                  <a:cubicBezTo>
                    <a:pt x="885" y="547"/>
                    <a:pt x="953" y="396"/>
                    <a:pt x="1024" y="248"/>
                  </a:cubicBezTo>
                  <a:close/>
                  <a:moveTo>
                    <a:pt x="1046" y="1"/>
                  </a:moveTo>
                  <a:cubicBezTo>
                    <a:pt x="993" y="1"/>
                    <a:pt x="916" y="1"/>
                    <a:pt x="685" y="605"/>
                  </a:cubicBezTo>
                  <a:cubicBezTo>
                    <a:pt x="40" y="865"/>
                    <a:pt x="19" y="948"/>
                    <a:pt x="6" y="982"/>
                  </a:cubicBezTo>
                  <a:cubicBezTo>
                    <a:pt x="0" y="1013"/>
                    <a:pt x="6" y="1043"/>
                    <a:pt x="22" y="1068"/>
                  </a:cubicBezTo>
                  <a:cubicBezTo>
                    <a:pt x="40" y="1093"/>
                    <a:pt x="89" y="1158"/>
                    <a:pt x="651" y="1265"/>
                  </a:cubicBezTo>
                  <a:cubicBezTo>
                    <a:pt x="817" y="1932"/>
                    <a:pt x="879" y="1932"/>
                    <a:pt x="941" y="1932"/>
                  </a:cubicBezTo>
                  <a:lnTo>
                    <a:pt x="947" y="1932"/>
                  </a:lnTo>
                  <a:cubicBezTo>
                    <a:pt x="999" y="1929"/>
                    <a:pt x="1058" y="1926"/>
                    <a:pt x="1329" y="1306"/>
                  </a:cubicBezTo>
                  <a:cubicBezTo>
                    <a:pt x="1499" y="1244"/>
                    <a:pt x="1817" y="1127"/>
                    <a:pt x="1885" y="1065"/>
                  </a:cubicBezTo>
                  <a:cubicBezTo>
                    <a:pt x="1909" y="1040"/>
                    <a:pt x="1918" y="1006"/>
                    <a:pt x="1915" y="972"/>
                  </a:cubicBezTo>
                  <a:cubicBezTo>
                    <a:pt x="1900" y="895"/>
                    <a:pt x="1814" y="855"/>
                    <a:pt x="1484" y="735"/>
                  </a:cubicBezTo>
                  <a:cubicBezTo>
                    <a:pt x="1422" y="713"/>
                    <a:pt x="1348" y="686"/>
                    <a:pt x="1314" y="670"/>
                  </a:cubicBezTo>
                  <a:cubicBezTo>
                    <a:pt x="1302" y="633"/>
                    <a:pt x="1280" y="547"/>
                    <a:pt x="1262" y="473"/>
                  </a:cubicBezTo>
                  <a:cubicBezTo>
                    <a:pt x="1203" y="241"/>
                    <a:pt x="1169" y="100"/>
                    <a:pt x="1126" y="44"/>
                  </a:cubicBezTo>
                  <a:cubicBezTo>
                    <a:pt x="1107" y="19"/>
                    <a:pt x="1076" y="4"/>
                    <a:pt x="10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23"/>
            <p:cNvSpPr/>
            <p:nvPr/>
          </p:nvSpPr>
          <p:spPr>
            <a:xfrm>
              <a:off x="8094872" y="369969"/>
              <a:ext cx="902625" cy="372204"/>
            </a:xfrm>
            <a:custGeom>
              <a:avLst/>
              <a:gdLst/>
              <a:ahLst/>
              <a:cxnLst/>
              <a:rect l="l" t="t" r="r" b="b"/>
              <a:pathLst>
                <a:path w="12203" h="5032" extrusionOk="0">
                  <a:moveTo>
                    <a:pt x="2722" y="1"/>
                  </a:moveTo>
                  <a:cubicBezTo>
                    <a:pt x="2678" y="1"/>
                    <a:pt x="2641" y="36"/>
                    <a:pt x="2638" y="79"/>
                  </a:cubicBezTo>
                  <a:cubicBezTo>
                    <a:pt x="2635" y="125"/>
                    <a:pt x="2669" y="168"/>
                    <a:pt x="2715" y="171"/>
                  </a:cubicBezTo>
                  <a:cubicBezTo>
                    <a:pt x="2823" y="180"/>
                    <a:pt x="2924" y="205"/>
                    <a:pt x="3026" y="242"/>
                  </a:cubicBezTo>
                  <a:cubicBezTo>
                    <a:pt x="3036" y="245"/>
                    <a:pt x="3045" y="248"/>
                    <a:pt x="3057" y="248"/>
                  </a:cubicBezTo>
                  <a:cubicBezTo>
                    <a:pt x="3153" y="248"/>
                    <a:pt x="3174" y="116"/>
                    <a:pt x="3085" y="82"/>
                  </a:cubicBezTo>
                  <a:cubicBezTo>
                    <a:pt x="2971" y="38"/>
                    <a:pt x="2854" y="14"/>
                    <a:pt x="2733" y="1"/>
                  </a:cubicBezTo>
                  <a:cubicBezTo>
                    <a:pt x="2730" y="1"/>
                    <a:pt x="2726" y="1"/>
                    <a:pt x="2722" y="1"/>
                  </a:cubicBezTo>
                  <a:close/>
                  <a:moveTo>
                    <a:pt x="2384" y="7"/>
                  </a:moveTo>
                  <a:cubicBezTo>
                    <a:pt x="2380" y="7"/>
                    <a:pt x="2376" y="7"/>
                    <a:pt x="2372" y="8"/>
                  </a:cubicBezTo>
                  <a:cubicBezTo>
                    <a:pt x="2271" y="20"/>
                    <a:pt x="2172" y="42"/>
                    <a:pt x="2076" y="69"/>
                  </a:cubicBezTo>
                  <a:lnTo>
                    <a:pt x="2024" y="82"/>
                  </a:lnTo>
                  <a:cubicBezTo>
                    <a:pt x="1928" y="109"/>
                    <a:pt x="1947" y="251"/>
                    <a:pt x="2049" y="251"/>
                  </a:cubicBezTo>
                  <a:cubicBezTo>
                    <a:pt x="2055" y="251"/>
                    <a:pt x="2064" y="251"/>
                    <a:pt x="2073" y="248"/>
                  </a:cubicBezTo>
                  <a:lnTo>
                    <a:pt x="2123" y="233"/>
                  </a:lnTo>
                  <a:cubicBezTo>
                    <a:pt x="2212" y="208"/>
                    <a:pt x="2301" y="190"/>
                    <a:pt x="2394" y="177"/>
                  </a:cubicBezTo>
                  <a:cubicBezTo>
                    <a:pt x="2501" y="165"/>
                    <a:pt x="2485" y="7"/>
                    <a:pt x="2384" y="7"/>
                  </a:cubicBezTo>
                  <a:close/>
                  <a:moveTo>
                    <a:pt x="1721" y="188"/>
                  </a:moveTo>
                  <a:cubicBezTo>
                    <a:pt x="1711" y="188"/>
                    <a:pt x="1701" y="189"/>
                    <a:pt x="1691" y="193"/>
                  </a:cubicBezTo>
                  <a:cubicBezTo>
                    <a:pt x="1580" y="233"/>
                    <a:pt x="1472" y="279"/>
                    <a:pt x="1370" y="328"/>
                  </a:cubicBezTo>
                  <a:cubicBezTo>
                    <a:pt x="1288" y="368"/>
                    <a:pt x="1314" y="492"/>
                    <a:pt x="1404" y="492"/>
                  </a:cubicBezTo>
                  <a:cubicBezTo>
                    <a:pt x="1405" y="492"/>
                    <a:pt x="1406" y="492"/>
                    <a:pt x="1407" y="492"/>
                  </a:cubicBezTo>
                  <a:lnTo>
                    <a:pt x="1407" y="495"/>
                  </a:lnTo>
                  <a:cubicBezTo>
                    <a:pt x="1419" y="492"/>
                    <a:pt x="1432" y="489"/>
                    <a:pt x="1444" y="483"/>
                  </a:cubicBezTo>
                  <a:cubicBezTo>
                    <a:pt x="1540" y="436"/>
                    <a:pt x="1645" y="390"/>
                    <a:pt x="1752" y="353"/>
                  </a:cubicBezTo>
                  <a:cubicBezTo>
                    <a:pt x="1841" y="314"/>
                    <a:pt x="1805" y="188"/>
                    <a:pt x="1721" y="188"/>
                  </a:cubicBezTo>
                  <a:close/>
                  <a:moveTo>
                    <a:pt x="3354" y="236"/>
                  </a:moveTo>
                  <a:cubicBezTo>
                    <a:pt x="3283" y="236"/>
                    <a:pt x="3232" y="338"/>
                    <a:pt x="3307" y="393"/>
                  </a:cubicBezTo>
                  <a:cubicBezTo>
                    <a:pt x="3393" y="455"/>
                    <a:pt x="3474" y="529"/>
                    <a:pt x="3548" y="609"/>
                  </a:cubicBezTo>
                  <a:cubicBezTo>
                    <a:pt x="3563" y="628"/>
                    <a:pt x="3585" y="637"/>
                    <a:pt x="3609" y="637"/>
                  </a:cubicBezTo>
                  <a:cubicBezTo>
                    <a:pt x="3631" y="637"/>
                    <a:pt x="3652" y="631"/>
                    <a:pt x="3668" y="615"/>
                  </a:cubicBezTo>
                  <a:cubicBezTo>
                    <a:pt x="3702" y="584"/>
                    <a:pt x="3705" y="529"/>
                    <a:pt x="3674" y="495"/>
                  </a:cubicBezTo>
                  <a:cubicBezTo>
                    <a:pt x="3594" y="406"/>
                    <a:pt x="3504" y="322"/>
                    <a:pt x="3406" y="254"/>
                  </a:cubicBezTo>
                  <a:cubicBezTo>
                    <a:pt x="3388" y="242"/>
                    <a:pt x="3371" y="236"/>
                    <a:pt x="3354" y="236"/>
                  </a:cubicBezTo>
                  <a:close/>
                  <a:moveTo>
                    <a:pt x="1117" y="483"/>
                  </a:moveTo>
                  <a:cubicBezTo>
                    <a:pt x="1100" y="483"/>
                    <a:pt x="1082" y="488"/>
                    <a:pt x="1065" y="501"/>
                  </a:cubicBezTo>
                  <a:cubicBezTo>
                    <a:pt x="966" y="563"/>
                    <a:pt x="870" y="634"/>
                    <a:pt x="781" y="708"/>
                  </a:cubicBezTo>
                  <a:cubicBezTo>
                    <a:pt x="719" y="760"/>
                    <a:pt x="753" y="859"/>
                    <a:pt x="833" y="859"/>
                  </a:cubicBezTo>
                  <a:lnTo>
                    <a:pt x="833" y="862"/>
                  </a:lnTo>
                  <a:cubicBezTo>
                    <a:pt x="855" y="862"/>
                    <a:pt x="873" y="853"/>
                    <a:pt x="889" y="840"/>
                  </a:cubicBezTo>
                  <a:cubicBezTo>
                    <a:pt x="975" y="769"/>
                    <a:pt x="1065" y="705"/>
                    <a:pt x="1157" y="646"/>
                  </a:cubicBezTo>
                  <a:cubicBezTo>
                    <a:pt x="1243" y="596"/>
                    <a:pt x="1192" y="483"/>
                    <a:pt x="1117" y="483"/>
                  </a:cubicBezTo>
                  <a:close/>
                  <a:moveTo>
                    <a:pt x="3819" y="740"/>
                  </a:moveTo>
                  <a:cubicBezTo>
                    <a:pt x="3759" y="740"/>
                    <a:pt x="3702" y="805"/>
                    <a:pt x="3745" y="871"/>
                  </a:cubicBezTo>
                  <a:cubicBezTo>
                    <a:pt x="3804" y="964"/>
                    <a:pt x="3856" y="1062"/>
                    <a:pt x="3902" y="1164"/>
                  </a:cubicBezTo>
                  <a:cubicBezTo>
                    <a:pt x="3915" y="1195"/>
                    <a:pt x="3945" y="1214"/>
                    <a:pt x="3979" y="1214"/>
                  </a:cubicBezTo>
                  <a:lnTo>
                    <a:pt x="3976" y="1217"/>
                  </a:lnTo>
                  <a:cubicBezTo>
                    <a:pt x="3989" y="1217"/>
                    <a:pt x="4001" y="1211"/>
                    <a:pt x="4013" y="1207"/>
                  </a:cubicBezTo>
                  <a:cubicBezTo>
                    <a:pt x="4056" y="1186"/>
                    <a:pt x="4075" y="1136"/>
                    <a:pt x="4056" y="1093"/>
                  </a:cubicBezTo>
                  <a:cubicBezTo>
                    <a:pt x="4007" y="985"/>
                    <a:pt x="3952" y="881"/>
                    <a:pt x="3890" y="782"/>
                  </a:cubicBezTo>
                  <a:cubicBezTo>
                    <a:pt x="3871" y="752"/>
                    <a:pt x="3845" y="740"/>
                    <a:pt x="3819" y="740"/>
                  </a:cubicBezTo>
                  <a:close/>
                  <a:moveTo>
                    <a:pt x="6999" y="1087"/>
                  </a:moveTo>
                  <a:cubicBezTo>
                    <a:pt x="6953" y="1090"/>
                    <a:pt x="6916" y="1124"/>
                    <a:pt x="6909" y="1170"/>
                  </a:cubicBezTo>
                  <a:cubicBezTo>
                    <a:pt x="6909" y="1220"/>
                    <a:pt x="6946" y="1257"/>
                    <a:pt x="6993" y="1260"/>
                  </a:cubicBezTo>
                  <a:cubicBezTo>
                    <a:pt x="7104" y="1263"/>
                    <a:pt x="7212" y="1272"/>
                    <a:pt x="7323" y="1291"/>
                  </a:cubicBezTo>
                  <a:lnTo>
                    <a:pt x="7335" y="1291"/>
                  </a:lnTo>
                  <a:cubicBezTo>
                    <a:pt x="7440" y="1291"/>
                    <a:pt x="7455" y="1140"/>
                    <a:pt x="7350" y="1121"/>
                  </a:cubicBezTo>
                  <a:cubicBezTo>
                    <a:pt x="7233" y="1103"/>
                    <a:pt x="7116" y="1090"/>
                    <a:pt x="6999" y="1087"/>
                  </a:cubicBezTo>
                  <a:close/>
                  <a:moveTo>
                    <a:pt x="6653" y="1096"/>
                  </a:moveTo>
                  <a:cubicBezTo>
                    <a:pt x="6651" y="1096"/>
                    <a:pt x="6649" y="1096"/>
                    <a:pt x="6647" y="1096"/>
                  </a:cubicBezTo>
                  <a:cubicBezTo>
                    <a:pt x="6530" y="1106"/>
                    <a:pt x="6413" y="1118"/>
                    <a:pt x="6302" y="1136"/>
                  </a:cubicBezTo>
                  <a:cubicBezTo>
                    <a:pt x="6195" y="1152"/>
                    <a:pt x="6206" y="1306"/>
                    <a:pt x="6311" y="1306"/>
                  </a:cubicBezTo>
                  <a:cubicBezTo>
                    <a:pt x="6312" y="1306"/>
                    <a:pt x="6313" y="1306"/>
                    <a:pt x="6314" y="1306"/>
                  </a:cubicBezTo>
                  <a:lnTo>
                    <a:pt x="6314" y="1306"/>
                  </a:lnTo>
                  <a:lnTo>
                    <a:pt x="6311" y="1309"/>
                  </a:lnTo>
                  <a:cubicBezTo>
                    <a:pt x="6317" y="1309"/>
                    <a:pt x="6323" y="1309"/>
                    <a:pt x="6330" y="1306"/>
                  </a:cubicBezTo>
                  <a:cubicBezTo>
                    <a:pt x="6438" y="1291"/>
                    <a:pt x="6549" y="1278"/>
                    <a:pt x="6663" y="1269"/>
                  </a:cubicBezTo>
                  <a:cubicBezTo>
                    <a:pt x="6709" y="1263"/>
                    <a:pt x="6743" y="1223"/>
                    <a:pt x="6740" y="1177"/>
                  </a:cubicBezTo>
                  <a:cubicBezTo>
                    <a:pt x="6734" y="1132"/>
                    <a:pt x="6697" y="1096"/>
                    <a:pt x="6653" y="1096"/>
                  </a:cubicBezTo>
                  <a:close/>
                  <a:moveTo>
                    <a:pt x="587" y="930"/>
                  </a:moveTo>
                  <a:cubicBezTo>
                    <a:pt x="566" y="930"/>
                    <a:pt x="544" y="938"/>
                    <a:pt x="525" y="958"/>
                  </a:cubicBezTo>
                  <a:cubicBezTo>
                    <a:pt x="448" y="1047"/>
                    <a:pt x="377" y="1143"/>
                    <a:pt x="315" y="1244"/>
                  </a:cubicBezTo>
                  <a:cubicBezTo>
                    <a:pt x="278" y="1300"/>
                    <a:pt x="321" y="1374"/>
                    <a:pt x="386" y="1374"/>
                  </a:cubicBezTo>
                  <a:lnTo>
                    <a:pt x="386" y="1377"/>
                  </a:lnTo>
                  <a:cubicBezTo>
                    <a:pt x="417" y="1377"/>
                    <a:pt x="448" y="1359"/>
                    <a:pt x="463" y="1334"/>
                  </a:cubicBezTo>
                  <a:cubicBezTo>
                    <a:pt x="519" y="1238"/>
                    <a:pt x="584" y="1152"/>
                    <a:pt x="654" y="1069"/>
                  </a:cubicBezTo>
                  <a:cubicBezTo>
                    <a:pt x="703" y="1004"/>
                    <a:pt x="649" y="930"/>
                    <a:pt x="587" y="930"/>
                  </a:cubicBezTo>
                  <a:close/>
                  <a:moveTo>
                    <a:pt x="5981" y="1204"/>
                  </a:moveTo>
                  <a:cubicBezTo>
                    <a:pt x="5973" y="1204"/>
                    <a:pt x="5965" y="1205"/>
                    <a:pt x="5956" y="1207"/>
                  </a:cubicBezTo>
                  <a:cubicBezTo>
                    <a:pt x="5842" y="1235"/>
                    <a:pt x="5731" y="1269"/>
                    <a:pt x="5623" y="1309"/>
                  </a:cubicBezTo>
                  <a:cubicBezTo>
                    <a:pt x="5531" y="1343"/>
                    <a:pt x="5555" y="1476"/>
                    <a:pt x="5651" y="1476"/>
                  </a:cubicBezTo>
                  <a:lnTo>
                    <a:pt x="5648" y="1479"/>
                  </a:lnTo>
                  <a:cubicBezTo>
                    <a:pt x="5660" y="1479"/>
                    <a:pt x="5670" y="1476"/>
                    <a:pt x="5682" y="1473"/>
                  </a:cubicBezTo>
                  <a:cubicBezTo>
                    <a:pt x="5787" y="1433"/>
                    <a:pt x="5892" y="1402"/>
                    <a:pt x="6000" y="1374"/>
                  </a:cubicBezTo>
                  <a:cubicBezTo>
                    <a:pt x="6102" y="1348"/>
                    <a:pt x="6073" y="1204"/>
                    <a:pt x="5981" y="1204"/>
                  </a:cubicBezTo>
                  <a:close/>
                  <a:moveTo>
                    <a:pt x="7665" y="1202"/>
                  </a:moveTo>
                  <a:cubicBezTo>
                    <a:pt x="7578" y="1202"/>
                    <a:pt x="7543" y="1338"/>
                    <a:pt x="7640" y="1371"/>
                  </a:cubicBezTo>
                  <a:cubicBezTo>
                    <a:pt x="7742" y="1405"/>
                    <a:pt x="7841" y="1451"/>
                    <a:pt x="7933" y="1507"/>
                  </a:cubicBezTo>
                  <a:cubicBezTo>
                    <a:pt x="7946" y="1513"/>
                    <a:pt x="7961" y="1519"/>
                    <a:pt x="7977" y="1519"/>
                  </a:cubicBezTo>
                  <a:cubicBezTo>
                    <a:pt x="8063" y="1519"/>
                    <a:pt x="8097" y="1405"/>
                    <a:pt x="8020" y="1359"/>
                  </a:cubicBezTo>
                  <a:cubicBezTo>
                    <a:pt x="7918" y="1297"/>
                    <a:pt x="7807" y="1248"/>
                    <a:pt x="7696" y="1207"/>
                  </a:cubicBezTo>
                  <a:cubicBezTo>
                    <a:pt x="7685" y="1204"/>
                    <a:pt x="7675" y="1202"/>
                    <a:pt x="7665" y="1202"/>
                  </a:cubicBezTo>
                  <a:close/>
                  <a:moveTo>
                    <a:pt x="5341" y="1437"/>
                  </a:moveTo>
                  <a:cubicBezTo>
                    <a:pt x="5328" y="1437"/>
                    <a:pt x="5314" y="1441"/>
                    <a:pt x="5299" y="1448"/>
                  </a:cubicBezTo>
                  <a:cubicBezTo>
                    <a:pt x="5195" y="1500"/>
                    <a:pt x="5090" y="1559"/>
                    <a:pt x="4994" y="1624"/>
                  </a:cubicBezTo>
                  <a:cubicBezTo>
                    <a:pt x="4923" y="1670"/>
                    <a:pt x="4954" y="1781"/>
                    <a:pt x="5040" y="1781"/>
                  </a:cubicBezTo>
                  <a:lnTo>
                    <a:pt x="5037" y="1781"/>
                  </a:lnTo>
                  <a:cubicBezTo>
                    <a:pt x="5041" y="1782"/>
                    <a:pt x="5044" y="1782"/>
                    <a:pt x="5047" y="1782"/>
                  </a:cubicBezTo>
                  <a:cubicBezTo>
                    <a:pt x="5062" y="1782"/>
                    <a:pt x="5076" y="1776"/>
                    <a:pt x="5087" y="1769"/>
                  </a:cubicBezTo>
                  <a:cubicBezTo>
                    <a:pt x="5179" y="1707"/>
                    <a:pt x="5278" y="1652"/>
                    <a:pt x="5377" y="1602"/>
                  </a:cubicBezTo>
                  <a:cubicBezTo>
                    <a:pt x="5464" y="1557"/>
                    <a:pt x="5419" y="1437"/>
                    <a:pt x="5341" y="1437"/>
                  </a:cubicBezTo>
                  <a:close/>
                  <a:moveTo>
                    <a:pt x="4106" y="1359"/>
                  </a:moveTo>
                  <a:cubicBezTo>
                    <a:pt x="4054" y="1359"/>
                    <a:pt x="4000" y="1406"/>
                    <a:pt x="4023" y="1473"/>
                  </a:cubicBezTo>
                  <a:cubicBezTo>
                    <a:pt x="4056" y="1574"/>
                    <a:pt x="4087" y="1682"/>
                    <a:pt x="4115" y="1797"/>
                  </a:cubicBezTo>
                  <a:cubicBezTo>
                    <a:pt x="4124" y="1834"/>
                    <a:pt x="4158" y="1861"/>
                    <a:pt x="4198" y="1861"/>
                  </a:cubicBezTo>
                  <a:lnTo>
                    <a:pt x="4195" y="1864"/>
                  </a:lnTo>
                  <a:cubicBezTo>
                    <a:pt x="4204" y="1861"/>
                    <a:pt x="4211" y="1861"/>
                    <a:pt x="4220" y="1858"/>
                  </a:cubicBezTo>
                  <a:cubicBezTo>
                    <a:pt x="4263" y="1846"/>
                    <a:pt x="4291" y="1800"/>
                    <a:pt x="4282" y="1753"/>
                  </a:cubicBezTo>
                  <a:cubicBezTo>
                    <a:pt x="4254" y="1639"/>
                    <a:pt x="4220" y="1525"/>
                    <a:pt x="4183" y="1417"/>
                  </a:cubicBezTo>
                  <a:cubicBezTo>
                    <a:pt x="4170" y="1376"/>
                    <a:pt x="4139" y="1359"/>
                    <a:pt x="4106" y="1359"/>
                  </a:cubicBezTo>
                  <a:close/>
                  <a:moveTo>
                    <a:pt x="8252" y="1547"/>
                  </a:moveTo>
                  <a:cubicBezTo>
                    <a:pt x="8185" y="1547"/>
                    <a:pt x="8128" y="1638"/>
                    <a:pt x="8196" y="1698"/>
                  </a:cubicBezTo>
                  <a:cubicBezTo>
                    <a:pt x="8276" y="1772"/>
                    <a:pt x="8347" y="1852"/>
                    <a:pt x="8411" y="1941"/>
                  </a:cubicBezTo>
                  <a:cubicBezTo>
                    <a:pt x="8427" y="1963"/>
                    <a:pt x="8452" y="1975"/>
                    <a:pt x="8479" y="1975"/>
                  </a:cubicBezTo>
                  <a:lnTo>
                    <a:pt x="8479" y="1979"/>
                  </a:lnTo>
                  <a:cubicBezTo>
                    <a:pt x="8498" y="1979"/>
                    <a:pt x="8516" y="1972"/>
                    <a:pt x="8532" y="1960"/>
                  </a:cubicBezTo>
                  <a:cubicBezTo>
                    <a:pt x="8569" y="1932"/>
                    <a:pt x="8578" y="1880"/>
                    <a:pt x="8550" y="1840"/>
                  </a:cubicBezTo>
                  <a:cubicBezTo>
                    <a:pt x="8479" y="1744"/>
                    <a:pt x="8399" y="1655"/>
                    <a:pt x="8310" y="1571"/>
                  </a:cubicBezTo>
                  <a:cubicBezTo>
                    <a:pt x="8291" y="1554"/>
                    <a:pt x="8272" y="1547"/>
                    <a:pt x="8252" y="1547"/>
                  </a:cubicBezTo>
                  <a:close/>
                  <a:moveTo>
                    <a:pt x="232" y="1506"/>
                  </a:moveTo>
                  <a:cubicBezTo>
                    <a:pt x="200" y="1506"/>
                    <a:pt x="168" y="1523"/>
                    <a:pt x="155" y="1565"/>
                  </a:cubicBezTo>
                  <a:cubicBezTo>
                    <a:pt x="112" y="1673"/>
                    <a:pt x="75" y="1787"/>
                    <a:pt x="50" y="1904"/>
                  </a:cubicBezTo>
                  <a:cubicBezTo>
                    <a:pt x="41" y="1951"/>
                    <a:pt x="72" y="1997"/>
                    <a:pt x="118" y="2006"/>
                  </a:cubicBezTo>
                  <a:lnTo>
                    <a:pt x="136" y="2006"/>
                  </a:lnTo>
                  <a:lnTo>
                    <a:pt x="133" y="2009"/>
                  </a:lnTo>
                  <a:cubicBezTo>
                    <a:pt x="173" y="2009"/>
                    <a:pt x="210" y="1982"/>
                    <a:pt x="220" y="1941"/>
                  </a:cubicBezTo>
                  <a:cubicBezTo>
                    <a:pt x="241" y="1834"/>
                    <a:pt x="272" y="1729"/>
                    <a:pt x="312" y="1627"/>
                  </a:cubicBezTo>
                  <a:cubicBezTo>
                    <a:pt x="345" y="1558"/>
                    <a:pt x="288" y="1506"/>
                    <a:pt x="232" y="1506"/>
                  </a:cubicBezTo>
                  <a:close/>
                  <a:moveTo>
                    <a:pt x="4766" y="1811"/>
                  </a:moveTo>
                  <a:cubicBezTo>
                    <a:pt x="4748" y="1811"/>
                    <a:pt x="4728" y="1818"/>
                    <a:pt x="4710" y="1834"/>
                  </a:cubicBezTo>
                  <a:cubicBezTo>
                    <a:pt x="4618" y="1908"/>
                    <a:pt x="4534" y="1991"/>
                    <a:pt x="4454" y="2077"/>
                  </a:cubicBezTo>
                  <a:cubicBezTo>
                    <a:pt x="4402" y="2133"/>
                    <a:pt x="4442" y="2222"/>
                    <a:pt x="4516" y="2222"/>
                  </a:cubicBezTo>
                  <a:cubicBezTo>
                    <a:pt x="4541" y="2222"/>
                    <a:pt x="4565" y="2213"/>
                    <a:pt x="4581" y="2194"/>
                  </a:cubicBezTo>
                  <a:cubicBezTo>
                    <a:pt x="4655" y="2111"/>
                    <a:pt x="4735" y="2034"/>
                    <a:pt x="4821" y="1963"/>
                  </a:cubicBezTo>
                  <a:cubicBezTo>
                    <a:pt x="4890" y="1905"/>
                    <a:pt x="4835" y="1811"/>
                    <a:pt x="4766" y="1811"/>
                  </a:cubicBezTo>
                  <a:close/>
                  <a:moveTo>
                    <a:pt x="8658" y="2096"/>
                  </a:moveTo>
                  <a:cubicBezTo>
                    <a:pt x="8602" y="2096"/>
                    <a:pt x="8545" y="2152"/>
                    <a:pt x="8578" y="2219"/>
                  </a:cubicBezTo>
                  <a:cubicBezTo>
                    <a:pt x="8624" y="2318"/>
                    <a:pt x="8664" y="2423"/>
                    <a:pt x="8695" y="2528"/>
                  </a:cubicBezTo>
                  <a:cubicBezTo>
                    <a:pt x="8708" y="2565"/>
                    <a:pt x="8741" y="2589"/>
                    <a:pt x="8778" y="2589"/>
                  </a:cubicBezTo>
                  <a:lnTo>
                    <a:pt x="8775" y="2592"/>
                  </a:lnTo>
                  <a:cubicBezTo>
                    <a:pt x="8785" y="2589"/>
                    <a:pt x="8794" y="2586"/>
                    <a:pt x="8803" y="2583"/>
                  </a:cubicBezTo>
                  <a:cubicBezTo>
                    <a:pt x="8849" y="2571"/>
                    <a:pt x="8874" y="2521"/>
                    <a:pt x="8862" y="2475"/>
                  </a:cubicBezTo>
                  <a:cubicBezTo>
                    <a:pt x="8825" y="2364"/>
                    <a:pt x="8782" y="2253"/>
                    <a:pt x="8732" y="2145"/>
                  </a:cubicBezTo>
                  <a:cubicBezTo>
                    <a:pt x="8716" y="2111"/>
                    <a:pt x="8687" y="2096"/>
                    <a:pt x="8658" y="2096"/>
                  </a:cubicBezTo>
                  <a:close/>
                  <a:moveTo>
                    <a:pt x="9705" y="2444"/>
                  </a:moveTo>
                  <a:cubicBezTo>
                    <a:pt x="9661" y="2444"/>
                    <a:pt x="9624" y="2483"/>
                    <a:pt x="9624" y="2528"/>
                  </a:cubicBezTo>
                  <a:cubicBezTo>
                    <a:pt x="9624" y="2574"/>
                    <a:pt x="9661" y="2614"/>
                    <a:pt x="9710" y="2614"/>
                  </a:cubicBezTo>
                  <a:cubicBezTo>
                    <a:pt x="9818" y="2617"/>
                    <a:pt x="9926" y="2629"/>
                    <a:pt x="10034" y="2651"/>
                  </a:cubicBezTo>
                  <a:lnTo>
                    <a:pt x="10049" y="2651"/>
                  </a:lnTo>
                  <a:cubicBezTo>
                    <a:pt x="10050" y="2651"/>
                    <a:pt x="10051" y="2651"/>
                    <a:pt x="10052" y="2651"/>
                  </a:cubicBezTo>
                  <a:cubicBezTo>
                    <a:pt x="10157" y="2651"/>
                    <a:pt x="10172" y="2500"/>
                    <a:pt x="10068" y="2481"/>
                  </a:cubicBezTo>
                  <a:cubicBezTo>
                    <a:pt x="9951" y="2460"/>
                    <a:pt x="9830" y="2447"/>
                    <a:pt x="9710" y="2444"/>
                  </a:cubicBezTo>
                  <a:cubicBezTo>
                    <a:pt x="9708" y="2444"/>
                    <a:pt x="9707" y="2444"/>
                    <a:pt x="9705" y="2444"/>
                  </a:cubicBezTo>
                  <a:close/>
                  <a:moveTo>
                    <a:pt x="83" y="2175"/>
                  </a:moveTo>
                  <a:cubicBezTo>
                    <a:pt x="41" y="2175"/>
                    <a:pt x="7" y="2210"/>
                    <a:pt x="4" y="2256"/>
                  </a:cubicBezTo>
                  <a:cubicBezTo>
                    <a:pt x="1" y="2299"/>
                    <a:pt x="1" y="2342"/>
                    <a:pt x="1" y="2379"/>
                  </a:cubicBezTo>
                  <a:cubicBezTo>
                    <a:pt x="1" y="2457"/>
                    <a:pt x="4" y="2534"/>
                    <a:pt x="13" y="2611"/>
                  </a:cubicBezTo>
                  <a:cubicBezTo>
                    <a:pt x="16" y="2654"/>
                    <a:pt x="53" y="2688"/>
                    <a:pt x="99" y="2688"/>
                  </a:cubicBezTo>
                  <a:lnTo>
                    <a:pt x="105" y="2688"/>
                  </a:lnTo>
                  <a:cubicBezTo>
                    <a:pt x="152" y="2685"/>
                    <a:pt x="189" y="2642"/>
                    <a:pt x="183" y="2595"/>
                  </a:cubicBezTo>
                  <a:cubicBezTo>
                    <a:pt x="176" y="2524"/>
                    <a:pt x="173" y="2453"/>
                    <a:pt x="173" y="2379"/>
                  </a:cubicBezTo>
                  <a:cubicBezTo>
                    <a:pt x="173" y="2342"/>
                    <a:pt x="173" y="2302"/>
                    <a:pt x="176" y="2265"/>
                  </a:cubicBezTo>
                  <a:cubicBezTo>
                    <a:pt x="176" y="2219"/>
                    <a:pt x="142" y="2176"/>
                    <a:pt x="93" y="2176"/>
                  </a:cubicBezTo>
                  <a:cubicBezTo>
                    <a:pt x="90" y="2175"/>
                    <a:pt x="86" y="2175"/>
                    <a:pt x="83" y="2175"/>
                  </a:cubicBezTo>
                  <a:close/>
                  <a:moveTo>
                    <a:pt x="9372" y="2470"/>
                  </a:moveTo>
                  <a:cubicBezTo>
                    <a:pt x="9365" y="2470"/>
                    <a:pt x="9359" y="2471"/>
                    <a:pt x="9352" y="2472"/>
                  </a:cubicBezTo>
                  <a:cubicBezTo>
                    <a:pt x="9235" y="2494"/>
                    <a:pt x="9118" y="2531"/>
                    <a:pt x="9007" y="2577"/>
                  </a:cubicBezTo>
                  <a:cubicBezTo>
                    <a:pt x="8924" y="2614"/>
                    <a:pt x="8948" y="2742"/>
                    <a:pt x="9042" y="2743"/>
                  </a:cubicBezTo>
                  <a:lnTo>
                    <a:pt x="9042" y="2743"/>
                  </a:lnTo>
                  <a:cubicBezTo>
                    <a:pt x="9054" y="2743"/>
                    <a:pt x="9066" y="2740"/>
                    <a:pt x="9078" y="2734"/>
                  </a:cubicBezTo>
                  <a:cubicBezTo>
                    <a:pt x="9176" y="2691"/>
                    <a:pt x="9278" y="2660"/>
                    <a:pt x="9386" y="2642"/>
                  </a:cubicBezTo>
                  <a:cubicBezTo>
                    <a:pt x="9490" y="2621"/>
                    <a:pt x="9469" y="2470"/>
                    <a:pt x="9372" y="2470"/>
                  </a:cubicBezTo>
                  <a:close/>
                  <a:moveTo>
                    <a:pt x="9042" y="2743"/>
                  </a:moveTo>
                  <a:lnTo>
                    <a:pt x="9042" y="2743"/>
                  </a:lnTo>
                  <a:cubicBezTo>
                    <a:pt x="9042" y="2743"/>
                    <a:pt x="9041" y="2743"/>
                    <a:pt x="9041" y="2743"/>
                  </a:cubicBezTo>
                  <a:lnTo>
                    <a:pt x="9044" y="2743"/>
                  </a:lnTo>
                  <a:cubicBezTo>
                    <a:pt x="9043" y="2743"/>
                    <a:pt x="9043" y="2743"/>
                    <a:pt x="9042" y="2743"/>
                  </a:cubicBezTo>
                  <a:close/>
                  <a:moveTo>
                    <a:pt x="4269" y="2026"/>
                  </a:moveTo>
                  <a:cubicBezTo>
                    <a:pt x="4221" y="2026"/>
                    <a:pt x="4173" y="2063"/>
                    <a:pt x="4183" y="2127"/>
                  </a:cubicBezTo>
                  <a:cubicBezTo>
                    <a:pt x="4198" y="2210"/>
                    <a:pt x="4211" y="2290"/>
                    <a:pt x="4220" y="2373"/>
                  </a:cubicBezTo>
                  <a:cubicBezTo>
                    <a:pt x="4155" y="2463"/>
                    <a:pt x="4100" y="2558"/>
                    <a:pt x="4047" y="2654"/>
                  </a:cubicBezTo>
                  <a:cubicBezTo>
                    <a:pt x="4026" y="2697"/>
                    <a:pt x="4041" y="2750"/>
                    <a:pt x="4084" y="2771"/>
                  </a:cubicBezTo>
                  <a:cubicBezTo>
                    <a:pt x="4097" y="2777"/>
                    <a:pt x="4109" y="2780"/>
                    <a:pt x="4124" y="2780"/>
                  </a:cubicBezTo>
                  <a:lnTo>
                    <a:pt x="4121" y="2780"/>
                  </a:lnTo>
                  <a:cubicBezTo>
                    <a:pt x="4124" y="2781"/>
                    <a:pt x="4126" y="2781"/>
                    <a:pt x="4129" y="2781"/>
                  </a:cubicBezTo>
                  <a:cubicBezTo>
                    <a:pt x="4159" y="2781"/>
                    <a:pt x="4184" y="2763"/>
                    <a:pt x="4198" y="2737"/>
                  </a:cubicBezTo>
                  <a:cubicBezTo>
                    <a:pt x="4235" y="2669"/>
                    <a:pt x="4272" y="2602"/>
                    <a:pt x="4316" y="2540"/>
                  </a:cubicBezTo>
                  <a:lnTo>
                    <a:pt x="4322" y="2540"/>
                  </a:lnTo>
                  <a:cubicBezTo>
                    <a:pt x="4368" y="2534"/>
                    <a:pt x="4405" y="2490"/>
                    <a:pt x="4399" y="2444"/>
                  </a:cubicBezTo>
                  <a:cubicBezTo>
                    <a:pt x="4386" y="2330"/>
                    <a:pt x="4371" y="2213"/>
                    <a:pt x="4353" y="2099"/>
                  </a:cubicBezTo>
                  <a:cubicBezTo>
                    <a:pt x="4344" y="2049"/>
                    <a:pt x="4307" y="2026"/>
                    <a:pt x="4269" y="2026"/>
                  </a:cubicBezTo>
                  <a:close/>
                  <a:moveTo>
                    <a:pt x="10380" y="2570"/>
                  </a:moveTo>
                  <a:cubicBezTo>
                    <a:pt x="10297" y="2570"/>
                    <a:pt x="10262" y="2698"/>
                    <a:pt x="10355" y="2734"/>
                  </a:cubicBezTo>
                  <a:cubicBezTo>
                    <a:pt x="10459" y="2771"/>
                    <a:pt x="10561" y="2811"/>
                    <a:pt x="10663" y="2858"/>
                  </a:cubicBezTo>
                  <a:cubicBezTo>
                    <a:pt x="10672" y="2864"/>
                    <a:pt x="10685" y="2867"/>
                    <a:pt x="10697" y="2867"/>
                  </a:cubicBezTo>
                  <a:lnTo>
                    <a:pt x="10700" y="2867"/>
                  </a:lnTo>
                  <a:cubicBezTo>
                    <a:pt x="10789" y="2867"/>
                    <a:pt x="10820" y="2740"/>
                    <a:pt x="10734" y="2703"/>
                  </a:cubicBezTo>
                  <a:cubicBezTo>
                    <a:pt x="10629" y="2654"/>
                    <a:pt x="10518" y="2611"/>
                    <a:pt x="10407" y="2574"/>
                  </a:cubicBezTo>
                  <a:cubicBezTo>
                    <a:pt x="10398" y="2571"/>
                    <a:pt x="10389" y="2570"/>
                    <a:pt x="10380" y="2570"/>
                  </a:cubicBezTo>
                  <a:close/>
                  <a:moveTo>
                    <a:pt x="4339" y="2709"/>
                  </a:moveTo>
                  <a:cubicBezTo>
                    <a:pt x="4338" y="2709"/>
                    <a:pt x="4336" y="2709"/>
                    <a:pt x="4334" y="2709"/>
                  </a:cubicBezTo>
                  <a:cubicBezTo>
                    <a:pt x="4285" y="2709"/>
                    <a:pt x="4248" y="2750"/>
                    <a:pt x="4251" y="2796"/>
                  </a:cubicBezTo>
                  <a:cubicBezTo>
                    <a:pt x="4254" y="2858"/>
                    <a:pt x="4254" y="2916"/>
                    <a:pt x="4254" y="2972"/>
                  </a:cubicBezTo>
                  <a:cubicBezTo>
                    <a:pt x="4254" y="3027"/>
                    <a:pt x="4251" y="3083"/>
                    <a:pt x="4251" y="3135"/>
                  </a:cubicBezTo>
                  <a:cubicBezTo>
                    <a:pt x="4248" y="3181"/>
                    <a:pt x="4285" y="3221"/>
                    <a:pt x="4334" y="3221"/>
                  </a:cubicBezTo>
                  <a:lnTo>
                    <a:pt x="4337" y="3221"/>
                  </a:lnTo>
                  <a:lnTo>
                    <a:pt x="4337" y="3225"/>
                  </a:lnTo>
                  <a:cubicBezTo>
                    <a:pt x="4383" y="3225"/>
                    <a:pt x="4420" y="3188"/>
                    <a:pt x="4420" y="3138"/>
                  </a:cubicBezTo>
                  <a:cubicBezTo>
                    <a:pt x="4423" y="3086"/>
                    <a:pt x="4423" y="3030"/>
                    <a:pt x="4423" y="2972"/>
                  </a:cubicBezTo>
                  <a:cubicBezTo>
                    <a:pt x="4423" y="2913"/>
                    <a:pt x="4423" y="2851"/>
                    <a:pt x="4420" y="2790"/>
                  </a:cubicBezTo>
                  <a:cubicBezTo>
                    <a:pt x="4420" y="2745"/>
                    <a:pt x="4383" y="2709"/>
                    <a:pt x="4339" y="2709"/>
                  </a:cubicBezTo>
                  <a:close/>
                  <a:moveTo>
                    <a:pt x="10993" y="2854"/>
                  </a:moveTo>
                  <a:cubicBezTo>
                    <a:pt x="10917" y="2854"/>
                    <a:pt x="10866" y="2966"/>
                    <a:pt x="10953" y="3015"/>
                  </a:cubicBezTo>
                  <a:cubicBezTo>
                    <a:pt x="11045" y="3073"/>
                    <a:pt x="11135" y="3138"/>
                    <a:pt x="11221" y="3209"/>
                  </a:cubicBezTo>
                  <a:cubicBezTo>
                    <a:pt x="11236" y="3221"/>
                    <a:pt x="11254" y="3227"/>
                    <a:pt x="11275" y="3228"/>
                  </a:cubicBezTo>
                  <a:lnTo>
                    <a:pt x="11275" y="3228"/>
                  </a:lnTo>
                  <a:cubicBezTo>
                    <a:pt x="11354" y="3226"/>
                    <a:pt x="11390" y="3129"/>
                    <a:pt x="11329" y="3077"/>
                  </a:cubicBezTo>
                  <a:cubicBezTo>
                    <a:pt x="11237" y="2999"/>
                    <a:pt x="11141" y="2932"/>
                    <a:pt x="11042" y="2870"/>
                  </a:cubicBezTo>
                  <a:cubicBezTo>
                    <a:pt x="11025" y="2859"/>
                    <a:pt x="11009" y="2854"/>
                    <a:pt x="10993" y="2854"/>
                  </a:cubicBezTo>
                  <a:close/>
                  <a:moveTo>
                    <a:pt x="11275" y="3228"/>
                  </a:moveTo>
                  <a:cubicBezTo>
                    <a:pt x="11275" y="3228"/>
                    <a:pt x="11274" y="3228"/>
                    <a:pt x="11274" y="3228"/>
                  </a:cubicBezTo>
                  <a:lnTo>
                    <a:pt x="11277" y="3228"/>
                  </a:lnTo>
                  <a:cubicBezTo>
                    <a:pt x="11276" y="3228"/>
                    <a:pt x="11276" y="3228"/>
                    <a:pt x="11275" y="3228"/>
                  </a:cubicBezTo>
                  <a:close/>
                  <a:moveTo>
                    <a:pt x="8745" y="2745"/>
                  </a:moveTo>
                  <a:cubicBezTo>
                    <a:pt x="8728" y="2745"/>
                    <a:pt x="8710" y="2751"/>
                    <a:pt x="8695" y="2762"/>
                  </a:cubicBezTo>
                  <a:cubicBezTo>
                    <a:pt x="8597" y="2833"/>
                    <a:pt x="8507" y="2913"/>
                    <a:pt x="8427" y="3006"/>
                  </a:cubicBezTo>
                  <a:cubicBezTo>
                    <a:pt x="8371" y="3068"/>
                    <a:pt x="8429" y="3149"/>
                    <a:pt x="8494" y="3149"/>
                  </a:cubicBezTo>
                  <a:cubicBezTo>
                    <a:pt x="8516" y="3149"/>
                    <a:pt x="8537" y="3140"/>
                    <a:pt x="8556" y="3120"/>
                  </a:cubicBezTo>
                  <a:cubicBezTo>
                    <a:pt x="8624" y="3043"/>
                    <a:pt x="8698" y="2975"/>
                    <a:pt x="8778" y="2913"/>
                  </a:cubicBezTo>
                  <a:cubicBezTo>
                    <a:pt x="8788" y="3002"/>
                    <a:pt x="8797" y="3092"/>
                    <a:pt x="8800" y="3184"/>
                  </a:cubicBezTo>
                  <a:cubicBezTo>
                    <a:pt x="8803" y="3231"/>
                    <a:pt x="8840" y="3265"/>
                    <a:pt x="8886" y="3268"/>
                  </a:cubicBezTo>
                  <a:lnTo>
                    <a:pt x="8890" y="3268"/>
                  </a:lnTo>
                  <a:cubicBezTo>
                    <a:pt x="8936" y="3265"/>
                    <a:pt x="8973" y="3228"/>
                    <a:pt x="8970" y="3178"/>
                  </a:cubicBezTo>
                  <a:cubicBezTo>
                    <a:pt x="8967" y="3061"/>
                    <a:pt x="8957" y="2944"/>
                    <a:pt x="8936" y="2827"/>
                  </a:cubicBezTo>
                  <a:cubicBezTo>
                    <a:pt x="8930" y="2784"/>
                    <a:pt x="8894" y="2755"/>
                    <a:pt x="8852" y="2755"/>
                  </a:cubicBezTo>
                  <a:cubicBezTo>
                    <a:pt x="8848" y="2755"/>
                    <a:pt x="8844" y="2755"/>
                    <a:pt x="8840" y="2756"/>
                  </a:cubicBezTo>
                  <a:cubicBezTo>
                    <a:pt x="8828" y="2759"/>
                    <a:pt x="8815" y="2762"/>
                    <a:pt x="8803" y="2771"/>
                  </a:cubicBezTo>
                  <a:cubicBezTo>
                    <a:pt x="8788" y="2754"/>
                    <a:pt x="8767" y="2745"/>
                    <a:pt x="8745" y="2745"/>
                  </a:cubicBezTo>
                  <a:close/>
                  <a:moveTo>
                    <a:pt x="3982" y="2926"/>
                  </a:moveTo>
                  <a:cubicBezTo>
                    <a:pt x="3950" y="2926"/>
                    <a:pt x="3917" y="2943"/>
                    <a:pt x="3902" y="2984"/>
                  </a:cubicBezTo>
                  <a:cubicBezTo>
                    <a:pt x="3862" y="3095"/>
                    <a:pt x="3831" y="3209"/>
                    <a:pt x="3810" y="3326"/>
                  </a:cubicBezTo>
                  <a:cubicBezTo>
                    <a:pt x="3800" y="3373"/>
                    <a:pt x="3831" y="3419"/>
                    <a:pt x="3878" y="3425"/>
                  </a:cubicBezTo>
                  <a:lnTo>
                    <a:pt x="3893" y="3425"/>
                  </a:lnTo>
                  <a:cubicBezTo>
                    <a:pt x="3936" y="3425"/>
                    <a:pt x="3970" y="3397"/>
                    <a:pt x="3979" y="3357"/>
                  </a:cubicBezTo>
                  <a:cubicBezTo>
                    <a:pt x="3998" y="3249"/>
                    <a:pt x="4026" y="3144"/>
                    <a:pt x="4066" y="3039"/>
                  </a:cubicBezTo>
                  <a:cubicBezTo>
                    <a:pt x="4089" y="2972"/>
                    <a:pt x="4036" y="2926"/>
                    <a:pt x="3982" y="2926"/>
                  </a:cubicBezTo>
                  <a:close/>
                  <a:moveTo>
                    <a:pt x="8291" y="3247"/>
                  </a:moveTo>
                  <a:cubicBezTo>
                    <a:pt x="8263" y="3247"/>
                    <a:pt x="8235" y="3261"/>
                    <a:pt x="8217" y="3295"/>
                  </a:cubicBezTo>
                  <a:cubicBezTo>
                    <a:pt x="8159" y="3400"/>
                    <a:pt x="8109" y="3511"/>
                    <a:pt x="8075" y="3626"/>
                  </a:cubicBezTo>
                  <a:cubicBezTo>
                    <a:pt x="8060" y="3672"/>
                    <a:pt x="8085" y="3718"/>
                    <a:pt x="8131" y="3733"/>
                  </a:cubicBezTo>
                  <a:cubicBezTo>
                    <a:pt x="8140" y="3737"/>
                    <a:pt x="8146" y="3737"/>
                    <a:pt x="8155" y="3737"/>
                  </a:cubicBezTo>
                  <a:cubicBezTo>
                    <a:pt x="8192" y="3737"/>
                    <a:pt x="8226" y="3712"/>
                    <a:pt x="8239" y="3675"/>
                  </a:cubicBezTo>
                  <a:cubicBezTo>
                    <a:pt x="8270" y="3573"/>
                    <a:pt x="8313" y="3474"/>
                    <a:pt x="8368" y="3379"/>
                  </a:cubicBezTo>
                  <a:cubicBezTo>
                    <a:pt x="8412" y="3311"/>
                    <a:pt x="8352" y="3247"/>
                    <a:pt x="8291" y="3247"/>
                  </a:cubicBezTo>
                  <a:close/>
                  <a:moveTo>
                    <a:pt x="11522" y="3293"/>
                  </a:moveTo>
                  <a:cubicBezTo>
                    <a:pt x="11457" y="3293"/>
                    <a:pt x="11401" y="3373"/>
                    <a:pt x="11459" y="3437"/>
                  </a:cubicBezTo>
                  <a:cubicBezTo>
                    <a:pt x="11530" y="3521"/>
                    <a:pt x="11598" y="3607"/>
                    <a:pt x="11659" y="3700"/>
                  </a:cubicBezTo>
                  <a:cubicBezTo>
                    <a:pt x="11675" y="3721"/>
                    <a:pt x="11702" y="3737"/>
                    <a:pt x="11730" y="3737"/>
                  </a:cubicBezTo>
                  <a:cubicBezTo>
                    <a:pt x="11746" y="3737"/>
                    <a:pt x="11764" y="3730"/>
                    <a:pt x="11776" y="3721"/>
                  </a:cubicBezTo>
                  <a:cubicBezTo>
                    <a:pt x="11816" y="3696"/>
                    <a:pt x="11829" y="3644"/>
                    <a:pt x="11801" y="3604"/>
                  </a:cubicBezTo>
                  <a:cubicBezTo>
                    <a:pt x="11736" y="3505"/>
                    <a:pt x="11665" y="3410"/>
                    <a:pt x="11585" y="3323"/>
                  </a:cubicBezTo>
                  <a:cubicBezTo>
                    <a:pt x="11566" y="3302"/>
                    <a:pt x="11543" y="3293"/>
                    <a:pt x="11522" y="3293"/>
                  </a:cubicBezTo>
                  <a:close/>
                  <a:moveTo>
                    <a:pt x="4307" y="3393"/>
                  </a:moveTo>
                  <a:cubicBezTo>
                    <a:pt x="4269" y="3393"/>
                    <a:pt x="4230" y="3417"/>
                    <a:pt x="4223" y="3468"/>
                  </a:cubicBezTo>
                  <a:cubicBezTo>
                    <a:pt x="4211" y="3573"/>
                    <a:pt x="4186" y="3681"/>
                    <a:pt x="4152" y="3783"/>
                  </a:cubicBezTo>
                  <a:cubicBezTo>
                    <a:pt x="4137" y="3829"/>
                    <a:pt x="4158" y="3875"/>
                    <a:pt x="4204" y="3894"/>
                  </a:cubicBezTo>
                  <a:cubicBezTo>
                    <a:pt x="4214" y="3897"/>
                    <a:pt x="4223" y="3897"/>
                    <a:pt x="4232" y="3897"/>
                  </a:cubicBezTo>
                  <a:cubicBezTo>
                    <a:pt x="4269" y="3897"/>
                    <a:pt x="4300" y="3875"/>
                    <a:pt x="4312" y="3841"/>
                  </a:cubicBezTo>
                  <a:cubicBezTo>
                    <a:pt x="4353" y="3727"/>
                    <a:pt x="4377" y="3610"/>
                    <a:pt x="4393" y="3490"/>
                  </a:cubicBezTo>
                  <a:cubicBezTo>
                    <a:pt x="4401" y="3427"/>
                    <a:pt x="4354" y="3393"/>
                    <a:pt x="4307" y="3393"/>
                  </a:cubicBezTo>
                  <a:close/>
                  <a:moveTo>
                    <a:pt x="8877" y="3436"/>
                  </a:moveTo>
                  <a:cubicBezTo>
                    <a:pt x="8837" y="3436"/>
                    <a:pt x="8797" y="3461"/>
                    <a:pt x="8791" y="3514"/>
                  </a:cubicBezTo>
                  <a:cubicBezTo>
                    <a:pt x="8782" y="3622"/>
                    <a:pt x="8766" y="3733"/>
                    <a:pt x="8741" y="3841"/>
                  </a:cubicBezTo>
                  <a:cubicBezTo>
                    <a:pt x="8729" y="3885"/>
                    <a:pt x="8757" y="3931"/>
                    <a:pt x="8803" y="3943"/>
                  </a:cubicBezTo>
                  <a:cubicBezTo>
                    <a:pt x="8809" y="3943"/>
                    <a:pt x="8819" y="3946"/>
                    <a:pt x="8825" y="3946"/>
                  </a:cubicBezTo>
                  <a:cubicBezTo>
                    <a:pt x="8865" y="3946"/>
                    <a:pt x="8899" y="3919"/>
                    <a:pt x="8908" y="3878"/>
                  </a:cubicBezTo>
                  <a:cubicBezTo>
                    <a:pt x="8933" y="3764"/>
                    <a:pt x="8951" y="3647"/>
                    <a:pt x="8964" y="3530"/>
                  </a:cubicBezTo>
                  <a:cubicBezTo>
                    <a:pt x="8968" y="3469"/>
                    <a:pt x="8922" y="3436"/>
                    <a:pt x="8877" y="3436"/>
                  </a:cubicBezTo>
                  <a:close/>
                  <a:moveTo>
                    <a:pt x="3871" y="3594"/>
                  </a:moveTo>
                  <a:cubicBezTo>
                    <a:pt x="3869" y="3594"/>
                    <a:pt x="3867" y="3595"/>
                    <a:pt x="3865" y="3595"/>
                  </a:cubicBezTo>
                  <a:cubicBezTo>
                    <a:pt x="3819" y="3598"/>
                    <a:pt x="3782" y="3638"/>
                    <a:pt x="3785" y="3687"/>
                  </a:cubicBezTo>
                  <a:cubicBezTo>
                    <a:pt x="3800" y="3872"/>
                    <a:pt x="3856" y="4002"/>
                    <a:pt x="3955" y="4060"/>
                  </a:cubicBezTo>
                  <a:cubicBezTo>
                    <a:pt x="3967" y="4067"/>
                    <a:pt x="3982" y="4070"/>
                    <a:pt x="3998" y="4073"/>
                  </a:cubicBezTo>
                  <a:cubicBezTo>
                    <a:pt x="4084" y="4070"/>
                    <a:pt x="4115" y="3956"/>
                    <a:pt x="4041" y="3912"/>
                  </a:cubicBezTo>
                  <a:cubicBezTo>
                    <a:pt x="4007" y="3891"/>
                    <a:pt x="3967" y="3820"/>
                    <a:pt x="3958" y="3675"/>
                  </a:cubicBezTo>
                  <a:cubicBezTo>
                    <a:pt x="3952" y="3630"/>
                    <a:pt x="3915" y="3594"/>
                    <a:pt x="3871" y="3594"/>
                  </a:cubicBezTo>
                  <a:close/>
                  <a:moveTo>
                    <a:pt x="11897" y="3855"/>
                  </a:moveTo>
                  <a:cubicBezTo>
                    <a:pt x="11837" y="3855"/>
                    <a:pt x="11775" y="3916"/>
                    <a:pt x="11820" y="3986"/>
                  </a:cubicBezTo>
                  <a:cubicBezTo>
                    <a:pt x="11866" y="4085"/>
                    <a:pt x="11903" y="4190"/>
                    <a:pt x="11934" y="4295"/>
                  </a:cubicBezTo>
                  <a:cubicBezTo>
                    <a:pt x="11946" y="4332"/>
                    <a:pt x="11980" y="4356"/>
                    <a:pt x="12017" y="4356"/>
                  </a:cubicBezTo>
                  <a:cubicBezTo>
                    <a:pt x="12026" y="4356"/>
                    <a:pt x="12032" y="4356"/>
                    <a:pt x="12042" y="4353"/>
                  </a:cubicBezTo>
                  <a:cubicBezTo>
                    <a:pt x="12085" y="4338"/>
                    <a:pt x="12113" y="4292"/>
                    <a:pt x="12100" y="4245"/>
                  </a:cubicBezTo>
                  <a:cubicBezTo>
                    <a:pt x="12063" y="4134"/>
                    <a:pt x="12023" y="4023"/>
                    <a:pt x="11974" y="3915"/>
                  </a:cubicBezTo>
                  <a:cubicBezTo>
                    <a:pt x="11960" y="3872"/>
                    <a:pt x="11929" y="3855"/>
                    <a:pt x="11897" y="3855"/>
                  </a:cubicBezTo>
                  <a:close/>
                  <a:moveTo>
                    <a:pt x="8103" y="3903"/>
                  </a:moveTo>
                  <a:cubicBezTo>
                    <a:pt x="8054" y="3903"/>
                    <a:pt x="8017" y="3940"/>
                    <a:pt x="8017" y="3989"/>
                  </a:cubicBezTo>
                  <a:cubicBezTo>
                    <a:pt x="8014" y="4119"/>
                    <a:pt x="8051" y="4252"/>
                    <a:pt x="8125" y="4363"/>
                  </a:cubicBezTo>
                  <a:cubicBezTo>
                    <a:pt x="8140" y="4384"/>
                    <a:pt x="8165" y="4397"/>
                    <a:pt x="8192" y="4397"/>
                  </a:cubicBezTo>
                  <a:cubicBezTo>
                    <a:pt x="8194" y="4397"/>
                    <a:pt x="8195" y="4397"/>
                    <a:pt x="8196" y="4397"/>
                  </a:cubicBezTo>
                  <a:cubicBezTo>
                    <a:pt x="8265" y="4397"/>
                    <a:pt x="8303" y="4318"/>
                    <a:pt x="8263" y="4264"/>
                  </a:cubicBezTo>
                  <a:cubicBezTo>
                    <a:pt x="8211" y="4181"/>
                    <a:pt x="8186" y="4085"/>
                    <a:pt x="8189" y="3986"/>
                  </a:cubicBezTo>
                  <a:cubicBezTo>
                    <a:pt x="8186" y="3940"/>
                    <a:pt x="8149" y="3903"/>
                    <a:pt x="8103" y="3903"/>
                  </a:cubicBezTo>
                  <a:close/>
                  <a:moveTo>
                    <a:pt x="8709" y="4096"/>
                  </a:moveTo>
                  <a:cubicBezTo>
                    <a:pt x="8681" y="4096"/>
                    <a:pt x="8653" y="4110"/>
                    <a:pt x="8637" y="4144"/>
                  </a:cubicBezTo>
                  <a:cubicBezTo>
                    <a:pt x="8581" y="4255"/>
                    <a:pt x="8516" y="4329"/>
                    <a:pt x="8458" y="4353"/>
                  </a:cubicBezTo>
                  <a:cubicBezTo>
                    <a:pt x="8368" y="4387"/>
                    <a:pt x="8393" y="4517"/>
                    <a:pt x="8489" y="4517"/>
                  </a:cubicBezTo>
                  <a:lnTo>
                    <a:pt x="8489" y="4520"/>
                  </a:lnTo>
                  <a:cubicBezTo>
                    <a:pt x="8498" y="4520"/>
                    <a:pt x="8510" y="4517"/>
                    <a:pt x="8519" y="4514"/>
                  </a:cubicBezTo>
                  <a:cubicBezTo>
                    <a:pt x="8621" y="4474"/>
                    <a:pt x="8714" y="4375"/>
                    <a:pt x="8791" y="4221"/>
                  </a:cubicBezTo>
                  <a:cubicBezTo>
                    <a:pt x="8824" y="4153"/>
                    <a:pt x="8766" y="4096"/>
                    <a:pt x="8709" y="4096"/>
                  </a:cubicBezTo>
                  <a:close/>
                  <a:moveTo>
                    <a:pt x="12093" y="4519"/>
                  </a:moveTo>
                  <a:cubicBezTo>
                    <a:pt x="12046" y="4519"/>
                    <a:pt x="11997" y="4555"/>
                    <a:pt x="12008" y="4619"/>
                  </a:cubicBezTo>
                  <a:cubicBezTo>
                    <a:pt x="12023" y="4714"/>
                    <a:pt x="12032" y="4813"/>
                    <a:pt x="12032" y="4912"/>
                  </a:cubicBezTo>
                  <a:lnTo>
                    <a:pt x="12032" y="4942"/>
                  </a:lnTo>
                  <a:cubicBezTo>
                    <a:pt x="12029" y="4989"/>
                    <a:pt x="12066" y="5029"/>
                    <a:pt x="12113" y="5032"/>
                  </a:cubicBezTo>
                  <a:lnTo>
                    <a:pt x="12119" y="5032"/>
                  </a:lnTo>
                  <a:cubicBezTo>
                    <a:pt x="12162" y="5032"/>
                    <a:pt x="12202" y="4995"/>
                    <a:pt x="12202" y="4952"/>
                  </a:cubicBezTo>
                  <a:lnTo>
                    <a:pt x="12202" y="4912"/>
                  </a:lnTo>
                  <a:cubicBezTo>
                    <a:pt x="12202" y="4804"/>
                    <a:pt x="12193" y="4699"/>
                    <a:pt x="12177" y="4591"/>
                  </a:cubicBezTo>
                  <a:cubicBezTo>
                    <a:pt x="12169" y="4542"/>
                    <a:pt x="12131" y="4519"/>
                    <a:pt x="12093" y="451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23"/>
            <p:cNvSpPr/>
            <p:nvPr/>
          </p:nvSpPr>
          <p:spPr>
            <a:xfrm>
              <a:off x="8964554" y="1723384"/>
              <a:ext cx="102917" cy="102663"/>
            </a:xfrm>
            <a:custGeom>
              <a:avLst/>
              <a:gdLst/>
              <a:ahLst/>
              <a:cxnLst/>
              <a:rect l="l" t="t" r="r" b="b"/>
              <a:pathLst>
                <a:path w="1618" h="1614" extrusionOk="0">
                  <a:moveTo>
                    <a:pt x="868" y="1"/>
                  </a:moveTo>
                  <a:cubicBezTo>
                    <a:pt x="821" y="1"/>
                    <a:pt x="784" y="38"/>
                    <a:pt x="784" y="87"/>
                  </a:cubicBezTo>
                  <a:lnTo>
                    <a:pt x="781" y="575"/>
                  </a:lnTo>
                  <a:lnTo>
                    <a:pt x="488" y="266"/>
                  </a:lnTo>
                  <a:cubicBezTo>
                    <a:pt x="470" y="251"/>
                    <a:pt x="451" y="245"/>
                    <a:pt x="432" y="245"/>
                  </a:cubicBezTo>
                  <a:cubicBezTo>
                    <a:pt x="369" y="245"/>
                    <a:pt x="316" y="318"/>
                    <a:pt x="362" y="380"/>
                  </a:cubicBezTo>
                  <a:lnTo>
                    <a:pt x="664" y="701"/>
                  </a:lnTo>
                  <a:lnTo>
                    <a:pt x="115" y="707"/>
                  </a:lnTo>
                  <a:cubicBezTo>
                    <a:pt x="1" y="707"/>
                    <a:pt x="1" y="877"/>
                    <a:pt x="115" y="877"/>
                  </a:cubicBezTo>
                  <a:lnTo>
                    <a:pt x="618" y="874"/>
                  </a:lnTo>
                  <a:lnTo>
                    <a:pt x="229" y="1142"/>
                  </a:lnTo>
                  <a:cubicBezTo>
                    <a:pt x="189" y="1170"/>
                    <a:pt x="180" y="1222"/>
                    <a:pt x="208" y="1262"/>
                  </a:cubicBezTo>
                  <a:cubicBezTo>
                    <a:pt x="225" y="1285"/>
                    <a:pt x="252" y="1298"/>
                    <a:pt x="279" y="1298"/>
                  </a:cubicBezTo>
                  <a:cubicBezTo>
                    <a:pt x="296" y="1298"/>
                    <a:pt x="313" y="1293"/>
                    <a:pt x="328" y="1284"/>
                  </a:cubicBezTo>
                  <a:lnTo>
                    <a:pt x="775" y="969"/>
                  </a:lnTo>
                  <a:lnTo>
                    <a:pt x="775" y="1528"/>
                  </a:lnTo>
                  <a:cubicBezTo>
                    <a:pt x="772" y="1574"/>
                    <a:pt x="812" y="1614"/>
                    <a:pt x="858" y="1614"/>
                  </a:cubicBezTo>
                  <a:cubicBezTo>
                    <a:pt x="905" y="1614"/>
                    <a:pt x="945" y="1574"/>
                    <a:pt x="945" y="1528"/>
                  </a:cubicBezTo>
                  <a:lnTo>
                    <a:pt x="948" y="1000"/>
                  </a:lnTo>
                  <a:lnTo>
                    <a:pt x="1259" y="1333"/>
                  </a:lnTo>
                  <a:cubicBezTo>
                    <a:pt x="1278" y="1353"/>
                    <a:pt x="1300" y="1361"/>
                    <a:pt x="1321" y="1361"/>
                  </a:cubicBezTo>
                  <a:cubicBezTo>
                    <a:pt x="1387" y="1361"/>
                    <a:pt x="1444" y="1277"/>
                    <a:pt x="1386" y="1213"/>
                  </a:cubicBezTo>
                  <a:lnTo>
                    <a:pt x="1059" y="868"/>
                  </a:lnTo>
                  <a:lnTo>
                    <a:pt x="1503" y="865"/>
                  </a:lnTo>
                  <a:cubicBezTo>
                    <a:pt x="1617" y="861"/>
                    <a:pt x="1617" y="692"/>
                    <a:pt x="1503" y="692"/>
                  </a:cubicBezTo>
                  <a:lnTo>
                    <a:pt x="1173" y="695"/>
                  </a:lnTo>
                  <a:lnTo>
                    <a:pt x="1518" y="454"/>
                  </a:lnTo>
                  <a:cubicBezTo>
                    <a:pt x="1597" y="401"/>
                    <a:pt x="1544" y="296"/>
                    <a:pt x="1472" y="296"/>
                  </a:cubicBezTo>
                  <a:cubicBezTo>
                    <a:pt x="1456" y="296"/>
                    <a:pt x="1439" y="301"/>
                    <a:pt x="1423" y="312"/>
                  </a:cubicBezTo>
                  <a:lnTo>
                    <a:pt x="951" y="639"/>
                  </a:lnTo>
                  <a:lnTo>
                    <a:pt x="954" y="87"/>
                  </a:lnTo>
                  <a:cubicBezTo>
                    <a:pt x="954" y="41"/>
                    <a:pt x="917" y="1"/>
                    <a:pt x="8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23"/>
            <p:cNvSpPr/>
            <p:nvPr/>
          </p:nvSpPr>
          <p:spPr>
            <a:xfrm>
              <a:off x="8965298" y="1448810"/>
              <a:ext cx="82881" cy="75566"/>
            </a:xfrm>
            <a:custGeom>
              <a:avLst/>
              <a:gdLst/>
              <a:ahLst/>
              <a:cxnLst/>
              <a:rect l="l" t="t" r="r" b="b"/>
              <a:pathLst>
                <a:path w="1303" h="1188" extrusionOk="0">
                  <a:moveTo>
                    <a:pt x="710" y="173"/>
                  </a:moveTo>
                  <a:cubicBezTo>
                    <a:pt x="941" y="173"/>
                    <a:pt x="1129" y="364"/>
                    <a:pt x="1129" y="595"/>
                  </a:cubicBezTo>
                  <a:cubicBezTo>
                    <a:pt x="1126" y="827"/>
                    <a:pt x="938" y="1012"/>
                    <a:pt x="707" y="1015"/>
                  </a:cubicBezTo>
                  <a:cubicBezTo>
                    <a:pt x="476" y="1015"/>
                    <a:pt x="287" y="823"/>
                    <a:pt x="287" y="592"/>
                  </a:cubicBezTo>
                  <a:cubicBezTo>
                    <a:pt x="287" y="358"/>
                    <a:pt x="479" y="173"/>
                    <a:pt x="710" y="173"/>
                  </a:cubicBezTo>
                  <a:close/>
                  <a:moveTo>
                    <a:pt x="712" y="1"/>
                  </a:moveTo>
                  <a:cubicBezTo>
                    <a:pt x="485" y="1"/>
                    <a:pt x="263" y="130"/>
                    <a:pt x="164" y="364"/>
                  </a:cubicBezTo>
                  <a:cubicBezTo>
                    <a:pt x="1" y="752"/>
                    <a:pt x="284" y="1184"/>
                    <a:pt x="707" y="1187"/>
                  </a:cubicBezTo>
                  <a:lnTo>
                    <a:pt x="710" y="1187"/>
                  </a:lnTo>
                  <a:cubicBezTo>
                    <a:pt x="1034" y="1187"/>
                    <a:pt x="1299" y="922"/>
                    <a:pt x="1302" y="595"/>
                  </a:cubicBezTo>
                  <a:cubicBezTo>
                    <a:pt x="1302" y="438"/>
                    <a:pt x="1240" y="287"/>
                    <a:pt x="1129" y="176"/>
                  </a:cubicBezTo>
                  <a:cubicBezTo>
                    <a:pt x="1012" y="57"/>
                    <a:pt x="861" y="1"/>
                    <a:pt x="7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78" name="Google Shape;2378;p23"/>
            <p:cNvGrpSpPr/>
            <p:nvPr/>
          </p:nvGrpSpPr>
          <p:grpSpPr>
            <a:xfrm>
              <a:off x="8341725" y="115829"/>
              <a:ext cx="267198" cy="188098"/>
              <a:chOff x="8341725" y="115829"/>
              <a:chExt cx="267198" cy="188098"/>
            </a:xfrm>
          </p:grpSpPr>
          <p:sp>
            <p:nvSpPr>
              <p:cNvPr id="2379" name="Google Shape;2379;p23"/>
              <p:cNvSpPr/>
              <p:nvPr/>
            </p:nvSpPr>
            <p:spPr>
              <a:xfrm>
                <a:off x="8405670" y="188118"/>
                <a:ext cx="107912" cy="91561"/>
              </a:xfrm>
              <a:custGeom>
                <a:avLst/>
                <a:gdLst/>
                <a:ahLst/>
                <a:cxnLst/>
                <a:rect l="l" t="t" r="r" b="b"/>
                <a:pathLst>
                  <a:path w="2884" h="2447" extrusionOk="0">
                    <a:moveTo>
                      <a:pt x="1471" y="0"/>
                    </a:moveTo>
                    <a:cubicBezTo>
                      <a:pt x="674" y="0"/>
                      <a:pt x="207" y="963"/>
                      <a:pt x="0" y="1543"/>
                    </a:cubicBezTo>
                    <a:lnTo>
                      <a:pt x="509" y="1710"/>
                    </a:lnTo>
                    <a:cubicBezTo>
                      <a:pt x="509" y="1710"/>
                      <a:pt x="918" y="578"/>
                      <a:pt x="1479" y="578"/>
                    </a:cubicBezTo>
                    <a:cubicBezTo>
                      <a:pt x="1552" y="578"/>
                      <a:pt x="1626" y="597"/>
                      <a:pt x="1703" y="639"/>
                    </a:cubicBezTo>
                    <a:cubicBezTo>
                      <a:pt x="2375" y="1009"/>
                      <a:pt x="2030" y="2212"/>
                      <a:pt x="2030" y="2212"/>
                    </a:cubicBezTo>
                    <a:lnTo>
                      <a:pt x="2647" y="2447"/>
                    </a:lnTo>
                    <a:cubicBezTo>
                      <a:pt x="2770" y="1759"/>
                      <a:pt x="2884" y="312"/>
                      <a:pt x="1724" y="32"/>
                    </a:cubicBezTo>
                    <a:cubicBezTo>
                      <a:pt x="1636" y="10"/>
                      <a:pt x="1552" y="0"/>
                      <a:pt x="1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23"/>
              <p:cNvSpPr/>
              <p:nvPr/>
            </p:nvSpPr>
            <p:spPr>
              <a:xfrm>
                <a:off x="8341725" y="115829"/>
                <a:ext cx="267198" cy="188098"/>
              </a:xfrm>
              <a:custGeom>
                <a:avLst/>
                <a:gdLst/>
                <a:ahLst/>
                <a:cxnLst/>
                <a:rect l="l" t="t" r="r" b="b"/>
                <a:pathLst>
                  <a:path w="7141" h="5027" extrusionOk="0">
                    <a:moveTo>
                      <a:pt x="3198" y="0"/>
                    </a:moveTo>
                    <a:cubicBezTo>
                      <a:pt x="998" y="0"/>
                      <a:pt x="1" y="2926"/>
                      <a:pt x="1" y="2926"/>
                    </a:cubicBezTo>
                    <a:lnTo>
                      <a:pt x="475" y="3080"/>
                    </a:lnTo>
                    <a:cubicBezTo>
                      <a:pt x="742" y="2290"/>
                      <a:pt x="1495" y="619"/>
                      <a:pt x="3054" y="619"/>
                    </a:cubicBezTo>
                    <a:cubicBezTo>
                      <a:pt x="3284" y="619"/>
                      <a:pt x="3531" y="655"/>
                      <a:pt x="3797" y="736"/>
                    </a:cubicBezTo>
                    <a:cubicBezTo>
                      <a:pt x="6456" y="1541"/>
                      <a:pt x="5916" y="4018"/>
                      <a:pt x="5648" y="4866"/>
                    </a:cubicBezTo>
                    <a:lnTo>
                      <a:pt x="6067" y="5026"/>
                    </a:lnTo>
                    <a:cubicBezTo>
                      <a:pt x="6067" y="5026"/>
                      <a:pt x="7141" y="1301"/>
                      <a:pt x="4223" y="199"/>
                    </a:cubicBezTo>
                    <a:cubicBezTo>
                      <a:pt x="3856" y="61"/>
                      <a:pt x="3515" y="0"/>
                      <a:pt x="31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23"/>
              <p:cNvSpPr/>
              <p:nvPr/>
            </p:nvSpPr>
            <p:spPr>
              <a:xfrm>
                <a:off x="8359386" y="138953"/>
                <a:ext cx="223906" cy="158950"/>
              </a:xfrm>
              <a:custGeom>
                <a:avLst/>
                <a:gdLst/>
                <a:ahLst/>
                <a:cxnLst/>
                <a:rect l="l" t="t" r="r" b="b"/>
                <a:pathLst>
                  <a:path w="5984" h="4248" extrusionOk="0">
                    <a:moveTo>
                      <a:pt x="2582" y="1"/>
                    </a:moveTo>
                    <a:cubicBezTo>
                      <a:pt x="1023" y="1"/>
                      <a:pt x="269" y="1672"/>
                      <a:pt x="0" y="2459"/>
                    </a:cubicBezTo>
                    <a:lnTo>
                      <a:pt x="627" y="2660"/>
                    </a:lnTo>
                    <a:cubicBezTo>
                      <a:pt x="890" y="1900"/>
                      <a:pt x="1508" y="619"/>
                      <a:pt x="2695" y="619"/>
                    </a:cubicBezTo>
                    <a:cubicBezTo>
                      <a:pt x="2983" y="619"/>
                      <a:pt x="3304" y="694"/>
                      <a:pt x="3661" y="871"/>
                    </a:cubicBezTo>
                    <a:cubicBezTo>
                      <a:pt x="4861" y="1463"/>
                      <a:pt x="4710" y="3199"/>
                      <a:pt x="4562" y="4017"/>
                    </a:cubicBezTo>
                    <a:lnTo>
                      <a:pt x="5173" y="4248"/>
                    </a:lnTo>
                    <a:cubicBezTo>
                      <a:pt x="5444" y="3400"/>
                      <a:pt x="5984" y="923"/>
                      <a:pt x="3325" y="118"/>
                    </a:cubicBezTo>
                    <a:cubicBezTo>
                      <a:pt x="3059" y="37"/>
                      <a:pt x="2812" y="1"/>
                      <a:pt x="258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23"/>
              <p:cNvSpPr/>
              <p:nvPr/>
            </p:nvSpPr>
            <p:spPr>
              <a:xfrm>
                <a:off x="8382696" y="162076"/>
                <a:ext cx="158613" cy="127182"/>
              </a:xfrm>
              <a:custGeom>
                <a:avLst/>
                <a:gdLst/>
                <a:ahLst/>
                <a:cxnLst/>
                <a:rect l="l" t="t" r="r" b="b"/>
                <a:pathLst>
                  <a:path w="4239" h="3399" extrusionOk="0">
                    <a:moveTo>
                      <a:pt x="2072" y="1"/>
                    </a:moveTo>
                    <a:cubicBezTo>
                      <a:pt x="884" y="1"/>
                      <a:pt x="264" y="1282"/>
                      <a:pt x="0" y="2042"/>
                    </a:cubicBezTo>
                    <a:lnTo>
                      <a:pt x="614" y="2239"/>
                    </a:lnTo>
                    <a:cubicBezTo>
                      <a:pt x="824" y="1659"/>
                      <a:pt x="1288" y="696"/>
                      <a:pt x="2085" y="696"/>
                    </a:cubicBezTo>
                    <a:cubicBezTo>
                      <a:pt x="2166" y="696"/>
                      <a:pt x="2250" y="706"/>
                      <a:pt x="2338" y="728"/>
                    </a:cubicBezTo>
                    <a:cubicBezTo>
                      <a:pt x="3498" y="1008"/>
                      <a:pt x="3384" y="2455"/>
                      <a:pt x="3261" y="3140"/>
                    </a:cubicBezTo>
                    <a:lnTo>
                      <a:pt x="3939" y="3399"/>
                    </a:lnTo>
                    <a:cubicBezTo>
                      <a:pt x="4084" y="2581"/>
                      <a:pt x="4238" y="845"/>
                      <a:pt x="3038" y="253"/>
                    </a:cubicBezTo>
                    <a:cubicBezTo>
                      <a:pt x="2681" y="76"/>
                      <a:pt x="2360" y="1"/>
                      <a:pt x="20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23"/>
              <p:cNvSpPr/>
              <p:nvPr/>
            </p:nvSpPr>
            <p:spPr>
              <a:xfrm>
                <a:off x="8355644" y="135024"/>
                <a:ext cx="241044" cy="163814"/>
              </a:xfrm>
              <a:custGeom>
                <a:avLst/>
                <a:gdLst/>
                <a:ahLst/>
                <a:cxnLst/>
                <a:rect l="l" t="t" r="r" b="b"/>
                <a:pathLst>
                  <a:path w="6442" h="4378" extrusionOk="0">
                    <a:moveTo>
                      <a:pt x="2825" y="0"/>
                    </a:moveTo>
                    <a:cubicBezTo>
                      <a:pt x="2536" y="0"/>
                      <a:pt x="2256" y="58"/>
                      <a:pt x="1985" y="174"/>
                    </a:cubicBezTo>
                    <a:cubicBezTo>
                      <a:pt x="671" y="738"/>
                      <a:pt x="48" y="2465"/>
                      <a:pt x="23" y="2536"/>
                    </a:cubicBezTo>
                    <a:cubicBezTo>
                      <a:pt x="0" y="2602"/>
                      <a:pt x="51" y="2647"/>
                      <a:pt x="102" y="2647"/>
                    </a:cubicBezTo>
                    <a:cubicBezTo>
                      <a:pt x="133" y="2647"/>
                      <a:pt x="164" y="2630"/>
                      <a:pt x="178" y="2592"/>
                    </a:cubicBezTo>
                    <a:cubicBezTo>
                      <a:pt x="184" y="2573"/>
                      <a:pt x="801" y="862"/>
                      <a:pt x="2050" y="322"/>
                    </a:cubicBezTo>
                    <a:cubicBezTo>
                      <a:pt x="2299" y="216"/>
                      <a:pt x="2558" y="163"/>
                      <a:pt x="2824" y="163"/>
                    </a:cubicBezTo>
                    <a:cubicBezTo>
                      <a:pt x="3140" y="163"/>
                      <a:pt x="3467" y="238"/>
                      <a:pt x="3802" y="387"/>
                    </a:cubicBezTo>
                    <a:cubicBezTo>
                      <a:pt x="4822" y="843"/>
                      <a:pt x="5368" y="1630"/>
                      <a:pt x="5424" y="2728"/>
                    </a:cubicBezTo>
                    <a:cubicBezTo>
                      <a:pt x="5445" y="3249"/>
                      <a:pt x="5368" y="3773"/>
                      <a:pt x="5199" y="4267"/>
                    </a:cubicBezTo>
                    <a:cubicBezTo>
                      <a:pt x="5183" y="4310"/>
                      <a:pt x="5205" y="4356"/>
                      <a:pt x="5245" y="4371"/>
                    </a:cubicBezTo>
                    <a:cubicBezTo>
                      <a:pt x="5254" y="4375"/>
                      <a:pt x="5263" y="4378"/>
                      <a:pt x="5276" y="4378"/>
                    </a:cubicBezTo>
                    <a:cubicBezTo>
                      <a:pt x="5307" y="4375"/>
                      <a:pt x="5334" y="4356"/>
                      <a:pt x="5347" y="4325"/>
                    </a:cubicBezTo>
                    <a:cubicBezTo>
                      <a:pt x="5359" y="4294"/>
                      <a:pt x="6442" y="1389"/>
                      <a:pt x="3863" y="239"/>
                    </a:cubicBezTo>
                    <a:cubicBezTo>
                      <a:pt x="3508" y="79"/>
                      <a:pt x="3161" y="0"/>
                      <a:pt x="28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23"/>
              <p:cNvSpPr/>
              <p:nvPr/>
            </p:nvSpPr>
            <p:spPr>
              <a:xfrm>
                <a:off x="8378917" y="160430"/>
                <a:ext cx="167107" cy="131822"/>
              </a:xfrm>
              <a:custGeom>
                <a:avLst/>
                <a:gdLst/>
                <a:ahLst/>
                <a:cxnLst/>
                <a:rect l="l" t="t" r="r" b="b"/>
                <a:pathLst>
                  <a:path w="4466" h="3523" extrusionOk="0">
                    <a:moveTo>
                      <a:pt x="2270" y="0"/>
                    </a:moveTo>
                    <a:cubicBezTo>
                      <a:pt x="2003" y="0"/>
                      <a:pt x="1745" y="61"/>
                      <a:pt x="1499" y="183"/>
                    </a:cubicBezTo>
                    <a:cubicBezTo>
                      <a:pt x="493" y="679"/>
                      <a:pt x="43" y="2005"/>
                      <a:pt x="21" y="2064"/>
                    </a:cubicBezTo>
                    <a:cubicBezTo>
                      <a:pt x="0" y="2127"/>
                      <a:pt x="51" y="2169"/>
                      <a:pt x="100" y="2169"/>
                    </a:cubicBezTo>
                    <a:cubicBezTo>
                      <a:pt x="131" y="2169"/>
                      <a:pt x="162" y="2153"/>
                      <a:pt x="175" y="2113"/>
                    </a:cubicBezTo>
                    <a:cubicBezTo>
                      <a:pt x="182" y="2101"/>
                      <a:pt x="626" y="793"/>
                      <a:pt x="1573" y="328"/>
                    </a:cubicBezTo>
                    <a:cubicBezTo>
                      <a:pt x="1793" y="217"/>
                      <a:pt x="2027" y="162"/>
                      <a:pt x="2269" y="162"/>
                    </a:cubicBezTo>
                    <a:cubicBezTo>
                      <a:pt x="2467" y="162"/>
                      <a:pt x="2671" y="199"/>
                      <a:pt x="2880" y="272"/>
                    </a:cubicBezTo>
                    <a:cubicBezTo>
                      <a:pt x="4466" y="818"/>
                      <a:pt x="3966" y="3403"/>
                      <a:pt x="3960" y="3427"/>
                    </a:cubicBezTo>
                    <a:cubicBezTo>
                      <a:pt x="3951" y="3470"/>
                      <a:pt x="3978" y="3514"/>
                      <a:pt x="4022" y="3523"/>
                    </a:cubicBezTo>
                    <a:lnTo>
                      <a:pt x="4040" y="3523"/>
                    </a:lnTo>
                    <a:cubicBezTo>
                      <a:pt x="4077" y="3523"/>
                      <a:pt x="4108" y="3495"/>
                      <a:pt x="4114" y="3461"/>
                    </a:cubicBezTo>
                    <a:cubicBezTo>
                      <a:pt x="4200" y="2986"/>
                      <a:pt x="4222" y="2505"/>
                      <a:pt x="4179" y="2027"/>
                    </a:cubicBezTo>
                    <a:cubicBezTo>
                      <a:pt x="4077" y="1025"/>
                      <a:pt x="3648" y="365"/>
                      <a:pt x="2933" y="118"/>
                    </a:cubicBezTo>
                    <a:cubicBezTo>
                      <a:pt x="2706" y="40"/>
                      <a:pt x="2485" y="0"/>
                      <a:pt x="22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23"/>
              <p:cNvSpPr/>
              <p:nvPr/>
            </p:nvSpPr>
            <p:spPr>
              <a:xfrm>
                <a:off x="8401853" y="185237"/>
                <a:ext cx="121906" cy="97435"/>
              </a:xfrm>
              <a:custGeom>
                <a:avLst/>
                <a:gdLst/>
                <a:ahLst/>
                <a:cxnLst/>
                <a:rect l="l" t="t" r="r" b="b"/>
                <a:pathLst>
                  <a:path w="3258" h="2604" extrusionOk="0">
                    <a:moveTo>
                      <a:pt x="1629" y="1"/>
                    </a:moveTo>
                    <a:cubicBezTo>
                      <a:pt x="1471" y="1"/>
                      <a:pt x="1312" y="37"/>
                      <a:pt x="1166" y="109"/>
                    </a:cubicBezTo>
                    <a:cubicBezTo>
                      <a:pt x="429" y="457"/>
                      <a:pt x="41" y="1549"/>
                      <a:pt x="22" y="1595"/>
                    </a:cubicBezTo>
                    <a:cubicBezTo>
                      <a:pt x="1" y="1659"/>
                      <a:pt x="52" y="1703"/>
                      <a:pt x="103" y="1703"/>
                    </a:cubicBezTo>
                    <a:cubicBezTo>
                      <a:pt x="133" y="1703"/>
                      <a:pt x="163" y="1686"/>
                      <a:pt x="176" y="1648"/>
                    </a:cubicBezTo>
                    <a:cubicBezTo>
                      <a:pt x="182" y="1638"/>
                      <a:pt x="562" y="574"/>
                      <a:pt x="1237" y="254"/>
                    </a:cubicBezTo>
                    <a:cubicBezTo>
                      <a:pt x="1360" y="194"/>
                      <a:pt x="1495" y="163"/>
                      <a:pt x="1630" y="163"/>
                    </a:cubicBezTo>
                    <a:cubicBezTo>
                      <a:pt x="1738" y="163"/>
                      <a:pt x="1847" y="183"/>
                      <a:pt x="1950" y="223"/>
                    </a:cubicBezTo>
                    <a:cubicBezTo>
                      <a:pt x="3069" y="624"/>
                      <a:pt x="2674" y="2487"/>
                      <a:pt x="2668" y="2505"/>
                    </a:cubicBezTo>
                    <a:cubicBezTo>
                      <a:pt x="2659" y="2548"/>
                      <a:pt x="2687" y="2592"/>
                      <a:pt x="2730" y="2601"/>
                    </a:cubicBezTo>
                    <a:cubicBezTo>
                      <a:pt x="2736" y="2604"/>
                      <a:pt x="2742" y="2604"/>
                      <a:pt x="2749" y="2604"/>
                    </a:cubicBezTo>
                    <a:cubicBezTo>
                      <a:pt x="2786" y="2601"/>
                      <a:pt x="2816" y="2576"/>
                      <a:pt x="2826" y="2539"/>
                    </a:cubicBezTo>
                    <a:cubicBezTo>
                      <a:pt x="2844" y="2456"/>
                      <a:pt x="3257" y="519"/>
                      <a:pt x="2002" y="69"/>
                    </a:cubicBezTo>
                    <a:cubicBezTo>
                      <a:pt x="1882" y="23"/>
                      <a:pt x="1755" y="1"/>
                      <a:pt x="16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386" name="Google Shape;2386;p23"/>
          <p:cNvGrpSpPr/>
          <p:nvPr/>
        </p:nvGrpSpPr>
        <p:grpSpPr>
          <a:xfrm>
            <a:off x="110901" y="80480"/>
            <a:ext cx="1859333" cy="1514910"/>
            <a:chOff x="110901" y="80480"/>
            <a:chExt cx="1859333" cy="1514910"/>
          </a:xfrm>
        </p:grpSpPr>
        <p:sp>
          <p:nvSpPr>
            <p:cNvPr id="2387" name="Google Shape;2387;p23"/>
            <p:cNvSpPr/>
            <p:nvPr/>
          </p:nvSpPr>
          <p:spPr>
            <a:xfrm>
              <a:off x="738125" y="421348"/>
              <a:ext cx="76150" cy="76625"/>
            </a:xfrm>
            <a:custGeom>
              <a:avLst/>
              <a:gdLst/>
              <a:ahLst/>
              <a:cxnLst/>
              <a:rect l="l" t="t" r="r" b="b"/>
              <a:pathLst>
                <a:path w="1518" h="1528" extrusionOk="0">
                  <a:moveTo>
                    <a:pt x="812" y="1"/>
                  </a:moveTo>
                  <a:cubicBezTo>
                    <a:pt x="765" y="1"/>
                    <a:pt x="731" y="38"/>
                    <a:pt x="731" y="81"/>
                  </a:cubicBezTo>
                  <a:lnTo>
                    <a:pt x="728" y="543"/>
                  </a:lnTo>
                  <a:lnTo>
                    <a:pt x="451" y="250"/>
                  </a:lnTo>
                  <a:cubicBezTo>
                    <a:pt x="433" y="232"/>
                    <a:pt x="413" y="224"/>
                    <a:pt x="394" y="224"/>
                  </a:cubicBezTo>
                  <a:cubicBezTo>
                    <a:pt x="332" y="224"/>
                    <a:pt x="277" y="303"/>
                    <a:pt x="333" y="365"/>
                  </a:cubicBezTo>
                  <a:lnTo>
                    <a:pt x="617" y="664"/>
                  </a:lnTo>
                  <a:lnTo>
                    <a:pt x="99" y="670"/>
                  </a:lnTo>
                  <a:cubicBezTo>
                    <a:pt x="0" y="676"/>
                    <a:pt x="0" y="824"/>
                    <a:pt x="99" y="830"/>
                  </a:cubicBezTo>
                  <a:lnTo>
                    <a:pt x="574" y="827"/>
                  </a:lnTo>
                  <a:lnTo>
                    <a:pt x="574" y="827"/>
                  </a:lnTo>
                  <a:lnTo>
                    <a:pt x="207" y="1083"/>
                  </a:lnTo>
                  <a:cubicBezTo>
                    <a:pt x="142" y="1126"/>
                    <a:pt x="173" y="1228"/>
                    <a:pt x="253" y="1228"/>
                  </a:cubicBezTo>
                  <a:cubicBezTo>
                    <a:pt x="269" y="1228"/>
                    <a:pt x="284" y="1225"/>
                    <a:pt x="300" y="1216"/>
                  </a:cubicBezTo>
                  <a:lnTo>
                    <a:pt x="722" y="920"/>
                  </a:lnTo>
                  <a:lnTo>
                    <a:pt x="719" y="1444"/>
                  </a:lnTo>
                  <a:cubicBezTo>
                    <a:pt x="719" y="1490"/>
                    <a:pt x="756" y="1527"/>
                    <a:pt x="802" y="1527"/>
                  </a:cubicBezTo>
                  <a:cubicBezTo>
                    <a:pt x="845" y="1527"/>
                    <a:pt x="882" y="1490"/>
                    <a:pt x="882" y="1447"/>
                  </a:cubicBezTo>
                  <a:lnTo>
                    <a:pt x="886" y="951"/>
                  </a:lnTo>
                  <a:lnTo>
                    <a:pt x="1182" y="1262"/>
                  </a:lnTo>
                  <a:cubicBezTo>
                    <a:pt x="1194" y="1277"/>
                    <a:pt x="1216" y="1287"/>
                    <a:pt x="1240" y="1287"/>
                  </a:cubicBezTo>
                  <a:cubicBezTo>
                    <a:pt x="1311" y="1287"/>
                    <a:pt x="1345" y="1203"/>
                    <a:pt x="1299" y="1151"/>
                  </a:cubicBezTo>
                  <a:lnTo>
                    <a:pt x="990" y="824"/>
                  </a:lnTo>
                  <a:lnTo>
                    <a:pt x="1410" y="818"/>
                  </a:lnTo>
                  <a:cubicBezTo>
                    <a:pt x="1518" y="818"/>
                    <a:pt x="1518" y="658"/>
                    <a:pt x="1410" y="658"/>
                  </a:cubicBezTo>
                  <a:lnTo>
                    <a:pt x="1095" y="661"/>
                  </a:lnTo>
                  <a:lnTo>
                    <a:pt x="1095" y="661"/>
                  </a:lnTo>
                  <a:lnTo>
                    <a:pt x="1425" y="429"/>
                  </a:lnTo>
                  <a:cubicBezTo>
                    <a:pt x="1492" y="378"/>
                    <a:pt x="1443" y="284"/>
                    <a:pt x="1376" y="284"/>
                  </a:cubicBezTo>
                  <a:cubicBezTo>
                    <a:pt x="1362" y="284"/>
                    <a:pt x="1347" y="288"/>
                    <a:pt x="1333" y="297"/>
                  </a:cubicBezTo>
                  <a:lnTo>
                    <a:pt x="889" y="605"/>
                  </a:lnTo>
                  <a:lnTo>
                    <a:pt x="889" y="605"/>
                  </a:lnTo>
                  <a:lnTo>
                    <a:pt x="892" y="84"/>
                  </a:lnTo>
                  <a:cubicBezTo>
                    <a:pt x="892" y="38"/>
                    <a:pt x="855" y="4"/>
                    <a:pt x="8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23"/>
            <p:cNvSpPr/>
            <p:nvPr/>
          </p:nvSpPr>
          <p:spPr>
            <a:xfrm>
              <a:off x="1244129" y="155966"/>
              <a:ext cx="106534" cy="77311"/>
            </a:xfrm>
            <a:custGeom>
              <a:avLst/>
              <a:gdLst/>
              <a:ahLst/>
              <a:cxnLst/>
              <a:rect l="l" t="t" r="r" b="b"/>
              <a:pathLst>
                <a:path w="1254" h="910" extrusionOk="0">
                  <a:moveTo>
                    <a:pt x="1097" y="0"/>
                  </a:moveTo>
                  <a:cubicBezTo>
                    <a:pt x="975" y="0"/>
                    <a:pt x="707" y="47"/>
                    <a:pt x="93" y="188"/>
                  </a:cubicBezTo>
                  <a:cubicBezTo>
                    <a:pt x="0" y="214"/>
                    <a:pt x="25" y="347"/>
                    <a:pt x="113" y="347"/>
                  </a:cubicBezTo>
                  <a:cubicBezTo>
                    <a:pt x="119" y="347"/>
                    <a:pt x="124" y="346"/>
                    <a:pt x="130" y="345"/>
                  </a:cubicBezTo>
                  <a:cubicBezTo>
                    <a:pt x="445" y="274"/>
                    <a:pt x="790" y="203"/>
                    <a:pt x="979" y="176"/>
                  </a:cubicBezTo>
                  <a:lnTo>
                    <a:pt x="979" y="176"/>
                  </a:lnTo>
                  <a:cubicBezTo>
                    <a:pt x="818" y="364"/>
                    <a:pt x="485" y="722"/>
                    <a:pt x="433" y="765"/>
                  </a:cubicBezTo>
                  <a:cubicBezTo>
                    <a:pt x="399" y="793"/>
                    <a:pt x="390" y="842"/>
                    <a:pt x="417" y="879"/>
                  </a:cubicBezTo>
                  <a:cubicBezTo>
                    <a:pt x="433" y="897"/>
                    <a:pt x="457" y="910"/>
                    <a:pt x="482" y="910"/>
                  </a:cubicBezTo>
                  <a:cubicBezTo>
                    <a:pt x="501" y="910"/>
                    <a:pt x="516" y="904"/>
                    <a:pt x="531" y="894"/>
                  </a:cubicBezTo>
                  <a:cubicBezTo>
                    <a:pt x="538" y="888"/>
                    <a:pt x="1253" y="194"/>
                    <a:pt x="1210" y="62"/>
                  </a:cubicBezTo>
                  <a:cubicBezTo>
                    <a:pt x="1198" y="27"/>
                    <a:pt x="1189" y="0"/>
                    <a:pt x="10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23"/>
            <p:cNvSpPr/>
            <p:nvPr/>
          </p:nvSpPr>
          <p:spPr>
            <a:xfrm>
              <a:off x="1011528" y="129375"/>
              <a:ext cx="345427" cy="299475"/>
            </a:xfrm>
            <a:custGeom>
              <a:avLst/>
              <a:gdLst/>
              <a:ahLst/>
              <a:cxnLst/>
              <a:rect l="l" t="t" r="r" b="b"/>
              <a:pathLst>
                <a:path w="4066" h="3525" extrusionOk="0">
                  <a:moveTo>
                    <a:pt x="790" y="0"/>
                  </a:moveTo>
                  <a:cubicBezTo>
                    <a:pt x="781" y="0"/>
                    <a:pt x="773" y="1"/>
                    <a:pt x="765" y="1"/>
                  </a:cubicBezTo>
                  <a:cubicBezTo>
                    <a:pt x="265" y="41"/>
                    <a:pt x="885" y="1161"/>
                    <a:pt x="885" y="1161"/>
                  </a:cubicBezTo>
                  <a:cubicBezTo>
                    <a:pt x="885" y="1161"/>
                    <a:pt x="676" y="991"/>
                    <a:pt x="509" y="991"/>
                  </a:cubicBezTo>
                  <a:cubicBezTo>
                    <a:pt x="412" y="991"/>
                    <a:pt x="329" y="1048"/>
                    <a:pt x="308" y="1229"/>
                  </a:cubicBezTo>
                  <a:cubicBezTo>
                    <a:pt x="253" y="1719"/>
                    <a:pt x="922" y="2308"/>
                    <a:pt x="922" y="2308"/>
                  </a:cubicBezTo>
                  <a:lnTo>
                    <a:pt x="0" y="2534"/>
                  </a:lnTo>
                  <a:cubicBezTo>
                    <a:pt x="0" y="2534"/>
                    <a:pt x="453" y="3524"/>
                    <a:pt x="1613" y="3524"/>
                  </a:cubicBezTo>
                  <a:cubicBezTo>
                    <a:pt x="1834" y="3524"/>
                    <a:pt x="2080" y="3489"/>
                    <a:pt x="2353" y="3403"/>
                  </a:cubicBezTo>
                  <a:cubicBezTo>
                    <a:pt x="4065" y="2867"/>
                    <a:pt x="3612" y="526"/>
                    <a:pt x="2696" y="220"/>
                  </a:cubicBezTo>
                  <a:cubicBezTo>
                    <a:pt x="2643" y="203"/>
                    <a:pt x="2594" y="195"/>
                    <a:pt x="2549" y="195"/>
                  </a:cubicBezTo>
                  <a:cubicBezTo>
                    <a:pt x="2026" y="195"/>
                    <a:pt x="1974" y="1263"/>
                    <a:pt x="1974" y="1263"/>
                  </a:cubicBezTo>
                  <a:cubicBezTo>
                    <a:pt x="1974" y="1263"/>
                    <a:pt x="1290" y="0"/>
                    <a:pt x="7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23"/>
            <p:cNvSpPr/>
            <p:nvPr/>
          </p:nvSpPr>
          <p:spPr>
            <a:xfrm>
              <a:off x="1207769" y="166841"/>
              <a:ext cx="52757" cy="56242"/>
            </a:xfrm>
            <a:custGeom>
              <a:avLst/>
              <a:gdLst/>
              <a:ahLst/>
              <a:cxnLst/>
              <a:rect l="l" t="t" r="r" b="b"/>
              <a:pathLst>
                <a:path w="621" h="662" extrusionOk="0">
                  <a:moveTo>
                    <a:pt x="375" y="0"/>
                  </a:moveTo>
                  <a:cubicBezTo>
                    <a:pt x="323" y="0"/>
                    <a:pt x="269" y="51"/>
                    <a:pt x="299" y="116"/>
                  </a:cubicBezTo>
                  <a:cubicBezTo>
                    <a:pt x="364" y="264"/>
                    <a:pt x="413" y="430"/>
                    <a:pt x="413" y="495"/>
                  </a:cubicBezTo>
                  <a:cubicBezTo>
                    <a:pt x="352" y="473"/>
                    <a:pt x="244" y="353"/>
                    <a:pt x="176" y="245"/>
                  </a:cubicBezTo>
                  <a:cubicBezTo>
                    <a:pt x="157" y="219"/>
                    <a:pt x="133" y="208"/>
                    <a:pt x="109" y="208"/>
                  </a:cubicBezTo>
                  <a:cubicBezTo>
                    <a:pt x="53" y="208"/>
                    <a:pt x="1" y="267"/>
                    <a:pt x="37" y="331"/>
                  </a:cubicBezTo>
                  <a:cubicBezTo>
                    <a:pt x="90" y="409"/>
                    <a:pt x="262" y="661"/>
                    <a:pt x="435" y="661"/>
                  </a:cubicBezTo>
                  <a:lnTo>
                    <a:pt x="450" y="661"/>
                  </a:lnTo>
                  <a:cubicBezTo>
                    <a:pt x="494" y="658"/>
                    <a:pt x="531" y="634"/>
                    <a:pt x="552" y="600"/>
                  </a:cubicBezTo>
                  <a:cubicBezTo>
                    <a:pt x="620" y="483"/>
                    <a:pt x="515" y="205"/>
                    <a:pt x="447" y="51"/>
                  </a:cubicBezTo>
                  <a:cubicBezTo>
                    <a:pt x="432" y="15"/>
                    <a:pt x="404" y="0"/>
                    <a:pt x="37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23"/>
            <p:cNvSpPr/>
            <p:nvPr/>
          </p:nvSpPr>
          <p:spPr>
            <a:xfrm>
              <a:off x="1068616" y="214076"/>
              <a:ext cx="115454" cy="110445"/>
            </a:xfrm>
            <a:custGeom>
              <a:avLst/>
              <a:gdLst/>
              <a:ahLst/>
              <a:cxnLst/>
              <a:rect l="l" t="t" r="r" b="b"/>
              <a:pathLst>
                <a:path w="1359" h="1300" extrusionOk="0">
                  <a:moveTo>
                    <a:pt x="604" y="0"/>
                  </a:moveTo>
                  <a:cubicBezTo>
                    <a:pt x="588" y="0"/>
                    <a:pt x="576" y="4"/>
                    <a:pt x="568" y="7"/>
                  </a:cubicBezTo>
                  <a:cubicBezTo>
                    <a:pt x="457" y="47"/>
                    <a:pt x="432" y="223"/>
                    <a:pt x="491" y="531"/>
                  </a:cubicBezTo>
                  <a:cubicBezTo>
                    <a:pt x="396" y="468"/>
                    <a:pt x="285" y="414"/>
                    <a:pt x="195" y="414"/>
                  </a:cubicBezTo>
                  <a:cubicBezTo>
                    <a:pt x="170" y="414"/>
                    <a:pt x="148" y="418"/>
                    <a:pt x="127" y="426"/>
                  </a:cubicBezTo>
                  <a:cubicBezTo>
                    <a:pt x="68" y="451"/>
                    <a:pt x="28" y="513"/>
                    <a:pt x="28" y="577"/>
                  </a:cubicBezTo>
                  <a:cubicBezTo>
                    <a:pt x="0" y="880"/>
                    <a:pt x="438" y="1244"/>
                    <a:pt x="488" y="1284"/>
                  </a:cubicBezTo>
                  <a:cubicBezTo>
                    <a:pt x="503" y="1293"/>
                    <a:pt x="522" y="1299"/>
                    <a:pt x="540" y="1299"/>
                  </a:cubicBezTo>
                  <a:cubicBezTo>
                    <a:pt x="617" y="1299"/>
                    <a:pt x="651" y="1203"/>
                    <a:pt x="590" y="1157"/>
                  </a:cubicBezTo>
                  <a:cubicBezTo>
                    <a:pt x="429" y="1025"/>
                    <a:pt x="176" y="756"/>
                    <a:pt x="192" y="593"/>
                  </a:cubicBezTo>
                  <a:lnTo>
                    <a:pt x="192" y="574"/>
                  </a:lnTo>
                  <a:cubicBezTo>
                    <a:pt x="194" y="574"/>
                    <a:pt x="196" y="574"/>
                    <a:pt x="199" y="574"/>
                  </a:cubicBezTo>
                  <a:cubicBezTo>
                    <a:pt x="256" y="574"/>
                    <a:pt x="426" y="672"/>
                    <a:pt x="568" y="790"/>
                  </a:cubicBezTo>
                  <a:cubicBezTo>
                    <a:pt x="583" y="803"/>
                    <a:pt x="601" y="809"/>
                    <a:pt x="618" y="809"/>
                  </a:cubicBezTo>
                  <a:cubicBezTo>
                    <a:pt x="666" y="809"/>
                    <a:pt x="711" y="764"/>
                    <a:pt x="697" y="707"/>
                  </a:cubicBezTo>
                  <a:cubicBezTo>
                    <a:pt x="636" y="473"/>
                    <a:pt x="605" y="229"/>
                    <a:pt x="617" y="170"/>
                  </a:cubicBezTo>
                  <a:lnTo>
                    <a:pt x="617" y="170"/>
                  </a:lnTo>
                  <a:cubicBezTo>
                    <a:pt x="716" y="226"/>
                    <a:pt x="975" y="559"/>
                    <a:pt x="1176" y="858"/>
                  </a:cubicBezTo>
                  <a:cubicBezTo>
                    <a:pt x="1192" y="887"/>
                    <a:pt x="1216" y="899"/>
                    <a:pt x="1241" y="899"/>
                  </a:cubicBezTo>
                  <a:cubicBezTo>
                    <a:pt x="1299" y="899"/>
                    <a:pt x="1358" y="832"/>
                    <a:pt x="1308" y="769"/>
                  </a:cubicBezTo>
                  <a:cubicBezTo>
                    <a:pt x="857" y="85"/>
                    <a:pt x="679" y="0"/>
                    <a:pt x="6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23"/>
            <p:cNvSpPr/>
            <p:nvPr/>
          </p:nvSpPr>
          <p:spPr>
            <a:xfrm>
              <a:off x="1134540" y="274310"/>
              <a:ext cx="164558" cy="119875"/>
            </a:xfrm>
            <a:custGeom>
              <a:avLst/>
              <a:gdLst/>
              <a:ahLst/>
              <a:cxnLst/>
              <a:rect l="l" t="t" r="r" b="b"/>
              <a:pathLst>
                <a:path w="1937" h="1411" extrusionOk="0">
                  <a:moveTo>
                    <a:pt x="1849" y="0"/>
                  </a:moveTo>
                  <a:cubicBezTo>
                    <a:pt x="1813" y="0"/>
                    <a:pt x="1777" y="22"/>
                    <a:pt x="1769" y="69"/>
                  </a:cubicBezTo>
                  <a:cubicBezTo>
                    <a:pt x="1707" y="522"/>
                    <a:pt x="1528" y="852"/>
                    <a:pt x="1242" y="1043"/>
                  </a:cubicBezTo>
                  <a:cubicBezTo>
                    <a:pt x="1002" y="1205"/>
                    <a:pt x="722" y="1246"/>
                    <a:pt x="503" y="1246"/>
                  </a:cubicBezTo>
                  <a:cubicBezTo>
                    <a:pt x="288" y="1246"/>
                    <a:pt x="131" y="1207"/>
                    <a:pt x="128" y="1207"/>
                  </a:cubicBezTo>
                  <a:cubicBezTo>
                    <a:pt x="123" y="1206"/>
                    <a:pt x="118" y="1206"/>
                    <a:pt x="113" y="1206"/>
                  </a:cubicBezTo>
                  <a:cubicBezTo>
                    <a:pt x="26" y="1206"/>
                    <a:pt x="0" y="1332"/>
                    <a:pt x="88" y="1364"/>
                  </a:cubicBezTo>
                  <a:cubicBezTo>
                    <a:pt x="227" y="1395"/>
                    <a:pt x="366" y="1411"/>
                    <a:pt x="504" y="1411"/>
                  </a:cubicBezTo>
                  <a:cubicBezTo>
                    <a:pt x="748" y="1411"/>
                    <a:pt x="1060" y="1364"/>
                    <a:pt x="1331" y="1179"/>
                  </a:cubicBezTo>
                  <a:cubicBezTo>
                    <a:pt x="1661" y="960"/>
                    <a:pt x="1861" y="590"/>
                    <a:pt x="1929" y="90"/>
                  </a:cubicBezTo>
                  <a:cubicBezTo>
                    <a:pt x="1936" y="33"/>
                    <a:pt x="1892" y="0"/>
                    <a:pt x="18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23"/>
            <p:cNvSpPr/>
            <p:nvPr/>
          </p:nvSpPr>
          <p:spPr>
            <a:xfrm>
              <a:off x="110901" y="80480"/>
              <a:ext cx="161423" cy="148928"/>
            </a:xfrm>
            <a:custGeom>
              <a:avLst/>
              <a:gdLst/>
              <a:ahLst/>
              <a:cxnLst/>
              <a:rect l="l" t="t" r="r" b="b"/>
              <a:pathLst>
                <a:path w="2558" h="2360" extrusionOk="0">
                  <a:moveTo>
                    <a:pt x="1855" y="179"/>
                  </a:moveTo>
                  <a:lnTo>
                    <a:pt x="1855" y="179"/>
                  </a:lnTo>
                  <a:cubicBezTo>
                    <a:pt x="1827" y="306"/>
                    <a:pt x="1771" y="531"/>
                    <a:pt x="1707" y="790"/>
                  </a:cubicBezTo>
                  <a:cubicBezTo>
                    <a:pt x="1583" y="710"/>
                    <a:pt x="1457" y="630"/>
                    <a:pt x="1330" y="553"/>
                  </a:cubicBezTo>
                  <a:cubicBezTo>
                    <a:pt x="1629" y="306"/>
                    <a:pt x="1781" y="213"/>
                    <a:pt x="1855" y="179"/>
                  </a:cubicBezTo>
                  <a:close/>
                  <a:moveTo>
                    <a:pt x="522" y="287"/>
                  </a:moveTo>
                  <a:cubicBezTo>
                    <a:pt x="704" y="374"/>
                    <a:pt x="880" y="469"/>
                    <a:pt x="1053" y="577"/>
                  </a:cubicBezTo>
                  <a:cubicBezTo>
                    <a:pt x="942" y="670"/>
                    <a:pt x="824" y="778"/>
                    <a:pt x="698" y="892"/>
                  </a:cubicBezTo>
                  <a:cubicBezTo>
                    <a:pt x="575" y="559"/>
                    <a:pt x="531" y="371"/>
                    <a:pt x="522" y="287"/>
                  </a:cubicBezTo>
                  <a:close/>
                  <a:moveTo>
                    <a:pt x="1811" y="1046"/>
                  </a:moveTo>
                  <a:cubicBezTo>
                    <a:pt x="2070" y="1219"/>
                    <a:pt x="2225" y="1330"/>
                    <a:pt x="2308" y="1398"/>
                  </a:cubicBezTo>
                  <a:cubicBezTo>
                    <a:pt x="2188" y="1413"/>
                    <a:pt x="1981" y="1438"/>
                    <a:pt x="1694" y="1462"/>
                  </a:cubicBezTo>
                  <a:cubicBezTo>
                    <a:pt x="1731" y="1336"/>
                    <a:pt x="1771" y="1197"/>
                    <a:pt x="1808" y="1046"/>
                  </a:cubicBezTo>
                  <a:close/>
                  <a:moveTo>
                    <a:pt x="1201" y="664"/>
                  </a:moveTo>
                  <a:cubicBezTo>
                    <a:pt x="1355" y="756"/>
                    <a:pt x="1515" y="855"/>
                    <a:pt x="1666" y="954"/>
                  </a:cubicBezTo>
                  <a:cubicBezTo>
                    <a:pt x="1617" y="1148"/>
                    <a:pt x="1571" y="1324"/>
                    <a:pt x="1525" y="1478"/>
                  </a:cubicBezTo>
                  <a:cubicBezTo>
                    <a:pt x="1336" y="1493"/>
                    <a:pt x="1136" y="1509"/>
                    <a:pt x="951" y="1521"/>
                  </a:cubicBezTo>
                  <a:cubicBezTo>
                    <a:pt x="883" y="1367"/>
                    <a:pt x="815" y="1210"/>
                    <a:pt x="757" y="1055"/>
                  </a:cubicBezTo>
                  <a:cubicBezTo>
                    <a:pt x="917" y="910"/>
                    <a:pt x="1065" y="778"/>
                    <a:pt x="1201" y="664"/>
                  </a:cubicBezTo>
                  <a:close/>
                  <a:moveTo>
                    <a:pt x="630" y="1173"/>
                  </a:moveTo>
                  <a:cubicBezTo>
                    <a:pt x="676" y="1293"/>
                    <a:pt x="726" y="1413"/>
                    <a:pt x="775" y="1530"/>
                  </a:cubicBezTo>
                  <a:cubicBezTo>
                    <a:pt x="613" y="1539"/>
                    <a:pt x="473" y="1543"/>
                    <a:pt x="370" y="1543"/>
                  </a:cubicBezTo>
                  <a:cubicBezTo>
                    <a:pt x="319" y="1543"/>
                    <a:pt x="276" y="1542"/>
                    <a:pt x="245" y="1540"/>
                  </a:cubicBezTo>
                  <a:cubicBezTo>
                    <a:pt x="337" y="1450"/>
                    <a:pt x="476" y="1317"/>
                    <a:pt x="630" y="1173"/>
                  </a:cubicBezTo>
                  <a:close/>
                  <a:moveTo>
                    <a:pt x="1472" y="1644"/>
                  </a:moveTo>
                  <a:lnTo>
                    <a:pt x="1472" y="1644"/>
                  </a:lnTo>
                  <a:cubicBezTo>
                    <a:pt x="1370" y="1981"/>
                    <a:pt x="1306" y="2116"/>
                    <a:pt x="1275" y="2172"/>
                  </a:cubicBezTo>
                  <a:cubicBezTo>
                    <a:pt x="1176" y="2015"/>
                    <a:pt x="1090" y="1848"/>
                    <a:pt x="1019" y="1678"/>
                  </a:cubicBezTo>
                  <a:cubicBezTo>
                    <a:pt x="1167" y="1672"/>
                    <a:pt x="1321" y="1657"/>
                    <a:pt x="1472" y="1644"/>
                  </a:cubicBezTo>
                  <a:close/>
                  <a:moveTo>
                    <a:pt x="1916" y="0"/>
                  </a:moveTo>
                  <a:cubicBezTo>
                    <a:pt x="1833" y="0"/>
                    <a:pt x="1673" y="53"/>
                    <a:pt x="1182" y="466"/>
                  </a:cubicBezTo>
                  <a:cubicBezTo>
                    <a:pt x="960" y="334"/>
                    <a:pt x="618" y="136"/>
                    <a:pt x="507" y="108"/>
                  </a:cubicBezTo>
                  <a:cubicBezTo>
                    <a:pt x="494" y="108"/>
                    <a:pt x="485" y="105"/>
                    <a:pt x="476" y="105"/>
                  </a:cubicBezTo>
                  <a:cubicBezTo>
                    <a:pt x="439" y="105"/>
                    <a:pt x="408" y="124"/>
                    <a:pt x="386" y="155"/>
                  </a:cubicBezTo>
                  <a:cubicBezTo>
                    <a:pt x="359" y="192"/>
                    <a:pt x="297" y="281"/>
                    <a:pt x="568" y="1009"/>
                  </a:cubicBezTo>
                  <a:cubicBezTo>
                    <a:pt x="328" y="1231"/>
                    <a:pt x="118" y="1435"/>
                    <a:pt x="38" y="1515"/>
                  </a:cubicBezTo>
                  <a:cubicBezTo>
                    <a:pt x="10" y="1543"/>
                    <a:pt x="1" y="1583"/>
                    <a:pt x="13" y="1620"/>
                  </a:cubicBezTo>
                  <a:cubicBezTo>
                    <a:pt x="38" y="1681"/>
                    <a:pt x="93" y="1706"/>
                    <a:pt x="374" y="1706"/>
                  </a:cubicBezTo>
                  <a:cubicBezTo>
                    <a:pt x="497" y="1706"/>
                    <a:pt x="655" y="1700"/>
                    <a:pt x="846" y="1691"/>
                  </a:cubicBezTo>
                  <a:cubicBezTo>
                    <a:pt x="966" y="1959"/>
                    <a:pt x="1117" y="2271"/>
                    <a:pt x="1207" y="2338"/>
                  </a:cubicBezTo>
                  <a:cubicBezTo>
                    <a:pt x="1225" y="2351"/>
                    <a:pt x="1247" y="2360"/>
                    <a:pt x="1272" y="2360"/>
                  </a:cubicBezTo>
                  <a:lnTo>
                    <a:pt x="1275" y="2360"/>
                  </a:lnTo>
                  <a:cubicBezTo>
                    <a:pt x="1358" y="2360"/>
                    <a:pt x="1444" y="2304"/>
                    <a:pt x="1648" y="1629"/>
                  </a:cubicBezTo>
                  <a:cubicBezTo>
                    <a:pt x="1947" y="1604"/>
                    <a:pt x="2413" y="1555"/>
                    <a:pt x="2487" y="1530"/>
                  </a:cubicBezTo>
                  <a:cubicBezTo>
                    <a:pt x="2518" y="1515"/>
                    <a:pt x="2539" y="1487"/>
                    <a:pt x="2545" y="1456"/>
                  </a:cubicBezTo>
                  <a:cubicBezTo>
                    <a:pt x="2549" y="1398"/>
                    <a:pt x="2558" y="1339"/>
                    <a:pt x="1851" y="883"/>
                  </a:cubicBezTo>
                  <a:cubicBezTo>
                    <a:pt x="1959" y="466"/>
                    <a:pt x="2037" y="118"/>
                    <a:pt x="2037" y="115"/>
                  </a:cubicBezTo>
                  <a:cubicBezTo>
                    <a:pt x="2040" y="90"/>
                    <a:pt x="2033" y="62"/>
                    <a:pt x="2018" y="44"/>
                  </a:cubicBezTo>
                  <a:cubicBezTo>
                    <a:pt x="1990" y="16"/>
                    <a:pt x="1953" y="0"/>
                    <a:pt x="19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23"/>
            <p:cNvSpPr/>
            <p:nvPr/>
          </p:nvSpPr>
          <p:spPr>
            <a:xfrm>
              <a:off x="679734" y="119474"/>
              <a:ext cx="70741" cy="70930"/>
            </a:xfrm>
            <a:custGeom>
              <a:avLst/>
              <a:gdLst/>
              <a:ahLst/>
              <a:cxnLst/>
              <a:rect l="l" t="t" r="r" b="b"/>
              <a:pathLst>
                <a:path w="1121" h="1124" extrusionOk="0">
                  <a:moveTo>
                    <a:pt x="562" y="164"/>
                  </a:moveTo>
                  <a:cubicBezTo>
                    <a:pt x="781" y="168"/>
                    <a:pt x="960" y="346"/>
                    <a:pt x="957" y="565"/>
                  </a:cubicBezTo>
                  <a:cubicBezTo>
                    <a:pt x="957" y="784"/>
                    <a:pt x="778" y="960"/>
                    <a:pt x="562" y="960"/>
                  </a:cubicBezTo>
                  <a:cubicBezTo>
                    <a:pt x="340" y="960"/>
                    <a:pt x="164" y="781"/>
                    <a:pt x="164" y="562"/>
                  </a:cubicBezTo>
                  <a:cubicBezTo>
                    <a:pt x="164" y="344"/>
                    <a:pt x="341" y="166"/>
                    <a:pt x="562" y="164"/>
                  </a:cubicBezTo>
                  <a:close/>
                  <a:moveTo>
                    <a:pt x="559" y="1"/>
                  </a:moveTo>
                  <a:cubicBezTo>
                    <a:pt x="250" y="1"/>
                    <a:pt x="0" y="251"/>
                    <a:pt x="0" y="562"/>
                  </a:cubicBezTo>
                  <a:cubicBezTo>
                    <a:pt x="0" y="871"/>
                    <a:pt x="250" y="1120"/>
                    <a:pt x="559" y="1123"/>
                  </a:cubicBezTo>
                  <a:lnTo>
                    <a:pt x="562" y="1123"/>
                  </a:lnTo>
                  <a:cubicBezTo>
                    <a:pt x="870" y="1120"/>
                    <a:pt x="1120" y="871"/>
                    <a:pt x="1120" y="562"/>
                  </a:cubicBezTo>
                  <a:cubicBezTo>
                    <a:pt x="1120" y="251"/>
                    <a:pt x="870" y="1"/>
                    <a:pt x="5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23"/>
            <p:cNvSpPr/>
            <p:nvPr/>
          </p:nvSpPr>
          <p:spPr>
            <a:xfrm>
              <a:off x="134378" y="679946"/>
              <a:ext cx="114472" cy="115104"/>
            </a:xfrm>
            <a:custGeom>
              <a:avLst/>
              <a:gdLst/>
              <a:ahLst/>
              <a:cxnLst/>
              <a:rect l="l" t="t" r="r" b="b"/>
              <a:pathLst>
                <a:path w="1814" h="1824" extrusionOk="0">
                  <a:moveTo>
                    <a:pt x="969" y="232"/>
                  </a:moveTo>
                  <a:cubicBezTo>
                    <a:pt x="993" y="309"/>
                    <a:pt x="1018" y="414"/>
                    <a:pt x="1034" y="482"/>
                  </a:cubicBezTo>
                  <a:cubicBezTo>
                    <a:pt x="1080" y="664"/>
                    <a:pt x="1089" y="704"/>
                    <a:pt x="1111" y="735"/>
                  </a:cubicBezTo>
                  <a:cubicBezTo>
                    <a:pt x="1135" y="766"/>
                    <a:pt x="1169" y="778"/>
                    <a:pt x="1348" y="843"/>
                  </a:cubicBezTo>
                  <a:cubicBezTo>
                    <a:pt x="1410" y="868"/>
                    <a:pt x="1509" y="901"/>
                    <a:pt x="1579" y="929"/>
                  </a:cubicBezTo>
                  <a:cubicBezTo>
                    <a:pt x="1478" y="975"/>
                    <a:pt x="1314" y="1037"/>
                    <a:pt x="1169" y="1090"/>
                  </a:cubicBezTo>
                  <a:cubicBezTo>
                    <a:pt x="1148" y="1096"/>
                    <a:pt x="1132" y="1111"/>
                    <a:pt x="1123" y="1133"/>
                  </a:cubicBezTo>
                  <a:cubicBezTo>
                    <a:pt x="1049" y="1299"/>
                    <a:pt x="960" y="1487"/>
                    <a:pt x="901" y="1592"/>
                  </a:cubicBezTo>
                  <a:cubicBezTo>
                    <a:pt x="861" y="1478"/>
                    <a:pt x="805" y="1278"/>
                    <a:pt x="762" y="1105"/>
                  </a:cubicBezTo>
                  <a:cubicBezTo>
                    <a:pt x="753" y="1071"/>
                    <a:pt x="728" y="1049"/>
                    <a:pt x="697" y="1043"/>
                  </a:cubicBezTo>
                  <a:cubicBezTo>
                    <a:pt x="528" y="1012"/>
                    <a:pt x="333" y="969"/>
                    <a:pt x="229" y="938"/>
                  </a:cubicBezTo>
                  <a:cubicBezTo>
                    <a:pt x="395" y="849"/>
                    <a:pt x="565" y="772"/>
                    <a:pt x="741" y="704"/>
                  </a:cubicBezTo>
                  <a:cubicBezTo>
                    <a:pt x="759" y="695"/>
                    <a:pt x="778" y="676"/>
                    <a:pt x="784" y="658"/>
                  </a:cubicBezTo>
                  <a:cubicBezTo>
                    <a:pt x="839" y="513"/>
                    <a:pt x="901" y="371"/>
                    <a:pt x="969" y="232"/>
                  </a:cubicBezTo>
                  <a:close/>
                  <a:moveTo>
                    <a:pt x="990" y="1"/>
                  </a:moveTo>
                  <a:cubicBezTo>
                    <a:pt x="941" y="1"/>
                    <a:pt x="867" y="1"/>
                    <a:pt x="648" y="571"/>
                  </a:cubicBezTo>
                  <a:cubicBezTo>
                    <a:pt x="40" y="815"/>
                    <a:pt x="19" y="895"/>
                    <a:pt x="10" y="929"/>
                  </a:cubicBezTo>
                  <a:cubicBezTo>
                    <a:pt x="0" y="957"/>
                    <a:pt x="6" y="985"/>
                    <a:pt x="22" y="1009"/>
                  </a:cubicBezTo>
                  <a:cubicBezTo>
                    <a:pt x="37" y="1031"/>
                    <a:pt x="84" y="1093"/>
                    <a:pt x="617" y="1198"/>
                  </a:cubicBezTo>
                  <a:cubicBezTo>
                    <a:pt x="774" y="1824"/>
                    <a:pt x="830" y="1824"/>
                    <a:pt x="892" y="1824"/>
                  </a:cubicBezTo>
                  <a:lnTo>
                    <a:pt x="898" y="1824"/>
                  </a:lnTo>
                  <a:cubicBezTo>
                    <a:pt x="944" y="1821"/>
                    <a:pt x="1000" y="1817"/>
                    <a:pt x="1259" y="1231"/>
                  </a:cubicBezTo>
                  <a:cubicBezTo>
                    <a:pt x="1416" y="1176"/>
                    <a:pt x="1718" y="1065"/>
                    <a:pt x="1783" y="1006"/>
                  </a:cubicBezTo>
                  <a:cubicBezTo>
                    <a:pt x="1805" y="985"/>
                    <a:pt x="1814" y="951"/>
                    <a:pt x="1811" y="920"/>
                  </a:cubicBezTo>
                  <a:cubicBezTo>
                    <a:pt x="1795" y="846"/>
                    <a:pt x="1715" y="806"/>
                    <a:pt x="1404" y="695"/>
                  </a:cubicBezTo>
                  <a:cubicBezTo>
                    <a:pt x="1345" y="673"/>
                    <a:pt x="1274" y="649"/>
                    <a:pt x="1243" y="633"/>
                  </a:cubicBezTo>
                  <a:cubicBezTo>
                    <a:pt x="1234" y="599"/>
                    <a:pt x="1212" y="516"/>
                    <a:pt x="1194" y="448"/>
                  </a:cubicBezTo>
                  <a:cubicBezTo>
                    <a:pt x="1141" y="229"/>
                    <a:pt x="1104" y="93"/>
                    <a:pt x="1067" y="41"/>
                  </a:cubicBezTo>
                  <a:cubicBezTo>
                    <a:pt x="1046" y="16"/>
                    <a:pt x="1018" y="4"/>
                    <a:pt x="99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23"/>
            <p:cNvSpPr/>
            <p:nvPr/>
          </p:nvSpPr>
          <p:spPr>
            <a:xfrm>
              <a:off x="190604" y="1009210"/>
              <a:ext cx="446685" cy="254309"/>
            </a:xfrm>
            <a:custGeom>
              <a:avLst/>
              <a:gdLst/>
              <a:ahLst/>
              <a:cxnLst/>
              <a:rect l="l" t="t" r="r" b="b"/>
              <a:pathLst>
                <a:path w="6448" h="3671" extrusionOk="0">
                  <a:moveTo>
                    <a:pt x="3915" y="0"/>
                  </a:moveTo>
                  <a:cubicBezTo>
                    <a:pt x="3615" y="0"/>
                    <a:pt x="3350" y="167"/>
                    <a:pt x="3169" y="387"/>
                  </a:cubicBezTo>
                  <a:lnTo>
                    <a:pt x="3169" y="387"/>
                  </a:lnTo>
                  <a:cubicBezTo>
                    <a:pt x="3046" y="288"/>
                    <a:pt x="2886" y="200"/>
                    <a:pt x="2681" y="132"/>
                  </a:cubicBezTo>
                  <a:cubicBezTo>
                    <a:pt x="2511" y="76"/>
                    <a:pt x="2368" y="52"/>
                    <a:pt x="2248" y="52"/>
                  </a:cubicBezTo>
                  <a:cubicBezTo>
                    <a:pt x="1490" y="52"/>
                    <a:pt x="1623" y="1005"/>
                    <a:pt x="1623" y="1005"/>
                  </a:cubicBezTo>
                  <a:cubicBezTo>
                    <a:pt x="1545" y="958"/>
                    <a:pt x="1462" y="937"/>
                    <a:pt x="1377" y="937"/>
                  </a:cubicBezTo>
                  <a:cubicBezTo>
                    <a:pt x="735" y="937"/>
                    <a:pt x="1" y="2154"/>
                    <a:pt x="840" y="2769"/>
                  </a:cubicBezTo>
                  <a:cubicBezTo>
                    <a:pt x="1102" y="2963"/>
                    <a:pt x="1351" y="3051"/>
                    <a:pt x="1564" y="3064"/>
                  </a:cubicBezTo>
                  <a:lnTo>
                    <a:pt x="1564" y="3064"/>
                  </a:lnTo>
                  <a:cubicBezTo>
                    <a:pt x="1637" y="3387"/>
                    <a:pt x="1868" y="3665"/>
                    <a:pt x="2357" y="3670"/>
                  </a:cubicBezTo>
                  <a:cubicBezTo>
                    <a:pt x="2374" y="3670"/>
                    <a:pt x="2392" y="3670"/>
                    <a:pt x="2408" y="3670"/>
                  </a:cubicBezTo>
                  <a:cubicBezTo>
                    <a:pt x="3079" y="3670"/>
                    <a:pt x="3528" y="3515"/>
                    <a:pt x="3781" y="3285"/>
                  </a:cubicBezTo>
                  <a:lnTo>
                    <a:pt x="3781" y="3285"/>
                  </a:lnTo>
                  <a:cubicBezTo>
                    <a:pt x="3834" y="3357"/>
                    <a:pt x="3900" y="3426"/>
                    <a:pt x="3983" y="3491"/>
                  </a:cubicBezTo>
                  <a:cubicBezTo>
                    <a:pt x="4094" y="3579"/>
                    <a:pt x="4230" y="3618"/>
                    <a:pt x="4376" y="3618"/>
                  </a:cubicBezTo>
                  <a:cubicBezTo>
                    <a:pt x="5223" y="3618"/>
                    <a:pt x="6448" y="2304"/>
                    <a:pt x="5722" y="1542"/>
                  </a:cubicBezTo>
                  <a:cubicBezTo>
                    <a:pt x="5522" y="1331"/>
                    <a:pt x="5310" y="1251"/>
                    <a:pt x="5112" y="1251"/>
                  </a:cubicBezTo>
                  <a:cubicBezTo>
                    <a:pt x="5090" y="1251"/>
                    <a:pt x="5068" y="1252"/>
                    <a:pt x="5046" y="1254"/>
                  </a:cubicBezTo>
                  <a:lnTo>
                    <a:pt x="5046" y="1254"/>
                  </a:lnTo>
                  <a:cubicBezTo>
                    <a:pt x="5054" y="878"/>
                    <a:pt x="4866" y="444"/>
                    <a:pt x="4402" y="151"/>
                  </a:cubicBezTo>
                  <a:cubicBezTo>
                    <a:pt x="4235" y="45"/>
                    <a:pt x="4070" y="0"/>
                    <a:pt x="39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23"/>
            <p:cNvSpPr/>
            <p:nvPr/>
          </p:nvSpPr>
          <p:spPr>
            <a:xfrm>
              <a:off x="282131" y="266071"/>
              <a:ext cx="336102" cy="221545"/>
            </a:xfrm>
            <a:custGeom>
              <a:avLst/>
              <a:gdLst/>
              <a:ahLst/>
              <a:cxnLst/>
              <a:rect l="l" t="t" r="r" b="b"/>
              <a:pathLst>
                <a:path w="5284" h="3483" extrusionOk="0">
                  <a:moveTo>
                    <a:pt x="780" y="0"/>
                  </a:moveTo>
                  <a:lnTo>
                    <a:pt x="780" y="0"/>
                  </a:lnTo>
                  <a:cubicBezTo>
                    <a:pt x="577" y="1172"/>
                    <a:pt x="1086" y="1561"/>
                    <a:pt x="1086" y="1561"/>
                  </a:cubicBezTo>
                  <a:cubicBezTo>
                    <a:pt x="1075" y="1560"/>
                    <a:pt x="1064" y="1560"/>
                    <a:pt x="1053" y="1560"/>
                  </a:cubicBezTo>
                  <a:cubicBezTo>
                    <a:pt x="438" y="1560"/>
                    <a:pt x="0" y="2758"/>
                    <a:pt x="0" y="2758"/>
                  </a:cubicBezTo>
                  <a:cubicBezTo>
                    <a:pt x="89" y="2783"/>
                    <a:pt x="176" y="2794"/>
                    <a:pt x="260" y="2794"/>
                  </a:cubicBezTo>
                  <a:cubicBezTo>
                    <a:pt x="993" y="2794"/>
                    <a:pt x="1505" y="1934"/>
                    <a:pt x="1505" y="1934"/>
                  </a:cubicBezTo>
                  <a:cubicBezTo>
                    <a:pt x="1505" y="1934"/>
                    <a:pt x="2162" y="3482"/>
                    <a:pt x="3272" y="3482"/>
                  </a:cubicBezTo>
                  <a:cubicBezTo>
                    <a:pt x="4386" y="3479"/>
                    <a:pt x="5283" y="2560"/>
                    <a:pt x="5283" y="2560"/>
                  </a:cubicBezTo>
                  <a:cubicBezTo>
                    <a:pt x="5283" y="2560"/>
                    <a:pt x="4548" y="882"/>
                    <a:pt x="3369" y="882"/>
                  </a:cubicBezTo>
                  <a:cubicBezTo>
                    <a:pt x="3361" y="882"/>
                    <a:pt x="3352" y="882"/>
                    <a:pt x="3343" y="882"/>
                  </a:cubicBezTo>
                  <a:cubicBezTo>
                    <a:pt x="2147" y="907"/>
                    <a:pt x="1647" y="1493"/>
                    <a:pt x="1647" y="1493"/>
                  </a:cubicBezTo>
                  <a:cubicBezTo>
                    <a:pt x="1604" y="84"/>
                    <a:pt x="780" y="0"/>
                    <a:pt x="7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23"/>
            <p:cNvSpPr/>
            <p:nvPr/>
          </p:nvSpPr>
          <p:spPr>
            <a:xfrm>
              <a:off x="471234" y="349524"/>
              <a:ext cx="71876" cy="109659"/>
            </a:xfrm>
            <a:custGeom>
              <a:avLst/>
              <a:gdLst/>
              <a:ahLst/>
              <a:cxnLst/>
              <a:rect l="l" t="t" r="r" b="b"/>
              <a:pathLst>
                <a:path w="1130" h="1724" extrusionOk="0">
                  <a:moveTo>
                    <a:pt x="1007" y="1"/>
                  </a:moveTo>
                  <a:cubicBezTo>
                    <a:pt x="991" y="1"/>
                    <a:pt x="974" y="6"/>
                    <a:pt x="956" y="18"/>
                  </a:cubicBezTo>
                  <a:cubicBezTo>
                    <a:pt x="944" y="21"/>
                    <a:pt x="0" y="600"/>
                    <a:pt x="198" y="1652"/>
                  </a:cubicBezTo>
                  <a:cubicBezTo>
                    <a:pt x="204" y="1692"/>
                    <a:pt x="241" y="1723"/>
                    <a:pt x="281" y="1723"/>
                  </a:cubicBezTo>
                  <a:lnTo>
                    <a:pt x="296" y="1723"/>
                  </a:lnTo>
                  <a:cubicBezTo>
                    <a:pt x="343" y="1714"/>
                    <a:pt x="373" y="1668"/>
                    <a:pt x="364" y="1621"/>
                  </a:cubicBezTo>
                  <a:cubicBezTo>
                    <a:pt x="192" y="690"/>
                    <a:pt x="1009" y="184"/>
                    <a:pt x="1043" y="163"/>
                  </a:cubicBezTo>
                  <a:cubicBezTo>
                    <a:pt x="1129" y="114"/>
                    <a:pt x="1081" y="1"/>
                    <a:pt x="10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23"/>
            <p:cNvSpPr/>
            <p:nvPr/>
          </p:nvSpPr>
          <p:spPr>
            <a:xfrm>
              <a:off x="541074" y="377638"/>
              <a:ext cx="44207" cy="40327"/>
            </a:xfrm>
            <a:custGeom>
              <a:avLst/>
              <a:gdLst/>
              <a:ahLst/>
              <a:cxnLst/>
              <a:rect l="l" t="t" r="r" b="b"/>
              <a:pathLst>
                <a:path w="695" h="634" extrusionOk="0">
                  <a:moveTo>
                    <a:pt x="159" y="1"/>
                  </a:moveTo>
                  <a:cubicBezTo>
                    <a:pt x="123" y="1"/>
                    <a:pt x="88" y="21"/>
                    <a:pt x="77" y="69"/>
                  </a:cubicBezTo>
                  <a:cubicBezTo>
                    <a:pt x="59" y="158"/>
                    <a:pt x="0" y="458"/>
                    <a:pt x="99" y="578"/>
                  </a:cubicBezTo>
                  <a:cubicBezTo>
                    <a:pt x="130" y="612"/>
                    <a:pt x="173" y="633"/>
                    <a:pt x="219" y="633"/>
                  </a:cubicBezTo>
                  <a:lnTo>
                    <a:pt x="222" y="633"/>
                  </a:lnTo>
                  <a:cubicBezTo>
                    <a:pt x="423" y="630"/>
                    <a:pt x="617" y="322"/>
                    <a:pt x="654" y="260"/>
                  </a:cubicBezTo>
                  <a:cubicBezTo>
                    <a:pt x="695" y="192"/>
                    <a:pt x="638" y="128"/>
                    <a:pt x="579" y="128"/>
                  </a:cubicBezTo>
                  <a:cubicBezTo>
                    <a:pt x="553" y="128"/>
                    <a:pt x="527" y="141"/>
                    <a:pt x="509" y="171"/>
                  </a:cubicBezTo>
                  <a:cubicBezTo>
                    <a:pt x="435" y="291"/>
                    <a:pt x="293" y="461"/>
                    <a:pt x="232" y="470"/>
                  </a:cubicBezTo>
                  <a:cubicBezTo>
                    <a:pt x="207" y="436"/>
                    <a:pt x="210" y="260"/>
                    <a:pt x="244" y="106"/>
                  </a:cubicBezTo>
                  <a:cubicBezTo>
                    <a:pt x="260" y="41"/>
                    <a:pt x="209" y="1"/>
                    <a:pt x="1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23"/>
            <p:cNvSpPr/>
            <p:nvPr/>
          </p:nvSpPr>
          <p:spPr>
            <a:xfrm>
              <a:off x="555195" y="433485"/>
              <a:ext cx="43826" cy="21945"/>
            </a:xfrm>
            <a:custGeom>
              <a:avLst/>
              <a:gdLst/>
              <a:ahLst/>
              <a:cxnLst/>
              <a:rect l="l" t="t" r="r" b="b"/>
              <a:pathLst>
                <a:path w="689" h="345" extrusionOk="0">
                  <a:moveTo>
                    <a:pt x="123" y="0"/>
                  </a:moveTo>
                  <a:cubicBezTo>
                    <a:pt x="58" y="0"/>
                    <a:pt x="0" y="84"/>
                    <a:pt x="59" y="147"/>
                  </a:cubicBezTo>
                  <a:cubicBezTo>
                    <a:pt x="204" y="298"/>
                    <a:pt x="346" y="345"/>
                    <a:pt x="454" y="345"/>
                  </a:cubicBezTo>
                  <a:cubicBezTo>
                    <a:pt x="458" y="345"/>
                    <a:pt x="462" y="345"/>
                    <a:pt x="467" y="345"/>
                  </a:cubicBezTo>
                  <a:cubicBezTo>
                    <a:pt x="530" y="345"/>
                    <a:pt x="593" y="324"/>
                    <a:pt x="645" y="286"/>
                  </a:cubicBezTo>
                  <a:cubicBezTo>
                    <a:pt x="682" y="258"/>
                    <a:pt x="688" y="206"/>
                    <a:pt x="660" y="169"/>
                  </a:cubicBezTo>
                  <a:cubicBezTo>
                    <a:pt x="644" y="146"/>
                    <a:pt x="618" y="134"/>
                    <a:pt x="591" y="134"/>
                  </a:cubicBezTo>
                  <a:cubicBezTo>
                    <a:pt x="574" y="134"/>
                    <a:pt x="556" y="139"/>
                    <a:pt x="540" y="150"/>
                  </a:cubicBezTo>
                  <a:cubicBezTo>
                    <a:pt x="534" y="154"/>
                    <a:pt x="503" y="175"/>
                    <a:pt x="451" y="175"/>
                  </a:cubicBezTo>
                  <a:cubicBezTo>
                    <a:pt x="389" y="175"/>
                    <a:pt x="296" y="146"/>
                    <a:pt x="182" y="27"/>
                  </a:cubicBezTo>
                  <a:cubicBezTo>
                    <a:pt x="164" y="8"/>
                    <a:pt x="143" y="0"/>
                    <a:pt x="1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23"/>
            <p:cNvSpPr/>
            <p:nvPr/>
          </p:nvSpPr>
          <p:spPr>
            <a:xfrm>
              <a:off x="407436" y="332222"/>
              <a:ext cx="76647" cy="118882"/>
            </a:xfrm>
            <a:custGeom>
              <a:avLst/>
              <a:gdLst/>
              <a:ahLst/>
              <a:cxnLst/>
              <a:rect l="l" t="t" r="r" b="b"/>
              <a:pathLst>
                <a:path w="1205" h="1869" extrusionOk="0">
                  <a:moveTo>
                    <a:pt x="601" y="1"/>
                  </a:moveTo>
                  <a:cubicBezTo>
                    <a:pt x="552" y="1"/>
                    <a:pt x="507" y="9"/>
                    <a:pt x="470" y="27"/>
                  </a:cubicBezTo>
                  <a:cubicBezTo>
                    <a:pt x="408" y="58"/>
                    <a:pt x="365" y="117"/>
                    <a:pt x="356" y="188"/>
                  </a:cubicBezTo>
                  <a:cubicBezTo>
                    <a:pt x="334" y="339"/>
                    <a:pt x="414" y="481"/>
                    <a:pt x="510" y="592"/>
                  </a:cubicBezTo>
                  <a:cubicBezTo>
                    <a:pt x="468" y="588"/>
                    <a:pt x="426" y="585"/>
                    <a:pt x="386" y="585"/>
                  </a:cubicBezTo>
                  <a:cubicBezTo>
                    <a:pt x="311" y="585"/>
                    <a:pt x="242" y="595"/>
                    <a:pt x="192" y="623"/>
                  </a:cubicBezTo>
                  <a:cubicBezTo>
                    <a:pt x="149" y="644"/>
                    <a:pt x="118" y="684"/>
                    <a:pt x="106" y="731"/>
                  </a:cubicBezTo>
                  <a:cubicBezTo>
                    <a:pt x="69" y="876"/>
                    <a:pt x="229" y="1027"/>
                    <a:pt x="383" y="1135"/>
                  </a:cubicBezTo>
                  <a:cubicBezTo>
                    <a:pt x="263" y="1153"/>
                    <a:pt x="134" y="1193"/>
                    <a:pt x="66" y="1270"/>
                  </a:cubicBezTo>
                  <a:cubicBezTo>
                    <a:pt x="22" y="1314"/>
                    <a:pt x="1" y="1375"/>
                    <a:pt x="4" y="1434"/>
                  </a:cubicBezTo>
                  <a:cubicBezTo>
                    <a:pt x="26" y="1724"/>
                    <a:pt x="544" y="1853"/>
                    <a:pt x="605" y="1866"/>
                  </a:cubicBezTo>
                  <a:cubicBezTo>
                    <a:pt x="612" y="1869"/>
                    <a:pt x="618" y="1869"/>
                    <a:pt x="624" y="1869"/>
                  </a:cubicBezTo>
                  <a:cubicBezTo>
                    <a:pt x="726" y="1869"/>
                    <a:pt x="741" y="1724"/>
                    <a:pt x="642" y="1702"/>
                  </a:cubicBezTo>
                  <a:cubicBezTo>
                    <a:pt x="460" y="1659"/>
                    <a:pt x="186" y="1539"/>
                    <a:pt x="177" y="1421"/>
                  </a:cubicBezTo>
                  <a:cubicBezTo>
                    <a:pt x="174" y="1409"/>
                    <a:pt x="180" y="1397"/>
                    <a:pt x="189" y="1388"/>
                  </a:cubicBezTo>
                  <a:cubicBezTo>
                    <a:pt x="257" y="1314"/>
                    <a:pt x="504" y="1286"/>
                    <a:pt x="649" y="1286"/>
                  </a:cubicBezTo>
                  <a:cubicBezTo>
                    <a:pt x="689" y="1286"/>
                    <a:pt x="726" y="1258"/>
                    <a:pt x="735" y="1221"/>
                  </a:cubicBezTo>
                  <a:cubicBezTo>
                    <a:pt x="744" y="1181"/>
                    <a:pt x="726" y="1141"/>
                    <a:pt x="692" y="1122"/>
                  </a:cubicBezTo>
                  <a:cubicBezTo>
                    <a:pt x="442" y="996"/>
                    <a:pt x="260" y="826"/>
                    <a:pt x="269" y="777"/>
                  </a:cubicBezTo>
                  <a:cubicBezTo>
                    <a:pt x="281" y="764"/>
                    <a:pt x="319" y="757"/>
                    <a:pt x="373" y="757"/>
                  </a:cubicBezTo>
                  <a:cubicBezTo>
                    <a:pt x="472" y="757"/>
                    <a:pt x="626" y="780"/>
                    <a:pt x="787" y="829"/>
                  </a:cubicBezTo>
                  <a:cubicBezTo>
                    <a:pt x="797" y="832"/>
                    <a:pt x="807" y="834"/>
                    <a:pt x="815" y="834"/>
                  </a:cubicBezTo>
                  <a:cubicBezTo>
                    <a:pt x="894" y="834"/>
                    <a:pt x="936" y="722"/>
                    <a:pt x="858" y="675"/>
                  </a:cubicBezTo>
                  <a:cubicBezTo>
                    <a:pt x="763" y="613"/>
                    <a:pt x="497" y="394"/>
                    <a:pt x="525" y="216"/>
                  </a:cubicBezTo>
                  <a:cubicBezTo>
                    <a:pt x="528" y="191"/>
                    <a:pt x="538" y="188"/>
                    <a:pt x="547" y="182"/>
                  </a:cubicBezTo>
                  <a:cubicBezTo>
                    <a:pt x="561" y="174"/>
                    <a:pt x="580" y="171"/>
                    <a:pt x="603" y="171"/>
                  </a:cubicBezTo>
                  <a:cubicBezTo>
                    <a:pt x="714" y="171"/>
                    <a:pt x="914" y="250"/>
                    <a:pt x="1037" y="314"/>
                  </a:cubicBezTo>
                  <a:cubicBezTo>
                    <a:pt x="1052" y="322"/>
                    <a:pt x="1066" y="325"/>
                    <a:pt x="1079" y="325"/>
                  </a:cubicBezTo>
                  <a:cubicBezTo>
                    <a:pt x="1158" y="325"/>
                    <a:pt x="1205" y="208"/>
                    <a:pt x="1117" y="160"/>
                  </a:cubicBezTo>
                  <a:cubicBezTo>
                    <a:pt x="1058" y="130"/>
                    <a:pt x="799" y="1"/>
                    <a:pt x="6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23"/>
            <p:cNvSpPr/>
            <p:nvPr/>
          </p:nvSpPr>
          <p:spPr>
            <a:xfrm>
              <a:off x="132954" y="1478085"/>
              <a:ext cx="117305" cy="117305"/>
            </a:xfrm>
            <a:custGeom>
              <a:avLst/>
              <a:gdLst/>
              <a:ahLst/>
              <a:cxnLst/>
              <a:rect l="l" t="t" r="r" b="b"/>
              <a:pathLst>
                <a:path w="1611" h="1611" extrusionOk="0">
                  <a:moveTo>
                    <a:pt x="871" y="1"/>
                  </a:moveTo>
                  <a:cubicBezTo>
                    <a:pt x="821" y="1"/>
                    <a:pt x="784" y="38"/>
                    <a:pt x="784" y="84"/>
                  </a:cubicBezTo>
                  <a:lnTo>
                    <a:pt x="781" y="574"/>
                  </a:lnTo>
                  <a:lnTo>
                    <a:pt x="488" y="263"/>
                  </a:lnTo>
                  <a:cubicBezTo>
                    <a:pt x="469" y="243"/>
                    <a:pt x="447" y="234"/>
                    <a:pt x="426" y="234"/>
                  </a:cubicBezTo>
                  <a:cubicBezTo>
                    <a:pt x="360" y="234"/>
                    <a:pt x="303" y="317"/>
                    <a:pt x="362" y="380"/>
                  </a:cubicBezTo>
                  <a:lnTo>
                    <a:pt x="664" y="701"/>
                  </a:lnTo>
                  <a:lnTo>
                    <a:pt x="115" y="704"/>
                  </a:lnTo>
                  <a:cubicBezTo>
                    <a:pt x="1" y="704"/>
                    <a:pt x="1" y="877"/>
                    <a:pt x="115" y="877"/>
                  </a:cubicBezTo>
                  <a:lnTo>
                    <a:pt x="618" y="870"/>
                  </a:lnTo>
                  <a:lnTo>
                    <a:pt x="618" y="870"/>
                  </a:lnTo>
                  <a:lnTo>
                    <a:pt x="232" y="1142"/>
                  </a:lnTo>
                  <a:cubicBezTo>
                    <a:pt x="167" y="1191"/>
                    <a:pt x="201" y="1293"/>
                    <a:pt x="282" y="1296"/>
                  </a:cubicBezTo>
                  <a:cubicBezTo>
                    <a:pt x="297" y="1296"/>
                    <a:pt x="315" y="1290"/>
                    <a:pt x="331" y="1281"/>
                  </a:cubicBezTo>
                  <a:lnTo>
                    <a:pt x="781" y="966"/>
                  </a:lnTo>
                  <a:lnTo>
                    <a:pt x="775" y="1524"/>
                  </a:lnTo>
                  <a:cubicBezTo>
                    <a:pt x="775" y="1571"/>
                    <a:pt x="815" y="1611"/>
                    <a:pt x="861" y="1611"/>
                  </a:cubicBezTo>
                  <a:cubicBezTo>
                    <a:pt x="908" y="1611"/>
                    <a:pt x="948" y="1571"/>
                    <a:pt x="948" y="1524"/>
                  </a:cubicBezTo>
                  <a:lnTo>
                    <a:pt x="951" y="997"/>
                  </a:lnTo>
                  <a:lnTo>
                    <a:pt x="1262" y="1330"/>
                  </a:lnTo>
                  <a:cubicBezTo>
                    <a:pt x="1281" y="1345"/>
                    <a:pt x="1302" y="1355"/>
                    <a:pt x="1327" y="1355"/>
                  </a:cubicBezTo>
                  <a:cubicBezTo>
                    <a:pt x="1349" y="1355"/>
                    <a:pt x="1367" y="1349"/>
                    <a:pt x="1386" y="1333"/>
                  </a:cubicBezTo>
                  <a:cubicBezTo>
                    <a:pt x="1420" y="1299"/>
                    <a:pt x="1420" y="1247"/>
                    <a:pt x="1389" y="1210"/>
                  </a:cubicBezTo>
                  <a:lnTo>
                    <a:pt x="1059" y="864"/>
                  </a:lnTo>
                  <a:lnTo>
                    <a:pt x="1506" y="861"/>
                  </a:lnTo>
                  <a:cubicBezTo>
                    <a:pt x="1611" y="852"/>
                    <a:pt x="1611" y="695"/>
                    <a:pt x="1506" y="689"/>
                  </a:cubicBezTo>
                  <a:lnTo>
                    <a:pt x="1503" y="692"/>
                  </a:lnTo>
                  <a:lnTo>
                    <a:pt x="1170" y="695"/>
                  </a:lnTo>
                  <a:lnTo>
                    <a:pt x="1518" y="451"/>
                  </a:lnTo>
                  <a:cubicBezTo>
                    <a:pt x="1592" y="398"/>
                    <a:pt x="1540" y="297"/>
                    <a:pt x="1468" y="297"/>
                  </a:cubicBezTo>
                  <a:cubicBezTo>
                    <a:pt x="1453" y="297"/>
                    <a:pt x="1436" y="301"/>
                    <a:pt x="1420" y="312"/>
                  </a:cubicBezTo>
                  <a:lnTo>
                    <a:pt x="951" y="639"/>
                  </a:lnTo>
                  <a:lnTo>
                    <a:pt x="954" y="87"/>
                  </a:lnTo>
                  <a:cubicBezTo>
                    <a:pt x="954" y="38"/>
                    <a:pt x="917" y="1"/>
                    <a:pt x="8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23"/>
            <p:cNvSpPr/>
            <p:nvPr/>
          </p:nvSpPr>
          <p:spPr>
            <a:xfrm rot="-5594267">
              <a:off x="1864621" y="158533"/>
              <a:ext cx="102915" cy="102661"/>
            </a:xfrm>
            <a:custGeom>
              <a:avLst/>
              <a:gdLst/>
              <a:ahLst/>
              <a:cxnLst/>
              <a:rect l="l" t="t" r="r" b="b"/>
              <a:pathLst>
                <a:path w="1618" h="1614" extrusionOk="0">
                  <a:moveTo>
                    <a:pt x="868" y="1"/>
                  </a:moveTo>
                  <a:cubicBezTo>
                    <a:pt x="821" y="1"/>
                    <a:pt x="784" y="38"/>
                    <a:pt x="784" y="87"/>
                  </a:cubicBezTo>
                  <a:lnTo>
                    <a:pt x="781" y="575"/>
                  </a:lnTo>
                  <a:lnTo>
                    <a:pt x="488" y="266"/>
                  </a:lnTo>
                  <a:cubicBezTo>
                    <a:pt x="470" y="251"/>
                    <a:pt x="451" y="245"/>
                    <a:pt x="432" y="245"/>
                  </a:cubicBezTo>
                  <a:cubicBezTo>
                    <a:pt x="369" y="245"/>
                    <a:pt x="316" y="318"/>
                    <a:pt x="362" y="380"/>
                  </a:cubicBezTo>
                  <a:lnTo>
                    <a:pt x="664" y="701"/>
                  </a:lnTo>
                  <a:lnTo>
                    <a:pt x="115" y="707"/>
                  </a:lnTo>
                  <a:cubicBezTo>
                    <a:pt x="1" y="707"/>
                    <a:pt x="1" y="877"/>
                    <a:pt x="115" y="877"/>
                  </a:cubicBezTo>
                  <a:lnTo>
                    <a:pt x="618" y="874"/>
                  </a:lnTo>
                  <a:lnTo>
                    <a:pt x="229" y="1142"/>
                  </a:lnTo>
                  <a:cubicBezTo>
                    <a:pt x="189" y="1170"/>
                    <a:pt x="180" y="1222"/>
                    <a:pt x="208" y="1262"/>
                  </a:cubicBezTo>
                  <a:cubicBezTo>
                    <a:pt x="225" y="1285"/>
                    <a:pt x="252" y="1298"/>
                    <a:pt x="279" y="1298"/>
                  </a:cubicBezTo>
                  <a:cubicBezTo>
                    <a:pt x="296" y="1298"/>
                    <a:pt x="313" y="1293"/>
                    <a:pt x="328" y="1284"/>
                  </a:cubicBezTo>
                  <a:lnTo>
                    <a:pt x="775" y="969"/>
                  </a:lnTo>
                  <a:lnTo>
                    <a:pt x="775" y="1528"/>
                  </a:lnTo>
                  <a:cubicBezTo>
                    <a:pt x="772" y="1574"/>
                    <a:pt x="812" y="1614"/>
                    <a:pt x="858" y="1614"/>
                  </a:cubicBezTo>
                  <a:cubicBezTo>
                    <a:pt x="905" y="1614"/>
                    <a:pt x="945" y="1574"/>
                    <a:pt x="945" y="1528"/>
                  </a:cubicBezTo>
                  <a:lnTo>
                    <a:pt x="948" y="1000"/>
                  </a:lnTo>
                  <a:lnTo>
                    <a:pt x="1259" y="1333"/>
                  </a:lnTo>
                  <a:cubicBezTo>
                    <a:pt x="1278" y="1353"/>
                    <a:pt x="1300" y="1361"/>
                    <a:pt x="1321" y="1361"/>
                  </a:cubicBezTo>
                  <a:cubicBezTo>
                    <a:pt x="1387" y="1361"/>
                    <a:pt x="1444" y="1277"/>
                    <a:pt x="1386" y="1213"/>
                  </a:cubicBezTo>
                  <a:lnTo>
                    <a:pt x="1059" y="868"/>
                  </a:lnTo>
                  <a:lnTo>
                    <a:pt x="1503" y="865"/>
                  </a:lnTo>
                  <a:cubicBezTo>
                    <a:pt x="1617" y="861"/>
                    <a:pt x="1617" y="692"/>
                    <a:pt x="1503" y="692"/>
                  </a:cubicBezTo>
                  <a:lnTo>
                    <a:pt x="1173" y="695"/>
                  </a:lnTo>
                  <a:lnTo>
                    <a:pt x="1518" y="454"/>
                  </a:lnTo>
                  <a:cubicBezTo>
                    <a:pt x="1597" y="401"/>
                    <a:pt x="1544" y="296"/>
                    <a:pt x="1472" y="296"/>
                  </a:cubicBezTo>
                  <a:cubicBezTo>
                    <a:pt x="1456" y="296"/>
                    <a:pt x="1439" y="301"/>
                    <a:pt x="1423" y="312"/>
                  </a:cubicBezTo>
                  <a:lnTo>
                    <a:pt x="951" y="639"/>
                  </a:lnTo>
                  <a:lnTo>
                    <a:pt x="954" y="87"/>
                  </a:lnTo>
                  <a:cubicBezTo>
                    <a:pt x="954" y="41"/>
                    <a:pt x="917" y="1"/>
                    <a:pt x="8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23"/>
            <p:cNvSpPr/>
            <p:nvPr/>
          </p:nvSpPr>
          <p:spPr>
            <a:xfrm rot="-5594267">
              <a:off x="1518450" y="117160"/>
              <a:ext cx="82879" cy="75565"/>
            </a:xfrm>
            <a:custGeom>
              <a:avLst/>
              <a:gdLst/>
              <a:ahLst/>
              <a:cxnLst/>
              <a:rect l="l" t="t" r="r" b="b"/>
              <a:pathLst>
                <a:path w="1303" h="1188" extrusionOk="0">
                  <a:moveTo>
                    <a:pt x="710" y="173"/>
                  </a:moveTo>
                  <a:cubicBezTo>
                    <a:pt x="941" y="173"/>
                    <a:pt x="1129" y="364"/>
                    <a:pt x="1129" y="595"/>
                  </a:cubicBezTo>
                  <a:cubicBezTo>
                    <a:pt x="1126" y="827"/>
                    <a:pt x="938" y="1012"/>
                    <a:pt x="707" y="1015"/>
                  </a:cubicBezTo>
                  <a:cubicBezTo>
                    <a:pt x="476" y="1015"/>
                    <a:pt x="287" y="823"/>
                    <a:pt x="287" y="592"/>
                  </a:cubicBezTo>
                  <a:cubicBezTo>
                    <a:pt x="287" y="358"/>
                    <a:pt x="479" y="173"/>
                    <a:pt x="710" y="173"/>
                  </a:cubicBezTo>
                  <a:close/>
                  <a:moveTo>
                    <a:pt x="712" y="1"/>
                  </a:moveTo>
                  <a:cubicBezTo>
                    <a:pt x="485" y="1"/>
                    <a:pt x="263" y="130"/>
                    <a:pt x="164" y="364"/>
                  </a:cubicBezTo>
                  <a:cubicBezTo>
                    <a:pt x="1" y="752"/>
                    <a:pt x="284" y="1184"/>
                    <a:pt x="707" y="1187"/>
                  </a:cubicBezTo>
                  <a:lnTo>
                    <a:pt x="710" y="1187"/>
                  </a:lnTo>
                  <a:cubicBezTo>
                    <a:pt x="1034" y="1187"/>
                    <a:pt x="1299" y="922"/>
                    <a:pt x="1302" y="595"/>
                  </a:cubicBezTo>
                  <a:cubicBezTo>
                    <a:pt x="1302" y="438"/>
                    <a:pt x="1240" y="287"/>
                    <a:pt x="1129" y="176"/>
                  </a:cubicBezTo>
                  <a:cubicBezTo>
                    <a:pt x="1012" y="57"/>
                    <a:pt x="861" y="1"/>
                    <a:pt x="7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23"/>
            <p:cNvSpPr/>
            <p:nvPr/>
          </p:nvSpPr>
          <p:spPr>
            <a:xfrm>
              <a:off x="210486" y="1003529"/>
              <a:ext cx="402834" cy="265947"/>
            </a:xfrm>
            <a:custGeom>
              <a:avLst/>
              <a:gdLst/>
              <a:ahLst/>
              <a:cxnLst/>
              <a:rect l="l" t="t" r="r" b="b"/>
              <a:pathLst>
                <a:path w="5815" h="3839" extrusionOk="0">
                  <a:moveTo>
                    <a:pt x="2894" y="594"/>
                  </a:moveTo>
                  <a:cubicBezTo>
                    <a:pt x="3125" y="816"/>
                    <a:pt x="3174" y="1078"/>
                    <a:pt x="3110" y="1251"/>
                  </a:cubicBezTo>
                  <a:cubicBezTo>
                    <a:pt x="3077" y="1342"/>
                    <a:pt x="3020" y="1391"/>
                    <a:pt x="2952" y="1391"/>
                  </a:cubicBezTo>
                  <a:cubicBezTo>
                    <a:pt x="2910" y="1391"/>
                    <a:pt x="2864" y="1373"/>
                    <a:pt x="2817" y="1334"/>
                  </a:cubicBezTo>
                  <a:cubicBezTo>
                    <a:pt x="2656" y="1195"/>
                    <a:pt x="2693" y="877"/>
                    <a:pt x="2894" y="594"/>
                  </a:cubicBezTo>
                  <a:close/>
                  <a:moveTo>
                    <a:pt x="4667" y="1439"/>
                  </a:moveTo>
                  <a:lnTo>
                    <a:pt x="4667" y="1439"/>
                  </a:lnTo>
                  <a:cubicBezTo>
                    <a:pt x="4627" y="1750"/>
                    <a:pt x="4436" y="1981"/>
                    <a:pt x="4177" y="2018"/>
                  </a:cubicBezTo>
                  <a:cubicBezTo>
                    <a:pt x="4161" y="2018"/>
                    <a:pt x="4149" y="2022"/>
                    <a:pt x="4134" y="2022"/>
                  </a:cubicBezTo>
                  <a:cubicBezTo>
                    <a:pt x="4063" y="2022"/>
                    <a:pt x="4063" y="2000"/>
                    <a:pt x="4063" y="1981"/>
                  </a:cubicBezTo>
                  <a:cubicBezTo>
                    <a:pt x="4060" y="1852"/>
                    <a:pt x="4309" y="1519"/>
                    <a:pt x="4667" y="1439"/>
                  </a:cubicBezTo>
                  <a:close/>
                  <a:moveTo>
                    <a:pt x="1620" y="2253"/>
                  </a:moveTo>
                  <a:cubicBezTo>
                    <a:pt x="1663" y="2253"/>
                    <a:pt x="1706" y="2293"/>
                    <a:pt x="1731" y="2327"/>
                  </a:cubicBezTo>
                  <a:cubicBezTo>
                    <a:pt x="1857" y="2484"/>
                    <a:pt x="1888" y="2660"/>
                    <a:pt x="1820" y="2805"/>
                  </a:cubicBezTo>
                  <a:cubicBezTo>
                    <a:pt x="1743" y="2959"/>
                    <a:pt x="1564" y="3055"/>
                    <a:pt x="1348" y="3061"/>
                  </a:cubicBezTo>
                  <a:cubicBezTo>
                    <a:pt x="1305" y="2774"/>
                    <a:pt x="1385" y="2472"/>
                    <a:pt x="1500" y="2330"/>
                  </a:cubicBezTo>
                  <a:cubicBezTo>
                    <a:pt x="1543" y="2278"/>
                    <a:pt x="1583" y="2253"/>
                    <a:pt x="1620" y="2253"/>
                  </a:cubicBezTo>
                  <a:close/>
                  <a:moveTo>
                    <a:pt x="3548" y="2490"/>
                  </a:moveTo>
                  <a:cubicBezTo>
                    <a:pt x="3563" y="2490"/>
                    <a:pt x="3597" y="2524"/>
                    <a:pt x="3625" y="2614"/>
                  </a:cubicBezTo>
                  <a:cubicBezTo>
                    <a:pt x="3699" y="2827"/>
                    <a:pt x="3652" y="3061"/>
                    <a:pt x="3507" y="3231"/>
                  </a:cubicBezTo>
                  <a:cubicBezTo>
                    <a:pt x="3372" y="2993"/>
                    <a:pt x="3384" y="2737"/>
                    <a:pt x="3461" y="2586"/>
                  </a:cubicBezTo>
                  <a:cubicBezTo>
                    <a:pt x="3495" y="2518"/>
                    <a:pt x="3532" y="2490"/>
                    <a:pt x="3548" y="2490"/>
                  </a:cubicBezTo>
                  <a:close/>
                  <a:moveTo>
                    <a:pt x="3628" y="170"/>
                  </a:moveTo>
                  <a:cubicBezTo>
                    <a:pt x="3775" y="170"/>
                    <a:pt x="3925" y="213"/>
                    <a:pt x="4066" y="304"/>
                  </a:cubicBezTo>
                  <a:cubicBezTo>
                    <a:pt x="4430" y="532"/>
                    <a:pt x="4652" y="887"/>
                    <a:pt x="4673" y="1260"/>
                  </a:cubicBezTo>
                  <a:cubicBezTo>
                    <a:pt x="4229" y="1340"/>
                    <a:pt x="3881" y="1747"/>
                    <a:pt x="3893" y="1988"/>
                  </a:cubicBezTo>
                  <a:cubicBezTo>
                    <a:pt x="3899" y="2086"/>
                    <a:pt x="3960" y="2190"/>
                    <a:pt x="4132" y="2190"/>
                  </a:cubicBezTo>
                  <a:cubicBezTo>
                    <a:pt x="4153" y="2190"/>
                    <a:pt x="4177" y="2188"/>
                    <a:pt x="4201" y="2185"/>
                  </a:cubicBezTo>
                  <a:cubicBezTo>
                    <a:pt x="4550" y="2139"/>
                    <a:pt x="4803" y="1827"/>
                    <a:pt x="4840" y="1417"/>
                  </a:cubicBezTo>
                  <a:cubicBezTo>
                    <a:pt x="5034" y="1423"/>
                    <a:pt x="5213" y="1510"/>
                    <a:pt x="5373" y="1682"/>
                  </a:cubicBezTo>
                  <a:cubicBezTo>
                    <a:pt x="5651" y="1972"/>
                    <a:pt x="5586" y="2321"/>
                    <a:pt x="5485" y="2561"/>
                  </a:cubicBezTo>
                  <a:cubicBezTo>
                    <a:pt x="5247" y="3113"/>
                    <a:pt x="4581" y="3616"/>
                    <a:pt x="4090" y="3616"/>
                  </a:cubicBezTo>
                  <a:cubicBezTo>
                    <a:pt x="4086" y="3616"/>
                    <a:pt x="4082" y="3616"/>
                    <a:pt x="4077" y="3616"/>
                  </a:cubicBezTo>
                  <a:cubicBezTo>
                    <a:pt x="3958" y="3616"/>
                    <a:pt x="3843" y="3576"/>
                    <a:pt x="3748" y="3505"/>
                  </a:cubicBezTo>
                  <a:cubicBezTo>
                    <a:pt x="3699" y="3465"/>
                    <a:pt x="3652" y="3422"/>
                    <a:pt x="3609" y="3372"/>
                  </a:cubicBezTo>
                  <a:cubicBezTo>
                    <a:pt x="3816" y="3157"/>
                    <a:pt x="3884" y="2845"/>
                    <a:pt x="3788" y="2564"/>
                  </a:cubicBezTo>
                  <a:cubicBezTo>
                    <a:pt x="3723" y="2352"/>
                    <a:pt x="3609" y="2321"/>
                    <a:pt x="3548" y="2321"/>
                  </a:cubicBezTo>
                  <a:cubicBezTo>
                    <a:pt x="3455" y="2321"/>
                    <a:pt x="3366" y="2389"/>
                    <a:pt x="3307" y="2506"/>
                  </a:cubicBezTo>
                  <a:cubicBezTo>
                    <a:pt x="3202" y="2716"/>
                    <a:pt x="3187" y="3049"/>
                    <a:pt x="3381" y="3351"/>
                  </a:cubicBezTo>
                  <a:cubicBezTo>
                    <a:pt x="3181" y="3505"/>
                    <a:pt x="2807" y="3669"/>
                    <a:pt x="2120" y="3669"/>
                  </a:cubicBezTo>
                  <a:lnTo>
                    <a:pt x="2070" y="3669"/>
                  </a:lnTo>
                  <a:cubicBezTo>
                    <a:pt x="1651" y="3662"/>
                    <a:pt x="1469" y="3447"/>
                    <a:pt x="1392" y="3231"/>
                  </a:cubicBezTo>
                  <a:cubicBezTo>
                    <a:pt x="1657" y="3215"/>
                    <a:pt x="1873" y="3086"/>
                    <a:pt x="1972" y="2879"/>
                  </a:cubicBezTo>
                  <a:cubicBezTo>
                    <a:pt x="2073" y="2672"/>
                    <a:pt x="2033" y="2432"/>
                    <a:pt x="1864" y="2222"/>
                  </a:cubicBezTo>
                  <a:cubicBezTo>
                    <a:pt x="1771" y="2105"/>
                    <a:pt x="1679" y="2080"/>
                    <a:pt x="1617" y="2080"/>
                  </a:cubicBezTo>
                  <a:cubicBezTo>
                    <a:pt x="1527" y="2080"/>
                    <a:pt x="1441" y="2130"/>
                    <a:pt x="1367" y="2222"/>
                  </a:cubicBezTo>
                  <a:cubicBezTo>
                    <a:pt x="1216" y="2410"/>
                    <a:pt x="1139" y="2749"/>
                    <a:pt x="1173" y="3049"/>
                  </a:cubicBezTo>
                  <a:cubicBezTo>
                    <a:pt x="966" y="3002"/>
                    <a:pt x="769" y="2913"/>
                    <a:pt x="602" y="2783"/>
                  </a:cubicBezTo>
                  <a:cubicBezTo>
                    <a:pt x="161" y="2456"/>
                    <a:pt x="254" y="2003"/>
                    <a:pt x="312" y="1821"/>
                  </a:cubicBezTo>
                  <a:cubicBezTo>
                    <a:pt x="442" y="1426"/>
                    <a:pt x="790" y="1106"/>
                    <a:pt x="1086" y="1106"/>
                  </a:cubicBezTo>
                  <a:cubicBezTo>
                    <a:pt x="1157" y="1106"/>
                    <a:pt x="1228" y="1124"/>
                    <a:pt x="1290" y="1161"/>
                  </a:cubicBezTo>
                  <a:cubicBezTo>
                    <a:pt x="1304" y="1169"/>
                    <a:pt x="1319" y="1173"/>
                    <a:pt x="1333" y="1173"/>
                  </a:cubicBezTo>
                  <a:cubicBezTo>
                    <a:pt x="1382" y="1173"/>
                    <a:pt x="1427" y="1130"/>
                    <a:pt x="1419" y="1075"/>
                  </a:cubicBezTo>
                  <a:cubicBezTo>
                    <a:pt x="1419" y="1072"/>
                    <a:pt x="1358" y="621"/>
                    <a:pt x="1574" y="375"/>
                  </a:cubicBezTo>
                  <a:cubicBezTo>
                    <a:pt x="1664" y="270"/>
                    <a:pt x="1793" y="218"/>
                    <a:pt x="1959" y="218"/>
                  </a:cubicBezTo>
                  <a:cubicBezTo>
                    <a:pt x="2076" y="218"/>
                    <a:pt x="2212" y="243"/>
                    <a:pt x="2366" y="294"/>
                  </a:cubicBezTo>
                  <a:cubicBezTo>
                    <a:pt x="2508" y="338"/>
                    <a:pt x="2641" y="402"/>
                    <a:pt x="2761" y="486"/>
                  </a:cubicBezTo>
                  <a:cubicBezTo>
                    <a:pt x="2527" y="809"/>
                    <a:pt x="2446" y="1244"/>
                    <a:pt x="2709" y="1463"/>
                  </a:cubicBezTo>
                  <a:cubicBezTo>
                    <a:pt x="2777" y="1525"/>
                    <a:pt x="2863" y="1562"/>
                    <a:pt x="2955" y="1565"/>
                  </a:cubicBezTo>
                  <a:cubicBezTo>
                    <a:pt x="3094" y="1565"/>
                    <a:pt x="3218" y="1466"/>
                    <a:pt x="3273" y="1306"/>
                  </a:cubicBezTo>
                  <a:cubicBezTo>
                    <a:pt x="3353" y="1075"/>
                    <a:pt x="3298" y="735"/>
                    <a:pt x="3002" y="458"/>
                  </a:cubicBezTo>
                  <a:cubicBezTo>
                    <a:pt x="3182" y="270"/>
                    <a:pt x="3403" y="170"/>
                    <a:pt x="3628" y="170"/>
                  </a:cubicBezTo>
                  <a:close/>
                  <a:moveTo>
                    <a:pt x="3632" y="0"/>
                  </a:moveTo>
                  <a:cubicBezTo>
                    <a:pt x="3356" y="0"/>
                    <a:pt x="3085" y="122"/>
                    <a:pt x="2872" y="350"/>
                  </a:cubicBezTo>
                  <a:cubicBezTo>
                    <a:pt x="2733" y="257"/>
                    <a:pt x="2582" y="183"/>
                    <a:pt x="2422" y="131"/>
                  </a:cubicBezTo>
                  <a:cubicBezTo>
                    <a:pt x="2252" y="76"/>
                    <a:pt x="2099" y="48"/>
                    <a:pt x="1963" y="48"/>
                  </a:cubicBezTo>
                  <a:cubicBezTo>
                    <a:pt x="1743" y="48"/>
                    <a:pt x="1568" y="120"/>
                    <a:pt x="1444" y="264"/>
                  </a:cubicBezTo>
                  <a:cubicBezTo>
                    <a:pt x="1262" y="470"/>
                    <a:pt x="1237" y="776"/>
                    <a:pt x="1241" y="954"/>
                  </a:cubicBezTo>
                  <a:cubicBezTo>
                    <a:pt x="1191" y="939"/>
                    <a:pt x="1139" y="933"/>
                    <a:pt x="1089" y="933"/>
                  </a:cubicBezTo>
                  <a:cubicBezTo>
                    <a:pt x="716" y="933"/>
                    <a:pt x="306" y="1300"/>
                    <a:pt x="152" y="1766"/>
                  </a:cubicBezTo>
                  <a:cubicBezTo>
                    <a:pt x="1" y="2225"/>
                    <a:pt x="127" y="2645"/>
                    <a:pt x="500" y="2919"/>
                  </a:cubicBezTo>
                  <a:cubicBezTo>
                    <a:pt x="735" y="3092"/>
                    <a:pt x="978" y="3197"/>
                    <a:pt x="1210" y="3224"/>
                  </a:cubicBezTo>
                  <a:cubicBezTo>
                    <a:pt x="1321" y="3613"/>
                    <a:pt x="1632" y="3835"/>
                    <a:pt x="2070" y="3838"/>
                  </a:cubicBezTo>
                  <a:lnTo>
                    <a:pt x="2120" y="3838"/>
                  </a:lnTo>
                  <a:cubicBezTo>
                    <a:pt x="2715" y="3838"/>
                    <a:pt x="3184" y="3718"/>
                    <a:pt x="3483" y="3490"/>
                  </a:cubicBezTo>
                  <a:cubicBezTo>
                    <a:pt x="3532" y="3542"/>
                    <a:pt x="3585" y="3595"/>
                    <a:pt x="3643" y="3641"/>
                  </a:cubicBezTo>
                  <a:cubicBezTo>
                    <a:pt x="3766" y="3737"/>
                    <a:pt x="3921" y="3786"/>
                    <a:pt x="4076" y="3786"/>
                  </a:cubicBezTo>
                  <a:cubicBezTo>
                    <a:pt x="4081" y="3786"/>
                    <a:pt x="4086" y="3786"/>
                    <a:pt x="4090" y="3786"/>
                  </a:cubicBezTo>
                  <a:cubicBezTo>
                    <a:pt x="4652" y="3786"/>
                    <a:pt x="5377" y="3246"/>
                    <a:pt x="5642" y="2629"/>
                  </a:cubicBezTo>
                  <a:cubicBezTo>
                    <a:pt x="5815" y="2222"/>
                    <a:pt x="5765" y="1843"/>
                    <a:pt x="5500" y="1565"/>
                  </a:cubicBezTo>
                  <a:cubicBezTo>
                    <a:pt x="5303" y="1358"/>
                    <a:pt x="5084" y="1254"/>
                    <a:pt x="4843" y="1247"/>
                  </a:cubicBezTo>
                  <a:cubicBezTo>
                    <a:pt x="4821" y="819"/>
                    <a:pt x="4572" y="418"/>
                    <a:pt x="4161" y="159"/>
                  </a:cubicBezTo>
                  <a:cubicBezTo>
                    <a:pt x="3992" y="52"/>
                    <a:pt x="3811" y="0"/>
                    <a:pt x="36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06" name="Google Shape;2406;p23"/>
          <p:cNvGrpSpPr/>
          <p:nvPr/>
        </p:nvGrpSpPr>
        <p:grpSpPr>
          <a:xfrm>
            <a:off x="78527" y="3357080"/>
            <a:ext cx="1783386" cy="1821430"/>
            <a:chOff x="78527" y="3357080"/>
            <a:chExt cx="1783386" cy="1821430"/>
          </a:xfrm>
        </p:grpSpPr>
        <p:sp>
          <p:nvSpPr>
            <p:cNvPr id="2407" name="Google Shape;2407;p23"/>
            <p:cNvSpPr/>
            <p:nvPr/>
          </p:nvSpPr>
          <p:spPr>
            <a:xfrm>
              <a:off x="1341824" y="4848149"/>
              <a:ext cx="336694" cy="222153"/>
            </a:xfrm>
            <a:custGeom>
              <a:avLst/>
              <a:gdLst/>
              <a:ahLst/>
              <a:cxnLst/>
              <a:rect l="l" t="t" r="r" b="b"/>
              <a:pathLst>
                <a:path w="5491" h="3623" extrusionOk="0">
                  <a:moveTo>
                    <a:pt x="2730" y="554"/>
                  </a:moveTo>
                  <a:lnTo>
                    <a:pt x="2730" y="557"/>
                  </a:lnTo>
                  <a:cubicBezTo>
                    <a:pt x="2949" y="767"/>
                    <a:pt x="2996" y="1014"/>
                    <a:pt x="2937" y="1177"/>
                  </a:cubicBezTo>
                  <a:cubicBezTo>
                    <a:pt x="2907" y="1263"/>
                    <a:pt x="2852" y="1310"/>
                    <a:pt x="2788" y="1310"/>
                  </a:cubicBezTo>
                  <a:cubicBezTo>
                    <a:pt x="2748" y="1310"/>
                    <a:pt x="2704" y="1292"/>
                    <a:pt x="2659" y="1254"/>
                  </a:cubicBezTo>
                  <a:cubicBezTo>
                    <a:pt x="2508" y="1125"/>
                    <a:pt x="2542" y="822"/>
                    <a:pt x="2730" y="554"/>
                  </a:cubicBezTo>
                  <a:close/>
                  <a:moveTo>
                    <a:pt x="4405" y="1353"/>
                  </a:moveTo>
                  <a:lnTo>
                    <a:pt x="4405" y="1356"/>
                  </a:lnTo>
                  <a:cubicBezTo>
                    <a:pt x="4368" y="1652"/>
                    <a:pt x="4186" y="1871"/>
                    <a:pt x="3943" y="1902"/>
                  </a:cubicBezTo>
                  <a:cubicBezTo>
                    <a:pt x="3930" y="1902"/>
                    <a:pt x="3915" y="1905"/>
                    <a:pt x="3902" y="1905"/>
                  </a:cubicBezTo>
                  <a:cubicBezTo>
                    <a:pt x="3838" y="1905"/>
                    <a:pt x="3838" y="1883"/>
                    <a:pt x="3838" y="1868"/>
                  </a:cubicBezTo>
                  <a:cubicBezTo>
                    <a:pt x="3831" y="1745"/>
                    <a:pt x="4066" y="1430"/>
                    <a:pt x="4405" y="1353"/>
                  </a:cubicBezTo>
                  <a:close/>
                  <a:moveTo>
                    <a:pt x="1528" y="2124"/>
                  </a:moveTo>
                  <a:cubicBezTo>
                    <a:pt x="1568" y="2124"/>
                    <a:pt x="1608" y="2164"/>
                    <a:pt x="1635" y="2195"/>
                  </a:cubicBezTo>
                  <a:cubicBezTo>
                    <a:pt x="1753" y="2346"/>
                    <a:pt x="1784" y="2509"/>
                    <a:pt x="1716" y="2648"/>
                  </a:cubicBezTo>
                  <a:cubicBezTo>
                    <a:pt x="1645" y="2793"/>
                    <a:pt x="1475" y="2886"/>
                    <a:pt x="1272" y="2889"/>
                  </a:cubicBezTo>
                  <a:cubicBezTo>
                    <a:pt x="1231" y="2617"/>
                    <a:pt x="1309" y="2331"/>
                    <a:pt x="1416" y="2198"/>
                  </a:cubicBezTo>
                  <a:cubicBezTo>
                    <a:pt x="1441" y="2158"/>
                    <a:pt x="1481" y="2130"/>
                    <a:pt x="1528" y="2124"/>
                  </a:cubicBezTo>
                  <a:close/>
                  <a:moveTo>
                    <a:pt x="3347" y="2352"/>
                  </a:moveTo>
                  <a:cubicBezTo>
                    <a:pt x="3363" y="2352"/>
                    <a:pt x="3393" y="2383"/>
                    <a:pt x="3421" y="2466"/>
                  </a:cubicBezTo>
                  <a:cubicBezTo>
                    <a:pt x="3489" y="2667"/>
                    <a:pt x="3449" y="2889"/>
                    <a:pt x="3310" y="3049"/>
                  </a:cubicBezTo>
                  <a:cubicBezTo>
                    <a:pt x="3184" y="2824"/>
                    <a:pt x="3193" y="2583"/>
                    <a:pt x="3264" y="2439"/>
                  </a:cubicBezTo>
                  <a:cubicBezTo>
                    <a:pt x="3298" y="2374"/>
                    <a:pt x="3332" y="2352"/>
                    <a:pt x="3347" y="2352"/>
                  </a:cubicBezTo>
                  <a:close/>
                  <a:moveTo>
                    <a:pt x="3425" y="161"/>
                  </a:moveTo>
                  <a:cubicBezTo>
                    <a:pt x="3564" y="161"/>
                    <a:pt x="3706" y="201"/>
                    <a:pt x="3841" y="286"/>
                  </a:cubicBezTo>
                  <a:cubicBezTo>
                    <a:pt x="4183" y="505"/>
                    <a:pt x="4393" y="838"/>
                    <a:pt x="4411" y="1189"/>
                  </a:cubicBezTo>
                  <a:cubicBezTo>
                    <a:pt x="3992" y="1266"/>
                    <a:pt x="3665" y="1652"/>
                    <a:pt x="3674" y="1877"/>
                  </a:cubicBezTo>
                  <a:cubicBezTo>
                    <a:pt x="3680" y="1971"/>
                    <a:pt x="3737" y="2070"/>
                    <a:pt x="3901" y="2070"/>
                  </a:cubicBezTo>
                  <a:cubicBezTo>
                    <a:pt x="3921" y="2070"/>
                    <a:pt x="3942" y="2068"/>
                    <a:pt x="3964" y="2065"/>
                  </a:cubicBezTo>
                  <a:cubicBezTo>
                    <a:pt x="4294" y="2019"/>
                    <a:pt x="4535" y="1726"/>
                    <a:pt x="4569" y="1341"/>
                  </a:cubicBezTo>
                  <a:cubicBezTo>
                    <a:pt x="4751" y="1344"/>
                    <a:pt x="4920" y="1427"/>
                    <a:pt x="5074" y="1587"/>
                  </a:cubicBezTo>
                  <a:cubicBezTo>
                    <a:pt x="5334" y="1862"/>
                    <a:pt x="5272" y="2192"/>
                    <a:pt x="5176" y="2417"/>
                  </a:cubicBezTo>
                  <a:cubicBezTo>
                    <a:pt x="4951" y="2938"/>
                    <a:pt x="4325" y="3413"/>
                    <a:pt x="3859" y="3413"/>
                  </a:cubicBezTo>
                  <a:cubicBezTo>
                    <a:pt x="3854" y="3413"/>
                    <a:pt x="3850" y="3413"/>
                    <a:pt x="3845" y="3413"/>
                  </a:cubicBezTo>
                  <a:cubicBezTo>
                    <a:pt x="3736" y="3413"/>
                    <a:pt x="3627" y="3379"/>
                    <a:pt x="3538" y="3311"/>
                  </a:cubicBezTo>
                  <a:cubicBezTo>
                    <a:pt x="3492" y="3274"/>
                    <a:pt x="3446" y="3231"/>
                    <a:pt x="3406" y="3185"/>
                  </a:cubicBezTo>
                  <a:cubicBezTo>
                    <a:pt x="3600" y="2981"/>
                    <a:pt x="3665" y="2688"/>
                    <a:pt x="3575" y="2420"/>
                  </a:cubicBezTo>
                  <a:cubicBezTo>
                    <a:pt x="3514" y="2220"/>
                    <a:pt x="3406" y="2189"/>
                    <a:pt x="3347" y="2189"/>
                  </a:cubicBezTo>
                  <a:cubicBezTo>
                    <a:pt x="3261" y="2189"/>
                    <a:pt x="3178" y="2253"/>
                    <a:pt x="3119" y="2368"/>
                  </a:cubicBezTo>
                  <a:cubicBezTo>
                    <a:pt x="3020" y="2562"/>
                    <a:pt x="3011" y="2876"/>
                    <a:pt x="3190" y="3163"/>
                  </a:cubicBezTo>
                  <a:cubicBezTo>
                    <a:pt x="3002" y="3308"/>
                    <a:pt x="2650" y="3462"/>
                    <a:pt x="1999" y="3462"/>
                  </a:cubicBezTo>
                  <a:lnTo>
                    <a:pt x="1953" y="3462"/>
                  </a:lnTo>
                  <a:cubicBezTo>
                    <a:pt x="1558" y="3456"/>
                    <a:pt x="1386" y="3253"/>
                    <a:pt x="1312" y="3049"/>
                  </a:cubicBezTo>
                  <a:cubicBezTo>
                    <a:pt x="1561" y="3034"/>
                    <a:pt x="1765" y="2913"/>
                    <a:pt x="1861" y="2719"/>
                  </a:cubicBezTo>
                  <a:cubicBezTo>
                    <a:pt x="1956" y="2525"/>
                    <a:pt x="1919" y="2297"/>
                    <a:pt x="1759" y="2096"/>
                  </a:cubicBezTo>
                  <a:cubicBezTo>
                    <a:pt x="1672" y="1988"/>
                    <a:pt x="1583" y="1964"/>
                    <a:pt x="1524" y="1964"/>
                  </a:cubicBezTo>
                  <a:cubicBezTo>
                    <a:pt x="1441" y="1964"/>
                    <a:pt x="1358" y="2010"/>
                    <a:pt x="1287" y="2099"/>
                  </a:cubicBezTo>
                  <a:cubicBezTo>
                    <a:pt x="1145" y="2278"/>
                    <a:pt x="1074" y="2596"/>
                    <a:pt x="1105" y="2880"/>
                  </a:cubicBezTo>
                  <a:cubicBezTo>
                    <a:pt x="911" y="2836"/>
                    <a:pt x="726" y="2750"/>
                    <a:pt x="565" y="2627"/>
                  </a:cubicBezTo>
                  <a:cubicBezTo>
                    <a:pt x="152" y="2321"/>
                    <a:pt x="238" y="1890"/>
                    <a:pt x="294" y="1720"/>
                  </a:cubicBezTo>
                  <a:cubicBezTo>
                    <a:pt x="417" y="1347"/>
                    <a:pt x="744" y="1044"/>
                    <a:pt x="1025" y="1044"/>
                  </a:cubicBezTo>
                  <a:cubicBezTo>
                    <a:pt x="1093" y="1044"/>
                    <a:pt x="1160" y="1063"/>
                    <a:pt x="1216" y="1097"/>
                  </a:cubicBezTo>
                  <a:cubicBezTo>
                    <a:pt x="1230" y="1105"/>
                    <a:pt x="1244" y="1108"/>
                    <a:pt x="1258" y="1108"/>
                  </a:cubicBezTo>
                  <a:cubicBezTo>
                    <a:pt x="1304" y="1108"/>
                    <a:pt x="1346" y="1069"/>
                    <a:pt x="1339" y="1017"/>
                  </a:cubicBezTo>
                  <a:cubicBezTo>
                    <a:pt x="1336" y="1014"/>
                    <a:pt x="1281" y="585"/>
                    <a:pt x="1484" y="354"/>
                  </a:cubicBezTo>
                  <a:cubicBezTo>
                    <a:pt x="1569" y="254"/>
                    <a:pt x="1692" y="205"/>
                    <a:pt x="1850" y="205"/>
                  </a:cubicBezTo>
                  <a:cubicBezTo>
                    <a:pt x="1960" y="205"/>
                    <a:pt x="2089" y="229"/>
                    <a:pt x="2234" y="276"/>
                  </a:cubicBezTo>
                  <a:cubicBezTo>
                    <a:pt x="2366" y="320"/>
                    <a:pt x="2490" y="378"/>
                    <a:pt x="2607" y="455"/>
                  </a:cubicBezTo>
                  <a:cubicBezTo>
                    <a:pt x="2385" y="764"/>
                    <a:pt x="2308" y="1174"/>
                    <a:pt x="2555" y="1381"/>
                  </a:cubicBezTo>
                  <a:cubicBezTo>
                    <a:pt x="2619" y="1439"/>
                    <a:pt x="2703" y="1473"/>
                    <a:pt x="2789" y="1476"/>
                  </a:cubicBezTo>
                  <a:cubicBezTo>
                    <a:pt x="2922" y="1476"/>
                    <a:pt x="3036" y="1384"/>
                    <a:pt x="3088" y="1233"/>
                  </a:cubicBezTo>
                  <a:cubicBezTo>
                    <a:pt x="3165" y="1017"/>
                    <a:pt x="3113" y="696"/>
                    <a:pt x="2835" y="434"/>
                  </a:cubicBezTo>
                  <a:cubicBezTo>
                    <a:pt x="3005" y="255"/>
                    <a:pt x="3212" y="161"/>
                    <a:pt x="3425" y="161"/>
                  </a:cubicBezTo>
                  <a:close/>
                  <a:moveTo>
                    <a:pt x="3429" y="0"/>
                  </a:moveTo>
                  <a:cubicBezTo>
                    <a:pt x="3169" y="0"/>
                    <a:pt x="2914" y="115"/>
                    <a:pt x="2712" y="332"/>
                  </a:cubicBezTo>
                  <a:cubicBezTo>
                    <a:pt x="2582" y="243"/>
                    <a:pt x="2437" y="172"/>
                    <a:pt x="2289" y="122"/>
                  </a:cubicBezTo>
                  <a:cubicBezTo>
                    <a:pt x="2128" y="70"/>
                    <a:pt x="1983" y="45"/>
                    <a:pt x="1854" y="45"/>
                  </a:cubicBezTo>
                  <a:cubicBezTo>
                    <a:pt x="1646" y="45"/>
                    <a:pt x="1482" y="112"/>
                    <a:pt x="1364" y="246"/>
                  </a:cubicBezTo>
                  <a:cubicBezTo>
                    <a:pt x="1194" y="443"/>
                    <a:pt x="1170" y="730"/>
                    <a:pt x="1173" y="899"/>
                  </a:cubicBezTo>
                  <a:cubicBezTo>
                    <a:pt x="1127" y="887"/>
                    <a:pt x="1077" y="881"/>
                    <a:pt x="1028" y="881"/>
                  </a:cubicBezTo>
                  <a:cubicBezTo>
                    <a:pt x="676" y="881"/>
                    <a:pt x="288" y="1226"/>
                    <a:pt x="143" y="1667"/>
                  </a:cubicBezTo>
                  <a:cubicBezTo>
                    <a:pt x="1" y="2102"/>
                    <a:pt x="121" y="2497"/>
                    <a:pt x="473" y="2756"/>
                  </a:cubicBezTo>
                  <a:cubicBezTo>
                    <a:pt x="695" y="2920"/>
                    <a:pt x="923" y="3018"/>
                    <a:pt x="1142" y="3046"/>
                  </a:cubicBezTo>
                  <a:cubicBezTo>
                    <a:pt x="1247" y="3410"/>
                    <a:pt x="1537" y="3620"/>
                    <a:pt x="1953" y="3623"/>
                  </a:cubicBezTo>
                  <a:lnTo>
                    <a:pt x="1999" y="3623"/>
                  </a:lnTo>
                  <a:cubicBezTo>
                    <a:pt x="2561" y="3623"/>
                    <a:pt x="3005" y="3509"/>
                    <a:pt x="3289" y="3296"/>
                  </a:cubicBezTo>
                  <a:cubicBezTo>
                    <a:pt x="3335" y="3348"/>
                    <a:pt x="3387" y="3395"/>
                    <a:pt x="3440" y="3438"/>
                  </a:cubicBezTo>
                  <a:cubicBezTo>
                    <a:pt x="3557" y="3528"/>
                    <a:pt x="3702" y="3577"/>
                    <a:pt x="3849" y="3577"/>
                  </a:cubicBezTo>
                  <a:cubicBezTo>
                    <a:pt x="3853" y="3577"/>
                    <a:pt x="3858" y="3577"/>
                    <a:pt x="3862" y="3577"/>
                  </a:cubicBezTo>
                  <a:cubicBezTo>
                    <a:pt x="4393" y="3577"/>
                    <a:pt x="5078" y="3065"/>
                    <a:pt x="5327" y="2482"/>
                  </a:cubicBezTo>
                  <a:cubicBezTo>
                    <a:pt x="5491" y="2099"/>
                    <a:pt x="5445" y="1741"/>
                    <a:pt x="5195" y="1476"/>
                  </a:cubicBezTo>
                  <a:cubicBezTo>
                    <a:pt x="5010" y="1282"/>
                    <a:pt x="4803" y="1183"/>
                    <a:pt x="4575" y="1177"/>
                  </a:cubicBezTo>
                  <a:cubicBezTo>
                    <a:pt x="4553" y="773"/>
                    <a:pt x="4316" y="394"/>
                    <a:pt x="3930" y="150"/>
                  </a:cubicBezTo>
                  <a:cubicBezTo>
                    <a:pt x="3770" y="49"/>
                    <a:pt x="3598" y="0"/>
                    <a:pt x="34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23"/>
            <p:cNvSpPr/>
            <p:nvPr/>
          </p:nvSpPr>
          <p:spPr>
            <a:xfrm>
              <a:off x="591016" y="4398235"/>
              <a:ext cx="117305" cy="117305"/>
            </a:xfrm>
            <a:custGeom>
              <a:avLst/>
              <a:gdLst/>
              <a:ahLst/>
              <a:cxnLst/>
              <a:rect l="l" t="t" r="r" b="b"/>
              <a:pathLst>
                <a:path w="1611" h="1611" extrusionOk="0">
                  <a:moveTo>
                    <a:pt x="871" y="1"/>
                  </a:moveTo>
                  <a:cubicBezTo>
                    <a:pt x="821" y="1"/>
                    <a:pt x="784" y="38"/>
                    <a:pt x="784" y="84"/>
                  </a:cubicBezTo>
                  <a:lnTo>
                    <a:pt x="781" y="574"/>
                  </a:lnTo>
                  <a:lnTo>
                    <a:pt x="488" y="263"/>
                  </a:lnTo>
                  <a:cubicBezTo>
                    <a:pt x="469" y="243"/>
                    <a:pt x="447" y="234"/>
                    <a:pt x="426" y="234"/>
                  </a:cubicBezTo>
                  <a:cubicBezTo>
                    <a:pt x="360" y="234"/>
                    <a:pt x="303" y="317"/>
                    <a:pt x="362" y="380"/>
                  </a:cubicBezTo>
                  <a:lnTo>
                    <a:pt x="664" y="701"/>
                  </a:lnTo>
                  <a:lnTo>
                    <a:pt x="115" y="704"/>
                  </a:lnTo>
                  <a:cubicBezTo>
                    <a:pt x="1" y="704"/>
                    <a:pt x="1" y="877"/>
                    <a:pt x="115" y="877"/>
                  </a:cubicBezTo>
                  <a:lnTo>
                    <a:pt x="618" y="870"/>
                  </a:lnTo>
                  <a:lnTo>
                    <a:pt x="618" y="870"/>
                  </a:lnTo>
                  <a:lnTo>
                    <a:pt x="232" y="1142"/>
                  </a:lnTo>
                  <a:cubicBezTo>
                    <a:pt x="167" y="1191"/>
                    <a:pt x="201" y="1293"/>
                    <a:pt x="282" y="1296"/>
                  </a:cubicBezTo>
                  <a:cubicBezTo>
                    <a:pt x="297" y="1296"/>
                    <a:pt x="315" y="1290"/>
                    <a:pt x="331" y="1281"/>
                  </a:cubicBezTo>
                  <a:lnTo>
                    <a:pt x="781" y="966"/>
                  </a:lnTo>
                  <a:lnTo>
                    <a:pt x="775" y="1524"/>
                  </a:lnTo>
                  <a:cubicBezTo>
                    <a:pt x="775" y="1571"/>
                    <a:pt x="815" y="1611"/>
                    <a:pt x="861" y="1611"/>
                  </a:cubicBezTo>
                  <a:cubicBezTo>
                    <a:pt x="908" y="1611"/>
                    <a:pt x="948" y="1571"/>
                    <a:pt x="948" y="1524"/>
                  </a:cubicBezTo>
                  <a:lnTo>
                    <a:pt x="951" y="997"/>
                  </a:lnTo>
                  <a:lnTo>
                    <a:pt x="1262" y="1330"/>
                  </a:lnTo>
                  <a:cubicBezTo>
                    <a:pt x="1281" y="1345"/>
                    <a:pt x="1302" y="1355"/>
                    <a:pt x="1327" y="1355"/>
                  </a:cubicBezTo>
                  <a:cubicBezTo>
                    <a:pt x="1349" y="1355"/>
                    <a:pt x="1367" y="1349"/>
                    <a:pt x="1386" y="1333"/>
                  </a:cubicBezTo>
                  <a:cubicBezTo>
                    <a:pt x="1420" y="1299"/>
                    <a:pt x="1420" y="1247"/>
                    <a:pt x="1389" y="1210"/>
                  </a:cubicBezTo>
                  <a:lnTo>
                    <a:pt x="1059" y="864"/>
                  </a:lnTo>
                  <a:lnTo>
                    <a:pt x="1506" y="861"/>
                  </a:lnTo>
                  <a:cubicBezTo>
                    <a:pt x="1611" y="852"/>
                    <a:pt x="1611" y="695"/>
                    <a:pt x="1506" y="689"/>
                  </a:cubicBezTo>
                  <a:lnTo>
                    <a:pt x="1503" y="692"/>
                  </a:lnTo>
                  <a:lnTo>
                    <a:pt x="1170" y="695"/>
                  </a:lnTo>
                  <a:lnTo>
                    <a:pt x="1518" y="451"/>
                  </a:lnTo>
                  <a:cubicBezTo>
                    <a:pt x="1592" y="398"/>
                    <a:pt x="1540" y="297"/>
                    <a:pt x="1468" y="297"/>
                  </a:cubicBezTo>
                  <a:cubicBezTo>
                    <a:pt x="1453" y="297"/>
                    <a:pt x="1436" y="301"/>
                    <a:pt x="1420" y="312"/>
                  </a:cubicBezTo>
                  <a:lnTo>
                    <a:pt x="951" y="639"/>
                  </a:lnTo>
                  <a:lnTo>
                    <a:pt x="954" y="87"/>
                  </a:lnTo>
                  <a:cubicBezTo>
                    <a:pt x="954" y="38"/>
                    <a:pt x="917" y="1"/>
                    <a:pt x="8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23"/>
            <p:cNvSpPr/>
            <p:nvPr/>
          </p:nvSpPr>
          <p:spPr>
            <a:xfrm>
              <a:off x="85064" y="4802233"/>
              <a:ext cx="86504" cy="86286"/>
            </a:xfrm>
            <a:custGeom>
              <a:avLst/>
              <a:gdLst/>
              <a:ahLst/>
              <a:cxnLst/>
              <a:rect l="l" t="t" r="r" b="b"/>
              <a:pathLst>
                <a:path w="1188" h="1185" extrusionOk="0">
                  <a:moveTo>
                    <a:pt x="596" y="170"/>
                  </a:moveTo>
                  <a:cubicBezTo>
                    <a:pt x="827" y="173"/>
                    <a:pt x="1015" y="361"/>
                    <a:pt x="1012" y="596"/>
                  </a:cubicBezTo>
                  <a:cubicBezTo>
                    <a:pt x="1009" y="827"/>
                    <a:pt x="824" y="1012"/>
                    <a:pt x="592" y="1015"/>
                  </a:cubicBezTo>
                  <a:cubicBezTo>
                    <a:pt x="364" y="1006"/>
                    <a:pt x="185" y="818"/>
                    <a:pt x="185" y="592"/>
                  </a:cubicBezTo>
                  <a:cubicBezTo>
                    <a:pt x="185" y="364"/>
                    <a:pt x="367" y="179"/>
                    <a:pt x="596" y="173"/>
                  </a:cubicBezTo>
                  <a:lnTo>
                    <a:pt x="596" y="170"/>
                  </a:lnTo>
                  <a:close/>
                  <a:moveTo>
                    <a:pt x="596" y="0"/>
                  </a:moveTo>
                  <a:cubicBezTo>
                    <a:pt x="269" y="0"/>
                    <a:pt x="0" y="262"/>
                    <a:pt x="0" y="592"/>
                  </a:cubicBezTo>
                  <a:cubicBezTo>
                    <a:pt x="0" y="919"/>
                    <a:pt x="266" y="1185"/>
                    <a:pt x="592" y="1185"/>
                  </a:cubicBezTo>
                  <a:lnTo>
                    <a:pt x="596" y="1185"/>
                  </a:lnTo>
                  <a:cubicBezTo>
                    <a:pt x="923" y="1185"/>
                    <a:pt x="1188" y="919"/>
                    <a:pt x="1188" y="592"/>
                  </a:cubicBezTo>
                  <a:cubicBezTo>
                    <a:pt x="1188" y="262"/>
                    <a:pt x="923" y="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23"/>
            <p:cNvSpPr/>
            <p:nvPr/>
          </p:nvSpPr>
          <p:spPr>
            <a:xfrm rot="-1523482">
              <a:off x="388316" y="4690908"/>
              <a:ext cx="787482" cy="334944"/>
            </a:xfrm>
            <a:custGeom>
              <a:avLst/>
              <a:gdLst/>
              <a:ahLst/>
              <a:cxnLst/>
              <a:rect l="l" t="t" r="r" b="b"/>
              <a:pathLst>
                <a:path w="10815" h="4600" extrusionOk="0">
                  <a:moveTo>
                    <a:pt x="1879" y="0"/>
                  </a:moveTo>
                  <a:cubicBezTo>
                    <a:pt x="1876" y="0"/>
                    <a:pt x="1873" y="0"/>
                    <a:pt x="1870" y="0"/>
                  </a:cubicBezTo>
                  <a:cubicBezTo>
                    <a:pt x="1747" y="0"/>
                    <a:pt x="1626" y="22"/>
                    <a:pt x="1509" y="59"/>
                  </a:cubicBezTo>
                  <a:cubicBezTo>
                    <a:pt x="1417" y="90"/>
                    <a:pt x="1438" y="226"/>
                    <a:pt x="1534" y="226"/>
                  </a:cubicBezTo>
                  <a:lnTo>
                    <a:pt x="1537" y="226"/>
                  </a:lnTo>
                  <a:cubicBezTo>
                    <a:pt x="1543" y="226"/>
                    <a:pt x="1552" y="226"/>
                    <a:pt x="1559" y="223"/>
                  </a:cubicBezTo>
                  <a:cubicBezTo>
                    <a:pt x="1660" y="189"/>
                    <a:pt x="1765" y="173"/>
                    <a:pt x="1870" y="170"/>
                  </a:cubicBezTo>
                  <a:cubicBezTo>
                    <a:pt x="1873" y="170"/>
                    <a:pt x="1876" y="170"/>
                    <a:pt x="1879" y="170"/>
                  </a:cubicBezTo>
                  <a:cubicBezTo>
                    <a:pt x="1991" y="170"/>
                    <a:pt x="1991" y="0"/>
                    <a:pt x="1879" y="0"/>
                  </a:cubicBezTo>
                  <a:close/>
                  <a:moveTo>
                    <a:pt x="2205" y="48"/>
                  </a:moveTo>
                  <a:cubicBezTo>
                    <a:pt x="2115" y="48"/>
                    <a:pt x="2084" y="186"/>
                    <a:pt x="2185" y="216"/>
                  </a:cubicBezTo>
                  <a:cubicBezTo>
                    <a:pt x="2286" y="247"/>
                    <a:pt x="2382" y="293"/>
                    <a:pt x="2475" y="349"/>
                  </a:cubicBezTo>
                  <a:cubicBezTo>
                    <a:pt x="2487" y="358"/>
                    <a:pt x="2502" y="361"/>
                    <a:pt x="2518" y="361"/>
                  </a:cubicBezTo>
                  <a:cubicBezTo>
                    <a:pt x="2607" y="361"/>
                    <a:pt x="2638" y="247"/>
                    <a:pt x="2564" y="204"/>
                  </a:cubicBezTo>
                  <a:cubicBezTo>
                    <a:pt x="2459" y="139"/>
                    <a:pt x="2348" y="87"/>
                    <a:pt x="2234" y="53"/>
                  </a:cubicBezTo>
                  <a:cubicBezTo>
                    <a:pt x="2224" y="50"/>
                    <a:pt x="2214" y="48"/>
                    <a:pt x="2205" y="48"/>
                  </a:cubicBezTo>
                  <a:close/>
                  <a:moveTo>
                    <a:pt x="1225" y="194"/>
                  </a:moveTo>
                  <a:cubicBezTo>
                    <a:pt x="1210" y="194"/>
                    <a:pt x="1195" y="198"/>
                    <a:pt x="1179" y="207"/>
                  </a:cubicBezTo>
                  <a:cubicBezTo>
                    <a:pt x="1077" y="269"/>
                    <a:pt x="982" y="340"/>
                    <a:pt x="889" y="417"/>
                  </a:cubicBezTo>
                  <a:cubicBezTo>
                    <a:pt x="852" y="445"/>
                    <a:pt x="849" y="500"/>
                    <a:pt x="880" y="537"/>
                  </a:cubicBezTo>
                  <a:cubicBezTo>
                    <a:pt x="895" y="556"/>
                    <a:pt x="920" y="568"/>
                    <a:pt x="945" y="568"/>
                  </a:cubicBezTo>
                  <a:lnTo>
                    <a:pt x="948" y="568"/>
                  </a:lnTo>
                  <a:cubicBezTo>
                    <a:pt x="966" y="568"/>
                    <a:pt x="985" y="559"/>
                    <a:pt x="1000" y="549"/>
                  </a:cubicBezTo>
                  <a:cubicBezTo>
                    <a:pt x="1084" y="475"/>
                    <a:pt x="1173" y="414"/>
                    <a:pt x="1266" y="355"/>
                  </a:cubicBezTo>
                  <a:cubicBezTo>
                    <a:pt x="1348" y="306"/>
                    <a:pt x="1301" y="194"/>
                    <a:pt x="1225" y="194"/>
                  </a:cubicBezTo>
                  <a:close/>
                  <a:moveTo>
                    <a:pt x="2793" y="393"/>
                  </a:moveTo>
                  <a:cubicBezTo>
                    <a:pt x="2724" y="393"/>
                    <a:pt x="2668" y="486"/>
                    <a:pt x="2734" y="546"/>
                  </a:cubicBezTo>
                  <a:cubicBezTo>
                    <a:pt x="2786" y="593"/>
                    <a:pt x="2839" y="642"/>
                    <a:pt x="2891" y="701"/>
                  </a:cubicBezTo>
                  <a:lnTo>
                    <a:pt x="2968" y="784"/>
                  </a:lnTo>
                  <a:cubicBezTo>
                    <a:pt x="2984" y="799"/>
                    <a:pt x="3008" y="812"/>
                    <a:pt x="3033" y="812"/>
                  </a:cubicBezTo>
                  <a:cubicBezTo>
                    <a:pt x="3107" y="812"/>
                    <a:pt x="3144" y="722"/>
                    <a:pt x="3095" y="670"/>
                  </a:cubicBezTo>
                  <a:cubicBezTo>
                    <a:pt x="3070" y="639"/>
                    <a:pt x="3045" y="611"/>
                    <a:pt x="3017" y="583"/>
                  </a:cubicBezTo>
                  <a:cubicBezTo>
                    <a:pt x="2962" y="522"/>
                    <a:pt x="2906" y="469"/>
                    <a:pt x="2851" y="417"/>
                  </a:cubicBezTo>
                  <a:cubicBezTo>
                    <a:pt x="2832" y="400"/>
                    <a:pt x="2812" y="393"/>
                    <a:pt x="2793" y="393"/>
                  </a:cubicBezTo>
                  <a:close/>
                  <a:moveTo>
                    <a:pt x="691" y="637"/>
                  </a:moveTo>
                  <a:cubicBezTo>
                    <a:pt x="672" y="637"/>
                    <a:pt x="651" y="644"/>
                    <a:pt x="633" y="661"/>
                  </a:cubicBezTo>
                  <a:cubicBezTo>
                    <a:pt x="556" y="741"/>
                    <a:pt x="482" y="830"/>
                    <a:pt x="408" y="926"/>
                  </a:cubicBezTo>
                  <a:cubicBezTo>
                    <a:pt x="377" y="963"/>
                    <a:pt x="383" y="1018"/>
                    <a:pt x="424" y="1046"/>
                  </a:cubicBezTo>
                  <a:cubicBezTo>
                    <a:pt x="439" y="1058"/>
                    <a:pt x="454" y="1065"/>
                    <a:pt x="476" y="1065"/>
                  </a:cubicBezTo>
                  <a:cubicBezTo>
                    <a:pt x="504" y="1065"/>
                    <a:pt x="528" y="1052"/>
                    <a:pt x="544" y="1031"/>
                  </a:cubicBezTo>
                  <a:cubicBezTo>
                    <a:pt x="615" y="938"/>
                    <a:pt x="686" y="852"/>
                    <a:pt x="760" y="775"/>
                  </a:cubicBezTo>
                  <a:cubicBezTo>
                    <a:pt x="809" y="711"/>
                    <a:pt x="754" y="637"/>
                    <a:pt x="691" y="637"/>
                  </a:cubicBezTo>
                  <a:close/>
                  <a:moveTo>
                    <a:pt x="5503" y="1071"/>
                  </a:moveTo>
                  <a:cubicBezTo>
                    <a:pt x="5386" y="1071"/>
                    <a:pt x="5269" y="1080"/>
                    <a:pt x="5152" y="1105"/>
                  </a:cubicBezTo>
                  <a:cubicBezTo>
                    <a:pt x="5047" y="1120"/>
                    <a:pt x="5059" y="1274"/>
                    <a:pt x="5167" y="1274"/>
                  </a:cubicBezTo>
                  <a:cubicBezTo>
                    <a:pt x="5173" y="1274"/>
                    <a:pt x="5180" y="1271"/>
                    <a:pt x="5183" y="1271"/>
                  </a:cubicBezTo>
                  <a:cubicBezTo>
                    <a:pt x="5279" y="1255"/>
                    <a:pt x="5376" y="1243"/>
                    <a:pt x="5473" y="1243"/>
                  </a:cubicBezTo>
                  <a:cubicBezTo>
                    <a:pt x="5484" y="1243"/>
                    <a:pt x="5495" y="1243"/>
                    <a:pt x="5506" y="1243"/>
                  </a:cubicBezTo>
                  <a:cubicBezTo>
                    <a:pt x="5553" y="1243"/>
                    <a:pt x="5593" y="1203"/>
                    <a:pt x="5593" y="1157"/>
                  </a:cubicBezTo>
                  <a:cubicBezTo>
                    <a:pt x="5590" y="1108"/>
                    <a:pt x="5553" y="1071"/>
                    <a:pt x="5503" y="1071"/>
                  </a:cubicBezTo>
                  <a:close/>
                  <a:moveTo>
                    <a:pt x="3254" y="895"/>
                  </a:moveTo>
                  <a:cubicBezTo>
                    <a:pt x="3189" y="895"/>
                    <a:pt x="3131" y="972"/>
                    <a:pt x="3187" y="1037"/>
                  </a:cubicBezTo>
                  <a:cubicBezTo>
                    <a:pt x="3261" y="1129"/>
                    <a:pt x="3329" y="1222"/>
                    <a:pt x="3391" y="1308"/>
                  </a:cubicBezTo>
                  <a:cubicBezTo>
                    <a:pt x="3406" y="1330"/>
                    <a:pt x="3434" y="1345"/>
                    <a:pt x="3462" y="1345"/>
                  </a:cubicBezTo>
                  <a:cubicBezTo>
                    <a:pt x="3480" y="1345"/>
                    <a:pt x="3495" y="1339"/>
                    <a:pt x="3511" y="1327"/>
                  </a:cubicBezTo>
                  <a:cubicBezTo>
                    <a:pt x="3548" y="1299"/>
                    <a:pt x="3557" y="1247"/>
                    <a:pt x="3533" y="1210"/>
                  </a:cubicBezTo>
                  <a:cubicBezTo>
                    <a:pt x="3468" y="1117"/>
                    <a:pt x="3400" y="1024"/>
                    <a:pt x="3323" y="932"/>
                  </a:cubicBezTo>
                  <a:cubicBezTo>
                    <a:pt x="3303" y="906"/>
                    <a:pt x="3278" y="895"/>
                    <a:pt x="3254" y="895"/>
                  </a:cubicBezTo>
                  <a:close/>
                  <a:moveTo>
                    <a:pt x="5845" y="1100"/>
                  </a:moveTo>
                  <a:cubicBezTo>
                    <a:pt x="5747" y="1100"/>
                    <a:pt x="5725" y="1254"/>
                    <a:pt x="5833" y="1271"/>
                  </a:cubicBezTo>
                  <a:cubicBezTo>
                    <a:pt x="5877" y="1277"/>
                    <a:pt x="5917" y="1287"/>
                    <a:pt x="5960" y="1296"/>
                  </a:cubicBezTo>
                  <a:cubicBezTo>
                    <a:pt x="6028" y="1311"/>
                    <a:pt x="6092" y="1330"/>
                    <a:pt x="6154" y="1348"/>
                  </a:cubicBezTo>
                  <a:cubicBezTo>
                    <a:pt x="6163" y="1351"/>
                    <a:pt x="6173" y="1351"/>
                    <a:pt x="6182" y="1351"/>
                  </a:cubicBezTo>
                  <a:lnTo>
                    <a:pt x="6179" y="1351"/>
                  </a:lnTo>
                  <a:cubicBezTo>
                    <a:pt x="6180" y="1351"/>
                    <a:pt x="6181" y="1351"/>
                    <a:pt x="6182" y="1351"/>
                  </a:cubicBezTo>
                  <a:cubicBezTo>
                    <a:pt x="6278" y="1351"/>
                    <a:pt x="6298" y="1215"/>
                    <a:pt x="6207" y="1185"/>
                  </a:cubicBezTo>
                  <a:cubicBezTo>
                    <a:pt x="6139" y="1163"/>
                    <a:pt x="6071" y="1145"/>
                    <a:pt x="6000" y="1129"/>
                  </a:cubicBezTo>
                  <a:cubicBezTo>
                    <a:pt x="5951" y="1117"/>
                    <a:pt x="5907" y="1108"/>
                    <a:pt x="5861" y="1102"/>
                  </a:cubicBezTo>
                  <a:cubicBezTo>
                    <a:pt x="5855" y="1101"/>
                    <a:pt x="5850" y="1100"/>
                    <a:pt x="5845" y="1100"/>
                  </a:cubicBezTo>
                  <a:close/>
                  <a:moveTo>
                    <a:pt x="4842" y="1199"/>
                  </a:moveTo>
                  <a:cubicBezTo>
                    <a:pt x="4831" y="1199"/>
                    <a:pt x="4819" y="1201"/>
                    <a:pt x="4806" y="1206"/>
                  </a:cubicBezTo>
                  <a:cubicBezTo>
                    <a:pt x="4695" y="1250"/>
                    <a:pt x="4590" y="1308"/>
                    <a:pt x="4492" y="1373"/>
                  </a:cubicBezTo>
                  <a:cubicBezTo>
                    <a:pt x="4421" y="1419"/>
                    <a:pt x="4452" y="1530"/>
                    <a:pt x="4538" y="1530"/>
                  </a:cubicBezTo>
                  <a:cubicBezTo>
                    <a:pt x="4553" y="1530"/>
                    <a:pt x="4572" y="1527"/>
                    <a:pt x="4584" y="1518"/>
                  </a:cubicBezTo>
                  <a:cubicBezTo>
                    <a:pt x="4677" y="1456"/>
                    <a:pt x="4772" y="1404"/>
                    <a:pt x="4871" y="1364"/>
                  </a:cubicBezTo>
                  <a:cubicBezTo>
                    <a:pt x="4963" y="1326"/>
                    <a:pt x="4924" y="1199"/>
                    <a:pt x="4842" y="1199"/>
                  </a:cubicBezTo>
                  <a:close/>
                  <a:moveTo>
                    <a:pt x="273" y="1172"/>
                  </a:moveTo>
                  <a:cubicBezTo>
                    <a:pt x="248" y="1172"/>
                    <a:pt x="223" y="1184"/>
                    <a:pt x="205" y="1213"/>
                  </a:cubicBezTo>
                  <a:cubicBezTo>
                    <a:pt x="87" y="1388"/>
                    <a:pt x="26" y="1509"/>
                    <a:pt x="23" y="1515"/>
                  </a:cubicBezTo>
                  <a:cubicBezTo>
                    <a:pt x="1" y="1558"/>
                    <a:pt x="20" y="1610"/>
                    <a:pt x="63" y="1632"/>
                  </a:cubicBezTo>
                  <a:cubicBezTo>
                    <a:pt x="72" y="1638"/>
                    <a:pt x="87" y="1641"/>
                    <a:pt x="100" y="1641"/>
                  </a:cubicBezTo>
                  <a:lnTo>
                    <a:pt x="103" y="1641"/>
                  </a:lnTo>
                  <a:cubicBezTo>
                    <a:pt x="134" y="1638"/>
                    <a:pt x="161" y="1620"/>
                    <a:pt x="177" y="1592"/>
                  </a:cubicBezTo>
                  <a:cubicBezTo>
                    <a:pt x="229" y="1493"/>
                    <a:pt x="285" y="1398"/>
                    <a:pt x="346" y="1305"/>
                  </a:cubicBezTo>
                  <a:cubicBezTo>
                    <a:pt x="390" y="1238"/>
                    <a:pt x="333" y="1172"/>
                    <a:pt x="273" y="1172"/>
                  </a:cubicBezTo>
                  <a:close/>
                  <a:moveTo>
                    <a:pt x="6490" y="1316"/>
                  </a:moveTo>
                  <a:cubicBezTo>
                    <a:pt x="6411" y="1316"/>
                    <a:pt x="6363" y="1434"/>
                    <a:pt x="6453" y="1478"/>
                  </a:cubicBezTo>
                  <a:cubicBezTo>
                    <a:pt x="6546" y="1530"/>
                    <a:pt x="6635" y="1595"/>
                    <a:pt x="6715" y="1666"/>
                  </a:cubicBezTo>
                  <a:cubicBezTo>
                    <a:pt x="6731" y="1678"/>
                    <a:pt x="6753" y="1688"/>
                    <a:pt x="6774" y="1688"/>
                  </a:cubicBezTo>
                  <a:cubicBezTo>
                    <a:pt x="6851" y="1688"/>
                    <a:pt x="6888" y="1589"/>
                    <a:pt x="6830" y="1536"/>
                  </a:cubicBezTo>
                  <a:cubicBezTo>
                    <a:pt x="6740" y="1456"/>
                    <a:pt x="6641" y="1388"/>
                    <a:pt x="6537" y="1330"/>
                  </a:cubicBezTo>
                  <a:cubicBezTo>
                    <a:pt x="6520" y="1320"/>
                    <a:pt x="6504" y="1316"/>
                    <a:pt x="6490" y="1316"/>
                  </a:cubicBezTo>
                  <a:close/>
                  <a:moveTo>
                    <a:pt x="3651" y="1462"/>
                  </a:moveTo>
                  <a:cubicBezTo>
                    <a:pt x="3593" y="1462"/>
                    <a:pt x="3536" y="1523"/>
                    <a:pt x="3573" y="1589"/>
                  </a:cubicBezTo>
                  <a:cubicBezTo>
                    <a:pt x="3628" y="1684"/>
                    <a:pt x="3681" y="1783"/>
                    <a:pt x="3727" y="1885"/>
                  </a:cubicBezTo>
                  <a:cubicBezTo>
                    <a:pt x="3739" y="1916"/>
                    <a:pt x="3770" y="1937"/>
                    <a:pt x="3804" y="1937"/>
                  </a:cubicBezTo>
                  <a:cubicBezTo>
                    <a:pt x="3866" y="1934"/>
                    <a:pt x="3906" y="1873"/>
                    <a:pt x="3881" y="1817"/>
                  </a:cubicBezTo>
                  <a:cubicBezTo>
                    <a:pt x="3835" y="1709"/>
                    <a:pt x="3779" y="1604"/>
                    <a:pt x="3721" y="1503"/>
                  </a:cubicBezTo>
                  <a:cubicBezTo>
                    <a:pt x="3703" y="1474"/>
                    <a:pt x="3677" y="1462"/>
                    <a:pt x="3651" y="1462"/>
                  </a:cubicBezTo>
                  <a:close/>
                  <a:moveTo>
                    <a:pt x="4273" y="1572"/>
                  </a:moveTo>
                  <a:cubicBezTo>
                    <a:pt x="4253" y="1572"/>
                    <a:pt x="4232" y="1580"/>
                    <a:pt x="4214" y="1598"/>
                  </a:cubicBezTo>
                  <a:cubicBezTo>
                    <a:pt x="4128" y="1681"/>
                    <a:pt x="4048" y="1771"/>
                    <a:pt x="3977" y="1866"/>
                  </a:cubicBezTo>
                  <a:cubicBezTo>
                    <a:pt x="3949" y="1903"/>
                    <a:pt x="3958" y="1956"/>
                    <a:pt x="3995" y="1987"/>
                  </a:cubicBezTo>
                  <a:cubicBezTo>
                    <a:pt x="4011" y="1996"/>
                    <a:pt x="4029" y="2002"/>
                    <a:pt x="4048" y="2002"/>
                  </a:cubicBezTo>
                  <a:cubicBezTo>
                    <a:pt x="4072" y="2002"/>
                    <a:pt x="4100" y="1990"/>
                    <a:pt x="4115" y="1968"/>
                  </a:cubicBezTo>
                  <a:cubicBezTo>
                    <a:pt x="4180" y="1879"/>
                    <a:pt x="4251" y="1799"/>
                    <a:pt x="4331" y="1721"/>
                  </a:cubicBezTo>
                  <a:cubicBezTo>
                    <a:pt x="4396" y="1660"/>
                    <a:pt x="4339" y="1572"/>
                    <a:pt x="4273" y="1572"/>
                  </a:cubicBezTo>
                  <a:close/>
                  <a:moveTo>
                    <a:pt x="7005" y="1768"/>
                  </a:moveTo>
                  <a:cubicBezTo>
                    <a:pt x="6943" y="1768"/>
                    <a:pt x="6886" y="1837"/>
                    <a:pt x="6934" y="1903"/>
                  </a:cubicBezTo>
                  <a:cubicBezTo>
                    <a:pt x="6999" y="1993"/>
                    <a:pt x="7052" y="2085"/>
                    <a:pt x="7095" y="2187"/>
                  </a:cubicBezTo>
                  <a:cubicBezTo>
                    <a:pt x="7110" y="2215"/>
                    <a:pt x="7138" y="2237"/>
                    <a:pt x="7172" y="2237"/>
                  </a:cubicBezTo>
                  <a:lnTo>
                    <a:pt x="7175" y="2237"/>
                  </a:lnTo>
                  <a:cubicBezTo>
                    <a:pt x="7237" y="2237"/>
                    <a:pt x="7277" y="2172"/>
                    <a:pt x="7252" y="2116"/>
                  </a:cubicBezTo>
                  <a:cubicBezTo>
                    <a:pt x="7203" y="2005"/>
                    <a:pt x="7144" y="1900"/>
                    <a:pt x="7073" y="1805"/>
                  </a:cubicBezTo>
                  <a:cubicBezTo>
                    <a:pt x="7054" y="1779"/>
                    <a:pt x="7029" y="1768"/>
                    <a:pt x="7005" y="1768"/>
                  </a:cubicBezTo>
                  <a:close/>
                  <a:moveTo>
                    <a:pt x="8677" y="2061"/>
                  </a:moveTo>
                  <a:cubicBezTo>
                    <a:pt x="8557" y="2064"/>
                    <a:pt x="8437" y="2082"/>
                    <a:pt x="8322" y="2113"/>
                  </a:cubicBezTo>
                  <a:cubicBezTo>
                    <a:pt x="8224" y="2141"/>
                    <a:pt x="8242" y="2283"/>
                    <a:pt x="8344" y="2283"/>
                  </a:cubicBezTo>
                  <a:cubicBezTo>
                    <a:pt x="8350" y="2283"/>
                    <a:pt x="8356" y="2283"/>
                    <a:pt x="8366" y="2280"/>
                  </a:cubicBezTo>
                  <a:cubicBezTo>
                    <a:pt x="8467" y="2252"/>
                    <a:pt x="8575" y="2237"/>
                    <a:pt x="8683" y="2233"/>
                  </a:cubicBezTo>
                  <a:cubicBezTo>
                    <a:pt x="8730" y="2230"/>
                    <a:pt x="8767" y="2190"/>
                    <a:pt x="8767" y="2144"/>
                  </a:cubicBezTo>
                  <a:cubicBezTo>
                    <a:pt x="8763" y="2098"/>
                    <a:pt x="8723" y="2061"/>
                    <a:pt x="8677" y="2061"/>
                  </a:cubicBezTo>
                  <a:close/>
                  <a:moveTo>
                    <a:pt x="9017" y="2095"/>
                  </a:moveTo>
                  <a:cubicBezTo>
                    <a:pt x="8925" y="2095"/>
                    <a:pt x="8898" y="2242"/>
                    <a:pt x="9001" y="2264"/>
                  </a:cubicBezTo>
                  <a:cubicBezTo>
                    <a:pt x="9106" y="2289"/>
                    <a:pt x="9208" y="2326"/>
                    <a:pt x="9303" y="2375"/>
                  </a:cubicBezTo>
                  <a:cubicBezTo>
                    <a:pt x="9312" y="2382"/>
                    <a:pt x="9328" y="2385"/>
                    <a:pt x="9340" y="2385"/>
                  </a:cubicBezTo>
                  <a:lnTo>
                    <a:pt x="9343" y="2385"/>
                  </a:lnTo>
                  <a:cubicBezTo>
                    <a:pt x="9430" y="2385"/>
                    <a:pt x="9461" y="2264"/>
                    <a:pt x="9380" y="2224"/>
                  </a:cubicBezTo>
                  <a:cubicBezTo>
                    <a:pt x="9272" y="2169"/>
                    <a:pt x="9158" y="2126"/>
                    <a:pt x="9041" y="2098"/>
                  </a:cubicBezTo>
                  <a:cubicBezTo>
                    <a:pt x="9033" y="2096"/>
                    <a:pt x="9025" y="2095"/>
                    <a:pt x="9017" y="2095"/>
                  </a:cubicBezTo>
                  <a:close/>
                  <a:moveTo>
                    <a:pt x="8026" y="2230"/>
                  </a:moveTo>
                  <a:cubicBezTo>
                    <a:pt x="8013" y="2230"/>
                    <a:pt x="8000" y="2233"/>
                    <a:pt x="7986" y="2240"/>
                  </a:cubicBezTo>
                  <a:cubicBezTo>
                    <a:pt x="7878" y="2292"/>
                    <a:pt x="7776" y="2351"/>
                    <a:pt x="7678" y="2419"/>
                  </a:cubicBezTo>
                  <a:cubicBezTo>
                    <a:pt x="7610" y="2468"/>
                    <a:pt x="7644" y="2576"/>
                    <a:pt x="7727" y="2576"/>
                  </a:cubicBezTo>
                  <a:cubicBezTo>
                    <a:pt x="7746" y="2576"/>
                    <a:pt x="7761" y="2570"/>
                    <a:pt x="7776" y="2560"/>
                  </a:cubicBezTo>
                  <a:cubicBezTo>
                    <a:pt x="7866" y="2499"/>
                    <a:pt x="7962" y="2443"/>
                    <a:pt x="8060" y="2394"/>
                  </a:cubicBezTo>
                  <a:cubicBezTo>
                    <a:pt x="8151" y="2351"/>
                    <a:pt x="8106" y="2230"/>
                    <a:pt x="8026" y="2230"/>
                  </a:cubicBezTo>
                  <a:close/>
                  <a:moveTo>
                    <a:pt x="3919" y="2086"/>
                  </a:moveTo>
                  <a:cubicBezTo>
                    <a:pt x="3911" y="2086"/>
                    <a:pt x="3904" y="2087"/>
                    <a:pt x="3896" y="2089"/>
                  </a:cubicBezTo>
                  <a:cubicBezTo>
                    <a:pt x="3859" y="2113"/>
                    <a:pt x="3822" y="2138"/>
                    <a:pt x="3789" y="2166"/>
                  </a:cubicBezTo>
                  <a:cubicBezTo>
                    <a:pt x="3730" y="2271"/>
                    <a:pt x="3684" y="2382"/>
                    <a:pt x="3647" y="2496"/>
                  </a:cubicBezTo>
                  <a:cubicBezTo>
                    <a:pt x="3631" y="2539"/>
                    <a:pt x="3656" y="2588"/>
                    <a:pt x="3702" y="2604"/>
                  </a:cubicBezTo>
                  <a:cubicBezTo>
                    <a:pt x="3711" y="2604"/>
                    <a:pt x="3721" y="2607"/>
                    <a:pt x="3730" y="2607"/>
                  </a:cubicBezTo>
                  <a:cubicBezTo>
                    <a:pt x="3767" y="2607"/>
                    <a:pt x="3798" y="2582"/>
                    <a:pt x="3810" y="2545"/>
                  </a:cubicBezTo>
                  <a:cubicBezTo>
                    <a:pt x="3829" y="2489"/>
                    <a:pt x="3850" y="2431"/>
                    <a:pt x="3875" y="2378"/>
                  </a:cubicBezTo>
                  <a:cubicBezTo>
                    <a:pt x="3881" y="2422"/>
                    <a:pt x="3884" y="2465"/>
                    <a:pt x="3884" y="2511"/>
                  </a:cubicBezTo>
                  <a:cubicBezTo>
                    <a:pt x="3884" y="2556"/>
                    <a:pt x="3921" y="2595"/>
                    <a:pt x="3965" y="2595"/>
                  </a:cubicBezTo>
                  <a:cubicBezTo>
                    <a:pt x="3967" y="2595"/>
                    <a:pt x="3969" y="2594"/>
                    <a:pt x="3970" y="2594"/>
                  </a:cubicBezTo>
                  <a:cubicBezTo>
                    <a:pt x="4020" y="2594"/>
                    <a:pt x="4057" y="2554"/>
                    <a:pt x="4057" y="2508"/>
                  </a:cubicBezTo>
                  <a:cubicBezTo>
                    <a:pt x="4051" y="2388"/>
                    <a:pt x="4035" y="2267"/>
                    <a:pt x="4001" y="2150"/>
                  </a:cubicBezTo>
                  <a:cubicBezTo>
                    <a:pt x="3991" y="2111"/>
                    <a:pt x="3957" y="2086"/>
                    <a:pt x="3919" y="2086"/>
                  </a:cubicBezTo>
                  <a:close/>
                  <a:moveTo>
                    <a:pt x="9628" y="2400"/>
                  </a:moveTo>
                  <a:cubicBezTo>
                    <a:pt x="9557" y="2400"/>
                    <a:pt x="9503" y="2500"/>
                    <a:pt x="9578" y="2557"/>
                  </a:cubicBezTo>
                  <a:cubicBezTo>
                    <a:pt x="9667" y="2625"/>
                    <a:pt x="9754" y="2696"/>
                    <a:pt x="9834" y="2770"/>
                  </a:cubicBezTo>
                  <a:cubicBezTo>
                    <a:pt x="9849" y="2786"/>
                    <a:pt x="9868" y="2792"/>
                    <a:pt x="9889" y="2792"/>
                  </a:cubicBezTo>
                  <a:lnTo>
                    <a:pt x="9892" y="2792"/>
                  </a:lnTo>
                  <a:cubicBezTo>
                    <a:pt x="9969" y="2792"/>
                    <a:pt x="10006" y="2696"/>
                    <a:pt x="9948" y="2644"/>
                  </a:cubicBezTo>
                  <a:cubicBezTo>
                    <a:pt x="9865" y="2567"/>
                    <a:pt x="9775" y="2493"/>
                    <a:pt x="9679" y="2419"/>
                  </a:cubicBezTo>
                  <a:cubicBezTo>
                    <a:pt x="9662" y="2406"/>
                    <a:pt x="9645" y="2400"/>
                    <a:pt x="9628" y="2400"/>
                  </a:cubicBezTo>
                  <a:close/>
                  <a:moveTo>
                    <a:pt x="7284" y="2391"/>
                  </a:moveTo>
                  <a:cubicBezTo>
                    <a:pt x="7276" y="2391"/>
                    <a:pt x="7269" y="2392"/>
                    <a:pt x="7261" y="2394"/>
                  </a:cubicBezTo>
                  <a:cubicBezTo>
                    <a:pt x="7215" y="2403"/>
                    <a:pt x="7187" y="2449"/>
                    <a:pt x="7200" y="2496"/>
                  </a:cubicBezTo>
                  <a:cubicBezTo>
                    <a:pt x="7221" y="2594"/>
                    <a:pt x="7237" y="2696"/>
                    <a:pt x="7243" y="2801"/>
                  </a:cubicBezTo>
                  <a:cubicBezTo>
                    <a:pt x="7215" y="2832"/>
                    <a:pt x="7184" y="2863"/>
                    <a:pt x="7160" y="2897"/>
                  </a:cubicBezTo>
                  <a:cubicBezTo>
                    <a:pt x="7129" y="2934"/>
                    <a:pt x="7132" y="2986"/>
                    <a:pt x="7169" y="3017"/>
                  </a:cubicBezTo>
                  <a:cubicBezTo>
                    <a:pt x="7184" y="3029"/>
                    <a:pt x="7203" y="3035"/>
                    <a:pt x="7224" y="3038"/>
                  </a:cubicBezTo>
                  <a:cubicBezTo>
                    <a:pt x="7249" y="3038"/>
                    <a:pt x="7274" y="3026"/>
                    <a:pt x="7292" y="3005"/>
                  </a:cubicBezTo>
                  <a:cubicBezTo>
                    <a:pt x="7360" y="2921"/>
                    <a:pt x="7437" y="2841"/>
                    <a:pt x="7517" y="2767"/>
                  </a:cubicBezTo>
                  <a:cubicBezTo>
                    <a:pt x="7587" y="2707"/>
                    <a:pt x="7530" y="2614"/>
                    <a:pt x="7462" y="2614"/>
                  </a:cubicBezTo>
                  <a:cubicBezTo>
                    <a:pt x="7443" y="2614"/>
                    <a:pt x="7422" y="2622"/>
                    <a:pt x="7403" y="2641"/>
                  </a:cubicBezTo>
                  <a:lnTo>
                    <a:pt x="7400" y="2644"/>
                  </a:lnTo>
                  <a:cubicBezTo>
                    <a:pt x="7391" y="2579"/>
                    <a:pt x="7379" y="2517"/>
                    <a:pt x="7366" y="2456"/>
                  </a:cubicBezTo>
                  <a:cubicBezTo>
                    <a:pt x="7356" y="2417"/>
                    <a:pt x="7322" y="2391"/>
                    <a:pt x="7284" y="2391"/>
                  </a:cubicBezTo>
                  <a:close/>
                  <a:moveTo>
                    <a:pt x="3904" y="2757"/>
                  </a:moveTo>
                  <a:cubicBezTo>
                    <a:pt x="3876" y="2757"/>
                    <a:pt x="3849" y="2771"/>
                    <a:pt x="3832" y="2804"/>
                  </a:cubicBezTo>
                  <a:cubicBezTo>
                    <a:pt x="3804" y="2860"/>
                    <a:pt x="3770" y="2875"/>
                    <a:pt x="3770" y="2875"/>
                  </a:cubicBezTo>
                  <a:cubicBezTo>
                    <a:pt x="3770" y="2875"/>
                    <a:pt x="3769" y="2878"/>
                    <a:pt x="3769" y="2878"/>
                  </a:cubicBezTo>
                  <a:cubicBezTo>
                    <a:pt x="3767" y="2878"/>
                    <a:pt x="3766" y="2872"/>
                    <a:pt x="3764" y="2847"/>
                  </a:cubicBezTo>
                  <a:cubicBezTo>
                    <a:pt x="3757" y="2796"/>
                    <a:pt x="3718" y="2772"/>
                    <a:pt x="3679" y="2772"/>
                  </a:cubicBezTo>
                  <a:cubicBezTo>
                    <a:pt x="3632" y="2772"/>
                    <a:pt x="3584" y="2806"/>
                    <a:pt x="3591" y="2869"/>
                  </a:cubicBezTo>
                  <a:cubicBezTo>
                    <a:pt x="3594" y="2906"/>
                    <a:pt x="3610" y="2943"/>
                    <a:pt x="3631" y="2977"/>
                  </a:cubicBezTo>
                  <a:cubicBezTo>
                    <a:pt x="3662" y="3020"/>
                    <a:pt x="3711" y="3048"/>
                    <a:pt x="3767" y="3048"/>
                  </a:cubicBezTo>
                  <a:cubicBezTo>
                    <a:pt x="3850" y="3048"/>
                    <a:pt x="3927" y="2986"/>
                    <a:pt x="3983" y="2884"/>
                  </a:cubicBezTo>
                  <a:cubicBezTo>
                    <a:pt x="4018" y="2816"/>
                    <a:pt x="3961" y="2757"/>
                    <a:pt x="3904" y="2757"/>
                  </a:cubicBezTo>
                  <a:close/>
                  <a:moveTo>
                    <a:pt x="10131" y="2862"/>
                  </a:moveTo>
                  <a:cubicBezTo>
                    <a:pt x="10068" y="2862"/>
                    <a:pt x="10010" y="2940"/>
                    <a:pt x="10065" y="3005"/>
                  </a:cubicBezTo>
                  <a:cubicBezTo>
                    <a:pt x="10139" y="3088"/>
                    <a:pt x="10207" y="3177"/>
                    <a:pt x="10269" y="3270"/>
                  </a:cubicBezTo>
                  <a:cubicBezTo>
                    <a:pt x="10284" y="3291"/>
                    <a:pt x="10312" y="3307"/>
                    <a:pt x="10340" y="3307"/>
                  </a:cubicBezTo>
                  <a:lnTo>
                    <a:pt x="10340" y="3310"/>
                  </a:lnTo>
                  <a:cubicBezTo>
                    <a:pt x="10355" y="3307"/>
                    <a:pt x="10373" y="3301"/>
                    <a:pt x="10389" y="3291"/>
                  </a:cubicBezTo>
                  <a:cubicBezTo>
                    <a:pt x="10426" y="3264"/>
                    <a:pt x="10438" y="3211"/>
                    <a:pt x="10410" y="3174"/>
                  </a:cubicBezTo>
                  <a:cubicBezTo>
                    <a:pt x="10346" y="3075"/>
                    <a:pt x="10272" y="2983"/>
                    <a:pt x="10195" y="2894"/>
                  </a:cubicBezTo>
                  <a:cubicBezTo>
                    <a:pt x="10176" y="2871"/>
                    <a:pt x="10153" y="2862"/>
                    <a:pt x="10131" y="2862"/>
                  </a:cubicBezTo>
                  <a:close/>
                  <a:moveTo>
                    <a:pt x="7315" y="3069"/>
                  </a:moveTo>
                  <a:cubicBezTo>
                    <a:pt x="7273" y="3069"/>
                    <a:pt x="7233" y="3101"/>
                    <a:pt x="7231" y="3143"/>
                  </a:cubicBezTo>
                  <a:cubicBezTo>
                    <a:pt x="7215" y="3248"/>
                    <a:pt x="7187" y="3347"/>
                    <a:pt x="7141" y="3443"/>
                  </a:cubicBezTo>
                  <a:cubicBezTo>
                    <a:pt x="7120" y="3483"/>
                    <a:pt x="7135" y="3535"/>
                    <a:pt x="7175" y="3557"/>
                  </a:cubicBezTo>
                  <a:cubicBezTo>
                    <a:pt x="7187" y="3563"/>
                    <a:pt x="7203" y="3566"/>
                    <a:pt x="7218" y="3569"/>
                  </a:cubicBezTo>
                  <a:cubicBezTo>
                    <a:pt x="7249" y="3569"/>
                    <a:pt x="7277" y="3550"/>
                    <a:pt x="7292" y="3523"/>
                  </a:cubicBezTo>
                  <a:cubicBezTo>
                    <a:pt x="7348" y="3412"/>
                    <a:pt x="7385" y="3291"/>
                    <a:pt x="7400" y="3168"/>
                  </a:cubicBezTo>
                  <a:cubicBezTo>
                    <a:pt x="7406" y="3122"/>
                    <a:pt x="7372" y="3079"/>
                    <a:pt x="7326" y="3069"/>
                  </a:cubicBezTo>
                  <a:cubicBezTo>
                    <a:pt x="7323" y="3069"/>
                    <a:pt x="7319" y="3069"/>
                    <a:pt x="7315" y="3069"/>
                  </a:cubicBezTo>
                  <a:close/>
                  <a:moveTo>
                    <a:pt x="7027" y="3148"/>
                  </a:moveTo>
                  <a:cubicBezTo>
                    <a:pt x="7000" y="3148"/>
                    <a:pt x="6973" y="3161"/>
                    <a:pt x="6956" y="3193"/>
                  </a:cubicBezTo>
                  <a:cubicBezTo>
                    <a:pt x="6901" y="3285"/>
                    <a:pt x="6867" y="3387"/>
                    <a:pt x="6860" y="3495"/>
                  </a:cubicBezTo>
                  <a:cubicBezTo>
                    <a:pt x="6860" y="3529"/>
                    <a:pt x="6867" y="3563"/>
                    <a:pt x="6882" y="3594"/>
                  </a:cubicBezTo>
                  <a:cubicBezTo>
                    <a:pt x="6894" y="3625"/>
                    <a:pt x="6925" y="3643"/>
                    <a:pt x="6959" y="3646"/>
                  </a:cubicBezTo>
                  <a:cubicBezTo>
                    <a:pt x="6971" y="3646"/>
                    <a:pt x="6984" y="3643"/>
                    <a:pt x="6993" y="3637"/>
                  </a:cubicBezTo>
                  <a:cubicBezTo>
                    <a:pt x="7036" y="3618"/>
                    <a:pt x="7055" y="3566"/>
                    <a:pt x="7036" y="3523"/>
                  </a:cubicBezTo>
                  <a:cubicBezTo>
                    <a:pt x="7033" y="3513"/>
                    <a:pt x="7030" y="3504"/>
                    <a:pt x="7033" y="3495"/>
                  </a:cubicBezTo>
                  <a:cubicBezTo>
                    <a:pt x="7033" y="3464"/>
                    <a:pt x="7042" y="3396"/>
                    <a:pt x="7107" y="3276"/>
                  </a:cubicBezTo>
                  <a:cubicBezTo>
                    <a:pt x="7143" y="3207"/>
                    <a:pt x="7085" y="3148"/>
                    <a:pt x="7027" y="3148"/>
                  </a:cubicBezTo>
                  <a:close/>
                  <a:moveTo>
                    <a:pt x="10512" y="3433"/>
                  </a:moveTo>
                  <a:cubicBezTo>
                    <a:pt x="10456" y="3433"/>
                    <a:pt x="10399" y="3489"/>
                    <a:pt x="10432" y="3557"/>
                  </a:cubicBezTo>
                  <a:cubicBezTo>
                    <a:pt x="10481" y="3655"/>
                    <a:pt x="10522" y="3757"/>
                    <a:pt x="10555" y="3862"/>
                  </a:cubicBezTo>
                  <a:cubicBezTo>
                    <a:pt x="10568" y="3899"/>
                    <a:pt x="10599" y="3921"/>
                    <a:pt x="10636" y="3924"/>
                  </a:cubicBezTo>
                  <a:cubicBezTo>
                    <a:pt x="10645" y="3921"/>
                    <a:pt x="10654" y="3921"/>
                    <a:pt x="10663" y="3918"/>
                  </a:cubicBezTo>
                  <a:cubicBezTo>
                    <a:pt x="10710" y="3905"/>
                    <a:pt x="10734" y="3856"/>
                    <a:pt x="10719" y="3810"/>
                  </a:cubicBezTo>
                  <a:cubicBezTo>
                    <a:pt x="10682" y="3699"/>
                    <a:pt x="10639" y="3587"/>
                    <a:pt x="10586" y="3483"/>
                  </a:cubicBezTo>
                  <a:cubicBezTo>
                    <a:pt x="10570" y="3447"/>
                    <a:pt x="10541" y="3433"/>
                    <a:pt x="10512" y="3433"/>
                  </a:cubicBezTo>
                  <a:close/>
                  <a:moveTo>
                    <a:pt x="10716" y="4086"/>
                  </a:moveTo>
                  <a:cubicBezTo>
                    <a:pt x="10711" y="4086"/>
                    <a:pt x="10706" y="4086"/>
                    <a:pt x="10700" y="4087"/>
                  </a:cubicBezTo>
                  <a:cubicBezTo>
                    <a:pt x="10654" y="4093"/>
                    <a:pt x="10620" y="4136"/>
                    <a:pt x="10626" y="4183"/>
                  </a:cubicBezTo>
                  <a:cubicBezTo>
                    <a:pt x="10636" y="4254"/>
                    <a:pt x="10642" y="4325"/>
                    <a:pt x="10642" y="4399"/>
                  </a:cubicBezTo>
                  <a:cubicBezTo>
                    <a:pt x="10642" y="4433"/>
                    <a:pt x="10642" y="4467"/>
                    <a:pt x="10639" y="4504"/>
                  </a:cubicBezTo>
                  <a:cubicBezTo>
                    <a:pt x="10633" y="4550"/>
                    <a:pt x="10666" y="4593"/>
                    <a:pt x="10713" y="4599"/>
                  </a:cubicBezTo>
                  <a:lnTo>
                    <a:pt x="10722" y="4599"/>
                  </a:lnTo>
                  <a:cubicBezTo>
                    <a:pt x="10765" y="4596"/>
                    <a:pt x="10802" y="4565"/>
                    <a:pt x="10808" y="4522"/>
                  </a:cubicBezTo>
                  <a:cubicBezTo>
                    <a:pt x="10811" y="4482"/>
                    <a:pt x="10815" y="4439"/>
                    <a:pt x="10815" y="4399"/>
                  </a:cubicBezTo>
                  <a:cubicBezTo>
                    <a:pt x="10815" y="4318"/>
                    <a:pt x="10808" y="4238"/>
                    <a:pt x="10796" y="4158"/>
                  </a:cubicBezTo>
                  <a:cubicBezTo>
                    <a:pt x="10793" y="4117"/>
                    <a:pt x="10756" y="4086"/>
                    <a:pt x="10716" y="408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23"/>
            <p:cNvSpPr/>
            <p:nvPr/>
          </p:nvSpPr>
          <p:spPr>
            <a:xfrm flipH="1">
              <a:off x="381812" y="4602895"/>
              <a:ext cx="97968" cy="74569"/>
            </a:xfrm>
            <a:custGeom>
              <a:avLst/>
              <a:gdLst/>
              <a:ahLst/>
              <a:cxnLst/>
              <a:rect l="l" t="t" r="r" b="b"/>
              <a:pathLst>
                <a:path w="1210" h="921" extrusionOk="0">
                  <a:moveTo>
                    <a:pt x="861" y="1"/>
                  </a:moveTo>
                  <a:cubicBezTo>
                    <a:pt x="840" y="1"/>
                    <a:pt x="818" y="10"/>
                    <a:pt x="800" y="32"/>
                  </a:cubicBezTo>
                  <a:cubicBezTo>
                    <a:pt x="1" y="788"/>
                    <a:pt x="26" y="822"/>
                    <a:pt x="78" y="890"/>
                  </a:cubicBezTo>
                  <a:cubicBezTo>
                    <a:pt x="97" y="911"/>
                    <a:pt x="152" y="921"/>
                    <a:pt x="229" y="921"/>
                  </a:cubicBezTo>
                  <a:cubicBezTo>
                    <a:pt x="525" y="921"/>
                    <a:pt x="1139" y="788"/>
                    <a:pt x="1145" y="782"/>
                  </a:cubicBezTo>
                  <a:cubicBezTo>
                    <a:pt x="1188" y="769"/>
                    <a:pt x="1210" y="723"/>
                    <a:pt x="1195" y="683"/>
                  </a:cubicBezTo>
                  <a:cubicBezTo>
                    <a:pt x="1182" y="648"/>
                    <a:pt x="1151" y="627"/>
                    <a:pt x="1117" y="627"/>
                  </a:cubicBezTo>
                  <a:cubicBezTo>
                    <a:pt x="1109" y="627"/>
                    <a:pt x="1101" y="628"/>
                    <a:pt x="1093" y="631"/>
                  </a:cubicBezTo>
                  <a:cubicBezTo>
                    <a:pt x="1028" y="649"/>
                    <a:pt x="544" y="729"/>
                    <a:pt x="300" y="757"/>
                  </a:cubicBezTo>
                  <a:cubicBezTo>
                    <a:pt x="427" y="615"/>
                    <a:pt x="676" y="368"/>
                    <a:pt x="911" y="146"/>
                  </a:cubicBezTo>
                  <a:cubicBezTo>
                    <a:pt x="981" y="90"/>
                    <a:pt x="925" y="1"/>
                    <a:pt x="861"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412" name="Google Shape;2412;p23"/>
            <p:cNvSpPr/>
            <p:nvPr/>
          </p:nvSpPr>
          <p:spPr>
            <a:xfrm flipH="1">
              <a:off x="85157" y="4436674"/>
              <a:ext cx="358432" cy="297061"/>
            </a:xfrm>
            <a:custGeom>
              <a:avLst/>
              <a:gdLst/>
              <a:ahLst/>
              <a:cxnLst/>
              <a:rect l="l" t="t" r="r" b="b"/>
              <a:pathLst>
                <a:path w="4427" h="3669" extrusionOk="0">
                  <a:moveTo>
                    <a:pt x="1234" y="0"/>
                  </a:moveTo>
                  <a:cubicBezTo>
                    <a:pt x="1179" y="0"/>
                    <a:pt x="1127" y="25"/>
                    <a:pt x="1081" y="84"/>
                  </a:cubicBezTo>
                  <a:cubicBezTo>
                    <a:pt x="769" y="478"/>
                    <a:pt x="1463" y="1792"/>
                    <a:pt x="1463" y="1792"/>
                  </a:cubicBezTo>
                  <a:cubicBezTo>
                    <a:pt x="1463" y="1792"/>
                    <a:pt x="991" y="1509"/>
                    <a:pt x="617" y="1509"/>
                  </a:cubicBezTo>
                  <a:cubicBezTo>
                    <a:pt x="424" y="1509"/>
                    <a:pt x="257" y="1585"/>
                    <a:pt x="195" y="1814"/>
                  </a:cubicBezTo>
                  <a:cubicBezTo>
                    <a:pt x="0" y="2525"/>
                    <a:pt x="944" y="3669"/>
                    <a:pt x="2021" y="3669"/>
                  </a:cubicBezTo>
                  <a:cubicBezTo>
                    <a:pt x="2356" y="3669"/>
                    <a:pt x="2703" y="3559"/>
                    <a:pt x="3033" y="3291"/>
                  </a:cubicBezTo>
                  <a:cubicBezTo>
                    <a:pt x="4427" y="2162"/>
                    <a:pt x="3613" y="852"/>
                    <a:pt x="3613" y="852"/>
                  </a:cubicBezTo>
                  <a:lnTo>
                    <a:pt x="3613" y="852"/>
                  </a:lnTo>
                  <a:lnTo>
                    <a:pt x="2913" y="1490"/>
                  </a:lnTo>
                  <a:cubicBezTo>
                    <a:pt x="2913" y="1490"/>
                    <a:pt x="2795" y="608"/>
                    <a:pt x="2358" y="383"/>
                  </a:cubicBezTo>
                  <a:cubicBezTo>
                    <a:pt x="2294" y="350"/>
                    <a:pt x="2242" y="336"/>
                    <a:pt x="2198" y="336"/>
                  </a:cubicBezTo>
                  <a:cubicBezTo>
                    <a:pt x="1936" y="336"/>
                    <a:pt x="1981" y="827"/>
                    <a:pt x="1981" y="827"/>
                  </a:cubicBezTo>
                  <a:cubicBezTo>
                    <a:pt x="1981" y="827"/>
                    <a:pt x="1553" y="0"/>
                    <a:pt x="12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23"/>
            <p:cNvSpPr/>
            <p:nvPr/>
          </p:nvSpPr>
          <p:spPr>
            <a:xfrm flipH="1">
              <a:off x="362057" y="4580549"/>
              <a:ext cx="53437" cy="51008"/>
            </a:xfrm>
            <a:custGeom>
              <a:avLst/>
              <a:gdLst/>
              <a:ahLst/>
              <a:cxnLst/>
              <a:rect l="l" t="t" r="r" b="b"/>
              <a:pathLst>
                <a:path w="660" h="630" extrusionOk="0">
                  <a:moveTo>
                    <a:pt x="428" y="0"/>
                  </a:moveTo>
                  <a:cubicBezTo>
                    <a:pt x="374" y="0"/>
                    <a:pt x="319" y="53"/>
                    <a:pt x="351" y="117"/>
                  </a:cubicBezTo>
                  <a:cubicBezTo>
                    <a:pt x="407" y="237"/>
                    <a:pt x="444" y="392"/>
                    <a:pt x="428" y="456"/>
                  </a:cubicBezTo>
                  <a:cubicBezTo>
                    <a:pt x="373" y="419"/>
                    <a:pt x="262" y="287"/>
                    <a:pt x="175" y="154"/>
                  </a:cubicBezTo>
                  <a:cubicBezTo>
                    <a:pt x="158" y="126"/>
                    <a:pt x="133" y="114"/>
                    <a:pt x="109" y="114"/>
                  </a:cubicBezTo>
                  <a:cubicBezTo>
                    <a:pt x="54" y="114"/>
                    <a:pt x="1" y="176"/>
                    <a:pt x="40" y="240"/>
                  </a:cubicBezTo>
                  <a:cubicBezTo>
                    <a:pt x="132" y="382"/>
                    <a:pt x="305" y="623"/>
                    <a:pt x="441" y="629"/>
                  </a:cubicBezTo>
                  <a:lnTo>
                    <a:pt x="447" y="629"/>
                  </a:lnTo>
                  <a:cubicBezTo>
                    <a:pt x="487" y="629"/>
                    <a:pt x="524" y="611"/>
                    <a:pt x="549" y="580"/>
                  </a:cubicBezTo>
                  <a:cubicBezTo>
                    <a:pt x="660" y="438"/>
                    <a:pt x="539" y="139"/>
                    <a:pt x="499" y="52"/>
                  </a:cubicBezTo>
                  <a:cubicBezTo>
                    <a:pt x="485" y="16"/>
                    <a:pt x="457" y="0"/>
                    <a:pt x="428"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414" name="Google Shape;2414;p23"/>
            <p:cNvSpPr/>
            <p:nvPr/>
          </p:nvSpPr>
          <p:spPr>
            <a:xfrm flipH="1">
              <a:off x="219396" y="4507518"/>
              <a:ext cx="103554" cy="101287"/>
            </a:xfrm>
            <a:custGeom>
              <a:avLst/>
              <a:gdLst/>
              <a:ahLst/>
              <a:cxnLst/>
              <a:rect l="l" t="t" r="r" b="b"/>
              <a:pathLst>
                <a:path w="1279" h="1251" extrusionOk="0">
                  <a:moveTo>
                    <a:pt x="847" y="0"/>
                  </a:moveTo>
                  <a:cubicBezTo>
                    <a:pt x="816" y="0"/>
                    <a:pt x="784" y="9"/>
                    <a:pt x="756" y="26"/>
                  </a:cubicBezTo>
                  <a:cubicBezTo>
                    <a:pt x="667" y="88"/>
                    <a:pt x="642" y="242"/>
                    <a:pt x="642" y="387"/>
                  </a:cubicBezTo>
                  <a:cubicBezTo>
                    <a:pt x="473" y="222"/>
                    <a:pt x="340" y="137"/>
                    <a:pt x="245" y="137"/>
                  </a:cubicBezTo>
                  <a:cubicBezTo>
                    <a:pt x="214" y="137"/>
                    <a:pt x="187" y="146"/>
                    <a:pt x="164" y="165"/>
                  </a:cubicBezTo>
                  <a:cubicBezTo>
                    <a:pt x="124" y="192"/>
                    <a:pt x="1" y="288"/>
                    <a:pt x="386" y="1201"/>
                  </a:cubicBezTo>
                  <a:cubicBezTo>
                    <a:pt x="399" y="1232"/>
                    <a:pt x="430" y="1250"/>
                    <a:pt x="460" y="1250"/>
                  </a:cubicBezTo>
                  <a:cubicBezTo>
                    <a:pt x="473" y="1250"/>
                    <a:pt x="485" y="1247"/>
                    <a:pt x="494" y="1241"/>
                  </a:cubicBezTo>
                  <a:cubicBezTo>
                    <a:pt x="534" y="1226"/>
                    <a:pt x="553" y="1176"/>
                    <a:pt x="537" y="1136"/>
                  </a:cubicBezTo>
                  <a:cubicBezTo>
                    <a:pt x="402" y="812"/>
                    <a:pt x="272" y="424"/>
                    <a:pt x="272" y="300"/>
                  </a:cubicBezTo>
                  <a:lnTo>
                    <a:pt x="272" y="300"/>
                  </a:lnTo>
                  <a:cubicBezTo>
                    <a:pt x="349" y="331"/>
                    <a:pt x="525" y="485"/>
                    <a:pt x="676" y="655"/>
                  </a:cubicBezTo>
                  <a:cubicBezTo>
                    <a:pt x="693" y="674"/>
                    <a:pt x="715" y="682"/>
                    <a:pt x="736" y="682"/>
                  </a:cubicBezTo>
                  <a:cubicBezTo>
                    <a:pt x="779" y="682"/>
                    <a:pt x="821" y="646"/>
                    <a:pt x="815" y="593"/>
                  </a:cubicBezTo>
                  <a:cubicBezTo>
                    <a:pt x="793" y="399"/>
                    <a:pt x="812" y="189"/>
                    <a:pt x="843" y="162"/>
                  </a:cubicBezTo>
                  <a:cubicBezTo>
                    <a:pt x="849" y="162"/>
                    <a:pt x="855" y="165"/>
                    <a:pt x="861" y="168"/>
                  </a:cubicBezTo>
                  <a:cubicBezTo>
                    <a:pt x="1006" y="248"/>
                    <a:pt x="1093" y="606"/>
                    <a:pt x="1111" y="815"/>
                  </a:cubicBezTo>
                  <a:cubicBezTo>
                    <a:pt x="1114" y="867"/>
                    <a:pt x="1152" y="891"/>
                    <a:pt x="1190" y="891"/>
                  </a:cubicBezTo>
                  <a:cubicBezTo>
                    <a:pt x="1234" y="891"/>
                    <a:pt x="1278" y="859"/>
                    <a:pt x="1272" y="800"/>
                  </a:cubicBezTo>
                  <a:cubicBezTo>
                    <a:pt x="1265" y="735"/>
                    <a:pt x="1207" y="171"/>
                    <a:pt x="938" y="26"/>
                  </a:cubicBezTo>
                  <a:cubicBezTo>
                    <a:pt x="911" y="9"/>
                    <a:pt x="879" y="0"/>
                    <a:pt x="847"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415" name="Google Shape;2415;p23"/>
            <p:cNvSpPr/>
            <p:nvPr/>
          </p:nvSpPr>
          <p:spPr>
            <a:xfrm flipH="1">
              <a:off x="182072" y="4624513"/>
              <a:ext cx="177556" cy="91895"/>
            </a:xfrm>
            <a:custGeom>
              <a:avLst/>
              <a:gdLst/>
              <a:ahLst/>
              <a:cxnLst/>
              <a:rect l="l" t="t" r="r" b="b"/>
              <a:pathLst>
                <a:path w="2193" h="1135" extrusionOk="0">
                  <a:moveTo>
                    <a:pt x="2091" y="0"/>
                  </a:moveTo>
                  <a:cubicBezTo>
                    <a:pt x="2061" y="0"/>
                    <a:pt x="2030" y="17"/>
                    <a:pt x="2018" y="55"/>
                  </a:cubicBezTo>
                  <a:cubicBezTo>
                    <a:pt x="2014" y="61"/>
                    <a:pt x="1795" y="672"/>
                    <a:pt x="1265" y="891"/>
                  </a:cubicBezTo>
                  <a:cubicBezTo>
                    <a:pt x="1137" y="944"/>
                    <a:pt x="1000" y="970"/>
                    <a:pt x="856" y="970"/>
                  </a:cubicBezTo>
                  <a:cubicBezTo>
                    <a:pt x="640" y="970"/>
                    <a:pt x="406" y="911"/>
                    <a:pt x="158" y="792"/>
                  </a:cubicBezTo>
                  <a:cubicBezTo>
                    <a:pt x="143" y="784"/>
                    <a:pt x="129" y="780"/>
                    <a:pt x="116" y="780"/>
                  </a:cubicBezTo>
                  <a:cubicBezTo>
                    <a:pt x="41" y="780"/>
                    <a:pt x="1" y="898"/>
                    <a:pt x="90" y="937"/>
                  </a:cubicBezTo>
                  <a:cubicBezTo>
                    <a:pt x="361" y="1067"/>
                    <a:pt x="620" y="1135"/>
                    <a:pt x="861" y="1135"/>
                  </a:cubicBezTo>
                  <a:cubicBezTo>
                    <a:pt x="1021" y="1135"/>
                    <a:pt x="1182" y="1104"/>
                    <a:pt x="1330" y="1042"/>
                  </a:cubicBezTo>
                  <a:cubicBezTo>
                    <a:pt x="1928" y="792"/>
                    <a:pt x="2163" y="135"/>
                    <a:pt x="2172" y="108"/>
                  </a:cubicBezTo>
                  <a:cubicBezTo>
                    <a:pt x="2193" y="44"/>
                    <a:pt x="2141" y="0"/>
                    <a:pt x="2091"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416" name="Google Shape;2416;p23"/>
            <p:cNvSpPr/>
            <p:nvPr/>
          </p:nvSpPr>
          <p:spPr>
            <a:xfrm>
              <a:off x="78527" y="4013042"/>
              <a:ext cx="407881" cy="232406"/>
            </a:xfrm>
            <a:custGeom>
              <a:avLst/>
              <a:gdLst/>
              <a:ahLst/>
              <a:cxnLst/>
              <a:rect l="l" t="t" r="r" b="b"/>
              <a:pathLst>
                <a:path w="6088" h="3469" extrusionOk="0">
                  <a:moveTo>
                    <a:pt x="3696" y="1"/>
                  </a:moveTo>
                  <a:cubicBezTo>
                    <a:pt x="3413" y="1"/>
                    <a:pt x="3163" y="158"/>
                    <a:pt x="2991" y="365"/>
                  </a:cubicBezTo>
                  <a:lnTo>
                    <a:pt x="2991" y="365"/>
                  </a:lnTo>
                  <a:cubicBezTo>
                    <a:pt x="2876" y="273"/>
                    <a:pt x="2725" y="190"/>
                    <a:pt x="2533" y="128"/>
                  </a:cubicBezTo>
                  <a:cubicBezTo>
                    <a:pt x="2372" y="75"/>
                    <a:pt x="2237" y="52"/>
                    <a:pt x="2122" y="52"/>
                  </a:cubicBezTo>
                  <a:cubicBezTo>
                    <a:pt x="1407" y="52"/>
                    <a:pt x="1530" y="951"/>
                    <a:pt x="1530" y="951"/>
                  </a:cubicBezTo>
                  <a:cubicBezTo>
                    <a:pt x="1457" y="907"/>
                    <a:pt x="1378" y="886"/>
                    <a:pt x="1298" y="886"/>
                  </a:cubicBezTo>
                  <a:cubicBezTo>
                    <a:pt x="694" y="886"/>
                    <a:pt x="1" y="2034"/>
                    <a:pt x="790" y="2617"/>
                  </a:cubicBezTo>
                  <a:cubicBezTo>
                    <a:pt x="1039" y="2800"/>
                    <a:pt x="1275" y="2883"/>
                    <a:pt x="1477" y="2895"/>
                  </a:cubicBezTo>
                  <a:lnTo>
                    <a:pt x="1477" y="2895"/>
                  </a:lnTo>
                  <a:cubicBezTo>
                    <a:pt x="1545" y="3200"/>
                    <a:pt x="1763" y="3463"/>
                    <a:pt x="2224" y="3468"/>
                  </a:cubicBezTo>
                  <a:cubicBezTo>
                    <a:pt x="2242" y="3468"/>
                    <a:pt x="2259" y="3468"/>
                    <a:pt x="2276" y="3468"/>
                  </a:cubicBezTo>
                  <a:cubicBezTo>
                    <a:pt x="2909" y="3468"/>
                    <a:pt x="3333" y="3322"/>
                    <a:pt x="3571" y="3105"/>
                  </a:cubicBezTo>
                  <a:lnTo>
                    <a:pt x="3571" y="3105"/>
                  </a:lnTo>
                  <a:cubicBezTo>
                    <a:pt x="3621" y="3172"/>
                    <a:pt x="3683" y="3237"/>
                    <a:pt x="3760" y="3298"/>
                  </a:cubicBezTo>
                  <a:cubicBezTo>
                    <a:pt x="3866" y="3382"/>
                    <a:pt x="3994" y="3419"/>
                    <a:pt x="4133" y="3419"/>
                  </a:cubicBezTo>
                  <a:cubicBezTo>
                    <a:pt x="4932" y="3419"/>
                    <a:pt x="6088" y="2177"/>
                    <a:pt x="5404" y="1457"/>
                  </a:cubicBezTo>
                  <a:cubicBezTo>
                    <a:pt x="5215" y="1258"/>
                    <a:pt x="5015" y="1183"/>
                    <a:pt x="4827" y="1183"/>
                  </a:cubicBezTo>
                  <a:cubicBezTo>
                    <a:pt x="4806" y="1183"/>
                    <a:pt x="4786" y="1184"/>
                    <a:pt x="4765" y="1185"/>
                  </a:cubicBezTo>
                  <a:lnTo>
                    <a:pt x="4765" y="1185"/>
                  </a:lnTo>
                  <a:cubicBezTo>
                    <a:pt x="4773" y="830"/>
                    <a:pt x="4595" y="421"/>
                    <a:pt x="4155" y="143"/>
                  </a:cubicBezTo>
                  <a:cubicBezTo>
                    <a:pt x="3998" y="43"/>
                    <a:pt x="3843" y="1"/>
                    <a:pt x="36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23"/>
            <p:cNvSpPr/>
            <p:nvPr/>
          </p:nvSpPr>
          <p:spPr>
            <a:xfrm>
              <a:off x="148352" y="3736183"/>
              <a:ext cx="86504" cy="86286"/>
            </a:xfrm>
            <a:custGeom>
              <a:avLst/>
              <a:gdLst/>
              <a:ahLst/>
              <a:cxnLst/>
              <a:rect l="l" t="t" r="r" b="b"/>
              <a:pathLst>
                <a:path w="1188" h="1185" extrusionOk="0">
                  <a:moveTo>
                    <a:pt x="596" y="170"/>
                  </a:moveTo>
                  <a:cubicBezTo>
                    <a:pt x="827" y="173"/>
                    <a:pt x="1015" y="361"/>
                    <a:pt x="1012" y="596"/>
                  </a:cubicBezTo>
                  <a:cubicBezTo>
                    <a:pt x="1009" y="827"/>
                    <a:pt x="824" y="1012"/>
                    <a:pt x="592" y="1015"/>
                  </a:cubicBezTo>
                  <a:cubicBezTo>
                    <a:pt x="364" y="1006"/>
                    <a:pt x="185" y="818"/>
                    <a:pt x="185" y="592"/>
                  </a:cubicBezTo>
                  <a:cubicBezTo>
                    <a:pt x="185" y="364"/>
                    <a:pt x="367" y="179"/>
                    <a:pt x="596" y="173"/>
                  </a:cubicBezTo>
                  <a:lnTo>
                    <a:pt x="596" y="170"/>
                  </a:lnTo>
                  <a:close/>
                  <a:moveTo>
                    <a:pt x="596" y="0"/>
                  </a:moveTo>
                  <a:cubicBezTo>
                    <a:pt x="269" y="0"/>
                    <a:pt x="0" y="262"/>
                    <a:pt x="0" y="592"/>
                  </a:cubicBezTo>
                  <a:cubicBezTo>
                    <a:pt x="0" y="919"/>
                    <a:pt x="266" y="1185"/>
                    <a:pt x="592" y="1185"/>
                  </a:cubicBezTo>
                  <a:lnTo>
                    <a:pt x="596" y="1185"/>
                  </a:lnTo>
                  <a:cubicBezTo>
                    <a:pt x="923" y="1185"/>
                    <a:pt x="1188" y="919"/>
                    <a:pt x="1188" y="592"/>
                  </a:cubicBezTo>
                  <a:cubicBezTo>
                    <a:pt x="1188" y="262"/>
                    <a:pt x="923" y="0"/>
                    <a:pt x="5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23"/>
            <p:cNvSpPr/>
            <p:nvPr/>
          </p:nvSpPr>
          <p:spPr>
            <a:xfrm>
              <a:off x="98895" y="3357080"/>
              <a:ext cx="161423" cy="148928"/>
            </a:xfrm>
            <a:custGeom>
              <a:avLst/>
              <a:gdLst/>
              <a:ahLst/>
              <a:cxnLst/>
              <a:rect l="l" t="t" r="r" b="b"/>
              <a:pathLst>
                <a:path w="2558" h="2360" extrusionOk="0">
                  <a:moveTo>
                    <a:pt x="1855" y="179"/>
                  </a:moveTo>
                  <a:lnTo>
                    <a:pt x="1855" y="179"/>
                  </a:lnTo>
                  <a:cubicBezTo>
                    <a:pt x="1827" y="306"/>
                    <a:pt x="1771" y="531"/>
                    <a:pt x="1707" y="790"/>
                  </a:cubicBezTo>
                  <a:cubicBezTo>
                    <a:pt x="1583" y="710"/>
                    <a:pt x="1457" y="630"/>
                    <a:pt x="1330" y="553"/>
                  </a:cubicBezTo>
                  <a:cubicBezTo>
                    <a:pt x="1629" y="306"/>
                    <a:pt x="1781" y="213"/>
                    <a:pt x="1855" y="179"/>
                  </a:cubicBezTo>
                  <a:close/>
                  <a:moveTo>
                    <a:pt x="522" y="287"/>
                  </a:moveTo>
                  <a:cubicBezTo>
                    <a:pt x="704" y="374"/>
                    <a:pt x="880" y="469"/>
                    <a:pt x="1053" y="577"/>
                  </a:cubicBezTo>
                  <a:cubicBezTo>
                    <a:pt x="942" y="670"/>
                    <a:pt x="824" y="778"/>
                    <a:pt x="698" y="892"/>
                  </a:cubicBezTo>
                  <a:cubicBezTo>
                    <a:pt x="575" y="559"/>
                    <a:pt x="531" y="371"/>
                    <a:pt x="522" y="287"/>
                  </a:cubicBezTo>
                  <a:close/>
                  <a:moveTo>
                    <a:pt x="1811" y="1046"/>
                  </a:moveTo>
                  <a:cubicBezTo>
                    <a:pt x="2070" y="1219"/>
                    <a:pt x="2225" y="1330"/>
                    <a:pt x="2308" y="1398"/>
                  </a:cubicBezTo>
                  <a:cubicBezTo>
                    <a:pt x="2188" y="1413"/>
                    <a:pt x="1981" y="1438"/>
                    <a:pt x="1694" y="1462"/>
                  </a:cubicBezTo>
                  <a:cubicBezTo>
                    <a:pt x="1731" y="1336"/>
                    <a:pt x="1771" y="1197"/>
                    <a:pt x="1808" y="1046"/>
                  </a:cubicBezTo>
                  <a:close/>
                  <a:moveTo>
                    <a:pt x="1201" y="664"/>
                  </a:moveTo>
                  <a:cubicBezTo>
                    <a:pt x="1355" y="756"/>
                    <a:pt x="1515" y="855"/>
                    <a:pt x="1666" y="954"/>
                  </a:cubicBezTo>
                  <a:cubicBezTo>
                    <a:pt x="1617" y="1148"/>
                    <a:pt x="1571" y="1324"/>
                    <a:pt x="1525" y="1478"/>
                  </a:cubicBezTo>
                  <a:cubicBezTo>
                    <a:pt x="1336" y="1493"/>
                    <a:pt x="1136" y="1509"/>
                    <a:pt x="951" y="1521"/>
                  </a:cubicBezTo>
                  <a:cubicBezTo>
                    <a:pt x="883" y="1367"/>
                    <a:pt x="815" y="1210"/>
                    <a:pt x="757" y="1055"/>
                  </a:cubicBezTo>
                  <a:cubicBezTo>
                    <a:pt x="917" y="910"/>
                    <a:pt x="1065" y="778"/>
                    <a:pt x="1201" y="664"/>
                  </a:cubicBezTo>
                  <a:close/>
                  <a:moveTo>
                    <a:pt x="630" y="1173"/>
                  </a:moveTo>
                  <a:cubicBezTo>
                    <a:pt x="676" y="1293"/>
                    <a:pt x="726" y="1413"/>
                    <a:pt x="775" y="1530"/>
                  </a:cubicBezTo>
                  <a:cubicBezTo>
                    <a:pt x="613" y="1539"/>
                    <a:pt x="473" y="1543"/>
                    <a:pt x="370" y="1543"/>
                  </a:cubicBezTo>
                  <a:cubicBezTo>
                    <a:pt x="319" y="1543"/>
                    <a:pt x="276" y="1542"/>
                    <a:pt x="245" y="1540"/>
                  </a:cubicBezTo>
                  <a:cubicBezTo>
                    <a:pt x="337" y="1450"/>
                    <a:pt x="476" y="1317"/>
                    <a:pt x="630" y="1173"/>
                  </a:cubicBezTo>
                  <a:close/>
                  <a:moveTo>
                    <a:pt x="1472" y="1644"/>
                  </a:moveTo>
                  <a:lnTo>
                    <a:pt x="1472" y="1644"/>
                  </a:lnTo>
                  <a:cubicBezTo>
                    <a:pt x="1370" y="1981"/>
                    <a:pt x="1306" y="2116"/>
                    <a:pt x="1275" y="2172"/>
                  </a:cubicBezTo>
                  <a:cubicBezTo>
                    <a:pt x="1176" y="2015"/>
                    <a:pt x="1090" y="1848"/>
                    <a:pt x="1019" y="1678"/>
                  </a:cubicBezTo>
                  <a:cubicBezTo>
                    <a:pt x="1167" y="1672"/>
                    <a:pt x="1321" y="1657"/>
                    <a:pt x="1472" y="1644"/>
                  </a:cubicBezTo>
                  <a:close/>
                  <a:moveTo>
                    <a:pt x="1916" y="0"/>
                  </a:moveTo>
                  <a:cubicBezTo>
                    <a:pt x="1833" y="0"/>
                    <a:pt x="1673" y="53"/>
                    <a:pt x="1182" y="466"/>
                  </a:cubicBezTo>
                  <a:cubicBezTo>
                    <a:pt x="960" y="334"/>
                    <a:pt x="618" y="136"/>
                    <a:pt x="507" y="108"/>
                  </a:cubicBezTo>
                  <a:cubicBezTo>
                    <a:pt x="494" y="108"/>
                    <a:pt x="485" y="105"/>
                    <a:pt x="476" y="105"/>
                  </a:cubicBezTo>
                  <a:cubicBezTo>
                    <a:pt x="439" y="105"/>
                    <a:pt x="408" y="124"/>
                    <a:pt x="386" y="155"/>
                  </a:cubicBezTo>
                  <a:cubicBezTo>
                    <a:pt x="359" y="192"/>
                    <a:pt x="297" y="281"/>
                    <a:pt x="568" y="1009"/>
                  </a:cubicBezTo>
                  <a:cubicBezTo>
                    <a:pt x="328" y="1231"/>
                    <a:pt x="118" y="1435"/>
                    <a:pt x="38" y="1515"/>
                  </a:cubicBezTo>
                  <a:cubicBezTo>
                    <a:pt x="10" y="1543"/>
                    <a:pt x="1" y="1583"/>
                    <a:pt x="13" y="1620"/>
                  </a:cubicBezTo>
                  <a:cubicBezTo>
                    <a:pt x="38" y="1681"/>
                    <a:pt x="93" y="1706"/>
                    <a:pt x="374" y="1706"/>
                  </a:cubicBezTo>
                  <a:cubicBezTo>
                    <a:pt x="497" y="1706"/>
                    <a:pt x="655" y="1700"/>
                    <a:pt x="846" y="1691"/>
                  </a:cubicBezTo>
                  <a:cubicBezTo>
                    <a:pt x="966" y="1959"/>
                    <a:pt x="1117" y="2271"/>
                    <a:pt x="1207" y="2338"/>
                  </a:cubicBezTo>
                  <a:cubicBezTo>
                    <a:pt x="1225" y="2351"/>
                    <a:pt x="1247" y="2360"/>
                    <a:pt x="1272" y="2360"/>
                  </a:cubicBezTo>
                  <a:lnTo>
                    <a:pt x="1275" y="2360"/>
                  </a:lnTo>
                  <a:cubicBezTo>
                    <a:pt x="1358" y="2360"/>
                    <a:pt x="1444" y="2304"/>
                    <a:pt x="1648" y="1629"/>
                  </a:cubicBezTo>
                  <a:cubicBezTo>
                    <a:pt x="1947" y="1604"/>
                    <a:pt x="2413" y="1555"/>
                    <a:pt x="2487" y="1530"/>
                  </a:cubicBezTo>
                  <a:cubicBezTo>
                    <a:pt x="2518" y="1515"/>
                    <a:pt x="2539" y="1487"/>
                    <a:pt x="2545" y="1456"/>
                  </a:cubicBezTo>
                  <a:cubicBezTo>
                    <a:pt x="2549" y="1398"/>
                    <a:pt x="2558" y="1339"/>
                    <a:pt x="1851" y="883"/>
                  </a:cubicBezTo>
                  <a:cubicBezTo>
                    <a:pt x="1959" y="466"/>
                    <a:pt x="2037" y="118"/>
                    <a:pt x="2037" y="115"/>
                  </a:cubicBezTo>
                  <a:cubicBezTo>
                    <a:pt x="2040" y="90"/>
                    <a:pt x="2033" y="62"/>
                    <a:pt x="2018" y="44"/>
                  </a:cubicBezTo>
                  <a:cubicBezTo>
                    <a:pt x="1990" y="16"/>
                    <a:pt x="1953" y="0"/>
                    <a:pt x="19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23"/>
            <p:cNvSpPr/>
            <p:nvPr/>
          </p:nvSpPr>
          <p:spPr>
            <a:xfrm>
              <a:off x="1747441" y="4947871"/>
              <a:ext cx="114472" cy="115104"/>
            </a:xfrm>
            <a:custGeom>
              <a:avLst/>
              <a:gdLst/>
              <a:ahLst/>
              <a:cxnLst/>
              <a:rect l="l" t="t" r="r" b="b"/>
              <a:pathLst>
                <a:path w="1814" h="1824" extrusionOk="0">
                  <a:moveTo>
                    <a:pt x="969" y="232"/>
                  </a:moveTo>
                  <a:cubicBezTo>
                    <a:pt x="993" y="309"/>
                    <a:pt x="1018" y="414"/>
                    <a:pt x="1034" y="482"/>
                  </a:cubicBezTo>
                  <a:cubicBezTo>
                    <a:pt x="1080" y="664"/>
                    <a:pt x="1089" y="704"/>
                    <a:pt x="1111" y="735"/>
                  </a:cubicBezTo>
                  <a:cubicBezTo>
                    <a:pt x="1135" y="766"/>
                    <a:pt x="1169" y="778"/>
                    <a:pt x="1348" y="843"/>
                  </a:cubicBezTo>
                  <a:cubicBezTo>
                    <a:pt x="1410" y="868"/>
                    <a:pt x="1509" y="901"/>
                    <a:pt x="1579" y="929"/>
                  </a:cubicBezTo>
                  <a:cubicBezTo>
                    <a:pt x="1478" y="975"/>
                    <a:pt x="1314" y="1037"/>
                    <a:pt x="1169" y="1090"/>
                  </a:cubicBezTo>
                  <a:cubicBezTo>
                    <a:pt x="1148" y="1096"/>
                    <a:pt x="1132" y="1111"/>
                    <a:pt x="1123" y="1133"/>
                  </a:cubicBezTo>
                  <a:cubicBezTo>
                    <a:pt x="1049" y="1299"/>
                    <a:pt x="960" y="1487"/>
                    <a:pt x="901" y="1592"/>
                  </a:cubicBezTo>
                  <a:cubicBezTo>
                    <a:pt x="861" y="1478"/>
                    <a:pt x="805" y="1278"/>
                    <a:pt x="762" y="1105"/>
                  </a:cubicBezTo>
                  <a:cubicBezTo>
                    <a:pt x="753" y="1071"/>
                    <a:pt x="728" y="1049"/>
                    <a:pt x="697" y="1043"/>
                  </a:cubicBezTo>
                  <a:cubicBezTo>
                    <a:pt x="528" y="1012"/>
                    <a:pt x="333" y="969"/>
                    <a:pt x="229" y="938"/>
                  </a:cubicBezTo>
                  <a:cubicBezTo>
                    <a:pt x="395" y="849"/>
                    <a:pt x="565" y="772"/>
                    <a:pt x="741" y="704"/>
                  </a:cubicBezTo>
                  <a:cubicBezTo>
                    <a:pt x="759" y="695"/>
                    <a:pt x="778" y="676"/>
                    <a:pt x="784" y="658"/>
                  </a:cubicBezTo>
                  <a:cubicBezTo>
                    <a:pt x="839" y="513"/>
                    <a:pt x="901" y="371"/>
                    <a:pt x="969" y="232"/>
                  </a:cubicBezTo>
                  <a:close/>
                  <a:moveTo>
                    <a:pt x="990" y="1"/>
                  </a:moveTo>
                  <a:cubicBezTo>
                    <a:pt x="941" y="1"/>
                    <a:pt x="867" y="1"/>
                    <a:pt x="648" y="571"/>
                  </a:cubicBezTo>
                  <a:cubicBezTo>
                    <a:pt x="40" y="815"/>
                    <a:pt x="19" y="895"/>
                    <a:pt x="10" y="929"/>
                  </a:cubicBezTo>
                  <a:cubicBezTo>
                    <a:pt x="0" y="957"/>
                    <a:pt x="6" y="985"/>
                    <a:pt x="22" y="1009"/>
                  </a:cubicBezTo>
                  <a:cubicBezTo>
                    <a:pt x="37" y="1031"/>
                    <a:pt x="84" y="1093"/>
                    <a:pt x="617" y="1198"/>
                  </a:cubicBezTo>
                  <a:cubicBezTo>
                    <a:pt x="774" y="1824"/>
                    <a:pt x="830" y="1824"/>
                    <a:pt x="892" y="1824"/>
                  </a:cubicBezTo>
                  <a:lnTo>
                    <a:pt x="898" y="1824"/>
                  </a:lnTo>
                  <a:cubicBezTo>
                    <a:pt x="944" y="1821"/>
                    <a:pt x="1000" y="1817"/>
                    <a:pt x="1259" y="1231"/>
                  </a:cubicBezTo>
                  <a:cubicBezTo>
                    <a:pt x="1416" y="1176"/>
                    <a:pt x="1718" y="1065"/>
                    <a:pt x="1783" y="1006"/>
                  </a:cubicBezTo>
                  <a:cubicBezTo>
                    <a:pt x="1805" y="985"/>
                    <a:pt x="1814" y="951"/>
                    <a:pt x="1811" y="920"/>
                  </a:cubicBezTo>
                  <a:cubicBezTo>
                    <a:pt x="1795" y="846"/>
                    <a:pt x="1715" y="806"/>
                    <a:pt x="1404" y="695"/>
                  </a:cubicBezTo>
                  <a:cubicBezTo>
                    <a:pt x="1345" y="673"/>
                    <a:pt x="1274" y="649"/>
                    <a:pt x="1243" y="633"/>
                  </a:cubicBezTo>
                  <a:cubicBezTo>
                    <a:pt x="1234" y="599"/>
                    <a:pt x="1212" y="516"/>
                    <a:pt x="1194" y="448"/>
                  </a:cubicBezTo>
                  <a:cubicBezTo>
                    <a:pt x="1141" y="229"/>
                    <a:pt x="1104" y="93"/>
                    <a:pt x="1067" y="41"/>
                  </a:cubicBezTo>
                  <a:cubicBezTo>
                    <a:pt x="1046" y="16"/>
                    <a:pt x="1018" y="4"/>
                    <a:pt x="99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23"/>
            <p:cNvSpPr/>
            <p:nvPr/>
          </p:nvSpPr>
          <p:spPr>
            <a:xfrm>
              <a:off x="96750" y="4008152"/>
              <a:ext cx="367883" cy="242857"/>
            </a:xfrm>
            <a:custGeom>
              <a:avLst/>
              <a:gdLst/>
              <a:ahLst/>
              <a:cxnLst/>
              <a:rect l="l" t="t" r="r" b="b"/>
              <a:pathLst>
                <a:path w="5491" h="3625" extrusionOk="0">
                  <a:moveTo>
                    <a:pt x="2733" y="558"/>
                  </a:moveTo>
                  <a:cubicBezTo>
                    <a:pt x="2952" y="768"/>
                    <a:pt x="2995" y="1015"/>
                    <a:pt x="2936" y="1178"/>
                  </a:cubicBezTo>
                  <a:cubicBezTo>
                    <a:pt x="2906" y="1264"/>
                    <a:pt x="2852" y="1311"/>
                    <a:pt x="2788" y="1311"/>
                  </a:cubicBezTo>
                  <a:cubicBezTo>
                    <a:pt x="2749" y="1311"/>
                    <a:pt x="2705" y="1293"/>
                    <a:pt x="2662" y="1255"/>
                  </a:cubicBezTo>
                  <a:cubicBezTo>
                    <a:pt x="2508" y="1129"/>
                    <a:pt x="2542" y="827"/>
                    <a:pt x="2733" y="558"/>
                  </a:cubicBezTo>
                  <a:close/>
                  <a:moveTo>
                    <a:pt x="4404" y="1354"/>
                  </a:moveTo>
                  <a:lnTo>
                    <a:pt x="4404" y="1354"/>
                  </a:lnTo>
                  <a:cubicBezTo>
                    <a:pt x="4367" y="1650"/>
                    <a:pt x="4185" y="1872"/>
                    <a:pt x="3945" y="1906"/>
                  </a:cubicBezTo>
                  <a:cubicBezTo>
                    <a:pt x="3929" y="1906"/>
                    <a:pt x="3917" y="1909"/>
                    <a:pt x="3902" y="1909"/>
                  </a:cubicBezTo>
                  <a:cubicBezTo>
                    <a:pt x="3837" y="1909"/>
                    <a:pt x="3837" y="1888"/>
                    <a:pt x="3837" y="1869"/>
                  </a:cubicBezTo>
                  <a:cubicBezTo>
                    <a:pt x="3831" y="1746"/>
                    <a:pt x="4068" y="1431"/>
                    <a:pt x="4404" y="1354"/>
                  </a:cubicBezTo>
                  <a:close/>
                  <a:moveTo>
                    <a:pt x="1527" y="2125"/>
                  </a:moveTo>
                  <a:cubicBezTo>
                    <a:pt x="1570" y="2125"/>
                    <a:pt x="1610" y="2162"/>
                    <a:pt x="1635" y="2196"/>
                  </a:cubicBezTo>
                  <a:cubicBezTo>
                    <a:pt x="1755" y="2347"/>
                    <a:pt x="1783" y="2511"/>
                    <a:pt x="1718" y="2646"/>
                  </a:cubicBezTo>
                  <a:cubicBezTo>
                    <a:pt x="1647" y="2795"/>
                    <a:pt x="1477" y="2884"/>
                    <a:pt x="1274" y="2890"/>
                  </a:cubicBezTo>
                  <a:cubicBezTo>
                    <a:pt x="1231" y="2619"/>
                    <a:pt x="1308" y="2332"/>
                    <a:pt x="1416" y="2199"/>
                  </a:cubicBezTo>
                  <a:cubicBezTo>
                    <a:pt x="1440" y="2159"/>
                    <a:pt x="1481" y="2131"/>
                    <a:pt x="1527" y="2125"/>
                  </a:cubicBezTo>
                  <a:close/>
                  <a:moveTo>
                    <a:pt x="3350" y="2350"/>
                  </a:moveTo>
                  <a:cubicBezTo>
                    <a:pt x="3362" y="2350"/>
                    <a:pt x="3396" y="2384"/>
                    <a:pt x="3424" y="2468"/>
                  </a:cubicBezTo>
                  <a:cubicBezTo>
                    <a:pt x="3491" y="2668"/>
                    <a:pt x="3448" y="2890"/>
                    <a:pt x="3313" y="3051"/>
                  </a:cubicBezTo>
                  <a:cubicBezTo>
                    <a:pt x="3183" y="2825"/>
                    <a:pt x="3195" y="2582"/>
                    <a:pt x="3266" y="2440"/>
                  </a:cubicBezTo>
                  <a:cubicBezTo>
                    <a:pt x="3297" y="2375"/>
                    <a:pt x="3334" y="2350"/>
                    <a:pt x="3350" y="2350"/>
                  </a:cubicBezTo>
                  <a:close/>
                  <a:moveTo>
                    <a:pt x="3426" y="160"/>
                  </a:moveTo>
                  <a:cubicBezTo>
                    <a:pt x="3566" y="160"/>
                    <a:pt x="3707" y="201"/>
                    <a:pt x="3840" y="287"/>
                  </a:cubicBezTo>
                  <a:cubicBezTo>
                    <a:pt x="4185" y="503"/>
                    <a:pt x="4395" y="836"/>
                    <a:pt x="4411" y="1191"/>
                  </a:cubicBezTo>
                  <a:cubicBezTo>
                    <a:pt x="3994" y="1265"/>
                    <a:pt x="3667" y="1650"/>
                    <a:pt x="3677" y="1878"/>
                  </a:cubicBezTo>
                  <a:cubicBezTo>
                    <a:pt x="3679" y="1969"/>
                    <a:pt x="3738" y="2069"/>
                    <a:pt x="3899" y="2069"/>
                  </a:cubicBezTo>
                  <a:cubicBezTo>
                    <a:pt x="3920" y="2069"/>
                    <a:pt x="3942" y="2067"/>
                    <a:pt x="3966" y="2064"/>
                  </a:cubicBezTo>
                  <a:cubicBezTo>
                    <a:pt x="4293" y="2020"/>
                    <a:pt x="4534" y="1727"/>
                    <a:pt x="4571" y="1339"/>
                  </a:cubicBezTo>
                  <a:cubicBezTo>
                    <a:pt x="4753" y="1342"/>
                    <a:pt x="4920" y="1428"/>
                    <a:pt x="5074" y="1589"/>
                  </a:cubicBezTo>
                  <a:cubicBezTo>
                    <a:pt x="5336" y="1863"/>
                    <a:pt x="5274" y="2190"/>
                    <a:pt x="5176" y="2418"/>
                  </a:cubicBezTo>
                  <a:cubicBezTo>
                    <a:pt x="4953" y="2939"/>
                    <a:pt x="4327" y="3414"/>
                    <a:pt x="3862" y="3414"/>
                  </a:cubicBezTo>
                  <a:cubicBezTo>
                    <a:pt x="3857" y="3415"/>
                    <a:pt x="3853" y="3415"/>
                    <a:pt x="3848" y="3415"/>
                  </a:cubicBezTo>
                  <a:cubicBezTo>
                    <a:pt x="3736" y="3415"/>
                    <a:pt x="3627" y="3378"/>
                    <a:pt x="3541" y="3310"/>
                  </a:cubicBezTo>
                  <a:cubicBezTo>
                    <a:pt x="3491" y="3273"/>
                    <a:pt x="3448" y="3232"/>
                    <a:pt x="3408" y="3186"/>
                  </a:cubicBezTo>
                  <a:cubicBezTo>
                    <a:pt x="3603" y="2983"/>
                    <a:pt x="3667" y="2687"/>
                    <a:pt x="3578" y="2421"/>
                  </a:cubicBezTo>
                  <a:cubicBezTo>
                    <a:pt x="3513" y="2218"/>
                    <a:pt x="3408" y="2190"/>
                    <a:pt x="3350" y="2190"/>
                  </a:cubicBezTo>
                  <a:cubicBezTo>
                    <a:pt x="3260" y="2190"/>
                    <a:pt x="3177" y="2255"/>
                    <a:pt x="3121" y="2366"/>
                  </a:cubicBezTo>
                  <a:cubicBezTo>
                    <a:pt x="3023" y="2563"/>
                    <a:pt x="3010" y="2878"/>
                    <a:pt x="3192" y="3165"/>
                  </a:cubicBezTo>
                  <a:cubicBezTo>
                    <a:pt x="3001" y="3306"/>
                    <a:pt x="2649" y="3461"/>
                    <a:pt x="1999" y="3461"/>
                  </a:cubicBezTo>
                  <a:lnTo>
                    <a:pt x="1956" y="3461"/>
                  </a:lnTo>
                  <a:cubicBezTo>
                    <a:pt x="1558" y="3458"/>
                    <a:pt x="1385" y="3254"/>
                    <a:pt x="1314" y="3051"/>
                  </a:cubicBezTo>
                  <a:cubicBezTo>
                    <a:pt x="1564" y="3035"/>
                    <a:pt x="1767" y="2915"/>
                    <a:pt x="1863" y="2720"/>
                  </a:cubicBezTo>
                  <a:cubicBezTo>
                    <a:pt x="1959" y="2523"/>
                    <a:pt x="1922" y="2298"/>
                    <a:pt x="1761" y="2097"/>
                  </a:cubicBezTo>
                  <a:cubicBezTo>
                    <a:pt x="1675" y="1986"/>
                    <a:pt x="1585" y="1965"/>
                    <a:pt x="1527" y="1965"/>
                  </a:cubicBezTo>
                  <a:cubicBezTo>
                    <a:pt x="1444" y="1965"/>
                    <a:pt x="1360" y="2011"/>
                    <a:pt x="1289" y="2097"/>
                  </a:cubicBezTo>
                  <a:cubicBezTo>
                    <a:pt x="1147" y="2276"/>
                    <a:pt x="1076" y="2594"/>
                    <a:pt x="1107" y="2878"/>
                  </a:cubicBezTo>
                  <a:cubicBezTo>
                    <a:pt x="913" y="2835"/>
                    <a:pt x="728" y="2751"/>
                    <a:pt x="568" y="2628"/>
                  </a:cubicBezTo>
                  <a:cubicBezTo>
                    <a:pt x="154" y="2320"/>
                    <a:pt x="241" y="1891"/>
                    <a:pt x="296" y="1718"/>
                  </a:cubicBezTo>
                  <a:cubicBezTo>
                    <a:pt x="420" y="1345"/>
                    <a:pt x="746" y="1043"/>
                    <a:pt x="1027" y="1043"/>
                  </a:cubicBezTo>
                  <a:cubicBezTo>
                    <a:pt x="1095" y="1043"/>
                    <a:pt x="1163" y="1061"/>
                    <a:pt x="1218" y="1095"/>
                  </a:cubicBezTo>
                  <a:cubicBezTo>
                    <a:pt x="1232" y="1103"/>
                    <a:pt x="1246" y="1106"/>
                    <a:pt x="1260" y="1106"/>
                  </a:cubicBezTo>
                  <a:cubicBezTo>
                    <a:pt x="1307" y="1106"/>
                    <a:pt x="1349" y="1067"/>
                    <a:pt x="1342" y="1015"/>
                  </a:cubicBezTo>
                  <a:cubicBezTo>
                    <a:pt x="1342" y="1012"/>
                    <a:pt x="1283" y="586"/>
                    <a:pt x="1487" y="355"/>
                  </a:cubicBezTo>
                  <a:cubicBezTo>
                    <a:pt x="1572" y="255"/>
                    <a:pt x="1695" y="205"/>
                    <a:pt x="1853" y="205"/>
                  </a:cubicBezTo>
                  <a:cubicBezTo>
                    <a:pt x="1964" y="205"/>
                    <a:pt x="2092" y="230"/>
                    <a:pt x="2236" y="278"/>
                  </a:cubicBezTo>
                  <a:cubicBezTo>
                    <a:pt x="2369" y="318"/>
                    <a:pt x="2495" y="380"/>
                    <a:pt x="2609" y="457"/>
                  </a:cubicBezTo>
                  <a:cubicBezTo>
                    <a:pt x="2387" y="765"/>
                    <a:pt x="2313" y="1172"/>
                    <a:pt x="2560" y="1382"/>
                  </a:cubicBezTo>
                  <a:cubicBezTo>
                    <a:pt x="2622" y="1437"/>
                    <a:pt x="2705" y="1474"/>
                    <a:pt x="2791" y="1478"/>
                  </a:cubicBezTo>
                  <a:cubicBezTo>
                    <a:pt x="2921" y="1478"/>
                    <a:pt x="3038" y="1382"/>
                    <a:pt x="3091" y="1234"/>
                  </a:cubicBezTo>
                  <a:cubicBezTo>
                    <a:pt x="3168" y="1018"/>
                    <a:pt x="3112" y="694"/>
                    <a:pt x="2835" y="432"/>
                  </a:cubicBezTo>
                  <a:cubicBezTo>
                    <a:pt x="3006" y="255"/>
                    <a:pt x="3214" y="160"/>
                    <a:pt x="3426" y="160"/>
                  </a:cubicBezTo>
                  <a:close/>
                  <a:moveTo>
                    <a:pt x="3431" y="0"/>
                  </a:moveTo>
                  <a:cubicBezTo>
                    <a:pt x="3171" y="0"/>
                    <a:pt x="2915" y="116"/>
                    <a:pt x="2711" y="333"/>
                  </a:cubicBezTo>
                  <a:cubicBezTo>
                    <a:pt x="2582" y="241"/>
                    <a:pt x="2440" y="173"/>
                    <a:pt x="2289" y="124"/>
                  </a:cubicBezTo>
                  <a:cubicBezTo>
                    <a:pt x="2129" y="71"/>
                    <a:pt x="1984" y="45"/>
                    <a:pt x="1856" y="45"/>
                  </a:cubicBezTo>
                  <a:cubicBezTo>
                    <a:pt x="1647" y="45"/>
                    <a:pt x="1482" y="113"/>
                    <a:pt x="1363" y="247"/>
                  </a:cubicBezTo>
                  <a:cubicBezTo>
                    <a:pt x="1194" y="444"/>
                    <a:pt x="1169" y="731"/>
                    <a:pt x="1172" y="901"/>
                  </a:cubicBezTo>
                  <a:cubicBezTo>
                    <a:pt x="1126" y="888"/>
                    <a:pt x="1076" y="882"/>
                    <a:pt x="1027" y="882"/>
                  </a:cubicBezTo>
                  <a:cubicBezTo>
                    <a:pt x="676" y="882"/>
                    <a:pt x="287" y="1228"/>
                    <a:pt x="142" y="1669"/>
                  </a:cubicBezTo>
                  <a:cubicBezTo>
                    <a:pt x="0" y="2104"/>
                    <a:pt x="120" y="2498"/>
                    <a:pt x="472" y="2757"/>
                  </a:cubicBezTo>
                  <a:cubicBezTo>
                    <a:pt x="694" y="2921"/>
                    <a:pt x="922" y="3020"/>
                    <a:pt x="1141" y="3047"/>
                  </a:cubicBezTo>
                  <a:cubicBezTo>
                    <a:pt x="1246" y="3408"/>
                    <a:pt x="1539" y="3621"/>
                    <a:pt x="1952" y="3624"/>
                  </a:cubicBezTo>
                  <a:lnTo>
                    <a:pt x="1999" y="3624"/>
                  </a:lnTo>
                  <a:cubicBezTo>
                    <a:pt x="2563" y="3624"/>
                    <a:pt x="3007" y="3513"/>
                    <a:pt x="3288" y="3297"/>
                  </a:cubicBezTo>
                  <a:cubicBezTo>
                    <a:pt x="3334" y="3347"/>
                    <a:pt x="3384" y="3396"/>
                    <a:pt x="3439" y="3439"/>
                  </a:cubicBezTo>
                  <a:cubicBezTo>
                    <a:pt x="3556" y="3529"/>
                    <a:pt x="3699" y="3578"/>
                    <a:pt x="3848" y="3578"/>
                  </a:cubicBezTo>
                  <a:cubicBezTo>
                    <a:pt x="3853" y="3578"/>
                    <a:pt x="3857" y="3578"/>
                    <a:pt x="3862" y="3578"/>
                  </a:cubicBezTo>
                  <a:cubicBezTo>
                    <a:pt x="4392" y="3578"/>
                    <a:pt x="5077" y="3066"/>
                    <a:pt x="5327" y="2483"/>
                  </a:cubicBezTo>
                  <a:cubicBezTo>
                    <a:pt x="5490" y="2097"/>
                    <a:pt x="5444" y="1743"/>
                    <a:pt x="5191" y="1478"/>
                  </a:cubicBezTo>
                  <a:cubicBezTo>
                    <a:pt x="5009" y="1283"/>
                    <a:pt x="4802" y="1185"/>
                    <a:pt x="4574" y="1178"/>
                  </a:cubicBezTo>
                  <a:cubicBezTo>
                    <a:pt x="4552" y="774"/>
                    <a:pt x="4315" y="395"/>
                    <a:pt x="3929" y="151"/>
                  </a:cubicBezTo>
                  <a:cubicBezTo>
                    <a:pt x="3770" y="49"/>
                    <a:pt x="3600" y="0"/>
                    <a:pt x="34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no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1pPr>
            <a:lvl2pPr lvl="1"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2pPr>
            <a:lvl3pPr lvl="2"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3pPr>
            <a:lvl4pPr lvl="3"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4pPr>
            <a:lvl5pPr lvl="4"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5pPr>
            <a:lvl6pPr lvl="5"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6pPr>
            <a:lvl7pPr lvl="6"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7pPr>
            <a:lvl8pPr lvl="7"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8pPr>
            <a:lvl9pPr lvl="8" rtl="0">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1pPr>
            <a:lvl2pPr marL="914400" lvl="1" indent="-317500">
              <a:lnSpc>
                <a:spcPct val="100000"/>
              </a:lnSpc>
              <a:spcBef>
                <a:spcPts val="1600"/>
              </a:spcBef>
              <a:spcAft>
                <a:spcPts val="0"/>
              </a:spcAft>
              <a:buClr>
                <a:schemeClr val="lt1"/>
              </a:buClr>
              <a:buSzPts val="1400"/>
              <a:buFont typeface="Inter"/>
              <a:buChar char="○"/>
              <a:defRPr>
                <a:solidFill>
                  <a:schemeClr val="lt1"/>
                </a:solidFill>
                <a:latin typeface="Inter"/>
                <a:ea typeface="Inter"/>
                <a:cs typeface="Inter"/>
                <a:sym typeface="Inter"/>
              </a:defRPr>
            </a:lvl2pPr>
            <a:lvl3pPr marL="1371600" lvl="2" indent="-317500">
              <a:lnSpc>
                <a:spcPct val="100000"/>
              </a:lnSpc>
              <a:spcBef>
                <a:spcPts val="1600"/>
              </a:spcBef>
              <a:spcAft>
                <a:spcPts val="0"/>
              </a:spcAft>
              <a:buClr>
                <a:schemeClr val="lt1"/>
              </a:buClr>
              <a:buSzPts val="1400"/>
              <a:buFont typeface="Inter"/>
              <a:buChar char="■"/>
              <a:defRPr>
                <a:solidFill>
                  <a:schemeClr val="lt1"/>
                </a:solidFill>
                <a:latin typeface="Inter"/>
                <a:ea typeface="Inter"/>
                <a:cs typeface="Inter"/>
                <a:sym typeface="Inter"/>
              </a:defRPr>
            </a:lvl3pPr>
            <a:lvl4pPr marL="1828800" lvl="3" indent="-317500">
              <a:lnSpc>
                <a:spcPct val="100000"/>
              </a:lnSpc>
              <a:spcBef>
                <a:spcPts val="1600"/>
              </a:spcBef>
              <a:spcAft>
                <a:spcPts val="0"/>
              </a:spcAft>
              <a:buClr>
                <a:schemeClr val="lt1"/>
              </a:buClr>
              <a:buSzPts val="1400"/>
              <a:buFont typeface="Inter"/>
              <a:buChar char="●"/>
              <a:defRPr>
                <a:solidFill>
                  <a:schemeClr val="lt1"/>
                </a:solidFill>
                <a:latin typeface="Inter"/>
                <a:ea typeface="Inter"/>
                <a:cs typeface="Inter"/>
                <a:sym typeface="Inter"/>
              </a:defRPr>
            </a:lvl4pPr>
            <a:lvl5pPr marL="2286000" lvl="4" indent="-317500">
              <a:lnSpc>
                <a:spcPct val="100000"/>
              </a:lnSpc>
              <a:spcBef>
                <a:spcPts val="1600"/>
              </a:spcBef>
              <a:spcAft>
                <a:spcPts val="0"/>
              </a:spcAft>
              <a:buClr>
                <a:schemeClr val="lt1"/>
              </a:buClr>
              <a:buSzPts val="1400"/>
              <a:buFont typeface="Inter"/>
              <a:buChar char="○"/>
              <a:defRPr>
                <a:solidFill>
                  <a:schemeClr val="lt1"/>
                </a:solidFill>
                <a:latin typeface="Inter"/>
                <a:ea typeface="Inter"/>
                <a:cs typeface="Inter"/>
                <a:sym typeface="Inter"/>
              </a:defRPr>
            </a:lvl5pPr>
            <a:lvl6pPr marL="2743200" lvl="5" indent="-317500">
              <a:lnSpc>
                <a:spcPct val="100000"/>
              </a:lnSpc>
              <a:spcBef>
                <a:spcPts val="1600"/>
              </a:spcBef>
              <a:spcAft>
                <a:spcPts val="0"/>
              </a:spcAft>
              <a:buClr>
                <a:schemeClr val="lt1"/>
              </a:buClr>
              <a:buSzPts val="1400"/>
              <a:buFont typeface="Inter"/>
              <a:buChar char="■"/>
              <a:defRPr>
                <a:solidFill>
                  <a:schemeClr val="lt1"/>
                </a:solidFill>
                <a:latin typeface="Inter"/>
                <a:ea typeface="Inter"/>
                <a:cs typeface="Inter"/>
                <a:sym typeface="Inter"/>
              </a:defRPr>
            </a:lvl6pPr>
            <a:lvl7pPr marL="3200400" lvl="6" indent="-317500">
              <a:lnSpc>
                <a:spcPct val="100000"/>
              </a:lnSpc>
              <a:spcBef>
                <a:spcPts val="1600"/>
              </a:spcBef>
              <a:spcAft>
                <a:spcPts val="0"/>
              </a:spcAft>
              <a:buClr>
                <a:schemeClr val="lt1"/>
              </a:buClr>
              <a:buSzPts val="1400"/>
              <a:buFont typeface="Inter"/>
              <a:buChar char="●"/>
              <a:defRPr>
                <a:solidFill>
                  <a:schemeClr val="lt1"/>
                </a:solidFill>
                <a:latin typeface="Inter"/>
                <a:ea typeface="Inter"/>
                <a:cs typeface="Inter"/>
                <a:sym typeface="Inter"/>
              </a:defRPr>
            </a:lvl7pPr>
            <a:lvl8pPr marL="3657600" lvl="7" indent="-317500">
              <a:lnSpc>
                <a:spcPct val="100000"/>
              </a:lnSpc>
              <a:spcBef>
                <a:spcPts val="1600"/>
              </a:spcBef>
              <a:spcAft>
                <a:spcPts val="0"/>
              </a:spcAft>
              <a:buClr>
                <a:schemeClr val="lt1"/>
              </a:buClr>
              <a:buSzPts val="1400"/>
              <a:buFont typeface="Inter"/>
              <a:buChar char="○"/>
              <a:defRPr>
                <a:solidFill>
                  <a:schemeClr val="lt1"/>
                </a:solidFill>
                <a:latin typeface="Inter"/>
                <a:ea typeface="Inter"/>
                <a:cs typeface="Inter"/>
                <a:sym typeface="Inter"/>
              </a:defRPr>
            </a:lvl8pPr>
            <a:lvl9pPr marL="4114800" lvl="8" indent="-317500">
              <a:lnSpc>
                <a:spcPct val="100000"/>
              </a:lnSpc>
              <a:spcBef>
                <a:spcPts val="1600"/>
              </a:spcBef>
              <a:spcAft>
                <a:spcPts val="1600"/>
              </a:spcAft>
              <a:buClr>
                <a:schemeClr val="lt1"/>
              </a:buClr>
              <a:buSzPts val="1400"/>
              <a:buFont typeface="Inter"/>
              <a:buChar char="■"/>
              <a:defRPr>
                <a:solidFill>
                  <a:schemeClr val="lt1"/>
                </a:solidFill>
                <a:latin typeface="Inter"/>
                <a:ea typeface="Inter"/>
                <a:cs typeface="Inter"/>
                <a:sym typeface="Inter"/>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4" r:id="rId3"/>
    <p:sldLayoutId id="2147483655" r:id="rId4"/>
    <p:sldLayoutId id="2147483656" r:id="rId5"/>
    <p:sldLayoutId id="2147483658" r:id="rId6"/>
    <p:sldLayoutId id="2147483661" r:id="rId7"/>
    <p:sldLayoutId id="2147483662" r:id="rId8"/>
    <p:sldLayoutId id="2147483668" r:id="rId9"/>
    <p:sldLayoutId id="2147483669"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30"/>
        <p:cNvGrpSpPr/>
        <p:nvPr/>
      </p:nvGrpSpPr>
      <p:grpSpPr>
        <a:xfrm>
          <a:off x="0" y="0"/>
          <a:ext cx="0" cy="0"/>
          <a:chOff x="0" y="0"/>
          <a:chExt cx="0" cy="0"/>
        </a:xfrm>
      </p:grpSpPr>
      <p:sp>
        <p:nvSpPr>
          <p:cNvPr id="2431" name="Google Shape;2431;p27"/>
          <p:cNvSpPr txBox="1">
            <a:spLocks noGrp="1"/>
          </p:cNvSpPr>
          <p:nvPr>
            <p:ph type="ctrTitle"/>
          </p:nvPr>
        </p:nvSpPr>
        <p:spPr>
          <a:xfrm>
            <a:off x="3386800" y="396450"/>
            <a:ext cx="5055000" cy="240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7200" dirty="0"/>
              <a:t>Pet Feeder</a:t>
            </a:r>
            <a:endParaRPr sz="4800" dirty="0">
              <a:solidFill>
                <a:schemeClr val="lt1"/>
              </a:solidFill>
            </a:endParaRPr>
          </a:p>
        </p:txBody>
      </p:sp>
      <p:sp>
        <p:nvSpPr>
          <p:cNvPr id="2432" name="Google Shape;2432;p27"/>
          <p:cNvSpPr txBox="1">
            <a:spLocks noGrp="1"/>
          </p:cNvSpPr>
          <p:nvPr>
            <p:ph type="subTitle" idx="1"/>
          </p:nvPr>
        </p:nvSpPr>
        <p:spPr>
          <a:xfrm>
            <a:off x="3383480" y="2868702"/>
            <a:ext cx="2291328" cy="1203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100" dirty="0"/>
              <a:t>Boga Karla</a:t>
            </a:r>
          </a:p>
          <a:p>
            <a:pPr marL="0" lvl="0" indent="0" algn="l" rtl="0">
              <a:spcBef>
                <a:spcPts val="0"/>
              </a:spcBef>
              <a:spcAft>
                <a:spcPts val="0"/>
              </a:spcAft>
              <a:buNone/>
            </a:pPr>
            <a:r>
              <a:rPr lang="en" sz="1100" dirty="0"/>
              <a:t>Gota Timeea</a:t>
            </a:r>
          </a:p>
          <a:p>
            <a:pPr marL="0" lvl="0" indent="0" algn="l" rtl="0">
              <a:spcBef>
                <a:spcPts val="0"/>
              </a:spcBef>
              <a:spcAft>
                <a:spcPts val="0"/>
              </a:spcAft>
              <a:buNone/>
            </a:pPr>
            <a:r>
              <a:rPr lang="en" sz="1100" dirty="0"/>
              <a:t>Michliuc Cristina</a:t>
            </a:r>
          </a:p>
          <a:p>
            <a:pPr marL="0" lvl="0" indent="0" algn="l" rtl="0">
              <a:spcBef>
                <a:spcPts val="0"/>
              </a:spcBef>
              <a:spcAft>
                <a:spcPts val="0"/>
              </a:spcAft>
              <a:buNone/>
            </a:pPr>
            <a:r>
              <a:rPr lang="en" sz="1100" dirty="0"/>
              <a:t>Toader Diana</a:t>
            </a:r>
            <a:endParaRPr sz="1100" dirty="0"/>
          </a:p>
        </p:txBody>
      </p:sp>
      <p:grpSp>
        <p:nvGrpSpPr>
          <p:cNvPr id="2433" name="Google Shape;2433;p27"/>
          <p:cNvGrpSpPr/>
          <p:nvPr/>
        </p:nvGrpSpPr>
        <p:grpSpPr>
          <a:xfrm>
            <a:off x="618234" y="2296066"/>
            <a:ext cx="2372938" cy="2140298"/>
            <a:chOff x="618234" y="2296066"/>
            <a:chExt cx="2372938" cy="2140298"/>
          </a:xfrm>
        </p:grpSpPr>
        <p:sp>
          <p:nvSpPr>
            <p:cNvPr id="2434" name="Google Shape;2434;p27"/>
            <p:cNvSpPr/>
            <p:nvPr/>
          </p:nvSpPr>
          <p:spPr>
            <a:xfrm>
              <a:off x="1940059" y="4069881"/>
              <a:ext cx="366484" cy="366484"/>
            </a:xfrm>
            <a:prstGeom prst="ellipse">
              <a:avLst/>
            </a:prstGeom>
            <a:solidFill>
              <a:srgbClr val="FFFFFF"/>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27"/>
            <p:cNvSpPr/>
            <p:nvPr/>
          </p:nvSpPr>
          <p:spPr>
            <a:xfrm>
              <a:off x="2255851" y="4231937"/>
              <a:ext cx="0" cy="24"/>
            </a:xfrm>
            <a:custGeom>
              <a:avLst/>
              <a:gdLst/>
              <a:ahLst/>
              <a:cxnLst/>
              <a:rect l="l" t="t" r="r" b="b"/>
              <a:pathLst>
                <a:path h="1" extrusionOk="0">
                  <a:moveTo>
                    <a:pt x="0" y="0"/>
                  </a:moveTo>
                  <a:close/>
                </a:path>
              </a:pathLst>
            </a:custGeom>
            <a:solidFill>
              <a:srgbClr val="6D8C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27"/>
            <p:cNvSpPr/>
            <p:nvPr/>
          </p:nvSpPr>
          <p:spPr>
            <a:xfrm>
              <a:off x="618234" y="2296066"/>
              <a:ext cx="2351364" cy="2079462"/>
            </a:xfrm>
            <a:custGeom>
              <a:avLst/>
              <a:gdLst/>
              <a:ahLst/>
              <a:cxnLst/>
              <a:rect l="l" t="t" r="r" b="b"/>
              <a:pathLst>
                <a:path w="38431" h="33987" extrusionOk="0">
                  <a:moveTo>
                    <a:pt x="8001" y="0"/>
                  </a:moveTo>
                  <a:cubicBezTo>
                    <a:pt x="5965" y="0"/>
                    <a:pt x="4112" y="1694"/>
                    <a:pt x="4223" y="2326"/>
                  </a:cubicBezTo>
                  <a:cubicBezTo>
                    <a:pt x="4295" y="2744"/>
                    <a:pt x="5078" y="2811"/>
                    <a:pt x="5969" y="2811"/>
                  </a:cubicBezTo>
                  <a:cubicBezTo>
                    <a:pt x="6390" y="2811"/>
                    <a:pt x="6835" y="2796"/>
                    <a:pt x="7241" y="2796"/>
                  </a:cubicBezTo>
                  <a:cubicBezTo>
                    <a:pt x="8074" y="2796"/>
                    <a:pt x="8740" y="2860"/>
                    <a:pt x="8686" y="3246"/>
                  </a:cubicBezTo>
                  <a:cubicBezTo>
                    <a:pt x="8365" y="5534"/>
                    <a:pt x="0" y="10571"/>
                    <a:pt x="1246" y="15284"/>
                  </a:cubicBezTo>
                  <a:cubicBezTo>
                    <a:pt x="1345" y="15666"/>
                    <a:pt x="1490" y="16039"/>
                    <a:pt x="1675" y="16391"/>
                  </a:cubicBezTo>
                  <a:cubicBezTo>
                    <a:pt x="1792" y="16687"/>
                    <a:pt x="1962" y="17057"/>
                    <a:pt x="2175" y="17190"/>
                  </a:cubicBezTo>
                  <a:lnTo>
                    <a:pt x="2193" y="17177"/>
                  </a:lnTo>
                  <a:cubicBezTo>
                    <a:pt x="2366" y="17390"/>
                    <a:pt x="2554" y="17587"/>
                    <a:pt x="2758" y="17773"/>
                  </a:cubicBezTo>
                  <a:cubicBezTo>
                    <a:pt x="2761" y="17779"/>
                    <a:pt x="2767" y="17788"/>
                    <a:pt x="2770" y="17794"/>
                  </a:cubicBezTo>
                  <a:cubicBezTo>
                    <a:pt x="2924" y="18013"/>
                    <a:pt x="3319" y="18251"/>
                    <a:pt x="3609" y="18405"/>
                  </a:cubicBezTo>
                  <a:cubicBezTo>
                    <a:pt x="3902" y="18587"/>
                    <a:pt x="4210" y="18747"/>
                    <a:pt x="4525" y="18883"/>
                  </a:cubicBezTo>
                  <a:cubicBezTo>
                    <a:pt x="4528" y="18892"/>
                    <a:pt x="4534" y="18901"/>
                    <a:pt x="4540" y="18911"/>
                  </a:cubicBezTo>
                  <a:cubicBezTo>
                    <a:pt x="4821" y="19256"/>
                    <a:pt x="6129" y="19410"/>
                    <a:pt x="6129" y="19410"/>
                  </a:cubicBezTo>
                  <a:lnTo>
                    <a:pt x="6129" y="19407"/>
                  </a:lnTo>
                  <a:cubicBezTo>
                    <a:pt x="6780" y="19555"/>
                    <a:pt x="7443" y="19651"/>
                    <a:pt x="8109" y="19691"/>
                  </a:cubicBezTo>
                  <a:cubicBezTo>
                    <a:pt x="8026" y="22778"/>
                    <a:pt x="8242" y="25055"/>
                    <a:pt x="8242" y="25055"/>
                  </a:cubicBezTo>
                  <a:cubicBezTo>
                    <a:pt x="8242" y="25055"/>
                    <a:pt x="4824" y="27994"/>
                    <a:pt x="3914" y="28931"/>
                  </a:cubicBezTo>
                  <a:cubicBezTo>
                    <a:pt x="3721" y="29134"/>
                    <a:pt x="3889" y="29215"/>
                    <a:pt x="4287" y="29215"/>
                  </a:cubicBezTo>
                  <a:cubicBezTo>
                    <a:pt x="4294" y="29215"/>
                    <a:pt x="4302" y="29215"/>
                    <a:pt x="4309" y="29215"/>
                  </a:cubicBezTo>
                  <a:cubicBezTo>
                    <a:pt x="4312" y="29252"/>
                    <a:pt x="4337" y="29283"/>
                    <a:pt x="4374" y="29295"/>
                  </a:cubicBezTo>
                  <a:lnTo>
                    <a:pt x="4396" y="29295"/>
                  </a:lnTo>
                  <a:cubicBezTo>
                    <a:pt x="4436" y="29295"/>
                    <a:pt x="4470" y="29268"/>
                    <a:pt x="4479" y="29231"/>
                  </a:cubicBezTo>
                  <a:cubicBezTo>
                    <a:pt x="4479" y="29221"/>
                    <a:pt x="4482" y="29215"/>
                    <a:pt x="4488" y="29209"/>
                  </a:cubicBezTo>
                  <a:cubicBezTo>
                    <a:pt x="6113" y="29123"/>
                    <a:pt x="10274" y="28105"/>
                    <a:pt x="11058" y="27781"/>
                  </a:cubicBezTo>
                  <a:cubicBezTo>
                    <a:pt x="11326" y="27670"/>
                    <a:pt x="12819" y="27596"/>
                    <a:pt x="14876" y="27544"/>
                  </a:cubicBezTo>
                  <a:cubicBezTo>
                    <a:pt x="14888" y="28083"/>
                    <a:pt x="14944" y="28651"/>
                    <a:pt x="15076" y="29147"/>
                  </a:cubicBezTo>
                  <a:cubicBezTo>
                    <a:pt x="15086" y="29184"/>
                    <a:pt x="15120" y="29212"/>
                    <a:pt x="15160" y="29212"/>
                  </a:cubicBezTo>
                  <a:lnTo>
                    <a:pt x="15172" y="29212"/>
                  </a:lnTo>
                  <a:cubicBezTo>
                    <a:pt x="15610" y="30831"/>
                    <a:pt x="16776" y="32525"/>
                    <a:pt x="19539" y="33456"/>
                  </a:cubicBezTo>
                  <a:cubicBezTo>
                    <a:pt x="20039" y="33623"/>
                    <a:pt x="20443" y="33749"/>
                    <a:pt x="20767" y="33839"/>
                  </a:cubicBezTo>
                  <a:cubicBezTo>
                    <a:pt x="20773" y="33845"/>
                    <a:pt x="20776" y="33851"/>
                    <a:pt x="20779" y="33857"/>
                  </a:cubicBezTo>
                  <a:cubicBezTo>
                    <a:pt x="20795" y="33885"/>
                    <a:pt x="20822" y="33903"/>
                    <a:pt x="20856" y="33903"/>
                  </a:cubicBezTo>
                  <a:cubicBezTo>
                    <a:pt x="20869" y="33903"/>
                    <a:pt x="20884" y="33903"/>
                    <a:pt x="20896" y="33897"/>
                  </a:cubicBezTo>
                  <a:cubicBezTo>
                    <a:pt x="20906" y="33891"/>
                    <a:pt x="20915" y="33885"/>
                    <a:pt x="20921" y="33876"/>
                  </a:cubicBezTo>
                  <a:cubicBezTo>
                    <a:pt x="21219" y="33950"/>
                    <a:pt x="21439" y="33986"/>
                    <a:pt x="21593" y="33986"/>
                  </a:cubicBezTo>
                  <a:cubicBezTo>
                    <a:pt x="22929" y="33986"/>
                    <a:pt x="19302" y="31273"/>
                    <a:pt x="18688" y="27476"/>
                  </a:cubicBezTo>
                  <a:cubicBezTo>
                    <a:pt x="18929" y="27473"/>
                    <a:pt x="19169" y="27470"/>
                    <a:pt x="19413" y="27470"/>
                  </a:cubicBezTo>
                  <a:cubicBezTo>
                    <a:pt x="21063" y="28160"/>
                    <a:pt x="22855" y="28657"/>
                    <a:pt x="24554" y="28669"/>
                  </a:cubicBezTo>
                  <a:cubicBezTo>
                    <a:pt x="24594" y="28670"/>
                    <a:pt x="24633" y="28670"/>
                    <a:pt x="24672" y="28670"/>
                  </a:cubicBezTo>
                  <a:cubicBezTo>
                    <a:pt x="25891" y="28670"/>
                    <a:pt x="26969" y="28484"/>
                    <a:pt x="27922" y="28176"/>
                  </a:cubicBezTo>
                  <a:lnTo>
                    <a:pt x="27922" y="28176"/>
                  </a:lnTo>
                  <a:cubicBezTo>
                    <a:pt x="27907" y="30301"/>
                    <a:pt x="27839" y="32762"/>
                    <a:pt x="27611" y="33385"/>
                  </a:cubicBezTo>
                  <a:cubicBezTo>
                    <a:pt x="27549" y="33552"/>
                    <a:pt x="27580" y="33657"/>
                    <a:pt x="27682" y="33700"/>
                  </a:cubicBezTo>
                  <a:cubicBezTo>
                    <a:pt x="27685" y="33752"/>
                    <a:pt x="27726" y="33780"/>
                    <a:pt x="27767" y="33780"/>
                  </a:cubicBezTo>
                  <a:cubicBezTo>
                    <a:pt x="27801" y="33780"/>
                    <a:pt x="27836" y="33760"/>
                    <a:pt x="27848" y="33718"/>
                  </a:cubicBezTo>
                  <a:cubicBezTo>
                    <a:pt x="28570" y="33660"/>
                    <a:pt x="30541" y="32185"/>
                    <a:pt x="31099" y="29046"/>
                  </a:cubicBezTo>
                  <a:lnTo>
                    <a:pt x="31118" y="29046"/>
                  </a:lnTo>
                  <a:cubicBezTo>
                    <a:pt x="31158" y="29046"/>
                    <a:pt x="31195" y="29018"/>
                    <a:pt x="31204" y="28978"/>
                  </a:cubicBezTo>
                  <a:cubicBezTo>
                    <a:pt x="31300" y="28478"/>
                    <a:pt x="31328" y="27935"/>
                    <a:pt x="31328" y="27454"/>
                  </a:cubicBezTo>
                  <a:cubicBezTo>
                    <a:pt x="31887" y="27560"/>
                    <a:pt x="35152" y="28171"/>
                    <a:pt x="36953" y="28171"/>
                  </a:cubicBezTo>
                  <a:cubicBezTo>
                    <a:pt x="37457" y="28171"/>
                    <a:pt x="37846" y="28123"/>
                    <a:pt x="38030" y="28003"/>
                  </a:cubicBezTo>
                  <a:cubicBezTo>
                    <a:pt x="38045" y="28022"/>
                    <a:pt x="38070" y="28031"/>
                    <a:pt x="38094" y="28031"/>
                  </a:cubicBezTo>
                  <a:cubicBezTo>
                    <a:pt x="38098" y="28032"/>
                    <a:pt x="38100" y="28033"/>
                    <a:pt x="38102" y="28033"/>
                  </a:cubicBezTo>
                  <a:cubicBezTo>
                    <a:pt x="38104" y="28033"/>
                    <a:pt x="38107" y="28032"/>
                    <a:pt x="38110" y="28031"/>
                  </a:cubicBezTo>
                  <a:cubicBezTo>
                    <a:pt x="38156" y="28025"/>
                    <a:pt x="38187" y="27982"/>
                    <a:pt x="38178" y="27932"/>
                  </a:cubicBezTo>
                  <a:cubicBezTo>
                    <a:pt x="38175" y="27904"/>
                    <a:pt x="38165" y="27874"/>
                    <a:pt x="38153" y="27846"/>
                  </a:cubicBezTo>
                  <a:cubicBezTo>
                    <a:pt x="38431" y="27032"/>
                    <a:pt x="34387" y="25554"/>
                    <a:pt x="33002" y="24647"/>
                  </a:cubicBezTo>
                  <a:cubicBezTo>
                    <a:pt x="32956" y="24610"/>
                    <a:pt x="32913" y="24567"/>
                    <a:pt x="32882" y="24515"/>
                  </a:cubicBezTo>
                  <a:lnTo>
                    <a:pt x="32894" y="24496"/>
                  </a:lnTo>
                  <a:lnTo>
                    <a:pt x="35596" y="24012"/>
                  </a:lnTo>
                  <a:cubicBezTo>
                    <a:pt x="35704" y="23994"/>
                    <a:pt x="35682" y="23841"/>
                    <a:pt x="35585" y="23841"/>
                  </a:cubicBezTo>
                  <a:cubicBezTo>
                    <a:pt x="35580" y="23841"/>
                    <a:pt x="35574" y="23841"/>
                    <a:pt x="35568" y="23842"/>
                  </a:cubicBezTo>
                  <a:lnTo>
                    <a:pt x="33033" y="24299"/>
                  </a:lnTo>
                  <a:cubicBezTo>
                    <a:pt x="33277" y="23938"/>
                    <a:pt x="33496" y="23562"/>
                    <a:pt x="33684" y="23170"/>
                  </a:cubicBezTo>
                  <a:lnTo>
                    <a:pt x="34733" y="22778"/>
                  </a:lnTo>
                  <a:cubicBezTo>
                    <a:pt x="34827" y="22742"/>
                    <a:pt x="34789" y="22612"/>
                    <a:pt x="34705" y="22612"/>
                  </a:cubicBezTo>
                  <a:cubicBezTo>
                    <a:pt x="34695" y="22612"/>
                    <a:pt x="34685" y="22614"/>
                    <a:pt x="34674" y="22618"/>
                  </a:cubicBezTo>
                  <a:lnTo>
                    <a:pt x="33789" y="22951"/>
                  </a:lnTo>
                  <a:cubicBezTo>
                    <a:pt x="33934" y="22615"/>
                    <a:pt x="33995" y="22377"/>
                    <a:pt x="33983" y="22297"/>
                  </a:cubicBezTo>
                  <a:cubicBezTo>
                    <a:pt x="33958" y="22195"/>
                    <a:pt x="33921" y="22094"/>
                    <a:pt x="33875" y="21998"/>
                  </a:cubicBezTo>
                  <a:lnTo>
                    <a:pt x="33875" y="21998"/>
                  </a:lnTo>
                  <a:cubicBezTo>
                    <a:pt x="33943" y="22054"/>
                    <a:pt x="34005" y="22115"/>
                    <a:pt x="34060" y="22180"/>
                  </a:cubicBezTo>
                  <a:cubicBezTo>
                    <a:pt x="34060" y="22180"/>
                    <a:pt x="34036" y="19685"/>
                    <a:pt x="32459" y="16354"/>
                  </a:cubicBezTo>
                  <a:lnTo>
                    <a:pt x="32459" y="16354"/>
                  </a:lnTo>
                  <a:cubicBezTo>
                    <a:pt x="32474" y="16365"/>
                    <a:pt x="32491" y="16370"/>
                    <a:pt x="32509" y="16370"/>
                  </a:cubicBezTo>
                  <a:cubicBezTo>
                    <a:pt x="32521" y="16370"/>
                    <a:pt x="32533" y="16368"/>
                    <a:pt x="32546" y="16363"/>
                  </a:cubicBezTo>
                  <a:cubicBezTo>
                    <a:pt x="32589" y="16345"/>
                    <a:pt x="32607" y="16295"/>
                    <a:pt x="32589" y="16252"/>
                  </a:cubicBezTo>
                  <a:cubicBezTo>
                    <a:pt x="32333" y="15580"/>
                    <a:pt x="30760" y="13026"/>
                    <a:pt x="30495" y="12933"/>
                  </a:cubicBezTo>
                  <a:cubicBezTo>
                    <a:pt x="30488" y="12931"/>
                    <a:pt x="30480" y="12928"/>
                    <a:pt x="30469" y="12928"/>
                  </a:cubicBezTo>
                  <a:cubicBezTo>
                    <a:pt x="30426" y="12928"/>
                    <a:pt x="30334" y="12968"/>
                    <a:pt x="30075" y="13217"/>
                  </a:cubicBezTo>
                  <a:cubicBezTo>
                    <a:pt x="28289" y="8538"/>
                    <a:pt x="25039" y="4014"/>
                    <a:pt x="18605" y="3144"/>
                  </a:cubicBezTo>
                  <a:cubicBezTo>
                    <a:pt x="18167" y="3085"/>
                    <a:pt x="17747" y="3056"/>
                    <a:pt x="17344" y="3056"/>
                  </a:cubicBezTo>
                  <a:cubicBezTo>
                    <a:pt x="10868" y="3056"/>
                    <a:pt x="8842" y="10445"/>
                    <a:pt x="8282" y="16656"/>
                  </a:cubicBezTo>
                  <a:cubicBezTo>
                    <a:pt x="7994" y="16677"/>
                    <a:pt x="7668" y="16692"/>
                    <a:pt x="7325" y="16692"/>
                  </a:cubicBezTo>
                  <a:cubicBezTo>
                    <a:pt x="5265" y="16692"/>
                    <a:pt x="2596" y="16145"/>
                    <a:pt x="3924" y="13057"/>
                  </a:cubicBezTo>
                  <a:cubicBezTo>
                    <a:pt x="4306" y="12168"/>
                    <a:pt x="5361" y="11064"/>
                    <a:pt x="6573" y="9880"/>
                  </a:cubicBezTo>
                  <a:cubicBezTo>
                    <a:pt x="6712" y="9846"/>
                    <a:pt x="7144" y="9393"/>
                    <a:pt x="7434" y="9050"/>
                  </a:cubicBezTo>
                  <a:lnTo>
                    <a:pt x="7813" y="8683"/>
                  </a:lnTo>
                  <a:cubicBezTo>
                    <a:pt x="7813" y="8689"/>
                    <a:pt x="7816" y="8699"/>
                    <a:pt x="7819" y="8705"/>
                  </a:cubicBezTo>
                  <a:cubicBezTo>
                    <a:pt x="7819" y="8705"/>
                    <a:pt x="8858" y="7891"/>
                    <a:pt x="8883" y="7631"/>
                  </a:cubicBezTo>
                  <a:cubicBezTo>
                    <a:pt x="8979" y="7536"/>
                    <a:pt x="9074" y="7437"/>
                    <a:pt x="9170" y="7342"/>
                  </a:cubicBezTo>
                  <a:lnTo>
                    <a:pt x="9173" y="7348"/>
                  </a:lnTo>
                  <a:cubicBezTo>
                    <a:pt x="9466" y="7348"/>
                    <a:pt x="10135" y="6425"/>
                    <a:pt x="10135" y="6425"/>
                  </a:cubicBezTo>
                  <a:cubicBezTo>
                    <a:pt x="10123" y="6395"/>
                    <a:pt x="10111" y="6367"/>
                    <a:pt x="10095" y="6336"/>
                  </a:cubicBezTo>
                  <a:cubicBezTo>
                    <a:pt x="11314" y="4927"/>
                    <a:pt x="12069" y="3594"/>
                    <a:pt x="11548" y="2564"/>
                  </a:cubicBezTo>
                  <a:cubicBezTo>
                    <a:pt x="10573" y="641"/>
                    <a:pt x="9252" y="0"/>
                    <a:pt x="8001" y="0"/>
                  </a:cubicBezTo>
                  <a:close/>
                </a:path>
              </a:pathLst>
            </a:custGeom>
            <a:solidFill>
              <a:srgbClr val="261D2A"/>
            </a:solidFill>
            <a:ln w="76200" cap="flat" cmpd="sng">
              <a:solidFill>
                <a:srgbClr val="FFFFF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27"/>
            <p:cNvSpPr/>
            <p:nvPr/>
          </p:nvSpPr>
          <p:spPr>
            <a:xfrm>
              <a:off x="1970509" y="4098600"/>
              <a:ext cx="315220" cy="315037"/>
            </a:xfrm>
            <a:custGeom>
              <a:avLst/>
              <a:gdLst/>
              <a:ahLst/>
              <a:cxnLst/>
              <a:rect l="l" t="t" r="r" b="b"/>
              <a:pathLst>
                <a:path w="5152" h="5149" extrusionOk="0">
                  <a:moveTo>
                    <a:pt x="2576" y="1"/>
                  </a:moveTo>
                  <a:cubicBezTo>
                    <a:pt x="1154" y="1"/>
                    <a:pt x="0" y="1154"/>
                    <a:pt x="0" y="2576"/>
                  </a:cubicBezTo>
                  <a:cubicBezTo>
                    <a:pt x="0" y="3998"/>
                    <a:pt x="1154" y="5149"/>
                    <a:pt x="2576" y="5149"/>
                  </a:cubicBezTo>
                  <a:cubicBezTo>
                    <a:pt x="3998" y="5149"/>
                    <a:pt x="5151" y="3998"/>
                    <a:pt x="5151" y="2576"/>
                  </a:cubicBezTo>
                  <a:cubicBezTo>
                    <a:pt x="5151" y="1154"/>
                    <a:pt x="3998" y="1"/>
                    <a:pt x="257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27"/>
            <p:cNvSpPr/>
            <p:nvPr/>
          </p:nvSpPr>
          <p:spPr>
            <a:xfrm>
              <a:off x="2149716" y="4117261"/>
              <a:ext cx="131852" cy="171621"/>
            </a:xfrm>
            <a:custGeom>
              <a:avLst/>
              <a:gdLst/>
              <a:ahLst/>
              <a:cxnLst/>
              <a:rect l="l" t="t" r="r" b="b"/>
              <a:pathLst>
                <a:path w="2155" h="2805" extrusionOk="0">
                  <a:moveTo>
                    <a:pt x="120" y="1"/>
                  </a:moveTo>
                  <a:cubicBezTo>
                    <a:pt x="61" y="1"/>
                    <a:pt x="0" y="62"/>
                    <a:pt x="42" y="131"/>
                  </a:cubicBezTo>
                  <a:cubicBezTo>
                    <a:pt x="79" y="205"/>
                    <a:pt x="973" y="1886"/>
                    <a:pt x="2003" y="2783"/>
                  </a:cubicBezTo>
                  <a:cubicBezTo>
                    <a:pt x="2019" y="2796"/>
                    <a:pt x="2037" y="2805"/>
                    <a:pt x="2059" y="2805"/>
                  </a:cubicBezTo>
                  <a:cubicBezTo>
                    <a:pt x="2083" y="2805"/>
                    <a:pt x="2108" y="2793"/>
                    <a:pt x="2123" y="2774"/>
                  </a:cubicBezTo>
                  <a:cubicBezTo>
                    <a:pt x="2154" y="2740"/>
                    <a:pt x="2151" y="2685"/>
                    <a:pt x="2114" y="2654"/>
                  </a:cubicBezTo>
                  <a:cubicBezTo>
                    <a:pt x="1112" y="1778"/>
                    <a:pt x="202" y="69"/>
                    <a:pt x="193" y="51"/>
                  </a:cubicBezTo>
                  <a:cubicBezTo>
                    <a:pt x="177" y="15"/>
                    <a:pt x="148" y="1"/>
                    <a:pt x="1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27"/>
            <p:cNvSpPr/>
            <p:nvPr/>
          </p:nvSpPr>
          <p:spPr>
            <a:xfrm>
              <a:off x="2096792" y="4100252"/>
              <a:ext cx="176638" cy="226014"/>
            </a:xfrm>
            <a:custGeom>
              <a:avLst/>
              <a:gdLst/>
              <a:ahLst/>
              <a:cxnLst/>
              <a:rect l="l" t="t" r="r" b="b"/>
              <a:pathLst>
                <a:path w="2887" h="3694" extrusionOk="0">
                  <a:moveTo>
                    <a:pt x="112" y="0"/>
                  </a:moveTo>
                  <a:cubicBezTo>
                    <a:pt x="56" y="0"/>
                    <a:pt x="0" y="53"/>
                    <a:pt x="34" y="122"/>
                  </a:cubicBezTo>
                  <a:cubicBezTo>
                    <a:pt x="77" y="230"/>
                    <a:pt x="1172" y="2802"/>
                    <a:pt x="2726" y="3684"/>
                  </a:cubicBezTo>
                  <a:cubicBezTo>
                    <a:pt x="2742" y="3691"/>
                    <a:pt x="2754" y="3694"/>
                    <a:pt x="2769" y="3694"/>
                  </a:cubicBezTo>
                  <a:cubicBezTo>
                    <a:pt x="2856" y="3694"/>
                    <a:pt x="2887" y="3579"/>
                    <a:pt x="2813" y="3536"/>
                  </a:cubicBezTo>
                  <a:cubicBezTo>
                    <a:pt x="1308" y="2682"/>
                    <a:pt x="200" y="82"/>
                    <a:pt x="191" y="57"/>
                  </a:cubicBezTo>
                  <a:cubicBezTo>
                    <a:pt x="175" y="17"/>
                    <a:pt x="144" y="0"/>
                    <a:pt x="1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27"/>
            <p:cNvSpPr/>
            <p:nvPr/>
          </p:nvSpPr>
          <p:spPr>
            <a:xfrm>
              <a:off x="2035792" y="4136779"/>
              <a:ext cx="188936" cy="234029"/>
            </a:xfrm>
            <a:custGeom>
              <a:avLst/>
              <a:gdLst/>
              <a:ahLst/>
              <a:cxnLst/>
              <a:rect l="l" t="t" r="r" b="b"/>
              <a:pathLst>
                <a:path w="3088" h="3825" extrusionOk="0">
                  <a:moveTo>
                    <a:pt x="106" y="0"/>
                  </a:moveTo>
                  <a:cubicBezTo>
                    <a:pt x="54" y="0"/>
                    <a:pt x="0" y="44"/>
                    <a:pt x="19" y="111"/>
                  </a:cubicBezTo>
                  <a:cubicBezTo>
                    <a:pt x="53" y="225"/>
                    <a:pt x="852" y="2927"/>
                    <a:pt x="2934" y="3818"/>
                  </a:cubicBezTo>
                  <a:cubicBezTo>
                    <a:pt x="2946" y="3821"/>
                    <a:pt x="2955" y="3824"/>
                    <a:pt x="2968" y="3824"/>
                  </a:cubicBezTo>
                  <a:cubicBezTo>
                    <a:pt x="3063" y="3824"/>
                    <a:pt x="3088" y="3698"/>
                    <a:pt x="3002" y="3661"/>
                  </a:cubicBezTo>
                  <a:cubicBezTo>
                    <a:pt x="994" y="2801"/>
                    <a:pt x="195" y="89"/>
                    <a:pt x="186" y="62"/>
                  </a:cubicBezTo>
                  <a:cubicBezTo>
                    <a:pt x="173" y="19"/>
                    <a:pt x="140" y="0"/>
                    <a:pt x="1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27"/>
            <p:cNvSpPr/>
            <p:nvPr/>
          </p:nvSpPr>
          <p:spPr>
            <a:xfrm>
              <a:off x="1989170" y="4266672"/>
              <a:ext cx="118575" cy="67914"/>
            </a:xfrm>
            <a:custGeom>
              <a:avLst/>
              <a:gdLst/>
              <a:ahLst/>
              <a:cxnLst/>
              <a:rect l="l" t="t" r="r" b="b"/>
              <a:pathLst>
                <a:path w="1938" h="1110" extrusionOk="0">
                  <a:moveTo>
                    <a:pt x="1821" y="0"/>
                  </a:moveTo>
                  <a:cubicBezTo>
                    <a:pt x="1799" y="0"/>
                    <a:pt x="1777" y="9"/>
                    <a:pt x="1759" y="30"/>
                  </a:cubicBezTo>
                  <a:cubicBezTo>
                    <a:pt x="1432" y="443"/>
                    <a:pt x="106" y="937"/>
                    <a:pt x="93" y="943"/>
                  </a:cubicBezTo>
                  <a:cubicBezTo>
                    <a:pt x="1" y="974"/>
                    <a:pt x="25" y="1109"/>
                    <a:pt x="124" y="1109"/>
                  </a:cubicBezTo>
                  <a:cubicBezTo>
                    <a:pt x="133" y="1109"/>
                    <a:pt x="143" y="1106"/>
                    <a:pt x="152" y="1103"/>
                  </a:cubicBezTo>
                  <a:cubicBezTo>
                    <a:pt x="207" y="1082"/>
                    <a:pt x="1537" y="588"/>
                    <a:pt x="1895" y="135"/>
                  </a:cubicBezTo>
                  <a:cubicBezTo>
                    <a:pt x="1938" y="71"/>
                    <a:pt x="1882" y="0"/>
                    <a:pt x="18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27"/>
            <p:cNvSpPr/>
            <p:nvPr/>
          </p:nvSpPr>
          <p:spPr>
            <a:xfrm>
              <a:off x="1967756" y="4219866"/>
              <a:ext cx="117657" cy="66568"/>
            </a:xfrm>
            <a:custGeom>
              <a:avLst/>
              <a:gdLst/>
              <a:ahLst/>
              <a:cxnLst/>
              <a:rect l="l" t="t" r="r" b="b"/>
              <a:pathLst>
                <a:path w="1923" h="1088" extrusionOk="0">
                  <a:moveTo>
                    <a:pt x="1795" y="1"/>
                  </a:moveTo>
                  <a:cubicBezTo>
                    <a:pt x="1779" y="1"/>
                    <a:pt x="1762" y="6"/>
                    <a:pt x="1745" y="18"/>
                  </a:cubicBezTo>
                  <a:cubicBezTo>
                    <a:pt x="1736" y="27"/>
                    <a:pt x="650" y="804"/>
                    <a:pt x="101" y="918"/>
                  </a:cubicBezTo>
                  <a:cubicBezTo>
                    <a:pt x="0" y="940"/>
                    <a:pt x="14" y="1088"/>
                    <a:pt x="116" y="1088"/>
                  </a:cubicBezTo>
                  <a:cubicBezTo>
                    <a:pt x="117" y="1088"/>
                    <a:pt x="118" y="1088"/>
                    <a:pt x="119" y="1088"/>
                  </a:cubicBezTo>
                  <a:lnTo>
                    <a:pt x="138" y="1088"/>
                  </a:lnTo>
                  <a:cubicBezTo>
                    <a:pt x="721" y="961"/>
                    <a:pt x="1800" y="190"/>
                    <a:pt x="1847" y="159"/>
                  </a:cubicBezTo>
                  <a:cubicBezTo>
                    <a:pt x="1922" y="104"/>
                    <a:pt x="1868" y="1"/>
                    <a:pt x="179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27"/>
            <p:cNvSpPr/>
            <p:nvPr/>
          </p:nvSpPr>
          <p:spPr>
            <a:xfrm>
              <a:off x="1965431" y="4175141"/>
              <a:ext cx="98384" cy="49253"/>
            </a:xfrm>
            <a:custGeom>
              <a:avLst/>
              <a:gdLst/>
              <a:ahLst/>
              <a:cxnLst/>
              <a:rect l="l" t="t" r="r" b="b"/>
              <a:pathLst>
                <a:path w="1608" h="805" extrusionOk="0">
                  <a:moveTo>
                    <a:pt x="1483" y="1"/>
                  </a:moveTo>
                  <a:cubicBezTo>
                    <a:pt x="1470" y="1"/>
                    <a:pt x="1455" y="4"/>
                    <a:pt x="1440" y="11"/>
                  </a:cubicBezTo>
                  <a:cubicBezTo>
                    <a:pt x="1431" y="15"/>
                    <a:pt x="318" y="567"/>
                    <a:pt x="93" y="638"/>
                  </a:cubicBezTo>
                  <a:cubicBezTo>
                    <a:pt x="0" y="668"/>
                    <a:pt x="22" y="804"/>
                    <a:pt x="117" y="804"/>
                  </a:cubicBezTo>
                  <a:cubicBezTo>
                    <a:pt x="127" y="804"/>
                    <a:pt x="136" y="804"/>
                    <a:pt x="145" y="801"/>
                  </a:cubicBezTo>
                  <a:cubicBezTo>
                    <a:pt x="386" y="724"/>
                    <a:pt x="1471" y="187"/>
                    <a:pt x="1518" y="166"/>
                  </a:cubicBezTo>
                  <a:cubicBezTo>
                    <a:pt x="1608" y="121"/>
                    <a:pt x="1564" y="1"/>
                    <a:pt x="148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27"/>
            <p:cNvSpPr/>
            <p:nvPr/>
          </p:nvSpPr>
          <p:spPr>
            <a:xfrm>
              <a:off x="2045276" y="4303872"/>
              <a:ext cx="114781" cy="33712"/>
            </a:xfrm>
            <a:custGeom>
              <a:avLst/>
              <a:gdLst/>
              <a:ahLst/>
              <a:cxnLst/>
              <a:rect l="l" t="t" r="r" b="b"/>
              <a:pathLst>
                <a:path w="1876" h="551" extrusionOk="0">
                  <a:moveTo>
                    <a:pt x="123" y="1"/>
                  </a:moveTo>
                  <a:cubicBezTo>
                    <a:pt x="59" y="1"/>
                    <a:pt x="0" y="77"/>
                    <a:pt x="55" y="144"/>
                  </a:cubicBezTo>
                  <a:cubicBezTo>
                    <a:pt x="71" y="162"/>
                    <a:pt x="401" y="551"/>
                    <a:pt x="1249" y="551"/>
                  </a:cubicBezTo>
                  <a:cubicBezTo>
                    <a:pt x="1425" y="551"/>
                    <a:pt x="1597" y="535"/>
                    <a:pt x="1770" y="507"/>
                  </a:cubicBezTo>
                  <a:cubicBezTo>
                    <a:pt x="1875" y="490"/>
                    <a:pt x="1856" y="336"/>
                    <a:pt x="1759" y="336"/>
                  </a:cubicBezTo>
                  <a:cubicBezTo>
                    <a:pt x="1754" y="336"/>
                    <a:pt x="1748" y="337"/>
                    <a:pt x="1742" y="338"/>
                  </a:cubicBezTo>
                  <a:cubicBezTo>
                    <a:pt x="1563" y="367"/>
                    <a:pt x="1402" y="379"/>
                    <a:pt x="1257" y="379"/>
                  </a:cubicBezTo>
                  <a:cubicBezTo>
                    <a:pt x="490" y="379"/>
                    <a:pt x="191" y="38"/>
                    <a:pt x="188" y="33"/>
                  </a:cubicBezTo>
                  <a:cubicBezTo>
                    <a:pt x="169" y="10"/>
                    <a:pt x="146" y="1"/>
                    <a:pt x="1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27"/>
            <p:cNvSpPr/>
            <p:nvPr/>
          </p:nvSpPr>
          <p:spPr>
            <a:xfrm>
              <a:off x="2005200" y="4327427"/>
              <a:ext cx="180126" cy="52618"/>
            </a:xfrm>
            <a:custGeom>
              <a:avLst/>
              <a:gdLst/>
              <a:ahLst/>
              <a:cxnLst/>
              <a:rect l="l" t="t" r="r" b="b"/>
              <a:pathLst>
                <a:path w="2944" h="860" extrusionOk="0">
                  <a:moveTo>
                    <a:pt x="95" y="1"/>
                  </a:moveTo>
                  <a:cubicBezTo>
                    <a:pt x="60" y="1"/>
                    <a:pt x="29" y="23"/>
                    <a:pt x="16" y="58"/>
                  </a:cubicBezTo>
                  <a:cubicBezTo>
                    <a:pt x="1" y="101"/>
                    <a:pt x="23" y="150"/>
                    <a:pt x="66" y="166"/>
                  </a:cubicBezTo>
                  <a:cubicBezTo>
                    <a:pt x="103" y="190"/>
                    <a:pt x="140" y="215"/>
                    <a:pt x="174" y="243"/>
                  </a:cubicBezTo>
                  <a:cubicBezTo>
                    <a:pt x="430" y="434"/>
                    <a:pt x="994" y="860"/>
                    <a:pt x="1842" y="860"/>
                  </a:cubicBezTo>
                  <a:cubicBezTo>
                    <a:pt x="2185" y="860"/>
                    <a:pt x="2527" y="795"/>
                    <a:pt x="2848" y="671"/>
                  </a:cubicBezTo>
                  <a:cubicBezTo>
                    <a:pt x="2943" y="636"/>
                    <a:pt x="2908" y="504"/>
                    <a:pt x="2824" y="504"/>
                  </a:cubicBezTo>
                  <a:cubicBezTo>
                    <a:pt x="2813" y="504"/>
                    <a:pt x="2802" y="506"/>
                    <a:pt x="2789" y="511"/>
                  </a:cubicBezTo>
                  <a:cubicBezTo>
                    <a:pt x="2444" y="639"/>
                    <a:pt x="2129" y="689"/>
                    <a:pt x="1848" y="689"/>
                  </a:cubicBezTo>
                  <a:cubicBezTo>
                    <a:pt x="1052" y="689"/>
                    <a:pt x="517" y="287"/>
                    <a:pt x="275" y="107"/>
                  </a:cubicBezTo>
                  <a:cubicBezTo>
                    <a:pt x="229" y="67"/>
                    <a:pt x="177" y="33"/>
                    <a:pt x="121" y="5"/>
                  </a:cubicBezTo>
                  <a:cubicBezTo>
                    <a:pt x="112" y="2"/>
                    <a:pt x="104" y="1"/>
                    <a:pt x="9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27"/>
            <p:cNvSpPr/>
            <p:nvPr/>
          </p:nvSpPr>
          <p:spPr>
            <a:xfrm>
              <a:off x="2205821" y="4166575"/>
              <a:ext cx="58370" cy="41911"/>
            </a:xfrm>
            <a:custGeom>
              <a:avLst/>
              <a:gdLst/>
              <a:ahLst/>
              <a:cxnLst/>
              <a:rect l="l" t="t" r="r" b="b"/>
              <a:pathLst>
                <a:path w="954" h="685" extrusionOk="0">
                  <a:moveTo>
                    <a:pt x="830" y="1"/>
                  </a:moveTo>
                  <a:cubicBezTo>
                    <a:pt x="816" y="1"/>
                    <a:pt x="800" y="5"/>
                    <a:pt x="784" y="16"/>
                  </a:cubicBezTo>
                  <a:cubicBezTo>
                    <a:pt x="759" y="31"/>
                    <a:pt x="195" y="380"/>
                    <a:pt x="31" y="537"/>
                  </a:cubicBezTo>
                  <a:cubicBezTo>
                    <a:pt x="1" y="571"/>
                    <a:pt x="1" y="623"/>
                    <a:pt x="31" y="657"/>
                  </a:cubicBezTo>
                  <a:cubicBezTo>
                    <a:pt x="50" y="676"/>
                    <a:pt x="71" y="685"/>
                    <a:pt x="93" y="685"/>
                  </a:cubicBezTo>
                  <a:cubicBezTo>
                    <a:pt x="115" y="685"/>
                    <a:pt x="136" y="676"/>
                    <a:pt x="152" y="660"/>
                  </a:cubicBezTo>
                  <a:cubicBezTo>
                    <a:pt x="303" y="515"/>
                    <a:pt x="867" y="164"/>
                    <a:pt x="873" y="161"/>
                  </a:cubicBezTo>
                  <a:cubicBezTo>
                    <a:pt x="953" y="112"/>
                    <a:pt x="904" y="1"/>
                    <a:pt x="8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27"/>
            <p:cNvSpPr/>
            <p:nvPr/>
          </p:nvSpPr>
          <p:spPr>
            <a:xfrm>
              <a:off x="2227724" y="4201817"/>
              <a:ext cx="58492" cy="37261"/>
            </a:xfrm>
            <a:custGeom>
              <a:avLst/>
              <a:gdLst/>
              <a:ahLst/>
              <a:cxnLst/>
              <a:rect l="l" t="t" r="r" b="b"/>
              <a:pathLst>
                <a:path w="956" h="609" extrusionOk="0">
                  <a:moveTo>
                    <a:pt x="830" y="0"/>
                  </a:moveTo>
                  <a:cubicBezTo>
                    <a:pt x="815" y="0"/>
                    <a:pt x="800" y="4"/>
                    <a:pt x="784" y="13"/>
                  </a:cubicBezTo>
                  <a:cubicBezTo>
                    <a:pt x="762" y="26"/>
                    <a:pt x="201" y="350"/>
                    <a:pt x="68" y="454"/>
                  </a:cubicBezTo>
                  <a:cubicBezTo>
                    <a:pt x="0" y="504"/>
                    <a:pt x="37" y="609"/>
                    <a:pt x="121" y="609"/>
                  </a:cubicBezTo>
                  <a:cubicBezTo>
                    <a:pt x="139" y="606"/>
                    <a:pt x="158" y="599"/>
                    <a:pt x="173" y="587"/>
                  </a:cubicBezTo>
                  <a:cubicBezTo>
                    <a:pt x="272" y="510"/>
                    <a:pt x="673" y="276"/>
                    <a:pt x="870" y="161"/>
                  </a:cubicBezTo>
                  <a:cubicBezTo>
                    <a:pt x="956" y="115"/>
                    <a:pt x="908" y="0"/>
                    <a:pt x="8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27"/>
            <p:cNvSpPr/>
            <p:nvPr/>
          </p:nvSpPr>
          <p:spPr>
            <a:xfrm>
              <a:off x="2182204" y="4136106"/>
              <a:ext cx="58614" cy="37139"/>
            </a:xfrm>
            <a:custGeom>
              <a:avLst/>
              <a:gdLst/>
              <a:ahLst/>
              <a:cxnLst/>
              <a:rect l="l" t="t" r="r" b="b"/>
              <a:pathLst>
                <a:path w="958" h="607" extrusionOk="0">
                  <a:moveTo>
                    <a:pt x="835" y="0"/>
                  </a:moveTo>
                  <a:cubicBezTo>
                    <a:pt x="822" y="0"/>
                    <a:pt x="808" y="4"/>
                    <a:pt x="794" y="11"/>
                  </a:cubicBezTo>
                  <a:cubicBezTo>
                    <a:pt x="686" y="60"/>
                    <a:pt x="143" y="329"/>
                    <a:pt x="32" y="464"/>
                  </a:cubicBezTo>
                  <a:cubicBezTo>
                    <a:pt x="1" y="501"/>
                    <a:pt x="7" y="557"/>
                    <a:pt x="44" y="585"/>
                  </a:cubicBezTo>
                  <a:cubicBezTo>
                    <a:pt x="60" y="597"/>
                    <a:pt x="78" y="606"/>
                    <a:pt x="97" y="606"/>
                  </a:cubicBezTo>
                  <a:cubicBezTo>
                    <a:pt x="124" y="603"/>
                    <a:pt x="146" y="594"/>
                    <a:pt x="164" y="572"/>
                  </a:cubicBezTo>
                  <a:cubicBezTo>
                    <a:pt x="229" y="495"/>
                    <a:pt x="615" y="285"/>
                    <a:pt x="868" y="165"/>
                  </a:cubicBezTo>
                  <a:cubicBezTo>
                    <a:pt x="958" y="120"/>
                    <a:pt x="914" y="0"/>
                    <a:pt x="8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27"/>
            <p:cNvSpPr/>
            <p:nvPr/>
          </p:nvSpPr>
          <p:spPr>
            <a:xfrm>
              <a:off x="2069321" y="4104596"/>
              <a:ext cx="187529" cy="250182"/>
            </a:xfrm>
            <a:custGeom>
              <a:avLst/>
              <a:gdLst/>
              <a:ahLst/>
              <a:cxnLst/>
              <a:rect l="l" t="t" r="r" b="b"/>
              <a:pathLst>
                <a:path w="3065" h="4089" extrusionOk="0">
                  <a:moveTo>
                    <a:pt x="96" y="0"/>
                  </a:moveTo>
                  <a:cubicBezTo>
                    <a:pt x="48" y="0"/>
                    <a:pt x="0" y="38"/>
                    <a:pt x="11" y="100"/>
                  </a:cubicBezTo>
                  <a:cubicBezTo>
                    <a:pt x="14" y="125"/>
                    <a:pt x="569" y="2759"/>
                    <a:pt x="2904" y="4076"/>
                  </a:cubicBezTo>
                  <a:cubicBezTo>
                    <a:pt x="2916" y="4085"/>
                    <a:pt x="2932" y="4088"/>
                    <a:pt x="2947" y="4088"/>
                  </a:cubicBezTo>
                  <a:cubicBezTo>
                    <a:pt x="3033" y="4088"/>
                    <a:pt x="3064" y="3971"/>
                    <a:pt x="2987" y="3928"/>
                  </a:cubicBezTo>
                  <a:cubicBezTo>
                    <a:pt x="723" y="2648"/>
                    <a:pt x="184" y="91"/>
                    <a:pt x="177" y="66"/>
                  </a:cubicBezTo>
                  <a:cubicBezTo>
                    <a:pt x="166" y="21"/>
                    <a:pt x="131" y="0"/>
                    <a:pt x="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27"/>
            <p:cNvSpPr/>
            <p:nvPr/>
          </p:nvSpPr>
          <p:spPr>
            <a:xfrm>
              <a:off x="618234" y="2304556"/>
              <a:ext cx="2372938" cy="2079556"/>
            </a:xfrm>
            <a:custGeom>
              <a:avLst/>
              <a:gdLst/>
              <a:ahLst/>
              <a:cxnLst/>
              <a:rect l="l" t="t" r="r" b="b"/>
              <a:pathLst>
                <a:path w="38783" h="33988" extrusionOk="0">
                  <a:moveTo>
                    <a:pt x="7997" y="1"/>
                  </a:moveTo>
                  <a:cubicBezTo>
                    <a:pt x="5962" y="1"/>
                    <a:pt x="4109" y="1693"/>
                    <a:pt x="4220" y="2325"/>
                  </a:cubicBezTo>
                  <a:cubicBezTo>
                    <a:pt x="4292" y="2746"/>
                    <a:pt x="5081" y="2813"/>
                    <a:pt x="5976" y="2813"/>
                  </a:cubicBezTo>
                  <a:cubicBezTo>
                    <a:pt x="6393" y="2813"/>
                    <a:pt x="6834" y="2798"/>
                    <a:pt x="7236" y="2798"/>
                  </a:cubicBezTo>
                  <a:cubicBezTo>
                    <a:pt x="8071" y="2798"/>
                    <a:pt x="8740" y="2861"/>
                    <a:pt x="8686" y="3248"/>
                  </a:cubicBezTo>
                  <a:cubicBezTo>
                    <a:pt x="8365" y="5536"/>
                    <a:pt x="0" y="10573"/>
                    <a:pt x="1246" y="15286"/>
                  </a:cubicBezTo>
                  <a:cubicBezTo>
                    <a:pt x="2206" y="18919"/>
                    <a:pt x="6289" y="19579"/>
                    <a:pt x="8109" y="19690"/>
                  </a:cubicBezTo>
                  <a:cubicBezTo>
                    <a:pt x="8026" y="22780"/>
                    <a:pt x="8239" y="25053"/>
                    <a:pt x="8239" y="25053"/>
                  </a:cubicBezTo>
                  <a:cubicBezTo>
                    <a:pt x="8239" y="25053"/>
                    <a:pt x="4824" y="27996"/>
                    <a:pt x="3914" y="28933"/>
                  </a:cubicBezTo>
                  <a:cubicBezTo>
                    <a:pt x="3719" y="29135"/>
                    <a:pt x="3888" y="29216"/>
                    <a:pt x="4285" y="29216"/>
                  </a:cubicBezTo>
                  <a:cubicBezTo>
                    <a:pt x="5738" y="29216"/>
                    <a:pt x="10241" y="28120"/>
                    <a:pt x="11058" y="27786"/>
                  </a:cubicBezTo>
                  <a:cubicBezTo>
                    <a:pt x="11329" y="27672"/>
                    <a:pt x="12853" y="27595"/>
                    <a:pt x="14947" y="27542"/>
                  </a:cubicBezTo>
                  <a:cubicBezTo>
                    <a:pt x="14978" y="29529"/>
                    <a:pt x="15792" y="32194"/>
                    <a:pt x="19539" y="33455"/>
                  </a:cubicBezTo>
                  <a:cubicBezTo>
                    <a:pt x="20616" y="33818"/>
                    <a:pt x="21259" y="33988"/>
                    <a:pt x="21592" y="33988"/>
                  </a:cubicBezTo>
                  <a:cubicBezTo>
                    <a:pt x="22930" y="33988"/>
                    <a:pt x="19303" y="31274"/>
                    <a:pt x="18688" y="27478"/>
                  </a:cubicBezTo>
                  <a:cubicBezTo>
                    <a:pt x="21511" y="27445"/>
                    <a:pt x="24601" y="27434"/>
                    <a:pt x="27010" y="27434"/>
                  </a:cubicBezTo>
                  <a:cubicBezTo>
                    <a:pt x="27328" y="27434"/>
                    <a:pt x="27634" y="27434"/>
                    <a:pt x="27926" y="27435"/>
                  </a:cubicBezTo>
                  <a:cubicBezTo>
                    <a:pt x="27919" y="29686"/>
                    <a:pt x="27864" y="32690"/>
                    <a:pt x="27608" y="33384"/>
                  </a:cubicBezTo>
                  <a:cubicBezTo>
                    <a:pt x="27526" y="33607"/>
                    <a:pt x="27612" y="33721"/>
                    <a:pt x="27803" y="33721"/>
                  </a:cubicBezTo>
                  <a:cubicBezTo>
                    <a:pt x="28593" y="33721"/>
                    <a:pt x="31192" y="31765"/>
                    <a:pt x="31244" y="27441"/>
                  </a:cubicBezTo>
                  <a:cubicBezTo>
                    <a:pt x="31244" y="27441"/>
                    <a:pt x="34975" y="28173"/>
                    <a:pt x="36950" y="28173"/>
                  </a:cubicBezTo>
                  <a:cubicBezTo>
                    <a:pt x="37526" y="28173"/>
                    <a:pt x="37953" y="28110"/>
                    <a:pt x="38094" y="27950"/>
                  </a:cubicBezTo>
                  <a:cubicBezTo>
                    <a:pt x="38782" y="27160"/>
                    <a:pt x="34446" y="25593"/>
                    <a:pt x="33002" y="24646"/>
                  </a:cubicBezTo>
                  <a:cubicBezTo>
                    <a:pt x="31562" y="23699"/>
                    <a:pt x="32407" y="5015"/>
                    <a:pt x="18602" y="3146"/>
                  </a:cubicBezTo>
                  <a:cubicBezTo>
                    <a:pt x="18164" y="3087"/>
                    <a:pt x="17743" y="3058"/>
                    <a:pt x="17340" y="3058"/>
                  </a:cubicBezTo>
                  <a:cubicBezTo>
                    <a:pt x="10865" y="3058"/>
                    <a:pt x="8839" y="10444"/>
                    <a:pt x="8279" y="16658"/>
                  </a:cubicBezTo>
                  <a:cubicBezTo>
                    <a:pt x="7991" y="16679"/>
                    <a:pt x="7665" y="16694"/>
                    <a:pt x="7322" y="16694"/>
                  </a:cubicBezTo>
                  <a:cubicBezTo>
                    <a:pt x="5262" y="16694"/>
                    <a:pt x="2593" y="16147"/>
                    <a:pt x="3921" y="13059"/>
                  </a:cubicBezTo>
                  <a:cubicBezTo>
                    <a:pt x="5120" y="10267"/>
                    <a:pt x="12948" y="5339"/>
                    <a:pt x="11545" y="2563"/>
                  </a:cubicBezTo>
                  <a:cubicBezTo>
                    <a:pt x="10570" y="641"/>
                    <a:pt x="9249" y="1"/>
                    <a:pt x="799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27"/>
            <p:cNvSpPr/>
            <p:nvPr/>
          </p:nvSpPr>
          <p:spPr>
            <a:xfrm>
              <a:off x="1860502" y="4267406"/>
              <a:ext cx="64794" cy="103034"/>
            </a:xfrm>
            <a:custGeom>
              <a:avLst/>
              <a:gdLst/>
              <a:ahLst/>
              <a:cxnLst/>
              <a:rect l="l" t="t" r="r" b="b"/>
              <a:pathLst>
                <a:path w="1059" h="1684" extrusionOk="0">
                  <a:moveTo>
                    <a:pt x="127" y="0"/>
                  </a:moveTo>
                  <a:cubicBezTo>
                    <a:pt x="57" y="0"/>
                    <a:pt x="0" y="99"/>
                    <a:pt x="77" y="157"/>
                  </a:cubicBezTo>
                  <a:cubicBezTo>
                    <a:pt x="808" y="780"/>
                    <a:pt x="842" y="1144"/>
                    <a:pt x="885" y="1606"/>
                  </a:cubicBezTo>
                  <a:cubicBezTo>
                    <a:pt x="889" y="1649"/>
                    <a:pt x="926" y="1683"/>
                    <a:pt x="972" y="1683"/>
                  </a:cubicBezTo>
                  <a:lnTo>
                    <a:pt x="978" y="1683"/>
                  </a:lnTo>
                  <a:cubicBezTo>
                    <a:pt x="1024" y="1680"/>
                    <a:pt x="1058" y="1637"/>
                    <a:pt x="1055" y="1591"/>
                  </a:cubicBezTo>
                  <a:cubicBezTo>
                    <a:pt x="1009" y="1110"/>
                    <a:pt x="969" y="693"/>
                    <a:pt x="188" y="27"/>
                  </a:cubicBezTo>
                  <a:cubicBezTo>
                    <a:pt x="169" y="8"/>
                    <a:pt x="147" y="0"/>
                    <a:pt x="1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27"/>
            <p:cNvSpPr/>
            <p:nvPr/>
          </p:nvSpPr>
          <p:spPr>
            <a:xfrm>
              <a:off x="1799441" y="4298365"/>
              <a:ext cx="100954" cy="72075"/>
            </a:xfrm>
            <a:custGeom>
              <a:avLst/>
              <a:gdLst/>
              <a:ahLst/>
              <a:cxnLst/>
              <a:rect l="l" t="t" r="r" b="b"/>
              <a:pathLst>
                <a:path w="1650" h="1178" extrusionOk="0">
                  <a:moveTo>
                    <a:pt x="121" y="1"/>
                  </a:moveTo>
                  <a:cubicBezTo>
                    <a:pt x="34" y="1"/>
                    <a:pt x="0" y="138"/>
                    <a:pt x="101" y="169"/>
                  </a:cubicBezTo>
                  <a:cubicBezTo>
                    <a:pt x="110" y="172"/>
                    <a:pt x="1159" y="502"/>
                    <a:pt x="1473" y="1131"/>
                  </a:cubicBezTo>
                  <a:cubicBezTo>
                    <a:pt x="1489" y="1159"/>
                    <a:pt x="1516" y="1177"/>
                    <a:pt x="1550" y="1177"/>
                  </a:cubicBezTo>
                  <a:cubicBezTo>
                    <a:pt x="1563" y="1177"/>
                    <a:pt x="1575" y="1174"/>
                    <a:pt x="1587" y="1171"/>
                  </a:cubicBezTo>
                  <a:cubicBezTo>
                    <a:pt x="1631" y="1150"/>
                    <a:pt x="1649" y="1097"/>
                    <a:pt x="1627" y="1054"/>
                  </a:cubicBezTo>
                  <a:cubicBezTo>
                    <a:pt x="1279" y="360"/>
                    <a:pt x="196" y="21"/>
                    <a:pt x="150" y="5"/>
                  </a:cubicBezTo>
                  <a:cubicBezTo>
                    <a:pt x="140" y="2"/>
                    <a:pt x="130" y="1"/>
                    <a:pt x="1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27"/>
            <p:cNvSpPr/>
            <p:nvPr/>
          </p:nvSpPr>
          <p:spPr>
            <a:xfrm>
              <a:off x="2334551" y="4234061"/>
              <a:ext cx="67058" cy="110682"/>
            </a:xfrm>
            <a:custGeom>
              <a:avLst/>
              <a:gdLst/>
              <a:ahLst/>
              <a:cxnLst/>
              <a:rect l="l" t="t" r="r" b="b"/>
              <a:pathLst>
                <a:path w="1096" h="1809" extrusionOk="0">
                  <a:moveTo>
                    <a:pt x="971" y="1"/>
                  </a:moveTo>
                  <a:cubicBezTo>
                    <a:pt x="948" y="1"/>
                    <a:pt x="923" y="11"/>
                    <a:pt x="904" y="35"/>
                  </a:cubicBezTo>
                  <a:cubicBezTo>
                    <a:pt x="867" y="82"/>
                    <a:pt x="0" y="1164"/>
                    <a:pt x="133" y="1744"/>
                  </a:cubicBezTo>
                  <a:cubicBezTo>
                    <a:pt x="142" y="1781"/>
                    <a:pt x="179" y="1809"/>
                    <a:pt x="219" y="1809"/>
                  </a:cubicBezTo>
                  <a:cubicBezTo>
                    <a:pt x="271" y="1809"/>
                    <a:pt x="315" y="1760"/>
                    <a:pt x="302" y="1704"/>
                  </a:cubicBezTo>
                  <a:cubicBezTo>
                    <a:pt x="207" y="1291"/>
                    <a:pt x="802" y="439"/>
                    <a:pt x="1039" y="143"/>
                  </a:cubicBezTo>
                  <a:cubicBezTo>
                    <a:pt x="1096" y="78"/>
                    <a:pt x="1036" y="1"/>
                    <a:pt x="9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27"/>
            <p:cNvSpPr/>
            <p:nvPr/>
          </p:nvSpPr>
          <p:spPr>
            <a:xfrm>
              <a:off x="2311852" y="4234489"/>
              <a:ext cx="44970" cy="128181"/>
            </a:xfrm>
            <a:custGeom>
              <a:avLst/>
              <a:gdLst/>
              <a:ahLst/>
              <a:cxnLst/>
              <a:rect l="l" t="t" r="r" b="b"/>
              <a:pathLst>
                <a:path w="735" h="2095" extrusionOk="0">
                  <a:moveTo>
                    <a:pt x="627" y="0"/>
                  </a:moveTo>
                  <a:cubicBezTo>
                    <a:pt x="598" y="0"/>
                    <a:pt x="569" y="15"/>
                    <a:pt x="553" y="50"/>
                  </a:cubicBezTo>
                  <a:cubicBezTo>
                    <a:pt x="528" y="106"/>
                    <a:pt x="1" y="1373"/>
                    <a:pt x="1" y="2012"/>
                  </a:cubicBezTo>
                  <a:cubicBezTo>
                    <a:pt x="1" y="2058"/>
                    <a:pt x="38" y="2095"/>
                    <a:pt x="87" y="2095"/>
                  </a:cubicBezTo>
                  <a:cubicBezTo>
                    <a:pt x="134" y="2095"/>
                    <a:pt x="171" y="2058"/>
                    <a:pt x="171" y="2012"/>
                  </a:cubicBezTo>
                  <a:cubicBezTo>
                    <a:pt x="171" y="1407"/>
                    <a:pt x="704" y="130"/>
                    <a:pt x="710" y="118"/>
                  </a:cubicBezTo>
                  <a:cubicBezTo>
                    <a:pt x="734" y="50"/>
                    <a:pt x="681" y="0"/>
                    <a:pt x="627"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27"/>
            <p:cNvSpPr/>
            <p:nvPr/>
          </p:nvSpPr>
          <p:spPr>
            <a:xfrm>
              <a:off x="881262" y="4029218"/>
              <a:ext cx="116372" cy="59287"/>
            </a:xfrm>
            <a:custGeom>
              <a:avLst/>
              <a:gdLst/>
              <a:ahLst/>
              <a:cxnLst/>
              <a:rect l="l" t="t" r="r" b="b"/>
              <a:pathLst>
                <a:path w="1902" h="969" extrusionOk="0">
                  <a:moveTo>
                    <a:pt x="1779" y="0"/>
                  </a:moveTo>
                  <a:cubicBezTo>
                    <a:pt x="1769" y="0"/>
                    <a:pt x="1758" y="2"/>
                    <a:pt x="1747" y="6"/>
                  </a:cubicBezTo>
                  <a:cubicBezTo>
                    <a:pt x="1475" y="86"/>
                    <a:pt x="106" y="500"/>
                    <a:pt x="13" y="864"/>
                  </a:cubicBezTo>
                  <a:cubicBezTo>
                    <a:pt x="1" y="910"/>
                    <a:pt x="29" y="956"/>
                    <a:pt x="75" y="968"/>
                  </a:cubicBezTo>
                  <a:lnTo>
                    <a:pt x="97" y="968"/>
                  </a:lnTo>
                  <a:cubicBezTo>
                    <a:pt x="137" y="968"/>
                    <a:pt x="171" y="941"/>
                    <a:pt x="180" y="904"/>
                  </a:cubicBezTo>
                  <a:cubicBezTo>
                    <a:pt x="223" y="728"/>
                    <a:pt x="1053" y="385"/>
                    <a:pt x="1796" y="170"/>
                  </a:cubicBezTo>
                  <a:cubicBezTo>
                    <a:pt x="1901" y="145"/>
                    <a:pt x="1870" y="0"/>
                    <a:pt x="17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27"/>
            <p:cNvSpPr/>
            <p:nvPr/>
          </p:nvSpPr>
          <p:spPr>
            <a:xfrm>
              <a:off x="866027" y="3988286"/>
              <a:ext cx="103217" cy="90002"/>
            </a:xfrm>
            <a:custGeom>
              <a:avLst/>
              <a:gdLst/>
              <a:ahLst/>
              <a:cxnLst/>
              <a:rect l="l" t="t" r="r" b="b"/>
              <a:pathLst>
                <a:path w="1687" h="1471" extrusionOk="0">
                  <a:moveTo>
                    <a:pt x="1562" y="0"/>
                  </a:moveTo>
                  <a:cubicBezTo>
                    <a:pt x="1547" y="0"/>
                    <a:pt x="1531" y="5"/>
                    <a:pt x="1514" y="15"/>
                  </a:cubicBezTo>
                  <a:cubicBezTo>
                    <a:pt x="1370" y="108"/>
                    <a:pt x="99" y="925"/>
                    <a:pt x="9" y="1369"/>
                  </a:cubicBezTo>
                  <a:cubicBezTo>
                    <a:pt x="0" y="1415"/>
                    <a:pt x="31" y="1459"/>
                    <a:pt x="77" y="1468"/>
                  </a:cubicBezTo>
                  <a:cubicBezTo>
                    <a:pt x="83" y="1471"/>
                    <a:pt x="90" y="1471"/>
                    <a:pt x="93" y="1471"/>
                  </a:cubicBezTo>
                  <a:cubicBezTo>
                    <a:pt x="136" y="1471"/>
                    <a:pt x="170" y="1443"/>
                    <a:pt x="179" y="1403"/>
                  </a:cubicBezTo>
                  <a:cubicBezTo>
                    <a:pt x="231" y="1122"/>
                    <a:pt x="1083" y="493"/>
                    <a:pt x="1607" y="160"/>
                  </a:cubicBezTo>
                  <a:cubicBezTo>
                    <a:pt x="1686" y="109"/>
                    <a:pt x="1636" y="0"/>
                    <a:pt x="15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27"/>
            <p:cNvSpPr/>
            <p:nvPr/>
          </p:nvSpPr>
          <p:spPr>
            <a:xfrm>
              <a:off x="2822121" y="3975560"/>
              <a:ext cx="99179" cy="41238"/>
            </a:xfrm>
            <a:custGeom>
              <a:avLst/>
              <a:gdLst/>
              <a:ahLst/>
              <a:cxnLst/>
              <a:rect l="l" t="t" r="r" b="b"/>
              <a:pathLst>
                <a:path w="1621" h="674" extrusionOk="0">
                  <a:moveTo>
                    <a:pt x="119" y="0"/>
                  </a:moveTo>
                  <a:cubicBezTo>
                    <a:pt x="29" y="0"/>
                    <a:pt x="1" y="142"/>
                    <a:pt x="103" y="168"/>
                  </a:cubicBezTo>
                  <a:cubicBezTo>
                    <a:pt x="112" y="171"/>
                    <a:pt x="1179" y="461"/>
                    <a:pt x="1457" y="658"/>
                  </a:cubicBezTo>
                  <a:cubicBezTo>
                    <a:pt x="1469" y="667"/>
                    <a:pt x="1487" y="673"/>
                    <a:pt x="1506" y="673"/>
                  </a:cubicBezTo>
                  <a:cubicBezTo>
                    <a:pt x="1586" y="670"/>
                    <a:pt x="1620" y="569"/>
                    <a:pt x="1555" y="519"/>
                  </a:cubicBezTo>
                  <a:cubicBezTo>
                    <a:pt x="1253" y="303"/>
                    <a:pt x="192" y="13"/>
                    <a:pt x="146" y="4"/>
                  </a:cubicBezTo>
                  <a:cubicBezTo>
                    <a:pt x="136" y="2"/>
                    <a:pt x="128" y="0"/>
                    <a:pt x="1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27"/>
            <p:cNvSpPr/>
            <p:nvPr/>
          </p:nvSpPr>
          <p:spPr>
            <a:xfrm>
              <a:off x="2842740" y="3947354"/>
              <a:ext cx="111906" cy="63937"/>
            </a:xfrm>
            <a:custGeom>
              <a:avLst/>
              <a:gdLst/>
              <a:ahLst/>
              <a:cxnLst/>
              <a:rect l="l" t="t" r="r" b="b"/>
              <a:pathLst>
                <a:path w="1829" h="1045" extrusionOk="0">
                  <a:moveTo>
                    <a:pt x="117" y="1"/>
                  </a:moveTo>
                  <a:cubicBezTo>
                    <a:pt x="21" y="1"/>
                    <a:pt x="0" y="152"/>
                    <a:pt x="105" y="169"/>
                  </a:cubicBezTo>
                  <a:cubicBezTo>
                    <a:pt x="509" y="243"/>
                    <a:pt x="1573" y="533"/>
                    <a:pt x="1650" y="974"/>
                  </a:cubicBezTo>
                  <a:cubicBezTo>
                    <a:pt x="1659" y="1014"/>
                    <a:pt x="1693" y="1045"/>
                    <a:pt x="1736" y="1045"/>
                  </a:cubicBezTo>
                  <a:cubicBezTo>
                    <a:pt x="1740" y="1045"/>
                    <a:pt x="1746" y="1042"/>
                    <a:pt x="1752" y="1042"/>
                  </a:cubicBezTo>
                  <a:cubicBezTo>
                    <a:pt x="1798" y="1036"/>
                    <a:pt x="1829" y="989"/>
                    <a:pt x="1820" y="943"/>
                  </a:cubicBezTo>
                  <a:cubicBezTo>
                    <a:pt x="1709" y="311"/>
                    <a:pt x="299" y="30"/>
                    <a:pt x="136" y="2"/>
                  </a:cubicBezTo>
                  <a:cubicBezTo>
                    <a:pt x="129" y="1"/>
                    <a:pt x="123" y="1"/>
                    <a:pt x="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27"/>
            <p:cNvSpPr/>
            <p:nvPr/>
          </p:nvSpPr>
          <p:spPr>
            <a:xfrm>
              <a:off x="1514938" y="3839732"/>
              <a:ext cx="36527" cy="243696"/>
            </a:xfrm>
            <a:custGeom>
              <a:avLst/>
              <a:gdLst/>
              <a:ahLst/>
              <a:cxnLst/>
              <a:rect l="l" t="t" r="r" b="b"/>
              <a:pathLst>
                <a:path w="597" h="3983" extrusionOk="0">
                  <a:moveTo>
                    <a:pt x="460" y="1"/>
                  </a:moveTo>
                  <a:cubicBezTo>
                    <a:pt x="423" y="1"/>
                    <a:pt x="385" y="23"/>
                    <a:pt x="377" y="71"/>
                  </a:cubicBezTo>
                  <a:cubicBezTo>
                    <a:pt x="362" y="164"/>
                    <a:pt x="1" y="2369"/>
                    <a:pt x="420" y="3920"/>
                  </a:cubicBezTo>
                  <a:cubicBezTo>
                    <a:pt x="430" y="3957"/>
                    <a:pt x="464" y="3982"/>
                    <a:pt x="504" y="3982"/>
                  </a:cubicBezTo>
                  <a:cubicBezTo>
                    <a:pt x="510" y="3982"/>
                    <a:pt x="519" y="3982"/>
                    <a:pt x="525" y="3979"/>
                  </a:cubicBezTo>
                  <a:cubicBezTo>
                    <a:pt x="572" y="3967"/>
                    <a:pt x="596" y="3920"/>
                    <a:pt x="584" y="3874"/>
                  </a:cubicBezTo>
                  <a:cubicBezTo>
                    <a:pt x="177" y="2360"/>
                    <a:pt x="544" y="121"/>
                    <a:pt x="547" y="99"/>
                  </a:cubicBezTo>
                  <a:cubicBezTo>
                    <a:pt x="557" y="37"/>
                    <a:pt x="508" y="1"/>
                    <a:pt x="4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27"/>
            <p:cNvSpPr/>
            <p:nvPr/>
          </p:nvSpPr>
          <p:spPr>
            <a:xfrm>
              <a:off x="2516449" y="3885925"/>
              <a:ext cx="26248" cy="187284"/>
            </a:xfrm>
            <a:custGeom>
              <a:avLst/>
              <a:gdLst/>
              <a:ahLst/>
              <a:cxnLst/>
              <a:rect l="l" t="t" r="r" b="b"/>
              <a:pathLst>
                <a:path w="429" h="3061" extrusionOk="0">
                  <a:moveTo>
                    <a:pt x="135" y="0"/>
                  </a:moveTo>
                  <a:cubicBezTo>
                    <a:pt x="131" y="0"/>
                    <a:pt x="127" y="0"/>
                    <a:pt x="124" y="1"/>
                  </a:cubicBezTo>
                  <a:cubicBezTo>
                    <a:pt x="77" y="7"/>
                    <a:pt x="43" y="50"/>
                    <a:pt x="50" y="97"/>
                  </a:cubicBezTo>
                  <a:cubicBezTo>
                    <a:pt x="53" y="112"/>
                    <a:pt x="256" y="1691"/>
                    <a:pt x="10" y="2959"/>
                  </a:cubicBezTo>
                  <a:cubicBezTo>
                    <a:pt x="0" y="3005"/>
                    <a:pt x="31" y="3051"/>
                    <a:pt x="77" y="3061"/>
                  </a:cubicBezTo>
                  <a:lnTo>
                    <a:pt x="93" y="3061"/>
                  </a:lnTo>
                  <a:cubicBezTo>
                    <a:pt x="133" y="3061"/>
                    <a:pt x="170" y="3033"/>
                    <a:pt x="176" y="2993"/>
                  </a:cubicBezTo>
                  <a:cubicBezTo>
                    <a:pt x="429" y="1694"/>
                    <a:pt x="222" y="90"/>
                    <a:pt x="219" y="75"/>
                  </a:cubicBezTo>
                  <a:cubicBezTo>
                    <a:pt x="214" y="32"/>
                    <a:pt x="176" y="0"/>
                    <a:pt x="1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27"/>
            <p:cNvSpPr/>
            <p:nvPr/>
          </p:nvSpPr>
          <p:spPr>
            <a:xfrm>
              <a:off x="1415699" y="3082094"/>
              <a:ext cx="1285722" cy="968115"/>
            </a:xfrm>
            <a:custGeom>
              <a:avLst/>
              <a:gdLst/>
              <a:ahLst/>
              <a:cxnLst/>
              <a:rect l="l" t="t" r="r" b="b"/>
              <a:pathLst>
                <a:path w="21014" h="15823" extrusionOk="0">
                  <a:moveTo>
                    <a:pt x="2456" y="1"/>
                  </a:moveTo>
                  <a:cubicBezTo>
                    <a:pt x="2409" y="1"/>
                    <a:pt x="2383" y="20"/>
                    <a:pt x="2382" y="62"/>
                  </a:cubicBezTo>
                  <a:cubicBezTo>
                    <a:pt x="2369" y="632"/>
                    <a:pt x="2132" y="4525"/>
                    <a:pt x="2132" y="4525"/>
                  </a:cubicBezTo>
                  <a:cubicBezTo>
                    <a:pt x="2132" y="4525"/>
                    <a:pt x="96" y="9564"/>
                    <a:pt x="50" y="10298"/>
                  </a:cubicBezTo>
                  <a:cubicBezTo>
                    <a:pt x="1" y="11029"/>
                    <a:pt x="6200" y="15776"/>
                    <a:pt x="11520" y="15822"/>
                  </a:cubicBezTo>
                  <a:cubicBezTo>
                    <a:pt x="11556" y="15823"/>
                    <a:pt x="11592" y="15823"/>
                    <a:pt x="11628" y="15823"/>
                  </a:cubicBezTo>
                  <a:cubicBezTo>
                    <a:pt x="18514" y="15823"/>
                    <a:pt x="21014" y="9920"/>
                    <a:pt x="20946" y="9450"/>
                  </a:cubicBezTo>
                  <a:cubicBezTo>
                    <a:pt x="20881" y="8978"/>
                    <a:pt x="18392" y="4478"/>
                    <a:pt x="18241" y="4386"/>
                  </a:cubicBezTo>
                  <a:cubicBezTo>
                    <a:pt x="18087" y="4296"/>
                    <a:pt x="16520" y="1314"/>
                    <a:pt x="16520" y="1314"/>
                  </a:cubicBezTo>
                  <a:cubicBezTo>
                    <a:pt x="16520" y="1314"/>
                    <a:pt x="14608" y="3594"/>
                    <a:pt x="14415" y="3594"/>
                  </a:cubicBezTo>
                  <a:cubicBezTo>
                    <a:pt x="14413" y="3594"/>
                    <a:pt x="14412" y="3593"/>
                    <a:pt x="14410" y="3593"/>
                  </a:cubicBezTo>
                  <a:cubicBezTo>
                    <a:pt x="14247" y="3556"/>
                    <a:pt x="7579" y="3448"/>
                    <a:pt x="7384" y="3291"/>
                  </a:cubicBezTo>
                  <a:cubicBezTo>
                    <a:pt x="7204" y="3142"/>
                    <a:pt x="3066" y="1"/>
                    <a:pt x="24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27"/>
            <p:cNvSpPr/>
            <p:nvPr/>
          </p:nvSpPr>
          <p:spPr>
            <a:xfrm>
              <a:off x="2106398" y="3092250"/>
              <a:ext cx="595810" cy="635029"/>
            </a:xfrm>
            <a:custGeom>
              <a:avLst/>
              <a:gdLst/>
              <a:ahLst/>
              <a:cxnLst/>
              <a:rect l="l" t="t" r="r" b="b"/>
              <a:pathLst>
                <a:path w="9738" h="10379" extrusionOk="0">
                  <a:moveTo>
                    <a:pt x="6138" y="1"/>
                  </a:moveTo>
                  <a:lnTo>
                    <a:pt x="3621" y="2903"/>
                  </a:lnTo>
                  <a:lnTo>
                    <a:pt x="0" y="3156"/>
                  </a:lnTo>
                  <a:cubicBezTo>
                    <a:pt x="0" y="3156"/>
                    <a:pt x="191" y="7304"/>
                    <a:pt x="1413" y="8905"/>
                  </a:cubicBezTo>
                  <a:cubicBezTo>
                    <a:pt x="2253" y="10005"/>
                    <a:pt x="3117" y="10379"/>
                    <a:pt x="3966" y="10379"/>
                  </a:cubicBezTo>
                  <a:cubicBezTo>
                    <a:pt x="5762" y="10379"/>
                    <a:pt x="7488" y="8708"/>
                    <a:pt x="8774" y="8708"/>
                  </a:cubicBezTo>
                  <a:cubicBezTo>
                    <a:pt x="9132" y="8708"/>
                    <a:pt x="9456" y="8837"/>
                    <a:pt x="9737" y="9167"/>
                  </a:cubicBezTo>
                  <a:cubicBezTo>
                    <a:pt x="9737" y="9167"/>
                    <a:pt x="9694" y="4852"/>
                    <a:pt x="613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27"/>
            <p:cNvSpPr/>
            <p:nvPr/>
          </p:nvSpPr>
          <p:spPr>
            <a:xfrm>
              <a:off x="1416066" y="3048932"/>
              <a:ext cx="635641" cy="703800"/>
            </a:xfrm>
            <a:custGeom>
              <a:avLst/>
              <a:gdLst/>
              <a:ahLst/>
              <a:cxnLst/>
              <a:rect l="l" t="t" r="r" b="b"/>
              <a:pathLst>
                <a:path w="10389" h="11503" extrusionOk="0">
                  <a:moveTo>
                    <a:pt x="2441" y="0"/>
                  </a:moveTo>
                  <a:cubicBezTo>
                    <a:pt x="2097" y="0"/>
                    <a:pt x="2245" y="2330"/>
                    <a:pt x="1216" y="5471"/>
                  </a:cubicBezTo>
                  <a:cubicBezTo>
                    <a:pt x="608" y="7327"/>
                    <a:pt x="1" y="10924"/>
                    <a:pt x="1" y="10924"/>
                  </a:cubicBezTo>
                  <a:cubicBezTo>
                    <a:pt x="486" y="10058"/>
                    <a:pt x="1234" y="9753"/>
                    <a:pt x="2097" y="9753"/>
                  </a:cubicBezTo>
                  <a:cubicBezTo>
                    <a:pt x="4165" y="9753"/>
                    <a:pt x="6899" y="11502"/>
                    <a:pt x="8310" y="11502"/>
                  </a:cubicBezTo>
                  <a:cubicBezTo>
                    <a:pt x="8492" y="11502"/>
                    <a:pt x="8651" y="11473"/>
                    <a:pt x="8785" y="11408"/>
                  </a:cubicBezTo>
                  <a:cubicBezTo>
                    <a:pt x="10389" y="10621"/>
                    <a:pt x="9827" y="3888"/>
                    <a:pt x="9827" y="3888"/>
                  </a:cubicBezTo>
                  <a:lnTo>
                    <a:pt x="6977" y="3389"/>
                  </a:lnTo>
                  <a:cubicBezTo>
                    <a:pt x="6977" y="3389"/>
                    <a:pt x="2959" y="357"/>
                    <a:pt x="2514" y="30"/>
                  </a:cubicBezTo>
                  <a:cubicBezTo>
                    <a:pt x="2488" y="10"/>
                    <a:pt x="2463" y="0"/>
                    <a:pt x="244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27"/>
            <p:cNvSpPr/>
            <p:nvPr/>
          </p:nvSpPr>
          <p:spPr>
            <a:xfrm>
              <a:off x="2036649" y="3689281"/>
              <a:ext cx="176394" cy="187284"/>
            </a:xfrm>
            <a:custGeom>
              <a:avLst/>
              <a:gdLst/>
              <a:ahLst/>
              <a:cxnLst/>
              <a:rect l="l" t="t" r="r" b="b"/>
              <a:pathLst>
                <a:path w="2883" h="3061" extrusionOk="0">
                  <a:moveTo>
                    <a:pt x="1538" y="1"/>
                  </a:moveTo>
                  <a:cubicBezTo>
                    <a:pt x="1494" y="1"/>
                    <a:pt x="1454" y="31"/>
                    <a:pt x="1449" y="78"/>
                  </a:cubicBezTo>
                  <a:lnTo>
                    <a:pt x="1106" y="2839"/>
                  </a:lnTo>
                  <a:cubicBezTo>
                    <a:pt x="588" y="2555"/>
                    <a:pt x="264" y="1275"/>
                    <a:pt x="181" y="775"/>
                  </a:cubicBezTo>
                  <a:cubicBezTo>
                    <a:pt x="173" y="727"/>
                    <a:pt x="136" y="705"/>
                    <a:pt x="98" y="705"/>
                  </a:cubicBezTo>
                  <a:cubicBezTo>
                    <a:pt x="50" y="705"/>
                    <a:pt x="1" y="741"/>
                    <a:pt x="11" y="803"/>
                  </a:cubicBezTo>
                  <a:cubicBezTo>
                    <a:pt x="27" y="886"/>
                    <a:pt x="360" y="2805"/>
                    <a:pt x="1149" y="3039"/>
                  </a:cubicBezTo>
                  <a:lnTo>
                    <a:pt x="1152" y="3039"/>
                  </a:lnTo>
                  <a:cubicBezTo>
                    <a:pt x="1199" y="3055"/>
                    <a:pt x="1251" y="3061"/>
                    <a:pt x="1300" y="3061"/>
                  </a:cubicBezTo>
                  <a:cubicBezTo>
                    <a:pt x="2068" y="3061"/>
                    <a:pt x="2830" y="1438"/>
                    <a:pt x="2864" y="1364"/>
                  </a:cubicBezTo>
                  <a:cubicBezTo>
                    <a:pt x="2883" y="1324"/>
                    <a:pt x="2864" y="1275"/>
                    <a:pt x="2824" y="1256"/>
                  </a:cubicBezTo>
                  <a:cubicBezTo>
                    <a:pt x="2812" y="1250"/>
                    <a:pt x="2799" y="1247"/>
                    <a:pt x="2786" y="1247"/>
                  </a:cubicBezTo>
                  <a:cubicBezTo>
                    <a:pt x="2754" y="1247"/>
                    <a:pt x="2723" y="1266"/>
                    <a:pt x="2710" y="1297"/>
                  </a:cubicBezTo>
                  <a:cubicBezTo>
                    <a:pt x="2492" y="1763"/>
                    <a:pt x="1843" y="2892"/>
                    <a:pt x="1303" y="2892"/>
                  </a:cubicBezTo>
                  <a:cubicBezTo>
                    <a:pt x="1293" y="2892"/>
                    <a:pt x="1283" y="2892"/>
                    <a:pt x="1273" y="2891"/>
                  </a:cubicBezTo>
                  <a:lnTo>
                    <a:pt x="1618" y="97"/>
                  </a:lnTo>
                  <a:cubicBezTo>
                    <a:pt x="1624" y="51"/>
                    <a:pt x="1590" y="7"/>
                    <a:pt x="1544" y="1"/>
                  </a:cubicBezTo>
                  <a:cubicBezTo>
                    <a:pt x="1542" y="1"/>
                    <a:pt x="1540" y="1"/>
                    <a:pt x="15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27"/>
            <p:cNvSpPr/>
            <p:nvPr/>
          </p:nvSpPr>
          <p:spPr>
            <a:xfrm>
              <a:off x="2083943" y="3647125"/>
              <a:ext cx="99852" cy="46867"/>
            </a:xfrm>
            <a:custGeom>
              <a:avLst/>
              <a:gdLst/>
              <a:ahLst/>
              <a:cxnLst/>
              <a:rect l="l" t="t" r="r" b="b"/>
              <a:pathLst>
                <a:path w="1632" h="766" extrusionOk="0">
                  <a:moveTo>
                    <a:pt x="747" y="1"/>
                  </a:moveTo>
                  <a:cubicBezTo>
                    <a:pt x="339" y="1"/>
                    <a:pt x="0" y="120"/>
                    <a:pt x="0" y="120"/>
                  </a:cubicBezTo>
                  <a:cubicBezTo>
                    <a:pt x="0" y="120"/>
                    <a:pt x="716" y="730"/>
                    <a:pt x="820" y="764"/>
                  </a:cubicBezTo>
                  <a:cubicBezTo>
                    <a:pt x="824" y="765"/>
                    <a:pt x="828" y="766"/>
                    <a:pt x="832" y="766"/>
                  </a:cubicBezTo>
                  <a:cubicBezTo>
                    <a:pt x="969" y="766"/>
                    <a:pt x="1632" y="274"/>
                    <a:pt x="1632" y="274"/>
                  </a:cubicBezTo>
                  <a:cubicBezTo>
                    <a:pt x="1368" y="62"/>
                    <a:pt x="1040" y="1"/>
                    <a:pt x="74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27"/>
            <p:cNvSpPr/>
            <p:nvPr/>
          </p:nvSpPr>
          <p:spPr>
            <a:xfrm>
              <a:off x="1775212" y="3549721"/>
              <a:ext cx="161404" cy="138704"/>
            </a:xfrm>
            <a:custGeom>
              <a:avLst/>
              <a:gdLst/>
              <a:ahLst/>
              <a:cxnLst/>
              <a:rect l="l" t="t" r="r" b="b"/>
              <a:pathLst>
                <a:path w="2638" h="2267" extrusionOk="0">
                  <a:moveTo>
                    <a:pt x="117" y="1"/>
                  </a:moveTo>
                  <a:cubicBezTo>
                    <a:pt x="22" y="1"/>
                    <a:pt x="1" y="152"/>
                    <a:pt x="105" y="173"/>
                  </a:cubicBezTo>
                  <a:cubicBezTo>
                    <a:pt x="130" y="176"/>
                    <a:pt x="2446" y="601"/>
                    <a:pt x="2258" y="2174"/>
                  </a:cubicBezTo>
                  <a:cubicBezTo>
                    <a:pt x="2255" y="2220"/>
                    <a:pt x="2286" y="2264"/>
                    <a:pt x="2335" y="2267"/>
                  </a:cubicBezTo>
                  <a:lnTo>
                    <a:pt x="2344" y="2267"/>
                  </a:lnTo>
                  <a:cubicBezTo>
                    <a:pt x="2387" y="2267"/>
                    <a:pt x="2424" y="2236"/>
                    <a:pt x="2428" y="2193"/>
                  </a:cubicBezTo>
                  <a:cubicBezTo>
                    <a:pt x="2637" y="462"/>
                    <a:pt x="161" y="6"/>
                    <a:pt x="136" y="3"/>
                  </a:cubicBezTo>
                  <a:cubicBezTo>
                    <a:pt x="129" y="2"/>
                    <a:pt x="123" y="1"/>
                    <a:pt x="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27"/>
            <p:cNvSpPr/>
            <p:nvPr/>
          </p:nvSpPr>
          <p:spPr>
            <a:xfrm>
              <a:off x="2299064" y="3555962"/>
              <a:ext cx="162872" cy="125856"/>
            </a:xfrm>
            <a:custGeom>
              <a:avLst/>
              <a:gdLst/>
              <a:ahLst/>
              <a:cxnLst/>
              <a:rect l="l" t="t" r="r" b="b"/>
              <a:pathLst>
                <a:path w="2662" h="2057" extrusionOk="0">
                  <a:moveTo>
                    <a:pt x="1605" y="1"/>
                  </a:moveTo>
                  <a:cubicBezTo>
                    <a:pt x="1522" y="1"/>
                    <a:pt x="1436" y="11"/>
                    <a:pt x="1348" y="34"/>
                  </a:cubicBezTo>
                  <a:cubicBezTo>
                    <a:pt x="774" y="182"/>
                    <a:pt x="327" y="826"/>
                    <a:pt x="16" y="1946"/>
                  </a:cubicBezTo>
                  <a:cubicBezTo>
                    <a:pt x="0" y="1992"/>
                    <a:pt x="28" y="2038"/>
                    <a:pt x="74" y="2054"/>
                  </a:cubicBezTo>
                  <a:cubicBezTo>
                    <a:pt x="80" y="2054"/>
                    <a:pt x="90" y="2054"/>
                    <a:pt x="96" y="2057"/>
                  </a:cubicBezTo>
                  <a:cubicBezTo>
                    <a:pt x="136" y="2054"/>
                    <a:pt x="170" y="2029"/>
                    <a:pt x="179" y="1992"/>
                  </a:cubicBezTo>
                  <a:cubicBezTo>
                    <a:pt x="472" y="934"/>
                    <a:pt x="879" y="333"/>
                    <a:pt x="1388" y="200"/>
                  </a:cubicBezTo>
                  <a:cubicBezTo>
                    <a:pt x="1460" y="181"/>
                    <a:pt x="1531" y="173"/>
                    <a:pt x="1600" y="173"/>
                  </a:cubicBezTo>
                  <a:cubicBezTo>
                    <a:pt x="2078" y="173"/>
                    <a:pt x="2471" y="565"/>
                    <a:pt x="2477" y="570"/>
                  </a:cubicBezTo>
                  <a:cubicBezTo>
                    <a:pt x="2495" y="589"/>
                    <a:pt x="2516" y="597"/>
                    <a:pt x="2537" y="597"/>
                  </a:cubicBezTo>
                  <a:cubicBezTo>
                    <a:pt x="2603" y="597"/>
                    <a:pt x="2662" y="511"/>
                    <a:pt x="2600" y="450"/>
                  </a:cubicBezTo>
                  <a:cubicBezTo>
                    <a:pt x="2579" y="428"/>
                    <a:pt x="2151" y="1"/>
                    <a:pt x="16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27"/>
            <p:cNvSpPr/>
            <p:nvPr/>
          </p:nvSpPr>
          <p:spPr>
            <a:xfrm>
              <a:off x="1595516" y="3127614"/>
              <a:ext cx="125366" cy="134054"/>
            </a:xfrm>
            <a:custGeom>
              <a:avLst/>
              <a:gdLst/>
              <a:ahLst/>
              <a:cxnLst/>
              <a:rect l="l" t="t" r="r" b="b"/>
              <a:pathLst>
                <a:path w="2049" h="2191" extrusionOk="0">
                  <a:moveTo>
                    <a:pt x="175" y="0"/>
                  </a:moveTo>
                  <a:cubicBezTo>
                    <a:pt x="165" y="0"/>
                    <a:pt x="160" y="5"/>
                    <a:pt x="158" y="15"/>
                  </a:cubicBezTo>
                  <a:cubicBezTo>
                    <a:pt x="130" y="221"/>
                    <a:pt x="1" y="1979"/>
                    <a:pt x="16" y="2152"/>
                  </a:cubicBezTo>
                  <a:cubicBezTo>
                    <a:pt x="19" y="2179"/>
                    <a:pt x="70" y="2190"/>
                    <a:pt x="155" y="2190"/>
                  </a:cubicBezTo>
                  <a:cubicBezTo>
                    <a:pt x="613" y="2190"/>
                    <a:pt x="2049" y="1856"/>
                    <a:pt x="2049" y="1856"/>
                  </a:cubicBezTo>
                  <a:cubicBezTo>
                    <a:pt x="2049" y="1856"/>
                    <a:pt x="363" y="0"/>
                    <a:pt x="17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27"/>
            <p:cNvSpPr/>
            <p:nvPr/>
          </p:nvSpPr>
          <p:spPr>
            <a:xfrm>
              <a:off x="1400036" y="3051012"/>
              <a:ext cx="1213769" cy="657056"/>
            </a:xfrm>
            <a:custGeom>
              <a:avLst/>
              <a:gdLst/>
              <a:ahLst/>
              <a:cxnLst/>
              <a:rect l="l" t="t" r="r" b="b"/>
              <a:pathLst>
                <a:path w="19838" h="10739" extrusionOk="0">
                  <a:moveTo>
                    <a:pt x="3110" y="1"/>
                  </a:moveTo>
                  <a:cubicBezTo>
                    <a:pt x="3103" y="1"/>
                    <a:pt x="3097" y="1"/>
                    <a:pt x="3091" y="2"/>
                  </a:cubicBezTo>
                  <a:cubicBezTo>
                    <a:pt x="2644" y="67"/>
                    <a:pt x="2184" y="3302"/>
                    <a:pt x="2008" y="4703"/>
                  </a:cubicBezTo>
                  <a:cubicBezTo>
                    <a:pt x="1885" y="5026"/>
                    <a:pt x="10" y="10017"/>
                    <a:pt x="1" y="10652"/>
                  </a:cubicBezTo>
                  <a:cubicBezTo>
                    <a:pt x="1" y="10698"/>
                    <a:pt x="38" y="10739"/>
                    <a:pt x="87" y="10739"/>
                  </a:cubicBezTo>
                  <a:cubicBezTo>
                    <a:pt x="89" y="10739"/>
                    <a:pt x="90" y="10739"/>
                    <a:pt x="92" y="10739"/>
                  </a:cubicBezTo>
                  <a:cubicBezTo>
                    <a:pt x="136" y="10739"/>
                    <a:pt x="173" y="10700"/>
                    <a:pt x="173" y="10652"/>
                  </a:cubicBezTo>
                  <a:cubicBezTo>
                    <a:pt x="180" y="10165"/>
                    <a:pt x="1484" y="6578"/>
                    <a:pt x="2175" y="4752"/>
                  </a:cubicBezTo>
                  <a:cubicBezTo>
                    <a:pt x="2178" y="4746"/>
                    <a:pt x="2178" y="4740"/>
                    <a:pt x="2178" y="4733"/>
                  </a:cubicBezTo>
                  <a:cubicBezTo>
                    <a:pt x="2453" y="2571"/>
                    <a:pt x="2881" y="274"/>
                    <a:pt x="3119" y="172"/>
                  </a:cubicBezTo>
                  <a:lnTo>
                    <a:pt x="3125" y="172"/>
                  </a:lnTo>
                  <a:cubicBezTo>
                    <a:pt x="3412" y="172"/>
                    <a:pt x="5370" y="1797"/>
                    <a:pt x="6422" y="2673"/>
                  </a:cubicBezTo>
                  <a:cubicBezTo>
                    <a:pt x="7091" y="3228"/>
                    <a:pt x="7625" y="3669"/>
                    <a:pt x="7785" y="3768"/>
                  </a:cubicBezTo>
                  <a:cubicBezTo>
                    <a:pt x="8059" y="3932"/>
                    <a:pt x="10127" y="3969"/>
                    <a:pt x="11956" y="3969"/>
                  </a:cubicBezTo>
                  <a:cubicBezTo>
                    <a:pt x="13297" y="3969"/>
                    <a:pt x="14510" y="3949"/>
                    <a:pt x="14793" y="3944"/>
                  </a:cubicBezTo>
                  <a:cubicBezTo>
                    <a:pt x="14818" y="3944"/>
                    <a:pt x="14842" y="3935"/>
                    <a:pt x="14858" y="3913"/>
                  </a:cubicBezTo>
                  <a:cubicBezTo>
                    <a:pt x="15808" y="2763"/>
                    <a:pt x="17387" y="924"/>
                    <a:pt x="17670" y="767"/>
                  </a:cubicBezTo>
                  <a:cubicBezTo>
                    <a:pt x="17939" y="995"/>
                    <a:pt x="19382" y="3281"/>
                    <a:pt x="19651" y="3975"/>
                  </a:cubicBezTo>
                  <a:cubicBezTo>
                    <a:pt x="19664" y="4014"/>
                    <a:pt x="19695" y="4031"/>
                    <a:pt x="19727" y="4031"/>
                  </a:cubicBezTo>
                  <a:cubicBezTo>
                    <a:pt x="19781" y="4031"/>
                    <a:pt x="19837" y="3981"/>
                    <a:pt x="19808" y="3913"/>
                  </a:cubicBezTo>
                  <a:cubicBezTo>
                    <a:pt x="19552" y="3241"/>
                    <a:pt x="17979" y="687"/>
                    <a:pt x="17717" y="594"/>
                  </a:cubicBezTo>
                  <a:cubicBezTo>
                    <a:pt x="17709" y="592"/>
                    <a:pt x="17701" y="589"/>
                    <a:pt x="17689" y="589"/>
                  </a:cubicBezTo>
                  <a:cubicBezTo>
                    <a:pt x="17581" y="589"/>
                    <a:pt x="17186" y="826"/>
                    <a:pt x="14747" y="3774"/>
                  </a:cubicBezTo>
                  <a:cubicBezTo>
                    <a:pt x="13931" y="3789"/>
                    <a:pt x="12982" y="3798"/>
                    <a:pt x="12055" y="3798"/>
                  </a:cubicBezTo>
                  <a:cubicBezTo>
                    <a:pt x="10026" y="3798"/>
                    <a:pt x="8096" y="3753"/>
                    <a:pt x="7872" y="3620"/>
                  </a:cubicBezTo>
                  <a:cubicBezTo>
                    <a:pt x="7721" y="3531"/>
                    <a:pt x="7168" y="3071"/>
                    <a:pt x="6530" y="2540"/>
                  </a:cubicBezTo>
                  <a:cubicBezTo>
                    <a:pt x="4466" y="826"/>
                    <a:pt x="3414" y="1"/>
                    <a:pt x="31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27"/>
            <p:cNvSpPr/>
            <p:nvPr/>
          </p:nvSpPr>
          <p:spPr>
            <a:xfrm>
              <a:off x="2398854" y="3167690"/>
              <a:ext cx="122062" cy="123347"/>
            </a:xfrm>
            <a:custGeom>
              <a:avLst/>
              <a:gdLst/>
              <a:ahLst/>
              <a:cxnLst/>
              <a:rect l="l" t="t" r="r" b="b"/>
              <a:pathLst>
                <a:path w="1995" h="2016" extrusionOk="0">
                  <a:moveTo>
                    <a:pt x="1171" y="0"/>
                  </a:moveTo>
                  <a:cubicBezTo>
                    <a:pt x="822" y="0"/>
                    <a:pt x="1" y="1839"/>
                    <a:pt x="1" y="1839"/>
                  </a:cubicBezTo>
                  <a:cubicBezTo>
                    <a:pt x="1" y="1839"/>
                    <a:pt x="1589" y="1984"/>
                    <a:pt x="1796" y="2015"/>
                  </a:cubicBezTo>
                  <a:cubicBezTo>
                    <a:pt x="1798" y="2016"/>
                    <a:pt x="1799" y="2016"/>
                    <a:pt x="1801" y="2016"/>
                  </a:cubicBezTo>
                  <a:cubicBezTo>
                    <a:pt x="1994" y="2016"/>
                    <a:pt x="1531" y="322"/>
                    <a:pt x="1238" y="29"/>
                  </a:cubicBezTo>
                  <a:cubicBezTo>
                    <a:pt x="1218" y="10"/>
                    <a:pt x="1196" y="0"/>
                    <a:pt x="11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27"/>
            <p:cNvSpPr/>
            <p:nvPr/>
          </p:nvSpPr>
          <p:spPr>
            <a:xfrm>
              <a:off x="2454898" y="3679492"/>
              <a:ext cx="294112" cy="115026"/>
            </a:xfrm>
            <a:custGeom>
              <a:avLst/>
              <a:gdLst/>
              <a:ahLst/>
              <a:cxnLst/>
              <a:rect l="l" t="t" r="r" b="b"/>
              <a:pathLst>
                <a:path w="4807" h="1880" extrusionOk="0">
                  <a:moveTo>
                    <a:pt x="4688" y="0"/>
                  </a:moveTo>
                  <a:cubicBezTo>
                    <a:pt x="4678" y="0"/>
                    <a:pt x="4667" y="2"/>
                    <a:pt x="4655" y="7"/>
                  </a:cubicBezTo>
                  <a:lnTo>
                    <a:pt x="90" y="1713"/>
                  </a:lnTo>
                  <a:cubicBezTo>
                    <a:pt x="1" y="1746"/>
                    <a:pt x="22" y="1879"/>
                    <a:pt x="118" y="1879"/>
                  </a:cubicBezTo>
                  <a:cubicBezTo>
                    <a:pt x="130" y="1879"/>
                    <a:pt x="140" y="1876"/>
                    <a:pt x="149" y="1873"/>
                  </a:cubicBezTo>
                  <a:lnTo>
                    <a:pt x="4714" y="167"/>
                  </a:lnTo>
                  <a:cubicBezTo>
                    <a:pt x="4807" y="129"/>
                    <a:pt x="4771" y="0"/>
                    <a:pt x="468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27"/>
            <p:cNvSpPr/>
            <p:nvPr/>
          </p:nvSpPr>
          <p:spPr>
            <a:xfrm>
              <a:off x="2469093" y="3754686"/>
              <a:ext cx="333637" cy="67731"/>
            </a:xfrm>
            <a:custGeom>
              <a:avLst/>
              <a:gdLst/>
              <a:ahLst/>
              <a:cxnLst/>
              <a:rect l="l" t="t" r="r" b="b"/>
              <a:pathLst>
                <a:path w="5453" h="1107" extrusionOk="0">
                  <a:moveTo>
                    <a:pt x="5334" y="1"/>
                  </a:moveTo>
                  <a:cubicBezTo>
                    <a:pt x="5328" y="1"/>
                    <a:pt x="5321" y="1"/>
                    <a:pt x="5314" y="2"/>
                  </a:cubicBezTo>
                  <a:lnTo>
                    <a:pt x="102" y="937"/>
                  </a:lnTo>
                  <a:cubicBezTo>
                    <a:pt x="0" y="955"/>
                    <a:pt x="12" y="1107"/>
                    <a:pt x="117" y="1107"/>
                  </a:cubicBezTo>
                  <a:lnTo>
                    <a:pt x="130" y="1107"/>
                  </a:lnTo>
                  <a:lnTo>
                    <a:pt x="5345" y="172"/>
                  </a:lnTo>
                  <a:cubicBezTo>
                    <a:pt x="5452" y="152"/>
                    <a:pt x="5432" y="1"/>
                    <a:pt x="53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27"/>
            <p:cNvSpPr/>
            <p:nvPr/>
          </p:nvSpPr>
          <p:spPr>
            <a:xfrm>
              <a:off x="2473009" y="3848481"/>
              <a:ext cx="280896" cy="54699"/>
            </a:xfrm>
            <a:custGeom>
              <a:avLst/>
              <a:gdLst/>
              <a:ahLst/>
              <a:cxnLst/>
              <a:rect l="l" t="t" r="r" b="b"/>
              <a:pathLst>
                <a:path w="4591" h="894" extrusionOk="0">
                  <a:moveTo>
                    <a:pt x="89" y="1"/>
                  </a:moveTo>
                  <a:cubicBezTo>
                    <a:pt x="50" y="1"/>
                    <a:pt x="15" y="30"/>
                    <a:pt x="7" y="73"/>
                  </a:cubicBezTo>
                  <a:cubicBezTo>
                    <a:pt x="1" y="119"/>
                    <a:pt x="32" y="163"/>
                    <a:pt x="78" y="172"/>
                  </a:cubicBezTo>
                  <a:lnTo>
                    <a:pt x="4461" y="894"/>
                  </a:lnTo>
                  <a:lnTo>
                    <a:pt x="4473" y="894"/>
                  </a:lnTo>
                  <a:cubicBezTo>
                    <a:pt x="4578" y="894"/>
                    <a:pt x="4590" y="743"/>
                    <a:pt x="4489" y="724"/>
                  </a:cubicBezTo>
                  <a:lnTo>
                    <a:pt x="106" y="2"/>
                  </a:lnTo>
                  <a:cubicBezTo>
                    <a:pt x="100" y="1"/>
                    <a:pt x="95" y="1"/>
                    <a:pt x="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27"/>
            <p:cNvSpPr/>
            <p:nvPr/>
          </p:nvSpPr>
          <p:spPr>
            <a:xfrm>
              <a:off x="1512919" y="3670130"/>
              <a:ext cx="336268" cy="150574"/>
            </a:xfrm>
            <a:custGeom>
              <a:avLst/>
              <a:gdLst/>
              <a:ahLst/>
              <a:cxnLst/>
              <a:rect l="l" t="t" r="r" b="b"/>
              <a:pathLst>
                <a:path w="5496" h="2461" extrusionOk="0">
                  <a:moveTo>
                    <a:pt x="123" y="0"/>
                  </a:moveTo>
                  <a:cubicBezTo>
                    <a:pt x="41" y="0"/>
                    <a:pt x="1" y="126"/>
                    <a:pt x="93" y="166"/>
                  </a:cubicBezTo>
                  <a:lnTo>
                    <a:pt x="5345" y="2455"/>
                  </a:lnTo>
                  <a:cubicBezTo>
                    <a:pt x="5354" y="2458"/>
                    <a:pt x="5366" y="2461"/>
                    <a:pt x="5378" y="2461"/>
                  </a:cubicBezTo>
                  <a:lnTo>
                    <a:pt x="5378" y="2461"/>
                  </a:lnTo>
                  <a:cubicBezTo>
                    <a:pt x="5472" y="2459"/>
                    <a:pt x="5496" y="2331"/>
                    <a:pt x="5413" y="2297"/>
                  </a:cubicBezTo>
                  <a:lnTo>
                    <a:pt x="160" y="9"/>
                  </a:lnTo>
                  <a:cubicBezTo>
                    <a:pt x="147" y="3"/>
                    <a:pt x="135" y="0"/>
                    <a:pt x="123" y="0"/>
                  </a:cubicBezTo>
                  <a:close/>
                  <a:moveTo>
                    <a:pt x="5378" y="2461"/>
                  </a:moveTo>
                  <a:cubicBezTo>
                    <a:pt x="5377" y="2461"/>
                    <a:pt x="5376" y="2461"/>
                    <a:pt x="5376" y="2461"/>
                  </a:cubicBezTo>
                  <a:lnTo>
                    <a:pt x="5379" y="2461"/>
                  </a:lnTo>
                  <a:cubicBezTo>
                    <a:pt x="5379" y="2461"/>
                    <a:pt x="5378" y="2461"/>
                    <a:pt x="5378" y="246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27"/>
            <p:cNvSpPr/>
            <p:nvPr/>
          </p:nvSpPr>
          <p:spPr>
            <a:xfrm>
              <a:off x="1456202" y="3757684"/>
              <a:ext cx="376404" cy="89268"/>
            </a:xfrm>
            <a:custGeom>
              <a:avLst/>
              <a:gdLst/>
              <a:ahLst/>
              <a:cxnLst/>
              <a:rect l="l" t="t" r="r" b="b"/>
              <a:pathLst>
                <a:path w="6152" h="1459" extrusionOk="0">
                  <a:moveTo>
                    <a:pt x="119" y="0"/>
                  </a:moveTo>
                  <a:cubicBezTo>
                    <a:pt x="25" y="0"/>
                    <a:pt x="0" y="149"/>
                    <a:pt x="107" y="172"/>
                  </a:cubicBezTo>
                  <a:lnTo>
                    <a:pt x="6013" y="1455"/>
                  </a:lnTo>
                  <a:lnTo>
                    <a:pt x="6032" y="1455"/>
                  </a:lnTo>
                  <a:lnTo>
                    <a:pt x="6032" y="1459"/>
                  </a:lnTo>
                  <a:cubicBezTo>
                    <a:pt x="6133" y="1459"/>
                    <a:pt x="6152" y="1310"/>
                    <a:pt x="6050" y="1289"/>
                  </a:cubicBezTo>
                  <a:lnTo>
                    <a:pt x="141" y="3"/>
                  </a:lnTo>
                  <a:cubicBezTo>
                    <a:pt x="133" y="1"/>
                    <a:pt x="126" y="0"/>
                    <a:pt x="1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27"/>
            <p:cNvSpPr/>
            <p:nvPr/>
          </p:nvSpPr>
          <p:spPr>
            <a:xfrm>
              <a:off x="1467582" y="3861758"/>
              <a:ext cx="361292" cy="32366"/>
            </a:xfrm>
            <a:custGeom>
              <a:avLst/>
              <a:gdLst/>
              <a:ahLst/>
              <a:cxnLst/>
              <a:rect l="l" t="t" r="r" b="b"/>
              <a:pathLst>
                <a:path w="5905" h="529" extrusionOk="0">
                  <a:moveTo>
                    <a:pt x="5789" y="1"/>
                  </a:moveTo>
                  <a:cubicBezTo>
                    <a:pt x="5787" y="1"/>
                    <a:pt x="5784" y="1"/>
                    <a:pt x="5781" y="1"/>
                  </a:cubicBezTo>
                  <a:lnTo>
                    <a:pt x="99" y="359"/>
                  </a:lnTo>
                  <a:cubicBezTo>
                    <a:pt x="1" y="374"/>
                    <a:pt x="4" y="519"/>
                    <a:pt x="106" y="529"/>
                  </a:cubicBezTo>
                  <a:lnTo>
                    <a:pt x="112" y="529"/>
                  </a:lnTo>
                  <a:lnTo>
                    <a:pt x="5793" y="171"/>
                  </a:lnTo>
                  <a:cubicBezTo>
                    <a:pt x="5904" y="165"/>
                    <a:pt x="5895" y="1"/>
                    <a:pt x="57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27"/>
            <p:cNvSpPr/>
            <p:nvPr/>
          </p:nvSpPr>
          <p:spPr>
            <a:xfrm>
              <a:off x="1522525" y="3410405"/>
              <a:ext cx="26615" cy="41422"/>
            </a:xfrm>
            <a:custGeom>
              <a:avLst/>
              <a:gdLst/>
              <a:ahLst/>
              <a:cxnLst/>
              <a:rect l="l" t="t" r="r" b="b"/>
              <a:pathLst>
                <a:path w="435" h="677" extrusionOk="0">
                  <a:moveTo>
                    <a:pt x="313" y="0"/>
                  </a:moveTo>
                  <a:cubicBezTo>
                    <a:pt x="292" y="0"/>
                    <a:pt x="269" y="9"/>
                    <a:pt x="250" y="31"/>
                  </a:cubicBezTo>
                  <a:cubicBezTo>
                    <a:pt x="238" y="44"/>
                    <a:pt x="0" y="324"/>
                    <a:pt x="50" y="605"/>
                  </a:cubicBezTo>
                  <a:cubicBezTo>
                    <a:pt x="59" y="645"/>
                    <a:pt x="93" y="676"/>
                    <a:pt x="136" y="676"/>
                  </a:cubicBezTo>
                  <a:lnTo>
                    <a:pt x="151" y="676"/>
                  </a:lnTo>
                  <a:cubicBezTo>
                    <a:pt x="198" y="667"/>
                    <a:pt x="229" y="621"/>
                    <a:pt x="219" y="574"/>
                  </a:cubicBezTo>
                  <a:cubicBezTo>
                    <a:pt x="182" y="374"/>
                    <a:pt x="380" y="146"/>
                    <a:pt x="380" y="142"/>
                  </a:cubicBezTo>
                  <a:cubicBezTo>
                    <a:pt x="435" y="78"/>
                    <a:pt x="377" y="0"/>
                    <a:pt x="313"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27"/>
            <p:cNvSpPr/>
            <p:nvPr/>
          </p:nvSpPr>
          <p:spPr>
            <a:xfrm>
              <a:off x="1540819" y="3453173"/>
              <a:ext cx="26615" cy="41483"/>
            </a:xfrm>
            <a:custGeom>
              <a:avLst/>
              <a:gdLst/>
              <a:ahLst/>
              <a:cxnLst/>
              <a:rect l="l" t="t" r="r" b="b"/>
              <a:pathLst>
                <a:path w="435" h="678" extrusionOk="0">
                  <a:moveTo>
                    <a:pt x="314" y="0"/>
                  </a:moveTo>
                  <a:cubicBezTo>
                    <a:pt x="292" y="0"/>
                    <a:pt x="269" y="10"/>
                    <a:pt x="250" y="33"/>
                  </a:cubicBezTo>
                  <a:cubicBezTo>
                    <a:pt x="241" y="42"/>
                    <a:pt x="0" y="326"/>
                    <a:pt x="53" y="606"/>
                  </a:cubicBezTo>
                  <a:cubicBezTo>
                    <a:pt x="59" y="646"/>
                    <a:pt x="96" y="674"/>
                    <a:pt x="136" y="677"/>
                  </a:cubicBezTo>
                  <a:cubicBezTo>
                    <a:pt x="142" y="674"/>
                    <a:pt x="145" y="674"/>
                    <a:pt x="152" y="674"/>
                  </a:cubicBezTo>
                  <a:cubicBezTo>
                    <a:pt x="198" y="665"/>
                    <a:pt x="229" y="622"/>
                    <a:pt x="219" y="575"/>
                  </a:cubicBezTo>
                  <a:cubicBezTo>
                    <a:pt x="186" y="375"/>
                    <a:pt x="380" y="147"/>
                    <a:pt x="380" y="144"/>
                  </a:cubicBezTo>
                  <a:cubicBezTo>
                    <a:pt x="435" y="79"/>
                    <a:pt x="378" y="0"/>
                    <a:pt x="31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27"/>
            <p:cNvSpPr/>
            <p:nvPr/>
          </p:nvSpPr>
          <p:spPr>
            <a:xfrm>
              <a:off x="2609386" y="3425946"/>
              <a:ext cx="29001" cy="39464"/>
            </a:xfrm>
            <a:custGeom>
              <a:avLst/>
              <a:gdLst/>
              <a:ahLst/>
              <a:cxnLst/>
              <a:rect l="l" t="t" r="r" b="b"/>
              <a:pathLst>
                <a:path w="474" h="645" extrusionOk="0">
                  <a:moveTo>
                    <a:pt x="128" y="0"/>
                  </a:moveTo>
                  <a:cubicBezTo>
                    <a:pt x="52" y="0"/>
                    <a:pt x="0" y="111"/>
                    <a:pt x="85" y="160"/>
                  </a:cubicBezTo>
                  <a:cubicBezTo>
                    <a:pt x="258" y="268"/>
                    <a:pt x="298" y="567"/>
                    <a:pt x="298" y="570"/>
                  </a:cubicBezTo>
                  <a:cubicBezTo>
                    <a:pt x="301" y="613"/>
                    <a:pt x="338" y="644"/>
                    <a:pt x="381" y="644"/>
                  </a:cubicBezTo>
                  <a:lnTo>
                    <a:pt x="394" y="644"/>
                  </a:lnTo>
                  <a:cubicBezTo>
                    <a:pt x="440" y="638"/>
                    <a:pt x="474" y="595"/>
                    <a:pt x="468" y="549"/>
                  </a:cubicBezTo>
                  <a:cubicBezTo>
                    <a:pt x="464" y="533"/>
                    <a:pt x="418" y="166"/>
                    <a:pt x="175" y="15"/>
                  </a:cubicBezTo>
                  <a:cubicBezTo>
                    <a:pt x="159" y="5"/>
                    <a:pt x="143" y="0"/>
                    <a:pt x="1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27"/>
            <p:cNvSpPr/>
            <p:nvPr/>
          </p:nvSpPr>
          <p:spPr>
            <a:xfrm>
              <a:off x="2596905" y="3462167"/>
              <a:ext cx="28879" cy="39464"/>
            </a:xfrm>
            <a:custGeom>
              <a:avLst/>
              <a:gdLst/>
              <a:ahLst/>
              <a:cxnLst/>
              <a:rect l="l" t="t" r="r" b="b"/>
              <a:pathLst>
                <a:path w="472" h="645" extrusionOk="0">
                  <a:moveTo>
                    <a:pt x="127" y="0"/>
                  </a:moveTo>
                  <a:cubicBezTo>
                    <a:pt x="51" y="0"/>
                    <a:pt x="0" y="111"/>
                    <a:pt x="82" y="160"/>
                  </a:cubicBezTo>
                  <a:cubicBezTo>
                    <a:pt x="258" y="268"/>
                    <a:pt x="295" y="567"/>
                    <a:pt x="295" y="570"/>
                  </a:cubicBezTo>
                  <a:cubicBezTo>
                    <a:pt x="301" y="610"/>
                    <a:pt x="338" y="644"/>
                    <a:pt x="382" y="644"/>
                  </a:cubicBezTo>
                  <a:lnTo>
                    <a:pt x="391" y="644"/>
                  </a:lnTo>
                  <a:cubicBezTo>
                    <a:pt x="440" y="638"/>
                    <a:pt x="471" y="595"/>
                    <a:pt x="465" y="549"/>
                  </a:cubicBezTo>
                  <a:cubicBezTo>
                    <a:pt x="465" y="533"/>
                    <a:pt x="416" y="166"/>
                    <a:pt x="175" y="15"/>
                  </a:cubicBezTo>
                  <a:cubicBezTo>
                    <a:pt x="158" y="5"/>
                    <a:pt x="142" y="0"/>
                    <a:pt x="1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27"/>
            <p:cNvSpPr/>
            <p:nvPr/>
          </p:nvSpPr>
          <p:spPr>
            <a:xfrm>
              <a:off x="2635818" y="3481317"/>
              <a:ext cx="28818" cy="39525"/>
            </a:xfrm>
            <a:custGeom>
              <a:avLst/>
              <a:gdLst/>
              <a:ahLst/>
              <a:cxnLst/>
              <a:rect l="l" t="t" r="r" b="b"/>
              <a:pathLst>
                <a:path w="471" h="646" extrusionOk="0">
                  <a:moveTo>
                    <a:pt x="125" y="1"/>
                  </a:moveTo>
                  <a:cubicBezTo>
                    <a:pt x="49" y="1"/>
                    <a:pt x="0" y="111"/>
                    <a:pt x="82" y="162"/>
                  </a:cubicBezTo>
                  <a:cubicBezTo>
                    <a:pt x="258" y="270"/>
                    <a:pt x="295" y="566"/>
                    <a:pt x="295" y="569"/>
                  </a:cubicBezTo>
                  <a:cubicBezTo>
                    <a:pt x="301" y="612"/>
                    <a:pt x="338" y="646"/>
                    <a:pt x="381" y="646"/>
                  </a:cubicBezTo>
                  <a:lnTo>
                    <a:pt x="390" y="646"/>
                  </a:lnTo>
                  <a:cubicBezTo>
                    <a:pt x="436" y="640"/>
                    <a:pt x="470" y="597"/>
                    <a:pt x="464" y="550"/>
                  </a:cubicBezTo>
                  <a:cubicBezTo>
                    <a:pt x="464" y="535"/>
                    <a:pt x="415" y="168"/>
                    <a:pt x="174" y="17"/>
                  </a:cubicBezTo>
                  <a:cubicBezTo>
                    <a:pt x="157" y="5"/>
                    <a:pt x="140" y="1"/>
                    <a:pt x="1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27"/>
            <p:cNvSpPr/>
            <p:nvPr/>
          </p:nvSpPr>
          <p:spPr>
            <a:xfrm>
              <a:off x="2610916" y="3521148"/>
              <a:ext cx="28818" cy="39525"/>
            </a:xfrm>
            <a:custGeom>
              <a:avLst/>
              <a:gdLst/>
              <a:ahLst/>
              <a:cxnLst/>
              <a:rect l="l" t="t" r="r" b="b"/>
              <a:pathLst>
                <a:path w="471" h="646" extrusionOk="0">
                  <a:moveTo>
                    <a:pt x="126" y="0"/>
                  </a:moveTo>
                  <a:cubicBezTo>
                    <a:pt x="51" y="0"/>
                    <a:pt x="1" y="110"/>
                    <a:pt x="85" y="161"/>
                  </a:cubicBezTo>
                  <a:cubicBezTo>
                    <a:pt x="257" y="269"/>
                    <a:pt x="298" y="565"/>
                    <a:pt x="298" y="569"/>
                  </a:cubicBezTo>
                  <a:cubicBezTo>
                    <a:pt x="301" y="612"/>
                    <a:pt x="338" y="643"/>
                    <a:pt x="381" y="646"/>
                  </a:cubicBezTo>
                  <a:lnTo>
                    <a:pt x="390" y="643"/>
                  </a:lnTo>
                  <a:cubicBezTo>
                    <a:pt x="439" y="636"/>
                    <a:pt x="470" y="596"/>
                    <a:pt x="467" y="547"/>
                  </a:cubicBezTo>
                  <a:cubicBezTo>
                    <a:pt x="464" y="532"/>
                    <a:pt x="418" y="168"/>
                    <a:pt x="174" y="16"/>
                  </a:cubicBezTo>
                  <a:cubicBezTo>
                    <a:pt x="158" y="5"/>
                    <a:pt x="141" y="0"/>
                    <a:pt x="1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27"/>
            <p:cNvSpPr/>
            <p:nvPr/>
          </p:nvSpPr>
          <p:spPr>
            <a:xfrm>
              <a:off x="2647320" y="3545499"/>
              <a:ext cx="28818" cy="39341"/>
            </a:xfrm>
            <a:custGeom>
              <a:avLst/>
              <a:gdLst/>
              <a:ahLst/>
              <a:cxnLst/>
              <a:rect l="l" t="t" r="r" b="b"/>
              <a:pathLst>
                <a:path w="471" h="643" extrusionOk="0">
                  <a:moveTo>
                    <a:pt x="125" y="0"/>
                  </a:moveTo>
                  <a:cubicBezTo>
                    <a:pt x="49" y="0"/>
                    <a:pt x="0" y="110"/>
                    <a:pt x="82" y="161"/>
                  </a:cubicBezTo>
                  <a:cubicBezTo>
                    <a:pt x="258" y="269"/>
                    <a:pt x="295" y="565"/>
                    <a:pt x="295" y="568"/>
                  </a:cubicBezTo>
                  <a:cubicBezTo>
                    <a:pt x="301" y="612"/>
                    <a:pt x="338" y="642"/>
                    <a:pt x="381" y="642"/>
                  </a:cubicBezTo>
                  <a:lnTo>
                    <a:pt x="390" y="642"/>
                  </a:lnTo>
                  <a:cubicBezTo>
                    <a:pt x="437" y="636"/>
                    <a:pt x="471" y="593"/>
                    <a:pt x="464" y="547"/>
                  </a:cubicBezTo>
                  <a:cubicBezTo>
                    <a:pt x="464" y="531"/>
                    <a:pt x="415" y="167"/>
                    <a:pt x="174" y="16"/>
                  </a:cubicBezTo>
                  <a:cubicBezTo>
                    <a:pt x="157" y="5"/>
                    <a:pt x="140" y="0"/>
                    <a:pt x="1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27"/>
            <p:cNvSpPr/>
            <p:nvPr/>
          </p:nvSpPr>
          <p:spPr>
            <a:xfrm>
              <a:off x="1500070" y="3475688"/>
              <a:ext cx="26676" cy="41422"/>
            </a:xfrm>
            <a:custGeom>
              <a:avLst/>
              <a:gdLst/>
              <a:ahLst/>
              <a:cxnLst/>
              <a:rect l="l" t="t" r="r" b="b"/>
              <a:pathLst>
                <a:path w="436" h="677" extrusionOk="0">
                  <a:moveTo>
                    <a:pt x="312" y="1"/>
                  </a:moveTo>
                  <a:cubicBezTo>
                    <a:pt x="291" y="1"/>
                    <a:pt x="269" y="10"/>
                    <a:pt x="250" y="32"/>
                  </a:cubicBezTo>
                  <a:cubicBezTo>
                    <a:pt x="238" y="44"/>
                    <a:pt x="0" y="325"/>
                    <a:pt x="50" y="608"/>
                  </a:cubicBezTo>
                  <a:cubicBezTo>
                    <a:pt x="59" y="648"/>
                    <a:pt x="93" y="676"/>
                    <a:pt x="136" y="676"/>
                  </a:cubicBezTo>
                  <a:lnTo>
                    <a:pt x="151" y="676"/>
                  </a:lnTo>
                  <a:cubicBezTo>
                    <a:pt x="198" y="667"/>
                    <a:pt x="229" y="624"/>
                    <a:pt x="219" y="578"/>
                  </a:cubicBezTo>
                  <a:cubicBezTo>
                    <a:pt x="182" y="377"/>
                    <a:pt x="377" y="146"/>
                    <a:pt x="380" y="146"/>
                  </a:cubicBezTo>
                  <a:cubicBezTo>
                    <a:pt x="435" y="81"/>
                    <a:pt x="376" y="1"/>
                    <a:pt x="3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27"/>
            <p:cNvSpPr/>
            <p:nvPr/>
          </p:nvSpPr>
          <p:spPr>
            <a:xfrm>
              <a:off x="1519710" y="3510869"/>
              <a:ext cx="26737" cy="41483"/>
            </a:xfrm>
            <a:custGeom>
              <a:avLst/>
              <a:gdLst/>
              <a:ahLst/>
              <a:cxnLst/>
              <a:rect l="l" t="t" r="r" b="b"/>
              <a:pathLst>
                <a:path w="437" h="678" extrusionOk="0">
                  <a:moveTo>
                    <a:pt x="314" y="1"/>
                  </a:moveTo>
                  <a:cubicBezTo>
                    <a:pt x="292" y="1"/>
                    <a:pt x="269" y="10"/>
                    <a:pt x="250" y="33"/>
                  </a:cubicBezTo>
                  <a:cubicBezTo>
                    <a:pt x="238" y="46"/>
                    <a:pt x="0" y="326"/>
                    <a:pt x="49" y="607"/>
                  </a:cubicBezTo>
                  <a:cubicBezTo>
                    <a:pt x="59" y="647"/>
                    <a:pt x="93" y="678"/>
                    <a:pt x="136" y="678"/>
                  </a:cubicBezTo>
                  <a:lnTo>
                    <a:pt x="151" y="678"/>
                  </a:lnTo>
                  <a:cubicBezTo>
                    <a:pt x="197" y="669"/>
                    <a:pt x="228" y="622"/>
                    <a:pt x="219" y="576"/>
                  </a:cubicBezTo>
                  <a:cubicBezTo>
                    <a:pt x="182" y="376"/>
                    <a:pt x="379" y="147"/>
                    <a:pt x="379" y="144"/>
                  </a:cubicBezTo>
                  <a:cubicBezTo>
                    <a:pt x="437" y="80"/>
                    <a:pt x="378" y="1"/>
                    <a:pt x="3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27"/>
            <p:cNvSpPr/>
            <p:nvPr/>
          </p:nvSpPr>
          <p:spPr>
            <a:xfrm>
              <a:off x="1486855" y="3530754"/>
              <a:ext cx="26615" cy="41422"/>
            </a:xfrm>
            <a:custGeom>
              <a:avLst/>
              <a:gdLst/>
              <a:ahLst/>
              <a:cxnLst/>
              <a:rect l="l" t="t" r="r" b="b"/>
              <a:pathLst>
                <a:path w="435" h="677" extrusionOk="0">
                  <a:moveTo>
                    <a:pt x="313" y="1"/>
                  </a:moveTo>
                  <a:cubicBezTo>
                    <a:pt x="292" y="1"/>
                    <a:pt x="269" y="10"/>
                    <a:pt x="250" y="32"/>
                  </a:cubicBezTo>
                  <a:cubicBezTo>
                    <a:pt x="241" y="45"/>
                    <a:pt x="0" y="325"/>
                    <a:pt x="53" y="606"/>
                  </a:cubicBezTo>
                  <a:cubicBezTo>
                    <a:pt x="59" y="649"/>
                    <a:pt x="93" y="677"/>
                    <a:pt x="136" y="677"/>
                  </a:cubicBezTo>
                  <a:lnTo>
                    <a:pt x="152" y="677"/>
                  </a:lnTo>
                  <a:cubicBezTo>
                    <a:pt x="198" y="668"/>
                    <a:pt x="229" y="624"/>
                    <a:pt x="219" y="578"/>
                  </a:cubicBezTo>
                  <a:cubicBezTo>
                    <a:pt x="182" y="375"/>
                    <a:pt x="377" y="146"/>
                    <a:pt x="380" y="143"/>
                  </a:cubicBezTo>
                  <a:cubicBezTo>
                    <a:pt x="435" y="79"/>
                    <a:pt x="377" y="1"/>
                    <a:pt x="3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27"/>
            <p:cNvSpPr/>
            <p:nvPr/>
          </p:nvSpPr>
          <p:spPr>
            <a:xfrm>
              <a:off x="1663675" y="2783578"/>
              <a:ext cx="609393" cy="269455"/>
            </a:xfrm>
            <a:custGeom>
              <a:avLst/>
              <a:gdLst/>
              <a:ahLst/>
              <a:cxnLst/>
              <a:rect l="l" t="t" r="r" b="b"/>
              <a:pathLst>
                <a:path w="9960" h="4404" extrusionOk="0">
                  <a:moveTo>
                    <a:pt x="4435" y="1"/>
                  </a:moveTo>
                  <a:cubicBezTo>
                    <a:pt x="3955" y="1"/>
                    <a:pt x="3478" y="90"/>
                    <a:pt x="3017" y="299"/>
                  </a:cubicBezTo>
                  <a:cubicBezTo>
                    <a:pt x="1401" y="1036"/>
                    <a:pt x="0" y="4404"/>
                    <a:pt x="0" y="4404"/>
                  </a:cubicBezTo>
                  <a:cubicBezTo>
                    <a:pt x="2099" y="2411"/>
                    <a:pt x="4212" y="1838"/>
                    <a:pt x="5948" y="1838"/>
                  </a:cubicBezTo>
                  <a:cubicBezTo>
                    <a:pt x="8299" y="1838"/>
                    <a:pt x="9960" y="2890"/>
                    <a:pt x="9960" y="2890"/>
                  </a:cubicBezTo>
                  <a:cubicBezTo>
                    <a:pt x="9960" y="2890"/>
                    <a:pt x="7169" y="1"/>
                    <a:pt x="4435" y="1"/>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27"/>
            <p:cNvSpPr/>
            <p:nvPr/>
          </p:nvSpPr>
          <p:spPr>
            <a:xfrm>
              <a:off x="1472783" y="2625908"/>
              <a:ext cx="729130" cy="319809"/>
            </a:xfrm>
            <a:custGeom>
              <a:avLst/>
              <a:gdLst/>
              <a:ahLst/>
              <a:cxnLst/>
              <a:rect l="l" t="t" r="r" b="b"/>
              <a:pathLst>
                <a:path w="11917" h="5227" extrusionOk="0">
                  <a:moveTo>
                    <a:pt x="5406" y="1"/>
                  </a:moveTo>
                  <a:cubicBezTo>
                    <a:pt x="5227" y="1"/>
                    <a:pt x="5051" y="10"/>
                    <a:pt x="4878" y="29"/>
                  </a:cubicBezTo>
                  <a:cubicBezTo>
                    <a:pt x="1911" y="360"/>
                    <a:pt x="0" y="5227"/>
                    <a:pt x="335" y="5227"/>
                  </a:cubicBezTo>
                  <a:cubicBezTo>
                    <a:pt x="341" y="5227"/>
                    <a:pt x="347" y="5226"/>
                    <a:pt x="354" y="5223"/>
                  </a:cubicBezTo>
                  <a:cubicBezTo>
                    <a:pt x="773" y="5056"/>
                    <a:pt x="3453" y="2123"/>
                    <a:pt x="5298" y="1620"/>
                  </a:cubicBezTo>
                  <a:cubicBezTo>
                    <a:pt x="5588" y="1541"/>
                    <a:pt x="5952" y="1508"/>
                    <a:pt x="6359" y="1508"/>
                  </a:cubicBezTo>
                  <a:cubicBezTo>
                    <a:pt x="8528" y="1508"/>
                    <a:pt x="11917" y="2459"/>
                    <a:pt x="11917" y="2459"/>
                  </a:cubicBezTo>
                  <a:cubicBezTo>
                    <a:pt x="11917" y="2459"/>
                    <a:pt x="8342" y="1"/>
                    <a:pt x="5406" y="1"/>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27"/>
            <p:cNvSpPr/>
            <p:nvPr/>
          </p:nvSpPr>
          <p:spPr>
            <a:xfrm>
              <a:off x="1093996" y="2610122"/>
              <a:ext cx="144211" cy="135523"/>
            </a:xfrm>
            <a:custGeom>
              <a:avLst/>
              <a:gdLst/>
              <a:ahLst/>
              <a:cxnLst/>
              <a:rect l="l" t="t" r="r" b="b"/>
              <a:pathLst>
                <a:path w="2357" h="2215" extrusionOk="0">
                  <a:moveTo>
                    <a:pt x="519" y="0"/>
                  </a:moveTo>
                  <a:cubicBezTo>
                    <a:pt x="197" y="0"/>
                    <a:pt x="0" y="88"/>
                    <a:pt x="96" y="120"/>
                  </a:cubicBezTo>
                  <a:cubicBezTo>
                    <a:pt x="348" y="204"/>
                    <a:pt x="1394" y="2215"/>
                    <a:pt x="1394" y="2215"/>
                  </a:cubicBezTo>
                  <a:cubicBezTo>
                    <a:pt x="1687" y="2215"/>
                    <a:pt x="2356" y="1292"/>
                    <a:pt x="2356" y="1292"/>
                  </a:cubicBezTo>
                  <a:cubicBezTo>
                    <a:pt x="1891" y="230"/>
                    <a:pt x="1040" y="0"/>
                    <a:pt x="519" y="0"/>
                  </a:cubicBezTo>
                  <a:close/>
                </a:path>
              </a:pathLst>
            </a:custGeom>
            <a:solidFill>
              <a:srgbClr val="8C8E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27"/>
            <p:cNvSpPr/>
            <p:nvPr/>
          </p:nvSpPr>
          <p:spPr>
            <a:xfrm>
              <a:off x="1002099" y="2684032"/>
              <a:ext cx="164402" cy="144639"/>
            </a:xfrm>
            <a:custGeom>
              <a:avLst/>
              <a:gdLst/>
              <a:ahLst/>
              <a:cxnLst/>
              <a:rect l="l" t="t" r="r" b="b"/>
              <a:pathLst>
                <a:path w="2687" h="2364" extrusionOk="0">
                  <a:moveTo>
                    <a:pt x="610" y="0"/>
                  </a:moveTo>
                  <a:cubicBezTo>
                    <a:pt x="0" y="0"/>
                    <a:pt x="1417" y="1618"/>
                    <a:pt x="1542" y="2364"/>
                  </a:cubicBezTo>
                  <a:cubicBezTo>
                    <a:pt x="1542" y="2364"/>
                    <a:pt x="2686" y="1466"/>
                    <a:pt x="2603" y="1257"/>
                  </a:cubicBezTo>
                  <a:cubicBezTo>
                    <a:pt x="2603" y="1257"/>
                    <a:pt x="1305" y="41"/>
                    <a:pt x="635" y="1"/>
                  </a:cubicBezTo>
                  <a:cubicBezTo>
                    <a:pt x="627" y="1"/>
                    <a:pt x="618" y="0"/>
                    <a:pt x="610" y="0"/>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27"/>
            <p:cNvSpPr/>
            <p:nvPr/>
          </p:nvSpPr>
          <p:spPr>
            <a:xfrm>
              <a:off x="954804" y="2760818"/>
              <a:ext cx="129771" cy="139867"/>
            </a:xfrm>
            <a:custGeom>
              <a:avLst/>
              <a:gdLst/>
              <a:ahLst/>
              <a:cxnLst/>
              <a:rect l="l" t="t" r="r" b="b"/>
              <a:pathLst>
                <a:path w="2121" h="2286" extrusionOk="0">
                  <a:moveTo>
                    <a:pt x="226" y="1"/>
                  </a:moveTo>
                  <a:cubicBezTo>
                    <a:pt x="1" y="1"/>
                    <a:pt x="919" y="2241"/>
                    <a:pt x="1044" y="2284"/>
                  </a:cubicBezTo>
                  <a:cubicBezTo>
                    <a:pt x="1047" y="2285"/>
                    <a:pt x="1051" y="2285"/>
                    <a:pt x="1055" y="2285"/>
                  </a:cubicBezTo>
                  <a:cubicBezTo>
                    <a:pt x="1203" y="2285"/>
                    <a:pt x="1874" y="1544"/>
                    <a:pt x="2121" y="1217"/>
                  </a:cubicBezTo>
                  <a:cubicBezTo>
                    <a:pt x="2121" y="1217"/>
                    <a:pt x="486" y="45"/>
                    <a:pt x="233" y="2"/>
                  </a:cubicBezTo>
                  <a:cubicBezTo>
                    <a:pt x="231" y="1"/>
                    <a:pt x="229" y="1"/>
                    <a:pt x="226" y="1"/>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27"/>
            <p:cNvSpPr/>
            <p:nvPr/>
          </p:nvSpPr>
          <p:spPr>
            <a:xfrm>
              <a:off x="884504" y="3345122"/>
              <a:ext cx="112885" cy="138582"/>
            </a:xfrm>
            <a:custGeom>
              <a:avLst/>
              <a:gdLst/>
              <a:ahLst/>
              <a:cxnLst/>
              <a:rect l="l" t="t" r="r" b="b"/>
              <a:pathLst>
                <a:path w="1845" h="2265" extrusionOk="0">
                  <a:moveTo>
                    <a:pt x="1552" y="0"/>
                  </a:moveTo>
                  <a:cubicBezTo>
                    <a:pt x="1259" y="0"/>
                    <a:pt x="0" y="1533"/>
                    <a:pt x="188" y="1765"/>
                  </a:cubicBezTo>
                  <a:cubicBezTo>
                    <a:pt x="469" y="2110"/>
                    <a:pt x="1777" y="2264"/>
                    <a:pt x="1777" y="2264"/>
                  </a:cubicBezTo>
                  <a:cubicBezTo>
                    <a:pt x="1777" y="2264"/>
                    <a:pt x="1845" y="0"/>
                    <a:pt x="1552" y="0"/>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493;p27"/>
            <p:cNvSpPr/>
            <p:nvPr/>
          </p:nvSpPr>
          <p:spPr>
            <a:xfrm>
              <a:off x="775170" y="3316917"/>
              <a:ext cx="122246" cy="115454"/>
            </a:xfrm>
            <a:custGeom>
              <a:avLst/>
              <a:gdLst/>
              <a:ahLst/>
              <a:cxnLst/>
              <a:rect l="l" t="t" r="r" b="b"/>
              <a:pathLst>
                <a:path w="1998" h="1887" extrusionOk="0">
                  <a:moveTo>
                    <a:pt x="1770" y="0"/>
                  </a:moveTo>
                  <a:cubicBezTo>
                    <a:pt x="1501" y="0"/>
                    <a:pt x="0" y="823"/>
                    <a:pt x="205" y="1109"/>
                  </a:cubicBezTo>
                  <a:cubicBezTo>
                    <a:pt x="461" y="1467"/>
                    <a:pt x="1371" y="1886"/>
                    <a:pt x="1371" y="1886"/>
                  </a:cubicBezTo>
                  <a:cubicBezTo>
                    <a:pt x="1371" y="1886"/>
                    <a:pt x="1997" y="45"/>
                    <a:pt x="1787" y="2"/>
                  </a:cubicBezTo>
                  <a:cubicBezTo>
                    <a:pt x="1782" y="1"/>
                    <a:pt x="1776" y="0"/>
                    <a:pt x="1770" y="0"/>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27"/>
            <p:cNvSpPr/>
            <p:nvPr/>
          </p:nvSpPr>
          <p:spPr>
            <a:xfrm>
              <a:off x="708541" y="3267480"/>
              <a:ext cx="142804" cy="80335"/>
            </a:xfrm>
            <a:custGeom>
              <a:avLst/>
              <a:gdLst/>
              <a:ahLst/>
              <a:cxnLst/>
              <a:rect l="l" t="t" r="r" b="b"/>
              <a:pathLst>
                <a:path w="2334" h="1313" extrusionOk="0">
                  <a:moveTo>
                    <a:pt x="1068" y="0"/>
                  </a:moveTo>
                  <a:cubicBezTo>
                    <a:pt x="538" y="0"/>
                    <a:pt x="0" y="39"/>
                    <a:pt x="48" y="134"/>
                  </a:cubicBezTo>
                  <a:cubicBezTo>
                    <a:pt x="134" y="301"/>
                    <a:pt x="366" y="1103"/>
                    <a:pt x="699" y="1313"/>
                  </a:cubicBezTo>
                  <a:cubicBezTo>
                    <a:pt x="699" y="1313"/>
                    <a:pt x="2334" y="141"/>
                    <a:pt x="1997" y="57"/>
                  </a:cubicBezTo>
                  <a:cubicBezTo>
                    <a:pt x="1855" y="22"/>
                    <a:pt x="1464" y="0"/>
                    <a:pt x="1068" y="0"/>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27"/>
            <p:cNvSpPr/>
            <p:nvPr/>
          </p:nvSpPr>
          <p:spPr>
            <a:xfrm>
              <a:off x="1763465" y="2946510"/>
              <a:ext cx="605233" cy="214817"/>
            </a:xfrm>
            <a:custGeom>
              <a:avLst/>
              <a:gdLst/>
              <a:ahLst/>
              <a:cxnLst/>
              <a:rect l="l" t="t" r="r" b="b"/>
              <a:pathLst>
                <a:path w="9892" h="3511" extrusionOk="0">
                  <a:moveTo>
                    <a:pt x="4794" y="1"/>
                  </a:moveTo>
                  <a:cubicBezTo>
                    <a:pt x="4432" y="1"/>
                    <a:pt x="4050" y="35"/>
                    <a:pt x="3647" y="109"/>
                  </a:cubicBezTo>
                  <a:cubicBezTo>
                    <a:pt x="1386" y="529"/>
                    <a:pt x="44" y="3459"/>
                    <a:pt x="44" y="3459"/>
                  </a:cubicBezTo>
                  <a:cubicBezTo>
                    <a:pt x="9" y="3494"/>
                    <a:pt x="0" y="3510"/>
                    <a:pt x="14" y="3510"/>
                  </a:cubicBezTo>
                  <a:cubicBezTo>
                    <a:pt x="169" y="3510"/>
                    <a:pt x="3078" y="1582"/>
                    <a:pt x="4486" y="1531"/>
                  </a:cubicBezTo>
                  <a:cubicBezTo>
                    <a:pt x="4540" y="1529"/>
                    <a:pt x="4594" y="1528"/>
                    <a:pt x="4649" y="1528"/>
                  </a:cubicBezTo>
                  <a:cubicBezTo>
                    <a:pt x="6865" y="1528"/>
                    <a:pt x="9725" y="3051"/>
                    <a:pt x="9883" y="3051"/>
                  </a:cubicBezTo>
                  <a:cubicBezTo>
                    <a:pt x="9891" y="3051"/>
                    <a:pt x="9892" y="3047"/>
                    <a:pt x="9886" y="3039"/>
                  </a:cubicBezTo>
                  <a:cubicBezTo>
                    <a:pt x="9775" y="2889"/>
                    <a:pt x="8146" y="1"/>
                    <a:pt x="4794" y="1"/>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27"/>
            <p:cNvSpPr/>
            <p:nvPr/>
          </p:nvSpPr>
          <p:spPr>
            <a:xfrm>
              <a:off x="1183018" y="3046852"/>
              <a:ext cx="28573" cy="51701"/>
            </a:xfrm>
            <a:custGeom>
              <a:avLst/>
              <a:gdLst/>
              <a:ahLst/>
              <a:cxnLst/>
              <a:rect l="l" t="t" r="r" b="b"/>
              <a:pathLst>
                <a:path w="467" h="845" extrusionOk="0">
                  <a:moveTo>
                    <a:pt x="343" y="1"/>
                  </a:moveTo>
                  <a:cubicBezTo>
                    <a:pt x="323" y="1"/>
                    <a:pt x="303" y="9"/>
                    <a:pt x="284" y="27"/>
                  </a:cubicBezTo>
                  <a:cubicBezTo>
                    <a:pt x="272" y="39"/>
                    <a:pt x="1" y="314"/>
                    <a:pt x="118" y="780"/>
                  </a:cubicBezTo>
                  <a:cubicBezTo>
                    <a:pt x="127" y="817"/>
                    <a:pt x="161" y="844"/>
                    <a:pt x="201" y="844"/>
                  </a:cubicBezTo>
                  <a:cubicBezTo>
                    <a:pt x="207" y="844"/>
                    <a:pt x="217" y="844"/>
                    <a:pt x="223" y="841"/>
                  </a:cubicBezTo>
                  <a:cubicBezTo>
                    <a:pt x="269" y="829"/>
                    <a:pt x="297" y="783"/>
                    <a:pt x="284" y="736"/>
                  </a:cubicBezTo>
                  <a:cubicBezTo>
                    <a:pt x="192" y="369"/>
                    <a:pt x="395" y="160"/>
                    <a:pt x="405" y="150"/>
                  </a:cubicBezTo>
                  <a:cubicBezTo>
                    <a:pt x="467" y="88"/>
                    <a:pt x="409" y="1"/>
                    <a:pt x="3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27"/>
            <p:cNvSpPr/>
            <p:nvPr/>
          </p:nvSpPr>
          <p:spPr>
            <a:xfrm>
              <a:off x="1200394" y="2977700"/>
              <a:ext cx="28941" cy="51885"/>
            </a:xfrm>
            <a:custGeom>
              <a:avLst/>
              <a:gdLst/>
              <a:ahLst/>
              <a:cxnLst/>
              <a:rect l="l" t="t" r="r" b="b"/>
              <a:pathLst>
                <a:path w="473" h="848" extrusionOk="0">
                  <a:moveTo>
                    <a:pt x="347" y="0"/>
                  </a:moveTo>
                  <a:cubicBezTo>
                    <a:pt x="325" y="0"/>
                    <a:pt x="303" y="9"/>
                    <a:pt x="284" y="30"/>
                  </a:cubicBezTo>
                  <a:cubicBezTo>
                    <a:pt x="272" y="43"/>
                    <a:pt x="0" y="317"/>
                    <a:pt x="118" y="783"/>
                  </a:cubicBezTo>
                  <a:cubicBezTo>
                    <a:pt x="130" y="820"/>
                    <a:pt x="164" y="848"/>
                    <a:pt x="201" y="848"/>
                  </a:cubicBezTo>
                  <a:cubicBezTo>
                    <a:pt x="210" y="848"/>
                    <a:pt x="216" y="845"/>
                    <a:pt x="223" y="845"/>
                  </a:cubicBezTo>
                  <a:cubicBezTo>
                    <a:pt x="269" y="832"/>
                    <a:pt x="297" y="786"/>
                    <a:pt x="284" y="740"/>
                  </a:cubicBezTo>
                  <a:cubicBezTo>
                    <a:pt x="192" y="373"/>
                    <a:pt x="395" y="160"/>
                    <a:pt x="404" y="151"/>
                  </a:cubicBezTo>
                  <a:cubicBezTo>
                    <a:pt x="473" y="90"/>
                    <a:pt x="414" y="0"/>
                    <a:pt x="3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27"/>
            <p:cNvSpPr/>
            <p:nvPr/>
          </p:nvSpPr>
          <p:spPr>
            <a:xfrm>
              <a:off x="1237594" y="2962832"/>
              <a:ext cx="28696" cy="51640"/>
            </a:xfrm>
            <a:custGeom>
              <a:avLst/>
              <a:gdLst/>
              <a:ahLst/>
              <a:cxnLst/>
              <a:rect l="l" t="t" r="r" b="b"/>
              <a:pathLst>
                <a:path w="469" h="844" extrusionOk="0">
                  <a:moveTo>
                    <a:pt x="345" y="0"/>
                  </a:moveTo>
                  <a:cubicBezTo>
                    <a:pt x="324" y="0"/>
                    <a:pt x="303" y="8"/>
                    <a:pt x="284" y="27"/>
                  </a:cubicBezTo>
                  <a:cubicBezTo>
                    <a:pt x="275" y="39"/>
                    <a:pt x="0" y="313"/>
                    <a:pt x="120" y="779"/>
                  </a:cubicBezTo>
                  <a:cubicBezTo>
                    <a:pt x="130" y="816"/>
                    <a:pt x="164" y="844"/>
                    <a:pt x="204" y="844"/>
                  </a:cubicBezTo>
                  <a:cubicBezTo>
                    <a:pt x="210" y="844"/>
                    <a:pt x="216" y="841"/>
                    <a:pt x="222" y="841"/>
                  </a:cubicBezTo>
                  <a:cubicBezTo>
                    <a:pt x="268" y="828"/>
                    <a:pt x="296" y="782"/>
                    <a:pt x="284" y="736"/>
                  </a:cubicBezTo>
                  <a:cubicBezTo>
                    <a:pt x="191" y="369"/>
                    <a:pt x="398" y="156"/>
                    <a:pt x="407" y="150"/>
                  </a:cubicBezTo>
                  <a:cubicBezTo>
                    <a:pt x="469" y="86"/>
                    <a:pt x="412" y="0"/>
                    <a:pt x="3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27"/>
            <p:cNvSpPr/>
            <p:nvPr/>
          </p:nvSpPr>
          <p:spPr>
            <a:xfrm>
              <a:off x="1227927" y="2915353"/>
              <a:ext cx="33162" cy="47602"/>
            </a:xfrm>
            <a:custGeom>
              <a:avLst/>
              <a:gdLst/>
              <a:ahLst/>
              <a:cxnLst/>
              <a:rect l="l" t="t" r="r" b="b"/>
              <a:pathLst>
                <a:path w="542" h="778" extrusionOk="0">
                  <a:moveTo>
                    <a:pt x="418" y="1"/>
                  </a:moveTo>
                  <a:cubicBezTo>
                    <a:pt x="404" y="1"/>
                    <a:pt x="389" y="5"/>
                    <a:pt x="374" y="13"/>
                  </a:cubicBezTo>
                  <a:cubicBezTo>
                    <a:pt x="362" y="19"/>
                    <a:pt x="22" y="210"/>
                    <a:pt x="4" y="688"/>
                  </a:cubicBezTo>
                  <a:cubicBezTo>
                    <a:pt x="1" y="738"/>
                    <a:pt x="38" y="775"/>
                    <a:pt x="87" y="778"/>
                  </a:cubicBezTo>
                  <a:lnTo>
                    <a:pt x="90" y="778"/>
                  </a:lnTo>
                  <a:cubicBezTo>
                    <a:pt x="136" y="778"/>
                    <a:pt x="173" y="741"/>
                    <a:pt x="173" y="695"/>
                  </a:cubicBezTo>
                  <a:cubicBezTo>
                    <a:pt x="186" y="318"/>
                    <a:pt x="445" y="170"/>
                    <a:pt x="457" y="164"/>
                  </a:cubicBezTo>
                  <a:cubicBezTo>
                    <a:pt x="541" y="117"/>
                    <a:pt x="496" y="1"/>
                    <a:pt x="4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27"/>
            <p:cNvSpPr/>
            <p:nvPr/>
          </p:nvSpPr>
          <p:spPr>
            <a:xfrm>
              <a:off x="1811616" y="2544947"/>
              <a:ext cx="56902" cy="16092"/>
            </a:xfrm>
            <a:custGeom>
              <a:avLst/>
              <a:gdLst/>
              <a:ahLst/>
              <a:cxnLst/>
              <a:rect l="l" t="t" r="r" b="b"/>
              <a:pathLst>
                <a:path w="930" h="263" extrusionOk="0">
                  <a:moveTo>
                    <a:pt x="481" y="1"/>
                  </a:moveTo>
                  <a:cubicBezTo>
                    <a:pt x="365" y="1"/>
                    <a:pt x="228" y="26"/>
                    <a:pt x="81" y="102"/>
                  </a:cubicBezTo>
                  <a:cubicBezTo>
                    <a:pt x="0" y="142"/>
                    <a:pt x="28" y="262"/>
                    <a:pt x="121" y="262"/>
                  </a:cubicBezTo>
                  <a:cubicBezTo>
                    <a:pt x="133" y="262"/>
                    <a:pt x="145" y="259"/>
                    <a:pt x="158" y="253"/>
                  </a:cubicBezTo>
                  <a:cubicBezTo>
                    <a:pt x="278" y="192"/>
                    <a:pt x="387" y="172"/>
                    <a:pt x="479" y="172"/>
                  </a:cubicBezTo>
                  <a:cubicBezTo>
                    <a:pt x="645" y="172"/>
                    <a:pt x="754" y="237"/>
                    <a:pt x="762" y="241"/>
                  </a:cubicBezTo>
                  <a:cubicBezTo>
                    <a:pt x="777" y="250"/>
                    <a:pt x="792" y="253"/>
                    <a:pt x="806" y="253"/>
                  </a:cubicBezTo>
                  <a:cubicBezTo>
                    <a:pt x="881" y="253"/>
                    <a:pt x="930" y="145"/>
                    <a:pt x="852" y="96"/>
                  </a:cubicBezTo>
                  <a:cubicBezTo>
                    <a:pt x="844" y="90"/>
                    <a:pt x="699" y="1"/>
                    <a:pt x="4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27"/>
            <p:cNvSpPr/>
            <p:nvPr/>
          </p:nvSpPr>
          <p:spPr>
            <a:xfrm>
              <a:off x="1891583" y="2558591"/>
              <a:ext cx="55189" cy="21292"/>
            </a:xfrm>
            <a:custGeom>
              <a:avLst/>
              <a:gdLst/>
              <a:ahLst/>
              <a:cxnLst/>
              <a:rect l="l" t="t" r="r" b="b"/>
              <a:pathLst>
                <a:path w="902" h="348" extrusionOk="0">
                  <a:moveTo>
                    <a:pt x="317" y="1"/>
                  </a:moveTo>
                  <a:cubicBezTo>
                    <a:pt x="251" y="1"/>
                    <a:pt x="178" y="8"/>
                    <a:pt x="100" y="27"/>
                  </a:cubicBezTo>
                  <a:cubicBezTo>
                    <a:pt x="1" y="56"/>
                    <a:pt x="26" y="195"/>
                    <a:pt x="119" y="195"/>
                  </a:cubicBezTo>
                  <a:cubicBezTo>
                    <a:pt x="125" y="195"/>
                    <a:pt x="131" y="195"/>
                    <a:pt x="137" y="194"/>
                  </a:cubicBezTo>
                  <a:cubicBezTo>
                    <a:pt x="202" y="178"/>
                    <a:pt x="262" y="171"/>
                    <a:pt x="317" y="171"/>
                  </a:cubicBezTo>
                  <a:cubicBezTo>
                    <a:pt x="572" y="171"/>
                    <a:pt x="716" y="313"/>
                    <a:pt x="726" y="323"/>
                  </a:cubicBezTo>
                  <a:cubicBezTo>
                    <a:pt x="741" y="339"/>
                    <a:pt x="763" y="348"/>
                    <a:pt x="788" y="348"/>
                  </a:cubicBezTo>
                  <a:cubicBezTo>
                    <a:pt x="865" y="348"/>
                    <a:pt x="902" y="255"/>
                    <a:pt x="849" y="203"/>
                  </a:cubicBezTo>
                  <a:cubicBezTo>
                    <a:pt x="839" y="193"/>
                    <a:pt x="649" y="1"/>
                    <a:pt x="3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2502;p27"/>
            <p:cNvSpPr/>
            <p:nvPr/>
          </p:nvSpPr>
          <p:spPr>
            <a:xfrm>
              <a:off x="1752758" y="2570583"/>
              <a:ext cx="56963" cy="16092"/>
            </a:xfrm>
            <a:custGeom>
              <a:avLst/>
              <a:gdLst/>
              <a:ahLst/>
              <a:cxnLst/>
              <a:rect l="l" t="t" r="r" b="b"/>
              <a:pathLst>
                <a:path w="931" h="263" extrusionOk="0">
                  <a:moveTo>
                    <a:pt x="477" y="0"/>
                  </a:moveTo>
                  <a:cubicBezTo>
                    <a:pt x="362" y="0"/>
                    <a:pt x="227" y="25"/>
                    <a:pt x="80" y="99"/>
                  </a:cubicBezTo>
                  <a:cubicBezTo>
                    <a:pt x="0" y="139"/>
                    <a:pt x="28" y="263"/>
                    <a:pt x="117" y="263"/>
                  </a:cubicBezTo>
                  <a:cubicBezTo>
                    <a:pt x="133" y="263"/>
                    <a:pt x="145" y="260"/>
                    <a:pt x="157" y="254"/>
                  </a:cubicBezTo>
                  <a:cubicBezTo>
                    <a:pt x="279" y="191"/>
                    <a:pt x="390" y="171"/>
                    <a:pt x="482" y="171"/>
                  </a:cubicBezTo>
                  <a:cubicBezTo>
                    <a:pt x="646" y="171"/>
                    <a:pt x="753" y="234"/>
                    <a:pt x="759" y="238"/>
                  </a:cubicBezTo>
                  <a:cubicBezTo>
                    <a:pt x="776" y="249"/>
                    <a:pt x="792" y="253"/>
                    <a:pt x="807" y="253"/>
                  </a:cubicBezTo>
                  <a:cubicBezTo>
                    <a:pt x="883" y="253"/>
                    <a:pt x="931" y="144"/>
                    <a:pt x="851" y="93"/>
                  </a:cubicBezTo>
                  <a:cubicBezTo>
                    <a:pt x="841" y="89"/>
                    <a:pt x="696" y="0"/>
                    <a:pt x="4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503;p27"/>
            <p:cNvSpPr/>
            <p:nvPr/>
          </p:nvSpPr>
          <p:spPr>
            <a:xfrm>
              <a:off x="1729508" y="2521881"/>
              <a:ext cx="57208" cy="16153"/>
            </a:xfrm>
            <a:custGeom>
              <a:avLst/>
              <a:gdLst/>
              <a:ahLst/>
              <a:cxnLst/>
              <a:rect l="l" t="t" r="r" b="b"/>
              <a:pathLst>
                <a:path w="935" h="264" extrusionOk="0">
                  <a:moveTo>
                    <a:pt x="480" y="1"/>
                  </a:moveTo>
                  <a:cubicBezTo>
                    <a:pt x="365" y="1"/>
                    <a:pt x="229" y="25"/>
                    <a:pt x="81" y="100"/>
                  </a:cubicBezTo>
                  <a:cubicBezTo>
                    <a:pt x="1" y="140"/>
                    <a:pt x="32" y="263"/>
                    <a:pt x="121" y="263"/>
                  </a:cubicBezTo>
                  <a:cubicBezTo>
                    <a:pt x="133" y="263"/>
                    <a:pt x="149" y="260"/>
                    <a:pt x="161" y="254"/>
                  </a:cubicBezTo>
                  <a:cubicBezTo>
                    <a:pt x="283" y="191"/>
                    <a:pt x="393" y="171"/>
                    <a:pt x="485" y="171"/>
                  </a:cubicBezTo>
                  <a:cubicBezTo>
                    <a:pt x="649" y="171"/>
                    <a:pt x="755" y="234"/>
                    <a:pt x="763" y="238"/>
                  </a:cubicBezTo>
                  <a:cubicBezTo>
                    <a:pt x="779" y="249"/>
                    <a:pt x="795" y="253"/>
                    <a:pt x="810" y="253"/>
                  </a:cubicBezTo>
                  <a:cubicBezTo>
                    <a:pt x="884" y="253"/>
                    <a:pt x="934" y="145"/>
                    <a:pt x="852" y="93"/>
                  </a:cubicBezTo>
                  <a:cubicBezTo>
                    <a:pt x="844" y="89"/>
                    <a:pt x="699" y="1"/>
                    <a:pt x="4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27"/>
            <p:cNvSpPr/>
            <p:nvPr/>
          </p:nvSpPr>
          <p:spPr>
            <a:xfrm>
              <a:off x="1698794" y="2547394"/>
              <a:ext cx="57024" cy="16275"/>
            </a:xfrm>
            <a:custGeom>
              <a:avLst/>
              <a:gdLst/>
              <a:ahLst/>
              <a:cxnLst/>
              <a:rect l="l" t="t" r="r" b="b"/>
              <a:pathLst>
                <a:path w="932" h="266" extrusionOk="0">
                  <a:moveTo>
                    <a:pt x="482" y="1"/>
                  </a:moveTo>
                  <a:cubicBezTo>
                    <a:pt x="366" y="1"/>
                    <a:pt x="229" y="26"/>
                    <a:pt x="80" y="102"/>
                  </a:cubicBezTo>
                  <a:cubicBezTo>
                    <a:pt x="0" y="142"/>
                    <a:pt x="31" y="266"/>
                    <a:pt x="120" y="266"/>
                  </a:cubicBezTo>
                  <a:cubicBezTo>
                    <a:pt x="133" y="266"/>
                    <a:pt x="148" y="262"/>
                    <a:pt x="160" y="256"/>
                  </a:cubicBezTo>
                  <a:cubicBezTo>
                    <a:pt x="282" y="194"/>
                    <a:pt x="392" y="174"/>
                    <a:pt x="485" y="174"/>
                  </a:cubicBezTo>
                  <a:cubicBezTo>
                    <a:pt x="648" y="174"/>
                    <a:pt x="754" y="237"/>
                    <a:pt x="762" y="241"/>
                  </a:cubicBezTo>
                  <a:cubicBezTo>
                    <a:pt x="778" y="251"/>
                    <a:pt x="793" y="255"/>
                    <a:pt x="808" y="255"/>
                  </a:cubicBezTo>
                  <a:cubicBezTo>
                    <a:pt x="882" y="255"/>
                    <a:pt x="931" y="147"/>
                    <a:pt x="851" y="96"/>
                  </a:cubicBezTo>
                  <a:cubicBezTo>
                    <a:pt x="843" y="90"/>
                    <a:pt x="700" y="1"/>
                    <a:pt x="48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27"/>
            <p:cNvSpPr/>
            <p:nvPr/>
          </p:nvSpPr>
          <p:spPr>
            <a:xfrm>
              <a:off x="1847470" y="2578170"/>
              <a:ext cx="57024" cy="16275"/>
            </a:xfrm>
            <a:custGeom>
              <a:avLst/>
              <a:gdLst/>
              <a:ahLst/>
              <a:cxnLst/>
              <a:rect l="l" t="t" r="r" b="b"/>
              <a:pathLst>
                <a:path w="932" h="266" extrusionOk="0">
                  <a:moveTo>
                    <a:pt x="481" y="1"/>
                  </a:moveTo>
                  <a:cubicBezTo>
                    <a:pt x="365" y="1"/>
                    <a:pt x="228" y="26"/>
                    <a:pt x="81" y="102"/>
                  </a:cubicBezTo>
                  <a:cubicBezTo>
                    <a:pt x="0" y="142"/>
                    <a:pt x="28" y="262"/>
                    <a:pt x="121" y="265"/>
                  </a:cubicBezTo>
                  <a:cubicBezTo>
                    <a:pt x="133" y="262"/>
                    <a:pt x="145" y="259"/>
                    <a:pt x="158" y="256"/>
                  </a:cubicBezTo>
                  <a:cubicBezTo>
                    <a:pt x="280" y="194"/>
                    <a:pt x="391" y="174"/>
                    <a:pt x="484" y="174"/>
                  </a:cubicBezTo>
                  <a:cubicBezTo>
                    <a:pt x="648" y="174"/>
                    <a:pt x="754" y="237"/>
                    <a:pt x="762" y="241"/>
                  </a:cubicBezTo>
                  <a:cubicBezTo>
                    <a:pt x="778" y="251"/>
                    <a:pt x="794" y="256"/>
                    <a:pt x="809" y="256"/>
                  </a:cubicBezTo>
                  <a:cubicBezTo>
                    <a:pt x="883" y="256"/>
                    <a:pt x="931" y="147"/>
                    <a:pt x="852" y="96"/>
                  </a:cubicBezTo>
                  <a:cubicBezTo>
                    <a:pt x="844" y="90"/>
                    <a:pt x="699" y="1"/>
                    <a:pt x="4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6" name="Google Shape;2506;p27"/>
            <p:cNvSpPr/>
            <p:nvPr/>
          </p:nvSpPr>
          <p:spPr>
            <a:xfrm>
              <a:off x="1228906" y="3025131"/>
              <a:ext cx="28940" cy="51884"/>
            </a:xfrm>
            <a:custGeom>
              <a:avLst/>
              <a:gdLst/>
              <a:ahLst/>
              <a:cxnLst/>
              <a:rect l="l" t="t" r="r" b="b"/>
              <a:pathLst>
                <a:path w="473" h="848" extrusionOk="0">
                  <a:moveTo>
                    <a:pt x="345" y="1"/>
                  </a:moveTo>
                  <a:cubicBezTo>
                    <a:pt x="324" y="1"/>
                    <a:pt x="303" y="9"/>
                    <a:pt x="284" y="30"/>
                  </a:cubicBezTo>
                  <a:cubicBezTo>
                    <a:pt x="272" y="43"/>
                    <a:pt x="0" y="317"/>
                    <a:pt x="117" y="783"/>
                  </a:cubicBezTo>
                  <a:cubicBezTo>
                    <a:pt x="127" y="820"/>
                    <a:pt x="161" y="848"/>
                    <a:pt x="201" y="848"/>
                  </a:cubicBezTo>
                  <a:cubicBezTo>
                    <a:pt x="207" y="848"/>
                    <a:pt x="216" y="848"/>
                    <a:pt x="222" y="845"/>
                  </a:cubicBezTo>
                  <a:cubicBezTo>
                    <a:pt x="268" y="832"/>
                    <a:pt x="296" y="786"/>
                    <a:pt x="284" y="740"/>
                  </a:cubicBezTo>
                  <a:cubicBezTo>
                    <a:pt x="191" y="376"/>
                    <a:pt x="395" y="163"/>
                    <a:pt x="404" y="154"/>
                  </a:cubicBezTo>
                  <a:cubicBezTo>
                    <a:pt x="473" y="92"/>
                    <a:pt x="413" y="1"/>
                    <a:pt x="3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27"/>
            <p:cNvSpPr/>
            <p:nvPr/>
          </p:nvSpPr>
          <p:spPr>
            <a:xfrm>
              <a:off x="1202658" y="3096533"/>
              <a:ext cx="28573" cy="51639"/>
            </a:xfrm>
            <a:custGeom>
              <a:avLst/>
              <a:gdLst/>
              <a:ahLst/>
              <a:cxnLst/>
              <a:rect l="l" t="t" r="r" b="b"/>
              <a:pathLst>
                <a:path w="467" h="844" extrusionOk="0">
                  <a:moveTo>
                    <a:pt x="343" y="0"/>
                  </a:moveTo>
                  <a:cubicBezTo>
                    <a:pt x="323" y="0"/>
                    <a:pt x="303" y="8"/>
                    <a:pt x="284" y="26"/>
                  </a:cubicBezTo>
                  <a:cubicBezTo>
                    <a:pt x="272" y="38"/>
                    <a:pt x="0" y="313"/>
                    <a:pt x="118" y="779"/>
                  </a:cubicBezTo>
                  <a:cubicBezTo>
                    <a:pt x="127" y="816"/>
                    <a:pt x="161" y="843"/>
                    <a:pt x="201" y="843"/>
                  </a:cubicBezTo>
                  <a:cubicBezTo>
                    <a:pt x="207" y="843"/>
                    <a:pt x="213" y="840"/>
                    <a:pt x="223" y="840"/>
                  </a:cubicBezTo>
                  <a:cubicBezTo>
                    <a:pt x="269" y="828"/>
                    <a:pt x="293" y="782"/>
                    <a:pt x="284" y="735"/>
                  </a:cubicBezTo>
                  <a:cubicBezTo>
                    <a:pt x="192" y="368"/>
                    <a:pt x="395" y="156"/>
                    <a:pt x="404" y="149"/>
                  </a:cubicBezTo>
                  <a:cubicBezTo>
                    <a:pt x="466" y="88"/>
                    <a:pt x="409" y="0"/>
                    <a:pt x="34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27"/>
            <p:cNvSpPr/>
            <p:nvPr/>
          </p:nvSpPr>
          <p:spPr>
            <a:xfrm>
              <a:off x="1170965" y="3136792"/>
              <a:ext cx="24780" cy="52496"/>
            </a:xfrm>
            <a:custGeom>
              <a:avLst/>
              <a:gdLst/>
              <a:ahLst/>
              <a:cxnLst/>
              <a:rect l="l" t="t" r="r" b="b"/>
              <a:pathLst>
                <a:path w="405" h="858" extrusionOk="0">
                  <a:moveTo>
                    <a:pt x="287" y="1"/>
                  </a:moveTo>
                  <a:cubicBezTo>
                    <a:pt x="262" y="1"/>
                    <a:pt x="237" y="12"/>
                    <a:pt x="219" y="40"/>
                  </a:cubicBezTo>
                  <a:cubicBezTo>
                    <a:pt x="210" y="56"/>
                    <a:pt x="0" y="380"/>
                    <a:pt x="210" y="812"/>
                  </a:cubicBezTo>
                  <a:cubicBezTo>
                    <a:pt x="225" y="839"/>
                    <a:pt x="256" y="858"/>
                    <a:pt x="287" y="858"/>
                  </a:cubicBezTo>
                  <a:cubicBezTo>
                    <a:pt x="352" y="858"/>
                    <a:pt x="392" y="790"/>
                    <a:pt x="364" y="734"/>
                  </a:cubicBezTo>
                  <a:cubicBezTo>
                    <a:pt x="198" y="395"/>
                    <a:pt x="355" y="145"/>
                    <a:pt x="361" y="136"/>
                  </a:cubicBezTo>
                  <a:cubicBezTo>
                    <a:pt x="405" y="68"/>
                    <a:pt x="347" y="1"/>
                    <a:pt x="2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27"/>
            <p:cNvSpPr/>
            <p:nvPr/>
          </p:nvSpPr>
          <p:spPr>
            <a:xfrm>
              <a:off x="1615462" y="3189899"/>
              <a:ext cx="69750" cy="71891"/>
            </a:xfrm>
            <a:custGeom>
              <a:avLst/>
              <a:gdLst/>
              <a:ahLst/>
              <a:cxnLst/>
              <a:rect l="l" t="t" r="r" b="b"/>
              <a:pathLst>
                <a:path w="1140" h="1175" extrusionOk="0">
                  <a:moveTo>
                    <a:pt x="708" y="0"/>
                  </a:moveTo>
                  <a:cubicBezTo>
                    <a:pt x="655" y="0"/>
                    <a:pt x="600" y="49"/>
                    <a:pt x="625" y="116"/>
                  </a:cubicBezTo>
                  <a:cubicBezTo>
                    <a:pt x="727" y="385"/>
                    <a:pt x="813" y="659"/>
                    <a:pt x="881" y="940"/>
                  </a:cubicBezTo>
                  <a:cubicBezTo>
                    <a:pt x="727" y="804"/>
                    <a:pt x="431" y="489"/>
                    <a:pt x="184" y="203"/>
                  </a:cubicBezTo>
                  <a:cubicBezTo>
                    <a:pt x="165" y="183"/>
                    <a:pt x="143" y="174"/>
                    <a:pt x="122" y="174"/>
                  </a:cubicBezTo>
                  <a:cubicBezTo>
                    <a:pt x="58" y="174"/>
                    <a:pt x="1" y="251"/>
                    <a:pt x="54" y="314"/>
                  </a:cubicBezTo>
                  <a:cubicBezTo>
                    <a:pt x="267" y="560"/>
                    <a:pt x="779" y="1134"/>
                    <a:pt x="927" y="1171"/>
                  </a:cubicBezTo>
                  <a:cubicBezTo>
                    <a:pt x="936" y="1174"/>
                    <a:pt x="946" y="1174"/>
                    <a:pt x="955" y="1174"/>
                  </a:cubicBezTo>
                  <a:cubicBezTo>
                    <a:pt x="983" y="1174"/>
                    <a:pt x="1010" y="1162"/>
                    <a:pt x="1032" y="1140"/>
                  </a:cubicBezTo>
                  <a:cubicBezTo>
                    <a:pt x="1063" y="1103"/>
                    <a:pt x="1140" y="1020"/>
                    <a:pt x="785" y="58"/>
                  </a:cubicBezTo>
                  <a:cubicBezTo>
                    <a:pt x="771" y="17"/>
                    <a:pt x="740" y="0"/>
                    <a:pt x="70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2510;p27"/>
            <p:cNvSpPr/>
            <p:nvPr/>
          </p:nvSpPr>
          <p:spPr>
            <a:xfrm>
              <a:off x="2436421" y="3208744"/>
              <a:ext cx="55616" cy="87004"/>
            </a:xfrm>
            <a:custGeom>
              <a:avLst/>
              <a:gdLst/>
              <a:ahLst/>
              <a:cxnLst/>
              <a:rect l="l" t="t" r="r" b="b"/>
              <a:pathLst>
                <a:path w="909" h="1422" extrusionOk="0">
                  <a:moveTo>
                    <a:pt x="421" y="1"/>
                  </a:moveTo>
                  <a:cubicBezTo>
                    <a:pt x="387" y="1"/>
                    <a:pt x="355" y="19"/>
                    <a:pt x="343" y="61"/>
                  </a:cubicBezTo>
                  <a:cubicBezTo>
                    <a:pt x="207" y="481"/>
                    <a:pt x="1" y="1205"/>
                    <a:pt x="139" y="1372"/>
                  </a:cubicBezTo>
                  <a:cubicBezTo>
                    <a:pt x="164" y="1403"/>
                    <a:pt x="201" y="1421"/>
                    <a:pt x="241" y="1421"/>
                  </a:cubicBezTo>
                  <a:cubicBezTo>
                    <a:pt x="247" y="1421"/>
                    <a:pt x="257" y="1418"/>
                    <a:pt x="263" y="1418"/>
                  </a:cubicBezTo>
                  <a:cubicBezTo>
                    <a:pt x="531" y="1381"/>
                    <a:pt x="787" y="638"/>
                    <a:pt x="886" y="320"/>
                  </a:cubicBezTo>
                  <a:cubicBezTo>
                    <a:pt x="908" y="253"/>
                    <a:pt x="854" y="207"/>
                    <a:pt x="802" y="207"/>
                  </a:cubicBezTo>
                  <a:cubicBezTo>
                    <a:pt x="768" y="207"/>
                    <a:pt x="734" y="226"/>
                    <a:pt x="722" y="271"/>
                  </a:cubicBezTo>
                  <a:cubicBezTo>
                    <a:pt x="577" y="740"/>
                    <a:pt x="371" y="1168"/>
                    <a:pt x="263" y="1239"/>
                  </a:cubicBezTo>
                  <a:cubicBezTo>
                    <a:pt x="235" y="1098"/>
                    <a:pt x="358" y="564"/>
                    <a:pt x="506" y="117"/>
                  </a:cubicBezTo>
                  <a:cubicBezTo>
                    <a:pt x="531" y="48"/>
                    <a:pt x="475" y="1"/>
                    <a:pt x="4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27"/>
            <p:cNvSpPr/>
            <p:nvPr/>
          </p:nvSpPr>
          <p:spPr>
            <a:xfrm>
              <a:off x="1196111" y="2365679"/>
              <a:ext cx="46256" cy="30042"/>
            </a:xfrm>
            <a:custGeom>
              <a:avLst/>
              <a:gdLst/>
              <a:ahLst/>
              <a:cxnLst/>
              <a:rect l="l" t="t" r="r" b="b"/>
              <a:pathLst>
                <a:path w="756" h="491" extrusionOk="0">
                  <a:moveTo>
                    <a:pt x="175" y="0"/>
                  </a:moveTo>
                  <a:cubicBezTo>
                    <a:pt x="152" y="0"/>
                    <a:pt x="130" y="1"/>
                    <a:pt x="111" y="3"/>
                  </a:cubicBezTo>
                  <a:cubicBezTo>
                    <a:pt x="0" y="12"/>
                    <a:pt x="11" y="173"/>
                    <a:pt x="115" y="173"/>
                  </a:cubicBezTo>
                  <a:cubicBezTo>
                    <a:pt x="118" y="173"/>
                    <a:pt x="122" y="173"/>
                    <a:pt x="126" y="173"/>
                  </a:cubicBezTo>
                  <a:cubicBezTo>
                    <a:pt x="127" y="173"/>
                    <a:pt x="142" y="172"/>
                    <a:pt x="165" y="172"/>
                  </a:cubicBezTo>
                  <a:cubicBezTo>
                    <a:pt x="264" y="172"/>
                    <a:pt x="519" y="194"/>
                    <a:pt x="576" y="426"/>
                  </a:cubicBezTo>
                  <a:cubicBezTo>
                    <a:pt x="586" y="463"/>
                    <a:pt x="623" y="491"/>
                    <a:pt x="660" y="491"/>
                  </a:cubicBezTo>
                  <a:cubicBezTo>
                    <a:pt x="669" y="491"/>
                    <a:pt x="675" y="487"/>
                    <a:pt x="681" y="487"/>
                  </a:cubicBezTo>
                  <a:cubicBezTo>
                    <a:pt x="727" y="475"/>
                    <a:pt x="755" y="429"/>
                    <a:pt x="743" y="383"/>
                  </a:cubicBezTo>
                  <a:cubicBezTo>
                    <a:pt x="666" y="77"/>
                    <a:pt x="368" y="0"/>
                    <a:pt x="17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27"/>
            <p:cNvSpPr/>
            <p:nvPr/>
          </p:nvSpPr>
          <p:spPr>
            <a:xfrm>
              <a:off x="1224194" y="2406488"/>
              <a:ext cx="36833" cy="42462"/>
            </a:xfrm>
            <a:custGeom>
              <a:avLst/>
              <a:gdLst/>
              <a:ahLst/>
              <a:cxnLst/>
              <a:rect l="l" t="t" r="r" b="b"/>
              <a:pathLst>
                <a:path w="602" h="694" extrusionOk="0">
                  <a:moveTo>
                    <a:pt x="97" y="1"/>
                  </a:moveTo>
                  <a:cubicBezTo>
                    <a:pt x="62" y="1"/>
                    <a:pt x="28" y="21"/>
                    <a:pt x="15" y="55"/>
                  </a:cubicBezTo>
                  <a:cubicBezTo>
                    <a:pt x="0" y="101"/>
                    <a:pt x="22" y="150"/>
                    <a:pt x="65" y="166"/>
                  </a:cubicBezTo>
                  <a:cubicBezTo>
                    <a:pt x="80" y="169"/>
                    <a:pt x="420" y="305"/>
                    <a:pt x="358" y="592"/>
                  </a:cubicBezTo>
                  <a:cubicBezTo>
                    <a:pt x="349" y="635"/>
                    <a:pt x="376" y="681"/>
                    <a:pt x="423" y="693"/>
                  </a:cubicBezTo>
                  <a:lnTo>
                    <a:pt x="441" y="693"/>
                  </a:lnTo>
                  <a:cubicBezTo>
                    <a:pt x="481" y="693"/>
                    <a:pt x="515" y="666"/>
                    <a:pt x="524" y="629"/>
                  </a:cubicBezTo>
                  <a:cubicBezTo>
                    <a:pt x="601" y="283"/>
                    <a:pt x="296" y="70"/>
                    <a:pt x="127" y="6"/>
                  </a:cubicBezTo>
                  <a:cubicBezTo>
                    <a:pt x="117" y="2"/>
                    <a:pt x="107" y="1"/>
                    <a:pt x="9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27"/>
            <p:cNvSpPr/>
            <p:nvPr/>
          </p:nvSpPr>
          <p:spPr>
            <a:xfrm>
              <a:off x="1136641" y="2333741"/>
              <a:ext cx="46256" cy="30103"/>
            </a:xfrm>
            <a:custGeom>
              <a:avLst/>
              <a:gdLst/>
              <a:ahLst/>
              <a:cxnLst/>
              <a:rect l="l" t="t" r="r" b="b"/>
              <a:pathLst>
                <a:path w="756" h="492" extrusionOk="0">
                  <a:moveTo>
                    <a:pt x="174" y="1"/>
                  </a:moveTo>
                  <a:cubicBezTo>
                    <a:pt x="151" y="1"/>
                    <a:pt x="130" y="2"/>
                    <a:pt x="111" y="4"/>
                  </a:cubicBezTo>
                  <a:cubicBezTo>
                    <a:pt x="1" y="16"/>
                    <a:pt x="14" y="174"/>
                    <a:pt x="118" y="174"/>
                  </a:cubicBezTo>
                  <a:cubicBezTo>
                    <a:pt x="122" y="174"/>
                    <a:pt x="125" y="174"/>
                    <a:pt x="129" y="174"/>
                  </a:cubicBezTo>
                  <a:cubicBezTo>
                    <a:pt x="130" y="174"/>
                    <a:pt x="144" y="172"/>
                    <a:pt x="167" y="172"/>
                  </a:cubicBezTo>
                  <a:cubicBezTo>
                    <a:pt x="264" y="172"/>
                    <a:pt x="520" y="195"/>
                    <a:pt x="580" y="427"/>
                  </a:cubicBezTo>
                  <a:cubicBezTo>
                    <a:pt x="589" y="464"/>
                    <a:pt x="623" y="491"/>
                    <a:pt x="660" y="491"/>
                  </a:cubicBezTo>
                  <a:cubicBezTo>
                    <a:pt x="669" y="491"/>
                    <a:pt x="675" y="491"/>
                    <a:pt x="682" y="488"/>
                  </a:cubicBezTo>
                  <a:cubicBezTo>
                    <a:pt x="728" y="476"/>
                    <a:pt x="756" y="430"/>
                    <a:pt x="743" y="383"/>
                  </a:cubicBezTo>
                  <a:cubicBezTo>
                    <a:pt x="669" y="80"/>
                    <a:pt x="367" y="1"/>
                    <a:pt x="1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27"/>
            <p:cNvSpPr/>
            <p:nvPr/>
          </p:nvSpPr>
          <p:spPr>
            <a:xfrm>
              <a:off x="1140802" y="2378099"/>
              <a:ext cx="46256" cy="30103"/>
            </a:xfrm>
            <a:custGeom>
              <a:avLst/>
              <a:gdLst/>
              <a:ahLst/>
              <a:cxnLst/>
              <a:rect l="l" t="t" r="r" b="b"/>
              <a:pathLst>
                <a:path w="756" h="492" extrusionOk="0">
                  <a:moveTo>
                    <a:pt x="176" y="1"/>
                  </a:moveTo>
                  <a:cubicBezTo>
                    <a:pt x="152" y="1"/>
                    <a:pt x="131" y="2"/>
                    <a:pt x="111" y="4"/>
                  </a:cubicBezTo>
                  <a:cubicBezTo>
                    <a:pt x="1" y="13"/>
                    <a:pt x="11" y="174"/>
                    <a:pt x="115" y="174"/>
                  </a:cubicBezTo>
                  <a:cubicBezTo>
                    <a:pt x="119" y="174"/>
                    <a:pt x="122" y="174"/>
                    <a:pt x="126" y="173"/>
                  </a:cubicBezTo>
                  <a:cubicBezTo>
                    <a:pt x="127" y="173"/>
                    <a:pt x="141" y="172"/>
                    <a:pt x="164" y="172"/>
                  </a:cubicBezTo>
                  <a:cubicBezTo>
                    <a:pt x="262" y="172"/>
                    <a:pt x="519" y="194"/>
                    <a:pt x="577" y="426"/>
                  </a:cubicBezTo>
                  <a:cubicBezTo>
                    <a:pt x="586" y="463"/>
                    <a:pt x="620" y="491"/>
                    <a:pt x="660" y="491"/>
                  </a:cubicBezTo>
                  <a:cubicBezTo>
                    <a:pt x="666" y="488"/>
                    <a:pt x="675" y="488"/>
                    <a:pt x="681" y="488"/>
                  </a:cubicBezTo>
                  <a:cubicBezTo>
                    <a:pt x="728" y="476"/>
                    <a:pt x="755" y="429"/>
                    <a:pt x="743" y="383"/>
                  </a:cubicBezTo>
                  <a:cubicBezTo>
                    <a:pt x="666" y="78"/>
                    <a:pt x="368" y="1"/>
                    <a:pt x="1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27"/>
            <p:cNvSpPr/>
            <p:nvPr/>
          </p:nvSpPr>
          <p:spPr>
            <a:xfrm>
              <a:off x="1088245" y="2345978"/>
              <a:ext cx="51824" cy="21048"/>
            </a:xfrm>
            <a:custGeom>
              <a:avLst/>
              <a:gdLst/>
              <a:ahLst/>
              <a:cxnLst/>
              <a:rect l="l" t="t" r="r" b="b"/>
              <a:pathLst>
                <a:path w="847" h="344" extrusionOk="0">
                  <a:moveTo>
                    <a:pt x="412" y="1"/>
                  </a:moveTo>
                  <a:cubicBezTo>
                    <a:pt x="286" y="1"/>
                    <a:pt x="167" y="38"/>
                    <a:pt x="91" y="75"/>
                  </a:cubicBezTo>
                  <a:cubicBezTo>
                    <a:pt x="1" y="120"/>
                    <a:pt x="45" y="240"/>
                    <a:pt x="125" y="240"/>
                  </a:cubicBezTo>
                  <a:cubicBezTo>
                    <a:pt x="139" y="240"/>
                    <a:pt x="153" y="237"/>
                    <a:pt x="168" y="230"/>
                  </a:cubicBezTo>
                  <a:cubicBezTo>
                    <a:pt x="170" y="230"/>
                    <a:pt x="284" y="173"/>
                    <a:pt x="412" y="173"/>
                  </a:cubicBezTo>
                  <a:cubicBezTo>
                    <a:pt x="505" y="173"/>
                    <a:pt x="606" y="203"/>
                    <a:pt x="677" y="304"/>
                  </a:cubicBezTo>
                  <a:cubicBezTo>
                    <a:pt x="692" y="328"/>
                    <a:pt x="720" y="341"/>
                    <a:pt x="748" y="344"/>
                  </a:cubicBezTo>
                  <a:cubicBezTo>
                    <a:pt x="766" y="341"/>
                    <a:pt x="782" y="334"/>
                    <a:pt x="797" y="322"/>
                  </a:cubicBezTo>
                  <a:cubicBezTo>
                    <a:pt x="837" y="294"/>
                    <a:pt x="846" y="242"/>
                    <a:pt x="819" y="205"/>
                  </a:cubicBezTo>
                  <a:cubicBezTo>
                    <a:pt x="710" y="50"/>
                    <a:pt x="556" y="1"/>
                    <a:pt x="4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16" name="Google Shape;2516;p27"/>
          <p:cNvGrpSpPr/>
          <p:nvPr/>
        </p:nvGrpSpPr>
        <p:grpSpPr>
          <a:xfrm>
            <a:off x="1356960" y="599573"/>
            <a:ext cx="1862318" cy="1690852"/>
            <a:chOff x="1356960" y="599573"/>
            <a:chExt cx="1862318" cy="1690852"/>
          </a:xfrm>
        </p:grpSpPr>
        <p:grpSp>
          <p:nvGrpSpPr>
            <p:cNvPr id="2517" name="Google Shape;2517;p27"/>
            <p:cNvGrpSpPr/>
            <p:nvPr/>
          </p:nvGrpSpPr>
          <p:grpSpPr>
            <a:xfrm>
              <a:off x="1356960" y="599573"/>
              <a:ext cx="1862318" cy="1690852"/>
              <a:chOff x="635396" y="-1744961"/>
              <a:chExt cx="1103989" cy="1002283"/>
            </a:xfrm>
          </p:grpSpPr>
          <p:sp>
            <p:nvSpPr>
              <p:cNvPr id="2518" name="Google Shape;2518;p27"/>
              <p:cNvSpPr/>
              <p:nvPr/>
            </p:nvSpPr>
            <p:spPr>
              <a:xfrm>
                <a:off x="650164" y="-1744897"/>
                <a:ext cx="1079729" cy="1002219"/>
              </a:xfrm>
              <a:custGeom>
                <a:avLst/>
                <a:gdLst/>
                <a:ahLst/>
                <a:cxnLst/>
                <a:rect l="l" t="t" r="r" b="b"/>
                <a:pathLst>
                  <a:path w="33558" h="31149" extrusionOk="0">
                    <a:moveTo>
                      <a:pt x="26128" y="23404"/>
                    </a:moveTo>
                    <a:lnTo>
                      <a:pt x="26128" y="23404"/>
                    </a:lnTo>
                    <a:cubicBezTo>
                      <a:pt x="25918" y="23515"/>
                      <a:pt x="25693" y="23626"/>
                      <a:pt x="25446" y="23731"/>
                    </a:cubicBezTo>
                    <a:cubicBezTo>
                      <a:pt x="25443" y="23722"/>
                      <a:pt x="25440" y="23713"/>
                      <a:pt x="25434" y="23706"/>
                    </a:cubicBezTo>
                    <a:cubicBezTo>
                      <a:pt x="25662" y="23611"/>
                      <a:pt x="25894" y="23512"/>
                      <a:pt x="26128" y="23404"/>
                    </a:cubicBezTo>
                    <a:close/>
                    <a:moveTo>
                      <a:pt x="21811" y="1"/>
                    </a:moveTo>
                    <a:cubicBezTo>
                      <a:pt x="20889" y="1"/>
                      <a:pt x="20414" y="2925"/>
                      <a:pt x="19407" y="3588"/>
                    </a:cubicBezTo>
                    <a:cubicBezTo>
                      <a:pt x="19391" y="3587"/>
                      <a:pt x="19373" y="3586"/>
                      <a:pt x="19354" y="3586"/>
                    </a:cubicBezTo>
                    <a:cubicBezTo>
                      <a:pt x="19103" y="3586"/>
                      <a:pt x="18608" y="3676"/>
                      <a:pt x="18281" y="3739"/>
                    </a:cubicBezTo>
                    <a:cubicBezTo>
                      <a:pt x="17988" y="3751"/>
                      <a:pt x="17705" y="3773"/>
                      <a:pt x="17424" y="3797"/>
                    </a:cubicBezTo>
                    <a:cubicBezTo>
                      <a:pt x="17032" y="3797"/>
                      <a:pt x="16320" y="3912"/>
                      <a:pt x="16320" y="3912"/>
                    </a:cubicBezTo>
                    <a:lnTo>
                      <a:pt x="16323" y="3930"/>
                    </a:lnTo>
                    <a:cubicBezTo>
                      <a:pt x="16200" y="3949"/>
                      <a:pt x="16079" y="3970"/>
                      <a:pt x="15962" y="3989"/>
                    </a:cubicBezTo>
                    <a:cubicBezTo>
                      <a:pt x="15953" y="3970"/>
                      <a:pt x="15944" y="3961"/>
                      <a:pt x="15934" y="3958"/>
                    </a:cubicBezTo>
                    <a:cubicBezTo>
                      <a:pt x="15925" y="3956"/>
                      <a:pt x="15914" y="3955"/>
                      <a:pt x="15900" y="3955"/>
                    </a:cubicBezTo>
                    <a:cubicBezTo>
                      <a:pt x="15726" y="3955"/>
                      <a:pt x="15196" y="4093"/>
                      <a:pt x="14793" y="4205"/>
                    </a:cubicBezTo>
                    <a:cubicBezTo>
                      <a:pt x="14500" y="4263"/>
                      <a:pt x="14219" y="4319"/>
                      <a:pt x="13951" y="4374"/>
                    </a:cubicBezTo>
                    <a:cubicBezTo>
                      <a:pt x="13948" y="4356"/>
                      <a:pt x="13948" y="4343"/>
                      <a:pt x="13948" y="4343"/>
                    </a:cubicBezTo>
                    <a:cubicBezTo>
                      <a:pt x="13948" y="4343"/>
                      <a:pt x="12832" y="4513"/>
                      <a:pt x="12468" y="4624"/>
                    </a:cubicBezTo>
                    <a:cubicBezTo>
                      <a:pt x="12438" y="4625"/>
                      <a:pt x="12409" y="4626"/>
                      <a:pt x="12379" y="4626"/>
                    </a:cubicBezTo>
                    <a:cubicBezTo>
                      <a:pt x="10937" y="4626"/>
                      <a:pt x="9790" y="2874"/>
                      <a:pt x="8683" y="2505"/>
                    </a:cubicBezTo>
                    <a:cubicBezTo>
                      <a:pt x="8646" y="2493"/>
                      <a:pt x="8610" y="2487"/>
                      <a:pt x="8574" y="2487"/>
                    </a:cubicBezTo>
                    <a:cubicBezTo>
                      <a:pt x="7512" y="2487"/>
                      <a:pt x="7345" y="7930"/>
                      <a:pt x="7345" y="7930"/>
                    </a:cubicBezTo>
                    <a:cubicBezTo>
                      <a:pt x="7135" y="8708"/>
                      <a:pt x="7045" y="9513"/>
                      <a:pt x="7086" y="10315"/>
                    </a:cubicBezTo>
                    <a:cubicBezTo>
                      <a:pt x="7092" y="11083"/>
                      <a:pt x="7215" y="11755"/>
                      <a:pt x="7428" y="12344"/>
                    </a:cubicBezTo>
                    <a:cubicBezTo>
                      <a:pt x="7295" y="12816"/>
                      <a:pt x="7184" y="13346"/>
                      <a:pt x="7061" y="13972"/>
                    </a:cubicBezTo>
                    <a:lnTo>
                      <a:pt x="7049" y="13960"/>
                    </a:lnTo>
                    <a:cubicBezTo>
                      <a:pt x="7049" y="14053"/>
                      <a:pt x="6870" y="14901"/>
                      <a:pt x="6774" y="15422"/>
                    </a:cubicBezTo>
                    <a:cubicBezTo>
                      <a:pt x="6681" y="15872"/>
                      <a:pt x="6577" y="16366"/>
                      <a:pt x="6453" y="16906"/>
                    </a:cubicBezTo>
                    <a:cubicBezTo>
                      <a:pt x="6438" y="16973"/>
                      <a:pt x="6419" y="17041"/>
                      <a:pt x="6398" y="17109"/>
                    </a:cubicBezTo>
                    <a:cubicBezTo>
                      <a:pt x="6250" y="17418"/>
                      <a:pt x="6068" y="17741"/>
                      <a:pt x="5991" y="17942"/>
                    </a:cubicBezTo>
                    <a:cubicBezTo>
                      <a:pt x="4427" y="20422"/>
                      <a:pt x="1" y="23117"/>
                      <a:pt x="3218" y="23457"/>
                    </a:cubicBezTo>
                    <a:cubicBezTo>
                      <a:pt x="4452" y="23586"/>
                      <a:pt x="6891" y="23929"/>
                      <a:pt x="9831" y="24188"/>
                    </a:cubicBezTo>
                    <a:lnTo>
                      <a:pt x="9824" y="24212"/>
                    </a:lnTo>
                    <a:cubicBezTo>
                      <a:pt x="9824" y="24212"/>
                      <a:pt x="10684" y="24348"/>
                      <a:pt x="11106" y="24348"/>
                    </a:cubicBezTo>
                    <a:cubicBezTo>
                      <a:pt x="11232" y="24348"/>
                      <a:pt x="11318" y="24336"/>
                      <a:pt x="11333" y="24305"/>
                    </a:cubicBezTo>
                    <a:cubicBezTo>
                      <a:pt x="12181" y="24366"/>
                      <a:pt x="13060" y="24419"/>
                      <a:pt x="13954" y="24453"/>
                    </a:cubicBezTo>
                    <a:cubicBezTo>
                      <a:pt x="14904" y="25042"/>
                      <a:pt x="15746" y="25372"/>
                      <a:pt x="16261" y="25394"/>
                    </a:cubicBezTo>
                    <a:lnTo>
                      <a:pt x="16314" y="25394"/>
                    </a:lnTo>
                    <a:cubicBezTo>
                      <a:pt x="16570" y="25394"/>
                      <a:pt x="16746" y="25316"/>
                      <a:pt x="16835" y="25168"/>
                    </a:cubicBezTo>
                    <a:cubicBezTo>
                      <a:pt x="16927" y="25020"/>
                      <a:pt x="16924" y="24798"/>
                      <a:pt x="16823" y="24518"/>
                    </a:cubicBezTo>
                    <a:lnTo>
                      <a:pt x="16823" y="24518"/>
                    </a:lnTo>
                    <a:cubicBezTo>
                      <a:pt x="17992" y="24737"/>
                      <a:pt x="19179" y="24848"/>
                      <a:pt x="20370" y="24857"/>
                    </a:cubicBezTo>
                    <a:cubicBezTo>
                      <a:pt x="20909" y="24857"/>
                      <a:pt x="21449" y="24829"/>
                      <a:pt x="21989" y="24774"/>
                    </a:cubicBezTo>
                    <a:lnTo>
                      <a:pt x="21989" y="24774"/>
                    </a:lnTo>
                    <a:cubicBezTo>
                      <a:pt x="22384" y="25674"/>
                      <a:pt x="22044" y="26652"/>
                      <a:pt x="19907" y="27463"/>
                    </a:cubicBezTo>
                    <a:cubicBezTo>
                      <a:pt x="19219" y="27725"/>
                      <a:pt x="18504" y="27892"/>
                      <a:pt x="17773" y="27957"/>
                    </a:cubicBezTo>
                    <a:lnTo>
                      <a:pt x="17776" y="27944"/>
                    </a:lnTo>
                    <a:lnTo>
                      <a:pt x="17776" y="27944"/>
                    </a:lnTo>
                    <a:cubicBezTo>
                      <a:pt x="17736" y="27958"/>
                      <a:pt x="17570" y="27962"/>
                      <a:pt x="17359" y="27962"/>
                    </a:cubicBezTo>
                    <a:cubicBezTo>
                      <a:pt x="16937" y="27962"/>
                      <a:pt x="16335" y="27944"/>
                      <a:pt x="16200" y="27944"/>
                    </a:cubicBezTo>
                    <a:cubicBezTo>
                      <a:pt x="16193" y="27944"/>
                      <a:pt x="16190" y="27947"/>
                      <a:pt x="16187" y="27950"/>
                    </a:cubicBezTo>
                    <a:cubicBezTo>
                      <a:pt x="16024" y="27935"/>
                      <a:pt x="15863" y="27917"/>
                      <a:pt x="15703" y="27895"/>
                    </a:cubicBezTo>
                    <a:cubicBezTo>
                      <a:pt x="15290" y="27805"/>
                      <a:pt x="14207" y="27580"/>
                      <a:pt x="14016" y="27543"/>
                    </a:cubicBezTo>
                    <a:cubicBezTo>
                      <a:pt x="14014" y="27542"/>
                      <a:pt x="14012" y="27542"/>
                      <a:pt x="14011" y="27542"/>
                    </a:cubicBezTo>
                    <a:cubicBezTo>
                      <a:pt x="14006" y="27542"/>
                      <a:pt x="14003" y="27544"/>
                      <a:pt x="14000" y="27546"/>
                    </a:cubicBezTo>
                    <a:cubicBezTo>
                      <a:pt x="13914" y="27525"/>
                      <a:pt x="13831" y="27503"/>
                      <a:pt x="13748" y="27482"/>
                    </a:cubicBezTo>
                    <a:cubicBezTo>
                      <a:pt x="13751" y="27469"/>
                      <a:pt x="13754" y="27463"/>
                      <a:pt x="13754" y="27463"/>
                    </a:cubicBezTo>
                    <a:cubicBezTo>
                      <a:pt x="13618" y="27442"/>
                      <a:pt x="13485" y="27411"/>
                      <a:pt x="13353" y="27374"/>
                    </a:cubicBezTo>
                    <a:lnTo>
                      <a:pt x="13322" y="27364"/>
                    </a:lnTo>
                    <a:cubicBezTo>
                      <a:pt x="12890" y="27247"/>
                      <a:pt x="12428" y="27071"/>
                      <a:pt x="12276" y="27056"/>
                    </a:cubicBezTo>
                    <a:cubicBezTo>
                      <a:pt x="12267" y="27056"/>
                      <a:pt x="12258" y="27059"/>
                      <a:pt x="12252" y="27068"/>
                    </a:cubicBezTo>
                    <a:cubicBezTo>
                      <a:pt x="11198" y="26780"/>
                      <a:pt x="10162" y="26536"/>
                      <a:pt x="9111" y="26536"/>
                    </a:cubicBezTo>
                    <a:cubicBezTo>
                      <a:pt x="7970" y="26536"/>
                      <a:pt x="6810" y="26824"/>
                      <a:pt x="5590" y="27654"/>
                    </a:cubicBezTo>
                    <a:cubicBezTo>
                      <a:pt x="1806" y="30228"/>
                      <a:pt x="2758" y="31142"/>
                      <a:pt x="4556" y="31142"/>
                    </a:cubicBezTo>
                    <a:cubicBezTo>
                      <a:pt x="4702" y="31142"/>
                      <a:pt x="4852" y="31136"/>
                      <a:pt x="5007" y="31124"/>
                    </a:cubicBezTo>
                    <a:cubicBezTo>
                      <a:pt x="5010" y="31133"/>
                      <a:pt x="5013" y="31140"/>
                      <a:pt x="5016" y="31140"/>
                    </a:cubicBezTo>
                    <a:cubicBezTo>
                      <a:pt x="5046" y="31145"/>
                      <a:pt x="5084" y="31148"/>
                      <a:pt x="5129" y="31148"/>
                    </a:cubicBezTo>
                    <a:cubicBezTo>
                      <a:pt x="5387" y="31148"/>
                      <a:pt x="5856" y="31056"/>
                      <a:pt x="6166" y="30948"/>
                    </a:cubicBezTo>
                    <a:cubicBezTo>
                      <a:pt x="6293" y="30918"/>
                      <a:pt x="6425" y="30890"/>
                      <a:pt x="6558" y="30859"/>
                    </a:cubicBezTo>
                    <a:cubicBezTo>
                      <a:pt x="7070" y="30782"/>
                      <a:pt x="7400" y="30705"/>
                      <a:pt x="7579" y="30662"/>
                    </a:cubicBezTo>
                    <a:cubicBezTo>
                      <a:pt x="7749" y="30631"/>
                      <a:pt x="7924" y="30603"/>
                      <a:pt x="8103" y="30575"/>
                    </a:cubicBezTo>
                    <a:cubicBezTo>
                      <a:pt x="8106" y="30575"/>
                      <a:pt x="8106" y="30575"/>
                      <a:pt x="8110" y="30578"/>
                    </a:cubicBezTo>
                    <a:cubicBezTo>
                      <a:pt x="8112" y="30578"/>
                      <a:pt x="8116" y="30578"/>
                      <a:pt x="8120" y="30578"/>
                    </a:cubicBezTo>
                    <a:cubicBezTo>
                      <a:pt x="8259" y="30578"/>
                      <a:pt x="8953" y="30472"/>
                      <a:pt x="9328" y="30412"/>
                    </a:cubicBezTo>
                    <a:cubicBezTo>
                      <a:pt x="10308" y="30306"/>
                      <a:pt x="11416" y="30237"/>
                      <a:pt x="12662" y="30237"/>
                    </a:cubicBezTo>
                    <a:cubicBezTo>
                      <a:pt x="14456" y="30237"/>
                      <a:pt x="16536" y="30379"/>
                      <a:pt x="18935" y="30754"/>
                    </a:cubicBezTo>
                    <a:cubicBezTo>
                      <a:pt x="19377" y="30823"/>
                      <a:pt x="19801" y="30856"/>
                      <a:pt x="20206" y="30856"/>
                    </a:cubicBezTo>
                    <a:cubicBezTo>
                      <a:pt x="21283" y="30856"/>
                      <a:pt x="22228" y="30624"/>
                      <a:pt x="23022" y="30230"/>
                    </a:cubicBezTo>
                    <a:cubicBezTo>
                      <a:pt x="23377" y="30057"/>
                      <a:pt x="23756" y="29832"/>
                      <a:pt x="23861" y="29712"/>
                    </a:cubicBezTo>
                    <a:cubicBezTo>
                      <a:pt x="24021" y="29591"/>
                      <a:pt x="24176" y="29462"/>
                      <a:pt x="24321" y="29323"/>
                    </a:cubicBezTo>
                    <a:lnTo>
                      <a:pt x="24324" y="29323"/>
                    </a:lnTo>
                    <a:cubicBezTo>
                      <a:pt x="24478" y="29246"/>
                      <a:pt x="25147" y="28638"/>
                      <a:pt x="25341" y="27969"/>
                    </a:cubicBezTo>
                    <a:cubicBezTo>
                      <a:pt x="25443" y="27765"/>
                      <a:pt x="25536" y="27559"/>
                      <a:pt x="25610" y="27343"/>
                    </a:cubicBezTo>
                    <a:cubicBezTo>
                      <a:pt x="25662" y="27226"/>
                      <a:pt x="25702" y="27099"/>
                      <a:pt x="25727" y="26973"/>
                    </a:cubicBezTo>
                    <a:cubicBezTo>
                      <a:pt x="25813" y="26649"/>
                      <a:pt x="25866" y="26319"/>
                      <a:pt x="25881" y="25983"/>
                    </a:cubicBezTo>
                    <a:cubicBezTo>
                      <a:pt x="25897" y="25875"/>
                      <a:pt x="25903" y="25807"/>
                      <a:pt x="25903" y="25807"/>
                    </a:cubicBezTo>
                    <a:lnTo>
                      <a:pt x="25887" y="25807"/>
                    </a:lnTo>
                    <a:cubicBezTo>
                      <a:pt x="25900" y="25147"/>
                      <a:pt x="25770" y="24490"/>
                      <a:pt x="25511" y="23882"/>
                    </a:cubicBezTo>
                    <a:cubicBezTo>
                      <a:pt x="26220" y="23580"/>
                      <a:pt x="26890" y="23185"/>
                      <a:pt x="27494" y="22704"/>
                    </a:cubicBezTo>
                    <a:cubicBezTo>
                      <a:pt x="27658" y="22605"/>
                      <a:pt x="27824" y="22510"/>
                      <a:pt x="27991" y="22408"/>
                    </a:cubicBezTo>
                    <a:cubicBezTo>
                      <a:pt x="27991" y="22408"/>
                      <a:pt x="27991" y="22352"/>
                      <a:pt x="27991" y="22257"/>
                    </a:cubicBezTo>
                    <a:cubicBezTo>
                      <a:pt x="28037" y="22211"/>
                      <a:pt x="28080" y="22167"/>
                      <a:pt x="28111" y="22130"/>
                    </a:cubicBezTo>
                    <a:cubicBezTo>
                      <a:pt x="29329" y="21264"/>
                      <a:pt x="30282" y="19910"/>
                      <a:pt x="31013" y="18312"/>
                    </a:cubicBezTo>
                    <a:cubicBezTo>
                      <a:pt x="31168" y="18028"/>
                      <a:pt x="31350" y="17612"/>
                      <a:pt x="31377" y="17458"/>
                    </a:cubicBezTo>
                    <a:cubicBezTo>
                      <a:pt x="31670" y="16705"/>
                      <a:pt x="31920" y="15934"/>
                      <a:pt x="32127" y="15154"/>
                    </a:cubicBezTo>
                    <a:lnTo>
                      <a:pt x="32170" y="15172"/>
                    </a:lnTo>
                    <a:cubicBezTo>
                      <a:pt x="32266" y="14981"/>
                      <a:pt x="32432" y="14046"/>
                      <a:pt x="32435" y="13861"/>
                    </a:cubicBezTo>
                    <a:cubicBezTo>
                      <a:pt x="33557" y="8623"/>
                      <a:pt x="33203" y="3118"/>
                      <a:pt x="32444" y="3118"/>
                    </a:cubicBezTo>
                    <a:cubicBezTo>
                      <a:pt x="32408" y="3118"/>
                      <a:pt x="32371" y="3130"/>
                      <a:pt x="32334" y="3156"/>
                    </a:cubicBezTo>
                    <a:cubicBezTo>
                      <a:pt x="31377" y="3801"/>
                      <a:pt x="30551" y="4377"/>
                      <a:pt x="29829" y="4889"/>
                    </a:cubicBezTo>
                    <a:cubicBezTo>
                      <a:pt x="29826" y="4889"/>
                      <a:pt x="29823" y="4886"/>
                      <a:pt x="29823" y="4883"/>
                    </a:cubicBezTo>
                    <a:cubicBezTo>
                      <a:pt x="29822" y="4883"/>
                      <a:pt x="29820" y="4882"/>
                      <a:pt x="29819" y="4882"/>
                    </a:cubicBezTo>
                    <a:cubicBezTo>
                      <a:pt x="29758" y="4882"/>
                      <a:pt x="29423" y="5152"/>
                      <a:pt x="29135" y="5392"/>
                    </a:cubicBezTo>
                    <a:cubicBezTo>
                      <a:pt x="28876" y="5580"/>
                      <a:pt x="28632" y="5759"/>
                      <a:pt x="28407" y="5932"/>
                    </a:cubicBezTo>
                    <a:cubicBezTo>
                      <a:pt x="28394" y="5911"/>
                      <a:pt x="28384" y="5899"/>
                      <a:pt x="28373" y="5899"/>
                    </a:cubicBezTo>
                    <a:cubicBezTo>
                      <a:pt x="28371" y="5899"/>
                      <a:pt x="28369" y="5900"/>
                      <a:pt x="28367" y="5901"/>
                    </a:cubicBezTo>
                    <a:cubicBezTo>
                      <a:pt x="27806" y="6216"/>
                      <a:pt x="27500" y="6542"/>
                      <a:pt x="27349" y="6749"/>
                    </a:cubicBezTo>
                    <a:cubicBezTo>
                      <a:pt x="26951" y="7070"/>
                      <a:pt x="26624" y="7344"/>
                      <a:pt x="26353" y="7582"/>
                    </a:cubicBezTo>
                    <a:cubicBezTo>
                      <a:pt x="26125" y="6774"/>
                      <a:pt x="25819" y="5990"/>
                      <a:pt x="25440" y="5241"/>
                    </a:cubicBezTo>
                    <a:cubicBezTo>
                      <a:pt x="24447" y="2780"/>
                      <a:pt x="22871" y="735"/>
                      <a:pt x="22226" y="186"/>
                    </a:cubicBezTo>
                    <a:cubicBezTo>
                      <a:pt x="22077" y="58"/>
                      <a:pt x="21940" y="1"/>
                      <a:pt x="21811" y="1"/>
                    </a:cubicBezTo>
                    <a:close/>
                  </a:path>
                </a:pathLst>
              </a:custGeom>
              <a:solidFill>
                <a:srgbClr val="261D2A"/>
              </a:solidFill>
              <a:ln w="76200" cap="flat" cmpd="sng">
                <a:solidFill>
                  <a:srgbClr val="FFFFF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27"/>
              <p:cNvSpPr/>
              <p:nvPr/>
            </p:nvSpPr>
            <p:spPr>
              <a:xfrm>
                <a:off x="635396" y="-1744961"/>
                <a:ext cx="1103989" cy="788352"/>
              </a:xfrm>
              <a:custGeom>
                <a:avLst/>
                <a:gdLst/>
                <a:ahLst/>
                <a:cxnLst/>
                <a:rect l="l" t="t" r="r" b="b"/>
                <a:pathLst>
                  <a:path w="34312" h="24502" extrusionOk="0">
                    <a:moveTo>
                      <a:pt x="22270" y="1"/>
                    </a:moveTo>
                    <a:cubicBezTo>
                      <a:pt x="21228" y="1"/>
                      <a:pt x="20759" y="3722"/>
                      <a:pt x="19447" y="3722"/>
                    </a:cubicBezTo>
                    <a:cubicBezTo>
                      <a:pt x="16699" y="3722"/>
                      <a:pt x="14608" y="4419"/>
                      <a:pt x="13059" y="4614"/>
                    </a:cubicBezTo>
                    <a:cubicBezTo>
                      <a:pt x="12985" y="4623"/>
                      <a:pt x="12911" y="4627"/>
                      <a:pt x="12838" y="4627"/>
                    </a:cubicBezTo>
                    <a:cubicBezTo>
                      <a:pt x="11395" y="4627"/>
                      <a:pt x="10249" y="2874"/>
                      <a:pt x="9142" y="2507"/>
                    </a:cubicBezTo>
                    <a:cubicBezTo>
                      <a:pt x="9105" y="2495"/>
                      <a:pt x="9068" y="2488"/>
                      <a:pt x="9033" y="2488"/>
                    </a:cubicBezTo>
                    <a:cubicBezTo>
                      <a:pt x="7971" y="2488"/>
                      <a:pt x="7801" y="7929"/>
                      <a:pt x="7801" y="7929"/>
                    </a:cubicBezTo>
                    <a:cubicBezTo>
                      <a:pt x="7801" y="7929"/>
                      <a:pt x="7125" y="10141"/>
                      <a:pt x="7927" y="12195"/>
                    </a:cubicBezTo>
                    <a:cubicBezTo>
                      <a:pt x="7603" y="13287"/>
                      <a:pt x="7418" y="14678"/>
                      <a:pt x="6912" y="16908"/>
                    </a:cubicBezTo>
                    <a:cubicBezTo>
                      <a:pt x="6298" y="19606"/>
                      <a:pt x="0" y="23070"/>
                      <a:pt x="3677" y="23456"/>
                    </a:cubicBezTo>
                    <a:cubicBezTo>
                      <a:pt x="5764" y="23676"/>
                      <a:pt x="11295" y="24501"/>
                      <a:pt x="16855" y="24501"/>
                    </a:cubicBezTo>
                    <a:cubicBezTo>
                      <a:pt x="21090" y="24501"/>
                      <a:pt x="25341" y="24023"/>
                      <a:pt x="28101" y="22435"/>
                    </a:cubicBezTo>
                    <a:cubicBezTo>
                      <a:pt x="34311" y="18859"/>
                      <a:pt x="34183" y="3120"/>
                      <a:pt x="32903" y="3120"/>
                    </a:cubicBezTo>
                    <a:cubicBezTo>
                      <a:pt x="32867" y="3120"/>
                      <a:pt x="32830" y="3132"/>
                      <a:pt x="32793" y="3158"/>
                    </a:cubicBezTo>
                    <a:cubicBezTo>
                      <a:pt x="29378" y="5462"/>
                      <a:pt x="27574" y="6884"/>
                      <a:pt x="26627" y="7750"/>
                    </a:cubicBezTo>
                    <a:cubicBezTo>
                      <a:pt x="26038" y="4274"/>
                      <a:pt x="23540" y="916"/>
                      <a:pt x="22685" y="185"/>
                    </a:cubicBezTo>
                    <a:cubicBezTo>
                      <a:pt x="22537" y="57"/>
                      <a:pt x="22399" y="1"/>
                      <a:pt x="2227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27"/>
              <p:cNvSpPr/>
              <p:nvPr/>
            </p:nvSpPr>
            <p:spPr>
              <a:xfrm>
                <a:off x="708337" y="-1078134"/>
                <a:ext cx="829536" cy="335199"/>
              </a:xfrm>
              <a:custGeom>
                <a:avLst/>
                <a:gdLst/>
                <a:ahLst/>
                <a:cxnLst/>
                <a:rect l="l" t="t" r="r" b="b"/>
                <a:pathLst>
                  <a:path w="25782" h="10418" extrusionOk="0">
                    <a:moveTo>
                      <a:pt x="19443" y="1"/>
                    </a:moveTo>
                    <a:cubicBezTo>
                      <a:pt x="17844" y="1"/>
                      <a:pt x="16936" y="1321"/>
                      <a:pt x="16936" y="1321"/>
                    </a:cubicBezTo>
                    <a:cubicBezTo>
                      <a:pt x="16936" y="1321"/>
                      <a:pt x="23709" y="4609"/>
                      <a:pt x="18099" y="6737"/>
                    </a:cubicBezTo>
                    <a:cubicBezTo>
                      <a:pt x="17091" y="7119"/>
                      <a:pt x="16139" y="7264"/>
                      <a:pt x="15228" y="7264"/>
                    </a:cubicBezTo>
                    <a:cubicBezTo>
                      <a:pt x="12347" y="7264"/>
                      <a:pt x="9872" y="5813"/>
                      <a:pt x="7306" y="5813"/>
                    </a:cubicBezTo>
                    <a:cubicBezTo>
                      <a:pt x="6164" y="5813"/>
                      <a:pt x="5004" y="6101"/>
                      <a:pt x="3782" y="6931"/>
                    </a:cubicBezTo>
                    <a:cubicBezTo>
                      <a:pt x="1" y="9502"/>
                      <a:pt x="950" y="10417"/>
                      <a:pt x="2745" y="10417"/>
                    </a:cubicBezTo>
                    <a:cubicBezTo>
                      <a:pt x="3246" y="10417"/>
                      <a:pt x="3813" y="10346"/>
                      <a:pt x="4361" y="10219"/>
                    </a:cubicBezTo>
                    <a:cubicBezTo>
                      <a:pt x="5902" y="9864"/>
                      <a:pt x="8021" y="9509"/>
                      <a:pt x="10852" y="9509"/>
                    </a:cubicBezTo>
                    <a:cubicBezTo>
                      <a:pt x="12647" y="9509"/>
                      <a:pt x="14728" y="9652"/>
                      <a:pt x="17130" y="10028"/>
                    </a:cubicBezTo>
                    <a:cubicBezTo>
                      <a:pt x="17570" y="10096"/>
                      <a:pt x="17992" y="10129"/>
                      <a:pt x="18395" y="10129"/>
                    </a:cubicBezTo>
                    <a:cubicBezTo>
                      <a:pt x="23674" y="10129"/>
                      <a:pt x="25781" y="4570"/>
                      <a:pt x="22546" y="1515"/>
                    </a:cubicBezTo>
                    <a:cubicBezTo>
                      <a:pt x="21338" y="373"/>
                      <a:pt x="20293" y="1"/>
                      <a:pt x="19443" y="1"/>
                    </a:cubicBezTo>
                    <a:close/>
                  </a:path>
                </a:pathLst>
              </a:custGeom>
              <a:solidFill>
                <a:srgbClr val="D07F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27"/>
              <p:cNvSpPr/>
              <p:nvPr/>
            </p:nvSpPr>
            <p:spPr>
              <a:xfrm>
                <a:off x="1025872" y="-1441326"/>
                <a:ext cx="87966" cy="55019"/>
              </a:xfrm>
              <a:custGeom>
                <a:avLst/>
                <a:gdLst/>
                <a:ahLst/>
                <a:cxnLst/>
                <a:rect l="l" t="t" r="r" b="b"/>
                <a:pathLst>
                  <a:path w="2734" h="1710" extrusionOk="0">
                    <a:moveTo>
                      <a:pt x="110" y="0"/>
                    </a:moveTo>
                    <a:cubicBezTo>
                      <a:pt x="7" y="0"/>
                      <a:pt x="1" y="161"/>
                      <a:pt x="109" y="164"/>
                    </a:cubicBezTo>
                    <a:cubicBezTo>
                      <a:pt x="131" y="164"/>
                      <a:pt x="2092" y="287"/>
                      <a:pt x="2564" y="1657"/>
                    </a:cubicBezTo>
                    <a:cubicBezTo>
                      <a:pt x="2576" y="1688"/>
                      <a:pt x="2607" y="1709"/>
                      <a:pt x="2641" y="1709"/>
                    </a:cubicBezTo>
                    <a:cubicBezTo>
                      <a:pt x="2650" y="1709"/>
                      <a:pt x="2660" y="1709"/>
                      <a:pt x="2669" y="1706"/>
                    </a:cubicBezTo>
                    <a:cubicBezTo>
                      <a:pt x="2709" y="1691"/>
                      <a:pt x="2734" y="1644"/>
                      <a:pt x="2718" y="1601"/>
                    </a:cubicBezTo>
                    <a:cubicBezTo>
                      <a:pt x="2209" y="130"/>
                      <a:pt x="205" y="7"/>
                      <a:pt x="118" y="1"/>
                    </a:cubicBezTo>
                    <a:cubicBezTo>
                      <a:pt x="115" y="0"/>
                      <a:pt x="112" y="0"/>
                      <a:pt x="1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27"/>
              <p:cNvSpPr/>
              <p:nvPr/>
            </p:nvSpPr>
            <p:spPr>
              <a:xfrm>
                <a:off x="1298201" y="-1493803"/>
                <a:ext cx="57915" cy="89833"/>
              </a:xfrm>
              <a:custGeom>
                <a:avLst/>
                <a:gdLst/>
                <a:ahLst/>
                <a:cxnLst/>
                <a:rect l="l" t="t" r="r" b="b"/>
                <a:pathLst>
                  <a:path w="1800" h="2792" extrusionOk="0">
                    <a:moveTo>
                      <a:pt x="1683" y="1"/>
                    </a:moveTo>
                    <a:cubicBezTo>
                      <a:pt x="1670" y="1"/>
                      <a:pt x="1656" y="4"/>
                      <a:pt x="1641" y="12"/>
                    </a:cubicBezTo>
                    <a:cubicBezTo>
                      <a:pt x="1626" y="22"/>
                      <a:pt x="0" y="904"/>
                      <a:pt x="235" y="2720"/>
                    </a:cubicBezTo>
                    <a:cubicBezTo>
                      <a:pt x="238" y="2760"/>
                      <a:pt x="272" y="2791"/>
                      <a:pt x="315" y="2791"/>
                    </a:cubicBezTo>
                    <a:lnTo>
                      <a:pt x="327" y="2788"/>
                    </a:lnTo>
                    <a:cubicBezTo>
                      <a:pt x="370" y="2782"/>
                      <a:pt x="401" y="2742"/>
                      <a:pt x="395" y="2699"/>
                    </a:cubicBezTo>
                    <a:cubicBezTo>
                      <a:pt x="176" y="996"/>
                      <a:pt x="1703" y="163"/>
                      <a:pt x="1718" y="154"/>
                    </a:cubicBezTo>
                    <a:cubicBezTo>
                      <a:pt x="1799" y="110"/>
                      <a:pt x="1756" y="1"/>
                      <a:pt x="16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27"/>
              <p:cNvSpPr/>
              <p:nvPr/>
            </p:nvSpPr>
            <p:spPr>
              <a:xfrm>
                <a:off x="941219" y="-1614845"/>
                <a:ext cx="79054" cy="88996"/>
              </a:xfrm>
              <a:custGeom>
                <a:avLst/>
                <a:gdLst/>
                <a:ahLst/>
                <a:cxnLst/>
                <a:rect l="l" t="t" r="r" b="b"/>
                <a:pathLst>
                  <a:path w="2457" h="2766" extrusionOk="0">
                    <a:moveTo>
                      <a:pt x="254" y="0"/>
                    </a:moveTo>
                    <a:cubicBezTo>
                      <a:pt x="1" y="0"/>
                      <a:pt x="54" y="2766"/>
                      <a:pt x="54" y="2766"/>
                    </a:cubicBezTo>
                    <a:cubicBezTo>
                      <a:pt x="54" y="2766"/>
                      <a:pt x="2456" y="1800"/>
                      <a:pt x="2345" y="1523"/>
                    </a:cubicBezTo>
                    <a:cubicBezTo>
                      <a:pt x="2234" y="1248"/>
                      <a:pt x="550" y="141"/>
                      <a:pt x="273" y="5"/>
                    </a:cubicBezTo>
                    <a:cubicBezTo>
                      <a:pt x="266" y="2"/>
                      <a:pt x="260" y="0"/>
                      <a:pt x="254" y="0"/>
                    </a:cubicBezTo>
                    <a:close/>
                  </a:path>
                </a:pathLst>
              </a:custGeom>
              <a:solidFill>
                <a:srgbClr val="F6F7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4" name="Google Shape;2524;p27"/>
              <p:cNvSpPr/>
              <p:nvPr/>
            </p:nvSpPr>
            <p:spPr>
              <a:xfrm>
                <a:off x="953028" y="-1589845"/>
                <a:ext cx="38642" cy="40412"/>
              </a:xfrm>
              <a:custGeom>
                <a:avLst/>
                <a:gdLst/>
                <a:ahLst/>
                <a:cxnLst/>
                <a:rect l="l" t="t" r="r" b="b"/>
                <a:pathLst>
                  <a:path w="1201" h="1256" extrusionOk="0">
                    <a:moveTo>
                      <a:pt x="403" y="0"/>
                    </a:moveTo>
                    <a:cubicBezTo>
                      <a:pt x="346" y="0"/>
                      <a:pt x="291" y="67"/>
                      <a:pt x="337" y="129"/>
                    </a:cubicBezTo>
                    <a:cubicBezTo>
                      <a:pt x="603" y="502"/>
                      <a:pt x="880" y="952"/>
                      <a:pt x="911" y="1097"/>
                    </a:cubicBezTo>
                    <a:cubicBezTo>
                      <a:pt x="800" y="1085"/>
                      <a:pt x="482" y="928"/>
                      <a:pt x="168" y="733"/>
                    </a:cubicBezTo>
                    <a:cubicBezTo>
                      <a:pt x="151" y="721"/>
                      <a:pt x="134" y="716"/>
                      <a:pt x="119" y="716"/>
                    </a:cubicBezTo>
                    <a:cubicBezTo>
                      <a:pt x="48" y="716"/>
                      <a:pt x="0" y="824"/>
                      <a:pt x="81" y="869"/>
                    </a:cubicBezTo>
                    <a:cubicBezTo>
                      <a:pt x="488" y="1125"/>
                      <a:pt x="772" y="1255"/>
                      <a:pt x="930" y="1255"/>
                    </a:cubicBezTo>
                    <a:cubicBezTo>
                      <a:pt x="933" y="1255"/>
                      <a:pt x="936" y="1255"/>
                      <a:pt x="940" y="1255"/>
                    </a:cubicBezTo>
                    <a:cubicBezTo>
                      <a:pt x="976" y="1255"/>
                      <a:pt x="1012" y="1240"/>
                      <a:pt x="1041" y="1218"/>
                    </a:cubicBezTo>
                    <a:cubicBezTo>
                      <a:pt x="1084" y="1174"/>
                      <a:pt x="1201" y="1057"/>
                      <a:pt x="467" y="36"/>
                    </a:cubicBezTo>
                    <a:cubicBezTo>
                      <a:pt x="449" y="11"/>
                      <a:pt x="426" y="0"/>
                      <a:pt x="4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5" name="Google Shape;2525;p27"/>
              <p:cNvSpPr/>
              <p:nvPr/>
            </p:nvSpPr>
            <p:spPr>
              <a:xfrm>
                <a:off x="1312680" y="-1676364"/>
                <a:ext cx="83591" cy="86969"/>
              </a:xfrm>
              <a:custGeom>
                <a:avLst/>
                <a:gdLst/>
                <a:ahLst/>
                <a:cxnLst/>
                <a:rect l="l" t="t" r="r" b="b"/>
                <a:pathLst>
                  <a:path w="2598" h="2703" extrusionOk="0">
                    <a:moveTo>
                      <a:pt x="1445" y="0"/>
                    </a:moveTo>
                    <a:cubicBezTo>
                      <a:pt x="1214" y="0"/>
                      <a:pt x="1" y="2220"/>
                      <a:pt x="1" y="2220"/>
                    </a:cubicBezTo>
                    <a:cubicBezTo>
                      <a:pt x="1" y="2220"/>
                      <a:pt x="2076" y="2702"/>
                      <a:pt x="2479" y="2702"/>
                    </a:cubicBezTo>
                    <a:cubicBezTo>
                      <a:pt x="2517" y="2702"/>
                      <a:pt x="2541" y="2698"/>
                      <a:pt x="2545" y="2688"/>
                    </a:cubicBezTo>
                    <a:cubicBezTo>
                      <a:pt x="2598" y="2580"/>
                      <a:pt x="1632" y="175"/>
                      <a:pt x="1466" y="8"/>
                    </a:cubicBezTo>
                    <a:cubicBezTo>
                      <a:pt x="1460" y="3"/>
                      <a:pt x="1453" y="0"/>
                      <a:pt x="1445" y="0"/>
                    </a:cubicBezTo>
                    <a:close/>
                  </a:path>
                </a:pathLst>
              </a:custGeom>
              <a:solidFill>
                <a:srgbClr val="F6F7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526;p27"/>
              <p:cNvSpPr/>
              <p:nvPr/>
            </p:nvSpPr>
            <p:spPr>
              <a:xfrm>
                <a:off x="1347622" y="-1641293"/>
                <a:ext cx="30019" cy="44401"/>
              </a:xfrm>
              <a:custGeom>
                <a:avLst/>
                <a:gdLst/>
                <a:ahLst/>
                <a:cxnLst/>
                <a:rect l="l" t="t" r="r" b="b"/>
                <a:pathLst>
                  <a:path w="933" h="1380" extrusionOk="0">
                    <a:moveTo>
                      <a:pt x="158" y="0"/>
                    </a:moveTo>
                    <a:cubicBezTo>
                      <a:pt x="117" y="0"/>
                      <a:pt x="80" y="33"/>
                      <a:pt x="80" y="78"/>
                    </a:cubicBezTo>
                    <a:cubicBezTo>
                      <a:pt x="0" y="1281"/>
                      <a:pt x="90" y="1339"/>
                      <a:pt x="130" y="1364"/>
                    </a:cubicBezTo>
                    <a:cubicBezTo>
                      <a:pt x="145" y="1373"/>
                      <a:pt x="164" y="1379"/>
                      <a:pt x="182" y="1379"/>
                    </a:cubicBezTo>
                    <a:cubicBezTo>
                      <a:pt x="198" y="1379"/>
                      <a:pt x="210" y="1373"/>
                      <a:pt x="225" y="1367"/>
                    </a:cubicBezTo>
                    <a:cubicBezTo>
                      <a:pt x="343" y="1308"/>
                      <a:pt x="731" y="688"/>
                      <a:pt x="892" y="426"/>
                    </a:cubicBezTo>
                    <a:cubicBezTo>
                      <a:pt x="932" y="362"/>
                      <a:pt x="878" y="303"/>
                      <a:pt x="823" y="303"/>
                    </a:cubicBezTo>
                    <a:cubicBezTo>
                      <a:pt x="798" y="303"/>
                      <a:pt x="773" y="315"/>
                      <a:pt x="756" y="343"/>
                    </a:cubicBezTo>
                    <a:cubicBezTo>
                      <a:pt x="562" y="658"/>
                      <a:pt x="336" y="1000"/>
                      <a:pt x="219" y="1148"/>
                    </a:cubicBezTo>
                    <a:cubicBezTo>
                      <a:pt x="204" y="948"/>
                      <a:pt x="216" y="485"/>
                      <a:pt x="241" y="84"/>
                    </a:cubicBezTo>
                    <a:cubicBezTo>
                      <a:pt x="244" y="41"/>
                      <a:pt x="210" y="1"/>
                      <a:pt x="164" y="1"/>
                    </a:cubicBezTo>
                    <a:cubicBezTo>
                      <a:pt x="162" y="1"/>
                      <a:pt x="160" y="0"/>
                      <a:pt x="1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27"/>
              <p:cNvSpPr/>
              <p:nvPr/>
            </p:nvSpPr>
            <p:spPr>
              <a:xfrm>
                <a:off x="1045644" y="-1600461"/>
                <a:ext cx="60457" cy="112452"/>
              </a:xfrm>
              <a:custGeom>
                <a:avLst/>
                <a:gdLst/>
                <a:ahLst/>
                <a:cxnLst/>
                <a:rect l="l" t="t" r="r" b="b"/>
                <a:pathLst>
                  <a:path w="1879" h="3495" extrusionOk="0">
                    <a:moveTo>
                      <a:pt x="1564" y="0"/>
                    </a:moveTo>
                    <a:cubicBezTo>
                      <a:pt x="1564" y="0"/>
                      <a:pt x="222" y="201"/>
                      <a:pt x="0" y="312"/>
                    </a:cubicBezTo>
                    <a:cubicBezTo>
                      <a:pt x="0" y="312"/>
                      <a:pt x="1235" y="3494"/>
                      <a:pt x="1581" y="3494"/>
                    </a:cubicBezTo>
                    <a:cubicBezTo>
                      <a:pt x="1601" y="3494"/>
                      <a:pt x="1618" y="3484"/>
                      <a:pt x="1632" y="3461"/>
                    </a:cubicBezTo>
                    <a:cubicBezTo>
                      <a:pt x="1879" y="3048"/>
                      <a:pt x="1564" y="0"/>
                      <a:pt x="1564" y="0"/>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27"/>
              <p:cNvSpPr/>
              <p:nvPr/>
            </p:nvSpPr>
            <p:spPr>
              <a:xfrm>
                <a:off x="1107260" y="-1612945"/>
                <a:ext cx="60489" cy="120946"/>
              </a:xfrm>
              <a:custGeom>
                <a:avLst/>
                <a:gdLst/>
                <a:ahLst/>
                <a:cxnLst/>
                <a:rect l="l" t="t" r="r" b="b"/>
                <a:pathLst>
                  <a:path w="1880" h="3759" extrusionOk="0">
                    <a:moveTo>
                      <a:pt x="1601" y="0"/>
                    </a:moveTo>
                    <a:cubicBezTo>
                      <a:pt x="1306" y="0"/>
                      <a:pt x="1" y="388"/>
                      <a:pt x="1" y="388"/>
                    </a:cubicBezTo>
                    <a:cubicBezTo>
                      <a:pt x="1" y="388"/>
                      <a:pt x="1213" y="3648"/>
                      <a:pt x="1432" y="3750"/>
                    </a:cubicBezTo>
                    <a:cubicBezTo>
                      <a:pt x="1443" y="3756"/>
                      <a:pt x="1455" y="3758"/>
                      <a:pt x="1466" y="3758"/>
                    </a:cubicBezTo>
                    <a:cubicBezTo>
                      <a:pt x="1880" y="3758"/>
                      <a:pt x="1834" y="42"/>
                      <a:pt x="1635" y="3"/>
                    </a:cubicBezTo>
                    <a:cubicBezTo>
                      <a:pt x="1626" y="1"/>
                      <a:pt x="1615" y="0"/>
                      <a:pt x="1601" y="0"/>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27"/>
              <p:cNvSpPr/>
              <p:nvPr/>
            </p:nvSpPr>
            <p:spPr>
              <a:xfrm>
                <a:off x="1172253" y="-1618093"/>
                <a:ext cx="50450" cy="123230"/>
              </a:xfrm>
              <a:custGeom>
                <a:avLst/>
                <a:gdLst/>
                <a:ahLst/>
                <a:cxnLst/>
                <a:rect l="l" t="t" r="r" b="b"/>
                <a:pathLst>
                  <a:path w="1568" h="3830" extrusionOk="0">
                    <a:moveTo>
                      <a:pt x="1095" y="1"/>
                    </a:moveTo>
                    <a:cubicBezTo>
                      <a:pt x="702" y="1"/>
                      <a:pt x="1" y="117"/>
                      <a:pt x="1" y="117"/>
                    </a:cubicBezTo>
                    <a:cubicBezTo>
                      <a:pt x="1" y="117"/>
                      <a:pt x="434" y="3830"/>
                      <a:pt x="818" y="3830"/>
                    </a:cubicBezTo>
                    <a:cubicBezTo>
                      <a:pt x="824" y="3830"/>
                      <a:pt x="831" y="3829"/>
                      <a:pt x="837" y="3827"/>
                    </a:cubicBezTo>
                    <a:cubicBezTo>
                      <a:pt x="1241" y="3700"/>
                      <a:pt x="1568" y="49"/>
                      <a:pt x="1241" y="9"/>
                    </a:cubicBezTo>
                    <a:cubicBezTo>
                      <a:pt x="1200" y="3"/>
                      <a:pt x="1151" y="1"/>
                      <a:pt x="1095" y="1"/>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27"/>
              <p:cNvSpPr/>
              <p:nvPr/>
            </p:nvSpPr>
            <p:spPr>
              <a:xfrm>
                <a:off x="1225245" y="-1624817"/>
                <a:ext cx="53346" cy="112999"/>
              </a:xfrm>
              <a:custGeom>
                <a:avLst/>
                <a:gdLst/>
                <a:ahLst/>
                <a:cxnLst/>
                <a:rect l="l" t="t" r="r" b="b"/>
                <a:pathLst>
                  <a:path w="1658" h="3512" extrusionOk="0">
                    <a:moveTo>
                      <a:pt x="1383" y="1"/>
                    </a:moveTo>
                    <a:cubicBezTo>
                      <a:pt x="987" y="1"/>
                      <a:pt x="1" y="218"/>
                      <a:pt x="1" y="218"/>
                    </a:cubicBezTo>
                    <a:cubicBezTo>
                      <a:pt x="1" y="218"/>
                      <a:pt x="578" y="3511"/>
                      <a:pt x="794" y="3511"/>
                    </a:cubicBezTo>
                    <a:cubicBezTo>
                      <a:pt x="799" y="3511"/>
                      <a:pt x="804" y="3509"/>
                      <a:pt x="809" y="3505"/>
                    </a:cubicBezTo>
                    <a:cubicBezTo>
                      <a:pt x="1013" y="3342"/>
                      <a:pt x="1657" y="153"/>
                      <a:pt x="1537" y="29"/>
                    </a:cubicBezTo>
                    <a:cubicBezTo>
                      <a:pt x="1517" y="9"/>
                      <a:pt x="1462" y="1"/>
                      <a:pt x="1383" y="1"/>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1" name="Google Shape;2531;p27"/>
              <p:cNvSpPr/>
              <p:nvPr/>
            </p:nvSpPr>
            <p:spPr>
              <a:xfrm>
                <a:off x="879525" y="-1433340"/>
                <a:ext cx="100354" cy="42310"/>
              </a:xfrm>
              <a:custGeom>
                <a:avLst/>
                <a:gdLst/>
                <a:ahLst/>
                <a:cxnLst/>
                <a:rect l="l" t="t" r="r" b="b"/>
                <a:pathLst>
                  <a:path w="3119" h="1315" extrusionOk="0">
                    <a:moveTo>
                      <a:pt x="22" y="1"/>
                    </a:moveTo>
                    <a:lnTo>
                      <a:pt x="22" y="1"/>
                    </a:lnTo>
                    <a:cubicBezTo>
                      <a:pt x="22" y="1"/>
                      <a:pt x="0" y="1136"/>
                      <a:pt x="40" y="1296"/>
                    </a:cubicBezTo>
                    <a:cubicBezTo>
                      <a:pt x="44" y="1309"/>
                      <a:pt x="60" y="1315"/>
                      <a:pt x="87" y="1315"/>
                    </a:cubicBezTo>
                    <a:cubicBezTo>
                      <a:pt x="415" y="1315"/>
                      <a:pt x="2333" y="476"/>
                      <a:pt x="2711" y="288"/>
                    </a:cubicBezTo>
                    <a:cubicBezTo>
                      <a:pt x="3118" y="84"/>
                      <a:pt x="22" y="1"/>
                      <a:pt x="22" y="1"/>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2532;p27"/>
              <p:cNvSpPr/>
              <p:nvPr/>
            </p:nvSpPr>
            <p:spPr>
              <a:xfrm>
                <a:off x="882582" y="-1378678"/>
                <a:ext cx="109395" cy="58365"/>
              </a:xfrm>
              <a:custGeom>
                <a:avLst/>
                <a:gdLst/>
                <a:ahLst/>
                <a:cxnLst/>
                <a:rect l="l" t="t" r="r" b="b"/>
                <a:pathLst>
                  <a:path w="3400" h="1814" extrusionOk="0">
                    <a:moveTo>
                      <a:pt x="2860" y="1"/>
                    </a:moveTo>
                    <a:cubicBezTo>
                      <a:pt x="1924" y="1"/>
                      <a:pt x="1" y="303"/>
                      <a:pt x="1" y="303"/>
                    </a:cubicBezTo>
                    <a:cubicBezTo>
                      <a:pt x="1" y="303"/>
                      <a:pt x="288" y="1293"/>
                      <a:pt x="541" y="1787"/>
                    </a:cubicBezTo>
                    <a:cubicBezTo>
                      <a:pt x="550" y="1805"/>
                      <a:pt x="573" y="1813"/>
                      <a:pt x="608" y="1813"/>
                    </a:cubicBezTo>
                    <a:cubicBezTo>
                      <a:pt x="1052" y="1813"/>
                      <a:pt x="3400" y="412"/>
                      <a:pt x="3360" y="109"/>
                    </a:cubicBezTo>
                    <a:cubicBezTo>
                      <a:pt x="3350" y="31"/>
                      <a:pt x="3154" y="1"/>
                      <a:pt x="2860" y="1"/>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2533;p27"/>
              <p:cNvSpPr/>
              <p:nvPr/>
            </p:nvSpPr>
            <p:spPr>
              <a:xfrm>
                <a:off x="915143" y="-1322662"/>
                <a:ext cx="71589" cy="52477"/>
              </a:xfrm>
              <a:custGeom>
                <a:avLst/>
                <a:gdLst/>
                <a:ahLst/>
                <a:cxnLst/>
                <a:rect l="l" t="t" r="r" b="b"/>
                <a:pathLst>
                  <a:path w="2225" h="1631" extrusionOk="0">
                    <a:moveTo>
                      <a:pt x="2004" y="1"/>
                    </a:moveTo>
                    <a:cubicBezTo>
                      <a:pt x="1576" y="1"/>
                      <a:pt x="0" y="810"/>
                      <a:pt x="0" y="810"/>
                    </a:cubicBezTo>
                    <a:cubicBezTo>
                      <a:pt x="189" y="918"/>
                      <a:pt x="870" y="1631"/>
                      <a:pt x="994" y="1631"/>
                    </a:cubicBezTo>
                    <a:cubicBezTo>
                      <a:pt x="1114" y="1631"/>
                      <a:pt x="2224" y="286"/>
                      <a:pt x="2104" y="39"/>
                    </a:cubicBezTo>
                    <a:cubicBezTo>
                      <a:pt x="2091" y="13"/>
                      <a:pt x="2056" y="1"/>
                      <a:pt x="2004" y="1"/>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2534;p27"/>
              <p:cNvSpPr/>
              <p:nvPr/>
            </p:nvSpPr>
            <p:spPr>
              <a:xfrm>
                <a:off x="1154990" y="-1200367"/>
                <a:ext cx="399517" cy="254086"/>
              </a:xfrm>
              <a:custGeom>
                <a:avLst/>
                <a:gdLst/>
                <a:ahLst/>
                <a:cxnLst/>
                <a:rect l="l" t="t" r="r" b="b"/>
                <a:pathLst>
                  <a:path w="12417" h="7897" extrusionOk="0">
                    <a:moveTo>
                      <a:pt x="4982" y="0"/>
                    </a:moveTo>
                    <a:cubicBezTo>
                      <a:pt x="4786" y="0"/>
                      <a:pt x="4581" y="57"/>
                      <a:pt x="4359" y="188"/>
                    </a:cubicBezTo>
                    <a:cubicBezTo>
                      <a:pt x="2770" y="1126"/>
                      <a:pt x="4350" y="2486"/>
                      <a:pt x="1197" y="4429"/>
                    </a:cubicBezTo>
                    <a:cubicBezTo>
                      <a:pt x="1" y="5166"/>
                      <a:pt x="528" y="7276"/>
                      <a:pt x="528" y="7276"/>
                    </a:cubicBezTo>
                    <a:cubicBezTo>
                      <a:pt x="528" y="7276"/>
                      <a:pt x="1961" y="7896"/>
                      <a:pt x="4280" y="7896"/>
                    </a:cubicBezTo>
                    <a:cubicBezTo>
                      <a:pt x="6368" y="7896"/>
                      <a:pt x="9174" y="7394"/>
                      <a:pt x="12301" y="5484"/>
                    </a:cubicBezTo>
                    <a:cubicBezTo>
                      <a:pt x="12301" y="5484"/>
                      <a:pt x="12417" y="2082"/>
                      <a:pt x="9657" y="2082"/>
                    </a:cubicBezTo>
                    <a:cubicBezTo>
                      <a:pt x="9641" y="2082"/>
                      <a:pt x="9625" y="2082"/>
                      <a:pt x="9608" y="2082"/>
                    </a:cubicBezTo>
                    <a:cubicBezTo>
                      <a:pt x="9586" y="2082"/>
                      <a:pt x="9564" y="2083"/>
                      <a:pt x="9542" y="2083"/>
                    </a:cubicBezTo>
                    <a:cubicBezTo>
                      <a:pt x="7040" y="2083"/>
                      <a:pt x="6173" y="0"/>
                      <a:pt x="498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2535;p27"/>
              <p:cNvSpPr/>
              <p:nvPr/>
            </p:nvSpPr>
            <p:spPr>
              <a:xfrm>
                <a:off x="1333111" y="-1047536"/>
                <a:ext cx="84588" cy="62645"/>
              </a:xfrm>
              <a:custGeom>
                <a:avLst/>
                <a:gdLst/>
                <a:ahLst/>
                <a:cxnLst/>
                <a:rect l="l" t="t" r="r" b="b"/>
                <a:pathLst>
                  <a:path w="2629" h="1947" extrusionOk="0">
                    <a:moveTo>
                      <a:pt x="1729" y="1"/>
                    </a:moveTo>
                    <a:cubicBezTo>
                      <a:pt x="1706" y="1"/>
                      <a:pt x="1684" y="11"/>
                      <a:pt x="1667" y="37"/>
                    </a:cubicBezTo>
                    <a:cubicBezTo>
                      <a:pt x="1472" y="290"/>
                      <a:pt x="1296" y="555"/>
                      <a:pt x="1136" y="830"/>
                    </a:cubicBezTo>
                    <a:cubicBezTo>
                      <a:pt x="664" y="611"/>
                      <a:pt x="238" y="450"/>
                      <a:pt x="140" y="416"/>
                    </a:cubicBezTo>
                    <a:cubicBezTo>
                      <a:pt x="130" y="413"/>
                      <a:pt x="121" y="412"/>
                      <a:pt x="113" y="412"/>
                    </a:cubicBezTo>
                    <a:cubicBezTo>
                      <a:pt x="35" y="412"/>
                      <a:pt x="1" y="529"/>
                      <a:pt x="84" y="567"/>
                    </a:cubicBezTo>
                    <a:cubicBezTo>
                      <a:pt x="309" y="651"/>
                      <a:pt x="676" y="799"/>
                      <a:pt x="1059" y="971"/>
                    </a:cubicBezTo>
                    <a:cubicBezTo>
                      <a:pt x="865" y="1335"/>
                      <a:pt x="732" y="1709"/>
                      <a:pt x="852" y="1906"/>
                    </a:cubicBezTo>
                    <a:cubicBezTo>
                      <a:pt x="868" y="1931"/>
                      <a:pt x="892" y="1946"/>
                      <a:pt x="920" y="1946"/>
                    </a:cubicBezTo>
                    <a:cubicBezTo>
                      <a:pt x="936" y="1946"/>
                      <a:pt x="951" y="1943"/>
                      <a:pt x="963" y="1934"/>
                    </a:cubicBezTo>
                    <a:cubicBezTo>
                      <a:pt x="1000" y="1912"/>
                      <a:pt x="1013" y="1863"/>
                      <a:pt x="991" y="1823"/>
                    </a:cubicBezTo>
                    <a:cubicBezTo>
                      <a:pt x="911" y="1687"/>
                      <a:pt x="1022" y="1379"/>
                      <a:pt x="1204" y="1039"/>
                    </a:cubicBezTo>
                    <a:cubicBezTo>
                      <a:pt x="1784" y="1317"/>
                      <a:pt x="2357" y="1644"/>
                      <a:pt x="2465" y="1897"/>
                    </a:cubicBezTo>
                    <a:cubicBezTo>
                      <a:pt x="2478" y="1928"/>
                      <a:pt x="2505" y="1946"/>
                      <a:pt x="2539" y="1946"/>
                    </a:cubicBezTo>
                    <a:cubicBezTo>
                      <a:pt x="2549" y="1946"/>
                      <a:pt x="2561" y="1943"/>
                      <a:pt x="2570" y="1940"/>
                    </a:cubicBezTo>
                    <a:cubicBezTo>
                      <a:pt x="2610" y="1921"/>
                      <a:pt x="2629" y="1875"/>
                      <a:pt x="2613" y="1835"/>
                    </a:cubicBezTo>
                    <a:cubicBezTo>
                      <a:pt x="2481" y="1530"/>
                      <a:pt x="1870" y="1175"/>
                      <a:pt x="1284" y="897"/>
                    </a:cubicBezTo>
                    <a:cubicBezTo>
                      <a:pt x="1438" y="632"/>
                      <a:pt x="1608" y="379"/>
                      <a:pt x="1793" y="136"/>
                    </a:cubicBezTo>
                    <a:cubicBezTo>
                      <a:pt x="1847" y="73"/>
                      <a:pt x="1789" y="1"/>
                      <a:pt x="17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27"/>
              <p:cNvSpPr/>
              <p:nvPr/>
            </p:nvSpPr>
            <p:spPr>
              <a:xfrm>
                <a:off x="1162937" y="-1041165"/>
                <a:ext cx="396879" cy="95946"/>
              </a:xfrm>
              <a:custGeom>
                <a:avLst/>
                <a:gdLst/>
                <a:ahLst/>
                <a:cxnLst/>
                <a:rect l="l" t="t" r="r" b="b"/>
                <a:pathLst>
                  <a:path w="12335" h="2982" extrusionOk="0">
                    <a:moveTo>
                      <a:pt x="12217" y="0"/>
                    </a:moveTo>
                    <a:cubicBezTo>
                      <a:pt x="12194" y="0"/>
                      <a:pt x="12170" y="11"/>
                      <a:pt x="12153" y="39"/>
                    </a:cubicBezTo>
                    <a:cubicBezTo>
                      <a:pt x="12125" y="72"/>
                      <a:pt x="9960" y="2822"/>
                      <a:pt x="4438" y="2822"/>
                    </a:cubicBezTo>
                    <a:cubicBezTo>
                      <a:pt x="3182" y="2822"/>
                      <a:pt x="1753" y="2680"/>
                      <a:pt x="136" y="2331"/>
                    </a:cubicBezTo>
                    <a:cubicBezTo>
                      <a:pt x="127" y="2328"/>
                      <a:pt x="119" y="2327"/>
                      <a:pt x="111" y="2327"/>
                    </a:cubicBezTo>
                    <a:cubicBezTo>
                      <a:pt x="23" y="2327"/>
                      <a:pt x="0" y="2471"/>
                      <a:pt x="102" y="2488"/>
                    </a:cubicBezTo>
                    <a:cubicBezTo>
                      <a:pt x="1728" y="2837"/>
                      <a:pt x="3165" y="2982"/>
                      <a:pt x="4433" y="2982"/>
                    </a:cubicBezTo>
                    <a:cubicBezTo>
                      <a:pt x="10040" y="2982"/>
                      <a:pt x="12254" y="172"/>
                      <a:pt x="12279" y="135"/>
                    </a:cubicBezTo>
                    <a:cubicBezTo>
                      <a:pt x="12334" y="73"/>
                      <a:pt x="12277" y="0"/>
                      <a:pt x="12217"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27"/>
              <p:cNvSpPr/>
              <p:nvPr/>
            </p:nvSpPr>
            <p:spPr>
              <a:xfrm>
                <a:off x="1656630" y="-1632960"/>
                <a:ext cx="39028" cy="54730"/>
              </a:xfrm>
              <a:custGeom>
                <a:avLst/>
                <a:gdLst/>
                <a:ahLst/>
                <a:cxnLst/>
                <a:rect l="l" t="t" r="r" b="b"/>
                <a:pathLst>
                  <a:path w="1213" h="1701" extrusionOk="0">
                    <a:moveTo>
                      <a:pt x="1213" y="1"/>
                    </a:moveTo>
                    <a:cubicBezTo>
                      <a:pt x="1213" y="1"/>
                      <a:pt x="81" y="1133"/>
                      <a:pt x="1" y="1700"/>
                    </a:cubicBezTo>
                    <a:lnTo>
                      <a:pt x="1213" y="1"/>
                    </a:lnTo>
                    <a:close/>
                  </a:path>
                </a:pathLst>
              </a:custGeom>
              <a:solidFill>
                <a:srgbClr val="D07F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27"/>
              <p:cNvSpPr/>
              <p:nvPr/>
            </p:nvSpPr>
            <p:spPr>
              <a:xfrm>
                <a:off x="1653863" y="-1635566"/>
                <a:ext cx="45592" cy="59910"/>
              </a:xfrm>
              <a:custGeom>
                <a:avLst/>
                <a:gdLst/>
                <a:ahLst/>
                <a:cxnLst/>
                <a:rect l="l" t="t" r="r" b="b"/>
                <a:pathLst>
                  <a:path w="1417" h="1862" extrusionOk="0">
                    <a:moveTo>
                      <a:pt x="1301" y="1"/>
                    </a:moveTo>
                    <a:cubicBezTo>
                      <a:pt x="1282" y="1"/>
                      <a:pt x="1261" y="8"/>
                      <a:pt x="1243" y="26"/>
                    </a:cubicBezTo>
                    <a:cubicBezTo>
                      <a:pt x="1197" y="73"/>
                      <a:pt x="90" y="1183"/>
                      <a:pt x="7" y="1769"/>
                    </a:cubicBezTo>
                    <a:cubicBezTo>
                      <a:pt x="0" y="1812"/>
                      <a:pt x="31" y="1852"/>
                      <a:pt x="74" y="1861"/>
                    </a:cubicBezTo>
                    <a:lnTo>
                      <a:pt x="87" y="1861"/>
                    </a:lnTo>
                    <a:cubicBezTo>
                      <a:pt x="127" y="1861"/>
                      <a:pt x="161" y="1834"/>
                      <a:pt x="167" y="1794"/>
                    </a:cubicBezTo>
                    <a:cubicBezTo>
                      <a:pt x="244" y="1260"/>
                      <a:pt x="1348" y="153"/>
                      <a:pt x="1357" y="140"/>
                    </a:cubicBezTo>
                    <a:cubicBezTo>
                      <a:pt x="1417" y="81"/>
                      <a:pt x="1363" y="1"/>
                      <a:pt x="1301"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27"/>
              <p:cNvSpPr/>
              <p:nvPr/>
            </p:nvSpPr>
            <p:spPr>
              <a:xfrm>
                <a:off x="1672332" y="-1614781"/>
                <a:ext cx="33752" cy="54698"/>
              </a:xfrm>
              <a:custGeom>
                <a:avLst/>
                <a:gdLst/>
                <a:ahLst/>
                <a:cxnLst/>
                <a:rect l="l" t="t" r="r" b="b"/>
                <a:pathLst>
                  <a:path w="1049" h="1700" extrusionOk="0">
                    <a:moveTo>
                      <a:pt x="1049" y="0"/>
                    </a:moveTo>
                    <a:lnTo>
                      <a:pt x="1049" y="0"/>
                    </a:lnTo>
                    <a:cubicBezTo>
                      <a:pt x="404" y="404"/>
                      <a:pt x="0" y="1700"/>
                      <a:pt x="0" y="1700"/>
                    </a:cubicBezTo>
                    <a:lnTo>
                      <a:pt x="1049" y="0"/>
                    </a:lnTo>
                    <a:close/>
                  </a:path>
                </a:pathLst>
              </a:custGeom>
              <a:solidFill>
                <a:srgbClr val="D07F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27"/>
              <p:cNvSpPr/>
              <p:nvPr/>
            </p:nvSpPr>
            <p:spPr>
              <a:xfrm>
                <a:off x="1669340" y="-1617516"/>
                <a:ext cx="40830" cy="60006"/>
              </a:xfrm>
              <a:custGeom>
                <a:avLst/>
                <a:gdLst/>
                <a:ahLst/>
                <a:cxnLst/>
                <a:rect l="l" t="t" r="r" b="b"/>
                <a:pathLst>
                  <a:path w="1269" h="1865" extrusionOk="0">
                    <a:moveTo>
                      <a:pt x="1148" y="0"/>
                    </a:moveTo>
                    <a:cubicBezTo>
                      <a:pt x="1132" y="0"/>
                      <a:pt x="1116" y="5"/>
                      <a:pt x="1099" y="17"/>
                    </a:cubicBezTo>
                    <a:cubicBezTo>
                      <a:pt x="435" y="434"/>
                      <a:pt x="31" y="1708"/>
                      <a:pt x="13" y="1760"/>
                    </a:cubicBezTo>
                    <a:cubicBezTo>
                      <a:pt x="1" y="1803"/>
                      <a:pt x="25" y="1849"/>
                      <a:pt x="68" y="1862"/>
                    </a:cubicBezTo>
                    <a:cubicBezTo>
                      <a:pt x="75" y="1865"/>
                      <a:pt x="84" y="1865"/>
                      <a:pt x="93" y="1865"/>
                    </a:cubicBezTo>
                    <a:cubicBezTo>
                      <a:pt x="127" y="1865"/>
                      <a:pt x="158" y="1843"/>
                      <a:pt x="167" y="1809"/>
                    </a:cubicBezTo>
                    <a:cubicBezTo>
                      <a:pt x="173" y="1797"/>
                      <a:pt x="571" y="542"/>
                      <a:pt x="1185" y="156"/>
                    </a:cubicBezTo>
                    <a:cubicBezTo>
                      <a:pt x="1269" y="110"/>
                      <a:pt x="1221" y="0"/>
                      <a:pt x="11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27"/>
              <p:cNvSpPr/>
              <p:nvPr/>
            </p:nvSpPr>
            <p:spPr>
              <a:xfrm>
                <a:off x="1627963" y="-1446184"/>
                <a:ext cx="49260" cy="22458"/>
              </a:xfrm>
              <a:custGeom>
                <a:avLst/>
                <a:gdLst/>
                <a:ahLst/>
                <a:cxnLst/>
                <a:rect l="l" t="t" r="r" b="b"/>
                <a:pathLst>
                  <a:path w="1531" h="698" extrusionOk="0">
                    <a:moveTo>
                      <a:pt x="1389" y="1"/>
                    </a:moveTo>
                    <a:cubicBezTo>
                      <a:pt x="869" y="1"/>
                      <a:pt x="0" y="697"/>
                      <a:pt x="0" y="697"/>
                    </a:cubicBezTo>
                    <a:lnTo>
                      <a:pt x="1530" y="22"/>
                    </a:lnTo>
                    <a:cubicBezTo>
                      <a:pt x="1487" y="7"/>
                      <a:pt x="1440" y="1"/>
                      <a:pt x="1389" y="1"/>
                    </a:cubicBezTo>
                    <a:close/>
                  </a:path>
                </a:pathLst>
              </a:custGeom>
              <a:solidFill>
                <a:srgbClr val="D07F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27"/>
              <p:cNvSpPr/>
              <p:nvPr/>
            </p:nvSpPr>
            <p:spPr>
              <a:xfrm>
                <a:off x="1625067" y="-1448790"/>
                <a:ext cx="55985" cy="27638"/>
              </a:xfrm>
              <a:custGeom>
                <a:avLst/>
                <a:gdLst/>
                <a:ahLst/>
                <a:cxnLst/>
                <a:rect l="l" t="t" r="r" b="b"/>
                <a:pathLst>
                  <a:path w="1740" h="859" extrusionOk="0">
                    <a:moveTo>
                      <a:pt x="1482" y="1"/>
                    </a:moveTo>
                    <a:cubicBezTo>
                      <a:pt x="948" y="1"/>
                      <a:pt x="141" y="636"/>
                      <a:pt x="41" y="717"/>
                    </a:cubicBezTo>
                    <a:cubicBezTo>
                      <a:pt x="4" y="744"/>
                      <a:pt x="1" y="794"/>
                      <a:pt x="29" y="828"/>
                    </a:cubicBezTo>
                    <a:cubicBezTo>
                      <a:pt x="44" y="849"/>
                      <a:pt x="66" y="859"/>
                      <a:pt x="90" y="859"/>
                    </a:cubicBezTo>
                    <a:cubicBezTo>
                      <a:pt x="109" y="859"/>
                      <a:pt x="127" y="852"/>
                      <a:pt x="143" y="843"/>
                    </a:cubicBezTo>
                    <a:cubicBezTo>
                      <a:pt x="397" y="640"/>
                      <a:pt x="1082" y="163"/>
                      <a:pt x="1480" y="163"/>
                    </a:cubicBezTo>
                    <a:cubicBezTo>
                      <a:pt x="1522" y="163"/>
                      <a:pt x="1561" y="169"/>
                      <a:pt x="1596" y="180"/>
                    </a:cubicBezTo>
                    <a:cubicBezTo>
                      <a:pt x="1606" y="183"/>
                      <a:pt x="1615" y="185"/>
                      <a:pt x="1624" y="185"/>
                    </a:cubicBezTo>
                    <a:cubicBezTo>
                      <a:pt x="1706" y="185"/>
                      <a:pt x="1740" y="56"/>
                      <a:pt x="1648" y="26"/>
                    </a:cubicBezTo>
                    <a:cubicBezTo>
                      <a:pt x="1597" y="9"/>
                      <a:pt x="1541" y="1"/>
                      <a:pt x="14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27"/>
              <p:cNvSpPr/>
              <p:nvPr/>
            </p:nvSpPr>
            <p:spPr>
              <a:xfrm>
                <a:off x="1637486" y="-1428777"/>
                <a:ext cx="42600" cy="16474"/>
              </a:xfrm>
              <a:custGeom>
                <a:avLst/>
                <a:gdLst/>
                <a:ahLst/>
                <a:cxnLst/>
                <a:rect l="l" t="t" r="r" b="b"/>
                <a:pathLst>
                  <a:path w="1324" h="512" extrusionOk="0">
                    <a:moveTo>
                      <a:pt x="1240" y="1"/>
                    </a:moveTo>
                    <a:cubicBezTo>
                      <a:pt x="805" y="1"/>
                      <a:pt x="0" y="511"/>
                      <a:pt x="0" y="511"/>
                    </a:cubicBezTo>
                    <a:lnTo>
                      <a:pt x="1324" y="8"/>
                    </a:lnTo>
                    <a:cubicBezTo>
                      <a:pt x="1298" y="3"/>
                      <a:pt x="1270" y="1"/>
                      <a:pt x="1240" y="1"/>
                    </a:cubicBezTo>
                    <a:close/>
                  </a:path>
                </a:pathLst>
              </a:custGeom>
              <a:solidFill>
                <a:srgbClr val="D07F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27"/>
              <p:cNvSpPr/>
              <p:nvPr/>
            </p:nvSpPr>
            <p:spPr>
              <a:xfrm>
                <a:off x="1633818" y="-1431319"/>
                <a:ext cx="49936" cy="21589"/>
              </a:xfrm>
              <a:custGeom>
                <a:avLst/>
                <a:gdLst/>
                <a:ahLst/>
                <a:cxnLst/>
                <a:rect l="l" t="t" r="r" b="b"/>
                <a:pathLst>
                  <a:path w="1552" h="671" extrusionOk="0">
                    <a:moveTo>
                      <a:pt x="1352" y="1"/>
                    </a:moveTo>
                    <a:cubicBezTo>
                      <a:pt x="904" y="1"/>
                      <a:pt x="160" y="465"/>
                      <a:pt x="71" y="519"/>
                    </a:cubicBezTo>
                    <a:cubicBezTo>
                      <a:pt x="0" y="562"/>
                      <a:pt x="31" y="670"/>
                      <a:pt x="114" y="670"/>
                    </a:cubicBezTo>
                    <a:cubicBezTo>
                      <a:pt x="127" y="670"/>
                      <a:pt x="142" y="664"/>
                      <a:pt x="158" y="658"/>
                    </a:cubicBezTo>
                    <a:cubicBezTo>
                      <a:pt x="387" y="511"/>
                      <a:pt x="1021" y="162"/>
                      <a:pt x="1354" y="162"/>
                    </a:cubicBezTo>
                    <a:cubicBezTo>
                      <a:pt x="1378" y="162"/>
                      <a:pt x="1401" y="164"/>
                      <a:pt x="1422" y="168"/>
                    </a:cubicBezTo>
                    <a:cubicBezTo>
                      <a:pt x="1429" y="169"/>
                      <a:pt x="1435" y="170"/>
                      <a:pt x="1441" y="170"/>
                    </a:cubicBezTo>
                    <a:cubicBezTo>
                      <a:pt x="1530" y="170"/>
                      <a:pt x="1551" y="30"/>
                      <a:pt x="1453" y="10"/>
                    </a:cubicBezTo>
                    <a:cubicBezTo>
                      <a:pt x="1422" y="4"/>
                      <a:pt x="1388" y="1"/>
                      <a:pt x="13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27"/>
              <p:cNvSpPr/>
              <p:nvPr/>
            </p:nvSpPr>
            <p:spPr>
              <a:xfrm>
                <a:off x="743375" y="-1031609"/>
                <a:ext cx="67600" cy="28346"/>
              </a:xfrm>
              <a:custGeom>
                <a:avLst/>
                <a:gdLst/>
                <a:ahLst/>
                <a:cxnLst/>
                <a:rect l="l" t="t" r="r" b="b"/>
                <a:pathLst>
                  <a:path w="2101" h="881" extrusionOk="0">
                    <a:moveTo>
                      <a:pt x="1479" y="0"/>
                    </a:moveTo>
                    <a:cubicBezTo>
                      <a:pt x="1081" y="0"/>
                      <a:pt x="540" y="172"/>
                      <a:pt x="0" y="881"/>
                    </a:cubicBezTo>
                    <a:lnTo>
                      <a:pt x="2100" y="153"/>
                    </a:lnTo>
                    <a:cubicBezTo>
                      <a:pt x="2100" y="153"/>
                      <a:pt x="1853" y="0"/>
                      <a:pt x="1479" y="0"/>
                    </a:cubicBezTo>
                    <a:close/>
                  </a:path>
                </a:pathLst>
              </a:custGeom>
              <a:solidFill>
                <a:srgbClr val="D07F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27"/>
              <p:cNvSpPr/>
              <p:nvPr/>
            </p:nvSpPr>
            <p:spPr>
              <a:xfrm>
                <a:off x="739900" y="-1034055"/>
                <a:ext cx="74743" cy="33462"/>
              </a:xfrm>
              <a:custGeom>
                <a:avLst/>
                <a:gdLst/>
                <a:ahLst/>
                <a:cxnLst/>
                <a:rect l="l" t="t" r="r" b="b"/>
                <a:pathLst>
                  <a:path w="2323" h="1040" extrusionOk="0">
                    <a:moveTo>
                      <a:pt x="1586" y="0"/>
                    </a:moveTo>
                    <a:cubicBezTo>
                      <a:pt x="1167" y="0"/>
                      <a:pt x="601" y="178"/>
                      <a:pt x="43" y="907"/>
                    </a:cubicBezTo>
                    <a:cubicBezTo>
                      <a:pt x="0" y="963"/>
                      <a:pt x="40" y="1040"/>
                      <a:pt x="108" y="1040"/>
                    </a:cubicBezTo>
                    <a:cubicBezTo>
                      <a:pt x="133" y="1040"/>
                      <a:pt x="154" y="1027"/>
                      <a:pt x="170" y="1006"/>
                    </a:cubicBezTo>
                    <a:cubicBezTo>
                      <a:pt x="696" y="321"/>
                      <a:pt x="1213" y="156"/>
                      <a:pt x="1589" y="156"/>
                    </a:cubicBezTo>
                    <a:cubicBezTo>
                      <a:pt x="1925" y="156"/>
                      <a:pt x="2149" y="288"/>
                      <a:pt x="2168" y="300"/>
                    </a:cubicBezTo>
                    <a:cubicBezTo>
                      <a:pt x="2182" y="306"/>
                      <a:pt x="2195" y="310"/>
                      <a:pt x="2207" y="310"/>
                    </a:cubicBezTo>
                    <a:cubicBezTo>
                      <a:pt x="2277" y="310"/>
                      <a:pt x="2322" y="211"/>
                      <a:pt x="2252" y="161"/>
                    </a:cubicBezTo>
                    <a:cubicBezTo>
                      <a:pt x="2246" y="158"/>
                      <a:pt x="1981" y="0"/>
                      <a:pt x="15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27"/>
              <p:cNvSpPr/>
              <p:nvPr/>
            </p:nvSpPr>
            <p:spPr>
              <a:xfrm>
                <a:off x="727674" y="-1047439"/>
                <a:ext cx="49453" cy="35135"/>
              </a:xfrm>
              <a:custGeom>
                <a:avLst/>
                <a:gdLst/>
                <a:ahLst/>
                <a:cxnLst/>
                <a:rect l="l" t="t" r="r" b="b"/>
                <a:pathLst>
                  <a:path w="1537" h="1092" extrusionOk="0">
                    <a:moveTo>
                      <a:pt x="1537" y="0"/>
                    </a:moveTo>
                    <a:cubicBezTo>
                      <a:pt x="1537" y="0"/>
                      <a:pt x="365" y="364"/>
                      <a:pt x="1" y="1092"/>
                    </a:cubicBezTo>
                    <a:lnTo>
                      <a:pt x="1537" y="0"/>
                    </a:lnTo>
                    <a:close/>
                  </a:path>
                </a:pathLst>
              </a:custGeom>
              <a:solidFill>
                <a:srgbClr val="D07F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27"/>
              <p:cNvSpPr/>
              <p:nvPr/>
            </p:nvSpPr>
            <p:spPr>
              <a:xfrm>
                <a:off x="724521" y="-1050078"/>
                <a:ext cx="56371" cy="40380"/>
              </a:xfrm>
              <a:custGeom>
                <a:avLst/>
                <a:gdLst/>
                <a:ahLst/>
                <a:cxnLst/>
                <a:rect l="l" t="t" r="r" b="b"/>
                <a:pathLst>
                  <a:path w="1752" h="1255" extrusionOk="0">
                    <a:moveTo>
                      <a:pt x="1639" y="1"/>
                    </a:moveTo>
                    <a:cubicBezTo>
                      <a:pt x="1631" y="1"/>
                      <a:pt x="1622" y="2"/>
                      <a:pt x="1613" y="5"/>
                    </a:cubicBezTo>
                    <a:cubicBezTo>
                      <a:pt x="1564" y="20"/>
                      <a:pt x="401" y="387"/>
                      <a:pt x="28" y="1137"/>
                    </a:cubicBezTo>
                    <a:cubicBezTo>
                      <a:pt x="0" y="1192"/>
                      <a:pt x="40" y="1254"/>
                      <a:pt x="99" y="1254"/>
                    </a:cubicBezTo>
                    <a:cubicBezTo>
                      <a:pt x="130" y="1254"/>
                      <a:pt x="157" y="1236"/>
                      <a:pt x="173" y="1211"/>
                    </a:cubicBezTo>
                    <a:cubicBezTo>
                      <a:pt x="515" y="523"/>
                      <a:pt x="1647" y="162"/>
                      <a:pt x="1659" y="159"/>
                    </a:cubicBezTo>
                    <a:cubicBezTo>
                      <a:pt x="1752" y="131"/>
                      <a:pt x="1722" y="1"/>
                      <a:pt x="16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27"/>
              <p:cNvSpPr/>
              <p:nvPr/>
            </p:nvSpPr>
            <p:spPr>
              <a:xfrm>
                <a:off x="1400368" y="-1513581"/>
                <a:ext cx="102445" cy="54858"/>
              </a:xfrm>
              <a:custGeom>
                <a:avLst/>
                <a:gdLst/>
                <a:ahLst/>
                <a:cxnLst/>
                <a:rect l="l" t="t" r="r" b="b"/>
                <a:pathLst>
                  <a:path w="3184" h="1705" extrusionOk="0">
                    <a:moveTo>
                      <a:pt x="2860" y="0"/>
                    </a:moveTo>
                    <a:cubicBezTo>
                      <a:pt x="2860" y="0"/>
                      <a:pt x="1" y="432"/>
                      <a:pt x="217" y="593"/>
                    </a:cubicBezTo>
                    <a:cubicBezTo>
                      <a:pt x="402" y="733"/>
                      <a:pt x="2454" y="1704"/>
                      <a:pt x="3033" y="1704"/>
                    </a:cubicBezTo>
                    <a:cubicBezTo>
                      <a:pt x="3129" y="1704"/>
                      <a:pt x="3184" y="1678"/>
                      <a:pt x="3184" y="1617"/>
                    </a:cubicBezTo>
                    <a:cubicBezTo>
                      <a:pt x="3184" y="1188"/>
                      <a:pt x="2860" y="0"/>
                      <a:pt x="2860" y="0"/>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27"/>
              <p:cNvSpPr/>
              <p:nvPr/>
            </p:nvSpPr>
            <p:spPr>
              <a:xfrm>
                <a:off x="1389975" y="-1438967"/>
                <a:ext cx="116313" cy="61358"/>
              </a:xfrm>
              <a:custGeom>
                <a:avLst/>
                <a:gdLst/>
                <a:ahLst/>
                <a:cxnLst/>
                <a:rect l="l" t="t" r="r" b="b"/>
                <a:pathLst>
                  <a:path w="3615" h="1907" extrusionOk="0">
                    <a:moveTo>
                      <a:pt x="3507" y="1"/>
                    </a:moveTo>
                    <a:cubicBezTo>
                      <a:pt x="3507" y="1"/>
                      <a:pt x="0" y="53"/>
                      <a:pt x="432" y="322"/>
                    </a:cubicBezTo>
                    <a:cubicBezTo>
                      <a:pt x="835" y="575"/>
                      <a:pt x="2978" y="1906"/>
                      <a:pt x="3391" y="1906"/>
                    </a:cubicBezTo>
                    <a:cubicBezTo>
                      <a:pt x="3420" y="1906"/>
                      <a:pt x="3441" y="1900"/>
                      <a:pt x="3451" y="1885"/>
                    </a:cubicBezTo>
                    <a:cubicBezTo>
                      <a:pt x="3615" y="1669"/>
                      <a:pt x="3507" y="1"/>
                      <a:pt x="3507" y="1"/>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27"/>
              <p:cNvSpPr/>
              <p:nvPr/>
            </p:nvSpPr>
            <p:spPr>
              <a:xfrm>
                <a:off x="1413302" y="-1378607"/>
                <a:ext cx="81789" cy="64543"/>
              </a:xfrm>
              <a:custGeom>
                <a:avLst/>
                <a:gdLst/>
                <a:ahLst/>
                <a:cxnLst/>
                <a:rect l="l" t="t" r="r" b="b"/>
                <a:pathLst>
                  <a:path w="2542" h="2006" extrusionOk="0">
                    <a:moveTo>
                      <a:pt x="94" y="0"/>
                    </a:moveTo>
                    <a:cubicBezTo>
                      <a:pt x="27" y="0"/>
                      <a:pt x="1" y="20"/>
                      <a:pt x="31" y="65"/>
                    </a:cubicBezTo>
                    <a:cubicBezTo>
                      <a:pt x="244" y="385"/>
                      <a:pt x="1090" y="2006"/>
                      <a:pt x="1372" y="2006"/>
                    </a:cubicBezTo>
                    <a:cubicBezTo>
                      <a:pt x="1375" y="2006"/>
                      <a:pt x="1378" y="2005"/>
                      <a:pt x="1382" y="2005"/>
                    </a:cubicBezTo>
                    <a:cubicBezTo>
                      <a:pt x="1650" y="1968"/>
                      <a:pt x="2541" y="1225"/>
                      <a:pt x="2483" y="740"/>
                    </a:cubicBezTo>
                    <a:cubicBezTo>
                      <a:pt x="2483" y="740"/>
                      <a:pt x="507" y="0"/>
                      <a:pt x="94" y="0"/>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27"/>
              <p:cNvSpPr/>
              <p:nvPr/>
            </p:nvSpPr>
            <p:spPr>
              <a:xfrm>
                <a:off x="863148" y="-1291034"/>
                <a:ext cx="91827" cy="70270"/>
              </a:xfrm>
              <a:custGeom>
                <a:avLst/>
                <a:gdLst/>
                <a:ahLst/>
                <a:cxnLst/>
                <a:rect l="l" t="t" r="r" b="b"/>
                <a:pathLst>
                  <a:path w="2854" h="2184" extrusionOk="0">
                    <a:moveTo>
                      <a:pt x="337" y="0"/>
                    </a:moveTo>
                    <a:cubicBezTo>
                      <a:pt x="337" y="127"/>
                      <a:pt x="0" y="1678"/>
                      <a:pt x="0" y="1848"/>
                    </a:cubicBezTo>
                    <a:cubicBezTo>
                      <a:pt x="0" y="2014"/>
                      <a:pt x="2014" y="2184"/>
                      <a:pt x="2434" y="2184"/>
                    </a:cubicBezTo>
                    <a:cubicBezTo>
                      <a:pt x="2853" y="2184"/>
                      <a:pt x="337" y="0"/>
                      <a:pt x="337" y="0"/>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27"/>
              <p:cNvSpPr/>
              <p:nvPr/>
            </p:nvSpPr>
            <p:spPr>
              <a:xfrm>
                <a:off x="838727" y="-1212366"/>
                <a:ext cx="97297" cy="55598"/>
              </a:xfrm>
              <a:custGeom>
                <a:avLst/>
                <a:gdLst/>
                <a:ahLst/>
                <a:cxnLst/>
                <a:rect l="l" t="t" r="r" b="b"/>
                <a:pathLst>
                  <a:path w="3024" h="1728" extrusionOk="0">
                    <a:moveTo>
                      <a:pt x="670" y="1"/>
                    </a:moveTo>
                    <a:cubicBezTo>
                      <a:pt x="713" y="380"/>
                      <a:pt x="1" y="1429"/>
                      <a:pt x="1" y="1682"/>
                    </a:cubicBezTo>
                    <a:cubicBezTo>
                      <a:pt x="1" y="1713"/>
                      <a:pt x="47" y="1727"/>
                      <a:pt x="129" y="1727"/>
                    </a:cubicBezTo>
                    <a:cubicBezTo>
                      <a:pt x="705" y="1727"/>
                      <a:pt x="3023" y="1037"/>
                      <a:pt x="3023" y="926"/>
                    </a:cubicBezTo>
                    <a:cubicBezTo>
                      <a:pt x="3023" y="800"/>
                      <a:pt x="670" y="1"/>
                      <a:pt x="670" y="1"/>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27"/>
              <p:cNvSpPr/>
              <p:nvPr/>
            </p:nvSpPr>
            <p:spPr>
              <a:xfrm>
                <a:off x="1500374" y="-1300461"/>
                <a:ext cx="55663" cy="69176"/>
              </a:xfrm>
              <a:custGeom>
                <a:avLst/>
                <a:gdLst/>
                <a:ahLst/>
                <a:cxnLst/>
                <a:rect l="l" t="t" r="r" b="b"/>
                <a:pathLst>
                  <a:path w="1730" h="2150" extrusionOk="0">
                    <a:moveTo>
                      <a:pt x="269" y="0"/>
                    </a:moveTo>
                    <a:cubicBezTo>
                      <a:pt x="1" y="0"/>
                      <a:pt x="471" y="2150"/>
                      <a:pt x="471" y="2150"/>
                    </a:cubicBezTo>
                    <a:cubicBezTo>
                      <a:pt x="471" y="2150"/>
                      <a:pt x="1480" y="1601"/>
                      <a:pt x="1603" y="1434"/>
                    </a:cubicBezTo>
                    <a:cubicBezTo>
                      <a:pt x="1730" y="1268"/>
                      <a:pt x="638" y="176"/>
                      <a:pt x="302" y="9"/>
                    </a:cubicBezTo>
                    <a:cubicBezTo>
                      <a:pt x="290" y="3"/>
                      <a:pt x="279" y="0"/>
                      <a:pt x="269" y="0"/>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27"/>
              <p:cNvSpPr/>
              <p:nvPr/>
            </p:nvSpPr>
            <p:spPr>
              <a:xfrm>
                <a:off x="1533675" y="-1347437"/>
                <a:ext cx="66924" cy="73005"/>
              </a:xfrm>
              <a:custGeom>
                <a:avLst/>
                <a:gdLst/>
                <a:ahLst/>
                <a:cxnLst/>
                <a:rect l="l" t="t" r="r" b="b"/>
                <a:pathLst>
                  <a:path w="2080" h="2269" extrusionOk="0">
                    <a:moveTo>
                      <a:pt x="226" y="1"/>
                    </a:moveTo>
                    <a:cubicBezTo>
                      <a:pt x="0" y="1"/>
                      <a:pt x="1114" y="2268"/>
                      <a:pt x="1114" y="2268"/>
                    </a:cubicBezTo>
                    <a:cubicBezTo>
                      <a:pt x="1114" y="2268"/>
                      <a:pt x="1996" y="1722"/>
                      <a:pt x="2036" y="1469"/>
                    </a:cubicBezTo>
                    <a:cubicBezTo>
                      <a:pt x="2080" y="1220"/>
                      <a:pt x="485" y="41"/>
                      <a:pt x="232" y="1"/>
                    </a:cubicBezTo>
                    <a:cubicBezTo>
                      <a:pt x="230" y="1"/>
                      <a:pt x="228" y="1"/>
                      <a:pt x="226" y="1"/>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27"/>
              <p:cNvSpPr/>
              <p:nvPr/>
            </p:nvSpPr>
            <p:spPr>
              <a:xfrm>
                <a:off x="1566558" y="-1365004"/>
                <a:ext cx="63707" cy="48681"/>
              </a:xfrm>
              <a:custGeom>
                <a:avLst/>
                <a:gdLst/>
                <a:ahLst/>
                <a:cxnLst/>
                <a:rect l="l" t="t" r="r" b="b"/>
                <a:pathLst>
                  <a:path w="1980" h="1513" extrusionOk="0">
                    <a:moveTo>
                      <a:pt x="331" y="0"/>
                    </a:moveTo>
                    <a:cubicBezTo>
                      <a:pt x="0" y="0"/>
                      <a:pt x="1224" y="1513"/>
                      <a:pt x="1224" y="1513"/>
                    </a:cubicBezTo>
                    <a:cubicBezTo>
                      <a:pt x="1224" y="1513"/>
                      <a:pt x="1980" y="883"/>
                      <a:pt x="1980" y="714"/>
                    </a:cubicBezTo>
                    <a:cubicBezTo>
                      <a:pt x="1980" y="547"/>
                      <a:pt x="721" y="45"/>
                      <a:pt x="345" y="1"/>
                    </a:cubicBezTo>
                    <a:cubicBezTo>
                      <a:pt x="340" y="1"/>
                      <a:pt x="335" y="0"/>
                      <a:pt x="331" y="0"/>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27"/>
              <p:cNvSpPr/>
              <p:nvPr/>
            </p:nvSpPr>
            <p:spPr>
              <a:xfrm>
                <a:off x="1522864" y="-1550396"/>
                <a:ext cx="58237" cy="88642"/>
              </a:xfrm>
              <a:custGeom>
                <a:avLst/>
                <a:gdLst/>
                <a:ahLst/>
                <a:cxnLst/>
                <a:rect l="l" t="t" r="r" b="b"/>
                <a:pathLst>
                  <a:path w="1810" h="2755" extrusionOk="0">
                    <a:moveTo>
                      <a:pt x="1158" y="0"/>
                    </a:moveTo>
                    <a:cubicBezTo>
                      <a:pt x="1155" y="0"/>
                      <a:pt x="1153" y="1"/>
                      <a:pt x="1151" y="2"/>
                    </a:cubicBezTo>
                    <a:cubicBezTo>
                      <a:pt x="220" y="523"/>
                      <a:pt x="1" y="1072"/>
                      <a:pt x="1" y="1072"/>
                    </a:cubicBezTo>
                    <a:cubicBezTo>
                      <a:pt x="1" y="1072"/>
                      <a:pt x="1428" y="2754"/>
                      <a:pt x="1652" y="2754"/>
                    </a:cubicBezTo>
                    <a:cubicBezTo>
                      <a:pt x="1661" y="2754"/>
                      <a:pt x="1667" y="2752"/>
                      <a:pt x="1672" y="2747"/>
                    </a:cubicBezTo>
                    <a:cubicBezTo>
                      <a:pt x="1809" y="2610"/>
                      <a:pt x="1311" y="0"/>
                      <a:pt x="1158" y="0"/>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27"/>
              <p:cNvSpPr/>
              <p:nvPr/>
            </p:nvSpPr>
            <p:spPr>
              <a:xfrm>
                <a:off x="1570515" y="-1583118"/>
                <a:ext cx="60071" cy="97040"/>
              </a:xfrm>
              <a:custGeom>
                <a:avLst/>
                <a:gdLst/>
                <a:ahLst/>
                <a:cxnLst/>
                <a:rect l="l" t="t" r="r" b="b"/>
                <a:pathLst>
                  <a:path w="1867" h="3016" extrusionOk="0">
                    <a:moveTo>
                      <a:pt x="1121" y="0"/>
                    </a:moveTo>
                    <a:cubicBezTo>
                      <a:pt x="1011" y="0"/>
                      <a:pt x="0" y="880"/>
                      <a:pt x="0" y="880"/>
                    </a:cubicBezTo>
                    <a:cubicBezTo>
                      <a:pt x="0" y="880"/>
                      <a:pt x="1571" y="3015"/>
                      <a:pt x="1790" y="3015"/>
                    </a:cubicBezTo>
                    <a:cubicBezTo>
                      <a:pt x="1802" y="3015"/>
                      <a:pt x="1811" y="3008"/>
                      <a:pt x="1814" y="2993"/>
                    </a:cubicBezTo>
                    <a:cubicBezTo>
                      <a:pt x="1866" y="2718"/>
                      <a:pt x="1209" y="29"/>
                      <a:pt x="1126" y="1"/>
                    </a:cubicBezTo>
                    <a:cubicBezTo>
                      <a:pt x="1125" y="1"/>
                      <a:pt x="1123" y="0"/>
                      <a:pt x="1121" y="0"/>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27"/>
              <p:cNvSpPr/>
              <p:nvPr/>
            </p:nvSpPr>
            <p:spPr>
              <a:xfrm>
                <a:off x="1439739" y="-1450142"/>
                <a:ext cx="250965" cy="239768"/>
              </a:xfrm>
              <a:custGeom>
                <a:avLst/>
                <a:gdLst/>
                <a:ahLst/>
                <a:cxnLst/>
                <a:rect l="l" t="t" r="r" b="b"/>
                <a:pathLst>
                  <a:path w="7800" h="7452" extrusionOk="0">
                    <a:moveTo>
                      <a:pt x="7131" y="1"/>
                    </a:moveTo>
                    <a:cubicBezTo>
                      <a:pt x="6758" y="1"/>
                      <a:pt x="6107" y="123"/>
                      <a:pt x="4950" y="506"/>
                    </a:cubicBezTo>
                    <a:cubicBezTo>
                      <a:pt x="3796" y="888"/>
                      <a:pt x="2677" y="1357"/>
                      <a:pt x="2667" y="1363"/>
                    </a:cubicBezTo>
                    <a:cubicBezTo>
                      <a:pt x="2578" y="1398"/>
                      <a:pt x="2617" y="1519"/>
                      <a:pt x="2694" y="1519"/>
                    </a:cubicBezTo>
                    <a:cubicBezTo>
                      <a:pt x="2705" y="1519"/>
                      <a:pt x="2717" y="1517"/>
                      <a:pt x="2729" y="1511"/>
                    </a:cubicBezTo>
                    <a:cubicBezTo>
                      <a:pt x="5143" y="500"/>
                      <a:pt x="6540" y="174"/>
                      <a:pt x="7141" y="174"/>
                    </a:cubicBezTo>
                    <a:cubicBezTo>
                      <a:pt x="7337" y="174"/>
                      <a:pt x="7448" y="208"/>
                      <a:pt x="7482" y="265"/>
                    </a:cubicBezTo>
                    <a:cubicBezTo>
                      <a:pt x="7571" y="416"/>
                      <a:pt x="7183" y="1400"/>
                      <a:pt x="6242" y="2788"/>
                    </a:cubicBezTo>
                    <a:cubicBezTo>
                      <a:pt x="4730" y="5018"/>
                      <a:pt x="2474" y="7291"/>
                      <a:pt x="510" y="7291"/>
                    </a:cubicBezTo>
                    <a:cubicBezTo>
                      <a:pt x="380" y="7291"/>
                      <a:pt x="250" y="7281"/>
                      <a:pt x="123" y="7260"/>
                    </a:cubicBezTo>
                    <a:cubicBezTo>
                      <a:pt x="119" y="7260"/>
                      <a:pt x="115" y="7260"/>
                      <a:pt x="111" y="7260"/>
                    </a:cubicBezTo>
                    <a:cubicBezTo>
                      <a:pt x="19" y="7260"/>
                      <a:pt x="0" y="7397"/>
                      <a:pt x="98" y="7418"/>
                    </a:cubicBezTo>
                    <a:cubicBezTo>
                      <a:pt x="234" y="7439"/>
                      <a:pt x="370" y="7452"/>
                      <a:pt x="508" y="7452"/>
                    </a:cubicBezTo>
                    <a:cubicBezTo>
                      <a:pt x="2538" y="7452"/>
                      <a:pt x="4839" y="5145"/>
                      <a:pt x="6378" y="2878"/>
                    </a:cubicBezTo>
                    <a:cubicBezTo>
                      <a:pt x="7130" y="1764"/>
                      <a:pt x="7800" y="481"/>
                      <a:pt x="7621" y="182"/>
                    </a:cubicBezTo>
                    <a:cubicBezTo>
                      <a:pt x="7565" y="90"/>
                      <a:pt x="7449" y="1"/>
                      <a:pt x="71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27"/>
              <p:cNvSpPr/>
              <p:nvPr/>
            </p:nvSpPr>
            <p:spPr>
              <a:xfrm>
                <a:off x="942024" y="-1221410"/>
                <a:ext cx="255405" cy="290862"/>
              </a:xfrm>
              <a:custGeom>
                <a:avLst/>
                <a:gdLst/>
                <a:ahLst/>
                <a:cxnLst/>
                <a:rect l="l" t="t" r="r" b="b"/>
                <a:pathLst>
                  <a:path w="7938" h="9040" extrusionOk="0">
                    <a:moveTo>
                      <a:pt x="4411" y="0"/>
                    </a:moveTo>
                    <a:lnTo>
                      <a:pt x="1" y="2875"/>
                    </a:lnTo>
                    <a:cubicBezTo>
                      <a:pt x="1875" y="6536"/>
                      <a:pt x="5837" y="9040"/>
                      <a:pt x="7244" y="9040"/>
                    </a:cubicBezTo>
                    <a:cubicBezTo>
                      <a:pt x="7768" y="9040"/>
                      <a:pt x="7937" y="8693"/>
                      <a:pt x="7514" y="7930"/>
                    </a:cubicBezTo>
                    <a:cubicBezTo>
                      <a:pt x="6253" y="5648"/>
                      <a:pt x="4411" y="0"/>
                      <a:pt x="4411" y="0"/>
                    </a:cubicBezTo>
                    <a:close/>
                  </a:path>
                </a:pathLst>
              </a:custGeom>
              <a:solidFill>
                <a:srgbClr val="D07F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27"/>
              <p:cNvSpPr/>
              <p:nvPr/>
            </p:nvSpPr>
            <p:spPr>
              <a:xfrm>
                <a:off x="1121978" y="-975367"/>
                <a:ext cx="41795" cy="41184"/>
              </a:xfrm>
              <a:custGeom>
                <a:avLst/>
                <a:gdLst/>
                <a:ahLst/>
                <a:cxnLst/>
                <a:rect l="l" t="t" r="r" b="b"/>
                <a:pathLst>
                  <a:path w="1299" h="1280" extrusionOk="0">
                    <a:moveTo>
                      <a:pt x="121" y="0"/>
                    </a:moveTo>
                    <a:cubicBezTo>
                      <a:pt x="46" y="0"/>
                      <a:pt x="1" y="118"/>
                      <a:pt x="89" y="156"/>
                    </a:cubicBezTo>
                    <a:cubicBezTo>
                      <a:pt x="98" y="163"/>
                      <a:pt x="1061" y="693"/>
                      <a:pt x="1135" y="1211"/>
                    </a:cubicBezTo>
                    <a:cubicBezTo>
                      <a:pt x="1138" y="1248"/>
                      <a:pt x="1175" y="1279"/>
                      <a:pt x="1215" y="1279"/>
                    </a:cubicBezTo>
                    <a:lnTo>
                      <a:pt x="1224" y="1279"/>
                    </a:lnTo>
                    <a:cubicBezTo>
                      <a:pt x="1267" y="1273"/>
                      <a:pt x="1298" y="1233"/>
                      <a:pt x="1292" y="1187"/>
                    </a:cubicBezTo>
                    <a:cubicBezTo>
                      <a:pt x="1209" y="594"/>
                      <a:pt x="209" y="39"/>
                      <a:pt x="166" y="15"/>
                    </a:cubicBezTo>
                    <a:cubicBezTo>
                      <a:pt x="150" y="5"/>
                      <a:pt x="135" y="0"/>
                      <a:pt x="1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27"/>
              <p:cNvSpPr/>
              <p:nvPr/>
            </p:nvSpPr>
            <p:spPr>
              <a:xfrm>
                <a:off x="1145917" y="-977813"/>
                <a:ext cx="34910" cy="45399"/>
              </a:xfrm>
              <a:custGeom>
                <a:avLst/>
                <a:gdLst/>
                <a:ahLst/>
                <a:cxnLst/>
                <a:rect l="l" t="t" r="r" b="b"/>
                <a:pathLst>
                  <a:path w="1085" h="1411" extrusionOk="0">
                    <a:moveTo>
                      <a:pt x="117" y="0"/>
                    </a:moveTo>
                    <a:cubicBezTo>
                      <a:pt x="43" y="0"/>
                      <a:pt x="1" y="109"/>
                      <a:pt x="79" y="152"/>
                    </a:cubicBezTo>
                    <a:cubicBezTo>
                      <a:pt x="85" y="155"/>
                      <a:pt x="687" y="467"/>
                      <a:pt x="918" y="1352"/>
                    </a:cubicBezTo>
                    <a:cubicBezTo>
                      <a:pt x="927" y="1386"/>
                      <a:pt x="958" y="1411"/>
                      <a:pt x="995" y="1411"/>
                    </a:cubicBezTo>
                    <a:cubicBezTo>
                      <a:pt x="1001" y="1411"/>
                      <a:pt x="1008" y="1411"/>
                      <a:pt x="1017" y="1408"/>
                    </a:cubicBezTo>
                    <a:cubicBezTo>
                      <a:pt x="1060" y="1398"/>
                      <a:pt x="1085" y="1352"/>
                      <a:pt x="1072" y="1309"/>
                    </a:cubicBezTo>
                    <a:cubicBezTo>
                      <a:pt x="826" y="350"/>
                      <a:pt x="178" y="23"/>
                      <a:pt x="150" y="7"/>
                    </a:cubicBezTo>
                    <a:cubicBezTo>
                      <a:pt x="138" y="2"/>
                      <a:pt x="127" y="0"/>
                      <a:pt x="1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27"/>
              <p:cNvSpPr/>
              <p:nvPr/>
            </p:nvSpPr>
            <p:spPr>
              <a:xfrm>
                <a:off x="971127" y="-1100618"/>
                <a:ext cx="66216" cy="69048"/>
              </a:xfrm>
              <a:custGeom>
                <a:avLst/>
                <a:gdLst/>
                <a:ahLst/>
                <a:cxnLst/>
                <a:rect l="l" t="t" r="r" b="b"/>
                <a:pathLst>
                  <a:path w="2058" h="2146" extrusionOk="0">
                    <a:moveTo>
                      <a:pt x="1919" y="0"/>
                    </a:moveTo>
                    <a:cubicBezTo>
                      <a:pt x="1721" y="0"/>
                      <a:pt x="0" y="800"/>
                      <a:pt x="0" y="800"/>
                    </a:cubicBezTo>
                    <a:cubicBezTo>
                      <a:pt x="0" y="927"/>
                      <a:pt x="876" y="2145"/>
                      <a:pt x="1006" y="2145"/>
                    </a:cubicBezTo>
                    <a:cubicBezTo>
                      <a:pt x="1132" y="2145"/>
                      <a:pt x="2057" y="45"/>
                      <a:pt x="1931" y="2"/>
                    </a:cubicBezTo>
                    <a:cubicBezTo>
                      <a:pt x="1928" y="1"/>
                      <a:pt x="1924" y="0"/>
                      <a:pt x="1919" y="0"/>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27"/>
              <p:cNvSpPr/>
              <p:nvPr/>
            </p:nvSpPr>
            <p:spPr>
              <a:xfrm>
                <a:off x="1015657" y="-1070728"/>
                <a:ext cx="48681" cy="86390"/>
              </a:xfrm>
              <a:custGeom>
                <a:avLst/>
                <a:gdLst/>
                <a:ahLst/>
                <a:cxnLst/>
                <a:rect l="l" t="t" r="r" b="b"/>
                <a:pathLst>
                  <a:path w="1513" h="2685" extrusionOk="0">
                    <a:moveTo>
                      <a:pt x="1332" y="0"/>
                    </a:moveTo>
                    <a:cubicBezTo>
                      <a:pt x="1058" y="0"/>
                      <a:pt x="1" y="1552"/>
                      <a:pt x="1" y="1552"/>
                    </a:cubicBezTo>
                    <a:lnTo>
                      <a:pt x="1176" y="2684"/>
                    </a:lnTo>
                    <a:cubicBezTo>
                      <a:pt x="1176" y="2684"/>
                      <a:pt x="1512" y="377"/>
                      <a:pt x="1386" y="41"/>
                    </a:cubicBezTo>
                    <a:cubicBezTo>
                      <a:pt x="1375" y="13"/>
                      <a:pt x="1357" y="0"/>
                      <a:pt x="1332" y="0"/>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27"/>
              <p:cNvSpPr/>
              <p:nvPr/>
            </p:nvSpPr>
            <p:spPr>
              <a:xfrm>
                <a:off x="938677" y="-1190425"/>
                <a:ext cx="257432" cy="262484"/>
              </a:xfrm>
              <a:custGeom>
                <a:avLst/>
                <a:gdLst/>
                <a:ahLst/>
                <a:cxnLst/>
                <a:rect l="l" t="t" r="r" b="b"/>
                <a:pathLst>
                  <a:path w="8001" h="8158" extrusionOk="0">
                    <a:moveTo>
                      <a:pt x="4930" y="1"/>
                    </a:moveTo>
                    <a:cubicBezTo>
                      <a:pt x="4883" y="1"/>
                      <a:pt x="4835" y="41"/>
                      <a:pt x="4848" y="101"/>
                    </a:cubicBezTo>
                    <a:cubicBezTo>
                      <a:pt x="4864" y="148"/>
                      <a:pt x="6295" y="4743"/>
                      <a:pt x="7547" y="7007"/>
                    </a:cubicBezTo>
                    <a:cubicBezTo>
                      <a:pt x="7822" y="7501"/>
                      <a:pt x="7800" y="7738"/>
                      <a:pt x="7732" y="7849"/>
                    </a:cubicBezTo>
                    <a:cubicBezTo>
                      <a:pt x="7660" y="7969"/>
                      <a:pt x="7492" y="7998"/>
                      <a:pt x="7346" y="7998"/>
                    </a:cubicBezTo>
                    <a:cubicBezTo>
                      <a:pt x="7331" y="7998"/>
                      <a:pt x="7315" y="7998"/>
                      <a:pt x="7300" y="7997"/>
                    </a:cubicBezTo>
                    <a:cubicBezTo>
                      <a:pt x="5903" y="7942"/>
                      <a:pt x="2039" y="5514"/>
                      <a:pt x="176" y="1875"/>
                    </a:cubicBezTo>
                    <a:cubicBezTo>
                      <a:pt x="160" y="1843"/>
                      <a:pt x="133" y="1830"/>
                      <a:pt x="107" y="1830"/>
                    </a:cubicBezTo>
                    <a:cubicBezTo>
                      <a:pt x="54" y="1830"/>
                      <a:pt x="1" y="1885"/>
                      <a:pt x="34" y="1949"/>
                    </a:cubicBezTo>
                    <a:cubicBezTo>
                      <a:pt x="1921" y="5638"/>
                      <a:pt x="5863" y="8102"/>
                      <a:pt x="7294" y="8157"/>
                    </a:cubicBezTo>
                    <a:lnTo>
                      <a:pt x="7347" y="8157"/>
                    </a:lnTo>
                    <a:cubicBezTo>
                      <a:pt x="7603" y="8157"/>
                      <a:pt x="7779" y="8083"/>
                      <a:pt x="7868" y="7932"/>
                    </a:cubicBezTo>
                    <a:cubicBezTo>
                      <a:pt x="8001" y="7720"/>
                      <a:pt x="7939" y="7383"/>
                      <a:pt x="7689" y="6927"/>
                    </a:cubicBezTo>
                    <a:cubicBezTo>
                      <a:pt x="6446" y="4681"/>
                      <a:pt x="5018" y="98"/>
                      <a:pt x="5003" y="52"/>
                    </a:cubicBezTo>
                    <a:cubicBezTo>
                      <a:pt x="4988" y="16"/>
                      <a:pt x="4959" y="1"/>
                      <a:pt x="49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27"/>
              <p:cNvSpPr/>
              <p:nvPr/>
            </p:nvSpPr>
            <p:spPr>
              <a:xfrm>
                <a:off x="1589370" y="-1190551"/>
                <a:ext cx="68694" cy="48391"/>
              </a:xfrm>
              <a:custGeom>
                <a:avLst/>
                <a:gdLst/>
                <a:ahLst/>
                <a:cxnLst/>
                <a:rect l="l" t="t" r="r" b="b"/>
                <a:pathLst>
                  <a:path w="2135" h="1504" extrusionOk="0">
                    <a:moveTo>
                      <a:pt x="216" y="0"/>
                    </a:moveTo>
                    <a:cubicBezTo>
                      <a:pt x="203" y="0"/>
                      <a:pt x="193" y="1"/>
                      <a:pt x="185" y="2"/>
                    </a:cubicBezTo>
                    <a:cubicBezTo>
                      <a:pt x="0" y="20"/>
                      <a:pt x="1545" y="1504"/>
                      <a:pt x="1545" y="1504"/>
                    </a:cubicBezTo>
                    <a:cubicBezTo>
                      <a:pt x="1687" y="1402"/>
                      <a:pt x="2134" y="427"/>
                      <a:pt x="2094" y="325"/>
                    </a:cubicBezTo>
                    <a:cubicBezTo>
                      <a:pt x="2056" y="228"/>
                      <a:pt x="506" y="0"/>
                      <a:pt x="216" y="0"/>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27"/>
              <p:cNvSpPr/>
              <p:nvPr/>
            </p:nvSpPr>
            <p:spPr>
              <a:xfrm>
                <a:off x="1584801" y="-1242900"/>
                <a:ext cx="92921" cy="45174"/>
              </a:xfrm>
              <a:custGeom>
                <a:avLst/>
                <a:gdLst/>
                <a:ahLst/>
                <a:cxnLst/>
                <a:rect l="l" t="t" r="r" b="b"/>
                <a:pathLst>
                  <a:path w="2888" h="1404" extrusionOk="0">
                    <a:moveTo>
                      <a:pt x="2513" y="1"/>
                    </a:moveTo>
                    <a:cubicBezTo>
                      <a:pt x="1882" y="1"/>
                      <a:pt x="605" y="107"/>
                      <a:pt x="346" y="123"/>
                    </a:cubicBezTo>
                    <a:cubicBezTo>
                      <a:pt x="0" y="145"/>
                      <a:pt x="2440" y="1403"/>
                      <a:pt x="2440" y="1403"/>
                    </a:cubicBezTo>
                    <a:cubicBezTo>
                      <a:pt x="2458" y="1283"/>
                      <a:pt x="2887" y="163"/>
                      <a:pt x="2866" y="43"/>
                    </a:cubicBezTo>
                    <a:cubicBezTo>
                      <a:pt x="2860" y="12"/>
                      <a:pt x="2722" y="1"/>
                      <a:pt x="2513" y="1"/>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27"/>
              <p:cNvSpPr/>
              <p:nvPr/>
            </p:nvSpPr>
            <p:spPr>
              <a:xfrm>
                <a:off x="1612890" y="-1295538"/>
                <a:ext cx="78507" cy="43533"/>
              </a:xfrm>
              <a:custGeom>
                <a:avLst/>
                <a:gdLst/>
                <a:ahLst/>
                <a:cxnLst/>
                <a:rect l="l" t="t" r="r" b="b"/>
                <a:pathLst>
                  <a:path w="2440" h="1353" extrusionOk="0">
                    <a:moveTo>
                      <a:pt x="2350" y="1"/>
                    </a:moveTo>
                    <a:cubicBezTo>
                      <a:pt x="1995" y="1"/>
                      <a:pt x="386" y="282"/>
                      <a:pt x="204" y="338"/>
                    </a:cubicBezTo>
                    <a:cubicBezTo>
                      <a:pt x="0" y="399"/>
                      <a:pt x="2156" y="1352"/>
                      <a:pt x="2156" y="1352"/>
                    </a:cubicBezTo>
                    <a:cubicBezTo>
                      <a:pt x="2258" y="1149"/>
                      <a:pt x="2440" y="94"/>
                      <a:pt x="2418" y="14"/>
                    </a:cubicBezTo>
                    <a:cubicBezTo>
                      <a:pt x="2416" y="5"/>
                      <a:pt x="2392" y="1"/>
                      <a:pt x="2350" y="1"/>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27"/>
              <p:cNvSpPr/>
              <p:nvPr/>
            </p:nvSpPr>
            <p:spPr>
              <a:xfrm>
                <a:off x="1059913" y="-1432606"/>
                <a:ext cx="331402" cy="223681"/>
              </a:xfrm>
              <a:custGeom>
                <a:avLst/>
                <a:gdLst/>
                <a:ahLst/>
                <a:cxnLst/>
                <a:rect l="l" t="t" r="r" b="b"/>
                <a:pathLst>
                  <a:path w="10300" h="6952" extrusionOk="0">
                    <a:moveTo>
                      <a:pt x="4504" y="1"/>
                    </a:moveTo>
                    <a:cubicBezTo>
                      <a:pt x="4372" y="1"/>
                      <a:pt x="4228" y="13"/>
                      <a:pt x="4072" y="41"/>
                    </a:cubicBezTo>
                    <a:cubicBezTo>
                      <a:pt x="2518" y="316"/>
                      <a:pt x="3221" y="2589"/>
                      <a:pt x="1845" y="2749"/>
                    </a:cubicBezTo>
                    <a:cubicBezTo>
                      <a:pt x="473" y="2912"/>
                      <a:pt x="1" y="6577"/>
                      <a:pt x="1" y="6577"/>
                    </a:cubicBezTo>
                    <a:cubicBezTo>
                      <a:pt x="950" y="6844"/>
                      <a:pt x="1919" y="6951"/>
                      <a:pt x="2864" y="6951"/>
                    </a:cubicBezTo>
                    <a:cubicBezTo>
                      <a:pt x="6787" y="6951"/>
                      <a:pt x="10299" y="5096"/>
                      <a:pt x="10299" y="5093"/>
                    </a:cubicBezTo>
                    <a:cubicBezTo>
                      <a:pt x="9774" y="2758"/>
                      <a:pt x="8861" y="1720"/>
                      <a:pt x="7627" y="1720"/>
                    </a:cubicBezTo>
                    <a:cubicBezTo>
                      <a:pt x="7536" y="1720"/>
                      <a:pt x="7443" y="1726"/>
                      <a:pt x="7348" y="1737"/>
                    </a:cubicBezTo>
                    <a:cubicBezTo>
                      <a:pt x="7299" y="1743"/>
                      <a:pt x="7252" y="1746"/>
                      <a:pt x="7207" y="1746"/>
                    </a:cubicBezTo>
                    <a:cubicBezTo>
                      <a:pt x="6077" y="1746"/>
                      <a:pt x="6055" y="1"/>
                      <a:pt x="450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27"/>
              <p:cNvSpPr/>
              <p:nvPr/>
            </p:nvSpPr>
            <p:spPr>
              <a:xfrm>
                <a:off x="1032596" y="-1366744"/>
                <a:ext cx="90766" cy="50386"/>
              </a:xfrm>
              <a:custGeom>
                <a:avLst/>
                <a:gdLst/>
                <a:ahLst/>
                <a:cxnLst/>
                <a:rect l="l" t="t" r="r" b="b"/>
                <a:pathLst>
                  <a:path w="2821" h="1566" extrusionOk="0">
                    <a:moveTo>
                      <a:pt x="119" y="1"/>
                    </a:moveTo>
                    <a:cubicBezTo>
                      <a:pt x="45" y="1"/>
                      <a:pt x="0" y="111"/>
                      <a:pt x="82" y="153"/>
                    </a:cubicBezTo>
                    <a:lnTo>
                      <a:pt x="2670" y="1556"/>
                    </a:lnTo>
                    <a:cubicBezTo>
                      <a:pt x="2682" y="1563"/>
                      <a:pt x="2694" y="1566"/>
                      <a:pt x="2710" y="1566"/>
                    </a:cubicBezTo>
                    <a:cubicBezTo>
                      <a:pt x="2793" y="1566"/>
                      <a:pt x="2821" y="1455"/>
                      <a:pt x="2747" y="1414"/>
                    </a:cubicBezTo>
                    <a:lnTo>
                      <a:pt x="159" y="11"/>
                    </a:lnTo>
                    <a:cubicBezTo>
                      <a:pt x="145" y="4"/>
                      <a:pt x="132" y="1"/>
                      <a:pt x="1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27"/>
              <p:cNvSpPr/>
              <p:nvPr/>
            </p:nvSpPr>
            <p:spPr>
              <a:xfrm>
                <a:off x="980827" y="-1337175"/>
                <a:ext cx="137291" cy="34717"/>
              </a:xfrm>
              <a:custGeom>
                <a:avLst/>
                <a:gdLst/>
                <a:ahLst/>
                <a:cxnLst/>
                <a:rect l="l" t="t" r="r" b="b"/>
                <a:pathLst>
                  <a:path w="4267" h="1079" extrusionOk="0">
                    <a:moveTo>
                      <a:pt x="113" y="0"/>
                    </a:moveTo>
                    <a:cubicBezTo>
                      <a:pt x="25" y="0"/>
                      <a:pt x="0" y="133"/>
                      <a:pt x="93" y="159"/>
                    </a:cubicBezTo>
                    <a:lnTo>
                      <a:pt x="4140" y="1078"/>
                    </a:lnTo>
                    <a:lnTo>
                      <a:pt x="4155" y="1078"/>
                    </a:lnTo>
                    <a:cubicBezTo>
                      <a:pt x="4251" y="1078"/>
                      <a:pt x="4266" y="940"/>
                      <a:pt x="4174" y="918"/>
                    </a:cubicBezTo>
                    <a:lnTo>
                      <a:pt x="130" y="2"/>
                    </a:lnTo>
                    <a:cubicBezTo>
                      <a:pt x="124" y="1"/>
                      <a:pt x="119" y="0"/>
                      <a:pt x="1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27"/>
              <p:cNvSpPr/>
              <p:nvPr/>
            </p:nvSpPr>
            <p:spPr>
              <a:xfrm>
                <a:off x="1024392" y="-1292967"/>
                <a:ext cx="92825" cy="9556"/>
              </a:xfrm>
              <a:custGeom>
                <a:avLst/>
                <a:gdLst/>
                <a:ahLst/>
                <a:cxnLst/>
                <a:rect l="l" t="t" r="r" b="b"/>
                <a:pathLst>
                  <a:path w="2885" h="297" extrusionOk="0">
                    <a:moveTo>
                      <a:pt x="2804" y="0"/>
                    </a:moveTo>
                    <a:cubicBezTo>
                      <a:pt x="2802" y="0"/>
                      <a:pt x="2800" y="0"/>
                      <a:pt x="2798" y="0"/>
                    </a:cubicBezTo>
                    <a:lnTo>
                      <a:pt x="103" y="136"/>
                    </a:lnTo>
                    <a:cubicBezTo>
                      <a:pt x="1" y="145"/>
                      <a:pt x="4" y="294"/>
                      <a:pt x="106" y="297"/>
                    </a:cubicBezTo>
                    <a:lnTo>
                      <a:pt x="112" y="297"/>
                    </a:lnTo>
                    <a:lnTo>
                      <a:pt x="2807" y="164"/>
                    </a:lnTo>
                    <a:cubicBezTo>
                      <a:pt x="2851" y="161"/>
                      <a:pt x="2885" y="121"/>
                      <a:pt x="2885" y="78"/>
                    </a:cubicBezTo>
                    <a:cubicBezTo>
                      <a:pt x="2882" y="33"/>
                      <a:pt x="2848" y="0"/>
                      <a:pt x="28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27"/>
              <p:cNvSpPr/>
              <p:nvPr/>
            </p:nvSpPr>
            <p:spPr>
              <a:xfrm>
                <a:off x="1316251" y="-1396377"/>
                <a:ext cx="57143" cy="65251"/>
              </a:xfrm>
              <a:custGeom>
                <a:avLst/>
                <a:gdLst/>
                <a:ahLst/>
                <a:cxnLst/>
                <a:rect l="l" t="t" r="r" b="b"/>
                <a:pathLst>
                  <a:path w="1776" h="2028" extrusionOk="0">
                    <a:moveTo>
                      <a:pt x="1657" y="0"/>
                    </a:moveTo>
                    <a:cubicBezTo>
                      <a:pt x="1636" y="0"/>
                      <a:pt x="1613" y="10"/>
                      <a:pt x="1595" y="35"/>
                    </a:cubicBezTo>
                    <a:lnTo>
                      <a:pt x="32" y="1894"/>
                    </a:lnTo>
                    <a:cubicBezTo>
                      <a:pt x="1" y="1928"/>
                      <a:pt x="7" y="1981"/>
                      <a:pt x="41" y="2009"/>
                    </a:cubicBezTo>
                    <a:cubicBezTo>
                      <a:pt x="56" y="2021"/>
                      <a:pt x="75" y="2027"/>
                      <a:pt x="93" y="2027"/>
                    </a:cubicBezTo>
                    <a:cubicBezTo>
                      <a:pt x="118" y="2027"/>
                      <a:pt x="139" y="2018"/>
                      <a:pt x="155" y="1999"/>
                    </a:cubicBezTo>
                    <a:lnTo>
                      <a:pt x="1719" y="139"/>
                    </a:lnTo>
                    <a:cubicBezTo>
                      <a:pt x="1775" y="78"/>
                      <a:pt x="1718" y="0"/>
                      <a:pt x="16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27"/>
              <p:cNvSpPr/>
              <p:nvPr/>
            </p:nvSpPr>
            <p:spPr>
              <a:xfrm>
                <a:off x="1320916" y="-1385856"/>
                <a:ext cx="95946" cy="67825"/>
              </a:xfrm>
              <a:custGeom>
                <a:avLst/>
                <a:gdLst/>
                <a:ahLst/>
                <a:cxnLst/>
                <a:rect l="l" t="t" r="r" b="b"/>
                <a:pathLst>
                  <a:path w="2982" h="2108" extrusionOk="0">
                    <a:moveTo>
                      <a:pt x="2864" y="1"/>
                    </a:moveTo>
                    <a:cubicBezTo>
                      <a:pt x="2848" y="1"/>
                      <a:pt x="2830" y="6"/>
                      <a:pt x="2813" y="19"/>
                    </a:cubicBezTo>
                    <a:lnTo>
                      <a:pt x="62" y="1959"/>
                    </a:lnTo>
                    <a:cubicBezTo>
                      <a:pt x="1" y="2005"/>
                      <a:pt x="31" y="2104"/>
                      <a:pt x="112" y="2107"/>
                    </a:cubicBezTo>
                    <a:cubicBezTo>
                      <a:pt x="127" y="2107"/>
                      <a:pt x="142" y="2101"/>
                      <a:pt x="158" y="2092"/>
                    </a:cubicBezTo>
                    <a:lnTo>
                      <a:pt x="2906" y="149"/>
                    </a:lnTo>
                    <a:cubicBezTo>
                      <a:pt x="2981" y="101"/>
                      <a:pt x="2932" y="1"/>
                      <a:pt x="28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27"/>
              <p:cNvSpPr/>
              <p:nvPr/>
            </p:nvSpPr>
            <p:spPr>
              <a:xfrm>
                <a:off x="1332242" y="-1321538"/>
                <a:ext cx="87580" cy="13803"/>
              </a:xfrm>
              <a:custGeom>
                <a:avLst/>
                <a:gdLst/>
                <a:ahLst/>
                <a:cxnLst/>
                <a:rect l="l" t="t" r="r" b="b"/>
                <a:pathLst>
                  <a:path w="2722" h="429" extrusionOk="0">
                    <a:moveTo>
                      <a:pt x="2613" y="0"/>
                    </a:moveTo>
                    <a:cubicBezTo>
                      <a:pt x="2611" y="0"/>
                      <a:pt x="2609" y="0"/>
                      <a:pt x="2606" y="0"/>
                    </a:cubicBezTo>
                    <a:lnTo>
                      <a:pt x="99" y="269"/>
                    </a:lnTo>
                    <a:cubicBezTo>
                      <a:pt x="0" y="281"/>
                      <a:pt x="9" y="426"/>
                      <a:pt x="108" y="429"/>
                    </a:cubicBezTo>
                    <a:lnTo>
                      <a:pt x="117" y="429"/>
                    </a:lnTo>
                    <a:lnTo>
                      <a:pt x="2625" y="161"/>
                    </a:lnTo>
                    <a:cubicBezTo>
                      <a:pt x="2722" y="142"/>
                      <a:pt x="2709" y="0"/>
                      <a:pt x="26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27"/>
              <p:cNvSpPr/>
              <p:nvPr/>
            </p:nvSpPr>
            <p:spPr>
              <a:xfrm>
                <a:off x="854025" y="-1593867"/>
                <a:ext cx="711035" cy="386486"/>
              </a:xfrm>
              <a:custGeom>
                <a:avLst/>
                <a:gdLst/>
                <a:ahLst/>
                <a:cxnLst/>
                <a:rect l="l" t="t" r="r" b="b"/>
                <a:pathLst>
                  <a:path w="22099" h="12012" extrusionOk="0">
                    <a:moveTo>
                      <a:pt x="18763" y="1"/>
                    </a:moveTo>
                    <a:cubicBezTo>
                      <a:pt x="18707" y="1"/>
                      <a:pt x="18652" y="60"/>
                      <a:pt x="18691" y="124"/>
                    </a:cubicBezTo>
                    <a:cubicBezTo>
                      <a:pt x="18725" y="177"/>
                      <a:pt x="21895" y="5506"/>
                      <a:pt x="18931" y="8393"/>
                    </a:cubicBezTo>
                    <a:cubicBezTo>
                      <a:pt x="16651" y="10614"/>
                      <a:pt x="12870" y="11850"/>
                      <a:pt x="9349" y="11850"/>
                    </a:cubicBezTo>
                    <a:cubicBezTo>
                      <a:pt x="7313" y="11850"/>
                      <a:pt x="5365" y="11437"/>
                      <a:pt x="3843" y="10562"/>
                    </a:cubicBezTo>
                    <a:cubicBezTo>
                      <a:pt x="2076" y="9547"/>
                      <a:pt x="182" y="7483"/>
                      <a:pt x="1197" y="3421"/>
                    </a:cubicBezTo>
                    <a:cubicBezTo>
                      <a:pt x="1206" y="3363"/>
                      <a:pt x="1160" y="3326"/>
                      <a:pt x="1115" y="3326"/>
                    </a:cubicBezTo>
                    <a:cubicBezTo>
                      <a:pt x="1083" y="3326"/>
                      <a:pt x="1052" y="3344"/>
                      <a:pt x="1039" y="3384"/>
                    </a:cubicBezTo>
                    <a:cubicBezTo>
                      <a:pt x="0" y="7542"/>
                      <a:pt x="1946" y="9661"/>
                      <a:pt x="3763" y="10703"/>
                    </a:cubicBezTo>
                    <a:cubicBezTo>
                      <a:pt x="5305" y="11592"/>
                      <a:pt x="7279" y="12011"/>
                      <a:pt x="9342" y="12011"/>
                    </a:cubicBezTo>
                    <a:cubicBezTo>
                      <a:pt x="12908" y="12011"/>
                      <a:pt x="16735" y="10756"/>
                      <a:pt x="19042" y="8507"/>
                    </a:cubicBezTo>
                    <a:cubicBezTo>
                      <a:pt x="22099" y="5534"/>
                      <a:pt x="18864" y="97"/>
                      <a:pt x="18830" y="41"/>
                    </a:cubicBezTo>
                    <a:cubicBezTo>
                      <a:pt x="18813" y="13"/>
                      <a:pt x="18788" y="1"/>
                      <a:pt x="187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27"/>
              <p:cNvSpPr/>
              <p:nvPr/>
            </p:nvSpPr>
            <p:spPr>
              <a:xfrm>
                <a:off x="1181084" y="-1283153"/>
                <a:ext cx="124582" cy="91120"/>
              </a:xfrm>
              <a:custGeom>
                <a:avLst/>
                <a:gdLst/>
                <a:ahLst/>
                <a:cxnLst/>
                <a:rect l="l" t="t" r="r" b="b"/>
                <a:pathLst>
                  <a:path w="3872" h="2832" extrusionOk="0">
                    <a:moveTo>
                      <a:pt x="2570" y="1"/>
                    </a:moveTo>
                    <a:lnTo>
                      <a:pt x="2570" y="1"/>
                    </a:lnTo>
                    <a:cubicBezTo>
                      <a:pt x="2570" y="1"/>
                      <a:pt x="2348" y="759"/>
                      <a:pt x="1760" y="759"/>
                    </a:cubicBezTo>
                    <a:cubicBezTo>
                      <a:pt x="1547" y="759"/>
                      <a:pt x="1286" y="659"/>
                      <a:pt x="969" y="386"/>
                    </a:cubicBezTo>
                    <a:lnTo>
                      <a:pt x="969" y="386"/>
                    </a:lnTo>
                    <a:cubicBezTo>
                      <a:pt x="969" y="387"/>
                      <a:pt x="1" y="2570"/>
                      <a:pt x="1990" y="2817"/>
                    </a:cubicBezTo>
                    <a:cubicBezTo>
                      <a:pt x="2068" y="2827"/>
                      <a:pt x="2141" y="2831"/>
                      <a:pt x="2209" y="2831"/>
                    </a:cubicBezTo>
                    <a:cubicBezTo>
                      <a:pt x="3871" y="2831"/>
                      <a:pt x="2570" y="1"/>
                      <a:pt x="257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27"/>
              <p:cNvSpPr/>
              <p:nvPr/>
            </p:nvSpPr>
            <p:spPr>
              <a:xfrm>
                <a:off x="1201129" y="-1356384"/>
                <a:ext cx="43597" cy="21268"/>
              </a:xfrm>
              <a:custGeom>
                <a:avLst/>
                <a:gdLst/>
                <a:ahLst/>
                <a:cxnLst/>
                <a:rect l="l" t="t" r="r" b="b"/>
                <a:pathLst>
                  <a:path w="1355" h="661" extrusionOk="0">
                    <a:moveTo>
                      <a:pt x="971" y="1"/>
                    </a:moveTo>
                    <a:cubicBezTo>
                      <a:pt x="464" y="1"/>
                      <a:pt x="1" y="334"/>
                      <a:pt x="1" y="334"/>
                    </a:cubicBezTo>
                    <a:cubicBezTo>
                      <a:pt x="1" y="334"/>
                      <a:pt x="723" y="658"/>
                      <a:pt x="815" y="661"/>
                    </a:cubicBezTo>
                    <a:cubicBezTo>
                      <a:pt x="815" y="661"/>
                      <a:pt x="816" y="661"/>
                      <a:pt x="816" y="661"/>
                    </a:cubicBezTo>
                    <a:cubicBezTo>
                      <a:pt x="910" y="661"/>
                      <a:pt x="1355" y="75"/>
                      <a:pt x="1355" y="75"/>
                    </a:cubicBezTo>
                    <a:cubicBezTo>
                      <a:pt x="1228" y="22"/>
                      <a:pt x="1098" y="1"/>
                      <a:pt x="97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27"/>
              <p:cNvSpPr/>
              <p:nvPr/>
            </p:nvSpPr>
            <p:spPr>
              <a:xfrm>
                <a:off x="1190576" y="-1336853"/>
                <a:ext cx="79955" cy="122908"/>
              </a:xfrm>
              <a:custGeom>
                <a:avLst/>
                <a:gdLst/>
                <a:ahLst/>
                <a:cxnLst/>
                <a:rect l="l" t="t" r="r" b="b"/>
                <a:pathLst>
                  <a:path w="2485" h="3820" extrusionOk="0">
                    <a:moveTo>
                      <a:pt x="1098" y="1"/>
                    </a:moveTo>
                    <a:cubicBezTo>
                      <a:pt x="1054" y="1"/>
                      <a:pt x="1010" y="34"/>
                      <a:pt x="1017" y="91"/>
                    </a:cubicBezTo>
                    <a:lnTo>
                      <a:pt x="1384" y="2392"/>
                    </a:lnTo>
                    <a:cubicBezTo>
                      <a:pt x="906" y="2271"/>
                      <a:pt x="354" y="1327"/>
                      <a:pt x="172" y="948"/>
                    </a:cubicBezTo>
                    <a:cubicBezTo>
                      <a:pt x="155" y="917"/>
                      <a:pt x="129" y="904"/>
                      <a:pt x="102" y="904"/>
                    </a:cubicBezTo>
                    <a:cubicBezTo>
                      <a:pt x="51" y="904"/>
                      <a:pt x="0" y="955"/>
                      <a:pt x="27" y="1016"/>
                    </a:cubicBezTo>
                    <a:cubicBezTo>
                      <a:pt x="54" y="1078"/>
                      <a:pt x="745" y="2493"/>
                      <a:pt x="1430" y="2561"/>
                    </a:cubicBezTo>
                    <a:cubicBezTo>
                      <a:pt x="1485" y="2712"/>
                      <a:pt x="1510" y="3264"/>
                      <a:pt x="1501" y="3736"/>
                    </a:cubicBezTo>
                    <a:cubicBezTo>
                      <a:pt x="1501" y="3779"/>
                      <a:pt x="1535" y="3817"/>
                      <a:pt x="1581" y="3820"/>
                    </a:cubicBezTo>
                    <a:cubicBezTo>
                      <a:pt x="1624" y="3820"/>
                      <a:pt x="1661" y="3783"/>
                      <a:pt x="1661" y="3739"/>
                    </a:cubicBezTo>
                    <a:cubicBezTo>
                      <a:pt x="1664" y="3514"/>
                      <a:pt x="1671" y="2848"/>
                      <a:pt x="1593" y="2552"/>
                    </a:cubicBezTo>
                    <a:cubicBezTo>
                      <a:pt x="2216" y="2398"/>
                      <a:pt x="2454" y="973"/>
                      <a:pt x="2479" y="803"/>
                    </a:cubicBezTo>
                    <a:cubicBezTo>
                      <a:pt x="2485" y="760"/>
                      <a:pt x="2457" y="720"/>
                      <a:pt x="2414" y="711"/>
                    </a:cubicBezTo>
                    <a:cubicBezTo>
                      <a:pt x="2410" y="710"/>
                      <a:pt x="2406" y="710"/>
                      <a:pt x="2403" y="710"/>
                    </a:cubicBezTo>
                    <a:cubicBezTo>
                      <a:pt x="2364" y="710"/>
                      <a:pt x="2327" y="739"/>
                      <a:pt x="2321" y="778"/>
                    </a:cubicBezTo>
                    <a:cubicBezTo>
                      <a:pt x="2257" y="1210"/>
                      <a:pt x="1991" y="2293"/>
                      <a:pt x="1547" y="2395"/>
                    </a:cubicBezTo>
                    <a:lnTo>
                      <a:pt x="1177" y="66"/>
                    </a:lnTo>
                    <a:cubicBezTo>
                      <a:pt x="1168" y="21"/>
                      <a:pt x="1133" y="1"/>
                      <a:pt x="10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27"/>
              <p:cNvSpPr/>
              <p:nvPr/>
            </p:nvSpPr>
            <p:spPr>
              <a:xfrm>
                <a:off x="900155" y="-1022294"/>
                <a:ext cx="44305" cy="50354"/>
              </a:xfrm>
              <a:custGeom>
                <a:avLst/>
                <a:gdLst/>
                <a:ahLst/>
                <a:cxnLst/>
                <a:rect l="l" t="t" r="r" b="b"/>
                <a:pathLst>
                  <a:path w="1377" h="1565" extrusionOk="0">
                    <a:moveTo>
                      <a:pt x="725" y="0"/>
                    </a:moveTo>
                    <a:cubicBezTo>
                      <a:pt x="583" y="0"/>
                      <a:pt x="1" y="1456"/>
                      <a:pt x="1" y="1456"/>
                    </a:cubicBezTo>
                    <a:cubicBezTo>
                      <a:pt x="189" y="1536"/>
                      <a:pt x="1213" y="1564"/>
                      <a:pt x="1293" y="1564"/>
                    </a:cubicBezTo>
                    <a:cubicBezTo>
                      <a:pt x="1376" y="1564"/>
                      <a:pt x="864" y="28"/>
                      <a:pt x="729" y="1"/>
                    </a:cubicBezTo>
                    <a:cubicBezTo>
                      <a:pt x="727" y="0"/>
                      <a:pt x="726" y="0"/>
                      <a:pt x="725" y="0"/>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27"/>
              <p:cNvSpPr/>
              <p:nvPr/>
            </p:nvSpPr>
            <p:spPr>
              <a:xfrm>
                <a:off x="953951" y="-1032976"/>
                <a:ext cx="48777" cy="68887"/>
              </a:xfrm>
              <a:custGeom>
                <a:avLst/>
                <a:gdLst/>
                <a:ahLst/>
                <a:cxnLst/>
                <a:rect l="l" t="t" r="r" b="b"/>
                <a:pathLst>
                  <a:path w="1516" h="2141" extrusionOk="0">
                    <a:moveTo>
                      <a:pt x="657" y="0"/>
                    </a:moveTo>
                    <a:cubicBezTo>
                      <a:pt x="502" y="0"/>
                      <a:pt x="0" y="2004"/>
                      <a:pt x="0" y="2004"/>
                    </a:cubicBezTo>
                    <a:cubicBezTo>
                      <a:pt x="0" y="2004"/>
                      <a:pt x="862" y="2141"/>
                      <a:pt x="1283" y="2141"/>
                    </a:cubicBezTo>
                    <a:cubicBezTo>
                      <a:pt x="1424" y="2141"/>
                      <a:pt x="1516" y="2125"/>
                      <a:pt x="1509" y="2084"/>
                    </a:cubicBezTo>
                    <a:cubicBezTo>
                      <a:pt x="1484" y="1924"/>
                      <a:pt x="808" y="172"/>
                      <a:pt x="673" y="9"/>
                    </a:cubicBezTo>
                    <a:cubicBezTo>
                      <a:pt x="668" y="3"/>
                      <a:pt x="663" y="0"/>
                      <a:pt x="657" y="0"/>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27"/>
              <p:cNvSpPr/>
              <p:nvPr/>
            </p:nvSpPr>
            <p:spPr>
              <a:xfrm>
                <a:off x="1409170" y="-920213"/>
                <a:ext cx="77123" cy="52928"/>
              </a:xfrm>
              <a:custGeom>
                <a:avLst/>
                <a:gdLst/>
                <a:ahLst/>
                <a:cxnLst/>
                <a:rect l="l" t="t" r="r" b="b"/>
                <a:pathLst>
                  <a:path w="2397" h="1645" extrusionOk="0">
                    <a:moveTo>
                      <a:pt x="901" y="1"/>
                    </a:moveTo>
                    <a:cubicBezTo>
                      <a:pt x="410" y="1"/>
                      <a:pt x="1" y="15"/>
                      <a:pt x="53" y="65"/>
                    </a:cubicBezTo>
                    <a:cubicBezTo>
                      <a:pt x="174" y="183"/>
                      <a:pt x="1789" y="1645"/>
                      <a:pt x="2024" y="1645"/>
                    </a:cubicBezTo>
                    <a:cubicBezTo>
                      <a:pt x="2027" y="1645"/>
                      <a:pt x="2030" y="1644"/>
                      <a:pt x="2033" y="1644"/>
                    </a:cubicBezTo>
                    <a:cubicBezTo>
                      <a:pt x="2236" y="1601"/>
                      <a:pt x="2397" y="28"/>
                      <a:pt x="2397" y="28"/>
                    </a:cubicBezTo>
                    <a:cubicBezTo>
                      <a:pt x="2397" y="28"/>
                      <a:pt x="1573" y="1"/>
                      <a:pt x="901" y="1"/>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27"/>
              <p:cNvSpPr/>
              <p:nvPr/>
            </p:nvSpPr>
            <p:spPr>
              <a:xfrm>
                <a:off x="1390026" y="-885239"/>
                <a:ext cx="79118" cy="79118"/>
              </a:xfrm>
              <a:custGeom>
                <a:avLst/>
                <a:gdLst/>
                <a:ahLst/>
                <a:cxnLst/>
                <a:rect l="l" t="t" r="r" b="b"/>
                <a:pathLst>
                  <a:path w="2459" h="2459" extrusionOk="0">
                    <a:moveTo>
                      <a:pt x="106" y="0"/>
                    </a:moveTo>
                    <a:cubicBezTo>
                      <a:pt x="67" y="0"/>
                      <a:pt x="44" y="10"/>
                      <a:pt x="40" y="33"/>
                    </a:cubicBezTo>
                    <a:cubicBezTo>
                      <a:pt x="1" y="269"/>
                      <a:pt x="1209" y="2459"/>
                      <a:pt x="1406" y="2459"/>
                    </a:cubicBezTo>
                    <a:cubicBezTo>
                      <a:pt x="1410" y="2459"/>
                      <a:pt x="1413" y="2458"/>
                      <a:pt x="1416" y="2457"/>
                    </a:cubicBezTo>
                    <a:cubicBezTo>
                      <a:pt x="1576" y="2377"/>
                      <a:pt x="2307" y="1710"/>
                      <a:pt x="2458" y="1001"/>
                    </a:cubicBezTo>
                    <a:cubicBezTo>
                      <a:pt x="2458" y="1001"/>
                      <a:pt x="495" y="0"/>
                      <a:pt x="106" y="0"/>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27"/>
              <p:cNvSpPr/>
              <p:nvPr/>
            </p:nvSpPr>
            <p:spPr>
              <a:xfrm>
                <a:off x="1356113" y="-856249"/>
                <a:ext cx="65187" cy="86808"/>
              </a:xfrm>
              <a:custGeom>
                <a:avLst/>
                <a:gdLst/>
                <a:ahLst/>
                <a:cxnLst/>
                <a:rect l="l" t="t" r="r" b="b"/>
                <a:pathLst>
                  <a:path w="2026" h="2698" extrusionOk="0">
                    <a:moveTo>
                      <a:pt x="14" y="0"/>
                    </a:moveTo>
                    <a:cubicBezTo>
                      <a:pt x="4" y="0"/>
                      <a:pt x="0" y="7"/>
                      <a:pt x="2" y="20"/>
                    </a:cubicBezTo>
                    <a:cubicBezTo>
                      <a:pt x="42" y="267"/>
                      <a:pt x="326" y="2608"/>
                      <a:pt x="487" y="2691"/>
                    </a:cubicBezTo>
                    <a:cubicBezTo>
                      <a:pt x="496" y="2695"/>
                      <a:pt x="509" y="2698"/>
                      <a:pt x="525" y="2698"/>
                    </a:cubicBezTo>
                    <a:cubicBezTo>
                      <a:pt x="791" y="2698"/>
                      <a:pt x="1912" y="2112"/>
                      <a:pt x="2026" y="1920"/>
                    </a:cubicBezTo>
                    <a:cubicBezTo>
                      <a:pt x="2026" y="1920"/>
                      <a:pt x="181" y="0"/>
                      <a:pt x="14" y="0"/>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27"/>
              <p:cNvSpPr/>
              <p:nvPr/>
            </p:nvSpPr>
            <p:spPr>
              <a:xfrm>
                <a:off x="1162034" y="-846892"/>
                <a:ext cx="57267" cy="62364"/>
              </a:xfrm>
              <a:custGeom>
                <a:avLst/>
                <a:gdLst/>
                <a:ahLst/>
                <a:cxnLst/>
                <a:rect l="l" t="t" r="r" b="b"/>
                <a:pathLst>
                  <a:path w="1780" h="2022" extrusionOk="0">
                    <a:moveTo>
                      <a:pt x="204" y="0"/>
                    </a:moveTo>
                    <a:cubicBezTo>
                      <a:pt x="0" y="0"/>
                      <a:pt x="891" y="1980"/>
                      <a:pt x="1052" y="2020"/>
                    </a:cubicBezTo>
                    <a:cubicBezTo>
                      <a:pt x="1053" y="2021"/>
                      <a:pt x="1055" y="2021"/>
                      <a:pt x="1057" y="2021"/>
                    </a:cubicBezTo>
                    <a:cubicBezTo>
                      <a:pt x="1226" y="2021"/>
                      <a:pt x="1780" y="0"/>
                      <a:pt x="1780" y="0"/>
                    </a:cubicBezTo>
                    <a:lnTo>
                      <a:pt x="1780" y="0"/>
                    </a:lnTo>
                    <a:cubicBezTo>
                      <a:pt x="1741" y="14"/>
                      <a:pt x="1575" y="18"/>
                      <a:pt x="1364" y="18"/>
                    </a:cubicBezTo>
                    <a:cubicBezTo>
                      <a:pt x="942" y="18"/>
                      <a:pt x="339" y="0"/>
                      <a:pt x="204" y="0"/>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27"/>
              <p:cNvSpPr/>
              <p:nvPr/>
            </p:nvSpPr>
            <p:spPr>
              <a:xfrm>
                <a:off x="1092317" y="-859384"/>
                <a:ext cx="61996" cy="74916"/>
              </a:xfrm>
              <a:custGeom>
                <a:avLst/>
                <a:gdLst/>
                <a:ahLst/>
                <a:cxnLst/>
                <a:rect l="l" t="t" r="r" b="b"/>
                <a:pathLst>
                  <a:path w="1927" h="2429" extrusionOk="0">
                    <a:moveTo>
                      <a:pt x="182" y="1"/>
                    </a:moveTo>
                    <a:cubicBezTo>
                      <a:pt x="1" y="1"/>
                      <a:pt x="1080" y="2429"/>
                      <a:pt x="1239" y="2429"/>
                    </a:cubicBezTo>
                    <a:cubicBezTo>
                      <a:pt x="1399" y="2429"/>
                      <a:pt x="1926" y="365"/>
                      <a:pt x="1926" y="365"/>
                    </a:cubicBezTo>
                    <a:cubicBezTo>
                      <a:pt x="1563" y="282"/>
                      <a:pt x="387" y="41"/>
                      <a:pt x="187" y="1"/>
                    </a:cubicBezTo>
                    <a:cubicBezTo>
                      <a:pt x="185" y="1"/>
                      <a:pt x="184" y="1"/>
                      <a:pt x="182" y="1"/>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27"/>
              <p:cNvSpPr/>
              <p:nvPr/>
            </p:nvSpPr>
            <p:spPr>
              <a:xfrm>
                <a:off x="1034825" y="-874313"/>
                <a:ext cx="55079" cy="81147"/>
              </a:xfrm>
              <a:custGeom>
                <a:avLst/>
                <a:gdLst/>
                <a:ahLst/>
                <a:cxnLst/>
                <a:rect l="l" t="t" r="r" b="b"/>
                <a:pathLst>
                  <a:path w="1712" h="2631" extrusionOk="0">
                    <a:moveTo>
                      <a:pt x="231" y="1"/>
                    </a:moveTo>
                    <a:cubicBezTo>
                      <a:pt x="1" y="1"/>
                      <a:pt x="719" y="2549"/>
                      <a:pt x="842" y="2629"/>
                    </a:cubicBezTo>
                    <a:cubicBezTo>
                      <a:pt x="844" y="2630"/>
                      <a:pt x="846" y="2631"/>
                      <a:pt x="849" y="2631"/>
                    </a:cubicBezTo>
                    <a:cubicBezTo>
                      <a:pt x="988" y="2631"/>
                      <a:pt x="1712" y="405"/>
                      <a:pt x="1712" y="405"/>
                    </a:cubicBezTo>
                    <a:cubicBezTo>
                      <a:pt x="1215" y="331"/>
                      <a:pt x="438" y="19"/>
                      <a:pt x="234" y="1"/>
                    </a:cubicBezTo>
                    <a:cubicBezTo>
                      <a:pt x="233" y="1"/>
                      <a:pt x="232" y="1"/>
                      <a:pt x="231" y="1"/>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2588;p27"/>
              <p:cNvSpPr/>
              <p:nvPr/>
            </p:nvSpPr>
            <p:spPr>
              <a:xfrm>
                <a:off x="911074" y="-835479"/>
                <a:ext cx="51448" cy="73456"/>
              </a:xfrm>
              <a:custGeom>
                <a:avLst/>
                <a:gdLst/>
                <a:ahLst/>
                <a:cxnLst/>
                <a:rect l="l" t="t" r="r" b="b"/>
                <a:pathLst>
                  <a:path w="1599" h="2283" extrusionOk="0">
                    <a:moveTo>
                      <a:pt x="159" y="0"/>
                    </a:moveTo>
                    <a:cubicBezTo>
                      <a:pt x="150" y="0"/>
                      <a:pt x="145" y="6"/>
                      <a:pt x="143" y="18"/>
                    </a:cubicBezTo>
                    <a:cubicBezTo>
                      <a:pt x="102" y="259"/>
                      <a:pt x="1" y="2273"/>
                      <a:pt x="143" y="2282"/>
                    </a:cubicBezTo>
                    <a:cubicBezTo>
                      <a:pt x="147" y="2282"/>
                      <a:pt x="152" y="2283"/>
                      <a:pt x="158" y="2283"/>
                    </a:cubicBezTo>
                    <a:cubicBezTo>
                      <a:pt x="365" y="2283"/>
                      <a:pt x="1598" y="2079"/>
                      <a:pt x="1598" y="2079"/>
                    </a:cubicBezTo>
                    <a:cubicBezTo>
                      <a:pt x="1598" y="2079"/>
                      <a:pt x="321" y="0"/>
                      <a:pt x="159" y="0"/>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2589;p27"/>
              <p:cNvSpPr/>
              <p:nvPr/>
            </p:nvSpPr>
            <p:spPr>
              <a:xfrm>
                <a:off x="862265" y="-840305"/>
                <a:ext cx="41409" cy="87709"/>
              </a:xfrm>
              <a:custGeom>
                <a:avLst/>
                <a:gdLst/>
                <a:ahLst/>
                <a:cxnLst/>
                <a:rect l="l" t="t" r="r" b="b"/>
                <a:pathLst>
                  <a:path w="1287" h="2726" extrusionOk="0">
                    <a:moveTo>
                      <a:pt x="459" y="1"/>
                    </a:moveTo>
                    <a:cubicBezTo>
                      <a:pt x="454" y="1"/>
                      <a:pt x="449" y="2"/>
                      <a:pt x="444" y="5"/>
                    </a:cubicBezTo>
                    <a:cubicBezTo>
                      <a:pt x="244" y="125"/>
                      <a:pt x="1" y="2725"/>
                      <a:pt x="52" y="2725"/>
                    </a:cubicBezTo>
                    <a:cubicBezTo>
                      <a:pt x="53" y="2725"/>
                      <a:pt x="53" y="2725"/>
                      <a:pt x="53" y="2725"/>
                    </a:cubicBezTo>
                    <a:cubicBezTo>
                      <a:pt x="910" y="2592"/>
                      <a:pt x="1286" y="2472"/>
                      <a:pt x="1286" y="2472"/>
                    </a:cubicBezTo>
                    <a:cubicBezTo>
                      <a:pt x="1286" y="2472"/>
                      <a:pt x="677" y="1"/>
                      <a:pt x="459" y="1"/>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0" name="Google Shape;2590;p27"/>
              <p:cNvSpPr/>
              <p:nvPr/>
            </p:nvSpPr>
            <p:spPr>
              <a:xfrm>
                <a:off x="812844" y="-816914"/>
                <a:ext cx="40315" cy="73359"/>
              </a:xfrm>
              <a:custGeom>
                <a:avLst/>
                <a:gdLst/>
                <a:ahLst/>
                <a:cxnLst/>
                <a:rect l="l" t="t" r="r" b="b"/>
                <a:pathLst>
                  <a:path w="1253" h="2280" extrusionOk="0">
                    <a:moveTo>
                      <a:pt x="622" y="1"/>
                    </a:moveTo>
                    <a:cubicBezTo>
                      <a:pt x="616" y="1"/>
                      <a:pt x="610" y="2"/>
                      <a:pt x="605" y="6"/>
                    </a:cubicBezTo>
                    <a:cubicBezTo>
                      <a:pt x="404" y="129"/>
                      <a:pt x="0" y="2251"/>
                      <a:pt x="99" y="2269"/>
                    </a:cubicBezTo>
                    <a:cubicBezTo>
                      <a:pt x="130" y="2276"/>
                      <a:pt x="170" y="2279"/>
                      <a:pt x="217" y="2279"/>
                    </a:cubicBezTo>
                    <a:cubicBezTo>
                      <a:pt x="477" y="2279"/>
                      <a:pt x="944" y="2185"/>
                      <a:pt x="1252" y="2075"/>
                    </a:cubicBezTo>
                    <a:cubicBezTo>
                      <a:pt x="1252" y="2075"/>
                      <a:pt x="832" y="1"/>
                      <a:pt x="622" y="1"/>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91" name="Google Shape;2591;p27"/>
            <p:cNvSpPr/>
            <p:nvPr/>
          </p:nvSpPr>
          <p:spPr>
            <a:xfrm>
              <a:off x="1381873" y="599681"/>
              <a:ext cx="1821394" cy="1690744"/>
            </a:xfrm>
            <a:custGeom>
              <a:avLst/>
              <a:gdLst/>
              <a:ahLst/>
              <a:cxnLst/>
              <a:rect l="l" t="t" r="r" b="b"/>
              <a:pathLst>
                <a:path w="33558" h="31149" extrusionOk="0">
                  <a:moveTo>
                    <a:pt x="26128" y="23404"/>
                  </a:moveTo>
                  <a:lnTo>
                    <a:pt x="26128" y="23404"/>
                  </a:lnTo>
                  <a:cubicBezTo>
                    <a:pt x="25918" y="23515"/>
                    <a:pt x="25693" y="23626"/>
                    <a:pt x="25446" y="23731"/>
                  </a:cubicBezTo>
                  <a:cubicBezTo>
                    <a:pt x="25443" y="23722"/>
                    <a:pt x="25440" y="23713"/>
                    <a:pt x="25434" y="23706"/>
                  </a:cubicBezTo>
                  <a:cubicBezTo>
                    <a:pt x="25662" y="23611"/>
                    <a:pt x="25894" y="23512"/>
                    <a:pt x="26128" y="23404"/>
                  </a:cubicBezTo>
                  <a:close/>
                  <a:moveTo>
                    <a:pt x="21811" y="1"/>
                  </a:moveTo>
                  <a:cubicBezTo>
                    <a:pt x="20889" y="1"/>
                    <a:pt x="20414" y="2925"/>
                    <a:pt x="19407" y="3588"/>
                  </a:cubicBezTo>
                  <a:cubicBezTo>
                    <a:pt x="19391" y="3587"/>
                    <a:pt x="19373" y="3586"/>
                    <a:pt x="19354" y="3586"/>
                  </a:cubicBezTo>
                  <a:cubicBezTo>
                    <a:pt x="19103" y="3586"/>
                    <a:pt x="18608" y="3676"/>
                    <a:pt x="18281" y="3739"/>
                  </a:cubicBezTo>
                  <a:cubicBezTo>
                    <a:pt x="17988" y="3751"/>
                    <a:pt x="17705" y="3773"/>
                    <a:pt x="17424" y="3797"/>
                  </a:cubicBezTo>
                  <a:cubicBezTo>
                    <a:pt x="17032" y="3797"/>
                    <a:pt x="16320" y="3912"/>
                    <a:pt x="16320" y="3912"/>
                  </a:cubicBezTo>
                  <a:lnTo>
                    <a:pt x="16323" y="3930"/>
                  </a:lnTo>
                  <a:cubicBezTo>
                    <a:pt x="16200" y="3949"/>
                    <a:pt x="16079" y="3970"/>
                    <a:pt x="15962" y="3989"/>
                  </a:cubicBezTo>
                  <a:cubicBezTo>
                    <a:pt x="15953" y="3970"/>
                    <a:pt x="15944" y="3961"/>
                    <a:pt x="15934" y="3958"/>
                  </a:cubicBezTo>
                  <a:cubicBezTo>
                    <a:pt x="15925" y="3956"/>
                    <a:pt x="15914" y="3955"/>
                    <a:pt x="15900" y="3955"/>
                  </a:cubicBezTo>
                  <a:cubicBezTo>
                    <a:pt x="15726" y="3955"/>
                    <a:pt x="15196" y="4093"/>
                    <a:pt x="14793" y="4205"/>
                  </a:cubicBezTo>
                  <a:cubicBezTo>
                    <a:pt x="14500" y="4263"/>
                    <a:pt x="14219" y="4319"/>
                    <a:pt x="13951" y="4374"/>
                  </a:cubicBezTo>
                  <a:cubicBezTo>
                    <a:pt x="13948" y="4356"/>
                    <a:pt x="13948" y="4343"/>
                    <a:pt x="13948" y="4343"/>
                  </a:cubicBezTo>
                  <a:cubicBezTo>
                    <a:pt x="13948" y="4343"/>
                    <a:pt x="12832" y="4513"/>
                    <a:pt x="12468" y="4624"/>
                  </a:cubicBezTo>
                  <a:cubicBezTo>
                    <a:pt x="12438" y="4625"/>
                    <a:pt x="12409" y="4626"/>
                    <a:pt x="12379" y="4626"/>
                  </a:cubicBezTo>
                  <a:cubicBezTo>
                    <a:pt x="10937" y="4626"/>
                    <a:pt x="9790" y="2874"/>
                    <a:pt x="8683" y="2505"/>
                  </a:cubicBezTo>
                  <a:cubicBezTo>
                    <a:pt x="8646" y="2493"/>
                    <a:pt x="8610" y="2487"/>
                    <a:pt x="8574" y="2487"/>
                  </a:cubicBezTo>
                  <a:cubicBezTo>
                    <a:pt x="7512" y="2487"/>
                    <a:pt x="7345" y="7930"/>
                    <a:pt x="7345" y="7930"/>
                  </a:cubicBezTo>
                  <a:cubicBezTo>
                    <a:pt x="7135" y="8708"/>
                    <a:pt x="7045" y="9513"/>
                    <a:pt x="7086" y="10315"/>
                  </a:cubicBezTo>
                  <a:cubicBezTo>
                    <a:pt x="7092" y="11083"/>
                    <a:pt x="7215" y="11755"/>
                    <a:pt x="7428" y="12344"/>
                  </a:cubicBezTo>
                  <a:cubicBezTo>
                    <a:pt x="7295" y="12816"/>
                    <a:pt x="7184" y="13346"/>
                    <a:pt x="7061" y="13972"/>
                  </a:cubicBezTo>
                  <a:lnTo>
                    <a:pt x="7049" y="13960"/>
                  </a:lnTo>
                  <a:cubicBezTo>
                    <a:pt x="7049" y="14053"/>
                    <a:pt x="6870" y="14901"/>
                    <a:pt x="6774" y="15422"/>
                  </a:cubicBezTo>
                  <a:cubicBezTo>
                    <a:pt x="6681" y="15872"/>
                    <a:pt x="6577" y="16366"/>
                    <a:pt x="6453" y="16906"/>
                  </a:cubicBezTo>
                  <a:cubicBezTo>
                    <a:pt x="6438" y="16973"/>
                    <a:pt x="6419" y="17041"/>
                    <a:pt x="6398" y="17109"/>
                  </a:cubicBezTo>
                  <a:cubicBezTo>
                    <a:pt x="6250" y="17418"/>
                    <a:pt x="6068" y="17741"/>
                    <a:pt x="5991" y="17942"/>
                  </a:cubicBezTo>
                  <a:cubicBezTo>
                    <a:pt x="4427" y="20422"/>
                    <a:pt x="1" y="23117"/>
                    <a:pt x="3218" y="23457"/>
                  </a:cubicBezTo>
                  <a:cubicBezTo>
                    <a:pt x="4452" y="23586"/>
                    <a:pt x="6891" y="23929"/>
                    <a:pt x="9831" y="24188"/>
                  </a:cubicBezTo>
                  <a:lnTo>
                    <a:pt x="9824" y="24212"/>
                  </a:lnTo>
                  <a:cubicBezTo>
                    <a:pt x="9824" y="24212"/>
                    <a:pt x="10684" y="24348"/>
                    <a:pt x="11106" y="24348"/>
                  </a:cubicBezTo>
                  <a:cubicBezTo>
                    <a:pt x="11232" y="24348"/>
                    <a:pt x="11318" y="24336"/>
                    <a:pt x="11333" y="24305"/>
                  </a:cubicBezTo>
                  <a:cubicBezTo>
                    <a:pt x="12181" y="24366"/>
                    <a:pt x="13060" y="24419"/>
                    <a:pt x="13954" y="24453"/>
                  </a:cubicBezTo>
                  <a:cubicBezTo>
                    <a:pt x="14904" y="25042"/>
                    <a:pt x="15746" y="25372"/>
                    <a:pt x="16261" y="25394"/>
                  </a:cubicBezTo>
                  <a:lnTo>
                    <a:pt x="16314" y="25394"/>
                  </a:lnTo>
                  <a:cubicBezTo>
                    <a:pt x="16570" y="25394"/>
                    <a:pt x="16746" y="25316"/>
                    <a:pt x="16835" y="25168"/>
                  </a:cubicBezTo>
                  <a:cubicBezTo>
                    <a:pt x="16927" y="25020"/>
                    <a:pt x="16924" y="24798"/>
                    <a:pt x="16823" y="24518"/>
                  </a:cubicBezTo>
                  <a:lnTo>
                    <a:pt x="16823" y="24518"/>
                  </a:lnTo>
                  <a:cubicBezTo>
                    <a:pt x="17992" y="24737"/>
                    <a:pt x="19179" y="24848"/>
                    <a:pt x="20370" y="24857"/>
                  </a:cubicBezTo>
                  <a:cubicBezTo>
                    <a:pt x="20909" y="24857"/>
                    <a:pt x="21449" y="24829"/>
                    <a:pt x="21989" y="24774"/>
                  </a:cubicBezTo>
                  <a:lnTo>
                    <a:pt x="21989" y="24774"/>
                  </a:lnTo>
                  <a:cubicBezTo>
                    <a:pt x="22384" y="25674"/>
                    <a:pt x="22044" y="26652"/>
                    <a:pt x="19907" y="27463"/>
                  </a:cubicBezTo>
                  <a:cubicBezTo>
                    <a:pt x="19219" y="27725"/>
                    <a:pt x="18504" y="27892"/>
                    <a:pt x="17773" y="27957"/>
                  </a:cubicBezTo>
                  <a:lnTo>
                    <a:pt x="17776" y="27944"/>
                  </a:lnTo>
                  <a:lnTo>
                    <a:pt x="17776" y="27944"/>
                  </a:lnTo>
                  <a:cubicBezTo>
                    <a:pt x="17736" y="27958"/>
                    <a:pt x="17570" y="27962"/>
                    <a:pt x="17359" y="27962"/>
                  </a:cubicBezTo>
                  <a:cubicBezTo>
                    <a:pt x="16937" y="27962"/>
                    <a:pt x="16335" y="27944"/>
                    <a:pt x="16200" y="27944"/>
                  </a:cubicBezTo>
                  <a:cubicBezTo>
                    <a:pt x="16193" y="27944"/>
                    <a:pt x="16190" y="27947"/>
                    <a:pt x="16187" y="27950"/>
                  </a:cubicBezTo>
                  <a:cubicBezTo>
                    <a:pt x="16024" y="27935"/>
                    <a:pt x="15863" y="27917"/>
                    <a:pt x="15703" y="27895"/>
                  </a:cubicBezTo>
                  <a:cubicBezTo>
                    <a:pt x="15290" y="27805"/>
                    <a:pt x="14207" y="27580"/>
                    <a:pt x="14016" y="27543"/>
                  </a:cubicBezTo>
                  <a:cubicBezTo>
                    <a:pt x="14014" y="27542"/>
                    <a:pt x="14012" y="27542"/>
                    <a:pt x="14011" y="27542"/>
                  </a:cubicBezTo>
                  <a:cubicBezTo>
                    <a:pt x="14006" y="27542"/>
                    <a:pt x="14003" y="27544"/>
                    <a:pt x="14000" y="27546"/>
                  </a:cubicBezTo>
                  <a:cubicBezTo>
                    <a:pt x="13914" y="27525"/>
                    <a:pt x="13831" y="27503"/>
                    <a:pt x="13748" y="27482"/>
                  </a:cubicBezTo>
                  <a:cubicBezTo>
                    <a:pt x="13751" y="27469"/>
                    <a:pt x="13754" y="27463"/>
                    <a:pt x="13754" y="27463"/>
                  </a:cubicBezTo>
                  <a:cubicBezTo>
                    <a:pt x="13618" y="27442"/>
                    <a:pt x="13485" y="27411"/>
                    <a:pt x="13353" y="27374"/>
                  </a:cubicBezTo>
                  <a:lnTo>
                    <a:pt x="13322" y="27364"/>
                  </a:lnTo>
                  <a:cubicBezTo>
                    <a:pt x="12890" y="27247"/>
                    <a:pt x="12428" y="27071"/>
                    <a:pt x="12276" y="27056"/>
                  </a:cubicBezTo>
                  <a:cubicBezTo>
                    <a:pt x="12267" y="27056"/>
                    <a:pt x="12258" y="27059"/>
                    <a:pt x="12252" y="27068"/>
                  </a:cubicBezTo>
                  <a:cubicBezTo>
                    <a:pt x="11198" y="26780"/>
                    <a:pt x="10162" y="26536"/>
                    <a:pt x="9111" y="26536"/>
                  </a:cubicBezTo>
                  <a:cubicBezTo>
                    <a:pt x="7970" y="26536"/>
                    <a:pt x="6810" y="26824"/>
                    <a:pt x="5590" y="27654"/>
                  </a:cubicBezTo>
                  <a:cubicBezTo>
                    <a:pt x="1806" y="30228"/>
                    <a:pt x="2758" y="31142"/>
                    <a:pt x="4556" y="31142"/>
                  </a:cubicBezTo>
                  <a:cubicBezTo>
                    <a:pt x="4702" y="31142"/>
                    <a:pt x="4852" y="31136"/>
                    <a:pt x="5007" y="31124"/>
                  </a:cubicBezTo>
                  <a:cubicBezTo>
                    <a:pt x="5010" y="31133"/>
                    <a:pt x="5013" y="31140"/>
                    <a:pt x="5016" y="31140"/>
                  </a:cubicBezTo>
                  <a:cubicBezTo>
                    <a:pt x="5046" y="31145"/>
                    <a:pt x="5084" y="31148"/>
                    <a:pt x="5129" y="31148"/>
                  </a:cubicBezTo>
                  <a:cubicBezTo>
                    <a:pt x="5387" y="31148"/>
                    <a:pt x="5856" y="31056"/>
                    <a:pt x="6166" y="30948"/>
                  </a:cubicBezTo>
                  <a:cubicBezTo>
                    <a:pt x="6293" y="30918"/>
                    <a:pt x="6425" y="30890"/>
                    <a:pt x="6558" y="30859"/>
                  </a:cubicBezTo>
                  <a:cubicBezTo>
                    <a:pt x="7070" y="30782"/>
                    <a:pt x="7400" y="30705"/>
                    <a:pt x="7579" y="30662"/>
                  </a:cubicBezTo>
                  <a:cubicBezTo>
                    <a:pt x="7749" y="30631"/>
                    <a:pt x="7924" y="30603"/>
                    <a:pt x="8103" y="30575"/>
                  </a:cubicBezTo>
                  <a:cubicBezTo>
                    <a:pt x="8106" y="30575"/>
                    <a:pt x="8106" y="30575"/>
                    <a:pt x="8110" y="30578"/>
                  </a:cubicBezTo>
                  <a:cubicBezTo>
                    <a:pt x="8112" y="30578"/>
                    <a:pt x="8116" y="30578"/>
                    <a:pt x="8120" y="30578"/>
                  </a:cubicBezTo>
                  <a:cubicBezTo>
                    <a:pt x="8259" y="30578"/>
                    <a:pt x="8953" y="30472"/>
                    <a:pt x="9328" y="30412"/>
                  </a:cubicBezTo>
                  <a:cubicBezTo>
                    <a:pt x="10308" y="30306"/>
                    <a:pt x="11416" y="30237"/>
                    <a:pt x="12662" y="30237"/>
                  </a:cubicBezTo>
                  <a:cubicBezTo>
                    <a:pt x="14456" y="30237"/>
                    <a:pt x="16536" y="30379"/>
                    <a:pt x="18935" y="30754"/>
                  </a:cubicBezTo>
                  <a:cubicBezTo>
                    <a:pt x="19377" y="30823"/>
                    <a:pt x="19801" y="30856"/>
                    <a:pt x="20206" y="30856"/>
                  </a:cubicBezTo>
                  <a:cubicBezTo>
                    <a:pt x="21283" y="30856"/>
                    <a:pt x="22228" y="30624"/>
                    <a:pt x="23022" y="30230"/>
                  </a:cubicBezTo>
                  <a:cubicBezTo>
                    <a:pt x="23377" y="30057"/>
                    <a:pt x="23756" y="29832"/>
                    <a:pt x="23861" y="29712"/>
                  </a:cubicBezTo>
                  <a:cubicBezTo>
                    <a:pt x="24021" y="29591"/>
                    <a:pt x="24176" y="29462"/>
                    <a:pt x="24321" y="29323"/>
                  </a:cubicBezTo>
                  <a:lnTo>
                    <a:pt x="24324" y="29323"/>
                  </a:lnTo>
                  <a:cubicBezTo>
                    <a:pt x="24478" y="29246"/>
                    <a:pt x="25147" y="28638"/>
                    <a:pt x="25341" y="27969"/>
                  </a:cubicBezTo>
                  <a:cubicBezTo>
                    <a:pt x="25443" y="27765"/>
                    <a:pt x="25536" y="27559"/>
                    <a:pt x="25610" y="27343"/>
                  </a:cubicBezTo>
                  <a:cubicBezTo>
                    <a:pt x="25662" y="27226"/>
                    <a:pt x="25702" y="27099"/>
                    <a:pt x="25727" y="26973"/>
                  </a:cubicBezTo>
                  <a:cubicBezTo>
                    <a:pt x="25813" y="26649"/>
                    <a:pt x="25866" y="26319"/>
                    <a:pt x="25881" y="25983"/>
                  </a:cubicBezTo>
                  <a:cubicBezTo>
                    <a:pt x="25897" y="25875"/>
                    <a:pt x="25903" y="25807"/>
                    <a:pt x="25903" y="25807"/>
                  </a:cubicBezTo>
                  <a:lnTo>
                    <a:pt x="25887" y="25807"/>
                  </a:lnTo>
                  <a:cubicBezTo>
                    <a:pt x="25900" y="25147"/>
                    <a:pt x="25770" y="24490"/>
                    <a:pt x="25511" y="23882"/>
                  </a:cubicBezTo>
                  <a:cubicBezTo>
                    <a:pt x="26220" y="23580"/>
                    <a:pt x="26890" y="23185"/>
                    <a:pt x="27494" y="22704"/>
                  </a:cubicBezTo>
                  <a:cubicBezTo>
                    <a:pt x="27658" y="22605"/>
                    <a:pt x="27824" y="22510"/>
                    <a:pt x="27991" y="22408"/>
                  </a:cubicBezTo>
                  <a:cubicBezTo>
                    <a:pt x="27991" y="22408"/>
                    <a:pt x="27991" y="22352"/>
                    <a:pt x="27991" y="22257"/>
                  </a:cubicBezTo>
                  <a:cubicBezTo>
                    <a:pt x="28037" y="22211"/>
                    <a:pt x="28080" y="22167"/>
                    <a:pt x="28111" y="22130"/>
                  </a:cubicBezTo>
                  <a:cubicBezTo>
                    <a:pt x="29329" y="21264"/>
                    <a:pt x="30282" y="19910"/>
                    <a:pt x="31013" y="18312"/>
                  </a:cubicBezTo>
                  <a:cubicBezTo>
                    <a:pt x="31168" y="18028"/>
                    <a:pt x="31350" y="17612"/>
                    <a:pt x="31377" y="17458"/>
                  </a:cubicBezTo>
                  <a:cubicBezTo>
                    <a:pt x="31670" y="16705"/>
                    <a:pt x="31920" y="15934"/>
                    <a:pt x="32127" y="15154"/>
                  </a:cubicBezTo>
                  <a:lnTo>
                    <a:pt x="32170" y="15172"/>
                  </a:lnTo>
                  <a:cubicBezTo>
                    <a:pt x="32266" y="14981"/>
                    <a:pt x="32432" y="14046"/>
                    <a:pt x="32435" y="13861"/>
                  </a:cubicBezTo>
                  <a:cubicBezTo>
                    <a:pt x="33557" y="8623"/>
                    <a:pt x="33203" y="3118"/>
                    <a:pt x="32444" y="3118"/>
                  </a:cubicBezTo>
                  <a:cubicBezTo>
                    <a:pt x="32408" y="3118"/>
                    <a:pt x="32371" y="3130"/>
                    <a:pt x="32334" y="3156"/>
                  </a:cubicBezTo>
                  <a:cubicBezTo>
                    <a:pt x="31377" y="3801"/>
                    <a:pt x="30551" y="4377"/>
                    <a:pt x="29829" y="4889"/>
                  </a:cubicBezTo>
                  <a:cubicBezTo>
                    <a:pt x="29826" y="4889"/>
                    <a:pt x="29823" y="4886"/>
                    <a:pt x="29823" y="4883"/>
                  </a:cubicBezTo>
                  <a:cubicBezTo>
                    <a:pt x="29822" y="4883"/>
                    <a:pt x="29820" y="4882"/>
                    <a:pt x="29819" y="4882"/>
                  </a:cubicBezTo>
                  <a:cubicBezTo>
                    <a:pt x="29758" y="4882"/>
                    <a:pt x="29423" y="5152"/>
                    <a:pt x="29135" y="5392"/>
                  </a:cubicBezTo>
                  <a:cubicBezTo>
                    <a:pt x="28876" y="5580"/>
                    <a:pt x="28632" y="5759"/>
                    <a:pt x="28407" y="5932"/>
                  </a:cubicBezTo>
                  <a:cubicBezTo>
                    <a:pt x="28394" y="5911"/>
                    <a:pt x="28384" y="5899"/>
                    <a:pt x="28373" y="5899"/>
                  </a:cubicBezTo>
                  <a:cubicBezTo>
                    <a:pt x="28371" y="5899"/>
                    <a:pt x="28369" y="5900"/>
                    <a:pt x="28367" y="5901"/>
                  </a:cubicBezTo>
                  <a:cubicBezTo>
                    <a:pt x="27806" y="6216"/>
                    <a:pt x="27500" y="6542"/>
                    <a:pt x="27349" y="6749"/>
                  </a:cubicBezTo>
                  <a:cubicBezTo>
                    <a:pt x="26951" y="7070"/>
                    <a:pt x="26624" y="7344"/>
                    <a:pt x="26353" y="7582"/>
                  </a:cubicBezTo>
                  <a:cubicBezTo>
                    <a:pt x="26125" y="6774"/>
                    <a:pt x="25819" y="5990"/>
                    <a:pt x="25440" y="5241"/>
                  </a:cubicBezTo>
                  <a:cubicBezTo>
                    <a:pt x="24447" y="2780"/>
                    <a:pt x="22871" y="735"/>
                    <a:pt x="22226" y="186"/>
                  </a:cubicBezTo>
                  <a:cubicBezTo>
                    <a:pt x="22077" y="58"/>
                    <a:pt x="21940" y="1"/>
                    <a:pt x="21811" y="1"/>
                  </a:cubicBezTo>
                  <a:close/>
                </a:path>
              </a:pathLst>
            </a:custGeom>
            <a:solidFill>
              <a:srgbClr val="261D2A"/>
            </a:solidFill>
            <a:ln w="76200" cap="flat" cmpd="sng">
              <a:solidFill>
                <a:srgbClr val="FFFFF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2" name="Google Shape;2592;p27"/>
            <p:cNvSpPr/>
            <p:nvPr/>
          </p:nvSpPr>
          <p:spPr>
            <a:xfrm>
              <a:off x="1356960" y="599573"/>
              <a:ext cx="1862318" cy="1329950"/>
            </a:xfrm>
            <a:custGeom>
              <a:avLst/>
              <a:gdLst/>
              <a:ahLst/>
              <a:cxnLst/>
              <a:rect l="l" t="t" r="r" b="b"/>
              <a:pathLst>
                <a:path w="34312" h="24502" extrusionOk="0">
                  <a:moveTo>
                    <a:pt x="22270" y="1"/>
                  </a:moveTo>
                  <a:cubicBezTo>
                    <a:pt x="21228" y="1"/>
                    <a:pt x="20759" y="3722"/>
                    <a:pt x="19447" y="3722"/>
                  </a:cubicBezTo>
                  <a:cubicBezTo>
                    <a:pt x="16699" y="3722"/>
                    <a:pt x="14608" y="4419"/>
                    <a:pt x="13059" y="4614"/>
                  </a:cubicBezTo>
                  <a:cubicBezTo>
                    <a:pt x="12985" y="4623"/>
                    <a:pt x="12911" y="4627"/>
                    <a:pt x="12838" y="4627"/>
                  </a:cubicBezTo>
                  <a:cubicBezTo>
                    <a:pt x="11395" y="4627"/>
                    <a:pt x="10249" y="2874"/>
                    <a:pt x="9142" y="2507"/>
                  </a:cubicBezTo>
                  <a:cubicBezTo>
                    <a:pt x="9105" y="2495"/>
                    <a:pt x="9068" y="2488"/>
                    <a:pt x="9033" y="2488"/>
                  </a:cubicBezTo>
                  <a:cubicBezTo>
                    <a:pt x="7971" y="2488"/>
                    <a:pt x="7801" y="7929"/>
                    <a:pt x="7801" y="7929"/>
                  </a:cubicBezTo>
                  <a:cubicBezTo>
                    <a:pt x="7801" y="7929"/>
                    <a:pt x="7125" y="10141"/>
                    <a:pt x="7927" y="12195"/>
                  </a:cubicBezTo>
                  <a:cubicBezTo>
                    <a:pt x="7603" y="13287"/>
                    <a:pt x="7418" y="14678"/>
                    <a:pt x="6912" y="16908"/>
                  </a:cubicBezTo>
                  <a:cubicBezTo>
                    <a:pt x="6298" y="19606"/>
                    <a:pt x="0" y="23070"/>
                    <a:pt x="3677" y="23456"/>
                  </a:cubicBezTo>
                  <a:cubicBezTo>
                    <a:pt x="5764" y="23676"/>
                    <a:pt x="11295" y="24501"/>
                    <a:pt x="16855" y="24501"/>
                  </a:cubicBezTo>
                  <a:cubicBezTo>
                    <a:pt x="21090" y="24501"/>
                    <a:pt x="25341" y="24023"/>
                    <a:pt x="28101" y="22435"/>
                  </a:cubicBezTo>
                  <a:cubicBezTo>
                    <a:pt x="34311" y="18859"/>
                    <a:pt x="34183" y="3120"/>
                    <a:pt x="32903" y="3120"/>
                  </a:cubicBezTo>
                  <a:cubicBezTo>
                    <a:pt x="32867" y="3120"/>
                    <a:pt x="32830" y="3132"/>
                    <a:pt x="32793" y="3158"/>
                  </a:cubicBezTo>
                  <a:cubicBezTo>
                    <a:pt x="29378" y="5462"/>
                    <a:pt x="27574" y="6884"/>
                    <a:pt x="26627" y="7750"/>
                  </a:cubicBezTo>
                  <a:cubicBezTo>
                    <a:pt x="26038" y="4274"/>
                    <a:pt x="23540" y="916"/>
                    <a:pt x="22685" y="185"/>
                  </a:cubicBezTo>
                  <a:cubicBezTo>
                    <a:pt x="22537" y="57"/>
                    <a:pt x="22399" y="1"/>
                    <a:pt x="2227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27"/>
            <p:cNvSpPr/>
            <p:nvPr/>
          </p:nvSpPr>
          <p:spPr>
            <a:xfrm>
              <a:off x="1480004" y="1724510"/>
              <a:ext cx="1399344" cy="565481"/>
            </a:xfrm>
            <a:custGeom>
              <a:avLst/>
              <a:gdLst/>
              <a:ahLst/>
              <a:cxnLst/>
              <a:rect l="l" t="t" r="r" b="b"/>
              <a:pathLst>
                <a:path w="25782" h="10418" extrusionOk="0">
                  <a:moveTo>
                    <a:pt x="19443" y="1"/>
                  </a:moveTo>
                  <a:cubicBezTo>
                    <a:pt x="17844" y="1"/>
                    <a:pt x="16936" y="1321"/>
                    <a:pt x="16936" y="1321"/>
                  </a:cubicBezTo>
                  <a:cubicBezTo>
                    <a:pt x="16936" y="1321"/>
                    <a:pt x="23709" y="4609"/>
                    <a:pt x="18099" y="6737"/>
                  </a:cubicBezTo>
                  <a:cubicBezTo>
                    <a:pt x="17091" y="7119"/>
                    <a:pt x="16139" y="7264"/>
                    <a:pt x="15228" y="7264"/>
                  </a:cubicBezTo>
                  <a:cubicBezTo>
                    <a:pt x="12347" y="7264"/>
                    <a:pt x="9872" y="5813"/>
                    <a:pt x="7306" y="5813"/>
                  </a:cubicBezTo>
                  <a:cubicBezTo>
                    <a:pt x="6164" y="5813"/>
                    <a:pt x="5004" y="6101"/>
                    <a:pt x="3782" y="6931"/>
                  </a:cubicBezTo>
                  <a:cubicBezTo>
                    <a:pt x="1" y="9502"/>
                    <a:pt x="950" y="10417"/>
                    <a:pt x="2745" y="10417"/>
                  </a:cubicBezTo>
                  <a:cubicBezTo>
                    <a:pt x="3246" y="10417"/>
                    <a:pt x="3813" y="10346"/>
                    <a:pt x="4361" y="10219"/>
                  </a:cubicBezTo>
                  <a:cubicBezTo>
                    <a:pt x="5902" y="9864"/>
                    <a:pt x="8021" y="9509"/>
                    <a:pt x="10852" y="9509"/>
                  </a:cubicBezTo>
                  <a:cubicBezTo>
                    <a:pt x="12647" y="9509"/>
                    <a:pt x="14728" y="9652"/>
                    <a:pt x="17130" y="10028"/>
                  </a:cubicBezTo>
                  <a:cubicBezTo>
                    <a:pt x="17570" y="10096"/>
                    <a:pt x="17992" y="10129"/>
                    <a:pt x="18395" y="10129"/>
                  </a:cubicBezTo>
                  <a:cubicBezTo>
                    <a:pt x="23674" y="10129"/>
                    <a:pt x="25781" y="4570"/>
                    <a:pt x="22546" y="1515"/>
                  </a:cubicBezTo>
                  <a:cubicBezTo>
                    <a:pt x="21338" y="373"/>
                    <a:pt x="20293" y="1"/>
                    <a:pt x="19443" y="1"/>
                  </a:cubicBezTo>
                  <a:close/>
                </a:path>
              </a:pathLst>
            </a:custGeom>
            <a:solidFill>
              <a:srgbClr val="D07F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27"/>
            <p:cNvSpPr/>
            <p:nvPr/>
          </p:nvSpPr>
          <p:spPr>
            <a:xfrm>
              <a:off x="2015654" y="1111806"/>
              <a:ext cx="148391" cy="92817"/>
            </a:xfrm>
            <a:custGeom>
              <a:avLst/>
              <a:gdLst/>
              <a:ahLst/>
              <a:cxnLst/>
              <a:rect l="l" t="t" r="r" b="b"/>
              <a:pathLst>
                <a:path w="2734" h="1710" extrusionOk="0">
                  <a:moveTo>
                    <a:pt x="110" y="0"/>
                  </a:moveTo>
                  <a:cubicBezTo>
                    <a:pt x="7" y="0"/>
                    <a:pt x="1" y="161"/>
                    <a:pt x="109" y="164"/>
                  </a:cubicBezTo>
                  <a:cubicBezTo>
                    <a:pt x="131" y="164"/>
                    <a:pt x="2092" y="287"/>
                    <a:pt x="2564" y="1657"/>
                  </a:cubicBezTo>
                  <a:cubicBezTo>
                    <a:pt x="2576" y="1688"/>
                    <a:pt x="2607" y="1709"/>
                    <a:pt x="2641" y="1709"/>
                  </a:cubicBezTo>
                  <a:cubicBezTo>
                    <a:pt x="2650" y="1709"/>
                    <a:pt x="2660" y="1709"/>
                    <a:pt x="2669" y="1706"/>
                  </a:cubicBezTo>
                  <a:cubicBezTo>
                    <a:pt x="2709" y="1691"/>
                    <a:pt x="2734" y="1644"/>
                    <a:pt x="2718" y="1601"/>
                  </a:cubicBezTo>
                  <a:cubicBezTo>
                    <a:pt x="2209" y="130"/>
                    <a:pt x="205" y="7"/>
                    <a:pt x="118" y="1"/>
                  </a:cubicBezTo>
                  <a:cubicBezTo>
                    <a:pt x="115" y="0"/>
                    <a:pt x="112" y="0"/>
                    <a:pt x="1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27"/>
            <p:cNvSpPr/>
            <p:nvPr/>
          </p:nvSpPr>
          <p:spPr>
            <a:xfrm>
              <a:off x="2475046" y="1023276"/>
              <a:ext cx="97697" cy="151548"/>
            </a:xfrm>
            <a:custGeom>
              <a:avLst/>
              <a:gdLst/>
              <a:ahLst/>
              <a:cxnLst/>
              <a:rect l="l" t="t" r="r" b="b"/>
              <a:pathLst>
                <a:path w="1800" h="2792" extrusionOk="0">
                  <a:moveTo>
                    <a:pt x="1683" y="1"/>
                  </a:moveTo>
                  <a:cubicBezTo>
                    <a:pt x="1670" y="1"/>
                    <a:pt x="1656" y="4"/>
                    <a:pt x="1641" y="12"/>
                  </a:cubicBezTo>
                  <a:cubicBezTo>
                    <a:pt x="1626" y="22"/>
                    <a:pt x="0" y="904"/>
                    <a:pt x="235" y="2720"/>
                  </a:cubicBezTo>
                  <a:cubicBezTo>
                    <a:pt x="238" y="2760"/>
                    <a:pt x="272" y="2791"/>
                    <a:pt x="315" y="2791"/>
                  </a:cubicBezTo>
                  <a:lnTo>
                    <a:pt x="327" y="2788"/>
                  </a:lnTo>
                  <a:cubicBezTo>
                    <a:pt x="370" y="2782"/>
                    <a:pt x="401" y="2742"/>
                    <a:pt x="395" y="2699"/>
                  </a:cubicBezTo>
                  <a:cubicBezTo>
                    <a:pt x="176" y="996"/>
                    <a:pt x="1703" y="163"/>
                    <a:pt x="1718" y="154"/>
                  </a:cubicBezTo>
                  <a:cubicBezTo>
                    <a:pt x="1799" y="110"/>
                    <a:pt x="1756" y="1"/>
                    <a:pt x="168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6" name="Google Shape;2596;p27"/>
            <p:cNvSpPr/>
            <p:nvPr/>
          </p:nvSpPr>
          <p:spPr>
            <a:xfrm>
              <a:off x="1872854" y="819078"/>
              <a:ext cx="133356" cy="150136"/>
            </a:xfrm>
            <a:custGeom>
              <a:avLst/>
              <a:gdLst/>
              <a:ahLst/>
              <a:cxnLst/>
              <a:rect l="l" t="t" r="r" b="b"/>
              <a:pathLst>
                <a:path w="2457" h="2766" extrusionOk="0">
                  <a:moveTo>
                    <a:pt x="254" y="0"/>
                  </a:moveTo>
                  <a:cubicBezTo>
                    <a:pt x="1" y="0"/>
                    <a:pt x="54" y="2766"/>
                    <a:pt x="54" y="2766"/>
                  </a:cubicBezTo>
                  <a:cubicBezTo>
                    <a:pt x="54" y="2766"/>
                    <a:pt x="2456" y="1800"/>
                    <a:pt x="2345" y="1523"/>
                  </a:cubicBezTo>
                  <a:cubicBezTo>
                    <a:pt x="2234" y="1248"/>
                    <a:pt x="550" y="141"/>
                    <a:pt x="273" y="5"/>
                  </a:cubicBezTo>
                  <a:cubicBezTo>
                    <a:pt x="266" y="2"/>
                    <a:pt x="260" y="0"/>
                    <a:pt x="2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7" name="Google Shape;2597;p27"/>
            <p:cNvSpPr/>
            <p:nvPr/>
          </p:nvSpPr>
          <p:spPr>
            <a:xfrm>
              <a:off x="1892773" y="861253"/>
              <a:ext cx="65185" cy="68175"/>
            </a:xfrm>
            <a:custGeom>
              <a:avLst/>
              <a:gdLst/>
              <a:ahLst/>
              <a:cxnLst/>
              <a:rect l="l" t="t" r="r" b="b"/>
              <a:pathLst>
                <a:path w="1201" h="1256" extrusionOk="0">
                  <a:moveTo>
                    <a:pt x="403" y="0"/>
                  </a:moveTo>
                  <a:cubicBezTo>
                    <a:pt x="346" y="0"/>
                    <a:pt x="291" y="67"/>
                    <a:pt x="337" y="129"/>
                  </a:cubicBezTo>
                  <a:cubicBezTo>
                    <a:pt x="603" y="502"/>
                    <a:pt x="880" y="952"/>
                    <a:pt x="911" y="1097"/>
                  </a:cubicBezTo>
                  <a:cubicBezTo>
                    <a:pt x="800" y="1085"/>
                    <a:pt x="482" y="928"/>
                    <a:pt x="168" y="733"/>
                  </a:cubicBezTo>
                  <a:cubicBezTo>
                    <a:pt x="151" y="721"/>
                    <a:pt x="134" y="716"/>
                    <a:pt x="119" y="716"/>
                  </a:cubicBezTo>
                  <a:cubicBezTo>
                    <a:pt x="48" y="716"/>
                    <a:pt x="0" y="824"/>
                    <a:pt x="81" y="869"/>
                  </a:cubicBezTo>
                  <a:cubicBezTo>
                    <a:pt x="488" y="1125"/>
                    <a:pt x="772" y="1255"/>
                    <a:pt x="930" y="1255"/>
                  </a:cubicBezTo>
                  <a:cubicBezTo>
                    <a:pt x="933" y="1255"/>
                    <a:pt x="936" y="1255"/>
                    <a:pt x="940" y="1255"/>
                  </a:cubicBezTo>
                  <a:cubicBezTo>
                    <a:pt x="976" y="1255"/>
                    <a:pt x="1012" y="1240"/>
                    <a:pt x="1041" y="1218"/>
                  </a:cubicBezTo>
                  <a:cubicBezTo>
                    <a:pt x="1084" y="1174"/>
                    <a:pt x="1201" y="1057"/>
                    <a:pt x="467" y="36"/>
                  </a:cubicBezTo>
                  <a:cubicBezTo>
                    <a:pt x="449" y="11"/>
                    <a:pt x="426" y="0"/>
                    <a:pt x="4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8" name="Google Shape;2598;p27"/>
            <p:cNvSpPr/>
            <p:nvPr/>
          </p:nvSpPr>
          <p:spPr>
            <a:xfrm>
              <a:off x="2499470" y="715296"/>
              <a:ext cx="141009" cy="146717"/>
            </a:xfrm>
            <a:custGeom>
              <a:avLst/>
              <a:gdLst/>
              <a:ahLst/>
              <a:cxnLst/>
              <a:rect l="l" t="t" r="r" b="b"/>
              <a:pathLst>
                <a:path w="2598" h="2703" extrusionOk="0">
                  <a:moveTo>
                    <a:pt x="1445" y="0"/>
                  </a:moveTo>
                  <a:cubicBezTo>
                    <a:pt x="1214" y="0"/>
                    <a:pt x="1" y="2220"/>
                    <a:pt x="1" y="2220"/>
                  </a:cubicBezTo>
                  <a:cubicBezTo>
                    <a:pt x="1" y="2220"/>
                    <a:pt x="2076" y="2702"/>
                    <a:pt x="2479" y="2702"/>
                  </a:cubicBezTo>
                  <a:cubicBezTo>
                    <a:pt x="2517" y="2702"/>
                    <a:pt x="2541" y="2698"/>
                    <a:pt x="2545" y="2688"/>
                  </a:cubicBezTo>
                  <a:cubicBezTo>
                    <a:pt x="2598" y="2580"/>
                    <a:pt x="1632" y="175"/>
                    <a:pt x="1466" y="8"/>
                  </a:cubicBezTo>
                  <a:cubicBezTo>
                    <a:pt x="1460" y="3"/>
                    <a:pt x="1453" y="0"/>
                    <a:pt x="144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9" name="Google Shape;2599;p27"/>
            <p:cNvSpPr/>
            <p:nvPr/>
          </p:nvSpPr>
          <p:spPr>
            <a:xfrm>
              <a:off x="2558414" y="774460"/>
              <a:ext cx="50640" cy="74905"/>
            </a:xfrm>
            <a:custGeom>
              <a:avLst/>
              <a:gdLst/>
              <a:ahLst/>
              <a:cxnLst/>
              <a:rect l="l" t="t" r="r" b="b"/>
              <a:pathLst>
                <a:path w="933" h="1380" extrusionOk="0">
                  <a:moveTo>
                    <a:pt x="158" y="0"/>
                  </a:moveTo>
                  <a:cubicBezTo>
                    <a:pt x="117" y="0"/>
                    <a:pt x="80" y="33"/>
                    <a:pt x="80" y="78"/>
                  </a:cubicBezTo>
                  <a:cubicBezTo>
                    <a:pt x="0" y="1281"/>
                    <a:pt x="90" y="1339"/>
                    <a:pt x="130" y="1364"/>
                  </a:cubicBezTo>
                  <a:cubicBezTo>
                    <a:pt x="145" y="1373"/>
                    <a:pt x="164" y="1379"/>
                    <a:pt x="182" y="1379"/>
                  </a:cubicBezTo>
                  <a:cubicBezTo>
                    <a:pt x="198" y="1379"/>
                    <a:pt x="210" y="1373"/>
                    <a:pt x="225" y="1367"/>
                  </a:cubicBezTo>
                  <a:cubicBezTo>
                    <a:pt x="343" y="1308"/>
                    <a:pt x="731" y="688"/>
                    <a:pt x="892" y="426"/>
                  </a:cubicBezTo>
                  <a:cubicBezTo>
                    <a:pt x="932" y="362"/>
                    <a:pt x="878" y="303"/>
                    <a:pt x="823" y="303"/>
                  </a:cubicBezTo>
                  <a:cubicBezTo>
                    <a:pt x="798" y="303"/>
                    <a:pt x="773" y="315"/>
                    <a:pt x="756" y="343"/>
                  </a:cubicBezTo>
                  <a:cubicBezTo>
                    <a:pt x="562" y="658"/>
                    <a:pt x="336" y="1000"/>
                    <a:pt x="219" y="1148"/>
                  </a:cubicBezTo>
                  <a:cubicBezTo>
                    <a:pt x="204" y="948"/>
                    <a:pt x="216" y="485"/>
                    <a:pt x="241" y="84"/>
                  </a:cubicBezTo>
                  <a:cubicBezTo>
                    <a:pt x="244" y="41"/>
                    <a:pt x="210" y="1"/>
                    <a:pt x="164" y="1"/>
                  </a:cubicBezTo>
                  <a:cubicBezTo>
                    <a:pt x="162" y="1"/>
                    <a:pt x="160" y="0"/>
                    <a:pt x="15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0" name="Google Shape;2600;p27"/>
            <p:cNvSpPr/>
            <p:nvPr/>
          </p:nvSpPr>
          <p:spPr>
            <a:xfrm>
              <a:off x="2049009" y="843345"/>
              <a:ext cx="101985" cy="189706"/>
            </a:xfrm>
            <a:custGeom>
              <a:avLst/>
              <a:gdLst/>
              <a:ahLst/>
              <a:cxnLst/>
              <a:rect l="l" t="t" r="r" b="b"/>
              <a:pathLst>
                <a:path w="1879" h="3495" extrusionOk="0">
                  <a:moveTo>
                    <a:pt x="1564" y="0"/>
                  </a:moveTo>
                  <a:cubicBezTo>
                    <a:pt x="1564" y="0"/>
                    <a:pt x="222" y="201"/>
                    <a:pt x="0" y="312"/>
                  </a:cubicBezTo>
                  <a:cubicBezTo>
                    <a:pt x="0" y="312"/>
                    <a:pt x="1235" y="3494"/>
                    <a:pt x="1581" y="3494"/>
                  </a:cubicBezTo>
                  <a:cubicBezTo>
                    <a:pt x="1601" y="3494"/>
                    <a:pt x="1618" y="3484"/>
                    <a:pt x="1632" y="3461"/>
                  </a:cubicBezTo>
                  <a:cubicBezTo>
                    <a:pt x="1879" y="3048"/>
                    <a:pt x="1564" y="0"/>
                    <a:pt x="1564" y="0"/>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1" name="Google Shape;2601;p27"/>
            <p:cNvSpPr/>
            <p:nvPr/>
          </p:nvSpPr>
          <p:spPr>
            <a:xfrm>
              <a:off x="2152947" y="822285"/>
              <a:ext cx="102039" cy="204036"/>
            </a:xfrm>
            <a:custGeom>
              <a:avLst/>
              <a:gdLst/>
              <a:ahLst/>
              <a:cxnLst/>
              <a:rect l="l" t="t" r="r" b="b"/>
              <a:pathLst>
                <a:path w="1880" h="3759" extrusionOk="0">
                  <a:moveTo>
                    <a:pt x="1601" y="0"/>
                  </a:moveTo>
                  <a:cubicBezTo>
                    <a:pt x="1306" y="0"/>
                    <a:pt x="1" y="388"/>
                    <a:pt x="1" y="388"/>
                  </a:cubicBezTo>
                  <a:cubicBezTo>
                    <a:pt x="1" y="388"/>
                    <a:pt x="1213" y="3648"/>
                    <a:pt x="1432" y="3750"/>
                  </a:cubicBezTo>
                  <a:cubicBezTo>
                    <a:pt x="1443" y="3756"/>
                    <a:pt x="1455" y="3758"/>
                    <a:pt x="1466" y="3758"/>
                  </a:cubicBezTo>
                  <a:cubicBezTo>
                    <a:pt x="1880" y="3758"/>
                    <a:pt x="1834" y="42"/>
                    <a:pt x="1635" y="3"/>
                  </a:cubicBezTo>
                  <a:cubicBezTo>
                    <a:pt x="1626" y="1"/>
                    <a:pt x="1615" y="0"/>
                    <a:pt x="1601" y="0"/>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2" name="Google Shape;2602;p27"/>
            <p:cNvSpPr/>
            <p:nvPr/>
          </p:nvSpPr>
          <p:spPr>
            <a:xfrm>
              <a:off x="2262585" y="813600"/>
              <a:ext cx="85105" cy="207889"/>
            </a:xfrm>
            <a:custGeom>
              <a:avLst/>
              <a:gdLst/>
              <a:ahLst/>
              <a:cxnLst/>
              <a:rect l="l" t="t" r="r" b="b"/>
              <a:pathLst>
                <a:path w="1568" h="3830" extrusionOk="0">
                  <a:moveTo>
                    <a:pt x="1095" y="1"/>
                  </a:moveTo>
                  <a:cubicBezTo>
                    <a:pt x="702" y="1"/>
                    <a:pt x="1" y="117"/>
                    <a:pt x="1" y="117"/>
                  </a:cubicBezTo>
                  <a:cubicBezTo>
                    <a:pt x="1" y="117"/>
                    <a:pt x="434" y="3830"/>
                    <a:pt x="818" y="3830"/>
                  </a:cubicBezTo>
                  <a:cubicBezTo>
                    <a:pt x="824" y="3830"/>
                    <a:pt x="831" y="3829"/>
                    <a:pt x="837" y="3827"/>
                  </a:cubicBezTo>
                  <a:cubicBezTo>
                    <a:pt x="1241" y="3700"/>
                    <a:pt x="1568" y="49"/>
                    <a:pt x="1241" y="9"/>
                  </a:cubicBezTo>
                  <a:cubicBezTo>
                    <a:pt x="1200" y="3"/>
                    <a:pt x="1151" y="1"/>
                    <a:pt x="1095" y="1"/>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3" name="Google Shape;2603;p27"/>
            <p:cNvSpPr/>
            <p:nvPr/>
          </p:nvSpPr>
          <p:spPr>
            <a:xfrm>
              <a:off x="2351977" y="802255"/>
              <a:ext cx="89990" cy="190629"/>
            </a:xfrm>
            <a:custGeom>
              <a:avLst/>
              <a:gdLst/>
              <a:ahLst/>
              <a:cxnLst/>
              <a:rect l="l" t="t" r="r" b="b"/>
              <a:pathLst>
                <a:path w="1658" h="3512" extrusionOk="0">
                  <a:moveTo>
                    <a:pt x="1383" y="1"/>
                  </a:moveTo>
                  <a:cubicBezTo>
                    <a:pt x="987" y="1"/>
                    <a:pt x="1" y="218"/>
                    <a:pt x="1" y="218"/>
                  </a:cubicBezTo>
                  <a:cubicBezTo>
                    <a:pt x="1" y="218"/>
                    <a:pt x="578" y="3511"/>
                    <a:pt x="794" y="3511"/>
                  </a:cubicBezTo>
                  <a:cubicBezTo>
                    <a:pt x="799" y="3511"/>
                    <a:pt x="804" y="3509"/>
                    <a:pt x="809" y="3505"/>
                  </a:cubicBezTo>
                  <a:cubicBezTo>
                    <a:pt x="1013" y="3342"/>
                    <a:pt x="1657" y="153"/>
                    <a:pt x="1537" y="29"/>
                  </a:cubicBezTo>
                  <a:cubicBezTo>
                    <a:pt x="1517" y="9"/>
                    <a:pt x="1462" y="1"/>
                    <a:pt x="1383" y="1"/>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2604;p27"/>
            <p:cNvSpPr/>
            <p:nvPr/>
          </p:nvSpPr>
          <p:spPr>
            <a:xfrm>
              <a:off x="1768782" y="1125278"/>
              <a:ext cx="169287" cy="71377"/>
            </a:xfrm>
            <a:custGeom>
              <a:avLst/>
              <a:gdLst/>
              <a:ahLst/>
              <a:cxnLst/>
              <a:rect l="l" t="t" r="r" b="b"/>
              <a:pathLst>
                <a:path w="3119" h="1315" extrusionOk="0">
                  <a:moveTo>
                    <a:pt x="22" y="1"/>
                  </a:moveTo>
                  <a:lnTo>
                    <a:pt x="22" y="1"/>
                  </a:lnTo>
                  <a:cubicBezTo>
                    <a:pt x="22" y="1"/>
                    <a:pt x="0" y="1136"/>
                    <a:pt x="40" y="1296"/>
                  </a:cubicBezTo>
                  <a:cubicBezTo>
                    <a:pt x="44" y="1309"/>
                    <a:pt x="60" y="1315"/>
                    <a:pt x="87" y="1315"/>
                  </a:cubicBezTo>
                  <a:cubicBezTo>
                    <a:pt x="415" y="1315"/>
                    <a:pt x="2333" y="476"/>
                    <a:pt x="2711" y="288"/>
                  </a:cubicBezTo>
                  <a:cubicBezTo>
                    <a:pt x="3118" y="84"/>
                    <a:pt x="22" y="1"/>
                    <a:pt x="22" y="1"/>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5" name="Google Shape;2605;p27"/>
            <p:cNvSpPr/>
            <p:nvPr/>
          </p:nvSpPr>
          <p:spPr>
            <a:xfrm>
              <a:off x="1773938" y="1217492"/>
              <a:ext cx="184538" cy="98463"/>
            </a:xfrm>
            <a:custGeom>
              <a:avLst/>
              <a:gdLst/>
              <a:ahLst/>
              <a:cxnLst/>
              <a:rect l="l" t="t" r="r" b="b"/>
              <a:pathLst>
                <a:path w="3400" h="1814" extrusionOk="0">
                  <a:moveTo>
                    <a:pt x="2860" y="1"/>
                  </a:moveTo>
                  <a:cubicBezTo>
                    <a:pt x="1924" y="1"/>
                    <a:pt x="1" y="303"/>
                    <a:pt x="1" y="303"/>
                  </a:cubicBezTo>
                  <a:cubicBezTo>
                    <a:pt x="1" y="303"/>
                    <a:pt x="288" y="1293"/>
                    <a:pt x="541" y="1787"/>
                  </a:cubicBezTo>
                  <a:cubicBezTo>
                    <a:pt x="550" y="1805"/>
                    <a:pt x="573" y="1813"/>
                    <a:pt x="608" y="1813"/>
                  </a:cubicBezTo>
                  <a:cubicBezTo>
                    <a:pt x="1052" y="1813"/>
                    <a:pt x="3400" y="412"/>
                    <a:pt x="3360" y="109"/>
                  </a:cubicBezTo>
                  <a:cubicBezTo>
                    <a:pt x="3350" y="31"/>
                    <a:pt x="3154" y="1"/>
                    <a:pt x="2860" y="1"/>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27"/>
            <p:cNvSpPr/>
            <p:nvPr/>
          </p:nvSpPr>
          <p:spPr>
            <a:xfrm>
              <a:off x="1828865" y="1311992"/>
              <a:ext cx="120764" cy="88529"/>
            </a:xfrm>
            <a:custGeom>
              <a:avLst/>
              <a:gdLst/>
              <a:ahLst/>
              <a:cxnLst/>
              <a:rect l="l" t="t" r="r" b="b"/>
              <a:pathLst>
                <a:path w="2225" h="1631" extrusionOk="0">
                  <a:moveTo>
                    <a:pt x="2004" y="1"/>
                  </a:moveTo>
                  <a:cubicBezTo>
                    <a:pt x="1576" y="1"/>
                    <a:pt x="0" y="810"/>
                    <a:pt x="0" y="810"/>
                  </a:cubicBezTo>
                  <a:cubicBezTo>
                    <a:pt x="189" y="918"/>
                    <a:pt x="870" y="1631"/>
                    <a:pt x="994" y="1631"/>
                  </a:cubicBezTo>
                  <a:cubicBezTo>
                    <a:pt x="1114" y="1631"/>
                    <a:pt x="2224" y="286"/>
                    <a:pt x="2104" y="39"/>
                  </a:cubicBezTo>
                  <a:cubicBezTo>
                    <a:pt x="2091" y="13"/>
                    <a:pt x="2056" y="1"/>
                    <a:pt x="2004" y="1"/>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27"/>
            <p:cNvSpPr/>
            <p:nvPr/>
          </p:nvSpPr>
          <p:spPr>
            <a:xfrm>
              <a:off x="2233464" y="1518303"/>
              <a:ext cx="673945" cy="428643"/>
            </a:xfrm>
            <a:custGeom>
              <a:avLst/>
              <a:gdLst/>
              <a:ahLst/>
              <a:cxnLst/>
              <a:rect l="l" t="t" r="r" b="b"/>
              <a:pathLst>
                <a:path w="12417" h="7897" extrusionOk="0">
                  <a:moveTo>
                    <a:pt x="4982" y="0"/>
                  </a:moveTo>
                  <a:cubicBezTo>
                    <a:pt x="4786" y="0"/>
                    <a:pt x="4581" y="57"/>
                    <a:pt x="4359" y="188"/>
                  </a:cubicBezTo>
                  <a:cubicBezTo>
                    <a:pt x="2770" y="1126"/>
                    <a:pt x="4350" y="2486"/>
                    <a:pt x="1197" y="4429"/>
                  </a:cubicBezTo>
                  <a:cubicBezTo>
                    <a:pt x="1" y="5166"/>
                    <a:pt x="528" y="7276"/>
                    <a:pt x="528" y="7276"/>
                  </a:cubicBezTo>
                  <a:cubicBezTo>
                    <a:pt x="528" y="7276"/>
                    <a:pt x="1961" y="7896"/>
                    <a:pt x="4280" y="7896"/>
                  </a:cubicBezTo>
                  <a:cubicBezTo>
                    <a:pt x="6368" y="7896"/>
                    <a:pt x="9174" y="7394"/>
                    <a:pt x="12301" y="5484"/>
                  </a:cubicBezTo>
                  <a:cubicBezTo>
                    <a:pt x="12301" y="5484"/>
                    <a:pt x="12417" y="2082"/>
                    <a:pt x="9657" y="2082"/>
                  </a:cubicBezTo>
                  <a:cubicBezTo>
                    <a:pt x="9641" y="2082"/>
                    <a:pt x="9625" y="2082"/>
                    <a:pt x="9608" y="2082"/>
                  </a:cubicBezTo>
                  <a:cubicBezTo>
                    <a:pt x="9586" y="2082"/>
                    <a:pt x="9564" y="2083"/>
                    <a:pt x="9542" y="2083"/>
                  </a:cubicBezTo>
                  <a:cubicBezTo>
                    <a:pt x="7040" y="2083"/>
                    <a:pt x="6173" y="0"/>
                    <a:pt x="49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8" name="Google Shape;2608;p27"/>
            <p:cNvSpPr/>
            <p:nvPr/>
          </p:nvSpPr>
          <p:spPr>
            <a:xfrm>
              <a:off x="2533936" y="1776129"/>
              <a:ext cx="142692" cy="105682"/>
            </a:xfrm>
            <a:custGeom>
              <a:avLst/>
              <a:gdLst/>
              <a:ahLst/>
              <a:cxnLst/>
              <a:rect l="l" t="t" r="r" b="b"/>
              <a:pathLst>
                <a:path w="2629" h="1947" extrusionOk="0">
                  <a:moveTo>
                    <a:pt x="1729" y="1"/>
                  </a:moveTo>
                  <a:cubicBezTo>
                    <a:pt x="1706" y="1"/>
                    <a:pt x="1684" y="11"/>
                    <a:pt x="1667" y="37"/>
                  </a:cubicBezTo>
                  <a:cubicBezTo>
                    <a:pt x="1472" y="290"/>
                    <a:pt x="1296" y="555"/>
                    <a:pt x="1136" y="830"/>
                  </a:cubicBezTo>
                  <a:cubicBezTo>
                    <a:pt x="664" y="611"/>
                    <a:pt x="238" y="450"/>
                    <a:pt x="140" y="416"/>
                  </a:cubicBezTo>
                  <a:cubicBezTo>
                    <a:pt x="130" y="413"/>
                    <a:pt x="121" y="412"/>
                    <a:pt x="113" y="412"/>
                  </a:cubicBezTo>
                  <a:cubicBezTo>
                    <a:pt x="35" y="412"/>
                    <a:pt x="1" y="529"/>
                    <a:pt x="84" y="567"/>
                  </a:cubicBezTo>
                  <a:cubicBezTo>
                    <a:pt x="309" y="651"/>
                    <a:pt x="676" y="799"/>
                    <a:pt x="1059" y="971"/>
                  </a:cubicBezTo>
                  <a:cubicBezTo>
                    <a:pt x="865" y="1335"/>
                    <a:pt x="732" y="1709"/>
                    <a:pt x="852" y="1906"/>
                  </a:cubicBezTo>
                  <a:cubicBezTo>
                    <a:pt x="868" y="1931"/>
                    <a:pt x="892" y="1946"/>
                    <a:pt x="920" y="1946"/>
                  </a:cubicBezTo>
                  <a:cubicBezTo>
                    <a:pt x="936" y="1946"/>
                    <a:pt x="951" y="1943"/>
                    <a:pt x="963" y="1934"/>
                  </a:cubicBezTo>
                  <a:cubicBezTo>
                    <a:pt x="1000" y="1912"/>
                    <a:pt x="1013" y="1863"/>
                    <a:pt x="991" y="1823"/>
                  </a:cubicBezTo>
                  <a:cubicBezTo>
                    <a:pt x="911" y="1687"/>
                    <a:pt x="1022" y="1379"/>
                    <a:pt x="1204" y="1039"/>
                  </a:cubicBezTo>
                  <a:cubicBezTo>
                    <a:pt x="1784" y="1317"/>
                    <a:pt x="2357" y="1644"/>
                    <a:pt x="2465" y="1897"/>
                  </a:cubicBezTo>
                  <a:cubicBezTo>
                    <a:pt x="2478" y="1928"/>
                    <a:pt x="2505" y="1946"/>
                    <a:pt x="2539" y="1946"/>
                  </a:cubicBezTo>
                  <a:cubicBezTo>
                    <a:pt x="2549" y="1946"/>
                    <a:pt x="2561" y="1943"/>
                    <a:pt x="2570" y="1940"/>
                  </a:cubicBezTo>
                  <a:cubicBezTo>
                    <a:pt x="2610" y="1921"/>
                    <a:pt x="2629" y="1875"/>
                    <a:pt x="2613" y="1835"/>
                  </a:cubicBezTo>
                  <a:cubicBezTo>
                    <a:pt x="2481" y="1530"/>
                    <a:pt x="1870" y="1175"/>
                    <a:pt x="1284" y="897"/>
                  </a:cubicBezTo>
                  <a:cubicBezTo>
                    <a:pt x="1438" y="632"/>
                    <a:pt x="1608" y="379"/>
                    <a:pt x="1793" y="136"/>
                  </a:cubicBezTo>
                  <a:cubicBezTo>
                    <a:pt x="1847" y="73"/>
                    <a:pt x="1789" y="1"/>
                    <a:pt x="17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9" name="Google Shape;2609;p27"/>
            <p:cNvSpPr/>
            <p:nvPr/>
          </p:nvSpPr>
          <p:spPr>
            <a:xfrm>
              <a:off x="2246870" y="1786876"/>
              <a:ext cx="669495" cy="161861"/>
            </a:xfrm>
            <a:custGeom>
              <a:avLst/>
              <a:gdLst/>
              <a:ahLst/>
              <a:cxnLst/>
              <a:rect l="l" t="t" r="r" b="b"/>
              <a:pathLst>
                <a:path w="12335" h="2982" extrusionOk="0">
                  <a:moveTo>
                    <a:pt x="12217" y="0"/>
                  </a:moveTo>
                  <a:cubicBezTo>
                    <a:pt x="12194" y="0"/>
                    <a:pt x="12170" y="11"/>
                    <a:pt x="12153" y="39"/>
                  </a:cubicBezTo>
                  <a:cubicBezTo>
                    <a:pt x="12125" y="72"/>
                    <a:pt x="9960" y="2822"/>
                    <a:pt x="4438" y="2822"/>
                  </a:cubicBezTo>
                  <a:cubicBezTo>
                    <a:pt x="3182" y="2822"/>
                    <a:pt x="1753" y="2680"/>
                    <a:pt x="136" y="2331"/>
                  </a:cubicBezTo>
                  <a:cubicBezTo>
                    <a:pt x="127" y="2328"/>
                    <a:pt x="119" y="2327"/>
                    <a:pt x="111" y="2327"/>
                  </a:cubicBezTo>
                  <a:cubicBezTo>
                    <a:pt x="23" y="2327"/>
                    <a:pt x="0" y="2471"/>
                    <a:pt x="102" y="2488"/>
                  </a:cubicBezTo>
                  <a:cubicBezTo>
                    <a:pt x="1728" y="2837"/>
                    <a:pt x="3165" y="2982"/>
                    <a:pt x="4433" y="2982"/>
                  </a:cubicBezTo>
                  <a:cubicBezTo>
                    <a:pt x="10040" y="2982"/>
                    <a:pt x="12254" y="172"/>
                    <a:pt x="12279" y="135"/>
                  </a:cubicBezTo>
                  <a:cubicBezTo>
                    <a:pt x="12334" y="73"/>
                    <a:pt x="12277" y="0"/>
                    <a:pt x="122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27"/>
            <p:cNvSpPr/>
            <p:nvPr/>
          </p:nvSpPr>
          <p:spPr>
            <a:xfrm>
              <a:off x="3079681" y="788519"/>
              <a:ext cx="65837" cy="92329"/>
            </a:xfrm>
            <a:custGeom>
              <a:avLst/>
              <a:gdLst/>
              <a:ahLst/>
              <a:cxnLst/>
              <a:rect l="l" t="t" r="r" b="b"/>
              <a:pathLst>
                <a:path w="1213" h="1701" extrusionOk="0">
                  <a:moveTo>
                    <a:pt x="1213" y="1"/>
                  </a:moveTo>
                  <a:cubicBezTo>
                    <a:pt x="1213" y="1"/>
                    <a:pt x="81" y="1133"/>
                    <a:pt x="1" y="1700"/>
                  </a:cubicBezTo>
                  <a:lnTo>
                    <a:pt x="1213" y="1"/>
                  </a:lnTo>
                  <a:close/>
                </a:path>
              </a:pathLst>
            </a:custGeom>
            <a:solidFill>
              <a:srgbClr val="D07F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1" name="Google Shape;2611;p27"/>
            <p:cNvSpPr/>
            <p:nvPr/>
          </p:nvSpPr>
          <p:spPr>
            <a:xfrm>
              <a:off x="3075013" y="784122"/>
              <a:ext cx="76909" cy="101068"/>
            </a:xfrm>
            <a:custGeom>
              <a:avLst/>
              <a:gdLst/>
              <a:ahLst/>
              <a:cxnLst/>
              <a:rect l="l" t="t" r="r" b="b"/>
              <a:pathLst>
                <a:path w="1417" h="1862" extrusionOk="0">
                  <a:moveTo>
                    <a:pt x="1301" y="1"/>
                  </a:moveTo>
                  <a:cubicBezTo>
                    <a:pt x="1282" y="1"/>
                    <a:pt x="1261" y="8"/>
                    <a:pt x="1243" y="26"/>
                  </a:cubicBezTo>
                  <a:cubicBezTo>
                    <a:pt x="1197" y="73"/>
                    <a:pt x="90" y="1183"/>
                    <a:pt x="7" y="1769"/>
                  </a:cubicBezTo>
                  <a:cubicBezTo>
                    <a:pt x="0" y="1812"/>
                    <a:pt x="31" y="1852"/>
                    <a:pt x="74" y="1861"/>
                  </a:cubicBezTo>
                  <a:lnTo>
                    <a:pt x="87" y="1861"/>
                  </a:lnTo>
                  <a:cubicBezTo>
                    <a:pt x="127" y="1861"/>
                    <a:pt x="161" y="1834"/>
                    <a:pt x="167" y="1794"/>
                  </a:cubicBezTo>
                  <a:cubicBezTo>
                    <a:pt x="244" y="1260"/>
                    <a:pt x="1348" y="153"/>
                    <a:pt x="1357" y="140"/>
                  </a:cubicBezTo>
                  <a:cubicBezTo>
                    <a:pt x="1417" y="81"/>
                    <a:pt x="1363" y="1"/>
                    <a:pt x="13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2612;p27"/>
            <p:cNvSpPr/>
            <p:nvPr/>
          </p:nvSpPr>
          <p:spPr>
            <a:xfrm>
              <a:off x="3106168" y="819186"/>
              <a:ext cx="56936" cy="92275"/>
            </a:xfrm>
            <a:custGeom>
              <a:avLst/>
              <a:gdLst/>
              <a:ahLst/>
              <a:cxnLst/>
              <a:rect l="l" t="t" r="r" b="b"/>
              <a:pathLst>
                <a:path w="1049" h="1700" extrusionOk="0">
                  <a:moveTo>
                    <a:pt x="1049" y="0"/>
                  </a:moveTo>
                  <a:lnTo>
                    <a:pt x="1049" y="0"/>
                  </a:lnTo>
                  <a:cubicBezTo>
                    <a:pt x="404" y="404"/>
                    <a:pt x="0" y="1700"/>
                    <a:pt x="0" y="1700"/>
                  </a:cubicBezTo>
                  <a:lnTo>
                    <a:pt x="1049" y="0"/>
                  </a:lnTo>
                  <a:close/>
                </a:path>
              </a:pathLst>
            </a:custGeom>
            <a:solidFill>
              <a:srgbClr val="D07F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3" name="Google Shape;2613;p27"/>
            <p:cNvSpPr/>
            <p:nvPr/>
          </p:nvSpPr>
          <p:spPr>
            <a:xfrm>
              <a:off x="3101120" y="814573"/>
              <a:ext cx="68876" cy="101231"/>
            </a:xfrm>
            <a:custGeom>
              <a:avLst/>
              <a:gdLst/>
              <a:ahLst/>
              <a:cxnLst/>
              <a:rect l="l" t="t" r="r" b="b"/>
              <a:pathLst>
                <a:path w="1269" h="1865" extrusionOk="0">
                  <a:moveTo>
                    <a:pt x="1148" y="0"/>
                  </a:moveTo>
                  <a:cubicBezTo>
                    <a:pt x="1132" y="0"/>
                    <a:pt x="1116" y="5"/>
                    <a:pt x="1099" y="17"/>
                  </a:cubicBezTo>
                  <a:cubicBezTo>
                    <a:pt x="435" y="434"/>
                    <a:pt x="31" y="1708"/>
                    <a:pt x="13" y="1760"/>
                  </a:cubicBezTo>
                  <a:cubicBezTo>
                    <a:pt x="1" y="1803"/>
                    <a:pt x="25" y="1849"/>
                    <a:pt x="68" y="1862"/>
                  </a:cubicBezTo>
                  <a:cubicBezTo>
                    <a:pt x="75" y="1865"/>
                    <a:pt x="84" y="1865"/>
                    <a:pt x="93" y="1865"/>
                  </a:cubicBezTo>
                  <a:cubicBezTo>
                    <a:pt x="127" y="1865"/>
                    <a:pt x="158" y="1843"/>
                    <a:pt x="167" y="1809"/>
                  </a:cubicBezTo>
                  <a:cubicBezTo>
                    <a:pt x="173" y="1797"/>
                    <a:pt x="571" y="542"/>
                    <a:pt x="1185" y="156"/>
                  </a:cubicBezTo>
                  <a:cubicBezTo>
                    <a:pt x="1269" y="110"/>
                    <a:pt x="1221" y="0"/>
                    <a:pt x="114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4" name="Google Shape;2614;p27"/>
            <p:cNvSpPr/>
            <p:nvPr/>
          </p:nvSpPr>
          <p:spPr>
            <a:xfrm>
              <a:off x="3031321" y="1103610"/>
              <a:ext cx="83097" cy="37887"/>
            </a:xfrm>
            <a:custGeom>
              <a:avLst/>
              <a:gdLst/>
              <a:ahLst/>
              <a:cxnLst/>
              <a:rect l="l" t="t" r="r" b="b"/>
              <a:pathLst>
                <a:path w="1531" h="698" extrusionOk="0">
                  <a:moveTo>
                    <a:pt x="1389" y="1"/>
                  </a:moveTo>
                  <a:cubicBezTo>
                    <a:pt x="869" y="1"/>
                    <a:pt x="0" y="697"/>
                    <a:pt x="0" y="697"/>
                  </a:cubicBezTo>
                  <a:lnTo>
                    <a:pt x="1530" y="22"/>
                  </a:lnTo>
                  <a:cubicBezTo>
                    <a:pt x="1487" y="7"/>
                    <a:pt x="1440" y="1"/>
                    <a:pt x="1389" y="1"/>
                  </a:cubicBezTo>
                  <a:close/>
                </a:path>
              </a:pathLst>
            </a:custGeom>
            <a:solidFill>
              <a:srgbClr val="D07F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5" name="Google Shape;2615;p27"/>
            <p:cNvSpPr/>
            <p:nvPr/>
          </p:nvSpPr>
          <p:spPr>
            <a:xfrm>
              <a:off x="3026436" y="1099213"/>
              <a:ext cx="94440" cy="46626"/>
            </a:xfrm>
            <a:custGeom>
              <a:avLst/>
              <a:gdLst/>
              <a:ahLst/>
              <a:cxnLst/>
              <a:rect l="l" t="t" r="r" b="b"/>
              <a:pathLst>
                <a:path w="1740" h="859" extrusionOk="0">
                  <a:moveTo>
                    <a:pt x="1482" y="1"/>
                  </a:moveTo>
                  <a:cubicBezTo>
                    <a:pt x="948" y="1"/>
                    <a:pt x="141" y="636"/>
                    <a:pt x="41" y="717"/>
                  </a:cubicBezTo>
                  <a:cubicBezTo>
                    <a:pt x="4" y="744"/>
                    <a:pt x="1" y="794"/>
                    <a:pt x="29" y="828"/>
                  </a:cubicBezTo>
                  <a:cubicBezTo>
                    <a:pt x="44" y="849"/>
                    <a:pt x="66" y="859"/>
                    <a:pt x="90" y="859"/>
                  </a:cubicBezTo>
                  <a:cubicBezTo>
                    <a:pt x="109" y="859"/>
                    <a:pt x="127" y="852"/>
                    <a:pt x="143" y="843"/>
                  </a:cubicBezTo>
                  <a:cubicBezTo>
                    <a:pt x="397" y="640"/>
                    <a:pt x="1082" y="163"/>
                    <a:pt x="1480" y="163"/>
                  </a:cubicBezTo>
                  <a:cubicBezTo>
                    <a:pt x="1522" y="163"/>
                    <a:pt x="1561" y="169"/>
                    <a:pt x="1596" y="180"/>
                  </a:cubicBezTo>
                  <a:cubicBezTo>
                    <a:pt x="1606" y="183"/>
                    <a:pt x="1615" y="185"/>
                    <a:pt x="1624" y="185"/>
                  </a:cubicBezTo>
                  <a:cubicBezTo>
                    <a:pt x="1706" y="185"/>
                    <a:pt x="1740" y="56"/>
                    <a:pt x="1648" y="26"/>
                  </a:cubicBezTo>
                  <a:cubicBezTo>
                    <a:pt x="1597" y="9"/>
                    <a:pt x="1541" y="1"/>
                    <a:pt x="148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27"/>
            <p:cNvSpPr/>
            <p:nvPr/>
          </p:nvSpPr>
          <p:spPr>
            <a:xfrm>
              <a:off x="3047387" y="1132975"/>
              <a:ext cx="71861" cy="27791"/>
            </a:xfrm>
            <a:custGeom>
              <a:avLst/>
              <a:gdLst/>
              <a:ahLst/>
              <a:cxnLst/>
              <a:rect l="l" t="t" r="r" b="b"/>
              <a:pathLst>
                <a:path w="1324" h="512" extrusionOk="0">
                  <a:moveTo>
                    <a:pt x="1240" y="1"/>
                  </a:moveTo>
                  <a:cubicBezTo>
                    <a:pt x="805" y="1"/>
                    <a:pt x="0" y="511"/>
                    <a:pt x="0" y="511"/>
                  </a:cubicBezTo>
                  <a:lnTo>
                    <a:pt x="1324" y="8"/>
                  </a:lnTo>
                  <a:cubicBezTo>
                    <a:pt x="1298" y="3"/>
                    <a:pt x="1270" y="1"/>
                    <a:pt x="1240" y="1"/>
                  </a:cubicBezTo>
                  <a:close/>
                </a:path>
              </a:pathLst>
            </a:custGeom>
            <a:solidFill>
              <a:srgbClr val="D07F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27"/>
            <p:cNvSpPr/>
            <p:nvPr/>
          </p:nvSpPr>
          <p:spPr>
            <a:xfrm>
              <a:off x="3041199" y="1128687"/>
              <a:ext cx="84236" cy="36421"/>
            </a:xfrm>
            <a:custGeom>
              <a:avLst/>
              <a:gdLst/>
              <a:ahLst/>
              <a:cxnLst/>
              <a:rect l="l" t="t" r="r" b="b"/>
              <a:pathLst>
                <a:path w="1552" h="671" extrusionOk="0">
                  <a:moveTo>
                    <a:pt x="1352" y="1"/>
                  </a:moveTo>
                  <a:cubicBezTo>
                    <a:pt x="904" y="1"/>
                    <a:pt x="160" y="465"/>
                    <a:pt x="71" y="519"/>
                  </a:cubicBezTo>
                  <a:cubicBezTo>
                    <a:pt x="0" y="562"/>
                    <a:pt x="31" y="670"/>
                    <a:pt x="114" y="670"/>
                  </a:cubicBezTo>
                  <a:cubicBezTo>
                    <a:pt x="127" y="670"/>
                    <a:pt x="142" y="664"/>
                    <a:pt x="158" y="658"/>
                  </a:cubicBezTo>
                  <a:cubicBezTo>
                    <a:pt x="387" y="511"/>
                    <a:pt x="1021" y="162"/>
                    <a:pt x="1354" y="162"/>
                  </a:cubicBezTo>
                  <a:cubicBezTo>
                    <a:pt x="1378" y="162"/>
                    <a:pt x="1401" y="164"/>
                    <a:pt x="1422" y="168"/>
                  </a:cubicBezTo>
                  <a:cubicBezTo>
                    <a:pt x="1429" y="169"/>
                    <a:pt x="1435" y="170"/>
                    <a:pt x="1441" y="170"/>
                  </a:cubicBezTo>
                  <a:cubicBezTo>
                    <a:pt x="1530" y="170"/>
                    <a:pt x="1551" y="30"/>
                    <a:pt x="1453" y="10"/>
                  </a:cubicBezTo>
                  <a:cubicBezTo>
                    <a:pt x="1422" y="4"/>
                    <a:pt x="1388" y="1"/>
                    <a:pt x="13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27"/>
            <p:cNvSpPr/>
            <p:nvPr/>
          </p:nvSpPr>
          <p:spPr>
            <a:xfrm>
              <a:off x="1539111" y="1802997"/>
              <a:ext cx="114034" cy="47820"/>
            </a:xfrm>
            <a:custGeom>
              <a:avLst/>
              <a:gdLst/>
              <a:ahLst/>
              <a:cxnLst/>
              <a:rect l="l" t="t" r="r" b="b"/>
              <a:pathLst>
                <a:path w="2101" h="881" extrusionOk="0">
                  <a:moveTo>
                    <a:pt x="1479" y="0"/>
                  </a:moveTo>
                  <a:cubicBezTo>
                    <a:pt x="1081" y="0"/>
                    <a:pt x="540" y="172"/>
                    <a:pt x="0" y="881"/>
                  </a:cubicBezTo>
                  <a:lnTo>
                    <a:pt x="2100" y="153"/>
                  </a:lnTo>
                  <a:cubicBezTo>
                    <a:pt x="2100" y="153"/>
                    <a:pt x="1853" y="0"/>
                    <a:pt x="1479" y="0"/>
                  </a:cubicBezTo>
                  <a:close/>
                </a:path>
              </a:pathLst>
            </a:custGeom>
            <a:solidFill>
              <a:srgbClr val="D07F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27"/>
            <p:cNvSpPr/>
            <p:nvPr/>
          </p:nvSpPr>
          <p:spPr>
            <a:xfrm>
              <a:off x="1533249" y="1798872"/>
              <a:ext cx="126083" cy="56450"/>
            </a:xfrm>
            <a:custGeom>
              <a:avLst/>
              <a:gdLst/>
              <a:ahLst/>
              <a:cxnLst/>
              <a:rect l="l" t="t" r="r" b="b"/>
              <a:pathLst>
                <a:path w="2323" h="1040" extrusionOk="0">
                  <a:moveTo>
                    <a:pt x="1586" y="0"/>
                  </a:moveTo>
                  <a:cubicBezTo>
                    <a:pt x="1167" y="0"/>
                    <a:pt x="601" y="178"/>
                    <a:pt x="43" y="907"/>
                  </a:cubicBezTo>
                  <a:cubicBezTo>
                    <a:pt x="0" y="963"/>
                    <a:pt x="40" y="1040"/>
                    <a:pt x="108" y="1040"/>
                  </a:cubicBezTo>
                  <a:cubicBezTo>
                    <a:pt x="133" y="1040"/>
                    <a:pt x="154" y="1027"/>
                    <a:pt x="170" y="1006"/>
                  </a:cubicBezTo>
                  <a:cubicBezTo>
                    <a:pt x="696" y="321"/>
                    <a:pt x="1213" y="156"/>
                    <a:pt x="1589" y="156"/>
                  </a:cubicBezTo>
                  <a:cubicBezTo>
                    <a:pt x="1925" y="156"/>
                    <a:pt x="2149" y="288"/>
                    <a:pt x="2168" y="300"/>
                  </a:cubicBezTo>
                  <a:cubicBezTo>
                    <a:pt x="2182" y="306"/>
                    <a:pt x="2195" y="310"/>
                    <a:pt x="2207" y="310"/>
                  </a:cubicBezTo>
                  <a:cubicBezTo>
                    <a:pt x="2277" y="310"/>
                    <a:pt x="2322" y="211"/>
                    <a:pt x="2252" y="161"/>
                  </a:cubicBezTo>
                  <a:cubicBezTo>
                    <a:pt x="2246" y="158"/>
                    <a:pt x="1981" y="0"/>
                    <a:pt x="158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2620;p27"/>
            <p:cNvSpPr/>
            <p:nvPr/>
          </p:nvSpPr>
          <p:spPr>
            <a:xfrm>
              <a:off x="1512624" y="1776292"/>
              <a:ext cx="83422" cy="59273"/>
            </a:xfrm>
            <a:custGeom>
              <a:avLst/>
              <a:gdLst/>
              <a:ahLst/>
              <a:cxnLst/>
              <a:rect l="l" t="t" r="r" b="b"/>
              <a:pathLst>
                <a:path w="1537" h="1092" extrusionOk="0">
                  <a:moveTo>
                    <a:pt x="1537" y="0"/>
                  </a:moveTo>
                  <a:cubicBezTo>
                    <a:pt x="1537" y="0"/>
                    <a:pt x="365" y="364"/>
                    <a:pt x="1" y="1092"/>
                  </a:cubicBezTo>
                  <a:lnTo>
                    <a:pt x="1537" y="0"/>
                  </a:lnTo>
                  <a:close/>
                </a:path>
              </a:pathLst>
            </a:custGeom>
            <a:solidFill>
              <a:srgbClr val="D07F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1" name="Google Shape;2621;p27"/>
            <p:cNvSpPr/>
            <p:nvPr/>
          </p:nvSpPr>
          <p:spPr>
            <a:xfrm>
              <a:off x="1507305" y="1771841"/>
              <a:ext cx="95092" cy="68120"/>
            </a:xfrm>
            <a:custGeom>
              <a:avLst/>
              <a:gdLst/>
              <a:ahLst/>
              <a:cxnLst/>
              <a:rect l="l" t="t" r="r" b="b"/>
              <a:pathLst>
                <a:path w="1752" h="1255" extrusionOk="0">
                  <a:moveTo>
                    <a:pt x="1639" y="1"/>
                  </a:moveTo>
                  <a:cubicBezTo>
                    <a:pt x="1631" y="1"/>
                    <a:pt x="1622" y="2"/>
                    <a:pt x="1613" y="5"/>
                  </a:cubicBezTo>
                  <a:cubicBezTo>
                    <a:pt x="1564" y="20"/>
                    <a:pt x="401" y="387"/>
                    <a:pt x="28" y="1137"/>
                  </a:cubicBezTo>
                  <a:cubicBezTo>
                    <a:pt x="0" y="1192"/>
                    <a:pt x="40" y="1254"/>
                    <a:pt x="99" y="1254"/>
                  </a:cubicBezTo>
                  <a:cubicBezTo>
                    <a:pt x="130" y="1254"/>
                    <a:pt x="157" y="1236"/>
                    <a:pt x="173" y="1211"/>
                  </a:cubicBezTo>
                  <a:cubicBezTo>
                    <a:pt x="515" y="523"/>
                    <a:pt x="1647" y="162"/>
                    <a:pt x="1659" y="159"/>
                  </a:cubicBezTo>
                  <a:cubicBezTo>
                    <a:pt x="1752" y="131"/>
                    <a:pt x="1722" y="1"/>
                    <a:pt x="16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2" name="Google Shape;2622;p27"/>
            <p:cNvSpPr/>
            <p:nvPr/>
          </p:nvSpPr>
          <p:spPr>
            <a:xfrm>
              <a:off x="2647391" y="989911"/>
              <a:ext cx="172815" cy="92546"/>
            </a:xfrm>
            <a:custGeom>
              <a:avLst/>
              <a:gdLst/>
              <a:ahLst/>
              <a:cxnLst/>
              <a:rect l="l" t="t" r="r" b="b"/>
              <a:pathLst>
                <a:path w="3184" h="1705" extrusionOk="0">
                  <a:moveTo>
                    <a:pt x="2860" y="0"/>
                  </a:moveTo>
                  <a:cubicBezTo>
                    <a:pt x="2860" y="0"/>
                    <a:pt x="1" y="432"/>
                    <a:pt x="217" y="593"/>
                  </a:cubicBezTo>
                  <a:cubicBezTo>
                    <a:pt x="402" y="733"/>
                    <a:pt x="2454" y="1704"/>
                    <a:pt x="3033" y="1704"/>
                  </a:cubicBezTo>
                  <a:cubicBezTo>
                    <a:pt x="3129" y="1704"/>
                    <a:pt x="3184" y="1678"/>
                    <a:pt x="3184" y="1617"/>
                  </a:cubicBezTo>
                  <a:cubicBezTo>
                    <a:pt x="3184" y="1188"/>
                    <a:pt x="2860" y="0"/>
                    <a:pt x="2860" y="0"/>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27"/>
            <p:cNvSpPr/>
            <p:nvPr/>
          </p:nvSpPr>
          <p:spPr>
            <a:xfrm>
              <a:off x="2629860" y="1115784"/>
              <a:ext cx="196208" cy="103510"/>
            </a:xfrm>
            <a:custGeom>
              <a:avLst/>
              <a:gdLst/>
              <a:ahLst/>
              <a:cxnLst/>
              <a:rect l="l" t="t" r="r" b="b"/>
              <a:pathLst>
                <a:path w="3615" h="1907" extrusionOk="0">
                  <a:moveTo>
                    <a:pt x="3507" y="1"/>
                  </a:moveTo>
                  <a:cubicBezTo>
                    <a:pt x="3507" y="1"/>
                    <a:pt x="0" y="53"/>
                    <a:pt x="432" y="322"/>
                  </a:cubicBezTo>
                  <a:cubicBezTo>
                    <a:pt x="835" y="575"/>
                    <a:pt x="2978" y="1906"/>
                    <a:pt x="3391" y="1906"/>
                  </a:cubicBezTo>
                  <a:cubicBezTo>
                    <a:pt x="3420" y="1906"/>
                    <a:pt x="3441" y="1900"/>
                    <a:pt x="3451" y="1885"/>
                  </a:cubicBezTo>
                  <a:cubicBezTo>
                    <a:pt x="3615" y="1669"/>
                    <a:pt x="3507" y="1"/>
                    <a:pt x="3507" y="1"/>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2624;p27"/>
            <p:cNvSpPr/>
            <p:nvPr/>
          </p:nvSpPr>
          <p:spPr>
            <a:xfrm>
              <a:off x="2669210" y="1217612"/>
              <a:ext cx="137970" cy="108884"/>
            </a:xfrm>
            <a:custGeom>
              <a:avLst/>
              <a:gdLst/>
              <a:ahLst/>
              <a:cxnLst/>
              <a:rect l="l" t="t" r="r" b="b"/>
              <a:pathLst>
                <a:path w="2542" h="2006" extrusionOk="0">
                  <a:moveTo>
                    <a:pt x="94" y="0"/>
                  </a:moveTo>
                  <a:cubicBezTo>
                    <a:pt x="27" y="0"/>
                    <a:pt x="1" y="20"/>
                    <a:pt x="31" y="65"/>
                  </a:cubicBezTo>
                  <a:cubicBezTo>
                    <a:pt x="244" y="385"/>
                    <a:pt x="1090" y="2006"/>
                    <a:pt x="1372" y="2006"/>
                  </a:cubicBezTo>
                  <a:cubicBezTo>
                    <a:pt x="1375" y="2006"/>
                    <a:pt x="1378" y="2005"/>
                    <a:pt x="1382" y="2005"/>
                  </a:cubicBezTo>
                  <a:cubicBezTo>
                    <a:pt x="1650" y="1968"/>
                    <a:pt x="2541" y="1225"/>
                    <a:pt x="2483" y="740"/>
                  </a:cubicBezTo>
                  <a:cubicBezTo>
                    <a:pt x="2483" y="740"/>
                    <a:pt x="507" y="0"/>
                    <a:pt x="94" y="0"/>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2625;p27"/>
            <p:cNvSpPr/>
            <p:nvPr/>
          </p:nvSpPr>
          <p:spPr>
            <a:xfrm>
              <a:off x="1741155" y="1365348"/>
              <a:ext cx="154904" cy="118546"/>
            </a:xfrm>
            <a:custGeom>
              <a:avLst/>
              <a:gdLst/>
              <a:ahLst/>
              <a:cxnLst/>
              <a:rect l="l" t="t" r="r" b="b"/>
              <a:pathLst>
                <a:path w="2854" h="2184" extrusionOk="0">
                  <a:moveTo>
                    <a:pt x="337" y="0"/>
                  </a:moveTo>
                  <a:cubicBezTo>
                    <a:pt x="337" y="127"/>
                    <a:pt x="0" y="1678"/>
                    <a:pt x="0" y="1848"/>
                  </a:cubicBezTo>
                  <a:cubicBezTo>
                    <a:pt x="0" y="2014"/>
                    <a:pt x="2014" y="2184"/>
                    <a:pt x="2434" y="2184"/>
                  </a:cubicBezTo>
                  <a:cubicBezTo>
                    <a:pt x="2853" y="2184"/>
                    <a:pt x="337" y="0"/>
                    <a:pt x="337" y="0"/>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6" name="Google Shape;2626;p27"/>
            <p:cNvSpPr/>
            <p:nvPr/>
          </p:nvSpPr>
          <p:spPr>
            <a:xfrm>
              <a:off x="1699960" y="1498061"/>
              <a:ext cx="164131" cy="93795"/>
            </a:xfrm>
            <a:custGeom>
              <a:avLst/>
              <a:gdLst/>
              <a:ahLst/>
              <a:cxnLst/>
              <a:rect l="l" t="t" r="r" b="b"/>
              <a:pathLst>
                <a:path w="3024" h="1728" extrusionOk="0">
                  <a:moveTo>
                    <a:pt x="670" y="1"/>
                  </a:moveTo>
                  <a:cubicBezTo>
                    <a:pt x="713" y="380"/>
                    <a:pt x="1" y="1429"/>
                    <a:pt x="1" y="1682"/>
                  </a:cubicBezTo>
                  <a:cubicBezTo>
                    <a:pt x="1" y="1713"/>
                    <a:pt x="47" y="1727"/>
                    <a:pt x="129" y="1727"/>
                  </a:cubicBezTo>
                  <a:cubicBezTo>
                    <a:pt x="705" y="1727"/>
                    <a:pt x="3023" y="1037"/>
                    <a:pt x="3023" y="926"/>
                  </a:cubicBezTo>
                  <a:cubicBezTo>
                    <a:pt x="3023" y="800"/>
                    <a:pt x="670" y="1"/>
                    <a:pt x="670" y="1"/>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7" name="Google Shape;2627;p27"/>
            <p:cNvSpPr/>
            <p:nvPr/>
          </p:nvSpPr>
          <p:spPr>
            <a:xfrm>
              <a:off x="2816091" y="1349444"/>
              <a:ext cx="93897" cy="116700"/>
            </a:xfrm>
            <a:custGeom>
              <a:avLst/>
              <a:gdLst/>
              <a:ahLst/>
              <a:cxnLst/>
              <a:rect l="l" t="t" r="r" b="b"/>
              <a:pathLst>
                <a:path w="1730" h="2150" extrusionOk="0">
                  <a:moveTo>
                    <a:pt x="269" y="0"/>
                  </a:moveTo>
                  <a:cubicBezTo>
                    <a:pt x="1" y="0"/>
                    <a:pt x="471" y="2150"/>
                    <a:pt x="471" y="2150"/>
                  </a:cubicBezTo>
                  <a:cubicBezTo>
                    <a:pt x="471" y="2150"/>
                    <a:pt x="1480" y="1601"/>
                    <a:pt x="1603" y="1434"/>
                  </a:cubicBezTo>
                  <a:cubicBezTo>
                    <a:pt x="1730" y="1268"/>
                    <a:pt x="638" y="176"/>
                    <a:pt x="302" y="9"/>
                  </a:cubicBezTo>
                  <a:cubicBezTo>
                    <a:pt x="290" y="3"/>
                    <a:pt x="279" y="0"/>
                    <a:pt x="269" y="0"/>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8" name="Google Shape;2628;p27"/>
            <p:cNvSpPr/>
            <p:nvPr/>
          </p:nvSpPr>
          <p:spPr>
            <a:xfrm>
              <a:off x="2872267" y="1270197"/>
              <a:ext cx="112894" cy="123160"/>
            </a:xfrm>
            <a:custGeom>
              <a:avLst/>
              <a:gdLst/>
              <a:ahLst/>
              <a:cxnLst/>
              <a:rect l="l" t="t" r="r" b="b"/>
              <a:pathLst>
                <a:path w="2080" h="2269" extrusionOk="0">
                  <a:moveTo>
                    <a:pt x="226" y="1"/>
                  </a:moveTo>
                  <a:cubicBezTo>
                    <a:pt x="0" y="1"/>
                    <a:pt x="1114" y="2268"/>
                    <a:pt x="1114" y="2268"/>
                  </a:cubicBezTo>
                  <a:cubicBezTo>
                    <a:pt x="1114" y="2268"/>
                    <a:pt x="1996" y="1722"/>
                    <a:pt x="2036" y="1469"/>
                  </a:cubicBezTo>
                  <a:cubicBezTo>
                    <a:pt x="2080" y="1220"/>
                    <a:pt x="485" y="41"/>
                    <a:pt x="232" y="1"/>
                  </a:cubicBezTo>
                  <a:cubicBezTo>
                    <a:pt x="230" y="1"/>
                    <a:pt x="228" y="1"/>
                    <a:pt x="226" y="1"/>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9" name="Google Shape;2629;p27"/>
            <p:cNvSpPr/>
            <p:nvPr/>
          </p:nvSpPr>
          <p:spPr>
            <a:xfrm>
              <a:off x="2927737" y="1240560"/>
              <a:ext cx="107466" cy="82124"/>
            </a:xfrm>
            <a:custGeom>
              <a:avLst/>
              <a:gdLst/>
              <a:ahLst/>
              <a:cxnLst/>
              <a:rect l="l" t="t" r="r" b="b"/>
              <a:pathLst>
                <a:path w="1980" h="1513" extrusionOk="0">
                  <a:moveTo>
                    <a:pt x="331" y="0"/>
                  </a:moveTo>
                  <a:cubicBezTo>
                    <a:pt x="0" y="0"/>
                    <a:pt x="1224" y="1513"/>
                    <a:pt x="1224" y="1513"/>
                  </a:cubicBezTo>
                  <a:cubicBezTo>
                    <a:pt x="1224" y="1513"/>
                    <a:pt x="1980" y="883"/>
                    <a:pt x="1980" y="714"/>
                  </a:cubicBezTo>
                  <a:cubicBezTo>
                    <a:pt x="1980" y="547"/>
                    <a:pt x="721" y="45"/>
                    <a:pt x="345" y="1"/>
                  </a:cubicBezTo>
                  <a:cubicBezTo>
                    <a:pt x="340" y="1"/>
                    <a:pt x="335" y="0"/>
                    <a:pt x="331" y="0"/>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27"/>
            <p:cNvSpPr/>
            <p:nvPr/>
          </p:nvSpPr>
          <p:spPr>
            <a:xfrm>
              <a:off x="2854030" y="927803"/>
              <a:ext cx="98240" cy="149539"/>
            </a:xfrm>
            <a:custGeom>
              <a:avLst/>
              <a:gdLst/>
              <a:ahLst/>
              <a:cxnLst/>
              <a:rect l="l" t="t" r="r" b="b"/>
              <a:pathLst>
                <a:path w="1810" h="2755" extrusionOk="0">
                  <a:moveTo>
                    <a:pt x="1158" y="0"/>
                  </a:moveTo>
                  <a:cubicBezTo>
                    <a:pt x="1155" y="0"/>
                    <a:pt x="1153" y="1"/>
                    <a:pt x="1151" y="2"/>
                  </a:cubicBezTo>
                  <a:cubicBezTo>
                    <a:pt x="220" y="523"/>
                    <a:pt x="1" y="1072"/>
                    <a:pt x="1" y="1072"/>
                  </a:cubicBezTo>
                  <a:cubicBezTo>
                    <a:pt x="1" y="1072"/>
                    <a:pt x="1428" y="2754"/>
                    <a:pt x="1652" y="2754"/>
                  </a:cubicBezTo>
                  <a:cubicBezTo>
                    <a:pt x="1661" y="2754"/>
                    <a:pt x="1667" y="2752"/>
                    <a:pt x="1672" y="2747"/>
                  </a:cubicBezTo>
                  <a:cubicBezTo>
                    <a:pt x="1809" y="2610"/>
                    <a:pt x="1311" y="0"/>
                    <a:pt x="1158" y="0"/>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27"/>
            <p:cNvSpPr/>
            <p:nvPr/>
          </p:nvSpPr>
          <p:spPr>
            <a:xfrm>
              <a:off x="2934413" y="872601"/>
              <a:ext cx="101333" cy="163706"/>
            </a:xfrm>
            <a:custGeom>
              <a:avLst/>
              <a:gdLst/>
              <a:ahLst/>
              <a:cxnLst/>
              <a:rect l="l" t="t" r="r" b="b"/>
              <a:pathLst>
                <a:path w="1867" h="3016" extrusionOk="0">
                  <a:moveTo>
                    <a:pt x="1121" y="0"/>
                  </a:moveTo>
                  <a:cubicBezTo>
                    <a:pt x="1011" y="0"/>
                    <a:pt x="0" y="880"/>
                    <a:pt x="0" y="880"/>
                  </a:cubicBezTo>
                  <a:cubicBezTo>
                    <a:pt x="0" y="880"/>
                    <a:pt x="1571" y="3015"/>
                    <a:pt x="1790" y="3015"/>
                  </a:cubicBezTo>
                  <a:cubicBezTo>
                    <a:pt x="1802" y="3015"/>
                    <a:pt x="1811" y="3008"/>
                    <a:pt x="1814" y="2993"/>
                  </a:cubicBezTo>
                  <a:cubicBezTo>
                    <a:pt x="1866" y="2718"/>
                    <a:pt x="1209" y="29"/>
                    <a:pt x="1126" y="1"/>
                  </a:cubicBezTo>
                  <a:cubicBezTo>
                    <a:pt x="1125" y="1"/>
                    <a:pt x="1123" y="0"/>
                    <a:pt x="1121" y="0"/>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27"/>
            <p:cNvSpPr/>
            <p:nvPr/>
          </p:nvSpPr>
          <p:spPr>
            <a:xfrm>
              <a:off x="2713806" y="1096933"/>
              <a:ext cx="423353" cy="404489"/>
            </a:xfrm>
            <a:custGeom>
              <a:avLst/>
              <a:gdLst/>
              <a:ahLst/>
              <a:cxnLst/>
              <a:rect l="l" t="t" r="r" b="b"/>
              <a:pathLst>
                <a:path w="7800" h="7452" extrusionOk="0">
                  <a:moveTo>
                    <a:pt x="7131" y="1"/>
                  </a:moveTo>
                  <a:cubicBezTo>
                    <a:pt x="6758" y="1"/>
                    <a:pt x="6107" y="123"/>
                    <a:pt x="4950" y="506"/>
                  </a:cubicBezTo>
                  <a:cubicBezTo>
                    <a:pt x="3796" y="888"/>
                    <a:pt x="2677" y="1357"/>
                    <a:pt x="2667" y="1363"/>
                  </a:cubicBezTo>
                  <a:cubicBezTo>
                    <a:pt x="2578" y="1398"/>
                    <a:pt x="2617" y="1519"/>
                    <a:pt x="2694" y="1519"/>
                  </a:cubicBezTo>
                  <a:cubicBezTo>
                    <a:pt x="2705" y="1519"/>
                    <a:pt x="2717" y="1517"/>
                    <a:pt x="2729" y="1511"/>
                  </a:cubicBezTo>
                  <a:cubicBezTo>
                    <a:pt x="5143" y="500"/>
                    <a:pt x="6540" y="174"/>
                    <a:pt x="7141" y="174"/>
                  </a:cubicBezTo>
                  <a:cubicBezTo>
                    <a:pt x="7337" y="174"/>
                    <a:pt x="7448" y="208"/>
                    <a:pt x="7482" y="265"/>
                  </a:cubicBezTo>
                  <a:cubicBezTo>
                    <a:pt x="7571" y="416"/>
                    <a:pt x="7183" y="1400"/>
                    <a:pt x="6242" y="2788"/>
                  </a:cubicBezTo>
                  <a:cubicBezTo>
                    <a:pt x="4730" y="5018"/>
                    <a:pt x="2474" y="7291"/>
                    <a:pt x="510" y="7291"/>
                  </a:cubicBezTo>
                  <a:cubicBezTo>
                    <a:pt x="380" y="7291"/>
                    <a:pt x="250" y="7281"/>
                    <a:pt x="123" y="7260"/>
                  </a:cubicBezTo>
                  <a:cubicBezTo>
                    <a:pt x="119" y="7260"/>
                    <a:pt x="115" y="7260"/>
                    <a:pt x="111" y="7260"/>
                  </a:cubicBezTo>
                  <a:cubicBezTo>
                    <a:pt x="19" y="7260"/>
                    <a:pt x="0" y="7397"/>
                    <a:pt x="98" y="7418"/>
                  </a:cubicBezTo>
                  <a:cubicBezTo>
                    <a:pt x="234" y="7439"/>
                    <a:pt x="370" y="7452"/>
                    <a:pt x="508" y="7452"/>
                  </a:cubicBezTo>
                  <a:cubicBezTo>
                    <a:pt x="2538" y="7452"/>
                    <a:pt x="4839" y="5145"/>
                    <a:pt x="6378" y="2878"/>
                  </a:cubicBezTo>
                  <a:cubicBezTo>
                    <a:pt x="7130" y="1764"/>
                    <a:pt x="7800" y="481"/>
                    <a:pt x="7621" y="182"/>
                  </a:cubicBezTo>
                  <a:cubicBezTo>
                    <a:pt x="7565" y="90"/>
                    <a:pt x="7449" y="1"/>
                    <a:pt x="71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27"/>
            <p:cNvSpPr/>
            <p:nvPr/>
          </p:nvSpPr>
          <p:spPr>
            <a:xfrm>
              <a:off x="1874211" y="1482804"/>
              <a:ext cx="430843" cy="490684"/>
            </a:xfrm>
            <a:custGeom>
              <a:avLst/>
              <a:gdLst/>
              <a:ahLst/>
              <a:cxnLst/>
              <a:rect l="l" t="t" r="r" b="b"/>
              <a:pathLst>
                <a:path w="7938" h="9040" extrusionOk="0">
                  <a:moveTo>
                    <a:pt x="4411" y="0"/>
                  </a:moveTo>
                  <a:lnTo>
                    <a:pt x="1" y="2875"/>
                  </a:lnTo>
                  <a:cubicBezTo>
                    <a:pt x="1875" y="6536"/>
                    <a:pt x="5837" y="9040"/>
                    <a:pt x="7244" y="9040"/>
                  </a:cubicBezTo>
                  <a:cubicBezTo>
                    <a:pt x="7768" y="9040"/>
                    <a:pt x="7937" y="8693"/>
                    <a:pt x="7514" y="7930"/>
                  </a:cubicBezTo>
                  <a:cubicBezTo>
                    <a:pt x="6253" y="5648"/>
                    <a:pt x="4411" y="0"/>
                    <a:pt x="4411" y="0"/>
                  </a:cubicBezTo>
                  <a:close/>
                </a:path>
              </a:pathLst>
            </a:custGeom>
            <a:solidFill>
              <a:srgbClr val="D07F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4" name="Google Shape;2634;p27"/>
            <p:cNvSpPr/>
            <p:nvPr/>
          </p:nvSpPr>
          <p:spPr>
            <a:xfrm>
              <a:off x="2177776" y="1897878"/>
              <a:ext cx="70505" cy="69477"/>
            </a:xfrm>
            <a:custGeom>
              <a:avLst/>
              <a:gdLst/>
              <a:ahLst/>
              <a:cxnLst/>
              <a:rect l="l" t="t" r="r" b="b"/>
              <a:pathLst>
                <a:path w="1299" h="1280" extrusionOk="0">
                  <a:moveTo>
                    <a:pt x="121" y="0"/>
                  </a:moveTo>
                  <a:cubicBezTo>
                    <a:pt x="46" y="0"/>
                    <a:pt x="1" y="118"/>
                    <a:pt x="89" y="156"/>
                  </a:cubicBezTo>
                  <a:cubicBezTo>
                    <a:pt x="98" y="163"/>
                    <a:pt x="1061" y="693"/>
                    <a:pt x="1135" y="1211"/>
                  </a:cubicBezTo>
                  <a:cubicBezTo>
                    <a:pt x="1138" y="1248"/>
                    <a:pt x="1175" y="1279"/>
                    <a:pt x="1215" y="1279"/>
                  </a:cubicBezTo>
                  <a:lnTo>
                    <a:pt x="1224" y="1279"/>
                  </a:lnTo>
                  <a:cubicBezTo>
                    <a:pt x="1267" y="1273"/>
                    <a:pt x="1298" y="1233"/>
                    <a:pt x="1292" y="1187"/>
                  </a:cubicBezTo>
                  <a:cubicBezTo>
                    <a:pt x="1209" y="594"/>
                    <a:pt x="209" y="39"/>
                    <a:pt x="166" y="15"/>
                  </a:cubicBezTo>
                  <a:cubicBezTo>
                    <a:pt x="150" y="5"/>
                    <a:pt x="135" y="0"/>
                    <a:pt x="1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27"/>
            <p:cNvSpPr/>
            <p:nvPr/>
          </p:nvSpPr>
          <p:spPr>
            <a:xfrm>
              <a:off x="2218158" y="1893752"/>
              <a:ext cx="58889" cy="76588"/>
            </a:xfrm>
            <a:custGeom>
              <a:avLst/>
              <a:gdLst/>
              <a:ahLst/>
              <a:cxnLst/>
              <a:rect l="l" t="t" r="r" b="b"/>
              <a:pathLst>
                <a:path w="1085" h="1411" extrusionOk="0">
                  <a:moveTo>
                    <a:pt x="117" y="0"/>
                  </a:moveTo>
                  <a:cubicBezTo>
                    <a:pt x="43" y="0"/>
                    <a:pt x="1" y="109"/>
                    <a:pt x="79" y="152"/>
                  </a:cubicBezTo>
                  <a:cubicBezTo>
                    <a:pt x="85" y="155"/>
                    <a:pt x="687" y="467"/>
                    <a:pt x="918" y="1352"/>
                  </a:cubicBezTo>
                  <a:cubicBezTo>
                    <a:pt x="927" y="1386"/>
                    <a:pt x="958" y="1411"/>
                    <a:pt x="995" y="1411"/>
                  </a:cubicBezTo>
                  <a:cubicBezTo>
                    <a:pt x="1001" y="1411"/>
                    <a:pt x="1008" y="1411"/>
                    <a:pt x="1017" y="1408"/>
                  </a:cubicBezTo>
                  <a:cubicBezTo>
                    <a:pt x="1060" y="1398"/>
                    <a:pt x="1085" y="1352"/>
                    <a:pt x="1072" y="1309"/>
                  </a:cubicBezTo>
                  <a:cubicBezTo>
                    <a:pt x="826" y="350"/>
                    <a:pt x="178" y="23"/>
                    <a:pt x="150" y="7"/>
                  </a:cubicBezTo>
                  <a:cubicBezTo>
                    <a:pt x="138" y="2"/>
                    <a:pt x="127" y="0"/>
                    <a:pt x="1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27"/>
            <p:cNvSpPr/>
            <p:nvPr/>
          </p:nvSpPr>
          <p:spPr>
            <a:xfrm>
              <a:off x="1923305" y="1686579"/>
              <a:ext cx="111700" cy="116483"/>
            </a:xfrm>
            <a:custGeom>
              <a:avLst/>
              <a:gdLst/>
              <a:ahLst/>
              <a:cxnLst/>
              <a:rect l="l" t="t" r="r" b="b"/>
              <a:pathLst>
                <a:path w="2058" h="2146" extrusionOk="0">
                  <a:moveTo>
                    <a:pt x="1919" y="0"/>
                  </a:moveTo>
                  <a:cubicBezTo>
                    <a:pt x="1721" y="0"/>
                    <a:pt x="0" y="800"/>
                    <a:pt x="0" y="800"/>
                  </a:cubicBezTo>
                  <a:cubicBezTo>
                    <a:pt x="0" y="927"/>
                    <a:pt x="876" y="2145"/>
                    <a:pt x="1006" y="2145"/>
                  </a:cubicBezTo>
                  <a:cubicBezTo>
                    <a:pt x="1132" y="2145"/>
                    <a:pt x="2057" y="45"/>
                    <a:pt x="1931" y="2"/>
                  </a:cubicBezTo>
                  <a:cubicBezTo>
                    <a:pt x="1928" y="1"/>
                    <a:pt x="1924" y="0"/>
                    <a:pt x="1919" y="0"/>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7" name="Google Shape;2637;p27"/>
            <p:cNvSpPr/>
            <p:nvPr/>
          </p:nvSpPr>
          <p:spPr>
            <a:xfrm>
              <a:off x="1998423" y="1737005"/>
              <a:ext cx="82120" cy="145740"/>
            </a:xfrm>
            <a:custGeom>
              <a:avLst/>
              <a:gdLst/>
              <a:ahLst/>
              <a:cxnLst/>
              <a:rect l="l" t="t" r="r" b="b"/>
              <a:pathLst>
                <a:path w="1513" h="2685" extrusionOk="0">
                  <a:moveTo>
                    <a:pt x="1332" y="0"/>
                  </a:moveTo>
                  <a:cubicBezTo>
                    <a:pt x="1058" y="0"/>
                    <a:pt x="1" y="1552"/>
                    <a:pt x="1" y="1552"/>
                  </a:cubicBezTo>
                  <a:lnTo>
                    <a:pt x="1176" y="2684"/>
                  </a:lnTo>
                  <a:cubicBezTo>
                    <a:pt x="1176" y="2684"/>
                    <a:pt x="1512" y="377"/>
                    <a:pt x="1386" y="41"/>
                  </a:cubicBezTo>
                  <a:cubicBezTo>
                    <a:pt x="1375" y="13"/>
                    <a:pt x="1357" y="0"/>
                    <a:pt x="1332" y="0"/>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8" name="Google Shape;2638;p27"/>
            <p:cNvSpPr/>
            <p:nvPr/>
          </p:nvSpPr>
          <p:spPr>
            <a:xfrm>
              <a:off x="1868566" y="1535075"/>
              <a:ext cx="434262" cy="442810"/>
            </a:xfrm>
            <a:custGeom>
              <a:avLst/>
              <a:gdLst/>
              <a:ahLst/>
              <a:cxnLst/>
              <a:rect l="l" t="t" r="r" b="b"/>
              <a:pathLst>
                <a:path w="8001" h="8158" extrusionOk="0">
                  <a:moveTo>
                    <a:pt x="4930" y="1"/>
                  </a:moveTo>
                  <a:cubicBezTo>
                    <a:pt x="4883" y="1"/>
                    <a:pt x="4835" y="41"/>
                    <a:pt x="4848" y="101"/>
                  </a:cubicBezTo>
                  <a:cubicBezTo>
                    <a:pt x="4864" y="148"/>
                    <a:pt x="6295" y="4743"/>
                    <a:pt x="7547" y="7007"/>
                  </a:cubicBezTo>
                  <a:cubicBezTo>
                    <a:pt x="7822" y="7501"/>
                    <a:pt x="7800" y="7738"/>
                    <a:pt x="7732" y="7849"/>
                  </a:cubicBezTo>
                  <a:cubicBezTo>
                    <a:pt x="7660" y="7969"/>
                    <a:pt x="7492" y="7998"/>
                    <a:pt x="7346" y="7998"/>
                  </a:cubicBezTo>
                  <a:cubicBezTo>
                    <a:pt x="7331" y="7998"/>
                    <a:pt x="7315" y="7998"/>
                    <a:pt x="7300" y="7997"/>
                  </a:cubicBezTo>
                  <a:cubicBezTo>
                    <a:pt x="5903" y="7942"/>
                    <a:pt x="2039" y="5514"/>
                    <a:pt x="176" y="1875"/>
                  </a:cubicBezTo>
                  <a:cubicBezTo>
                    <a:pt x="160" y="1843"/>
                    <a:pt x="133" y="1830"/>
                    <a:pt x="107" y="1830"/>
                  </a:cubicBezTo>
                  <a:cubicBezTo>
                    <a:pt x="54" y="1830"/>
                    <a:pt x="1" y="1885"/>
                    <a:pt x="34" y="1949"/>
                  </a:cubicBezTo>
                  <a:cubicBezTo>
                    <a:pt x="1921" y="5638"/>
                    <a:pt x="5863" y="8102"/>
                    <a:pt x="7294" y="8157"/>
                  </a:cubicBezTo>
                  <a:lnTo>
                    <a:pt x="7347" y="8157"/>
                  </a:lnTo>
                  <a:cubicBezTo>
                    <a:pt x="7603" y="8157"/>
                    <a:pt x="7779" y="8083"/>
                    <a:pt x="7868" y="7932"/>
                  </a:cubicBezTo>
                  <a:cubicBezTo>
                    <a:pt x="8001" y="7720"/>
                    <a:pt x="7939" y="7383"/>
                    <a:pt x="7689" y="6927"/>
                  </a:cubicBezTo>
                  <a:cubicBezTo>
                    <a:pt x="6446" y="4681"/>
                    <a:pt x="5018" y="98"/>
                    <a:pt x="5003" y="52"/>
                  </a:cubicBezTo>
                  <a:cubicBezTo>
                    <a:pt x="4988" y="16"/>
                    <a:pt x="4959" y="1"/>
                    <a:pt x="49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9" name="Google Shape;2639;p27"/>
            <p:cNvSpPr/>
            <p:nvPr/>
          </p:nvSpPr>
          <p:spPr>
            <a:xfrm>
              <a:off x="2966219" y="1534862"/>
              <a:ext cx="115879" cy="81636"/>
            </a:xfrm>
            <a:custGeom>
              <a:avLst/>
              <a:gdLst/>
              <a:ahLst/>
              <a:cxnLst/>
              <a:rect l="l" t="t" r="r" b="b"/>
              <a:pathLst>
                <a:path w="2135" h="1504" extrusionOk="0">
                  <a:moveTo>
                    <a:pt x="216" y="0"/>
                  </a:moveTo>
                  <a:cubicBezTo>
                    <a:pt x="203" y="0"/>
                    <a:pt x="193" y="1"/>
                    <a:pt x="185" y="2"/>
                  </a:cubicBezTo>
                  <a:cubicBezTo>
                    <a:pt x="0" y="20"/>
                    <a:pt x="1545" y="1504"/>
                    <a:pt x="1545" y="1504"/>
                  </a:cubicBezTo>
                  <a:cubicBezTo>
                    <a:pt x="1687" y="1402"/>
                    <a:pt x="2134" y="427"/>
                    <a:pt x="2094" y="325"/>
                  </a:cubicBezTo>
                  <a:cubicBezTo>
                    <a:pt x="2056" y="228"/>
                    <a:pt x="506" y="0"/>
                    <a:pt x="216" y="0"/>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0" name="Google Shape;2640;p27"/>
            <p:cNvSpPr/>
            <p:nvPr/>
          </p:nvSpPr>
          <p:spPr>
            <a:xfrm>
              <a:off x="2958512" y="1446550"/>
              <a:ext cx="156749" cy="76208"/>
            </a:xfrm>
            <a:custGeom>
              <a:avLst/>
              <a:gdLst/>
              <a:ahLst/>
              <a:cxnLst/>
              <a:rect l="l" t="t" r="r" b="b"/>
              <a:pathLst>
                <a:path w="2888" h="1404" extrusionOk="0">
                  <a:moveTo>
                    <a:pt x="2513" y="1"/>
                  </a:moveTo>
                  <a:cubicBezTo>
                    <a:pt x="1882" y="1"/>
                    <a:pt x="605" y="107"/>
                    <a:pt x="346" y="123"/>
                  </a:cubicBezTo>
                  <a:cubicBezTo>
                    <a:pt x="0" y="145"/>
                    <a:pt x="2440" y="1403"/>
                    <a:pt x="2440" y="1403"/>
                  </a:cubicBezTo>
                  <a:cubicBezTo>
                    <a:pt x="2458" y="1283"/>
                    <a:pt x="2887" y="163"/>
                    <a:pt x="2866" y="43"/>
                  </a:cubicBezTo>
                  <a:cubicBezTo>
                    <a:pt x="2860" y="12"/>
                    <a:pt x="2722" y="1"/>
                    <a:pt x="2513" y="1"/>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27"/>
            <p:cNvSpPr/>
            <p:nvPr/>
          </p:nvSpPr>
          <p:spPr>
            <a:xfrm>
              <a:off x="3005895" y="1357749"/>
              <a:ext cx="132433" cy="73440"/>
            </a:xfrm>
            <a:custGeom>
              <a:avLst/>
              <a:gdLst/>
              <a:ahLst/>
              <a:cxnLst/>
              <a:rect l="l" t="t" r="r" b="b"/>
              <a:pathLst>
                <a:path w="2440" h="1353" extrusionOk="0">
                  <a:moveTo>
                    <a:pt x="2350" y="1"/>
                  </a:moveTo>
                  <a:cubicBezTo>
                    <a:pt x="1995" y="1"/>
                    <a:pt x="386" y="282"/>
                    <a:pt x="204" y="338"/>
                  </a:cubicBezTo>
                  <a:cubicBezTo>
                    <a:pt x="0" y="399"/>
                    <a:pt x="2156" y="1352"/>
                    <a:pt x="2156" y="1352"/>
                  </a:cubicBezTo>
                  <a:cubicBezTo>
                    <a:pt x="2258" y="1149"/>
                    <a:pt x="2440" y="94"/>
                    <a:pt x="2418" y="14"/>
                  </a:cubicBezTo>
                  <a:cubicBezTo>
                    <a:pt x="2416" y="5"/>
                    <a:pt x="2392" y="1"/>
                    <a:pt x="2350" y="1"/>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27"/>
            <p:cNvSpPr/>
            <p:nvPr/>
          </p:nvSpPr>
          <p:spPr>
            <a:xfrm>
              <a:off x="2073078" y="1126515"/>
              <a:ext cx="559043" cy="377349"/>
            </a:xfrm>
            <a:custGeom>
              <a:avLst/>
              <a:gdLst/>
              <a:ahLst/>
              <a:cxnLst/>
              <a:rect l="l" t="t" r="r" b="b"/>
              <a:pathLst>
                <a:path w="10300" h="6952" extrusionOk="0">
                  <a:moveTo>
                    <a:pt x="4504" y="1"/>
                  </a:moveTo>
                  <a:cubicBezTo>
                    <a:pt x="4372" y="1"/>
                    <a:pt x="4228" y="13"/>
                    <a:pt x="4072" y="41"/>
                  </a:cubicBezTo>
                  <a:cubicBezTo>
                    <a:pt x="2518" y="316"/>
                    <a:pt x="3221" y="2589"/>
                    <a:pt x="1845" y="2749"/>
                  </a:cubicBezTo>
                  <a:cubicBezTo>
                    <a:pt x="473" y="2912"/>
                    <a:pt x="1" y="6577"/>
                    <a:pt x="1" y="6577"/>
                  </a:cubicBezTo>
                  <a:cubicBezTo>
                    <a:pt x="950" y="6844"/>
                    <a:pt x="1919" y="6951"/>
                    <a:pt x="2864" y="6951"/>
                  </a:cubicBezTo>
                  <a:cubicBezTo>
                    <a:pt x="6787" y="6951"/>
                    <a:pt x="10299" y="5096"/>
                    <a:pt x="10299" y="5093"/>
                  </a:cubicBezTo>
                  <a:cubicBezTo>
                    <a:pt x="9774" y="2758"/>
                    <a:pt x="8861" y="1720"/>
                    <a:pt x="7627" y="1720"/>
                  </a:cubicBezTo>
                  <a:cubicBezTo>
                    <a:pt x="7536" y="1720"/>
                    <a:pt x="7443" y="1726"/>
                    <a:pt x="7348" y="1737"/>
                  </a:cubicBezTo>
                  <a:cubicBezTo>
                    <a:pt x="7299" y="1743"/>
                    <a:pt x="7252" y="1746"/>
                    <a:pt x="7207" y="1746"/>
                  </a:cubicBezTo>
                  <a:cubicBezTo>
                    <a:pt x="6077" y="1746"/>
                    <a:pt x="6055" y="1"/>
                    <a:pt x="450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27"/>
            <p:cNvSpPr/>
            <p:nvPr/>
          </p:nvSpPr>
          <p:spPr>
            <a:xfrm>
              <a:off x="2026998" y="1237625"/>
              <a:ext cx="153113" cy="85001"/>
            </a:xfrm>
            <a:custGeom>
              <a:avLst/>
              <a:gdLst/>
              <a:ahLst/>
              <a:cxnLst/>
              <a:rect l="l" t="t" r="r" b="b"/>
              <a:pathLst>
                <a:path w="2821" h="1566" extrusionOk="0">
                  <a:moveTo>
                    <a:pt x="119" y="1"/>
                  </a:moveTo>
                  <a:cubicBezTo>
                    <a:pt x="45" y="1"/>
                    <a:pt x="0" y="111"/>
                    <a:pt x="82" y="153"/>
                  </a:cubicBezTo>
                  <a:lnTo>
                    <a:pt x="2670" y="1556"/>
                  </a:lnTo>
                  <a:cubicBezTo>
                    <a:pt x="2682" y="1563"/>
                    <a:pt x="2694" y="1566"/>
                    <a:pt x="2710" y="1566"/>
                  </a:cubicBezTo>
                  <a:cubicBezTo>
                    <a:pt x="2793" y="1566"/>
                    <a:pt x="2821" y="1455"/>
                    <a:pt x="2747" y="1414"/>
                  </a:cubicBezTo>
                  <a:lnTo>
                    <a:pt x="159" y="11"/>
                  </a:lnTo>
                  <a:cubicBezTo>
                    <a:pt x="145" y="4"/>
                    <a:pt x="132" y="1"/>
                    <a:pt x="11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27"/>
            <p:cNvSpPr/>
            <p:nvPr/>
          </p:nvSpPr>
          <p:spPr>
            <a:xfrm>
              <a:off x="1939668" y="1287508"/>
              <a:ext cx="231596" cy="58567"/>
            </a:xfrm>
            <a:custGeom>
              <a:avLst/>
              <a:gdLst/>
              <a:ahLst/>
              <a:cxnLst/>
              <a:rect l="l" t="t" r="r" b="b"/>
              <a:pathLst>
                <a:path w="4267" h="1079" extrusionOk="0">
                  <a:moveTo>
                    <a:pt x="113" y="0"/>
                  </a:moveTo>
                  <a:cubicBezTo>
                    <a:pt x="25" y="0"/>
                    <a:pt x="0" y="133"/>
                    <a:pt x="93" y="159"/>
                  </a:cubicBezTo>
                  <a:lnTo>
                    <a:pt x="4140" y="1078"/>
                  </a:lnTo>
                  <a:lnTo>
                    <a:pt x="4155" y="1078"/>
                  </a:lnTo>
                  <a:cubicBezTo>
                    <a:pt x="4251" y="1078"/>
                    <a:pt x="4266" y="940"/>
                    <a:pt x="4174" y="918"/>
                  </a:cubicBezTo>
                  <a:lnTo>
                    <a:pt x="130" y="2"/>
                  </a:lnTo>
                  <a:cubicBezTo>
                    <a:pt x="124" y="1"/>
                    <a:pt x="119" y="0"/>
                    <a:pt x="1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27"/>
            <p:cNvSpPr/>
            <p:nvPr/>
          </p:nvSpPr>
          <p:spPr>
            <a:xfrm>
              <a:off x="2013157" y="1362087"/>
              <a:ext cx="156586" cy="16121"/>
            </a:xfrm>
            <a:custGeom>
              <a:avLst/>
              <a:gdLst/>
              <a:ahLst/>
              <a:cxnLst/>
              <a:rect l="l" t="t" r="r" b="b"/>
              <a:pathLst>
                <a:path w="2885" h="297" extrusionOk="0">
                  <a:moveTo>
                    <a:pt x="2804" y="0"/>
                  </a:moveTo>
                  <a:cubicBezTo>
                    <a:pt x="2802" y="0"/>
                    <a:pt x="2800" y="0"/>
                    <a:pt x="2798" y="0"/>
                  </a:cubicBezTo>
                  <a:lnTo>
                    <a:pt x="103" y="136"/>
                  </a:lnTo>
                  <a:cubicBezTo>
                    <a:pt x="1" y="145"/>
                    <a:pt x="4" y="294"/>
                    <a:pt x="106" y="297"/>
                  </a:cubicBezTo>
                  <a:lnTo>
                    <a:pt x="112" y="297"/>
                  </a:lnTo>
                  <a:lnTo>
                    <a:pt x="2807" y="164"/>
                  </a:lnTo>
                  <a:cubicBezTo>
                    <a:pt x="2851" y="161"/>
                    <a:pt x="2885" y="121"/>
                    <a:pt x="2885" y="78"/>
                  </a:cubicBezTo>
                  <a:cubicBezTo>
                    <a:pt x="2882" y="33"/>
                    <a:pt x="2848" y="0"/>
                    <a:pt x="28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27"/>
            <p:cNvSpPr/>
            <p:nvPr/>
          </p:nvSpPr>
          <p:spPr>
            <a:xfrm>
              <a:off x="2505495" y="1187634"/>
              <a:ext cx="96394" cy="110078"/>
            </a:xfrm>
            <a:custGeom>
              <a:avLst/>
              <a:gdLst/>
              <a:ahLst/>
              <a:cxnLst/>
              <a:rect l="l" t="t" r="r" b="b"/>
              <a:pathLst>
                <a:path w="1776" h="2028" extrusionOk="0">
                  <a:moveTo>
                    <a:pt x="1657" y="0"/>
                  </a:moveTo>
                  <a:cubicBezTo>
                    <a:pt x="1636" y="0"/>
                    <a:pt x="1613" y="10"/>
                    <a:pt x="1595" y="35"/>
                  </a:cubicBezTo>
                  <a:lnTo>
                    <a:pt x="32" y="1894"/>
                  </a:lnTo>
                  <a:cubicBezTo>
                    <a:pt x="1" y="1928"/>
                    <a:pt x="7" y="1981"/>
                    <a:pt x="41" y="2009"/>
                  </a:cubicBezTo>
                  <a:cubicBezTo>
                    <a:pt x="56" y="2021"/>
                    <a:pt x="75" y="2027"/>
                    <a:pt x="93" y="2027"/>
                  </a:cubicBezTo>
                  <a:cubicBezTo>
                    <a:pt x="118" y="2027"/>
                    <a:pt x="139" y="2018"/>
                    <a:pt x="155" y="1999"/>
                  </a:cubicBezTo>
                  <a:lnTo>
                    <a:pt x="1719" y="139"/>
                  </a:lnTo>
                  <a:cubicBezTo>
                    <a:pt x="1775" y="78"/>
                    <a:pt x="1718" y="0"/>
                    <a:pt x="165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7" name="Google Shape;2647;p27"/>
            <p:cNvSpPr/>
            <p:nvPr/>
          </p:nvSpPr>
          <p:spPr>
            <a:xfrm>
              <a:off x="2513365" y="1205383"/>
              <a:ext cx="161851" cy="114421"/>
            </a:xfrm>
            <a:custGeom>
              <a:avLst/>
              <a:gdLst/>
              <a:ahLst/>
              <a:cxnLst/>
              <a:rect l="l" t="t" r="r" b="b"/>
              <a:pathLst>
                <a:path w="2982" h="2108" extrusionOk="0">
                  <a:moveTo>
                    <a:pt x="2864" y="1"/>
                  </a:moveTo>
                  <a:cubicBezTo>
                    <a:pt x="2848" y="1"/>
                    <a:pt x="2830" y="6"/>
                    <a:pt x="2813" y="19"/>
                  </a:cubicBezTo>
                  <a:lnTo>
                    <a:pt x="62" y="1959"/>
                  </a:lnTo>
                  <a:cubicBezTo>
                    <a:pt x="1" y="2005"/>
                    <a:pt x="31" y="2104"/>
                    <a:pt x="112" y="2107"/>
                  </a:cubicBezTo>
                  <a:cubicBezTo>
                    <a:pt x="127" y="2107"/>
                    <a:pt x="142" y="2101"/>
                    <a:pt x="158" y="2092"/>
                  </a:cubicBezTo>
                  <a:lnTo>
                    <a:pt x="2906" y="149"/>
                  </a:lnTo>
                  <a:cubicBezTo>
                    <a:pt x="2981" y="101"/>
                    <a:pt x="2932" y="1"/>
                    <a:pt x="28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8" name="Google Shape;2648;p27"/>
            <p:cNvSpPr/>
            <p:nvPr/>
          </p:nvSpPr>
          <p:spPr>
            <a:xfrm>
              <a:off x="2532470" y="1313887"/>
              <a:ext cx="147739" cy="23286"/>
            </a:xfrm>
            <a:custGeom>
              <a:avLst/>
              <a:gdLst/>
              <a:ahLst/>
              <a:cxnLst/>
              <a:rect l="l" t="t" r="r" b="b"/>
              <a:pathLst>
                <a:path w="2722" h="429" extrusionOk="0">
                  <a:moveTo>
                    <a:pt x="2613" y="0"/>
                  </a:moveTo>
                  <a:cubicBezTo>
                    <a:pt x="2611" y="0"/>
                    <a:pt x="2609" y="0"/>
                    <a:pt x="2606" y="0"/>
                  </a:cubicBezTo>
                  <a:lnTo>
                    <a:pt x="99" y="269"/>
                  </a:lnTo>
                  <a:cubicBezTo>
                    <a:pt x="0" y="281"/>
                    <a:pt x="9" y="426"/>
                    <a:pt x="108" y="429"/>
                  </a:cubicBezTo>
                  <a:lnTo>
                    <a:pt x="117" y="429"/>
                  </a:lnTo>
                  <a:lnTo>
                    <a:pt x="2625" y="161"/>
                  </a:lnTo>
                  <a:cubicBezTo>
                    <a:pt x="2722" y="142"/>
                    <a:pt x="2709" y="0"/>
                    <a:pt x="26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27"/>
            <p:cNvSpPr/>
            <p:nvPr/>
          </p:nvSpPr>
          <p:spPr>
            <a:xfrm>
              <a:off x="1725766" y="854468"/>
              <a:ext cx="1199445" cy="652002"/>
            </a:xfrm>
            <a:custGeom>
              <a:avLst/>
              <a:gdLst/>
              <a:ahLst/>
              <a:cxnLst/>
              <a:rect l="l" t="t" r="r" b="b"/>
              <a:pathLst>
                <a:path w="22099" h="12012" extrusionOk="0">
                  <a:moveTo>
                    <a:pt x="18763" y="1"/>
                  </a:moveTo>
                  <a:cubicBezTo>
                    <a:pt x="18707" y="1"/>
                    <a:pt x="18652" y="60"/>
                    <a:pt x="18691" y="124"/>
                  </a:cubicBezTo>
                  <a:cubicBezTo>
                    <a:pt x="18725" y="177"/>
                    <a:pt x="21895" y="5506"/>
                    <a:pt x="18931" y="8393"/>
                  </a:cubicBezTo>
                  <a:cubicBezTo>
                    <a:pt x="16651" y="10614"/>
                    <a:pt x="12870" y="11850"/>
                    <a:pt x="9349" y="11850"/>
                  </a:cubicBezTo>
                  <a:cubicBezTo>
                    <a:pt x="7313" y="11850"/>
                    <a:pt x="5365" y="11437"/>
                    <a:pt x="3843" y="10562"/>
                  </a:cubicBezTo>
                  <a:cubicBezTo>
                    <a:pt x="2076" y="9547"/>
                    <a:pt x="182" y="7483"/>
                    <a:pt x="1197" y="3421"/>
                  </a:cubicBezTo>
                  <a:cubicBezTo>
                    <a:pt x="1206" y="3363"/>
                    <a:pt x="1160" y="3326"/>
                    <a:pt x="1115" y="3326"/>
                  </a:cubicBezTo>
                  <a:cubicBezTo>
                    <a:pt x="1083" y="3326"/>
                    <a:pt x="1052" y="3344"/>
                    <a:pt x="1039" y="3384"/>
                  </a:cubicBezTo>
                  <a:cubicBezTo>
                    <a:pt x="0" y="7542"/>
                    <a:pt x="1946" y="9661"/>
                    <a:pt x="3763" y="10703"/>
                  </a:cubicBezTo>
                  <a:cubicBezTo>
                    <a:pt x="5305" y="11592"/>
                    <a:pt x="7279" y="12011"/>
                    <a:pt x="9342" y="12011"/>
                  </a:cubicBezTo>
                  <a:cubicBezTo>
                    <a:pt x="12908" y="12011"/>
                    <a:pt x="16735" y="10756"/>
                    <a:pt x="19042" y="8507"/>
                  </a:cubicBezTo>
                  <a:cubicBezTo>
                    <a:pt x="22099" y="5534"/>
                    <a:pt x="18864" y="97"/>
                    <a:pt x="18830" y="41"/>
                  </a:cubicBezTo>
                  <a:cubicBezTo>
                    <a:pt x="18813" y="13"/>
                    <a:pt x="18788" y="1"/>
                    <a:pt x="187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27"/>
            <p:cNvSpPr/>
            <p:nvPr/>
          </p:nvSpPr>
          <p:spPr>
            <a:xfrm>
              <a:off x="2277482" y="1378642"/>
              <a:ext cx="210157" cy="153719"/>
            </a:xfrm>
            <a:custGeom>
              <a:avLst/>
              <a:gdLst/>
              <a:ahLst/>
              <a:cxnLst/>
              <a:rect l="l" t="t" r="r" b="b"/>
              <a:pathLst>
                <a:path w="3872" h="2832" extrusionOk="0">
                  <a:moveTo>
                    <a:pt x="2570" y="1"/>
                  </a:moveTo>
                  <a:lnTo>
                    <a:pt x="2570" y="1"/>
                  </a:lnTo>
                  <a:cubicBezTo>
                    <a:pt x="2570" y="1"/>
                    <a:pt x="2348" y="759"/>
                    <a:pt x="1760" y="759"/>
                  </a:cubicBezTo>
                  <a:cubicBezTo>
                    <a:pt x="1547" y="759"/>
                    <a:pt x="1286" y="659"/>
                    <a:pt x="969" y="386"/>
                  </a:cubicBezTo>
                  <a:lnTo>
                    <a:pt x="969" y="386"/>
                  </a:lnTo>
                  <a:cubicBezTo>
                    <a:pt x="969" y="387"/>
                    <a:pt x="1" y="2570"/>
                    <a:pt x="1990" y="2817"/>
                  </a:cubicBezTo>
                  <a:cubicBezTo>
                    <a:pt x="2068" y="2827"/>
                    <a:pt x="2141" y="2831"/>
                    <a:pt x="2209" y="2831"/>
                  </a:cubicBezTo>
                  <a:cubicBezTo>
                    <a:pt x="3871" y="2831"/>
                    <a:pt x="2570" y="1"/>
                    <a:pt x="257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1" name="Google Shape;2651;p27"/>
            <p:cNvSpPr/>
            <p:nvPr/>
          </p:nvSpPr>
          <p:spPr>
            <a:xfrm>
              <a:off x="2311295" y="1255103"/>
              <a:ext cx="73544" cy="35879"/>
            </a:xfrm>
            <a:custGeom>
              <a:avLst/>
              <a:gdLst/>
              <a:ahLst/>
              <a:cxnLst/>
              <a:rect l="l" t="t" r="r" b="b"/>
              <a:pathLst>
                <a:path w="1355" h="661" extrusionOk="0">
                  <a:moveTo>
                    <a:pt x="971" y="1"/>
                  </a:moveTo>
                  <a:cubicBezTo>
                    <a:pt x="464" y="1"/>
                    <a:pt x="1" y="334"/>
                    <a:pt x="1" y="334"/>
                  </a:cubicBezTo>
                  <a:cubicBezTo>
                    <a:pt x="1" y="334"/>
                    <a:pt x="723" y="658"/>
                    <a:pt x="815" y="661"/>
                  </a:cubicBezTo>
                  <a:cubicBezTo>
                    <a:pt x="815" y="661"/>
                    <a:pt x="816" y="661"/>
                    <a:pt x="816" y="661"/>
                  </a:cubicBezTo>
                  <a:cubicBezTo>
                    <a:pt x="910" y="661"/>
                    <a:pt x="1355" y="75"/>
                    <a:pt x="1355" y="75"/>
                  </a:cubicBezTo>
                  <a:cubicBezTo>
                    <a:pt x="1228" y="22"/>
                    <a:pt x="1098" y="1"/>
                    <a:pt x="97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2" name="Google Shape;2652;p27"/>
            <p:cNvSpPr/>
            <p:nvPr/>
          </p:nvSpPr>
          <p:spPr>
            <a:xfrm>
              <a:off x="2293493" y="1288050"/>
              <a:ext cx="134876" cy="207347"/>
            </a:xfrm>
            <a:custGeom>
              <a:avLst/>
              <a:gdLst/>
              <a:ahLst/>
              <a:cxnLst/>
              <a:rect l="l" t="t" r="r" b="b"/>
              <a:pathLst>
                <a:path w="2485" h="3820" extrusionOk="0">
                  <a:moveTo>
                    <a:pt x="1098" y="1"/>
                  </a:moveTo>
                  <a:cubicBezTo>
                    <a:pt x="1054" y="1"/>
                    <a:pt x="1010" y="34"/>
                    <a:pt x="1017" y="91"/>
                  </a:cubicBezTo>
                  <a:lnTo>
                    <a:pt x="1384" y="2392"/>
                  </a:lnTo>
                  <a:cubicBezTo>
                    <a:pt x="906" y="2271"/>
                    <a:pt x="354" y="1327"/>
                    <a:pt x="172" y="948"/>
                  </a:cubicBezTo>
                  <a:cubicBezTo>
                    <a:pt x="155" y="917"/>
                    <a:pt x="129" y="904"/>
                    <a:pt x="102" y="904"/>
                  </a:cubicBezTo>
                  <a:cubicBezTo>
                    <a:pt x="51" y="904"/>
                    <a:pt x="0" y="955"/>
                    <a:pt x="27" y="1016"/>
                  </a:cubicBezTo>
                  <a:cubicBezTo>
                    <a:pt x="54" y="1078"/>
                    <a:pt x="745" y="2493"/>
                    <a:pt x="1430" y="2561"/>
                  </a:cubicBezTo>
                  <a:cubicBezTo>
                    <a:pt x="1485" y="2712"/>
                    <a:pt x="1510" y="3264"/>
                    <a:pt x="1501" y="3736"/>
                  </a:cubicBezTo>
                  <a:cubicBezTo>
                    <a:pt x="1501" y="3779"/>
                    <a:pt x="1535" y="3817"/>
                    <a:pt x="1581" y="3820"/>
                  </a:cubicBezTo>
                  <a:cubicBezTo>
                    <a:pt x="1624" y="3820"/>
                    <a:pt x="1661" y="3783"/>
                    <a:pt x="1661" y="3739"/>
                  </a:cubicBezTo>
                  <a:cubicBezTo>
                    <a:pt x="1664" y="3514"/>
                    <a:pt x="1671" y="2848"/>
                    <a:pt x="1593" y="2552"/>
                  </a:cubicBezTo>
                  <a:cubicBezTo>
                    <a:pt x="2216" y="2398"/>
                    <a:pt x="2454" y="973"/>
                    <a:pt x="2479" y="803"/>
                  </a:cubicBezTo>
                  <a:cubicBezTo>
                    <a:pt x="2485" y="760"/>
                    <a:pt x="2457" y="720"/>
                    <a:pt x="2414" y="711"/>
                  </a:cubicBezTo>
                  <a:cubicBezTo>
                    <a:pt x="2410" y="710"/>
                    <a:pt x="2406" y="710"/>
                    <a:pt x="2403" y="710"/>
                  </a:cubicBezTo>
                  <a:cubicBezTo>
                    <a:pt x="2364" y="710"/>
                    <a:pt x="2327" y="739"/>
                    <a:pt x="2321" y="778"/>
                  </a:cubicBezTo>
                  <a:cubicBezTo>
                    <a:pt x="2257" y="1210"/>
                    <a:pt x="1991" y="2293"/>
                    <a:pt x="1547" y="2395"/>
                  </a:cubicBezTo>
                  <a:lnTo>
                    <a:pt x="1177" y="66"/>
                  </a:lnTo>
                  <a:cubicBezTo>
                    <a:pt x="1168" y="21"/>
                    <a:pt x="1133" y="1"/>
                    <a:pt x="109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27"/>
            <p:cNvSpPr/>
            <p:nvPr/>
          </p:nvSpPr>
          <p:spPr>
            <a:xfrm>
              <a:off x="1803582" y="1818713"/>
              <a:ext cx="74738" cy="84947"/>
            </a:xfrm>
            <a:custGeom>
              <a:avLst/>
              <a:gdLst/>
              <a:ahLst/>
              <a:cxnLst/>
              <a:rect l="l" t="t" r="r" b="b"/>
              <a:pathLst>
                <a:path w="1377" h="1565" extrusionOk="0">
                  <a:moveTo>
                    <a:pt x="725" y="0"/>
                  </a:moveTo>
                  <a:cubicBezTo>
                    <a:pt x="583" y="0"/>
                    <a:pt x="1" y="1456"/>
                    <a:pt x="1" y="1456"/>
                  </a:cubicBezTo>
                  <a:cubicBezTo>
                    <a:pt x="189" y="1536"/>
                    <a:pt x="1213" y="1564"/>
                    <a:pt x="1293" y="1564"/>
                  </a:cubicBezTo>
                  <a:cubicBezTo>
                    <a:pt x="1376" y="1564"/>
                    <a:pt x="864" y="28"/>
                    <a:pt x="729" y="1"/>
                  </a:cubicBezTo>
                  <a:cubicBezTo>
                    <a:pt x="727" y="0"/>
                    <a:pt x="726" y="0"/>
                    <a:pt x="725" y="0"/>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4" name="Google Shape;2654;p27"/>
            <p:cNvSpPr/>
            <p:nvPr/>
          </p:nvSpPr>
          <p:spPr>
            <a:xfrm>
              <a:off x="1894332" y="1800692"/>
              <a:ext cx="82282" cy="116212"/>
            </a:xfrm>
            <a:custGeom>
              <a:avLst/>
              <a:gdLst/>
              <a:ahLst/>
              <a:cxnLst/>
              <a:rect l="l" t="t" r="r" b="b"/>
              <a:pathLst>
                <a:path w="1516" h="2141" extrusionOk="0">
                  <a:moveTo>
                    <a:pt x="657" y="0"/>
                  </a:moveTo>
                  <a:cubicBezTo>
                    <a:pt x="502" y="0"/>
                    <a:pt x="0" y="2004"/>
                    <a:pt x="0" y="2004"/>
                  </a:cubicBezTo>
                  <a:cubicBezTo>
                    <a:pt x="0" y="2004"/>
                    <a:pt x="862" y="2141"/>
                    <a:pt x="1283" y="2141"/>
                  </a:cubicBezTo>
                  <a:cubicBezTo>
                    <a:pt x="1424" y="2141"/>
                    <a:pt x="1516" y="2125"/>
                    <a:pt x="1509" y="2084"/>
                  </a:cubicBezTo>
                  <a:cubicBezTo>
                    <a:pt x="1484" y="1924"/>
                    <a:pt x="808" y="172"/>
                    <a:pt x="673" y="9"/>
                  </a:cubicBezTo>
                  <a:cubicBezTo>
                    <a:pt x="668" y="3"/>
                    <a:pt x="663" y="0"/>
                    <a:pt x="657" y="0"/>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5" name="Google Shape;2655;p27"/>
            <p:cNvSpPr/>
            <p:nvPr/>
          </p:nvSpPr>
          <p:spPr>
            <a:xfrm>
              <a:off x="2662240" y="1990923"/>
              <a:ext cx="130100" cy="89289"/>
            </a:xfrm>
            <a:custGeom>
              <a:avLst/>
              <a:gdLst/>
              <a:ahLst/>
              <a:cxnLst/>
              <a:rect l="l" t="t" r="r" b="b"/>
              <a:pathLst>
                <a:path w="2397" h="1645" extrusionOk="0">
                  <a:moveTo>
                    <a:pt x="901" y="1"/>
                  </a:moveTo>
                  <a:cubicBezTo>
                    <a:pt x="410" y="1"/>
                    <a:pt x="1" y="15"/>
                    <a:pt x="53" y="65"/>
                  </a:cubicBezTo>
                  <a:cubicBezTo>
                    <a:pt x="174" y="183"/>
                    <a:pt x="1789" y="1645"/>
                    <a:pt x="2024" y="1645"/>
                  </a:cubicBezTo>
                  <a:cubicBezTo>
                    <a:pt x="2027" y="1645"/>
                    <a:pt x="2030" y="1644"/>
                    <a:pt x="2033" y="1644"/>
                  </a:cubicBezTo>
                  <a:cubicBezTo>
                    <a:pt x="2236" y="1601"/>
                    <a:pt x="2397" y="28"/>
                    <a:pt x="2397" y="28"/>
                  </a:cubicBezTo>
                  <a:cubicBezTo>
                    <a:pt x="2397" y="28"/>
                    <a:pt x="1573" y="1"/>
                    <a:pt x="901" y="1"/>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6" name="Google Shape;2656;p27"/>
            <p:cNvSpPr/>
            <p:nvPr/>
          </p:nvSpPr>
          <p:spPr>
            <a:xfrm>
              <a:off x="2629945" y="2049924"/>
              <a:ext cx="133465" cy="133473"/>
            </a:xfrm>
            <a:custGeom>
              <a:avLst/>
              <a:gdLst/>
              <a:ahLst/>
              <a:cxnLst/>
              <a:rect l="l" t="t" r="r" b="b"/>
              <a:pathLst>
                <a:path w="2459" h="2459" extrusionOk="0">
                  <a:moveTo>
                    <a:pt x="106" y="0"/>
                  </a:moveTo>
                  <a:cubicBezTo>
                    <a:pt x="67" y="0"/>
                    <a:pt x="44" y="10"/>
                    <a:pt x="40" y="33"/>
                  </a:cubicBezTo>
                  <a:cubicBezTo>
                    <a:pt x="1" y="269"/>
                    <a:pt x="1209" y="2459"/>
                    <a:pt x="1406" y="2459"/>
                  </a:cubicBezTo>
                  <a:cubicBezTo>
                    <a:pt x="1410" y="2459"/>
                    <a:pt x="1413" y="2458"/>
                    <a:pt x="1416" y="2457"/>
                  </a:cubicBezTo>
                  <a:cubicBezTo>
                    <a:pt x="1576" y="2377"/>
                    <a:pt x="2307" y="1710"/>
                    <a:pt x="2458" y="1001"/>
                  </a:cubicBezTo>
                  <a:cubicBezTo>
                    <a:pt x="2458" y="1001"/>
                    <a:pt x="495" y="0"/>
                    <a:pt x="106" y="0"/>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27"/>
            <p:cNvSpPr/>
            <p:nvPr/>
          </p:nvSpPr>
          <p:spPr>
            <a:xfrm>
              <a:off x="2572738" y="2098830"/>
              <a:ext cx="109963" cy="146445"/>
            </a:xfrm>
            <a:custGeom>
              <a:avLst/>
              <a:gdLst/>
              <a:ahLst/>
              <a:cxnLst/>
              <a:rect l="l" t="t" r="r" b="b"/>
              <a:pathLst>
                <a:path w="2026" h="2698" extrusionOk="0">
                  <a:moveTo>
                    <a:pt x="14" y="0"/>
                  </a:moveTo>
                  <a:cubicBezTo>
                    <a:pt x="4" y="0"/>
                    <a:pt x="0" y="7"/>
                    <a:pt x="2" y="20"/>
                  </a:cubicBezTo>
                  <a:cubicBezTo>
                    <a:pt x="42" y="267"/>
                    <a:pt x="326" y="2608"/>
                    <a:pt x="487" y="2691"/>
                  </a:cubicBezTo>
                  <a:cubicBezTo>
                    <a:pt x="496" y="2695"/>
                    <a:pt x="509" y="2698"/>
                    <a:pt x="525" y="2698"/>
                  </a:cubicBezTo>
                  <a:cubicBezTo>
                    <a:pt x="791" y="2698"/>
                    <a:pt x="1912" y="2112"/>
                    <a:pt x="2026" y="1920"/>
                  </a:cubicBezTo>
                  <a:cubicBezTo>
                    <a:pt x="2026" y="1920"/>
                    <a:pt x="181" y="0"/>
                    <a:pt x="14" y="0"/>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27"/>
            <p:cNvSpPr/>
            <p:nvPr/>
          </p:nvSpPr>
          <p:spPr>
            <a:xfrm>
              <a:off x="2245346" y="2114616"/>
              <a:ext cx="96604" cy="105207"/>
            </a:xfrm>
            <a:custGeom>
              <a:avLst/>
              <a:gdLst/>
              <a:ahLst/>
              <a:cxnLst/>
              <a:rect l="l" t="t" r="r" b="b"/>
              <a:pathLst>
                <a:path w="1780" h="2022" extrusionOk="0">
                  <a:moveTo>
                    <a:pt x="204" y="0"/>
                  </a:moveTo>
                  <a:cubicBezTo>
                    <a:pt x="0" y="0"/>
                    <a:pt x="891" y="1980"/>
                    <a:pt x="1052" y="2020"/>
                  </a:cubicBezTo>
                  <a:cubicBezTo>
                    <a:pt x="1053" y="2021"/>
                    <a:pt x="1055" y="2021"/>
                    <a:pt x="1057" y="2021"/>
                  </a:cubicBezTo>
                  <a:cubicBezTo>
                    <a:pt x="1226" y="2021"/>
                    <a:pt x="1780" y="0"/>
                    <a:pt x="1780" y="0"/>
                  </a:cubicBezTo>
                  <a:lnTo>
                    <a:pt x="1780" y="0"/>
                  </a:lnTo>
                  <a:cubicBezTo>
                    <a:pt x="1741" y="14"/>
                    <a:pt x="1575" y="18"/>
                    <a:pt x="1364" y="18"/>
                  </a:cubicBezTo>
                  <a:cubicBezTo>
                    <a:pt x="942" y="18"/>
                    <a:pt x="339" y="0"/>
                    <a:pt x="204" y="0"/>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27"/>
            <p:cNvSpPr/>
            <p:nvPr/>
          </p:nvSpPr>
          <p:spPr>
            <a:xfrm>
              <a:off x="2127740" y="2093542"/>
              <a:ext cx="104582" cy="126384"/>
            </a:xfrm>
            <a:custGeom>
              <a:avLst/>
              <a:gdLst/>
              <a:ahLst/>
              <a:cxnLst/>
              <a:rect l="l" t="t" r="r" b="b"/>
              <a:pathLst>
                <a:path w="1927" h="2429" extrusionOk="0">
                  <a:moveTo>
                    <a:pt x="182" y="1"/>
                  </a:moveTo>
                  <a:cubicBezTo>
                    <a:pt x="1" y="1"/>
                    <a:pt x="1080" y="2429"/>
                    <a:pt x="1239" y="2429"/>
                  </a:cubicBezTo>
                  <a:cubicBezTo>
                    <a:pt x="1399" y="2429"/>
                    <a:pt x="1926" y="365"/>
                    <a:pt x="1926" y="365"/>
                  </a:cubicBezTo>
                  <a:cubicBezTo>
                    <a:pt x="1563" y="282"/>
                    <a:pt x="387" y="41"/>
                    <a:pt x="187" y="1"/>
                  </a:cubicBezTo>
                  <a:cubicBezTo>
                    <a:pt x="185" y="1"/>
                    <a:pt x="184" y="1"/>
                    <a:pt x="182" y="1"/>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27"/>
            <p:cNvSpPr/>
            <p:nvPr/>
          </p:nvSpPr>
          <p:spPr>
            <a:xfrm>
              <a:off x="2030757" y="2068357"/>
              <a:ext cx="92913" cy="136894"/>
            </a:xfrm>
            <a:custGeom>
              <a:avLst/>
              <a:gdLst/>
              <a:ahLst/>
              <a:cxnLst/>
              <a:rect l="l" t="t" r="r" b="b"/>
              <a:pathLst>
                <a:path w="1712" h="2631" extrusionOk="0">
                  <a:moveTo>
                    <a:pt x="231" y="1"/>
                  </a:moveTo>
                  <a:cubicBezTo>
                    <a:pt x="1" y="1"/>
                    <a:pt x="719" y="2549"/>
                    <a:pt x="842" y="2629"/>
                  </a:cubicBezTo>
                  <a:cubicBezTo>
                    <a:pt x="844" y="2630"/>
                    <a:pt x="846" y="2631"/>
                    <a:pt x="849" y="2631"/>
                  </a:cubicBezTo>
                  <a:cubicBezTo>
                    <a:pt x="988" y="2631"/>
                    <a:pt x="1712" y="405"/>
                    <a:pt x="1712" y="405"/>
                  </a:cubicBezTo>
                  <a:cubicBezTo>
                    <a:pt x="1215" y="331"/>
                    <a:pt x="438" y="19"/>
                    <a:pt x="234" y="1"/>
                  </a:cubicBezTo>
                  <a:cubicBezTo>
                    <a:pt x="233" y="1"/>
                    <a:pt x="232" y="1"/>
                    <a:pt x="231" y="1"/>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27"/>
            <p:cNvSpPr/>
            <p:nvPr/>
          </p:nvSpPr>
          <p:spPr>
            <a:xfrm>
              <a:off x="1822002" y="2133870"/>
              <a:ext cx="86787" cy="123919"/>
            </a:xfrm>
            <a:custGeom>
              <a:avLst/>
              <a:gdLst/>
              <a:ahLst/>
              <a:cxnLst/>
              <a:rect l="l" t="t" r="r" b="b"/>
              <a:pathLst>
                <a:path w="1599" h="2283" extrusionOk="0">
                  <a:moveTo>
                    <a:pt x="159" y="0"/>
                  </a:moveTo>
                  <a:cubicBezTo>
                    <a:pt x="150" y="0"/>
                    <a:pt x="145" y="6"/>
                    <a:pt x="143" y="18"/>
                  </a:cubicBezTo>
                  <a:cubicBezTo>
                    <a:pt x="102" y="259"/>
                    <a:pt x="1" y="2273"/>
                    <a:pt x="143" y="2282"/>
                  </a:cubicBezTo>
                  <a:cubicBezTo>
                    <a:pt x="147" y="2282"/>
                    <a:pt x="152" y="2283"/>
                    <a:pt x="158" y="2283"/>
                  </a:cubicBezTo>
                  <a:cubicBezTo>
                    <a:pt x="365" y="2283"/>
                    <a:pt x="1598" y="2079"/>
                    <a:pt x="1598" y="2079"/>
                  </a:cubicBezTo>
                  <a:cubicBezTo>
                    <a:pt x="1598" y="2079"/>
                    <a:pt x="321" y="0"/>
                    <a:pt x="159" y="0"/>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27"/>
            <p:cNvSpPr/>
            <p:nvPr/>
          </p:nvSpPr>
          <p:spPr>
            <a:xfrm>
              <a:off x="1739665" y="2125728"/>
              <a:ext cx="69853" cy="147965"/>
            </a:xfrm>
            <a:custGeom>
              <a:avLst/>
              <a:gdLst/>
              <a:ahLst/>
              <a:cxnLst/>
              <a:rect l="l" t="t" r="r" b="b"/>
              <a:pathLst>
                <a:path w="1287" h="2726" extrusionOk="0">
                  <a:moveTo>
                    <a:pt x="459" y="1"/>
                  </a:moveTo>
                  <a:cubicBezTo>
                    <a:pt x="454" y="1"/>
                    <a:pt x="449" y="2"/>
                    <a:pt x="444" y="5"/>
                  </a:cubicBezTo>
                  <a:cubicBezTo>
                    <a:pt x="244" y="125"/>
                    <a:pt x="1" y="2725"/>
                    <a:pt x="52" y="2725"/>
                  </a:cubicBezTo>
                  <a:cubicBezTo>
                    <a:pt x="53" y="2725"/>
                    <a:pt x="53" y="2725"/>
                    <a:pt x="53" y="2725"/>
                  </a:cubicBezTo>
                  <a:cubicBezTo>
                    <a:pt x="910" y="2592"/>
                    <a:pt x="1286" y="2472"/>
                    <a:pt x="1286" y="2472"/>
                  </a:cubicBezTo>
                  <a:cubicBezTo>
                    <a:pt x="1286" y="2472"/>
                    <a:pt x="677" y="1"/>
                    <a:pt x="459" y="1"/>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27"/>
            <p:cNvSpPr/>
            <p:nvPr/>
          </p:nvSpPr>
          <p:spPr>
            <a:xfrm>
              <a:off x="1656297" y="2165189"/>
              <a:ext cx="68008" cy="123757"/>
            </a:xfrm>
            <a:custGeom>
              <a:avLst/>
              <a:gdLst/>
              <a:ahLst/>
              <a:cxnLst/>
              <a:rect l="l" t="t" r="r" b="b"/>
              <a:pathLst>
                <a:path w="1253" h="2280" extrusionOk="0">
                  <a:moveTo>
                    <a:pt x="622" y="1"/>
                  </a:moveTo>
                  <a:cubicBezTo>
                    <a:pt x="616" y="1"/>
                    <a:pt x="610" y="2"/>
                    <a:pt x="605" y="6"/>
                  </a:cubicBezTo>
                  <a:cubicBezTo>
                    <a:pt x="404" y="129"/>
                    <a:pt x="0" y="2251"/>
                    <a:pt x="99" y="2269"/>
                  </a:cubicBezTo>
                  <a:cubicBezTo>
                    <a:pt x="130" y="2276"/>
                    <a:pt x="170" y="2279"/>
                    <a:pt x="217" y="2279"/>
                  </a:cubicBezTo>
                  <a:cubicBezTo>
                    <a:pt x="477" y="2279"/>
                    <a:pt x="944" y="2185"/>
                    <a:pt x="1252" y="2075"/>
                  </a:cubicBezTo>
                  <a:cubicBezTo>
                    <a:pt x="1252" y="2075"/>
                    <a:pt x="832" y="1"/>
                    <a:pt x="622" y="1"/>
                  </a:cubicBezTo>
                  <a:close/>
                </a:path>
              </a:pathLst>
            </a:custGeom>
            <a:solidFill>
              <a:srgbClr val="000000">
                <a:alpha val="8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965"/>
        <p:cNvGrpSpPr/>
        <p:nvPr/>
      </p:nvGrpSpPr>
      <p:grpSpPr>
        <a:xfrm>
          <a:off x="0" y="0"/>
          <a:ext cx="0" cy="0"/>
          <a:chOff x="0" y="0"/>
          <a:chExt cx="0" cy="0"/>
        </a:xfrm>
      </p:grpSpPr>
      <p:sp>
        <p:nvSpPr>
          <p:cNvPr id="2966" name="Google Shape;2966;p31"/>
          <p:cNvSpPr txBox="1">
            <a:spLocks noGrp="1"/>
          </p:cNvSpPr>
          <p:nvPr>
            <p:ph type="body" idx="1"/>
          </p:nvPr>
        </p:nvSpPr>
        <p:spPr>
          <a:xfrm>
            <a:off x="3354821" y="1405617"/>
            <a:ext cx="4481631" cy="1611651"/>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b="0" i="0" u="none" strike="noStrike" dirty="0">
                <a:solidFill>
                  <a:srgbClr val="7F7F7F"/>
                </a:solidFill>
                <a:effectLst/>
                <a:latin typeface="Source Sans Pro" panose="020F0502020204030204" pitchFamily="34" charset="0"/>
              </a:rPr>
              <a:t>We have a smart pet feeder equipped with a ultrasonic sensor that detects when my pet is nearby. When detected, the system weighs the food in the bowl using a weight sensor. If the food level is insufficient, the feeder's door opens to dispense more food until the desired weight is reached. Additionally, a photoresistor monitors ambient light levels to detect nighttime conditions. If it’s dark and the pet approaches, an LED light automatically turns on to provide visibility. This ensures my pet is fed appropriately, regardless of the time of day.</a:t>
            </a:r>
            <a:endParaRPr sz="1400" dirty="0"/>
          </a:p>
        </p:txBody>
      </p:sp>
      <p:sp>
        <p:nvSpPr>
          <p:cNvPr id="2967" name="Google Shape;2967;p31"/>
          <p:cNvSpPr txBox="1">
            <a:spLocks noGrp="1"/>
          </p:cNvSpPr>
          <p:nvPr>
            <p:ph type="title"/>
          </p:nvPr>
        </p:nvSpPr>
        <p:spPr>
          <a:xfrm>
            <a:off x="3662831" y="743083"/>
            <a:ext cx="4328657" cy="763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What it does?</a:t>
            </a:r>
            <a:endParaRPr dirty="0"/>
          </a:p>
        </p:txBody>
      </p:sp>
      <p:grpSp>
        <p:nvGrpSpPr>
          <p:cNvPr id="2968" name="Google Shape;2968;p31"/>
          <p:cNvGrpSpPr/>
          <p:nvPr/>
        </p:nvGrpSpPr>
        <p:grpSpPr>
          <a:xfrm>
            <a:off x="144118" y="1479795"/>
            <a:ext cx="3242047" cy="2183910"/>
            <a:chOff x="2826300" y="1938425"/>
            <a:chExt cx="2835196" cy="1909847"/>
          </a:xfrm>
        </p:grpSpPr>
        <p:sp>
          <p:nvSpPr>
            <p:cNvPr id="2969" name="Google Shape;2969;p31"/>
            <p:cNvSpPr/>
            <p:nvPr/>
          </p:nvSpPr>
          <p:spPr>
            <a:xfrm>
              <a:off x="2826502" y="1938425"/>
              <a:ext cx="2834994" cy="1909847"/>
            </a:xfrm>
            <a:custGeom>
              <a:avLst/>
              <a:gdLst/>
              <a:ahLst/>
              <a:cxnLst/>
              <a:rect l="l" t="t" r="r" b="b"/>
              <a:pathLst>
                <a:path w="42178" h="28414" extrusionOk="0">
                  <a:moveTo>
                    <a:pt x="33878" y="24151"/>
                  </a:moveTo>
                  <a:lnTo>
                    <a:pt x="33878" y="24151"/>
                  </a:lnTo>
                  <a:cubicBezTo>
                    <a:pt x="33323" y="24319"/>
                    <a:pt x="32711" y="24405"/>
                    <a:pt x="32045" y="24405"/>
                  </a:cubicBezTo>
                  <a:cubicBezTo>
                    <a:pt x="32000" y="24405"/>
                    <a:pt x="31955" y="24405"/>
                    <a:pt x="31910" y="24404"/>
                  </a:cubicBezTo>
                  <a:cubicBezTo>
                    <a:pt x="32626" y="24321"/>
                    <a:pt x="33286" y="24235"/>
                    <a:pt x="33878" y="24151"/>
                  </a:cubicBezTo>
                  <a:close/>
                  <a:moveTo>
                    <a:pt x="12855" y="1"/>
                  </a:moveTo>
                  <a:cubicBezTo>
                    <a:pt x="12365" y="1"/>
                    <a:pt x="11987" y="233"/>
                    <a:pt x="11896" y="729"/>
                  </a:cubicBezTo>
                  <a:cubicBezTo>
                    <a:pt x="11560" y="2592"/>
                    <a:pt x="14271" y="3780"/>
                    <a:pt x="9185" y="6830"/>
                  </a:cubicBezTo>
                  <a:cubicBezTo>
                    <a:pt x="4840" y="9439"/>
                    <a:pt x="0" y="16129"/>
                    <a:pt x="7147" y="18550"/>
                  </a:cubicBezTo>
                  <a:cubicBezTo>
                    <a:pt x="6687" y="20987"/>
                    <a:pt x="7350" y="23414"/>
                    <a:pt x="7350" y="23414"/>
                  </a:cubicBezTo>
                  <a:lnTo>
                    <a:pt x="7461" y="23420"/>
                  </a:lnTo>
                  <a:cubicBezTo>
                    <a:pt x="7538" y="23895"/>
                    <a:pt x="7603" y="24176"/>
                    <a:pt x="7603" y="24176"/>
                  </a:cubicBezTo>
                  <a:cubicBezTo>
                    <a:pt x="9601" y="25017"/>
                    <a:pt x="13287" y="25320"/>
                    <a:pt x="17393" y="25320"/>
                  </a:cubicBezTo>
                  <a:cubicBezTo>
                    <a:pt x="19955" y="25320"/>
                    <a:pt x="22682" y="25202"/>
                    <a:pt x="25264" y="25024"/>
                  </a:cubicBezTo>
                  <a:cubicBezTo>
                    <a:pt x="25584" y="25243"/>
                    <a:pt x="25933" y="25413"/>
                    <a:pt x="26303" y="25527"/>
                  </a:cubicBezTo>
                  <a:cubicBezTo>
                    <a:pt x="26309" y="25527"/>
                    <a:pt x="26319" y="25530"/>
                    <a:pt x="26328" y="25530"/>
                  </a:cubicBezTo>
                  <a:cubicBezTo>
                    <a:pt x="26334" y="25530"/>
                    <a:pt x="26340" y="25527"/>
                    <a:pt x="26346" y="25527"/>
                  </a:cubicBezTo>
                  <a:cubicBezTo>
                    <a:pt x="29020" y="26798"/>
                    <a:pt x="32712" y="28201"/>
                    <a:pt x="33634" y="28324"/>
                  </a:cubicBezTo>
                  <a:cubicBezTo>
                    <a:pt x="33675" y="28349"/>
                    <a:pt x="33708" y="28374"/>
                    <a:pt x="33739" y="28395"/>
                  </a:cubicBezTo>
                  <a:cubicBezTo>
                    <a:pt x="33752" y="28408"/>
                    <a:pt x="33770" y="28414"/>
                    <a:pt x="33789" y="28414"/>
                  </a:cubicBezTo>
                  <a:cubicBezTo>
                    <a:pt x="33841" y="28414"/>
                    <a:pt x="33881" y="28365"/>
                    <a:pt x="33872" y="28315"/>
                  </a:cubicBezTo>
                  <a:cubicBezTo>
                    <a:pt x="33937" y="28303"/>
                    <a:pt x="33998" y="28278"/>
                    <a:pt x="34054" y="28244"/>
                  </a:cubicBezTo>
                  <a:cubicBezTo>
                    <a:pt x="34057" y="28244"/>
                    <a:pt x="34057" y="28247"/>
                    <a:pt x="34057" y="28247"/>
                  </a:cubicBezTo>
                  <a:cubicBezTo>
                    <a:pt x="34076" y="28272"/>
                    <a:pt x="34100" y="28284"/>
                    <a:pt x="34128" y="28287"/>
                  </a:cubicBezTo>
                  <a:cubicBezTo>
                    <a:pt x="34196" y="28284"/>
                    <a:pt x="34236" y="28210"/>
                    <a:pt x="34199" y="28155"/>
                  </a:cubicBezTo>
                  <a:cubicBezTo>
                    <a:pt x="34190" y="28136"/>
                    <a:pt x="34174" y="28121"/>
                    <a:pt x="34162" y="28102"/>
                  </a:cubicBezTo>
                  <a:cubicBezTo>
                    <a:pt x="34331" y="27390"/>
                    <a:pt x="31312" y="25317"/>
                    <a:pt x="30704" y="24543"/>
                  </a:cubicBezTo>
                  <a:lnTo>
                    <a:pt x="30991" y="24512"/>
                  </a:lnTo>
                  <a:cubicBezTo>
                    <a:pt x="31343" y="24552"/>
                    <a:pt x="31698" y="24577"/>
                    <a:pt x="32049" y="24577"/>
                  </a:cubicBezTo>
                  <a:cubicBezTo>
                    <a:pt x="33110" y="24577"/>
                    <a:pt x="33949" y="24364"/>
                    <a:pt x="34615" y="24043"/>
                  </a:cubicBezTo>
                  <a:cubicBezTo>
                    <a:pt x="35198" y="23954"/>
                    <a:pt x="35698" y="23865"/>
                    <a:pt x="36093" y="23784"/>
                  </a:cubicBezTo>
                  <a:cubicBezTo>
                    <a:pt x="37178" y="24084"/>
                    <a:pt x="38748" y="24722"/>
                    <a:pt x="39883" y="25000"/>
                  </a:cubicBezTo>
                  <a:cubicBezTo>
                    <a:pt x="40136" y="25175"/>
                    <a:pt x="40371" y="25351"/>
                    <a:pt x="40460" y="25462"/>
                  </a:cubicBezTo>
                  <a:cubicBezTo>
                    <a:pt x="40478" y="25481"/>
                    <a:pt x="40500" y="25490"/>
                    <a:pt x="40525" y="25490"/>
                  </a:cubicBezTo>
                  <a:cubicBezTo>
                    <a:pt x="40528" y="25490"/>
                    <a:pt x="40530" y="25491"/>
                    <a:pt x="40533" y="25491"/>
                  </a:cubicBezTo>
                  <a:cubicBezTo>
                    <a:pt x="40551" y="25491"/>
                    <a:pt x="40567" y="25482"/>
                    <a:pt x="40580" y="25471"/>
                  </a:cubicBezTo>
                  <a:cubicBezTo>
                    <a:pt x="40614" y="25441"/>
                    <a:pt x="40620" y="25388"/>
                    <a:pt x="40590" y="25354"/>
                  </a:cubicBezTo>
                  <a:cubicBezTo>
                    <a:pt x="40494" y="25256"/>
                    <a:pt x="40392" y="25166"/>
                    <a:pt x="40281" y="25086"/>
                  </a:cubicBezTo>
                  <a:lnTo>
                    <a:pt x="40281" y="25086"/>
                  </a:lnTo>
                  <a:cubicBezTo>
                    <a:pt x="40445" y="25117"/>
                    <a:pt x="40609" y="25133"/>
                    <a:pt x="40775" y="25133"/>
                  </a:cubicBezTo>
                  <a:cubicBezTo>
                    <a:pt x="40791" y="25133"/>
                    <a:pt x="40806" y="25132"/>
                    <a:pt x="40821" y="25132"/>
                  </a:cubicBezTo>
                  <a:cubicBezTo>
                    <a:pt x="40824" y="25138"/>
                    <a:pt x="40830" y="25145"/>
                    <a:pt x="40833" y="25151"/>
                  </a:cubicBezTo>
                  <a:cubicBezTo>
                    <a:pt x="40849" y="25178"/>
                    <a:pt x="40876" y="25197"/>
                    <a:pt x="40907" y="25197"/>
                  </a:cubicBezTo>
                  <a:cubicBezTo>
                    <a:pt x="40920" y="25197"/>
                    <a:pt x="40935" y="25194"/>
                    <a:pt x="40944" y="25188"/>
                  </a:cubicBezTo>
                  <a:cubicBezTo>
                    <a:pt x="40972" y="25172"/>
                    <a:pt x="40990" y="25141"/>
                    <a:pt x="40990" y="25111"/>
                  </a:cubicBezTo>
                  <a:cubicBezTo>
                    <a:pt x="42178" y="24855"/>
                    <a:pt x="39380" y="23075"/>
                    <a:pt x="38110" y="21465"/>
                  </a:cubicBezTo>
                  <a:cubicBezTo>
                    <a:pt x="37477" y="20663"/>
                    <a:pt x="37237" y="19278"/>
                    <a:pt x="37151" y="18085"/>
                  </a:cubicBezTo>
                  <a:cubicBezTo>
                    <a:pt x="37274" y="15969"/>
                    <a:pt x="37357" y="13535"/>
                    <a:pt x="37129" y="11373"/>
                  </a:cubicBezTo>
                  <a:lnTo>
                    <a:pt x="37749" y="11290"/>
                  </a:lnTo>
                  <a:cubicBezTo>
                    <a:pt x="37855" y="11275"/>
                    <a:pt x="37840" y="11122"/>
                    <a:pt x="37741" y="11122"/>
                  </a:cubicBezTo>
                  <a:cubicBezTo>
                    <a:pt x="37737" y="11122"/>
                    <a:pt x="37732" y="11123"/>
                    <a:pt x="37727" y="11123"/>
                  </a:cubicBezTo>
                  <a:lnTo>
                    <a:pt x="37110" y="11204"/>
                  </a:lnTo>
                  <a:cubicBezTo>
                    <a:pt x="37107" y="11179"/>
                    <a:pt x="37104" y="11154"/>
                    <a:pt x="37101" y="11130"/>
                  </a:cubicBezTo>
                  <a:cubicBezTo>
                    <a:pt x="37098" y="11040"/>
                    <a:pt x="37092" y="10951"/>
                    <a:pt x="37083" y="10858"/>
                  </a:cubicBezTo>
                  <a:cubicBezTo>
                    <a:pt x="37083" y="10840"/>
                    <a:pt x="37073" y="10821"/>
                    <a:pt x="37061" y="10809"/>
                  </a:cubicBezTo>
                  <a:cubicBezTo>
                    <a:pt x="37015" y="10463"/>
                    <a:pt x="36959" y="10127"/>
                    <a:pt x="36895" y="9800"/>
                  </a:cubicBezTo>
                  <a:lnTo>
                    <a:pt x="37721" y="9359"/>
                  </a:lnTo>
                  <a:cubicBezTo>
                    <a:pt x="37724" y="9359"/>
                    <a:pt x="37727" y="9356"/>
                    <a:pt x="37727" y="9356"/>
                  </a:cubicBezTo>
                  <a:cubicBezTo>
                    <a:pt x="37814" y="9308"/>
                    <a:pt x="37765" y="9195"/>
                    <a:pt x="37690" y="9195"/>
                  </a:cubicBezTo>
                  <a:cubicBezTo>
                    <a:pt x="37674" y="9195"/>
                    <a:pt x="37658" y="9200"/>
                    <a:pt x="37641" y="9211"/>
                  </a:cubicBezTo>
                  <a:lnTo>
                    <a:pt x="36858" y="9628"/>
                  </a:lnTo>
                  <a:lnTo>
                    <a:pt x="36839" y="9538"/>
                  </a:lnTo>
                  <a:cubicBezTo>
                    <a:pt x="36851" y="9415"/>
                    <a:pt x="36833" y="8912"/>
                    <a:pt x="36663" y="8203"/>
                  </a:cubicBezTo>
                  <a:lnTo>
                    <a:pt x="36888" y="7990"/>
                  </a:lnTo>
                  <a:cubicBezTo>
                    <a:pt x="36953" y="7930"/>
                    <a:pt x="36899" y="7842"/>
                    <a:pt x="36832" y="7842"/>
                  </a:cubicBezTo>
                  <a:cubicBezTo>
                    <a:pt x="36813" y="7842"/>
                    <a:pt x="36793" y="7849"/>
                    <a:pt x="36774" y="7866"/>
                  </a:cubicBezTo>
                  <a:lnTo>
                    <a:pt x="36617" y="8014"/>
                  </a:lnTo>
                  <a:cubicBezTo>
                    <a:pt x="36114" y="6124"/>
                    <a:pt x="34998" y="4455"/>
                    <a:pt x="33446" y="3271"/>
                  </a:cubicBezTo>
                  <a:cubicBezTo>
                    <a:pt x="32284" y="2372"/>
                    <a:pt x="30309" y="1743"/>
                    <a:pt x="29649" y="1743"/>
                  </a:cubicBezTo>
                  <a:cubicBezTo>
                    <a:pt x="29492" y="1743"/>
                    <a:pt x="29409" y="1778"/>
                    <a:pt x="29431" y="1855"/>
                  </a:cubicBezTo>
                  <a:cubicBezTo>
                    <a:pt x="29637" y="2586"/>
                    <a:pt x="30236" y="4727"/>
                    <a:pt x="30236" y="4727"/>
                  </a:cubicBezTo>
                  <a:lnTo>
                    <a:pt x="27990" y="5340"/>
                  </a:lnTo>
                  <a:cubicBezTo>
                    <a:pt x="27990" y="5340"/>
                    <a:pt x="27993" y="5353"/>
                    <a:pt x="27999" y="5374"/>
                  </a:cubicBezTo>
                  <a:cubicBezTo>
                    <a:pt x="27253" y="5467"/>
                    <a:pt x="26510" y="5587"/>
                    <a:pt x="25794" y="5720"/>
                  </a:cubicBezTo>
                  <a:lnTo>
                    <a:pt x="25770" y="5680"/>
                  </a:lnTo>
                  <a:cubicBezTo>
                    <a:pt x="25770" y="5680"/>
                    <a:pt x="23675" y="5871"/>
                    <a:pt x="23336" y="5985"/>
                  </a:cubicBezTo>
                  <a:cubicBezTo>
                    <a:pt x="23323" y="5989"/>
                    <a:pt x="23304" y="5992"/>
                    <a:pt x="23281" y="5992"/>
                  </a:cubicBezTo>
                  <a:cubicBezTo>
                    <a:pt x="22716" y="5992"/>
                    <a:pt x="19290" y="4740"/>
                    <a:pt x="18839" y="4740"/>
                  </a:cubicBezTo>
                  <a:cubicBezTo>
                    <a:pt x="18830" y="4740"/>
                    <a:pt x="18821" y="4741"/>
                    <a:pt x="18814" y="4742"/>
                  </a:cubicBezTo>
                  <a:cubicBezTo>
                    <a:pt x="18475" y="4798"/>
                    <a:pt x="19496" y="8357"/>
                    <a:pt x="19496" y="8357"/>
                  </a:cubicBezTo>
                  <a:cubicBezTo>
                    <a:pt x="19496" y="8357"/>
                    <a:pt x="18978" y="9109"/>
                    <a:pt x="18796" y="10497"/>
                  </a:cubicBezTo>
                  <a:cubicBezTo>
                    <a:pt x="18753" y="10565"/>
                    <a:pt x="18706" y="10630"/>
                    <a:pt x="18657" y="10698"/>
                  </a:cubicBezTo>
                  <a:cubicBezTo>
                    <a:pt x="18617" y="10704"/>
                    <a:pt x="18586" y="10738"/>
                    <a:pt x="18586" y="10778"/>
                  </a:cubicBezTo>
                  <a:lnTo>
                    <a:pt x="18586" y="10793"/>
                  </a:lnTo>
                  <a:cubicBezTo>
                    <a:pt x="18355" y="11096"/>
                    <a:pt x="18096" y="11376"/>
                    <a:pt x="17815" y="11635"/>
                  </a:cubicBezTo>
                  <a:cubicBezTo>
                    <a:pt x="16415" y="12928"/>
                    <a:pt x="15338" y="12937"/>
                    <a:pt x="14012" y="13060"/>
                  </a:cubicBezTo>
                  <a:cubicBezTo>
                    <a:pt x="13981" y="13014"/>
                    <a:pt x="13963" y="12989"/>
                    <a:pt x="13963" y="12989"/>
                  </a:cubicBezTo>
                  <a:cubicBezTo>
                    <a:pt x="13963" y="12989"/>
                    <a:pt x="10487" y="12989"/>
                    <a:pt x="8285" y="15870"/>
                  </a:cubicBezTo>
                  <a:cubicBezTo>
                    <a:pt x="8137" y="16061"/>
                    <a:pt x="8004" y="16265"/>
                    <a:pt x="7884" y="16475"/>
                  </a:cubicBezTo>
                  <a:cubicBezTo>
                    <a:pt x="6968" y="15753"/>
                    <a:pt x="6456" y="14602"/>
                    <a:pt x="7153" y="12761"/>
                  </a:cubicBezTo>
                  <a:cubicBezTo>
                    <a:pt x="9016" y="7845"/>
                    <a:pt x="14947" y="8523"/>
                    <a:pt x="15795" y="4628"/>
                  </a:cubicBezTo>
                  <a:cubicBezTo>
                    <a:pt x="16418" y="1769"/>
                    <a:pt x="14208" y="1"/>
                    <a:pt x="12855"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0" name="Google Shape;2970;p31"/>
            <p:cNvSpPr/>
            <p:nvPr/>
          </p:nvSpPr>
          <p:spPr>
            <a:xfrm>
              <a:off x="4189881" y="1949583"/>
              <a:ext cx="22920" cy="21509"/>
            </a:xfrm>
            <a:custGeom>
              <a:avLst/>
              <a:gdLst/>
              <a:ahLst/>
              <a:cxnLst/>
              <a:rect l="l" t="t" r="r" b="b"/>
              <a:pathLst>
                <a:path w="341" h="320" extrusionOk="0">
                  <a:moveTo>
                    <a:pt x="127" y="0"/>
                  </a:moveTo>
                  <a:cubicBezTo>
                    <a:pt x="56" y="0"/>
                    <a:pt x="0" y="102"/>
                    <a:pt x="79" y="156"/>
                  </a:cubicBezTo>
                  <a:cubicBezTo>
                    <a:pt x="113" y="184"/>
                    <a:pt x="144" y="218"/>
                    <a:pt x="165" y="258"/>
                  </a:cubicBezTo>
                  <a:cubicBezTo>
                    <a:pt x="174" y="292"/>
                    <a:pt x="208" y="320"/>
                    <a:pt x="248" y="320"/>
                  </a:cubicBezTo>
                  <a:cubicBezTo>
                    <a:pt x="255" y="320"/>
                    <a:pt x="261" y="317"/>
                    <a:pt x="270" y="317"/>
                  </a:cubicBezTo>
                  <a:cubicBezTo>
                    <a:pt x="316" y="304"/>
                    <a:pt x="341" y="255"/>
                    <a:pt x="329" y="212"/>
                  </a:cubicBezTo>
                  <a:cubicBezTo>
                    <a:pt x="304" y="122"/>
                    <a:pt x="202" y="39"/>
                    <a:pt x="184" y="24"/>
                  </a:cubicBezTo>
                  <a:cubicBezTo>
                    <a:pt x="165" y="7"/>
                    <a:pt x="146" y="0"/>
                    <a:pt x="127" y="0"/>
                  </a:cubicBezTo>
                  <a:close/>
                </a:path>
              </a:pathLst>
            </a:custGeom>
            <a:solidFill>
              <a:srgbClr val="FCF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1" name="Google Shape;2971;p31"/>
            <p:cNvSpPr/>
            <p:nvPr/>
          </p:nvSpPr>
          <p:spPr>
            <a:xfrm>
              <a:off x="3221589" y="2287468"/>
              <a:ext cx="2439905" cy="1555422"/>
            </a:xfrm>
            <a:custGeom>
              <a:avLst/>
              <a:gdLst/>
              <a:ahLst/>
              <a:cxnLst/>
              <a:rect l="l" t="t" r="r" b="b"/>
              <a:pathLst>
                <a:path w="36300" h="23141" extrusionOk="0">
                  <a:moveTo>
                    <a:pt x="24838" y="0"/>
                  </a:moveTo>
                  <a:cubicBezTo>
                    <a:pt x="20890" y="0"/>
                    <a:pt x="16330" y="1360"/>
                    <a:pt x="14688" y="1779"/>
                  </a:cubicBezTo>
                  <a:cubicBezTo>
                    <a:pt x="13100" y="2183"/>
                    <a:pt x="14503" y="4067"/>
                    <a:pt x="11934" y="6442"/>
                  </a:cubicBezTo>
                  <a:cubicBezTo>
                    <a:pt x="9365" y="8814"/>
                    <a:pt x="7894" y="6865"/>
                    <a:pt x="3949" y="9237"/>
                  </a:cubicBezTo>
                  <a:cubicBezTo>
                    <a:pt x="1" y="11612"/>
                    <a:pt x="1722" y="18983"/>
                    <a:pt x="1722" y="18983"/>
                  </a:cubicBezTo>
                  <a:cubicBezTo>
                    <a:pt x="3721" y="19826"/>
                    <a:pt x="7406" y="20128"/>
                    <a:pt x="11512" y="20128"/>
                  </a:cubicBezTo>
                  <a:cubicBezTo>
                    <a:pt x="14095" y="20128"/>
                    <a:pt x="16844" y="20008"/>
                    <a:pt x="19444" y="19828"/>
                  </a:cubicBezTo>
                  <a:cubicBezTo>
                    <a:pt x="22195" y="21257"/>
                    <a:pt x="27090" y="23140"/>
                    <a:pt x="27867" y="23140"/>
                  </a:cubicBezTo>
                  <a:cubicBezTo>
                    <a:pt x="27883" y="23140"/>
                    <a:pt x="27898" y="23139"/>
                    <a:pt x="27911" y="23138"/>
                  </a:cubicBezTo>
                  <a:cubicBezTo>
                    <a:pt x="29514" y="22919"/>
                    <a:pt x="25533" y="20251"/>
                    <a:pt x="24823" y="19350"/>
                  </a:cubicBezTo>
                  <a:cubicBezTo>
                    <a:pt x="27183" y="19094"/>
                    <a:pt x="29107" y="18817"/>
                    <a:pt x="30212" y="18591"/>
                  </a:cubicBezTo>
                  <a:cubicBezTo>
                    <a:pt x="31617" y="18978"/>
                    <a:pt x="33839" y="19937"/>
                    <a:pt x="34874" y="19937"/>
                  </a:cubicBezTo>
                  <a:cubicBezTo>
                    <a:pt x="34962" y="19937"/>
                    <a:pt x="35042" y="19930"/>
                    <a:pt x="35112" y="19915"/>
                  </a:cubicBezTo>
                  <a:cubicBezTo>
                    <a:pt x="36300" y="19662"/>
                    <a:pt x="33502" y="17882"/>
                    <a:pt x="32232" y="16272"/>
                  </a:cubicBezTo>
                  <a:cubicBezTo>
                    <a:pt x="31599" y="15470"/>
                    <a:pt x="31359" y="14085"/>
                    <a:pt x="31273" y="12892"/>
                  </a:cubicBezTo>
                  <a:cubicBezTo>
                    <a:pt x="31550" y="8102"/>
                    <a:pt x="31621" y="1659"/>
                    <a:pt x="28367" y="508"/>
                  </a:cubicBezTo>
                  <a:cubicBezTo>
                    <a:pt x="27336" y="143"/>
                    <a:pt x="26119" y="0"/>
                    <a:pt x="248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2972;p31"/>
            <p:cNvSpPr/>
            <p:nvPr/>
          </p:nvSpPr>
          <p:spPr>
            <a:xfrm>
              <a:off x="4670868" y="2675698"/>
              <a:ext cx="210517" cy="170457"/>
            </a:xfrm>
            <a:custGeom>
              <a:avLst/>
              <a:gdLst/>
              <a:ahLst/>
              <a:cxnLst/>
              <a:rect l="l" t="t" r="r" b="b"/>
              <a:pathLst>
                <a:path w="3132" h="2536" extrusionOk="0">
                  <a:moveTo>
                    <a:pt x="3048" y="0"/>
                  </a:moveTo>
                  <a:cubicBezTo>
                    <a:pt x="2999" y="0"/>
                    <a:pt x="2962" y="37"/>
                    <a:pt x="2962" y="83"/>
                  </a:cubicBezTo>
                  <a:cubicBezTo>
                    <a:pt x="2962" y="685"/>
                    <a:pt x="2820" y="2264"/>
                    <a:pt x="2182" y="2363"/>
                  </a:cubicBezTo>
                  <a:cubicBezTo>
                    <a:pt x="2156" y="2367"/>
                    <a:pt x="2130" y="2368"/>
                    <a:pt x="2103" y="2368"/>
                  </a:cubicBezTo>
                  <a:cubicBezTo>
                    <a:pt x="1318" y="2368"/>
                    <a:pt x="201" y="752"/>
                    <a:pt x="192" y="734"/>
                  </a:cubicBezTo>
                  <a:cubicBezTo>
                    <a:pt x="174" y="706"/>
                    <a:pt x="148" y="694"/>
                    <a:pt x="122" y="694"/>
                  </a:cubicBezTo>
                  <a:cubicBezTo>
                    <a:pt x="60" y="694"/>
                    <a:pt x="0" y="764"/>
                    <a:pt x="51" y="830"/>
                  </a:cubicBezTo>
                  <a:cubicBezTo>
                    <a:pt x="100" y="904"/>
                    <a:pt x="1229" y="2535"/>
                    <a:pt x="2108" y="2535"/>
                  </a:cubicBezTo>
                  <a:cubicBezTo>
                    <a:pt x="2142" y="2535"/>
                    <a:pt x="2176" y="2532"/>
                    <a:pt x="2206" y="2529"/>
                  </a:cubicBezTo>
                  <a:cubicBezTo>
                    <a:pt x="3119" y="2390"/>
                    <a:pt x="3132" y="179"/>
                    <a:pt x="3132" y="83"/>
                  </a:cubicBezTo>
                  <a:cubicBezTo>
                    <a:pt x="3132" y="37"/>
                    <a:pt x="3095" y="0"/>
                    <a:pt x="304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31"/>
            <p:cNvSpPr/>
            <p:nvPr/>
          </p:nvSpPr>
          <p:spPr>
            <a:xfrm>
              <a:off x="4746417" y="2631202"/>
              <a:ext cx="78373" cy="214550"/>
            </a:xfrm>
            <a:custGeom>
              <a:avLst/>
              <a:gdLst/>
              <a:ahLst/>
              <a:cxnLst/>
              <a:rect l="l" t="t" r="r" b="b"/>
              <a:pathLst>
                <a:path w="1166" h="3192" extrusionOk="0">
                  <a:moveTo>
                    <a:pt x="103" y="0"/>
                  </a:moveTo>
                  <a:cubicBezTo>
                    <a:pt x="52" y="0"/>
                    <a:pt x="1" y="44"/>
                    <a:pt x="21" y="110"/>
                  </a:cubicBezTo>
                  <a:lnTo>
                    <a:pt x="990" y="3133"/>
                  </a:lnTo>
                  <a:cubicBezTo>
                    <a:pt x="1002" y="3167"/>
                    <a:pt x="1033" y="3191"/>
                    <a:pt x="1070" y="3191"/>
                  </a:cubicBezTo>
                  <a:cubicBezTo>
                    <a:pt x="1079" y="3191"/>
                    <a:pt x="1089" y="3191"/>
                    <a:pt x="1095" y="3188"/>
                  </a:cubicBezTo>
                  <a:cubicBezTo>
                    <a:pt x="1141" y="3173"/>
                    <a:pt x="1166" y="3127"/>
                    <a:pt x="1150" y="3080"/>
                  </a:cubicBezTo>
                  <a:lnTo>
                    <a:pt x="182" y="61"/>
                  </a:lnTo>
                  <a:cubicBezTo>
                    <a:pt x="169" y="19"/>
                    <a:pt x="136" y="0"/>
                    <a:pt x="1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4" name="Google Shape;2974;p31"/>
            <p:cNvSpPr/>
            <p:nvPr/>
          </p:nvSpPr>
          <p:spPr>
            <a:xfrm>
              <a:off x="4682092" y="2574003"/>
              <a:ext cx="113929" cy="60292"/>
            </a:xfrm>
            <a:custGeom>
              <a:avLst/>
              <a:gdLst/>
              <a:ahLst/>
              <a:cxnLst/>
              <a:rect l="l" t="t" r="r" b="b"/>
              <a:pathLst>
                <a:path w="1695" h="897" extrusionOk="0">
                  <a:moveTo>
                    <a:pt x="1398" y="0"/>
                  </a:moveTo>
                  <a:cubicBezTo>
                    <a:pt x="654" y="0"/>
                    <a:pt x="1" y="634"/>
                    <a:pt x="1" y="634"/>
                  </a:cubicBezTo>
                  <a:cubicBezTo>
                    <a:pt x="1" y="634"/>
                    <a:pt x="938" y="897"/>
                    <a:pt x="1099" y="897"/>
                  </a:cubicBezTo>
                  <a:cubicBezTo>
                    <a:pt x="1104" y="897"/>
                    <a:pt x="1108" y="897"/>
                    <a:pt x="1111" y="896"/>
                  </a:cubicBezTo>
                  <a:cubicBezTo>
                    <a:pt x="1234" y="884"/>
                    <a:pt x="1694" y="36"/>
                    <a:pt x="1694" y="36"/>
                  </a:cubicBezTo>
                  <a:cubicBezTo>
                    <a:pt x="1595" y="11"/>
                    <a:pt x="1495" y="0"/>
                    <a:pt x="139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5" name="Google Shape;2975;p31"/>
            <p:cNvSpPr/>
            <p:nvPr/>
          </p:nvSpPr>
          <p:spPr>
            <a:xfrm>
              <a:off x="4068290" y="2257020"/>
              <a:ext cx="721284" cy="587056"/>
            </a:xfrm>
            <a:custGeom>
              <a:avLst/>
              <a:gdLst/>
              <a:ahLst/>
              <a:cxnLst/>
              <a:rect l="l" t="t" r="r" b="b"/>
              <a:pathLst>
                <a:path w="10731" h="8734" extrusionOk="0">
                  <a:moveTo>
                    <a:pt x="363" y="0"/>
                  </a:moveTo>
                  <a:cubicBezTo>
                    <a:pt x="354" y="0"/>
                    <a:pt x="346" y="1"/>
                    <a:pt x="339" y="2"/>
                  </a:cubicBezTo>
                  <a:cubicBezTo>
                    <a:pt x="0" y="58"/>
                    <a:pt x="1018" y="3617"/>
                    <a:pt x="1018" y="3617"/>
                  </a:cubicBezTo>
                  <a:cubicBezTo>
                    <a:pt x="1018" y="3617"/>
                    <a:pt x="108" y="4943"/>
                    <a:pt x="278" y="7315"/>
                  </a:cubicBezTo>
                  <a:cubicBezTo>
                    <a:pt x="319" y="7879"/>
                    <a:pt x="1813" y="8733"/>
                    <a:pt x="3869" y="8733"/>
                  </a:cubicBezTo>
                  <a:cubicBezTo>
                    <a:pt x="4871" y="8733"/>
                    <a:pt x="6006" y="8531"/>
                    <a:pt x="7171" y="7993"/>
                  </a:cubicBezTo>
                  <a:cubicBezTo>
                    <a:pt x="10730" y="6353"/>
                    <a:pt x="7295" y="940"/>
                    <a:pt x="7295" y="940"/>
                  </a:cubicBezTo>
                  <a:lnTo>
                    <a:pt x="7295" y="940"/>
                  </a:lnTo>
                  <a:cubicBezTo>
                    <a:pt x="7294" y="940"/>
                    <a:pt x="5200" y="1131"/>
                    <a:pt x="4861" y="1245"/>
                  </a:cubicBezTo>
                  <a:cubicBezTo>
                    <a:pt x="4848" y="1249"/>
                    <a:pt x="4829" y="1252"/>
                    <a:pt x="4806" y="1252"/>
                  </a:cubicBezTo>
                  <a:cubicBezTo>
                    <a:pt x="4240" y="1252"/>
                    <a:pt x="807" y="0"/>
                    <a:pt x="36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6" name="Google Shape;2976;p31"/>
            <p:cNvSpPr/>
            <p:nvPr/>
          </p:nvSpPr>
          <p:spPr>
            <a:xfrm>
              <a:off x="4707836" y="2055579"/>
              <a:ext cx="598550" cy="589610"/>
            </a:xfrm>
            <a:custGeom>
              <a:avLst/>
              <a:gdLst/>
              <a:ahLst/>
              <a:cxnLst/>
              <a:rect l="l" t="t" r="r" b="b"/>
              <a:pathLst>
                <a:path w="8905" h="8772" extrusionOk="0">
                  <a:moveTo>
                    <a:pt x="1659" y="1"/>
                  </a:moveTo>
                  <a:cubicBezTo>
                    <a:pt x="1503" y="1"/>
                    <a:pt x="1422" y="36"/>
                    <a:pt x="1444" y="112"/>
                  </a:cubicBezTo>
                  <a:cubicBezTo>
                    <a:pt x="1647" y="846"/>
                    <a:pt x="2246" y="2984"/>
                    <a:pt x="2246" y="2984"/>
                  </a:cubicBezTo>
                  <a:lnTo>
                    <a:pt x="0" y="3597"/>
                  </a:lnTo>
                  <a:cubicBezTo>
                    <a:pt x="0" y="3597"/>
                    <a:pt x="1157" y="7721"/>
                    <a:pt x="3001" y="8449"/>
                  </a:cubicBezTo>
                  <a:cubicBezTo>
                    <a:pt x="3586" y="8679"/>
                    <a:pt x="4294" y="8771"/>
                    <a:pt x="5013" y="8771"/>
                  </a:cubicBezTo>
                  <a:cubicBezTo>
                    <a:pt x="6756" y="8771"/>
                    <a:pt x="8566" y="8232"/>
                    <a:pt x="8843" y="7826"/>
                  </a:cubicBezTo>
                  <a:cubicBezTo>
                    <a:pt x="8905" y="7736"/>
                    <a:pt x="8787" y="4097"/>
                    <a:pt x="5459" y="1528"/>
                  </a:cubicBezTo>
                  <a:cubicBezTo>
                    <a:pt x="4295" y="630"/>
                    <a:pt x="2315" y="1"/>
                    <a:pt x="165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7" name="Google Shape;2977;p31"/>
            <p:cNvSpPr/>
            <p:nvPr/>
          </p:nvSpPr>
          <p:spPr>
            <a:xfrm>
              <a:off x="4966611" y="3771290"/>
              <a:ext cx="138665" cy="76961"/>
            </a:xfrm>
            <a:custGeom>
              <a:avLst/>
              <a:gdLst/>
              <a:ahLst/>
              <a:cxnLst/>
              <a:rect l="l" t="t" r="r" b="b"/>
              <a:pathLst>
                <a:path w="2063" h="1145" extrusionOk="0">
                  <a:moveTo>
                    <a:pt x="121" y="0"/>
                  </a:moveTo>
                  <a:cubicBezTo>
                    <a:pt x="42" y="0"/>
                    <a:pt x="1" y="121"/>
                    <a:pt x="89" y="164"/>
                  </a:cubicBezTo>
                  <a:cubicBezTo>
                    <a:pt x="104" y="167"/>
                    <a:pt x="1526" y="840"/>
                    <a:pt x="1896" y="1126"/>
                  </a:cubicBezTo>
                  <a:cubicBezTo>
                    <a:pt x="1911" y="1138"/>
                    <a:pt x="1926" y="1145"/>
                    <a:pt x="1947" y="1145"/>
                  </a:cubicBezTo>
                  <a:lnTo>
                    <a:pt x="1947" y="1145"/>
                  </a:lnTo>
                  <a:cubicBezTo>
                    <a:pt x="2029" y="1144"/>
                    <a:pt x="2062" y="1043"/>
                    <a:pt x="1998" y="994"/>
                  </a:cubicBezTo>
                  <a:cubicBezTo>
                    <a:pt x="1616" y="695"/>
                    <a:pt x="221" y="38"/>
                    <a:pt x="160" y="10"/>
                  </a:cubicBezTo>
                  <a:cubicBezTo>
                    <a:pt x="146" y="3"/>
                    <a:pt x="133" y="0"/>
                    <a:pt x="121" y="0"/>
                  </a:cubicBezTo>
                  <a:close/>
                  <a:moveTo>
                    <a:pt x="1947" y="1145"/>
                  </a:moveTo>
                  <a:cubicBezTo>
                    <a:pt x="1947" y="1145"/>
                    <a:pt x="1946" y="1145"/>
                    <a:pt x="1946" y="1145"/>
                  </a:cubicBezTo>
                  <a:lnTo>
                    <a:pt x="1949" y="1145"/>
                  </a:lnTo>
                  <a:cubicBezTo>
                    <a:pt x="1948" y="1145"/>
                    <a:pt x="1948" y="1145"/>
                    <a:pt x="1947" y="114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8" name="Google Shape;2978;p31"/>
            <p:cNvSpPr/>
            <p:nvPr/>
          </p:nvSpPr>
          <p:spPr>
            <a:xfrm>
              <a:off x="5017829" y="3748370"/>
              <a:ext cx="109829" cy="91211"/>
            </a:xfrm>
            <a:custGeom>
              <a:avLst/>
              <a:gdLst/>
              <a:ahLst/>
              <a:cxnLst/>
              <a:rect l="l" t="t" r="r" b="b"/>
              <a:pathLst>
                <a:path w="1634" h="1357" extrusionOk="0">
                  <a:moveTo>
                    <a:pt x="125" y="1"/>
                  </a:moveTo>
                  <a:cubicBezTo>
                    <a:pt x="53" y="1"/>
                    <a:pt x="1" y="104"/>
                    <a:pt x="76" y="157"/>
                  </a:cubicBezTo>
                  <a:cubicBezTo>
                    <a:pt x="89" y="163"/>
                    <a:pt x="1211" y="955"/>
                    <a:pt x="1455" y="1319"/>
                  </a:cubicBezTo>
                  <a:cubicBezTo>
                    <a:pt x="1470" y="1344"/>
                    <a:pt x="1495" y="1356"/>
                    <a:pt x="1526" y="1356"/>
                  </a:cubicBezTo>
                  <a:cubicBezTo>
                    <a:pt x="1591" y="1356"/>
                    <a:pt x="1634" y="1282"/>
                    <a:pt x="1594" y="1224"/>
                  </a:cubicBezTo>
                  <a:cubicBezTo>
                    <a:pt x="1335" y="835"/>
                    <a:pt x="221" y="49"/>
                    <a:pt x="175" y="18"/>
                  </a:cubicBezTo>
                  <a:cubicBezTo>
                    <a:pt x="158" y="6"/>
                    <a:pt x="141" y="1"/>
                    <a:pt x="1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9" name="Google Shape;2979;p31"/>
            <p:cNvSpPr/>
            <p:nvPr/>
          </p:nvSpPr>
          <p:spPr>
            <a:xfrm>
              <a:off x="5442625" y="3569177"/>
              <a:ext cx="114198" cy="82540"/>
            </a:xfrm>
            <a:custGeom>
              <a:avLst/>
              <a:gdLst/>
              <a:ahLst/>
              <a:cxnLst/>
              <a:rect l="l" t="t" r="r" b="b"/>
              <a:pathLst>
                <a:path w="1699" h="1228" extrusionOk="0">
                  <a:moveTo>
                    <a:pt x="120" y="1"/>
                  </a:moveTo>
                  <a:cubicBezTo>
                    <a:pt x="48" y="1"/>
                    <a:pt x="0" y="106"/>
                    <a:pt x="73" y="158"/>
                  </a:cubicBezTo>
                  <a:cubicBezTo>
                    <a:pt x="88" y="164"/>
                    <a:pt x="1294" y="913"/>
                    <a:pt x="1538" y="1197"/>
                  </a:cubicBezTo>
                  <a:cubicBezTo>
                    <a:pt x="1553" y="1216"/>
                    <a:pt x="1578" y="1228"/>
                    <a:pt x="1603" y="1228"/>
                  </a:cubicBezTo>
                  <a:cubicBezTo>
                    <a:pt x="1621" y="1228"/>
                    <a:pt x="1643" y="1222"/>
                    <a:pt x="1658" y="1209"/>
                  </a:cubicBezTo>
                  <a:cubicBezTo>
                    <a:pt x="1692" y="1179"/>
                    <a:pt x="1698" y="1123"/>
                    <a:pt x="1668" y="1089"/>
                  </a:cubicBezTo>
                  <a:cubicBezTo>
                    <a:pt x="1405" y="787"/>
                    <a:pt x="215" y="44"/>
                    <a:pt x="162" y="13"/>
                  </a:cubicBezTo>
                  <a:cubicBezTo>
                    <a:pt x="148" y="5"/>
                    <a:pt x="134" y="1"/>
                    <a:pt x="1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0" name="Google Shape;2980;p31"/>
            <p:cNvSpPr/>
            <p:nvPr/>
          </p:nvSpPr>
          <p:spPr>
            <a:xfrm>
              <a:off x="5467830" y="3546189"/>
              <a:ext cx="114669" cy="85632"/>
            </a:xfrm>
            <a:custGeom>
              <a:avLst/>
              <a:gdLst/>
              <a:ahLst/>
              <a:cxnLst/>
              <a:rect l="l" t="t" r="r" b="b"/>
              <a:pathLst>
                <a:path w="1706" h="1274" extrusionOk="0">
                  <a:moveTo>
                    <a:pt x="123" y="1"/>
                  </a:moveTo>
                  <a:cubicBezTo>
                    <a:pt x="43" y="1"/>
                    <a:pt x="1" y="123"/>
                    <a:pt x="90" y="164"/>
                  </a:cubicBezTo>
                  <a:cubicBezTo>
                    <a:pt x="102" y="170"/>
                    <a:pt x="1256" y="709"/>
                    <a:pt x="1536" y="1231"/>
                  </a:cubicBezTo>
                  <a:cubicBezTo>
                    <a:pt x="1549" y="1255"/>
                    <a:pt x="1579" y="1274"/>
                    <a:pt x="1610" y="1274"/>
                  </a:cubicBezTo>
                  <a:cubicBezTo>
                    <a:pt x="1623" y="1274"/>
                    <a:pt x="1638" y="1271"/>
                    <a:pt x="1650" y="1265"/>
                  </a:cubicBezTo>
                  <a:cubicBezTo>
                    <a:pt x="1690" y="1243"/>
                    <a:pt x="1706" y="1191"/>
                    <a:pt x="1684" y="1147"/>
                  </a:cubicBezTo>
                  <a:cubicBezTo>
                    <a:pt x="1379" y="580"/>
                    <a:pt x="210" y="34"/>
                    <a:pt x="161" y="9"/>
                  </a:cubicBezTo>
                  <a:cubicBezTo>
                    <a:pt x="148" y="3"/>
                    <a:pt x="135" y="1"/>
                    <a:pt x="1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1" name="Google Shape;2981;p31"/>
            <p:cNvSpPr/>
            <p:nvPr/>
          </p:nvSpPr>
          <p:spPr>
            <a:xfrm>
              <a:off x="4327805" y="2554847"/>
              <a:ext cx="252997" cy="68627"/>
            </a:xfrm>
            <a:custGeom>
              <a:avLst/>
              <a:gdLst/>
              <a:ahLst/>
              <a:cxnLst/>
              <a:rect l="l" t="t" r="r" b="b"/>
              <a:pathLst>
                <a:path w="3764" h="1021" extrusionOk="0">
                  <a:moveTo>
                    <a:pt x="1497" y="1"/>
                  </a:moveTo>
                  <a:cubicBezTo>
                    <a:pt x="750" y="1"/>
                    <a:pt x="124" y="162"/>
                    <a:pt x="72" y="176"/>
                  </a:cubicBezTo>
                  <a:cubicBezTo>
                    <a:pt x="28" y="188"/>
                    <a:pt x="1" y="234"/>
                    <a:pt x="13" y="281"/>
                  </a:cubicBezTo>
                  <a:cubicBezTo>
                    <a:pt x="23" y="317"/>
                    <a:pt x="58" y="342"/>
                    <a:pt x="96" y="342"/>
                  </a:cubicBezTo>
                  <a:cubicBezTo>
                    <a:pt x="103" y="342"/>
                    <a:pt x="110" y="341"/>
                    <a:pt x="118" y="339"/>
                  </a:cubicBezTo>
                  <a:cubicBezTo>
                    <a:pt x="130" y="336"/>
                    <a:pt x="752" y="175"/>
                    <a:pt x="1492" y="175"/>
                  </a:cubicBezTo>
                  <a:cubicBezTo>
                    <a:pt x="2237" y="175"/>
                    <a:pt x="3101" y="338"/>
                    <a:pt x="3588" y="987"/>
                  </a:cubicBezTo>
                  <a:cubicBezTo>
                    <a:pt x="3603" y="1009"/>
                    <a:pt x="3628" y="1021"/>
                    <a:pt x="3656" y="1021"/>
                  </a:cubicBezTo>
                  <a:cubicBezTo>
                    <a:pt x="3723" y="1021"/>
                    <a:pt x="3764" y="941"/>
                    <a:pt x="3723" y="885"/>
                  </a:cubicBezTo>
                  <a:cubicBezTo>
                    <a:pt x="3192" y="177"/>
                    <a:pt x="2278" y="1"/>
                    <a:pt x="149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2" name="Google Shape;2982;p31"/>
            <p:cNvSpPr/>
            <p:nvPr/>
          </p:nvSpPr>
          <p:spPr>
            <a:xfrm>
              <a:off x="4891936" y="2406975"/>
              <a:ext cx="179598" cy="148142"/>
            </a:xfrm>
            <a:custGeom>
              <a:avLst/>
              <a:gdLst/>
              <a:ahLst/>
              <a:cxnLst/>
              <a:rect l="l" t="t" r="r" b="b"/>
              <a:pathLst>
                <a:path w="2672" h="2204" extrusionOk="0">
                  <a:moveTo>
                    <a:pt x="2550" y="0"/>
                  </a:moveTo>
                  <a:cubicBezTo>
                    <a:pt x="2542" y="0"/>
                    <a:pt x="2533" y="1"/>
                    <a:pt x="2523" y="4"/>
                  </a:cubicBezTo>
                  <a:cubicBezTo>
                    <a:pt x="2437" y="32"/>
                    <a:pt x="358" y="710"/>
                    <a:pt x="9" y="2098"/>
                  </a:cubicBezTo>
                  <a:cubicBezTo>
                    <a:pt x="0" y="2145"/>
                    <a:pt x="28" y="2191"/>
                    <a:pt x="71" y="2203"/>
                  </a:cubicBezTo>
                  <a:lnTo>
                    <a:pt x="93" y="2203"/>
                  </a:lnTo>
                  <a:cubicBezTo>
                    <a:pt x="130" y="2203"/>
                    <a:pt x="164" y="2178"/>
                    <a:pt x="176" y="2141"/>
                  </a:cubicBezTo>
                  <a:cubicBezTo>
                    <a:pt x="497" y="846"/>
                    <a:pt x="2554" y="174"/>
                    <a:pt x="2575" y="167"/>
                  </a:cubicBezTo>
                  <a:cubicBezTo>
                    <a:pt x="2671" y="134"/>
                    <a:pt x="2638" y="0"/>
                    <a:pt x="25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3" name="Google Shape;2983;p31"/>
            <p:cNvSpPr/>
            <p:nvPr/>
          </p:nvSpPr>
          <p:spPr>
            <a:xfrm>
              <a:off x="4868882" y="3364106"/>
              <a:ext cx="443552" cy="226313"/>
            </a:xfrm>
            <a:custGeom>
              <a:avLst/>
              <a:gdLst/>
              <a:ahLst/>
              <a:cxnLst/>
              <a:rect l="l" t="t" r="r" b="b"/>
              <a:pathLst>
                <a:path w="6599" h="3367" extrusionOk="0">
                  <a:moveTo>
                    <a:pt x="6501" y="0"/>
                  </a:moveTo>
                  <a:cubicBezTo>
                    <a:pt x="6467" y="0"/>
                    <a:pt x="6434" y="20"/>
                    <a:pt x="6422" y="63"/>
                  </a:cubicBezTo>
                  <a:cubicBezTo>
                    <a:pt x="6419" y="72"/>
                    <a:pt x="6185" y="1044"/>
                    <a:pt x="5300" y="1898"/>
                  </a:cubicBezTo>
                  <a:cubicBezTo>
                    <a:pt x="4406" y="2756"/>
                    <a:pt x="3164" y="3196"/>
                    <a:pt x="1657" y="3196"/>
                  </a:cubicBezTo>
                  <a:cubicBezTo>
                    <a:pt x="1176" y="3196"/>
                    <a:pt x="668" y="3151"/>
                    <a:pt x="136" y="3061"/>
                  </a:cubicBezTo>
                  <a:cubicBezTo>
                    <a:pt x="130" y="3060"/>
                    <a:pt x="125" y="3059"/>
                    <a:pt x="119" y="3059"/>
                  </a:cubicBezTo>
                  <a:cubicBezTo>
                    <a:pt x="20" y="3059"/>
                    <a:pt x="0" y="3210"/>
                    <a:pt x="106" y="3227"/>
                  </a:cubicBezTo>
                  <a:cubicBezTo>
                    <a:pt x="621" y="3317"/>
                    <a:pt x="1139" y="3363"/>
                    <a:pt x="1660" y="3366"/>
                  </a:cubicBezTo>
                  <a:cubicBezTo>
                    <a:pt x="5768" y="3366"/>
                    <a:pt x="6579" y="137"/>
                    <a:pt x="6586" y="103"/>
                  </a:cubicBezTo>
                  <a:cubicBezTo>
                    <a:pt x="6598" y="39"/>
                    <a:pt x="6549" y="0"/>
                    <a:pt x="65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4" name="Google Shape;2984;p31"/>
            <p:cNvSpPr/>
            <p:nvPr/>
          </p:nvSpPr>
          <p:spPr>
            <a:xfrm>
              <a:off x="4051822" y="3580065"/>
              <a:ext cx="193378" cy="40396"/>
            </a:xfrm>
            <a:custGeom>
              <a:avLst/>
              <a:gdLst/>
              <a:ahLst/>
              <a:cxnLst/>
              <a:rect l="l" t="t" r="r" b="b"/>
              <a:pathLst>
                <a:path w="2877" h="601" extrusionOk="0">
                  <a:moveTo>
                    <a:pt x="1312" y="1"/>
                  </a:moveTo>
                  <a:cubicBezTo>
                    <a:pt x="952" y="1"/>
                    <a:pt x="543" y="71"/>
                    <a:pt x="100" y="267"/>
                  </a:cubicBezTo>
                  <a:cubicBezTo>
                    <a:pt x="0" y="301"/>
                    <a:pt x="42" y="434"/>
                    <a:pt x="123" y="434"/>
                  </a:cubicBezTo>
                  <a:cubicBezTo>
                    <a:pt x="137" y="434"/>
                    <a:pt x="152" y="430"/>
                    <a:pt x="168" y="421"/>
                  </a:cubicBezTo>
                  <a:cubicBezTo>
                    <a:pt x="588" y="235"/>
                    <a:pt x="976" y="168"/>
                    <a:pt x="1316" y="168"/>
                  </a:cubicBezTo>
                  <a:cubicBezTo>
                    <a:pt x="2156" y="168"/>
                    <a:pt x="2701" y="575"/>
                    <a:pt x="2710" y="582"/>
                  </a:cubicBezTo>
                  <a:cubicBezTo>
                    <a:pt x="2725" y="594"/>
                    <a:pt x="2740" y="600"/>
                    <a:pt x="2762" y="600"/>
                  </a:cubicBezTo>
                  <a:cubicBezTo>
                    <a:pt x="2842" y="600"/>
                    <a:pt x="2876" y="498"/>
                    <a:pt x="2811" y="449"/>
                  </a:cubicBezTo>
                  <a:cubicBezTo>
                    <a:pt x="2805" y="442"/>
                    <a:pt x="2215" y="1"/>
                    <a:pt x="13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5" name="Google Shape;2985;p31"/>
            <p:cNvSpPr/>
            <p:nvPr/>
          </p:nvSpPr>
          <p:spPr>
            <a:xfrm>
              <a:off x="4109559" y="3532343"/>
              <a:ext cx="162593" cy="76692"/>
            </a:xfrm>
            <a:custGeom>
              <a:avLst/>
              <a:gdLst/>
              <a:ahLst/>
              <a:cxnLst/>
              <a:rect l="l" t="t" r="r" b="b"/>
              <a:pathLst>
                <a:path w="2419" h="1141" extrusionOk="0">
                  <a:moveTo>
                    <a:pt x="640" y="0"/>
                  </a:moveTo>
                  <a:cubicBezTo>
                    <a:pt x="335" y="0"/>
                    <a:pt x="114" y="38"/>
                    <a:pt x="108" y="40"/>
                  </a:cubicBezTo>
                  <a:cubicBezTo>
                    <a:pt x="1" y="57"/>
                    <a:pt x="21" y="208"/>
                    <a:pt x="117" y="208"/>
                  </a:cubicBezTo>
                  <a:cubicBezTo>
                    <a:pt x="123" y="208"/>
                    <a:pt x="129" y="207"/>
                    <a:pt x="136" y="206"/>
                  </a:cubicBezTo>
                  <a:cubicBezTo>
                    <a:pt x="142" y="205"/>
                    <a:pt x="355" y="168"/>
                    <a:pt x="646" y="168"/>
                  </a:cubicBezTo>
                  <a:cubicBezTo>
                    <a:pt x="1201" y="168"/>
                    <a:pt x="2036" y="302"/>
                    <a:pt x="2242" y="1076"/>
                  </a:cubicBezTo>
                  <a:cubicBezTo>
                    <a:pt x="2255" y="1113"/>
                    <a:pt x="2285" y="1141"/>
                    <a:pt x="2326" y="1141"/>
                  </a:cubicBezTo>
                  <a:cubicBezTo>
                    <a:pt x="2332" y="1141"/>
                    <a:pt x="2341" y="1138"/>
                    <a:pt x="2347" y="1138"/>
                  </a:cubicBezTo>
                  <a:cubicBezTo>
                    <a:pt x="2393" y="1125"/>
                    <a:pt x="2418" y="1079"/>
                    <a:pt x="2406" y="1033"/>
                  </a:cubicBezTo>
                  <a:cubicBezTo>
                    <a:pt x="2170" y="150"/>
                    <a:pt x="1242" y="0"/>
                    <a:pt x="6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6" name="Google Shape;2986;p31"/>
            <p:cNvSpPr/>
            <p:nvPr/>
          </p:nvSpPr>
          <p:spPr>
            <a:xfrm>
              <a:off x="2826300" y="1938425"/>
              <a:ext cx="1206173" cy="1577133"/>
            </a:xfrm>
            <a:custGeom>
              <a:avLst/>
              <a:gdLst/>
              <a:ahLst/>
              <a:cxnLst/>
              <a:rect l="l" t="t" r="r" b="b"/>
              <a:pathLst>
                <a:path w="17945" h="23464" extrusionOk="0">
                  <a:moveTo>
                    <a:pt x="12859" y="1"/>
                  </a:moveTo>
                  <a:cubicBezTo>
                    <a:pt x="12368" y="1"/>
                    <a:pt x="11990" y="233"/>
                    <a:pt x="11899" y="729"/>
                  </a:cubicBezTo>
                  <a:cubicBezTo>
                    <a:pt x="11560" y="2592"/>
                    <a:pt x="14271" y="3780"/>
                    <a:pt x="9185" y="6830"/>
                  </a:cubicBezTo>
                  <a:cubicBezTo>
                    <a:pt x="4839" y="9439"/>
                    <a:pt x="0" y="16129"/>
                    <a:pt x="7150" y="18550"/>
                  </a:cubicBezTo>
                  <a:cubicBezTo>
                    <a:pt x="6687" y="20987"/>
                    <a:pt x="7350" y="23414"/>
                    <a:pt x="7350" y="23414"/>
                  </a:cubicBezTo>
                  <a:cubicBezTo>
                    <a:pt x="7821" y="23448"/>
                    <a:pt x="8226" y="23464"/>
                    <a:pt x="8573" y="23464"/>
                  </a:cubicBezTo>
                  <a:cubicBezTo>
                    <a:pt x="13486" y="23464"/>
                    <a:pt x="6964" y="20297"/>
                    <a:pt x="12266" y="19346"/>
                  </a:cubicBezTo>
                  <a:cubicBezTo>
                    <a:pt x="17945" y="18328"/>
                    <a:pt x="13963" y="12989"/>
                    <a:pt x="13963" y="12989"/>
                  </a:cubicBezTo>
                  <a:lnTo>
                    <a:pt x="13963" y="12989"/>
                  </a:lnTo>
                  <a:cubicBezTo>
                    <a:pt x="13963" y="12989"/>
                    <a:pt x="10487" y="12989"/>
                    <a:pt x="8285" y="15870"/>
                  </a:cubicBezTo>
                  <a:cubicBezTo>
                    <a:pt x="8137" y="16064"/>
                    <a:pt x="8004" y="16265"/>
                    <a:pt x="7884" y="16475"/>
                  </a:cubicBezTo>
                  <a:cubicBezTo>
                    <a:pt x="6968" y="15756"/>
                    <a:pt x="6456" y="14606"/>
                    <a:pt x="7153" y="12764"/>
                  </a:cubicBezTo>
                  <a:cubicBezTo>
                    <a:pt x="9016" y="7848"/>
                    <a:pt x="14950" y="8526"/>
                    <a:pt x="15798" y="4628"/>
                  </a:cubicBezTo>
                  <a:cubicBezTo>
                    <a:pt x="16420" y="1767"/>
                    <a:pt x="14212" y="1"/>
                    <a:pt x="1285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7" name="Google Shape;2987;p31"/>
            <p:cNvSpPr/>
            <p:nvPr/>
          </p:nvSpPr>
          <p:spPr>
            <a:xfrm>
              <a:off x="4063719" y="2657416"/>
              <a:ext cx="1266532" cy="500348"/>
            </a:xfrm>
            <a:custGeom>
              <a:avLst/>
              <a:gdLst/>
              <a:ahLst/>
              <a:cxnLst/>
              <a:rect l="l" t="t" r="r" b="b"/>
              <a:pathLst>
                <a:path w="18843" h="7444" extrusionOk="0">
                  <a:moveTo>
                    <a:pt x="260" y="1"/>
                  </a:moveTo>
                  <a:cubicBezTo>
                    <a:pt x="216" y="1"/>
                    <a:pt x="179" y="36"/>
                    <a:pt x="179" y="81"/>
                  </a:cubicBezTo>
                  <a:cubicBezTo>
                    <a:pt x="176" y="143"/>
                    <a:pt x="0" y="6018"/>
                    <a:pt x="7029" y="7203"/>
                  </a:cubicBezTo>
                  <a:cubicBezTo>
                    <a:pt x="7939" y="7360"/>
                    <a:pt x="8858" y="7440"/>
                    <a:pt x="9784" y="7443"/>
                  </a:cubicBezTo>
                  <a:cubicBezTo>
                    <a:pt x="12621" y="7443"/>
                    <a:pt x="15073" y="6632"/>
                    <a:pt x="16736" y="5096"/>
                  </a:cubicBezTo>
                  <a:cubicBezTo>
                    <a:pt x="18151" y="3791"/>
                    <a:pt x="18842" y="2039"/>
                    <a:pt x="18679" y="161"/>
                  </a:cubicBezTo>
                  <a:cubicBezTo>
                    <a:pt x="18673" y="117"/>
                    <a:pt x="18636" y="84"/>
                    <a:pt x="18592" y="84"/>
                  </a:cubicBezTo>
                  <a:cubicBezTo>
                    <a:pt x="18590" y="84"/>
                    <a:pt x="18588" y="84"/>
                    <a:pt x="18586" y="84"/>
                  </a:cubicBezTo>
                  <a:cubicBezTo>
                    <a:pt x="18540" y="90"/>
                    <a:pt x="18506" y="130"/>
                    <a:pt x="18509" y="177"/>
                  </a:cubicBezTo>
                  <a:cubicBezTo>
                    <a:pt x="18670" y="1999"/>
                    <a:pt x="17997" y="3702"/>
                    <a:pt x="16622" y="4973"/>
                  </a:cubicBezTo>
                  <a:cubicBezTo>
                    <a:pt x="14991" y="6478"/>
                    <a:pt x="12580" y="7272"/>
                    <a:pt x="9783" y="7272"/>
                  </a:cubicBezTo>
                  <a:cubicBezTo>
                    <a:pt x="8907" y="7272"/>
                    <a:pt x="7993" y="7194"/>
                    <a:pt x="7054" y="7036"/>
                  </a:cubicBezTo>
                  <a:cubicBezTo>
                    <a:pt x="179" y="5876"/>
                    <a:pt x="346" y="146"/>
                    <a:pt x="346" y="90"/>
                  </a:cubicBezTo>
                  <a:cubicBezTo>
                    <a:pt x="349" y="41"/>
                    <a:pt x="312" y="4"/>
                    <a:pt x="266" y="1"/>
                  </a:cubicBezTo>
                  <a:cubicBezTo>
                    <a:pt x="264" y="1"/>
                    <a:pt x="262" y="1"/>
                    <a:pt x="2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8" name="Google Shape;2988;p31"/>
            <p:cNvSpPr/>
            <p:nvPr/>
          </p:nvSpPr>
          <p:spPr>
            <a:xfrm>
              <a:off x="3549058" y="2876198"/>
              <a:ext cx="639752" cy="761277"/>
            </a:xfrm>
            <a:custGeom>
              <a:avLst/>
              <a:gdLst/>
              <a:ahLst/>
              <a:cxnLst/>
              <a:rect l="l" t="t" r="r" b="b"/>
              <a:pathLst>
                <a:path w="9518" h="11326" extrusionOk="0">
                  <a:moveTo>
                    <a:pt x="3988" y="1"/>
                  </a:moveTo>
                  <a:cubicBezTo>
                    <a:pt x="1967" y="1"/>
                    <a:pt x="116" y="926"/>
                    <a:pt x="88" y="940"/>
                  </a:cubicBezTo>
                  <a:cubicBezTo>
                    <a:pt x="1" y="983"/>
                    <a:pt x="46" y="1101"/>
                    <a:pt x="125" y="1101"/>
                  </a:cubicBezTo>
                  <a:cubicBezTo>
                    <a:pt x="138" y="1101"/>
                    <a:pt x="152" y="1098"/>
                    <a:pt x="166" y="1092"/>
                  </a:cubicBezTo>
                  <a:cubicBezTo>
                    <a:pt x="193" y="1077"/>
                    <a:pt x="2011" y="169"/>
                    <a:pt x="3984" y="169"/>
                  </a:cubicBezTo>
                  <a:cubicBezTo>
                    <a:pt x="4918" y="169"/>
                    <a:pt x="5887" y="372"/>
                    <a:pt x="6717" y="971"/>
                  </a:cubicBezTo>
                  <a:cubicBezTo>
                    <a:pt x="8080" y="1952"/>
                    <a:pt x="9338" y="4157"/>
                    <a:pt x="8780" y="7393"/>
                  </a:cubicBezTo>
                  <a:cubicBezTo>
                    <a:pt x="8438" y="9360"/>
                    <a:pt x="7506" y="10838"/>
                    <a:pt x="6402" y="11159"/>
                  </a:cubicBezTo>
                  <a:cubicBezTo>
                    <a:pt x="6309" y="11186"/>
                    <a:pt x="6328" y="11325"/>
                    <a:pt x="6427" y="11325"/>
                  </a:cubicBezTo>
                  <a:cubicBezTo>
                    <a:pt x="6436" y="11325"/>
                    <a:pt x="6442" y="11325"/>
                    <a:pt x="6451" y="11322"/>
                  </a:cubicBezTo>
                  <a:cubicBezTo>
                    <a:pt x="7614" y="10983"/>
                    <a:pt x="8595" y="9453"/>
                    <a:pt x="8947" y="7420"/>
                  </a:cubicBezTo>
                  <a:cubicBezTo>
                    <a:pt x="9517" y="4111"/>
                    <a:pt x="8219" y="1847"/>
                    <a:pt x="6815" y="832"/>
                  </a:cubicBezTo>
                  <a:cubicBezTo>
                    <a:pt x="5954" y="212"/>
                    <a:pt x="4952" y="1"/>
                    <a:pt x="39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9" name="Google Shape;2989;p31"/>
            <p:cNvSpPr/>
            <p:nvPr/>
          </p:nvSpPr>
          <p:spPr>
            <a:xfrm>
              <a:off x="4132479" y="2315698"/>
              <a:ext cx="174893" cy="127238"/>
            </a:xfrm>
            <a:custGeom>
              <a:avLst/>
              <a:gdLst/>
              <a:ahLst/>
              <a:cxnLst/>
              <a:rect l="l" t="t" r="r" b="b"/>
              <a:pathLst>
                <a:path w="2602" h="1893" extrusionOk="0">
                  <a:moveTo>
                    <a:pt x="219" y="1"/>
                  </a:moveTo>
                  <a:cubicBezTo>
                    <a:pt x="0" y="1"/>
                    <a:pt x="877" y="1893"/>
                    <a:pt x="877" y="1893"/>
                  </a:cubicBezTo>
                  <a:cubicBezTo>
                    <a:pt x="877" y="1893"/>
                    <a:pt x="2601" y="1017"/>
                    <a:pt x="2515" y="933"/>
                  </a:cubicBezTo>
                  <a:cubicBezTo>
                    <a:pt x="2432" y="850"/>
                    <a:pt x="482" y="57"/>
                    <a:pt x="230" y="2"/>
                  </a:cubicBezTo>
                  <a:cubicBezTo>
                    <a:pt x="226" y="1"/>
                    <a:pt x="222" y="1"/>
                    <a:pt x="21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0" name="Google Shape;2990;p31"/>
            <p:cNvSpPr/>
            <p:nvPr/>
          </p:nvSpPr>
          <p:spPr>
            <a:xfrm>
              <a:off x="4878897" y="2108611"/>
              <a:ext cx="178523" cy="112316"/>
            </a:xfrm>
            <a:custGeom>
              <a:avLst/>
              <a:gdLst/>
              <a:ahLst/>
              <a:cxnLst/>
              <a:rect l="l" t="t" r="r" b="b"/>
              <a:pathLst>
                <a:path w="2656" h="1671" extrusionOk="0">
                  <a:moveTo>
                    <a:pt x="267" y="0"/>
                  </a:moveTo>
                  <a:cubicBezTo>
                    <a:pt x="0" y="0"/>
                    <a:pt x="876" y="1670"/>
                    <a:pt x="876" y="1670"/>
                  </a:cubicBezTo>
                  <a:cubicBezTo>
                    <a:pt x="876" y="1670"/>
                    <a:pt x="2088" y="1390"/>
                    <a:pt x="2372" y="1275"/>
                  </a:cubicBezTo>
                  <a:cubicBezTo>
                    <a:pt x="2655" y="1158"/>
                    <a:pt x="592" y="60"/>
                    <a:pt x="280" y="2"/>
                  </a:cubicBezTo>
                  <a:cubicBezTo>
                    <a:pt x="276" y="1"/>
                    <a:pt x="271" y="0"/>
                    <a:pt x="2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1" name="Google Shape;2991;p31"/>
            <p:cNvSpPr/>
            <p:nvPr/>
          </p:nvSpPr>
          <p:spPr>
            <a:xfrm>
              <a:off x="5085716" y="2465721"/>
              <a:ext cx="224834" cy="205073"/>
            </a:xfrm>
            <a:custGeom>
              <a:avLst/>
              <a:gdLst/>
              <a:ahLst/>
              <a:cxnLst/>
              <a:rect l="l" t="t" r="r" b="b"/>
              <a:pathLst>
                <a:path w="3345" h="3051" extrusionOk="0">
                  <a:moveTo>
                    <a:pt x="3222" y="0"/>
                  </a:moveTo>
                  <a:cubicBezTo>
                    <a:pt x="3203" y="0"/>
                    <a:pt x="3183" y="7"/>
                    <a:pt x="3165" y="24"/>
                  </a:cubicBezTo>
                  <a:lnTo>
                    <a:pt x="56" y="2905"/>
                  </a:lnTo>
                  <a:cubicBezTo>
                    <a:pt x="1" y="2958"/>
                    <a:pt x="38" y="3050"/>
                    <a:pt x="115" y="3050"/>
                  </a:cubicBezTo>
                  <a:cubicBezTo>
                    <a:pt x="137" y="3050"/>
                    <a:pt x="155" y="3044"/>
                    <a:pt x="174" y="3029"/>
                  </a:cubicBezTo>
                  <a:lnTo>
                    <a:pt x="3279" y="148"/>
                  </a:lnTo>
                  <a:cubicBezTo>
                    <a:pt x="3344" y="88"/>
                    <a:pt x="3288" y="0"/>
                    <a:pt x="32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2" name="Google Shape;2992;p31"/>
            <p:cNvSpPr/>
            <p:nvPr/>
          </p:nvSpPr>
          <p:spPr>
            <a:xfrm>
              <a:off x="5116029" y="2556594"/>
              <a:ext cx="252056" cy="136984"/>
            </a:xfrm>
            <a:custGeom>
              <a:avLst/>
              <a:gdLst/>
              <a:ahLst/>
              <a:cxnLst/>
              <a:rect l="l" t="t" r="r" b="b"/>
              <a:pathLst>
                <a:path w="3750" h="2038" extrusionOk="0">
                  <a:moveTo>
                    <a:pt x="3627" y="0"/>
                  </a:moveTo>
                  <a:cubicBezTo>
                    <a:pt x="3613" y="0"/>
                    <a:pt x="3597" y="4"/>
                    <a:pt x="3581" y="14"/>
                  </a:cubicBezTo>
                  <a:lnTo>
                    <a:pt x="77" y="1880"/>
                  </a:lnTo>
                  <a:cubicBezTo>
                    <a:pt x="0" y="1920"/>
                    <a:pt x="28" y="2037"/>
                    <a:pt x="114" y="2037"/>
                  </a:cubicBezTo>
                  <a:cubicBezTo>
                    <a:pt x="130" y="2037"/>
                    <a:pt x="142" y="2034"/>
                    <a:pt x="157" y="2028"/>
                  </a:cubicBezTo>
                  <a:lnTo>
                    <a:pt x="3658" y="165"/>
                  </a:lnTo>
                  <a:cubicBezTo>
                    <a:pt x="3749" y="121"/>
                    <a:pt x="3704" y="0"/>
                    <a:pt x="36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3" name="Google Shape;2993;p31"/>
            <p:cNvSpPr/>
            <p:nvPr/>
          </p:nvSpPr>
          <p:spPr>
            <a:xfrm>
              <a:off x="5123692" y="2685982"/>
              <a:ext cx="247284" cy="41808"/>
            </a:xfrm>
            <a:custGeom>
              <a:avLst/>
              <a:gdLst/>
              <a:ahLst/>
              <a:cxnLst/>
              <a:rect l="l" t="t" r="r" b="b"/>
              <a:pathLst>
                <a:path w="3679" h="622" extrusionOk="0">
                  <a:moveTo>
                    <a:pt x="3564" y="0"/>
                  </a:moveTo>
                  <a:cubicBezTo>
                    <a:pt x="3560" y="0"/>
                    <a:pt x="3555" y="1"/>
                    <a:pt x="3550" y="1"/>
                  </a:cubicBezTo>
                  <a:lnTo>
                    <a:pt x="102" y="452"/>
                  </a:lnTo>
                  <a:cubicBezTo>
                    <a:pt x="0" y="467"/>
                    <a:pt x="10" y="621"/>
                    <a:pt x="114" y="621"/>
                  </a:cubicBezTo>
                  <a:lnTo>
                    <a:pt x="127" y="621"/>
                  </a:lnTo>
                  <a:lnTo>
                    <a:pt x="3572" y="168"/>
                  </a:lnTo>
                  <a:cubicBezTo>
                    <a:pt x="3678" y="153"/>
                    <a:pt x="3663" y="0"/>
                    <a:pt x="35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4" name="Google Shape;2994;p31"/>
            <p:cNvSpPr/>
            <p:nvPr/>
          </p:nvSpPr>
          <p:spPr>
            <a:xfrm>
              <a:off x="4212330" y="2845481"/>
              <a:ext cx="326194" cy="15191"/>
            </a:xfrm>
            <a:custGeom>
              <a:avLst/>
              <a:gdLst/>
              <a:ahLst/>
              <a:cxnLst/>
              <a:rect l="l" t="t" r="r" b="b"/>
              <a:pathLst>
                <a:path w="4853" h="226" extrusionOk="0">
                  <a:moveTo>
                    <a:pt x="4747" y="0"/>
                  </a:moveTo>
                  <a:lnTo>
                    <a:pt x="115" y="56"/>
                  </a:lnTo>
                  <a:cubicBezTo>
                    <a:pt x="1" y="56"/>
                    <a:pt x="1" y="225"/>
                    <a:pt x="115" y="225"/>
                  </a:cubicBezTo>
                  <a:lnTo>
                    <a:pt x="4747" y="170"/>
                  </a:lnTo>
                  <a:cubicBezTo>
                    <a:pt x="4852" y="164"/>
                    <a:pt x="4852" y="6"/>
                    <a:pt x="47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5" name="Google Shape;2995;p31"/>
            <p:cNvSpPr/>
            <p:nvPr/>
          </p:nvSpPr>
          <p:spPr>
            <a:xfrm>
              <a:off x="4246139" y="2875795"/>
              <a:ext cx="289831" cy="98873"/>
            </a:xfrm>
            <a:custGeom>
              <a:avLst/>
              <a:gdLst/>
              <a:ahLst/>
              <a:cxnLst/>
              <a:rect l="l" t="t" r="r" b="b"/>
              <a:pathLst>
                <a:path w="4312" h="1471" extrusionOk="0">
                  <a:moveTo>
                    <a:pt x="4190" y="1"/>
                  </a:moveTo>
                  <a:cubicBezTo>
                    <a:pt x="4181" y="1"/>
                    <a:pt x="4171" y="2"/>
                    <a:pt x="4161" y="6"/>
                  </a:cubicBezTo>
                  <a:lnTo>
                    <a:pt x="93" y="1304"/>
                  </a:lnTo>
                  <a:cubicBezTo>
                    <a:pt x="0" y="1335"/>
                    <a:pt x="22" y="1471"/>
                    <a:pt x="118" y="1471"/>
                  </a:cubicBezTo>
                  <a:cubicBezTo>
                    <a:pt x="127" y="1471"/>
                    <a:pt x="136" y="1468"/>
                    <a:pt x="145" y="1468"/>
                  </a:cubicBezTo>
                  <a:lnTo>
                    <a:pt x="4214" y="166"/>
                  </a:lnTo>
                  <a:cubicBezTo>
                    <a:pt x="4311" y="135"/>
                    <a:pt x="4278" y="1"/>
                    <a:pt x="419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6" name="Google Shape;2996;p31"/>
            <p:cNvSpPr/>
            <p:nvPr/>
          </p:nvSpPr>
          <p:spPr>
            <a:xfrm>
              <a:off x="4265228" y="2902546"/>
              <a:ext cx="289428" cy="212668"/>
            </a:xfrm>
            <a:custGeom>
              <a:avLst/>
              <a:gdLst/>
              <a:ahLst/>
              <a:cxnLst/>
              <a:rect l="l" t="t" r="r" b="b"/>
              <a:pathLst>
                <a:path w="4306" h="3164" extrusionOk="0">
                  <a:moveTo>
                    <a:pt x="4186" y="1"/>
                  </a:moveTo>
                  <a:cubicBezTo>
                    <a:pt x="4170" y="1"/>
                    <a:pt x="4153" y="6"/>
                    <a:pt x="4136" y="18"/>
                  </a:cubicBezTo>
                  <a:lnTo>
                    <a:pt x="68" y="3010"/>
                  </a:lnTo>
                  <a:cubicBezTo>
                    <a:pt x="0" y="3056"/>
                    <a:pt x="34" y="3164"/>
                    <a:pt x="117" y="3164"/>
                  </a:cubicBezTo>
                  <a:cubicBezTo>
                    <a:pt x="136" y="3164"/>
                    <a:pt x="154" y="3158"/>
                    <a:pt x="167" y="3148"/>
                  </a:cubicBezTo>
                  <a:lnTo>
                    <a:pt x="4235" y="154"/>
                  </a:lnTo>
                  <a:cubicBezTo>
                    <a:pt x="4305" y="98"/>
                    <a:pt x="4255" y="1"/>
                    <a:pt x="41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7" name="Google Shape;2997;p31"/>
            <p:cNvSpPr/>
            <p:nvPr/>
          </p:nvSpPr>
          <p:spPr>
            <a:xfrm>
              <a:off x="4384467" y="3442343"/>
              <a:ext cx="219121" cy="212131"/>
            </a:xfrm>
            <a:custGeom>
              <a:avLst/>
              <a:gdLst/>
              <a:ahLst/>
              <a:cxnLst/>
              <a:rect l="l" t="t" r="r" b="b"/>
              <a:pathLst>
                <a:path w="3260" h="3156" extrusionOk="0">
                  <a:moveTo>
                    <a:pt x="100" y="0"/>
                  </a:moveTo>
                  <a:cubicBezTo>
                    <a:pt x="49" y="0"/>
                    <a:pt x="0" y="45"/>
                    <a:pt x="18" y="108"/>
                  </a:cubicBezTo>
                  <a:cubicBezTo>
                    <a:pt x="58" y="206"/>
                    <a:pt x="1073" y="2526"/>
                    <a:pt x="3121" y="3152"/>
                  </a:cubicBezTo>
                  <a:cubicBezTo>
                    <a:pt x="3130" y="3152"/>
                    <a:pt x="3136" y="3155"/>
                    <a:pt x="3146" y="3155"/>
                  </a:cubicBezTo>
                  <a:cubicBezTo>
                    <a:pt x="3241" y="3155"/>
                    <a:pt x="3260" y="3016"/>
                    <a:pt x="3170" y="2989"/>
                  </a:cubicBezTo>
                  <a:cubicBezTo>
                    <a:pt x="1196" y="2387"/>
                    <a:pt x="182" y="65"/>
                    <a:pt x="172" y="43"/>
                  </a:cubicBezTo>
                  <a:cubicBezTo>
                    <a:pt x="154" y="13"/>
                    <a:pt x="127" y="0"/>
                    <a:pt x="1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8" name="Google Shape;2998;p31"/>
            <p:cNvSpPr/>
            <p:nvPr/>
          </p:nvSpPr>
          <p:spPr>
            <a:xfrm>
              <a:off x="3778259" y="2274227"/>
              <a:ext cx="39657" cy="56998"/>
            </a:xfrm>
            <a:custGeom>
              <a:avLst/>
              <a:gdLst/>
              <a:ahLst/>
              <a:cxnLst/>
              <a:rect l="l" t="t" r="r" b="b"/>
              <a:pathLst>
                <a:path w="590" h="848" extrusionOk="0">
                  <a:moveTo>
                    <a:pt x="397" y="0"/>
                  </a:moveTo>
                  <a:cubicBezTo>
                    <a:pt x="340" y="0"/>
                    <a:pt x="282" y="57"/>
                    <a:pt x="318" y="125"/>
                  </a:cubicBezTo>
                  <a:cubicBezTo>
                    <a:pt x="324" y="141"/>
                    <a:pt x="478" y="486"/>
                    <a:pt x="80" y="687"/>
                  </a:cubicBezTo>
                  <a:cubicBezTo>
                    <a:pt x="0" y="727"/>
                    <a:pt x="31" y="847"/>
                    <a:pt x="121" y="847"/>
                  </a:cubicBezTo>
                  <a:cubicBezTo>
                    <a:pt x="133" y="847"/>
                    <a:pt x="145" y="844"/>
                    <a:pt x="158" y="838"/>
                  </a:cubicBezTo>
                  <a:cubicBezTo>
                    <a:pt x="589" y="622"/>
                    <a:pt x="552" y="230"/>
                    <a:pt x="472" y="54"/>
                  </a:cubicBezTo>
                  <a:cubicBezTo>
                    <a:pt x="457" y="16"/>
                    <a:pt x="427" y="0"/>
                    <a:pt x="3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9" name="Google Shape;2999;p31"/>
            <p:cNvSpPr/>
            <p:nvPr/>
          </p:nvSpPr>
          <p:spPr>
            <a:xfrm>
              <a:off x="3757086" y="2224354"/>
              <a:ext cx="39455" cy="56461"/>
            </a:xfrm>
            <a:custGeom>
              <a:avLst/>
              <a:gdLst/>
              <a:ahLst/>
              <a:cxnLst/>
              <a:rect l="l" t="t" r="r" b="b"/>
              <a:pathLst>
                <a:path w="587" h="840" extrusionOk="0">
                  <a:moveTo>
                    <a:pt x="399" y="0"/>
                  </a:moveTo>
                  <a:cubicBezTo>
                    <a:pt x="345" y="0"/>
                    <a:pt x="292" y="51"/>
                    <a:pt x="318" y="118"/>
                  </a:cubicBezTo>
                  <a:cubicBezTo>
                    <a:pt x="325" y="130"/>
                    <a:pt x="476" y="479"/>
                    <a:pt x="81" y="676"/>
                  </a:cubicBezTo>
                  <a:cubicBezTo>
                    <a:pt x="1" y="716"/>
                    <a:pt x="28" y="840"/>
                    <a:pt x="118" y="840"/>
                  </a:cubicBezTo>
                  <a:cubicBezTo>
                    <a:pt x="130" y="837"/>
                    <a:pt x="146" y="833"/>
                    <a:pt x="155" y="830"/>
                  </a:cubicBezTo>
                  <a:cubicBezTo>
                    <a:pt x="587" y="614"/>
                    <a:pt x="553" y="223"/>
                    <a:pt x="473" y="47"/>
                  </a:cubicBezTo>
                  <a:cubicBezTo>
                    <a:pt x="456" y="14"/>
                    <a:pt x="427" y="0"/>
                    <a:pt x="3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31"/>
            <p:cNvSpPr/>
            <p:nvPr/>
          </p:nvSpPr>
          <p:spPr>
            <a:xfrm>
              <a:off x="3807497" y="2205736"/>
              <a:ext cx="39455" cy="56461"/>
            </a:xfrm>
            <a:custGeom>
              <a:avLst/>
              <a:gdLst/>
              <a:ahLst/>
              <a:cxnLst/>
              <a:rect l="l" t="t" r="r" b="b"/>
              <a:pathLst>
                <a:path w="587" h="840" extrusionOk="0">
                  <a:moveTo>
                    <a:pt x="400" y="0"/>
                  </a:moveTo>
                  <a:cubicBezTo>
                    <a:pt x="346" y="0"/>
                    <a:pt x="291" y="52"/>
                    <a:pt x="318" y="117"/>
                  </a:cubicBezTo>
                  <a:cubicBezTo>
                    <a:pt x="324" y="133"/>
                    <a:pt x="475" y="481"/>
                    <a:pt x="80" y="679"/>
                  </a:cubicBezTo>
                  <a:cubicBezTo>
                    <a:pt x="0" y="719"/>
                    <a:pt x="28" y="839"/>
                    <a:pt x="120" y="839"/>
                  </a:cubicBezTo>
                  <a:cubicBezTo>
                    <a:pt x="133" y="839"/>
                    <a:pt x="145" y="836"/>
                    <a:pt x="157" y="830"/>
                  </a:cubicBezTo>
                  <a:cubicBezTo>
                    <a:pt x="586" y="614"/>
                    <a:pt x="552" y="222"/>
                    <a:pt x="472" y="46"/>
                  </a:cubicBezTo>
                  <a:cubicBezTo>
                    <a:pt x="455" y="14"/>
                    <a:pt x="428" y="0"/>
                    <a:pt x="4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31"/>
            <p:cNvSpPr/>
            <p:nvPr/>
          </p:nvSpPr>
          <p:spPr>
            <a:xfrm>
              <a:off x="3985078" y="3004241"/>
              <a:ext cx="51151" cy="43219"/>
            </a:xfrm>
            <a:custGeom>
              <a:avLst/>
              <a:gdLst/>
              <a:ahLst/>
              <a:cxnLst/>
              <a:rect l="l" t="t" r="r" b="b"/>
              <a:pathLst>
                <a:path w="761" h="643" extrusionOk="0">
                  <a:moveTo>
                    <a:pt x="163" y="1"/>
                  </a:moveTo>
                  <a:cubicBezTo>
                    <a:pt x="143" y="1"/>
                    <a:pt x="124" y="2"/>
                    <a:pt x="106" y="4"/>
                  </a:cubicBezTo>
                  <a:cubicBezTo>
                    <a:pt x="0" y="19"/>
                    <a:pt x="16" y="174"/>
                    <a:pt x="119" y="174"/>
                  </a:cubicBezTo>
                  <a:cubicBezTo>
                    <a:pt x="121" y="174"/>
                    <a:pt x="123" y="174"/>
                    <a:pt x="125" y="173"/>
                  </a:cubicBezTo>
                  <a:cubicBezTo>
                    <a:pt x="131" y="173"/>
                    <a:pt x="145" y="171"/>
                    <a:pt x="163" y="171"/>
                  </a:cubicBezTo>
                  <a:cubicBezTo>
                    <a:pt x="268" y="171"/>
                    <a:pt x="532" y="211"/>
                    <a:pt x="584" y="571"/>
                  </a:cubicBezTo>
                  <a:cubicBezTo>
                    <a:pt x="590" y="611"/>
                    <a:pt x="627" y="642"/>
                    <a:pt x="671" y="642"/>
                  </a:cubicBezTo>
                  <a:lnTo>
                    <a:pt x="683" y="639"/>
                  </a:lnTo>
                  <a:cubicBezTo>
                    <a:pt x="729" y="633"/>
                    <a:pt x="760" y="590"/>
                    <a:pt x="754" y="544"/>
                  </a:cubicBezTo>
                  <a:cubicBezTo>
                    <a:pt x="687" y="111"/>
                    <a:pt x="366" y="1"/>
                    <a:pt x="1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2" name="Google Shape;3002;p31"/>
            <p:cNvSpPr/>
            <p:nvPr/>
          </p:nvSpPr>
          <p:spPr>
            <a:xfrm>
              <a:off x="5142109" y="3433135"/>
              <a:ext cx="49605" cy="42009"/>
            </a:xfrm>
            <a:custGeom>
              <a:avLst/>
              <a:gdLst/>
              <a:ahLst/>
              <a:cxnLst/>
              <a:rect l="l" t="t" r="r" b="b"/>
              <a:pathLst>
                <a:path w="738" h="625" extrusionOk="0">
                  <a:moveTo>
                    <a:pt x="652" y="1"/>
                  </a:moveTo>
                  <a:cubicBezTo>
                    <a:pt x="608" y="1"/>
                    <a:pt x="571" y="34"/>
                    <a:pt x="568" y="78"/>
                  </a:cubicBezTo>
                  <a:cubicBezTo>
                    <a:pt x="565" y="93"/>
                    <a:pt x="539" y="458"/>
                    <a:pt x="116" y="458"/>
                  </a:cubicBezTo>
                  <a:cubicBezTo>
                    <a:pt x="108" y="458"/>
                    <a:pt x="99" y="458"/>
                    <a:pt x="90" y="458"/>
                  </a:cubicBezTo>
                  <a:cubicBezTo>
                    <a:pt x="44" y="458"/>
                    <a:pt x="7" y="492"/>
                    <a:pt x="4" y="538"/>
                  </a:cubicBezTo>
                  <a:cubicBezTo>
                    <a:pt x="1" y="584"/>
                    <a:pt x="38" y="624"/>
                    <a:pt x="84" y="624"/>
                  </a:cubicBezTo>
                  <a:lnTo>
                    <a:pt x="118" y="624"/>
                  </a:lnTo>
                  <a:cubicBezTo>
                    <a:pt x="578" y="624"/>
                    <a:pt x="726" y="279"/>
                    <a:pt x="735" y="91"/>
                  </a:cubicBezTo>
                  <a:cubicBezTo>
                    <a:pt x="738" y="44"/>
                    <a:pt x="704" y="4"/>
                    <a:pt x="658" y="1"/>
                  </a:cubicBezTo>
                  <a:cubicBezTo>
                    <a:pt x="656" y="1"/>
                    <a:pt x="654" y="1"/>
                    <a:pt x="6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3" name="Google Shape;3003;p31"/>
            <p:cNvSpPr/>
            <p:nvPr/>
          </p:nvSpPr>
          <p:spPr>
            <a:xfrm>
              <a:off x="5153535" y="3373247"/>
              <a:ext cx="49806" cy="42144"/>
            </a:xfrm>
            <a:custGeom>
              <a:avLst/>
              <a:gdLst/>
              <a:ahLst/>
              <a:cxnLst/>
              <a:rect l="l" t="t" r="r" b="b"/>
              <a:pathLst>
                <a:path w="741" h="627" extrusionOk="0">
                  <a:moveTo>
                    <a:pt x="655" y="1"/>
                  </a:moveTo>
                  <a:cubicBezTo>
                    <a:pt x="611" y="1"/>
                    <a:pt x="571" y="34"/>
                    <a:pt x="568" y="78"/>
                  </a:cubicBezTo>
                  <a:cubicBezTo>
                    <a:pt x="568" y="96"/>
                    <a:pt x="541" y="458"/>
                    <a:pt x="119" y="458"/>
                  </a:cubicBezTo>
                  <a:cubicBezTo>
                    <a:pt x="111" y="458"/>
                    <a:pt x="102" y="458"/>
                    <a:pt x="93" y="457"/>
                  </a:cubicBezTo>
                  <a:cubicBezTo>
                    <a:pt x="47" y="457"/>
                    <a:pt x="7" y="494"/>
                    <a:pt x="4" y="537"/>
                  </a:cubicBezTo>
                  <a:cubicBezTo>
                    <a:pt x="0" y="587"/>
                    <a:pt x="37" y="624"/>
                    <a:pt x="87" y="627"/>
                  </a:cubicBezTo>
                  <a:lnTo>
                    <a:pt x="121" y="627"/>
                  </a:lnTo>
                  <a:cubicBezTo>
                    <a:pt x="577" y="627"/>
                    <a:pt x="722" y="278"/>
                    <a:pt x="738" y="93"/>
                  </a:cubicBezTo>
                  <a:cubicBezTo>
                    <a:pt x="741" y="47"/>
                    <a:pt x="707" y="7"/>
                    <a:pt x="660" y="1"/>
                  </a:cubicBezTo>
                  <a:cubicBezTo>
                    <a:pt x="659" y="1"/>
                    <a:pt x="657" y="1"/>
                    <a:pt x="65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4" name="Google Shape;3004;p31"/>
            <p:cNvSpPr/>
            <p:nvPr/>
          </p:nvSpPr>
          <p:spPr>
            <a:xfrm>
              <a:off x="5088202" y="3416130"/>
              <a:ext cx="49605" cy="42211"/>
            </a:xfrm>
            <a:custGeom>
              <a:avLst/>
              <a:gdLst/>
              <a:ahLst/>
              <a:cxnLst/>
              <a:rect l="l" t="t" r="r" b="b"/>
              <a:pathLst>
                <a:path w="738" h="628" extrusionOk="0">
                  <a:moveTo>
                    <a:pt x="647" y="1"/>
                  </a:moveTo>
                  <a:cubicBezTo>
                    <a:pt x="603" y="1"/>
                    <a:pt x="568" y="35"/>
                    <a:pt x="565" y="78"/>
                  </a:cubicBezTo>
                  <a:cubicBezTo>
                    <a:pt x="565" y="93"/>
                    <a:pt x="539" y="458"/>
                    <a:pt x="117" y="458"/>
                  </a:cubicBezTo>
                  <a:cubicBezTo>
                    <a:pt x="108" y="458"/>
                    <a:pt x="99" y="458"/>
                    <a:pt x="90" y="458"/>
                  </a:cubicBezTo>
                  <a:cubicBezTo>
                    <a:pt x="44" y="458"/>
                    <a:pt x="4" y="492"/>
                    <a:pt x="1" y="538"/>
                  </a:cubicBezTo>
                  <a:cubicBezTo>
                    <a:pt x="1" y="584"/>
                    <a:pt x="35" y="624"/>
                    <a:pt x="84" y="627"/>
                  </a:cubicBezTo>
                  <a:lnTo>
                    <a:pt x="118" y="627"/>
                  </a:lnTo>
                  <a:cubicBezTo>
                    <a:pt x="575" y="627"/>
                    <a:pt x="720" y="279"/>
                    <a:pt x="735" y="94"/>
                  </a:cubicBezTo>
                  <a:cubicBezTo>
                    <a:pt x="738" y="44"/>
                    <a:pt x="704" y="4"/>
                    <a:pt x="658" y="1"/>
                  </a:cubicBezTo>
                  <a:cubicBezTo>
                    <a:pt x="654" y="1"/>
                    <a:pt x="651" y="1"/>
                    <a:pt x="6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31"/>
            <p:cNvSpPr/>
            <p:nvPr/>
          </p:nvSpPr>
          <p:spPr>
            <a:xfrm>
              <a:off x="5076642" y="3478706"/>
              <a:ext cx="49806" cy="42009"/>
            </a:xfrm>
            <a:custGeom>
              <a:avLst/>
              <a:gdLst/>
              <a:ahLst/>
              <a:cxnLst/>
              <a:rect l="l" t="t" r="r" b="b"/>
              <a:pathLst>
                <a:path w="741" h="625" extrusionOk="0">
                  <a:moveTo>
                    <a:pt x="649" y="1"/>
                  </a:moveTo>
                  <a:cubicBezTo>
                    <a:pt x="607" y="1"/>
                    <a:pt x="571" y="33"/>
                    <a:pt x="568" y="79"/>
                  </a:cubicBezTo>
                  <a:cubicBezTo>
                    <a:pt x="568" y="94"/>
                    <a:pt x="538" y="456"/>
                    <a:pt x="119" y="456"/>
                  </a:cubicBezTo>
                  <a:cubicBezTo>
                    <a:pt x="110" y="456"/>
                    <a:pt x="102" y="455"/>
                    <a:pt x="93" y="455"/>
                  </a:cubicBezTo>
                  <a:cubicBezTo>
                    <a:pt x="46" y="458"/>
                    <a:pt x="9" y="492"/>
                    <a:pt x="3" y="538"/>
                  </a:cubicBezTo>
                  <a:cubicBezTo>
                    <a:pt x="0" y="585"/>
                    <a:pt x="37" y="625"/>
                    <a:pt x="87" y="625"/>
                  </a:cubicBezTo>
                  <a:lnTo>
                    <a:pt x="120" y="625"/>
                  </a:lnTo>
                  <a:cubicBezTo>
                    <a:pt x="577" y="625"/>
                    <a:pt x="725" y="279"/>
                    <a:pt x="737" y="91"/>
                  </a:cubicBezTo>
                  <a:cubicBezTo>
                    <a:pt x="740" y="45"/>
                    <a:pt x="706" y="5"/>
                    <a:pt x="660" y="2"/>
                  </a:cubicBezTo>
                  <a:cubicBezTo>
                    <a:pt x="657" y="1"/>
                    <a:pt x="653" y="1"/>
                    <a:pt x="64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6" name="Google Shape;3006;p31"/>
            <p:cNvSpPr/>
            <p:nvPr/>
          </p:nvSpPr>
          <p:spPr>
            <a:xfrm>
              <a:off x="5022736" y="3475682"/>
              <a:ext cx="49605" cy="42144"/>
            </a:xfrm>
            <a:custGeom>
              <a:avLst/>
              <a:gdLst/>
              <a:ahLst/>
              <a:cxnLst/>
              <a:rect l="l" t="t" r="r" b="b"/>
              <a:pathLst>
                <a:path w="738" h="627" extrusionOk="0">
                  <a:moveTo>
                    <a:pt x="651" y="0"/>
                  </a:moveTo>
                  <a:cubicBezTo>
                    <a:pt x="607" y="0"/>
                    <a:pt x="568" y="33"/>
                    <a:pt x="565" y="78"/>
                  </a:cubicBezTo>
                  <a:cubicBezTo>
                    <a:pt x="565" y="96"/>
                    <a:pt x="538" y="458"/>
                    <a:pt x="121" y="458"/>
                  </a:cubicBezTo>
                  <a:cubicBezTo>
                    <a:pt x="111" y="458"/>
                    <a:pt x="100" y="457"/>
                    <a:pt x="90" y="457"/>
                  </a:cubicBezTo>
                  <a:cubicBezTo>
                    <a:pt x="43" y="457"/>
                    <a:pt x="3" y="494"/>
                    <a:pt x="0" y="537"/>
                  </a:cubicBezTo>
                  <a:cubicBezTo>
                    <a:pt x="0" y="586"/>
                    <a:pt x="34" y="623"/>
                    <a:pt x="84" y="627"/>
                  </a:cubicBezTo>
                  <a:lnTo>
                    <a:pt x="117" y="627"/>
                  </a:lnTo>
                  <a:cubicBezTo>
                    <a:pt x="574" y="627"/>
                    <a:pt x="719" y="281"/>
                    <a:pt x="734" y="93"/>
                  </a:cubicBezTo>
                  <a:cubicBezTo>
                    <a:pt x="737" y="47"/>
                    <a:pt x="703" y="7"/>
                    <a:pt x="657" y="0"/>
                  </a:cubicBezTo>
                  <a:cubicBezTo>
                    <a:pt x="655" y="0"/>
                    <a:pt x="653" y="0"/>
                    <a:pt x="6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7" name="Google Shape;3007;p31"/>
            <p:cNvSpPr/>
            <p:nvPr/>
          </p:nvSpPr>
          <p:spPr>
            <a:xfrm>
              <a:off x="3075666" y="2882987"/>
              <a:ext cx="35960" cy="59956"/>
            </a:xfrm>
            <a:custGeom>
              <a:avLst/>
              <a:gdLst/>
              <a:ahLst/>
              <a:cxnLst/>
              <a:rect l="l" t="t" r="r" b="b"/>
              <a:pathLst>
                <a:path w="535" h="892" extrusionOk="0">
                  <a:moveTo>
                    <a:pt x="413" y="1"/>
                  </a:moveTo>
                  <a:cubicBezTo>
                    <a:pt x="394" y="1"/>
                    <a:pt x="374" y="8"/>
                    <a:pt x="355" y="25"/>
                  </a:cubicBezTo>
                  <a:cubicBezTo>
                    <a:pt x="1" y="352"/>
                    <a:pt x="142" y="716"/>
                    <a:pt x="269" y="864"/>
                  </a:cubicBezTo>
                  <a:cubicBezTo>
                    <a:pt x="284" y="883"/>
                    <a:pt x="309" y="892"/>
                    <a:pt x="334" y="892"/>
                  </a:cubicBezTo>
                  <a:cubicBezTo>
                    <a:pt x="355" y="892"/>
                    <a:pt x="374" y="886"/>
                    <a:pt x="389" y="873"/>
                  </a:cubicBezTo>
                  <a:cubicBezTo>
                    <a:pt x="426" y="842"/>
                    <a:pt x="429" y="790"/>
                    <a:pt x="398" y="753"/>
                  </a:cubicBezTo>
                  <a:cubicBezTo>
                    <a:pt x="389" y="741"/>
                    <a:pt x="146" y="451"/>
                    <a:pt x="469" y="148"/>
                  </a:cubicBezTo>
                  <a:cubicBezTo>
                    <a:pt x="534" y="89"/>
                    <a:pt x="480" y="1"/>
                    <a:pt x="4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3008;p31"/>
            <p:cNvSpPr/>
            <p:nvPr/>
          </p:nvSpPr>
          <p:spPr>
            <a:xfrm>
              <a:off x="3109676" y="2933397"/>
              <a:ext cx="36162" cy="60157"/>
            </a:xfrm>
            <a:custGeom>
              <a:avLst/>
              <a:gdLst/>
              <a:ahLst/>
              <a:cxnLst/>
              <a:rect l="l" t="t" r="r" b="b"/>
              <a:pathLst>
                <a:path w="538" h="895" extrusionOk="0">
                  <a:moveTo>
                    <a:pt x="412" y="1"/>
                  </a:moveTo>
                  <a:cubicBezTo>
                    <a:pt x="393" y="1"/>
                    <a:pt x="373" y="8"/>
                    <a:pt x="355" y="25"/>
                  </a:cubicBezTo>
                  <a:cubicBezTo>
                    <a:pt x="0" y="355"/>
                    <a:pt x="145" y="719"/>
                    <a:pt x="272" y="864"/>
                  </a:cubicBezTo>
                  <a:cubicBezTo>
                    <a:pt x="287" y="882"/>
                    <a:pt x="309" y="894"/>
                    <a:pt x="334" y="894"/>
                  </a:cubicBezTo>
                  <a:cubicBezTo>
                    <a:pt x="355" y="894"/>
                    <a:pt x="374" y="888"/>
                    <a:pt x="392" y="873"/>
                  </a:cubicBezTo>
                  <a:cubicBezTo>
                    <a:pt x="426" y="842"/>
                    <a:pt x="429" y="790"/>
                    <a:pt x="398" y="756"/>
                  </a:cubicBezTo>
                  <a:cubicBezTo>
                    <a:pt x="389" y="743"/>
                    <a:pt x="145" y="450"/>
                    <a:pt x="472" y="151"/>
                  </a:cubicBezTo>
                  <a:cubicBezTo>
                    <a:pt x="537" y="91"/>
                    <a:pt x="480" y="1"/>
                    <a:pt x="4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9" name="Google Shape;3009;p31"/>
            <p:cNvSpPr/>
            <p:nvPr/>
          </p:nvSpPr>
          <p:spPr>
            <a:xfrm>
              <a:off x="3126077" y="2856907"/>
              <a:ext cx="36094" cy="60157"/>
            </a:xfrm>
            <a:custGeom>
              <a:avLst/>
              <a:gdLst/>
              <a:ahLst/>
              <a:cxnLst/>
              <a:rect l="l" t="t" r="r" b="b"/>
              <a:pathLst>
                <a:path w="537" h="895" extrusionOk="0">
                  <a:moveTo>
                    <a:pt x="412" y="0"/>
                  </a:moveTo>
                  <a:cubicBezTo>
                    <a:pt x="393" y="0"/>
                    <a:pt x="373" y="8"/>
                    <a:pt x="355" y="25"/>
                  </a:cubicBezTo>
                  <a:cubicBezTo>
                    <a:pt x="0" y="355"/>
                    <a:pt x="145" y="718"/>
                    <a:pt x="268" y="863"/>
                  </a:cubicBezTo>
                  <a:cubicBezTo>
                    <a:pt x="287" y="882"/>
                    <a:pt x="309" y="894"/>
                    <a:pt x="333" y="894"/>
                  </a:cubicBezTo>
                  <a:cubicBezTo>
                    <a:pt x="407" y="894"/>
                    <a:pt x="444" y="811"/>
                    <a:pt x="398" y="755"/>
                  </a:cubicBezTo>
                  <a:cubicBezTo>
                    <a:pt x="373" y="725"/>
                    <a:pt x="154" y="444"/>
                    <a:pt x="472" y="151"/>
                  </a:cubicBezTo>
                  <a:cubicBezTo>
                    <a:pt x="537" y="91"/>
                    <a:pt x="480" y="0"/>
                    <a:pt x="4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31"/>
            <p:cNvSpPr/>
            <p:nvPr/>
          </p:nvSpPr>
          <p:spPr>
            <a:xfrm>
              <a:off x="3089983" y="2804480"/>
              <a:ext cx="36162" cy="60090"/>
            </a:xfrm>
            <a:custGeom>
              <a:avLst/>
              <a:gdLst/>
              <a:ahLst/>
              <a:cxnLst/>
              <a:rect l="l" t="t" r="r" b="b"/>
              <a:pathLst>
                <a:path w="538" h="894" extrusionOk="0">
                  <a:moveTo>
                    <a:pt x="412" y="0"/>
                  </a:moveTo>
                  <a:cubicBezTo>
                    <a:pt x="393" y="0"/>
                    <a:pt x="373" y="7"/>
                    <a:pt x="355" y="24"/>
                  </a:cubicBezTo>
                  <a:cubicBezTo>
                    <a:pt x="0" y="354"/>
                    <a:pt x="145" y="718"/>
                    <a:pt x="269" y="863"/>
                  </a:cubicBezTo>
                  <a:cubicBezTo>
                    <a:pt x="287" y="882"/>
                    <a:pt x="309" y="894"/>
                    <a:pt x="334" y="894"/>
                  </a:cubicBezTo>
                  <a:cubicBezTo>
                    <a:pt x="408" y="894"/>
                    <a:pt x="448" y="808"/>
                    <a:pt x="398" y="752"/>
                  </a:cubicBezTo>
                  <a:cubicBezTo>
                    <a:pt x="389" y="743"/>
                    <a:pt x="145" y="450"/>
                    <a:pt x="472" y="151"/>
                  </a:cubicBezTo>
                  <a:cubicBezTo>
                    <a:pt x="537" y="90"/>
                    <a:pt x="480" y="0"/>
                    <a:pt x="4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31"/>
            <p:cNvSpPr/>
            <p:nvPr/>
          </p:nvSpPr>
          <p:spPr>
            <a:xfrm>
              <a:off x="3130378" y="2768386"/>
              <a:ext cx="36027" cy="60157"/>
            </a:xfrm>
            <a:custGeom>
              <a:avLst/>
              <a:gdLst/>
              <a:ahLst/>
              <a:cxnLst/>
              <a:rect l="l" t="t" r="r" b="b"/>
              <a:pathLst>
                <a:path w="536" h="895" extrusionOk="0">
                  <a:moveTo>
                    <a:pt x="412" y="0"/>
                  </a:moveTo>
                  <a:cubicBezTo>
                    <a:pt x="394" y="0"/>
                    <a:pt x="374" y="8"/>
                    <a:pt x="356" y="25"/>
                  </a:cubicBezTo>
                  <a:cubicBezTo>
                    <a:pt x="1" y="355"/>
                    <a:pt x="143" y="718"/>
                    <a:pt x="269" y="863"/>
                  </a:cubicBezTo>
                  <a:cubicBezTo>
                    <a:pt x="285" y="882"/>
                    <a:pt x="309" y="894"/>
                    <a:pt x="334" y="894"/>
                  </a:cubicBezTo>
                  <a:cubicBezTo>
                    <a:pt x="356" y="894"/>
                    <a:pt x="374" y="888"/>
                    <a:pt x="389" y="873"/>
                  </a:cubicBezTo>
                  <a:cubicBezTo>
                    <a:pt x="426" y="845"/>
                    <a:pt x="430" y="789"/>
                    <a:pt x="399" y="755"/>
                  </a:cubicBezTo>
                  <a:cubicBezTo>
                    <a:pt x="374" y="725"/>
                    <a:pt x="155" y="444"/>
                    <a:pt x="473" y="151"/>
                  </a:cubicBezTo>
                  <a:cubicBezTo>
                    <a:pt x="535" y="91"/>
                    <a:pt x="480" y="0"/>
                    <a:pt x="4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31"/>
            <p:cNvSpPr/>
            <p:nvPr/>
          </p:nvSpPr>
          <p:spPr>
            <a:xfrm>
              <a:off x="4051419" y="3071590"/>
              <a:ext cx="43018" cy="56729"/>
            </a:xfrm>
            <a:custGeom>
              <a:avLst/>
              <a:gdLst/>
              <a:ahLst/>
              <a:cxnLst/>
              <a:rect l="l" t="t" r="r" b="b"/>
              <a:pathLst>
                <a:path w="640" h="844" extrusionOk="0">
                  <a:moveTo>
                    <a:pt x="123" y="1"/>
                  </a:moveTo>
                  <a:cubicBezTo>
                    <a:pt x="39" y="1"/>
                    <a:pt x="1" y="132"/>
                    <a:pt x="97" y="168"/>
                  </a:cubicBezTo>
                  <a:cubicBezTo>
                    <a:pt x="134" y="180"/>
                    <a:pt x="461" y="322"/>
                    <a:pt x="325" y="729"/>
                  </a:cubicBezTo>
                  <a:cubicBezTo>
                    <a:pt x="310" y="775"/>
                    <a:pt x="334" y="822"/>
                    <a:pt x="381" y="837"/>
                  </a:cubicBezTo>
                  <a:cubicBezTo>
                    <a:pt x="387" y="840"/>
                    <a:pt x="396" y="843"/>
                    <a:pt x="405" y="843"/>
                  </a:cubicBezTo>
                  <a:cubicBezTo>
                    <a:pt x="442" y="840"/>
                    <a:pt x="476" y="818"/>
                    <a:pt x="486" y="785"/>
                  </a:cubicBezTo>
                  <a:cubicBezTo>
                    <a:pt x="640" y="325"/>
                    <a:pt x="338" y="75"/>
                    <a:pt x="156" y="7"/>
                  </a:cubicBezTo>
                  <a:cubicBezTo>
                    <a:pt x="144" y="3"/>
                    <a:pt x="133" y="1"/>
                    <a:pt x="1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31"/>
            <p:cNvSpPr/>
            <p:nvPr/>
          </p:nvSpPr>
          <p:spPr>
            <a:xfrm>
              <a:off x="3886878" y="2955645"/>
              <a:ext cx="53369" cy="39119"/>
            </a:xfrm>
            <a:custGeom>
              <a:avLst/>
              <a:gdLst/>
              <a:ahLst/>
              <a:cxnLst/>
              <a:rect l="l" t="t" r="r" b="b"/>
              <a:pathLst>
                <a:path w="794" h="582" extrusionOk="0">
                  <a:moveTo>
                    <a:pt x="201" y="1"/>
                  </a:moveTo>
                  <a:cubicBezTo>
                    <a:pt x="153" y="1"/>
                    <a:pt x="110" y="6"/>
                    <a:pt x="74" y="14"/>
                  </a:cubicBezTo>
                  <a:cubicBezTo>
                    <a:pt x="28" y="27"/>
                    <a:pt x="0" y="70"/>
                    <a:pt x="10" y="116"/>
                  </a:cubicBezTo>
                  <a:cubicBezTo>
                    <a:pt x="18" y="156"/>
                    <a:pt x="54" y="183"/>
                    <a:pt x="94" y="183"/>
                  </a:cubicBezTo>
                  <a:cubicBezTo>
                    <a:pt x="100" y="183"/>
                    <a:pt x="105" y="182"/>
                    <a:pt x="111" y="181"/>
                  </a:cubicBezTo>
                  <a:cubicBezTo>
                    <a:pt x="116" y="179"/>
                    <a:pt x="152" y="170"/>
                    <a:pt x="203" y="170"/>
                  </a:cubicBezTo>
                  <a:cubicBezTo>
                    <a:pt x="325" y="170"/>
                    <a:pt x="533" y="219"/>
                    <a:pt x="617" y="520"/>
                  </a:cubicBezTo>
                  <a:cubicBezTo>
                    <a:pt x="627" y="557"/>
                    <a:pt x="660" y="582"/>
                    <a:pt x="697" y="582"/>
                  </a:cubicBezTo>
                  <a:cubicBezTo>
                    <a:pt x="707" y="582"/>
                    <a:pt x="713" y="582"/>
                    <a:pt x="722" y="579"/>
                  </a:cubicBezTo>
                  <a:cubicBezTo>
                    <a:pt x="765" y="566"/>
                    <a:pt x="793" y="520"/>
                    <a:pt x="781" y="474"/>
                  </a:cubicBezTo>
                  <a:cubicBezTo>
                    <a:pt x="676" y="97"/>
                    <a:pt x="401" y="1"/>
                    <a:pt x="2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4" name="Google Shape;3014;p31"/>
            <p:cNvSpPr/>
            <p:nvPr/>
          </p:nvSpPr>
          <p:spPr>
            <a:xfrm>
              <a:off x="3934398" y="2948520"/>
              <a:ext cx="51419" cy="43354"/>
            </a:xfrm>
            <a:custGeom>
              <a:avLst/>
              <a:gdLst/>
              <a:ahLst/>
              <a:cxnLst/>
              <a:rect l="l" t="t" r="r" b="b"/>
              <a:pathLst>
                <a:path w="765" h="645" extrusionOk="0">
                  <a:moveTo>
                    <a:pt x="166" y="0"/>
                  </a:moveTo>
                  <a:cubicBezTo>
                    <a:pt x="147" y="0"/>
                    <a:pt x="128" y="1"/>
                    <a:pt x="111" y="3"/>
                  </a:cubicBezTo>
                  <a:cubicBezTo>
                    <a:pt x="1" y="15"/>
                    <a:pt x="17" y="173"/>
                    <a:pt x="118" y="173"/>
                  </a:cubicBezTo>
                  <a:cubicBezTo>
                    <a:pt x="122" y="173"/>
                    <a:pt x="125" y="173"/>
                    <a:pt x="129" y="173"/>
                  </a:cubicBezTo>
                  <a:cubicBezTo>
                    <a:pt x="135" y="172"/>
                    <a:pt x="149" y="171"/>
                    <a:pt x="168" y="171"/>
                  </a:cubicBezTo>
                  <a:cubicBezTo>
                    <a:pt x="271" y="171"/>
                    <a:pt x="534" y="210"/>
                    <a:pt x="589" y="571"/>
                  </a:cubicBezTo>
                  <a:cubicBezTo>
                    <a:pt x="595" y="614"/>
                    <a:pt x="632" y="642"/>
                    <a:pt x="672" y="645"/>
                  </a:cubicBezTo>
                  <a:lnTo>
                    <a:pt x="684" y="642"/>
                  </a:lnTo>
                  <a:cubicBezTo>
                    <a:pt x="731" y="632"/>
                    <a:pt x="765" y="589"/>
                    <a:pt x="758" y="543"/>
                  </a:cubicBezTo>
                  <a:cubicBezTo>
                    <a:pt x="691" y="110"/>
                    <a:pt x="368" y="0"/>
                    <a:pt x="1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5" name="Google Shape;3015;p31"/>
            <p:cNvSpPr/>
            <p:nvPr/>
          </p:nvSpPr>
          <p:spPr>
            <a:xfrm>
              <a:off x="3998387" y="3062516"/>
              <a:ext cx="51083" cy="43421"/>
            </a:xfrm>
            <a:custGeom>
              <a:avLst/>
              <a:gdLst/>
              <a:ahLst/>
              <a:cxnLst/>
              <a:rect l="l" t="t" r="r" b="b"/>
              <a:pathLst>
                <a:path w="760" h="646" extrusionOk="0">
                  <a:moveTo>
                    <a:pt x="162" y="1"/>
                  </a:moveTo>
                  <a:cubicBezTo>
                    <a:pt x="142" y="1"/>
                    <a:pt x="123" y="2"/>
                    <a:pt x="106" y="4"/>
                  </a:cubicBezTo>
                  <a:cubicBezTo>
                    <a:pt x="1" y="22"/>
                    <a:pt x="15" y="174"/>
                    <a:pt x="115" y="174"/>
                  </a:cubicBezTo>
                  <a:cubicBezTo>
                    <a:pt x="118" y="174"/>
                    <a:pt x="121" y="173"/>
                    <a:pt x="124" y="173"/>
                  </a:cubicBezTo>
                  <a:cubicBezTo>
                    <a:pt x="130" y="173"/>
                    <a:pt x="141" y="172"/>
                    <a:pt x="157" y="172"/>
                  </a:cubicBezTo>
                  <a:cubicBezTo>
                    <a:pt x="258" y="172"/>
                    <a:pt x="531" y="204"/>
                    <a:pt x="584" y="571"/>
                  </a:cubicBezTo>
                  <a:cubicBezTo>
                    <a:pt x="590" y="614"/>
                    <a:pt x="627" y="642"/>
                    <a:pt x="670" y="645"/>
                  </a:cubicBezTo>
                  <a:cubicBezTo>
                    <a:pt x="673" y="642"/>
                    <a:pt x="676" y="642"/>
                    <a:pt x="682" y="642"/>
                  </a:cubicBezTo>
                  <a:cubicBezTo>
                    <a:pt x="729" y="633"/>
                    <a:pt x="760" y="590"/>
                    <a:pt x="753" y="543"/>
                  </a:cubicBezTo>
                  <a:cubicBezTo>
                    <a:pt x="686" y="111"/>
                    <a:pt x="365" y="1"/>
                    <a:pt x="1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31"/>
            <p:cNvSpPr/>
            <p:nvPr/>
          </p:nvSpPr>
          <p:spPr>
            <a:xfrm>
              <a:off x="3931979" y="3014861"/>
              <a:ext cx="51151" cy="43354"/>
            </a:xfrm>
            <a:custGeom>
              <a:avLst/>
              <a:gdLst/>
              <a:ahLst/>
              <a:cxnLst/>
              <a:rect l="l" t="t" r="r" b="b"/>
              <a:pathLst>
                <a:path w="761" h="645" extrusionOk="0">
                  <a:moveTo>
                    <a:pt x="163" y="0"/>
                  </a:moveTo>
                  <a:cubicBezTo>
                    <a:pt x="143" y="0"/>
                    <a:pt x="124" y="1"/>
                    <a:pt x="107" y="3"/>
                  </a:cubicBezTo>
                  <a:cubicBezTo>
                    <a:pt x="1" y="21"/>
                    <a:pt x="17" y="173"/>
                    <a:pt x="119" y="173"/>
                  </a:cubicBezTo>
                  <a:cubicBezTo>
                    <a:pt x="121" y="173"/>
                    <a:pt x="123" y="173"/>
                    <a:pt x="125" y="173"/>
                  </a:cubicBezTo>
                  <a:cubicBezTo>
                    <a:pt x="131" y="172"/>
                    <a:pt x="142" y="172"/>
                    <a:pt x="159" y="172"/>
                  </a:cubicBezTo>
                  <a:cubicBezTo>
                    <a:pt x="259" y="172"/>
                    <a:pt x="532" y="204"/>
                    <a:pt x="585" y="571"/>
                  </a:cubicBezTo>
                  <a:cubicBezTo>
                    <a:pt x="591" y="614"/>
                    <a:pt x="628" y="645"/>
                    <a:pt x="671" y="645"/>
                  </a:cubicBezTo>
                  <a:lnTo>
                    <a:pt x="683" y="642"/>
                  </a:lnTo>
                  <a:cubicBezTo>
                    <a:pt x="730" y="632"/>
                    <a:pt x="761" y="589"/>
                    <a:pt x="754" y="543"/>
                  </a:cubicBezTo>
                  <a:cubicBezTo>
                    <a:pt x="687" y="110"/>
                    <a:pt x="366" y="0"/>
                    <a:pt x="1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31"/>
            <p:cNvSpPr/>
            <p:nvPr/>
          </p:nvSpPr>
          <p:spPr>
            <a:xfrm>
              <a:off x="3669170" y="2371150"/>
              <a:ext cx="41539" cy="53974"/>
            </a:xfrm>
            <a:custGeom>
              <a:avLst/>
              <a:gdLst/>
              <a:ahLst/>
              <a:cxnLst/>
              <a:rect l="l" t="t" r="r" b="b"/>
              <a:pathLst>
                <a:path w="618" h="803" extrusionOk="0">
                  <a:moveTo>
                    <a:pt x="483" y="0"/>
                  </a:moveTo>
                  <a:cubicBezTo>
                    <a:pt x="431" y="0"/>
                    <a:pt x="378" y="45"/>
                    <a:pt x="402" y="111"/>
                  </a:cubicBezTo>
                  <a:cubicBezTo>
                    <a:pt x="405" y="127"/>
                    <a:pt x="513" y="494"/>
                    <a:pt x="93" y="636"/>
                  </a:cubicBezTo>
                  <a:cubicBezTo>
                    <a:pt x="1" y="667"/>
                    <a:pt x="23" y="802"/>
                    <a:pt x="121" y="802"/>
                  </a:cubicBezTo>
                  <a:cubicBezTo>
                    <a:pt x="130" y="802"/>
                    <a:pt x="137" y="799"/>
                    <a:pt x="146" y="796"/>
                  </a:cubicBezTo>
                  <a:cubicBezTo>
                    <a:pt x="605" y="639"/>
                    <a:pt x="618" y="247"/>
                    <a:pt x="562" y="65"/>
                  </a:cubicBezTo>
                  <a:cubicBezTo>
                    <a:pt x="551" y="20"/>
                    <a:pt x="517" y="0"/>
                    <a:pt x="48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31"/>
            <p:cNvSpPr/>
            <p:nvPr/>
          </p:nvSpPr>
          <p:spPr>
            <a:xfrm>
              <a:off x="3722471" y="2298626"/>
              <a:ext cx="39657" cy="56393"/>
            </a:xfrm>
            <a:custGeom>
              <a:avLst/>
              <a:gdLst/>
              <a:ahLst/>
              <a:cxnLst/>
              <a:rect l="l" t="t" r="r" b="b"/>
              <a:pathLst>
                <a:path w="590" h="839" extrusionOk="0">
                  <a:moveTo>
                    <a:pt x="400" y="0"/>
                  </a:moveTo>
                  <a:cubicBezTo>
                    <a:pt x="346" y="0"/>
                    <a:pt x="292" y="52"/>
                    <a:pt x="318" y="117"/>
                  </a:cubicBezTo>
                  <a:cubicBezTo>
                    <a:pt x="324" y="132"/>
                    <a:pt x="479" y="481"/>
                    <a:pt x="81" y="678"/>
                  </a:cubicBezTo>
                  <a:cubicBezTo>
                    <a:pt x="1" y="719"/>
                    <a:pt x="31" y="839"/>
                    <a:pt x="121" y="839"/>
                  </a:cubicBezTo>
                  <a:cubicBezTo>
                    <a:pt x="133" y="839"/>
                    <a:pt x="146" y="836"/>
                    <a:pt x="158" y="830"/>
                  </a:cubicBezTo>
                  <a:cubicBezTo>
                    <a:pt x="590" y="614"/>
                    <a:pt x="553" y="225"/>
                    <a:pt x="472" y="46"/>
                  </a:cubicBezTo>
                  <a:cubicBezTo>
                    <a:pt x="456" y="14"/>
                    <a:pt x="428" y="0"/>
                    <a:pt x="4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3019;p31"/>
            <p:cNvSpPr/>
            <p:nvPr/>
          </p:nvSpPr>
          <p:spPr>
            <a:xfrm>
              <a:off x="3722471" y="2351658"/>
              <a:ext cx="39657" cy="56461"/>
            </a:xfrm>
            <a:custGeom>
              <a:avLst/>
              <a:gdLst/>
              <a:ahLst/>
              <a:cxnLst/>
              <a:rect l="l" t="t" r="r" b="b"/>
              <a:pathLst>
                <a:path w="590" h="840" extrusionOk="0">
                  <a:moveTo>
                    <a:pt x="400" y="1"/>
                  </a:moveTo>
                  <a:cubicBezTo>
                    <a:pt x="346" y="1"/>
                    <a:pt x="292" y="52"/>
                    <a:pt x="318" y="118"/>
                  </a:cubicBezTo>
                  <a:cubicBezTo>
                    <a:pt x="324" y="133"/>
                    <a:pt x="479" y="482"/>
                    <a:pt x="81" y="679"/>
                  </a:cubicBezTo>
                  <a:cubicBezTo>
                    <a:pt x="1" y="719"/>
                    <a:pt x="31" y="839"/>
                    <a:pt x="121" y="839"/>
                  </a:cubicBezTo>
                  <a:cubicBezTo>
                    <a:pt x="133" y="839"/>
                    <a:pt x="146" y="836"/>
                    <a:pt x="158" y="830"/>
                  </a:cubicBezTo>
                  <a:cubicBezTo>
                    <a:pt x="590" y="614"/>
                    <a:pt x="553" y="226"/>
                    <a:pt x="472" y="47"/>
                  </a:cubicBezTo>
                  <a:cubicBezTo>
                    <a:pt x="456" y="14"/>
                    <a:pt x="428" y="1"/>
                    <a:pt x="40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3020;p31"/>
            <p:cNvSpPr/>
            <p:nvPr/>
          </p:nvSpPr>
          <p:spPr>
            <a:xfrm>
              <a:off x="4178992" y="2351120"/>
              <a:ext cx="69702" cy="60090"/>
            </a:xfrm>
            <a:custGeom>
              <a:avLst/>
              <a:gdLst/>
              <a:ahLst/>
              <a:cxnLst/>
              <a:rect l="l" t="t" r="r" b="b"/>
              <a:pathLst>
                <a:path w="1037" h="894" extrusionOk="0">
                  <a:moveTo>
                    <a:pt x="396" y="1"/>
                  </a:moveTo>
                  <a:cubicBezTo>
                    <a:pt x="333" y="1"/>
                    <a:pt x="271" y="76"/>
                    <a:pt x="327" y="141"/>
                  </a:cubicBezTo>
                  <a:cubicBezTo>
                    <a:pt x="330" y="147"/>
                    <a:pt x="543" y="428"/>
                    <a:pt x="713" y="650"/>
                  </a:cubicBezTo>
                  <a:cubicBezTo>
                    <a:pt x="562" y="582"/>
                    <a:pt x="349" y="474"/>
                    <a:pt x="161" y="372"/>
                  </a:cubicBezTo>
                  <a:cubicBezTo>
                    <a:pt x="147" y="366"/>
                    <a:pt x="134" y="363"/>
                    <a:pt x="121" y="363"/>
                  </a:cubicBezTo>
                  <a:cubicBezTo>
                    <a:pt x="45" y="363"/>
                    <a:pt x="1" y="473"/>
                    <a:pt x="80" y="520"/>
                  </a:cubicBezTo>
                  <a:cubicBezTo>
                    <a:pt x="629" y="820"/>
                    <a:pt x="830" y="894"/>
                    <a:pt x="916" y="894"/>
                  </a:cubicBezTo>
                  <a:cubicBezTo>
                    <a:pt x="947" y="894"/>
                    <a:pt x="975" y="881"/>
                    <a:pt x="990" y="857"/>
                  </a:cubicBezTo>
                  <a:cubicBezTo>
                    <a:pt x="1006" y="838"/>
                    <a:pt x="1037" y="786"/>
                    <a:pt x="975" y="709"/>
                  </a:cubicBezTo>
                  <a:cubicBezTo>
                    <a:pt x="821" y="514"/>
                    <a:pt x="466" y="45"/>
                    <a:pt x="463" y="39"/>
                  </a:cubicBezTo>
                  <a:cubicBezTo>
                    <a:pt x="445" y="12"/>
                    <a:pt x="420" y="1"/>
                    <a:pt x="3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31"/>
            <p:cNvSpPr/>
            <p:nvPr/>
          </p:nvSpPr>
          <p:spPr>
            <a:xfrm>
              <a:off x="4938449" y="2155056"/>
              <a:ext cx="48059" cy="60695"/>
            </a:xfrm>
            <a:custGeom>
              <a:avLst/>
              <a:gdLst/>
              <a:ahLst/>
              <a:cxnLst/>
              <a:rect l="l" t="t" r="r" b="b"/>
              <a:pathLst>
                <a:path w="715" h="903" extrusionOk="0">
                  <a:moveTo>
                    <a:pt x="626" y="1"/>
                  </a:moveTo>
                  <a:cubicBezTo>
                    <a:pt x="585" y="1"/>
                    <a:pt x="547" y="33"/>
                    <a:pt x="542" y="76"/>
                  </a:cubicBezTo>
                  <a:cubicBezTo>
                    <a:pt x="539" y="79"/>
                    <a:pt x="489" y="421"/>
                    <a:pt x="452" y="640"/>
                  </a:cubicBezTo>
                  <a:cubicBezTo>
                    <a:pt x="378" y="510"/>
                    <a:pt x="273" y="288"/>
                    <a:pt x="190" y="94"/>
                  </a:cubicBezTo>
                  <a:cubicBezTo>
                    <a:pt x="181" y="63"/>
                    <a:pt x="156" y="50"/>
                    <a:pt x="127" y="50"/>
                  </a:cubicBezTo>
                  <a:cubicBezTo>
                    <a:pt x="70" y="50"/>
                    <a:pt x="1" y="103"/>
                    <a:pt x="36" y="159"/>
                  </a:cubicBezTo>
                  <a:cubicBezTo>
                    <a:pt x="329" y="853"/>
                    <a:pt x="428" y="902"/>
                    <a:pt x="483" y="902"/>
                  </a:cubicBezTo>
                  <a:lnTo>
                    <a:pt x="496" y="902"/>
                  </a:lnTo>
                  <a:cubicBezTo>
                    <a:pt x="542" y="896"/>
                    <a:pt x="579" y="862"/>
                    <a:pt x="588" y="819"/>
                  </a:cubicBezTo>
                  <a:cubicBezTo>
                    <a:pt x="628" y="659"/>
                    <a:pt x="705" y="122"/>
                    <a:pt x="708" y="97"/>
                  </a:cubicBezTo>
                  <a:cubicBezTo>
                    <a:pt x="714" y="51"/>
                    <a:pt x="684" y="8"/>
                    <a:pt x="637" y="2"/>
                  </a:cubicBezTo>
                  <a:cubicBezTo>
                    <a:pt x="634" y="1"/>
                    <a:pt x="630" y="1"/>
                    <a:pt x="6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22" name="Google Shape;3022;p31"/>
          <p:cNvGrpSpPr/>
          <p:nvPr/>
        </p:nvGrpSpPr>
        <p:grpSpPr>
          <a:xfrm>
            <a:off x="7738451" y="535002"/>
            <a:ext cx="1009267" cy="763519"/>
            <a:chOff x="1572675" y="854575"/>
            <a:chExt cx="778575" cy="569450"/>
          </a:xfrm>
        </p:grpSpPr>
        <p:sp>
          <p:nvSpPr>
            <p:cNvPr id="3023" name="Google Shape;3023;p31"/>
            <p:cNvSpPr/>
            <p:nvPr/>
          </p:nvSpPr>
          <p:spPr>
            <a:xfrm>
              <a:off x="1580250" y="854575"/>
              <a:ext cx="716650" cy="569425"/>
            </a:xfrm>
            <a:custGeom>
              <a:avLst/>
              <a:gdLst/>
              <a:ahLst/>
              <a:cxnLst/>
              <a:rect l="l" t="t" r="r" b="b"/>
              <a:pathLst>
                <a:path w="28666" h="22777" extrusionOk="0">
                  <a:moveTo>
                    <a:pt x="14613" y="18857"/>
                  </a:moveTo>
                  <a:lnTo>
                    <a:pt x="14663" y="18863"/>
                  </a:lnTo>
                  <a:lnTo>
                    <a:pt x="14663" y="18876"/>
                  </a:lnTo>
                  <a:lnTo>
                    <a:pt x="14613" y="18857"/>
                  </a:lnTo>
                  <a:close/>
                  <a:moveTo>
                    <a:pt x="14814" y="18885"/>
                  </a:moveTo>
                  <a:cubicBezTo>
                    <a:pt x="16191" y="19076"/>
                    <a:pt x="17518" y="19133"/>
                    <a:pt x="18609" y="19133"/>
                  </a:cubicBezTo>
                  <a:cubicBezTo>
                    <a:pt x="20206" y="19133"/>
                    <a:pt x="21297" y="19011"/>
                    <a:pt x="21297" y="19011"/>
                  </a:cubicBezTo>
                  <a:lnTo>
                    <a:pt x="21297" y="19011"/>
                  </a:lnTo>
                  <a:cubicBezTo>
                    <a:pt x="20482" y="19679"/>
                    <a:pt x="19636" y="19947"/>
                    <a:pt x="18715" y="19947"/>
                  </a:cubicBezTo>
                  <a:cubicBezTo>
                    <a:pt x="18674" y="19947"/>
                    <a:pt x="18633" y="19947"/>
                    <a:pt x="18592" y="19946"/>
                  </a:cubicBezTo>
                  <a:lnTo>
                    <a:pt x="18595" y="19946"/>
                  </a:lnTo>
                  <a:cubicBezTo>
                    <a:pt x="18595" y="19933"/>
                    <a:pt x="18595" y="19924"/>
                    <a:pt x="18589" y="19924"/>
                  </a:cubicBezTo>
                  <a:cubicBezTo>
                    <a:pt x="18531" y="19909"/>
                    <a:pt x="18188" y="19903"/>
                    <a:pt x="17883" y="19881"/>
                  </a:cubicBezTo>
                  <a:cubicBezTo>
                    <a:pt x="17670" y="19847"/>
                    <a:pt x="17451" y="19804"/>
                    <a:pt x="17229" y="19748"/>
                  </a:cubicBezTo>
                  <a:cubicBezTo>
                    <a:pt x="17081" y="19671"/>
                    <a:pt x="16692" y="19582"/>
                    <a:pt x="16461" y="19536"/>
                  </a:cubicBezTo>
                  <a:cubicBezTo>
                    <a:pt x="16223" y="19462"/>
                    <a:pt x="15983" y="19378"/>
                    <a:pt x="15736" y="19289"/>
                  </a:cubicBezTo>
                  <a:lnTo>
                    <a:pt x="14814" y="18885"/>
                  </a:lnTo>
                  <a:close/>
                  <a:moveTo>
                    <a:pt x="7961" y="0"/>
                  </a:moveTo>
                  <a:cubicBezTo>
                    <a:pt x="7419" y="0"/>
                    <a:pt x="8011" y="2774"/>
                    <a:pt x="7899" y="3331"/>
                  </a:cubicBezTo>
                  <a:lnTo>
                    <a:pt x="7029" y="3938"/>
                  </a:lnTo>
                  <a:cubicBezTo>
                    <a:pt x="7029" y="3938"/>
                    <a:pt x="7035" y="3945"/>
                    <a:pt x="7045" y="3954"/>
                  </a:cubicBezTo>
                  <a:cubicBezTo>
                    <a:pt x="6940" y="4022"/>
                    <a:pt x="6832" y="4093"/>
                    <a:pt x="6718" y="4164"/>
                  </a:cubicBezTo>
                  <a:cubicBezTo>
                    <a:pt x="6428" y="4312"/>
                    <a:pt x="6150" y="4481"/>
                    <a:pt x="5888" y="4672"/>
                  </a:cubicBezTo>
                  <a:cubicBezTo>
                    <a:pt x="5731" y="4765"/>
                    <a:pt x="5573" y="4854"/>
                    <a:pt x="5425" y="4935"/>
                  </a:cubicBezTo>
                  <a:cubicBezTo>
                    <a:pt x="5393" y="4894"/>
                    <a:pt x="5372" y="4870"/>
                    <a:pt x="5360" y="4870"/>
                  </a:cubicBezTo>
                  <a:cubicBezTo>
                    <a:pt x="5359" y="4870"/>
                    <a:pt x="5358" y="4870"/>
                    <a:pt x="5358" y="4870"/>
                  </a:cubicBezTo>
                  <a:cubicBezTo>
                    <a:pt x="5234" y="4895"/>
                    <a:pt x="4213" y="5379"/>
                    <a:pt x="4213" y="5379"/>
                  </a:cubicBezTo>
                  <a:lnTo>
                    <a:pt x="4216" y="5385"/>
                  </a:lnTo>
                  <a:cubicBezTo>
                    <a:pt x="3418" y="5255"/>
                    <a:pt x="1724" y="3587"/>
                    <a:pt x="1135" y="3420"/>
                  </a:cubicBezTo>
                  <a:cubicBezTo>
                    <a:pt x="1127" y="3418"/>
                    <a:pt x="1119" y="3417"/>
                    <a:pt x="1111" y="3417"/>
                  </a:cubicBezTo>
                  <a:cubicBezTo>
                    <a:pt x="498" y="3417"/>
                    <a:pt x="62" y="10227"/>
                    <a:pt x="62" y="10227"/>
                  </a:cubicBezTo>
                  <a:cubicBezTo>
                    <a:pt x="62" y="10227"/>
                    <a:pt x="0" y="11082"/>
                    <a:pt x="228" y="12158"/>
                  </a:cubicBezTo>
                  <a:cubicBezTo>
                    <a:pt x="225" y="12343"/>
                    <a:pt x="299" y="12695"/>
                    <a:pt x="401" y="12824"/>
                  </a:cubicBezTo>
                  <a:cubicBezTo>
                    <a:pt x="623" y="13527"/>
                    <a:pt x="981" y="14271"/>
                    <a:pt x="1561" y="14909"/>
                  </a:cubicBezTo>
                  <a:cubicBezTo>
                    <a:pt x="1743" y="15140"/>
                    <a:pt x="2033" y="15421"/>
                    <a:pt x="2094" y="15421"/>
                  </a:cubicBezTo>
                  <a:cubicBezTo>
                    <a:pt x="2097" y="15421"/>
                    <a:pt x="2101" y="15418"/>
                    <a:pt x="2104" y="15418"/>
                  </a:cubicBezTo>
                  <a:cubicBezTo>
                    <a:pt x="2585" y="15804"/>
                    <a:pt x="3177" y="16118"/>
                    <a:pt x="3908" y="16319"/>
                  </a:cubicBezTo>
                  <a:cubicBezTo>
                    <a:pt x="4426" y="16457"/>
                    <a:pt x="4957" y="16547"/>
                    <a:pt x="5490" y="16590"/>
                  </a:cubicBezTo>
                  <a:cubicBezTo>
                    <a:pt x="4784" y="16750"/>
                    <a:pt x="4404" y="16957"/>
                    <a:pt x="4395" y="16963"/>
                  </a:cubicBezTo>
                  <a:cubicBezTo>
                    <a:pt x="4367" y="16979"/>
                    <a:pt x="4355" y="17006"/>
                    <a:pt x="4358" y="17037"/>
                  </a:cubicBezTo>
                  <a:cubicBezTo>
                    <a:pt x="4025" y="17161"/>
                    <a:pt x="3664" y="17358"/>
                    <a:pt x="3609" y="17531"/>
                  </a:cubicBezTo>
                  <a:cubicBezTo>
                    <a:pt x="1868" y="18788"/>
                    <a:pt x="1471" y="20663"/>
                    <a:pt x="3681" y="20663"/>
                  </a:cubicBezTo>
                  <a:cubicBezTo>
                    <a:pt x="4176" y="20663"/>
                    <a:pt x="4802" y="20569"/>
                    <a:pt x="5573" y="20353"/>
                  </a:cubicBezTo>
                  <a:cubicBezTo>
                    <a:pt x="6753" y="20023"/>
                    <a:pt x="7865" y="19887"/>
                    <a:pt x="8921" y="19887"/>
                  </a:cubicBezTo>
                  <a:cubicBezTo>
                    <a:pt x="13791" y="19887"/>
                    <a:pt x="17437" y="22777"/>
                    <a:pt x="20714" y="22777"/>
                  </a:cubicBezTo>
                  <a:cubicBezTo>
                    <a:pt x="20774" y="22777"/>
                    <a:pt x="20834" y="22776"/>
                    <a:pt x="20893" y="22774"/>
                  </a:cubicBezTo>
                  <a:cubicBezTo>
                    <a:pt x="21544" y="22746"/>
                    <a:pt x="22188" y="22629"/>
                    <a:pt x="22808" y="22422"/>
                  </a:cubicBezTo>
                  <a:cubicBezTo>
                    <a:pt x="23330" y="22293"/>
                    <a:pt x="23675" y="22129"/>
                    <a:pt x="23854" y="21994"/>
                  </a:cubicBezTo>
                  <a:cubicBezTo>
                    <a:pt x="24033" y="21907"/>
                    <a:pt x="24212" y="21809"/>
                    <a:pt x="24388" y="21704"/>
                  </a:cubicBezTo>
                  <a:lnTo>
                    <a:pt x="24400" y="21729"/>
                  </a:lnTo>
                  <a:cubicBezTo>
                    <a:pt x="24400" y="21729"/>
                    <a:pt x="25180" y="21275"/>
                    <a:pt x="25526" y="20893"/>
                  </a:cubicBezTo>
                  <a:cubicBezTo>
                    <a:pt x="25671" y="20769"/>
                    <a:pt x="25813" y="20640"/>
                    <a:pt x="25948" y="20504"/>
                  </a:cubicBezTo>
                  <a:lnTo>
                    <a:pt x="25954" y="20510"/>
                  </a:lnTo>
                  <a:cubicBezTo>
                    <a:pt x="26146" y="20381"/>
                    <a:pt x="26411" y="20078"/>
                    <a:pt x="26571" y="19822"/>
                  </a:cubicBezTo>
                  <a:cubicBezTo>
                    <a:pt x="27216" y="19027"/>
                    <a:pt x="27712" y="18126"/>
                    <a:pt x="28042" y="17158"/>
                  </a:cubicBezTo>
                  <a:cubicBezTo>
                    <a:pt x="28187" y="17019"/>
                    <a:pt x="28283" y="16454"/>
                    <a:pt x="28323" y="16180"/>
                  </a:cubicBezTo>
                  <a:cubicBezTo>
                    <a:pt x="28360" y="16026"/>
                    <a:pt x="28391" y="15868"/>
                    <a:pt x="28422" y="15708"/>
                  </a:cubicBezTo>
                  <a:cubicBezTo>
                    <a:pt x="28468" y="15492"/>
                    <a:pt x="28644" y="14666"/>
                    <a:pt x="28576" y="14474"/>
                  </a:cubicBezTo>
                  <a:cubicBezTo>
                    <a:pt x="28591" y="14271"/>
                    <a:pt x="28601" y="14064"/>
                    <a:pt x="28607" y="13851"/>
                  </a:cubicBezTo>
                  <a:lnTo>
                    <a:pt x="28622" y="13851"/>
                  </a:lnTo>
                  <a:cubicBezTo>
                    <a:pt x="28622" y="13851"/>
                    <a:pt x="28665" y="13093"/>
                    <a:pt x="28588" y="12796"/>
                  </a:cubicBezTo>
                  <a:cubicBezTo>
                    <a:pt x="28524" y="11680"/>
                    <a:pt x="28326" y="10459"/>
                    <a:pt x="27962" y="9135"/>
                  </a:cubicBezTo>
                  <a:cubicBezTo>
                    <a:pt x="27968" y="9123"/>
                    <a:pt x="27968" y="9111"/>
                    <a:pt x="27968" y="9101"/>
                  </a:cubicBezTo>
                  <a:cubicBezTo>
                    <a:pt x="27931" y="8784"/>
                    <a:pt x="27614" y="7988"/>
                    <a:pt x="27614" y="7988"/>
                  </a:cubicBezTo>
                  <a:cubicBezTo>
                    <a:pt x="27518" y="7707"/>
                    <a:pt x="27413" y="7436"/>
                    <a:pt x="27305" y="7180"/>
                  </a:cubicBezTo>
                  <a:cubicBezTo>
                    <a:pt x="27225" y="6964"/>
                    <a:pt x="27126" y="6751"/>
                    <a:pt x="27015" y="6548"/>
                  </a:cubicBezTo>
                  <a:cubicBezTo>
                    <a:pt x="26824" y="6162"/>
                    <a:pt x="26608" y="5789"/>
                    <a:pt x="26368" y="5431"/>
                  </a:cubicBezTo>
                  <a:cubicBezTo>
                    <a:pt x="26368" y="5416"/>
                    <a:pt x="26365" y="5400"/>
                    <a:pt x="26362" y="5388"/>
                  </a:cubicBezTo>
                  <a:cubicBezTo>
                    <a:pt x="26220" y="5070"/>
                    <a:pt x="25566" y="4416"/>
                    <a:pt x="25566" y="4416"/>
                  </a:cubicBezTo>
                  <a:lnTo>
                    <a:pt x="25563" y="4420"/>
                  </a:lnTo>
                  <a:cubicBezTo>
                    <a:pt x="24224" y="2992"/>
                    <a:pt x="22602" y="2365"/>
                    <a:pt x="21013" y="2171"/>
                  </a:cubicBezTo>
                  <a:cubicBezTo>
                    <a:pt x="21020" y="2150"/>
                    <a:pt x="21026" y="2137"/>
                    <a:pt x="21026" y="2137"/>
                  </a:cubicBezTo>
                  <a:cubicBezTo>
                    <a:pt x="20756" y="2071"/>
                    <a:pt x="20481" y="2037"/>
                    <a:pt x="20206" y="2037"/>
                  </a:cubicBezTo>
                  <a:cubicBezTo>
                    <a:pt x="19984" y="2037"/>
                    <a:pt x="19761" y="2059"/>
                    <a:pt x="19542" y="2103"/>
                  </a:cubicBezTo>
                  <a:cubicBezTo>
                    <a:pt x="19422" y="2106"/>
                    <a:pt x="19305" y="2109"/>
                    <a:pt x="19187" y="2116"/>
                  </a:cubicBezTo>
                  <a:cubicBezTo>
                    <a:pt x="19178" y="2094"/>
                    <a:pt x="19166" y="2085"/>
                    <a:pt x="19150" y="2085"/>
                  </a:cubicBezTo>
                  <a:cubicBezTo>
                    <a:pt x="18373" y="2100"/>
                    <a:pt x="18145" y="2137"/>
                    <a:pt x="17473" y="2331"/>
                  </a:cubicBezTo>
                  <a:lnTo>
                    <a:pt x="17473" y="2338"/>
                  </a:lnTo>
                  <a:cubicBezTo>
                    <a:pt x="17331" y="2365"/>
                    <a:pt x="17192" y="2393"/>
                    <a:pt x="17056" y="2424"/>
                  </a:cubicBezTo>
                  <a:cubicBezTo>
                    <a:pt x="17050" y="2409"/>
                    <a:pt x="17047" y="2399"/>
                    <a:pt x="17047" y="2399"/>
                  </a:cubicBezTo>
                  <a:cubicBezTo>
                    <a:pt x="16973" y="2430"/>
                    <a:pt x="16227" y="2575"/>
                    <a:pt x="15937" y="2726"/>
                  </a:cubicBezTo>
                  <a:cubicBezTo>
                    <a:pt x="15455" y="2871"/>
                    <a:pt x="14984" y="3047"/>
                    <a:pt x="14521" y="3251"/>
                  </a:cubicBezTo>
                  <a:cubicBezTo>
                    <a:pt x="12091" y="999"/>
                    <a:pt x="8488" y="185"/>
                    <a:pt x="8035" y="15"/>
                  </a:cubicBezTo>
                  <a:cubicBezTo>
                    <a:pt x="8008" y="5"/>
                    <a:pt x="7983" y="0"/>
                    <a:pt x="7961"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3024;p31"/>
            <p:cNvSpPr/>
            <p:nvPr/>
          </p:nvSpPr>
          <p:spPr>
            <a:xfrm>
              <a:off x="1572675" y="854575"/>
              <a:ext cx="778575" cy="569450"/>
            </a:xfrm>
            <a:custGeom>
              <a:avLst/>
              <a:gdLst/>
              <a:ahLst/>
              <a:cxnLst/>
              <a:rect l="l" t="t" r="r" b="b"/>
              <a:pathLst>
                <a:path w="31143" h="22778" extrusionOk="0">
                  <a:moveTo>
                    <a:pt x="8699" y="16464"/>
                  </a:moveTo>
                  <a:cubicBezTo>
                    <a:pt x="8748" y="16504"/>
                    <a:pt x="8797" y="16544"/>
                    <a:pt x="8847" y="16584"/>
                  </a:cubicBezTo>
                  <a:cubicBezTo>
                    <a:pt x="8711" y="16553"/>
                    <a:pt x="8578" y="16525"/>
                    <a:pt x="8446" y="16504"/>
                  </a:cubicBezTo>
                  <a:cubicBezTo>
                    <a:pt x="8529" y="16491"/>
                    <a:pt x="8615" y="16479"/>
                    <a:pt x="8699" y="16464"/>
                  </a:cubicBezTo>
                  <a:close/>
                  <a:moveTo>
                    <a:pt x="14907" y="18854"/>
                  </a:moveTo>
                  <a:lnTo>
                    <a:pt x="14907" y="18854"/>
                  </a:lnTo>
                  <a:cubicBezTo>
                    <a:pt x="16359" y="19071"/>
                    <a:pt x="17766" y="19134"/>
                    <a:pt x="18912" y="19134"/>
                  </a:cubicBezTo>
                  <a:cubicBezTo>
                    <a:pt x="20509" y="19134"/>
                    <a:pt x="21600" y="19011"/>
                    <a:pt x="21600" y="19011"/>
                  </a:cubicBezTo>
                  <a:lnTo>
                    <a:pt x="21600" y="19011"/>
                  </a:lnTo>
                  <a:cubicBezTo>
                    <a:pt x="20784" y="19678"/>
                    <a:pt x="19939" y="19946"/>
                    <a:pt x="19018" y="19946"/>
                  </a:cubicBezTo>
                  <a:cubicBezTo>
                    <a:pt x="17812" y="19946"/>
                    <a:pt x="16476" y="19485"/>
                    <a:pt x="14907" y="18854"/>
                  </a:cubicBezTo>
                  <a:close/>
                  <a:moveTo>
                    <a:pt x="8264" y="0"/>
                  </a:moveTo>
                  <a:cubicBezTo>
                    <a:pt x="7680" y="0"/>
                    <a:pt x="8417" y="3248"/>
                    <a:pt x="8159" y="3420"/>
                  </a:cubicBezTo>
                  <a:cubicBezTo>
                    <a:pt x="7890" y="3599"/>
                    <a:pt x="5383" y="5302"/>
                    <a:pt x="4664" y="5391"/>
                  </a:cubicBezTo>
                  <a:cubicBezTo>
                    <a:pt x="4648" y="5393"/>
                    <a:pt x="4630" y="5394"/>
                    <a:pt x="4612" y="5394"/>
                  </a:cubicBezTo>
                  <a:cubicBezTo>
                    <a:pt x="3859" y="5394"/>
                    <a:pt x="2053" y="3595"/>
                    <a:pt x="1438" y="3420"/>
                  </a:cubicBezTo>
                  <a:cubicBezTo>
                    <a:pt x="1430" y="3418"/>
                    <a:pt x="1422" y="3417"/>
                    <a:pt x="1414" y="3417"/>
                  </a:cubicBezTo>
                  <a:cubicBezTo>
                    <a:pt x="801" y="3417"/>
                    <a:pt x="365" y="10230"/>
                    <a:pt x="365" y="10230"/>
                  </a:cubicBezTo>
                  <a:cubicBezTo>
                    <a:pt x="365" y="10230"/>
                    <a:pt x="1" y="15156"/>
                    <a:pt x="4211" y="16319"/>
                  </a:cubicBezTo>
                  <a:cubicBezTo>
                    <a:pt x="4772" y="16470"/>
                    <a:pt x="5346" y="16562"/>
                    <a:pt x="5926" y="16599"/>
                  </a:cubicBezTo>
                  <a:cubicBezTo>
                    <a:pt x="2680" y="17417"/>
                    <a:pt x="1073" y="20665"/>
                    <a:pt x="3984" y="20665"/>
                  </a:cubicBezTo>
                  <a:cubicBezTo>
                    <a:pt x="4479" y="20665"/>
                    <a:pt x="5104" y="20571"/>
                    <a:pt x="5873" y="20356"/>
                  </a:cubicBezTo>
                  <a:cubicBezTo>
                    <a:pt x="7053" y="20026"/>
                    <a:pt x="8166" y="19890"/>
                    <a:pt x="9221" y="19890"/>
                  </a:cubicBezTo>
                  <a:cubicBezTo>
                    <a:pt x="14090" y="19890"/>
                    <a:pt x="17736" y="22777"/>
                    <a:pt x="21013" y="22777"/>
                  </a:cubicBezTo>
                  <a:cubicBezTo>
                    <a:pt x="21074" y="22777"/>
                    <a:pt x="21135" y="22776"/>
                    <a:pt x="21196" y="22774"/>
                  </a:cubicBezTo>
                  <a:cubicBezTo>
                    <a:pt x="25227" y="22638"/>
                    <a:pt x="31143" y="18339"/>
                    <a:pt x="28049" y="8395"/>
                  </a:cubicBezTo>
                  <a:cubicBezTo>
                    <a:pt x="26480" y="3343"/>
                    <a:pt x="23085" y="2099"/>
                    <a:pt x="20123" y="2099"/>
                  </a:cubicBezTo>
                  <a:cubicBezTo>
                    <a:pt x="17456" y="2099"/>
                    <a:pt x="15141" y="3107"/>
                    <a:pt x="14827" y="3251"/>
                  </a:cubicBezTo>
                  <a:cubicBezTo>
                    <a:pt x="12394" y="1002"/>
                    <a:pt x="8791" y="188"/>
                    <a:pt x="8338" y="15"/>
                  </a:cubicBezTo>
                  <a:cubicBezTo>
                    <a:pt x="8311" y="5"/>
                    <a:pt x="8287" y="0"/>
                    <a:pt x="826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31"/>
            <p:cNvSpPr/>
            <p:nvPr/>
          </p:nvSpPr>
          <p:spPr>
            <a:xfrm>
              <a:off x="1792575" y="1214225"/>
              <a:ext cx="159575" cy="90425"/>
            </a:xfrm>
            <a:custGeom>
              <a:avLst/>
              <a:gdLst/>
              <a:ahLst/>
              <a:cxnLst/>
              <a:rect l="l" t="t" r="r" b="b"/>
              <a:pathLst>
                <a:path w="6383" h="3617" extrusionOk="0">
                  <a:moveTo>
                    <a:pt x="3176" y="0"/>
                  </a:moveTo>
                  <a:cubicBezTo>
                    <a:pt x="1028" y="0"/>
                    <a:pt x="40" y="1583"/>
                    <a:pt x="29" y="1603"/>
                  </a:cubicBezTo>
                  <a:cubicBezTo>
                    <a:pt x="1" y="1657"/>
                    <a:pt x="47" y="1707"/>
                    <a:pt x="95" y="1707"/>
                  </a:cubicBezTo>
                  <a:cubicBezTo>
                    <a:pt x="115" y="1707"/>
                    <a:pt x="135" y="1698"/>
                    <a:pt x="149" y="1677"/>
                  </a:cubicBezTo>
                  <a:cubicBezTo>
                    <a:pt x="152" y="1671"/>
                    <a:pt x="448" y="1189"/>
                    <a:pt x="1065" y="773"/>
                  </a:cubicBezTo>
                  <a:cubicBezTo>
                    <a:pt x="1516" y="465"/>
                    <a:pt x="2219" y="141"/>
                    <a:pt x="3178" y="141"/>
                  </a:cubicBezTo>
                  <a:cubicBezTo>
                    <a:pt x="3420" y="141"/>
                    <a:pt x="3678" y="162"/>
                    <a:pt x="3952" y="209"/>
                  </a:cubicBezTo>
                  <a:cubicBezTo>
                    <a:pt x="4581" y="317"/>
                    <a:pt x="5275" y="853"/>
                    <a:pt x="5720" y="1575"/>
                  </a:cubicBezTo>
                  <a:cubicBezTo>
                    <a:pt x="6105" y="2204"/>
                    <a:pt x="6238" y="2858"/>
                    <a:pt x="6077" y="3364"/>
                  </a:cubicBezTo>
                  <a:cubicBezTo>
                    <a:pt x="6059" y="3425"/>
                    <a:pt x="6034" y="3466"/>
                    <a:pt x="6013" y="3472"/>
                  </a:cubicBezTo>
                  <a:cubicBezTo>
                    <a:pt x="6009" y="3473"/>
                    <a:pt x="6006" y="3473"/>
                    <a:pt x="6002" y="3473"/>
                  </a:cubicBezTo>
                  <a:cubicBezTo>
                    <a:pt x="5927" y="3473"/>
                    <a:pt x="5751" y="3300"/>
                    <a:pt x="5581" y="3129"/>
                  </a:cubicBezTo>
                  <a:cubicBezTo>
                    <a:pt x="5164" y="2715"/>
                    <a:pt x="4489" y="2041"/>
                    <a:pt x="3510" y="2041"/>
                  </a:cubicBezTo>
                  <a:cubicBezTo>
                    <a:pt x="3113" y="2041"/>
                    <a:pt x="2667" y="2152"/>
                    <a:pt x="2166" y="2435"/>
                  </a:cubicBezTo>
                  <a:cubicBezTo>
                    <a:pt x="2096" y="2477"/>
                    <a:pt x="2136" y="2569"/>
                    <a:pt x="2200" y="2569"/>
                  </a:cubicBezTo>
                  <a:cubicBezTo>
                    <a:pt x="2212" y="2569"/>
                    <a:pt x="2224" y="2566"/>
                    <a:pt x="2237" y="2559"/>
                  </a:cubicBezTo>
                  <a:cubicBezTo>
                    <a:pt x="2716" y="2287"/>
                    <a:pt x="3140" y="2180"/>
                    <a:pt x="3516" y="2180"/>
                  </a:cubicBezTo>
                  <a:cubicBezTo>
                    <a:pt x="4428" y="2180"/>
                    <a:pt x="5056" y="2808"/>
                    <a:pt x="5482" y="3234"/>
                  </a:cubicBezTo>
                  <a:cubicBezTo>
                    <a:pt x="5707" y="3459"/>
                    <a:pt x="5864" y="3617"/>
                    <a:pt x="6003" y="3617"/>
                  </a:cubicBezTo>
                  <a:cubicBezTo>
                    <a:pt x="6019" y="3614"/>
                    <a:pt x="6031" y="3614"/>
                    <a:pt x="6046" y="3607"/>
                  </a:cubicBezTo>
                  <a:cubicBezTo>
                    <a:pt x="6124" y="3589"/>
                    <a:pt x="6176" y="3521"/>
                    <a:pt x="6213" y="3407"/>
                  </a:cubicBezTo>
                  <a:cubicBezTo>
                    <a:pt x="6383" y="2861"/>
                    <a:pt x="6247" y="2164"/>
                    <a:pt x="5840" y="1501"/>
                  </a:cubicBezTo>
                  <a:cubicBezTo>
                    <a:pt x="5368" y="733"/>
                    <a:pt x="4652" y="184"/>
                    <a:pt x="3974" y="70"/>
                  </a:cubicBezTo>
                  <a:cubicBezTo>
                    <a:pt x="3692" y="22"/>
                    <a:pt x="3426" y="0"/>
                    <a:pt x="31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3026;p31"/>
            <p:cNvSpPr/>
            <p:nvPr/>
          </p:nvSpPr>
          <p:spPr>
            <a:xfrm>
              <a:off x="1907875" y="1128725"/>
              <a:ext cx="82225" cy="154800"/>
            </a:xfrm>
            <a:custGeom>
              <a:avLst/>
              <a:gdLst/>
              <a:ahLst/>
              <a:cxnLst/>
              <a:rect l="l" t="t" r="r" b="b"/>
              <a:pathLst>
                <a:path w="3289" h="6192" extrusionOk="0">
                  <a:moveTo>
                    <a:pt x="2365" y="1"/>
                  </a:moveTo>
                  <a:cubicBezTo>
                    <a:pt x="2362" y="1"/>
                    <a:pt x="2358" y="1"/>
                    <a:pt x="2354" y="1"/>
                  </a:cubicBezTo>
                  <a:cubicBezTo>
                    <a:pt x="2289" y="14"/>
                    <a:pt x="793" y="335"/>
                    <a:pt x="340" y="1531"/>
                  </a:cubicBezTo>
                  <a:cubicBezTo>
                    <a:pt x="0" y="2420"/>
                    <a:pt x="333" y="3539"/>
                    <a:pt x="1326" y="4862"/>
                  </a:cubicBezTo>
                  <a:cubicBezTo>
                    <a:pt x="1999" y="5763"/>
                    <a:pt x="2474" y="6192"/>
                    <a:pt x="2792" y="6192"/>
                  </a:cubicBezTo>
                  <a:cubicBezTo>
                    <a:pt x="2838" y="6192"/>
                    <a:pt x="2884" y="6179"/>
                    <a:pt x="2927" y="6161"/>
                  </a:cubicBezTo>
                  <a:cubicBezTo>
                    <a:pt x="3226" y="6016"/>
                    <a:pt x="3273" y="5359"/>
                    <a:pt x="3072" y="4165"/>
                  </a:cubicBezTo>
                  <a:cubicBezTo>
                    <a:pt x="2930" y="3308"/>
                    <a:pt x="2705" y="2478"/>
                    <a:pt x="2705" y="2469"/>
                  </a:cubicBezTo>
                  <a:cubicBezTo>
                    <a:pt x="2694" y="2433"/>
                    <a:pt x="2666" y="2418"/>
                    <a:pt x="2638" y="2418"/>
                  </a:cubicBezTo>
                  <a:cubicBezTo>
                    <a:pt x="2595" y="2418"/>
                    <a:pt x="2552" y="2453"/>
                    <a:pt x="2566" y="2509"/>
                  </a:cubicBezTo>
                  <a:cubicBezTo>
                    <a:pt x="2909" y="3761"/>
                    <a:pt x="3288" y="5828"/>
                    <a:pt x="2866" y="6034"/>
                  </a:cubicBezTo>
                  <a:cubicBezTo>
                    <a:pt x="2846" y="6044"/>
                    <a:pt x="2821" y="6050"/>
                    <a:pt x="2790" y="6050"/>
                  </a:cubicBezTo>
                  <a:cubicBezTo>
                    <a:pt x="2613" y="6050"/>
                    <a:pt x="2233" y="5837"/>
                    <a:pt x="1438" y="4776"/>
                  </a:cubicBezTo>
                  <a:cubicBezTo>
                    <a:pt x="478" y="3496"/>
                    <a:pt x="151" y="2423"/>
                    <a:pt x="469" y="1584"/>
                  </a:cubicBezTo>
                  <a:cubicBezTo>
                    <a:pt x="898" y="458"/>
                    <a:pt x="2366" y="143"/>
                    <a:pt x="2381" y="140"/>
                  </a:cubicBezTo>
                  <a:cubicBezTo>
                    <a:pt x="2464" y="120"/>
                    <a:pt x="2445" y="1"/>
                    <a:pt x="23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7" name="Google Shape;3027;p31"/>
            <p:cNvSpPr/>
            <p:nvPr/>
          </p:nvSpPr>
          <p:spPr>
            <a:xfrm>
              <a:off x="1768025" y="1056550"/>
              <a:ext cx="140800" cy="151275"/>
            </a:xfrm>
            <a:custGeom>
              <a:avLst/>
              <a:gdLst/>
              <a:ahLst/>
              <a:cxnLst/>
              <a:rect l="l" t="t" r="r" b="b"/>
              <a:pathLst>
                <a:path w="5632" h="6051" extrusionOk="0">
                  <a:moveTo>
                    <a:pt x="1127" y="1"/>
                  </a:moveTo>
                  <a:cubicBezTo>
                    <a:pt x="0" y="1"/>
                    <a:pt x="885" y="5825"/>
                    <a:pt x="885" y="5825"/>
                  </a:cubicBezTo>
                  <a:cubicBezTo>
                    <a:pt x="984" y="5982"/>
                    <a:pt x="1159" y="6051"/>
                    <a:pt x="1384" y="6051"/>
                  </a:cubicBezTo>
                  <a:cubicBezTo>
                    <a:pt x="2569" y="6051"/>
                    <a:pt x="5137" y="4147"/>
                    <a:pt x="5363" y="3317"/>
                  </a:cubicBezTo>
                  <a:cubicBezTo>
                    <a:pt x="5631" y="2330"/>
                    <a:pt x="2319" y="91"/>
                    <a:pt x="1153" y="2"/>
                  </a:cubicBezTo>
                  <a:cubicBezTo>
                    <a:pt x="1144" y="1"/>
                    <a:pt x="1135" y="1"/>
                    <a:pt x="11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3028;p31"/>
            <p:cNvSpPr/>
            <p:nvPr/>
          </p:nvSpPr>
          <p:spPr>
            <a:xfrm>
              <a:off x="1807225" y="1119500"/>
              <a:ext cx="52625" cy="42200"/>
            </a:xfrm>
            <a:custGeom>
              <a:avLst/>
              <a:gdLst/>
              <a:ahLst/>
              <a:cxnLst/>
              <a:rect l="l" t="t" r="r" b="b"/>
              <a:pathLst>
                <a:path w="2105" h="1688" extrusionOk="0">
                  <a:moveTo>
                    <a:pt x="1799" y="1"/>
                  </a:moveTo>
                  <a:cubicBezTo>
                    <a:pt x="1759" y="1"/>
                    <a:pt x="1718" y="31"/>
                    <a:pt x="1728" y="84"/>
                  </a:cubicBezTo>
                  <a:cubicBezTo>
                    <a:pt x="1793" y="444"/>
                    <a:pt x="1880" y="1404"/>
                    <a:pt x="1519" y="1530"/>
                  </a:cubicBezTo>
                  <a:cubicBezTo>
                    <a:pt x="1485" y="1541"/>
                    <a:pt x="1449" y="1547"/>
                    <a:pt x="1410" y="1547"/>
                  </a:cubicBezTo>
                  <a:cubicBezTo>
                    <a:pt x="1015" y="1547"/>
                    <a:pt x="383" y="998"/>
                    <a:pt x="152" y="765"/>
                  </a:cubicBezTo>
                  <a:cubicBezTo>
                    <a:pt x="137" y="750"/>
                    <a:pt x="120" y="744"/>
                    <a:pt x="103" y="744"/>
                  </a:cubicBezTo>
                  <a:cubicBezTo>
                    <a:pt x="48" y="744"/>
                    <a:pt x="1" y="815"/>
                    <a:pt x="51" y="867"/>
                  </a:cubicBezTo>
                  <a:cubicBezTo>
                    <a:pt x="88" y="901"/>
                    <a:pt x="868" y="1687"/>
                    <a:pt x="1414" y="1687"/>
                  </a:cubicBezTo>
                  <a:cubicBezTo>
                    <a:pt x="1463" y="1687"/>
                    <a:pt x="1516" y="1678"/>
                    <a:pt x="1562" y="1663"/>
                  </a:cubicBezTo>
                  <a:cubicBezTo>
                    <a:pt x="2105" y="1478"/>
                    <a:pt x="1895" y="204"/>
                    <a:pt x="1867" y="59"/>
                  </a:cubicBezTo>
                  <a:cubicBezTo>
                    <a:pt x="1861" y="19"/>
                    <a:pt x="1830" y="1"/>
                    <a:pt x="1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3029;p31"/>
            <p:cNvSpPr/>
            <p:nvPr/>
          </p:nvSpPr>
          <p:spPr>
            <a:xfrm>
              <a:off x="1820750" y="1114450"/>
              <a:ext cx="27000" cy="46700"/>
            </a:xfrm>
            <a:custGeom>
              <a:avLst/>
              <a:gdLst/>
              <a:ahLst/>
              <a:cxnLst/>
              <a:rect l="l" t="t" r="r" b="b"/>
              <a:pathLst>
                <a:path w="1080" h="1868" extrusionOk="0">
                  <a:moveTo>
                    <a:pt x="79" y="0"/>
                  </a:moveTo>
                  <a:cubicBezTo>
                    <a:pt x="68" y="0"/>
                    <a:pt x="57" y="3"/>
                    <a:pt x="46" y="8"/>
                  </a:cubicBezTo>
                  <a:cubicBezTo>
                    <a:pt x="12" y="27"/>
                    <a:pt x="0" y="70"/>
                    <a:pt x="19" y="104"/>
                  </a:cubicBezTo>
                  <a:lnTo>
                    <a:pt x="938" y="1831"/>
                  </a:lnTo>
                  <a:cubicBezTo>
                    <a:pt x="950" y="1852"/>
                    <a:pt x="975" y="1868"/>
                    <a:pt x="999" y="1868"/>
                  </a:cubicBezTo>
                  <a:cubicBezTo>
                    <a:pt x="1012" y="1868"/>
                    <a:pt x="1024" y="1865"/>
                    <a:pt x="1033" y="1859"/>
                  </a:cubicBezTo>
                  <a:cubicBezTo>
                    <a:pt x="1067" y="1840"/>
                    <a:pt x="1080" y="1797"/>
                    <a:pt x="1061" y="1763"/>
                  </a:cubicBezTo>
                  <a:lnTo>
                    <a:pt x="145" y="39"/>
                  </a:lnTo>
                  <a:cubicBezTo>
                    <a:pt x="130" y="15"/>
                    <a:pt x="105" y="0"/>
                    <a:pt x="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3030;p31"/>
            <p:cNvSpPr/>
            <p:nvPr/>
          </p:nvSpPr>
          <p:spPr>
            <a:xfrm>
              <a:off x="1805850" y="1100800"/>
              <a:ext cx="24100" cy="14850"/>
            </a:xfrm>
            <a:custGeom>
              <a:avLst/>
              <a:gdLst/>
              <a:ahLst/>
              <a:cxnLst/>
              <a:rect l="l" t="t" r="r" b="b"/>
              <a:pathLst>
                <a:path w="964" h="594" extrusionOk="0">
                  <a:moveTo>
                    <a:pt x="917" y="1"/>
                  </a:moveTo>
                  <a:cubicBezTo>
                    <a:pt x="397" y="1"/>
                    <a:pt x="1" y="551"/>
                    <a:pt x="1" y="551"/>
                  </a:cubicBezTo>
                  <a:cubicBezTo>
                    <a:pt x="1" y="551"/>
                    <a:pt x="440" y="594"/>
                    <a:pt x="627" y="594"/>
                  </a:cubicBezTo>
                  <a:cubicBezTo>
                    <a:pt x="665" y="594"/>
                    <a:pt x="692" y="592"/>
                    <a:pt x="704" y="588"/>
                  </a:cubicBezTo>
                  <a:cubicBezTo>
                    <a:pt x="778" y="566"/>
                    <a:pt x="963" y="2"/>
                    <a:pt x="963" y="2"/>
                  </a:cubicBezTo>
                  <a:cubicBezTo>
                    <a:pt x="948" y="1"/>
                    <a:pt x="932" y="1"/>
                    <a:pt x="9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3031;p31"/>
            <p:cNvSpPr/>
            <p:nvPr/>
          </p:nvSpPr>
          <p:spPr>
            <a:xfrm>
              <a:off x="1608450" y="965950"/>
              <a:ext cx="51325" cy="62500"/>
            </a:xfrm>
            <a:custGeom>
              <a:avLst/>
              <a:gdLst/>
              <a:ahLst/>
              <a:cxnLst/>
              <a:rect l="l" t="t" r="r" b="b"/>
              <a:pathLst>
                <a:path w="2053" h="2500" extrusionOk="0">
                  <a:moveTo>
                    <a:pt x="418" y="1"/>
                  </a:moveTo>
                  <a:cubicBezTo>
                    <a:pt x="406" y="1"/>
                    <a:pt x="396" y="5"/>
                    <a:pt x="390" y="14"/>
                  </a:cubicBezTo>
                  <a:cubicBezTo>
                    <a:pt x="248" y="205"/>
                    <a:pt x="1" y="2426"/>
                    <a:pt x="214" y="2491"/>
                  </a:cubicBezTo>
                  <a:cubicBezTo>
                    <a:pt x="235" y="2497"/>
                    <a:pt x="267" y="2500"/>
                    <a:pt x="307" y="2500"/>
                  </a:cubicBezTo>
                  <a:cubicBezTo>
                    <a:pt x="681" y="2500"/>
                    <a:pt x="1796" y="2246"/>
                    <a:pt x="2052" y="1760"/>
                  </a:cubicBezTo>
                  <a:cubicBezTo>
                    <a:pt x="2052" y="1760"/>
                    <a:pt x="671" y="1"/>
                    <a:pt x="4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3032;p31"/>
            <p:cNvSpPr/>
            <p:nvPr/>
          </p:nvSpPr>
          <p:spPr>
            <a:xfrm>
              <a:off x="1788950" y="871750"/>
              <a:ext cx="64275" cy="50375"/>
            </a:xfrm>
            <a:custGeom>
              <a:avLst/>
              <a:gdLst/>
              <a:ahLst/>
              <a:cxnLst/>
              <a:rect l="l" t="t" r="r" b="b"/>
              <a:pathLst>
                <a:path w="2571" h="2015" extrusionOk="0">
                  <a:moveTo>
                    <a:pt x="127" y="0"/>
                  </a:moveTo>
                  <a:cubicBezTo>
                    <a:pt x="1" y="0"/>
                    <a:pt x="698" y="2015"/>
                    <a:pt x="698" y="2015"/>
                  </a:cubicBezTo>
                  <a:lnTo>
                    <a:pt x="2570" y="1274"/>
                  </a:lnTo>
                  <a:cubicBezTo>
                    <a:pt x="2570" y="1274"/>
                    <a:pt x="273" y="38"/>
                    <a:pt x="131" y="1"/>
                  </a:cubicBezTo>
                  <a:cubicBezTo>
                    <a:pt x="130" y="0"/>
                    <a:pt x="129" y="0"/>
                    <a:pt x="1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3033;p31"/>
            <p:cNvSpPr/>
            <p:nvPr/>
          </p:nvSpPr>
          <p:spPr>
            <a:xfrm>
              <a:off x="1685575" y="976300"/>
              <a:ext cx="59850" cy="63650"/>
            </a:xfrm>
            <a:custGeom>
              <a:avLst/>
              <a:gdLst/>
              <a:ahLst/>
              <a:cxnLst/>
              <a:rect l="l" t="t" r="r" b="b"/>
              <a:pathLst>
                <a:path w="2394" h="2546" extrusionOk="0">
                  <a:moveTo>
                    <a:pt x="1146" y="1"/>
                  </a:moveTo>
                  <a:cubicBezTo>
                    <a:pt x="1146" y="1"/>
                    <a:pt x="1145" y="1"/>
                    <a:pt x="1145" y="1"/>
                  </a:cubicBezTo>
                  <a:cubicBezTo>
                    <a:pt x="1021" y="26"/>
                    <a:pt x="0" y="513"/>
                    <a:pt x="0" y="513"/>
                  </a:cubicBezTo>
                  <a:cubicBezTo>
                    <a:pt x="0" y="513"/>
                    <a:pt x="1747" y="2545"/>
                    <a:pt x="2229" y="2545"/>
                  </a:cubicBezTo>
                  <a:cubicBezTo>
                    <a:pt x="2270" y="2545"/>
                    <a:pt x="2302" y="2531"/>
                    <a:pt x="2323" y="2499"/>
                  </a:cubicBezTo>
                  <a:cubicBezTo>
                    <a:pt x="2393" y="2392"/>
                    <a:pt x="1276" y="1"/>
                    <a:pt x="1146" y="1"/>
                  </a:cubicBezTo>
                  <a:close/>
                </a:path>
              </a:pathLst>
            </a:custGeom>
            <a:solidFill>
              <a:srgbClr val="000000">
                <a:alpha val="16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3034;p31"/>
            <p:cNvSpPr/>
            <p:nvPr/>
          </p:nvSpPr>
          <p:spPr>
            <a:xfrm>
              <a:off x="1969500" y="1235675"/>
              <a:ext cx="12875" cy="37750"/>
            </a:xfrm>
            <a:custGeom>
              <a:avLst/>
              <a:gdLst/>
              <a:ahLst/>
              <a:cxnLst/>
              <a:rect l="l" t="t" r="r" b="b"/>
              <a:pathLst>
                <a:path w="515" h="1510" extrusionOk="0">
                  <a:moveTo>
                    <a:pt x="79" y="1"/>
                  </a:moveTo>
                  <a:cubicBezTo>
                    <a:pt x="40" y="1"/>
                    <a:pt x="0" y="30"/>
                    <a:pt x="9" y="82"/>
                  </a:cubicBezTo>
                  <a:cubicBezTo>
                    <a:pt x="15" y="122"/>
                    <a:pt x="148" y="1053"/>
                    <a:pt x="370" y="1469"/>
                  </a:cubicBezTo>
                  <a:cubicBezTo>
                    <a:pt x="382" y="1494"/>
                    <a:pt x="407" y="1506"/>
                    <a:pt x="434" y="1510"/>
                  </a:cubicBezTo>
                  <a:cubicBezTo>
                    <a:pt x="444" y="1506"/>
                    <a:pt x="456" y="1503"/>
                    <a:pt x="465" y="1497"/>
                  </a:cubicBezTo>
                  <a:cubicBezTo>
                    <a:pt x="499" y="1479"/>
                    <a:pt x="515" y="1436"/>
                    <a:pt x="496" y="1402"/>
                  </a:cubicBezTo>
                  <a:cubicBezTo>
                    <a:pt x="286" y="1010"/>
                    <a:pt x="148" y="72"/>
                    <a:pt x="148" y="63"/>
                  </a:cubicBezTo>
                  <a:cubicBezTo>
                    <a:pt x="142" y="20"/>
                    <a:pt x="111" y="1"/>
                    <a:pt x="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3035;p31"/>
            <p:cNvSpPr/>
            <p:nvPr/>
          </p:nvSpPr>
          <p:spPr>
            <a:xfrm>
              <a:off x="1959375" y="1243250"/>
              <a:ext cx="17450" cy="36950"/>
            </a:xfrm>
            <a:custGeom>
              <a:avLst/>
              <a:gdLst/>
              <a:ahLst/>
              <a:cxnLst/>
              <a:rect l="l" t="t" r="r" b="b"/>
              <a:pathLst>
                <a:path w="698" h="1478" extrusionOk="0">
                  <a:moveTo>
                    <a:pt x="77" y="0"/>
                  </a:moveTo>
                  <a:cubicBezTo>
                    <a:pt x="75" y="0"/>
                    <a:pt x="73" y="0"/>
                    <a:pt x="71" y="1"/>
                  </a:cubicBezTo>
                  <a:cubicBezTo>
                    <a:pt x="31" y="1"/>
                    <a:pt x="1" y="35"/>
                    <a:pt x="4" y="72"/>
                  </a:cubicBezTo>
                  <a:cubicBezTo>
                    <a:pt x="4" y="105"/>
                    <a:pt x="38" y="898"/>
                    <a:pt x="568" y="1456"/>
                  </a:cubicBezTo>
                  <a:cubicBezTo>
                    <a:pt x="580" y="1469"/>
                    <a:pt x="599" y="1478"/>
                    <a:pt x="620" y="1478"/>
                  </a:cubicBezTo>
                  <a:cubicBezTo>
                    <a:pt x="639" y="1478"/>
                    <a:pt x="654" y="1472"/>
                    <a:pt x="670" y="1459"/>
                  </a:cubicBezTo>
                  <a:cubicBezTo>
                    <a:pt x="698" y="1432"/>
                    <a:pt x="698" y="1385"/>
                    <a:pt x="670" y="1358"/>
                  </a:cubicBezTo>
                  <a:cubicBezTo>
                    <a:pt x="179" y="840"/>
                    <a:pt x="146" y="75"/>
                    <a:pt x="146" y="68"/>
                  </a:cubicBezTo>
                  <a:cubicBezTo>
                    <a:pt x="143" y="30"/>
                    <a:pt x="114" y="0"/>
                    <a:pt x="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3036;p31"/>
            <p:cNvSpPr/>
            <p:nvPr/>
          </p:nvSpPr>
          <p:spPr>
            <a:xfrm>
              <a:off x="1915050" y="1266400"/>
              <a:ext cx="27625" cy="37025"/>
            </a:xfrm>
            <a:custGeom>
              <a:avLst/>
              <a:gdLst/>
              <a:ahLst/>
              <a:cxnLst/>
              <a:rect l="l" t="t" r="r" b="b"/>
              <a:pathLst>
                <a:path w="1105" h="1481" extrusionOk="0">
                  <a:moveTo>
                    <a:pt x="102" y="0"/>
                  </a:moveTo>
                  <a:cubicBezTo>
                    <a:pt x="47" y="0"/>
                    <a:pt x="0" y="71"/>
                    <a:pt x="53" y="123"/>
                  </a:cubicBezTo>
                  <a:cubicBezTo>
                    <a:pt x="59" y="129"/>
                    <a:pt x="882" y="959"/>
                    <a:pt x="959" y="1422"/>
                  </a:cubicBezTo>
                  <a:cubicBezTo>
                    <a:pt x="965" y="1456"/>
                    <a:pt x="993" y="1480"/>
                    <a:pt x="1027" y="1480"/>
                  </a:cubicBezTo>
                  <a:cubicBezTo>
                    <a:pt x="1033" y="1480"/>
                    <a:pt x="1036" y="1480"/>
                    <a:pt x="1039" y="1477"/>
                  </a:cubicBezTo>
                  <a:cubicBezTo>
                    <a:pt x="1080" y="1471"/>
                    <a:pt x="1104" y="1434"/>
                    <a:pt x="1098" y="1397"/>
                  </a:cubicBezTo>
                  <a:cubicBezTo>
                    <a:pt x="1015" y="888"/>
                    <a:pt x="185" y="58"/>
                    <a:pt x="151" y="21"/>
                  </a:cubicBezTo>
                  <a:cubicBezTo>
                    <a:pt x="136" y="7"/>
                    <a:pt x="118" y="0"/>
                    <a:pt x="1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3037;p31"/>
            <p:cNvSpPr/>
            <p:nvPr/>
          </p:nvSpPr>
          <p:spPr>
            <a:xfrm>
              <a:off x="1923450" y="1257550"/>
              <a:ext cx="23450" cy="39000"/>
            </a:xfrm>
            <a:custGeom>
              <a:avLst/>
              <a:gdLst/>
              <a:ahLst/>
              <a:cxnLst/>
              <a:rect l="l" t="t" r="r" b="b"/>
              <a:pathLst>
                <a:path w="938" h="1560" extrusionOk="0">
                  <a:moveTo>
                    <a:pt x="94" y="1"/>
                  </a:moveTo>
                  <a:cubicBezTo>
                    <a:pt x="47" y="1"/>
                    <a:pt x="0" y="48"/>
                    <a:pt x="31" y="104"/>
                  </a:cubicBezTo>
                  <a:cubicBezTo>
                    <a:pt x="56" y="150"/>
                    <a:pt x="633" y="1258"/>
                    <a:pt x="796" y="1526"/>
                  </a:cubicBezTo>
                  <a:cubicBezTo>
                    <a:pt x="808" y="1548"/>
                    <a:pt x="830" y="1560"/>
                    <a:pt x="858" y="1560"/>
                  </a:cubicBezTo>
                  <a:cubicBezTo>
                    <a:pt x="870" y="1560"/>
                    <a:pt x="882" y="1557"/>
                    <a:pt x="892" y="1551"/>
                  </a:cubicBezTo>
                  <a:cubicBezTo>
                    <a:pt x="926" y="1532"/>
                    <a:pt x="938" y="1486"/>
                    <a:pt x="916" y="1455"/>
                  </a:cubicBezTo>
                  <a:cubicBezTo>
                    <a:pt x="756" y="1187"/>
                    <a:pt x="161" y="52"/>
                    <a:pt x="154" y="39"/>
                  </a:cubicBezTo>
                  <a:cubicBezTo>
                    <a:pt x="140" y="12"/>
                    <a:pt x="117" y="1"/>
                    <a:pt x="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3038;p31"/>
            <p:cNvSpPr/>
            <p:nvPr/>
          </p:nvSpPr>
          <p:spPr>
            <a:xfrm>
              <a:off x="1668700" y="1163325"/>
              <a:ext cx="72175" cy="17650"/>
            </a:xfrm>
            <a:custGeom>
              <a:avLst/>
              <a:gdLst/>
              <a:ahLst/>
              <a:cxnLst/>
              <a:rect l="l" t="t" r="r" b="b"/>
              <a:pathLst>
                <a:path w="2887" h="706" extrusionOk="0">
                  <a:moveTo>
                    <a:pt x="2791" y="0"/>
                  </a:moveTo>
                  <a:cubicBezTo>
                    <a:pt x="2786" y="0"/>
                    <a:pt x="2779" y="1"/>
                    <a:pt x="2773" y="2"/>
                  </a:cubicBezTo>
                  <a:lnTo>
                    <a:pt x="86" y="567"/>
                  </a:lnTo>
                  <a:cubicBezTo>
                    <a:pt x="1" y="582"/>
                    <a:pt x="12" y="706"/>
                    <a:pt x="98" y="706"/>
                  </a:cubicBezTo>
                  <a:cubicBezTo>
                    <a:pt x="99" y="706"/>
                    <a:pt x="100" y="706"/>
                    <a:pt x="102" y="706"/>
                  </a:cubicBezTo>
                  <a:lnTo>
                    <a:pt x="114" y="706"/>
                  </a:lnTo>
                  <a:lnTo>
                    <a:pt x="2800" y="141"/>
                  </a:lnTo>
                  <a:cubicBezTo>
                    <a:pt x="2886" y="121"/>
                    <a:pt x="2868" y="0"/>
                    <a:pt x="279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3039;p31"/>
            <p:cNvSpPr/>
            <p:nvPr/>
          </p:nvSpPr>
          <p:spPr>
            <a:xfrm>
              <a:off x="1674075" y="1166825"/>
              <a:ext cx="73050" cy="53925"/>
            </a:xfrm>
            <a:custGeom>
              <a:avLst/>
              <a:gdLst/>
              <a:ahLst/>
              <a:cxnLst/>
              <a:rect l="l" t="t" r="r" b="b"/>
              <a:pathLst>
                <a:path w="2922" h="2157" extrusionOk="0">
                  <a:moveTo>
                    <a:pt x="2820" y="0"/>
                  </a:moveTo>
                  <a:cubicBezTo>
                    <a:pt x="2806" y="0"/>
                    <a:pt x="2791" y="5"/>
                    <a:pt x="2777" y="17"/>
                  </a:cubicBezTo>
                  <a:lnTo>
                    <a:pt x="56" y="2031"/>
                  </a:lnTo>
                  <a:cubicBezTo>
                    <a:pt x="1" y="2071"/>
                    <a:pt x="28" y="2157"/>
                    <a:pt x="96" y="2157"/>
                  </a:cubicBezTo>
                  <a:cubicBezTo>
                    <a:pt x="112" y="2157"/>
                    <a:pt x="127" y="2151"/>
                    <a:pt x="139" y="2142"/>
                  </a:cubicBezTo>
                  <a:lnTo>
                    <a:pt x="2860" y="128"/>
                  </a:lnTo>
                  <a:cubicBezTo>
                    <a:pt x="2922" y="83"/>
                    <a:pt x="2878" y="0"/>
                    <a:pt x="28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3040;p31"/>
            <p:cNvSpPr/>
            <p:nvPr/>
          </p:nvSpPr>
          <p:spPr>
            <a:xfrm>
              <a:off x="1711325" y="1175025"/>
              <a:ext cx="42300" cy="59850"/>
            </a:xfrm>
            <a:custGeom>
              <a:avLst/>
              <a:gdLst/>
              <a:ahLst/>
              <a:cxnLst/>
              <a:rect l="l" t="t" r="r" b="b"/>
              <a:pathLst>
                <a:path w="1692" h="2394" extrusionOk="0">
                  <a:moveTo>
                    <a:pt x="1602" y="0"/>
                  </a:moveTo>
                  <a:cubicBezTo>
                    <a:pt x="1585" y="0"/>
                    <a:pt x="1567" y="7"/>
                    <a:pt x="1552" y="22"/>
                  </a:cubicBezTo>
                  <a:lnTo>
                    <a:pt x="34" y="2285"/>
                  </a:lnTo>
                  <a:cubicBezTo>
                    <a:pt x="0" y="2332"/>
                    <a:pt x="34" y="2393"/>
                    <a:pt x="93" y="2393"/>
                  </a:cubicBezTo>
                  <a:cubicBezTo>
                    <a:pt x="115" y="2393"/>
                    <a:pt x="136" y="2381"/>
                    <a:pt x="148" y="2363"/>
                  </a:cubicBezTo>
                  <a:lnTo>
                    <a:pt x="1669" y="99"/>
                  </a:lnTo>
                  <a:cubicBezTo>
                    <a:pt x="1692" y="47"/>
                    <a:pt x="1648" y="0"/>
                    <a:pt x="16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3041;p31"/>
            <p:cNvSpPr/>
            <p:nvPr/>
          </p:nvSpPr>
          <p:spPr>
            <a:xfrm>
              <a:off x="1879100" y="1032500"/>
              <a:ext cx="50825" cy="54875"/>
            </a:xfrm>
            <a:custGeom>
              <a:avLst/>
              <a:gdLst/>
              <a:ahLst/>
              <a:cxnLst/>
              <a:rect l="l" t="t" r="r" b="b"/>
              <a:pathLst>
                <a:path w="2033" h="2195" extrusionOk="0">
                  <a:moveTo>
                    <a:pt x="1932" y="1"/>
                  </a:moveTo>
                  <a:cubicBezTo>
                    <a:pt x="1914" y="1"/>
                    <a:pt x="1895" y="8"/>
                    <a:pt x="1879" y="26"/>
                  </a:cubicBezTo>
                  <a:lnTo>
                    <a:pt x="41" y="2077"/>
                  </a:lnTo>
                  <a:cubicBezTo>
                    <a:pt x="1" y="2120"/>
                    <a:pt x="35" y="2194"/>
                    <a:pt x="96" y="2194"/>
                  </a:cubicBezTo>
                  <a:cubicBezTo>
                    <a:pt x="115" y="2194"/>
                    <a:pt x="133" y="2185"/>
                    <a:pt x="149" y="2170"/>
                  </a:cubicBezTo>
                  <a:lnTo>
                    <a:pt x="1984" y="122"/>
                  </a:lnTo>
                  <a:cubicBezTo>
                    <a:pt x="2033" y="68"/>
                    <a:pt x="1986" y="1"/>
                    <a:pt x="19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3042;p31"/>
            <p:cNvSpPr/>
            <p:nvPr/>
          </p:nvSpPr>
          <p:spPr>
            <a:xfrm>
              <a:off x="1896225" y="1062550"/>
              <a:ext cx="69125" cy="34525"/>
            </a:xfrm>
            <a:custGeom>
              <a:avLst/>
              <a:gdLst/>
              <a:ahLst/>
              <a:cxnLst/>
              <a:rect l="l" t="t" r="r" b="b"/>
              <a:pathLst>
                <a:path w="2765" h="1381" extrusionOk="0">
                  <a:moveTo>
                    <a:pt x="2663" y="1"/>
                  </a:moveTo>
                  <a:cubicBezTo>
                    <a:pt x="2653" y="1"/>
                    <a:pt x="2643" y="3"/>
                    <a:pt x="2631" y="8"/>
                  </a:cubicBezTo>
                  <a:lnTo>
                    <a:pt x="50" y="1248"/>
                  </a:lnTo>
                  <a:cubicBezTo>
                    <a:pt x="16" y="1264"/>
                    <a:pt x="1" y="1307"/>
                    <a:pt x="16" y="1341"/>
                  </a:cubicBezTo>
                  <a:cubicBezTo>
                    <a:pt x="28" y="1365"/>
                    <a:pt x="53" y="1381"/>
                    <a:pt x="81" y="1381"/>
                  </a:cubicBezTo>
                  <a:cubicBezTo>
                    <a:pt x="90" y="1381"/>
                    <a:pt x="102" y="1378"/>
                    <a:pt x="112" y="1372"/>
                  </a:cubicBezTo>
                  <a:lnTo>
                    <a:pt x="2690" y="135"/>
                  </a:lnTo>
                  <a:cubicBezTo>
                    <a:pt x="2765" y="100"/>
                    <a:pt x="2729" y="1"/>
                    <a:pt x="26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3043;p31"/>
            <p:cNvSpPr/>
            <p:nvPr/>
          </p:nvSpPr>
          <p:spPr>
            <a:xfrm>
              <a:off x="1722425" y="958250"/>
              <a:ext cx="54175" cy="68425"/>
            </a:xfrm>
            <a:custGeom>
              <a:avLst/>
              <a:gdLst/>
              <a:ahLst/>
              <a:cxnLst/>
              <a:rect l="l" t="t" r="r" b="b"/>
              <a:pathLst>
                <a:path w="2167" h="2737" extrusionOk="0">
                  <a:moveTo>
                    <a:pt x="1078" y="1"/>
                  </a:moveTo>
                  <a:cubicBezTo>
                    <a:pt x="1072" y="1"/>
                    <a:pt x="1067" y="2"/>
                    <a:pt x="1062" y="4"/>
                  </a:cubicBezTo>
                  <a:cubicBezTo>
                    <a:pt x="565" y="236"/>
                    <a:pt x="1" y="677"/>
                    <a:pt x="1" y="677"/>
                  </a:cubicBezTo>
                  <a:cubicBezTo>
                    <a:pt x="1" y="677"/>
                    <a:pt x="1830" y="2736"/>
                    <a:pt x="2121" y="2736"/>
                  </a:cubicBezTo>
                  <a:cubicBezTo>
                    <a:pt x="2154" y="2736"/>
                    <a:pt x="2167" y="2711"/>
                    <a:pt x="2156" y="2654"/>
                  </a:cubicBezTo>
                  <a:cubicBezTo>
                    <a:pt x="2054" y="2102"/>
                    <a:pt x="1322" y="1"/>
                    <a:pt x="1078" y="1"/>
                  </a:cubicBezTo>
                  <a:close/>
                </a:path>
              </a:pathLst>
            </a:custGeom>
            <a:solidFill>
              <a:srgbClr val="000000">
                <a:alpha val="16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3044;p31"/>
            <p:cNvSpPr/>
            <p:nvPr/>
          </p:nvSpPr>
          <p:spPr>
            <a:xfrm>
              <a:off x="1756050" y="937600"/>
              <a:ext cx="53000" cy="63200"/>
            </a:xfrm>
            <a:custGeom>
              <a:avLst/>
              <a:gdLst/>
              <a:ahLst/>
              <a:cxnLst/>
              <a:rect l="l" t="t" r="r" b="b"/>
              <a:pathLst>
                <a:path w="2120" h="2528" extrusionOk="0">
                  <a:moveTo>
                    <a:pt x="882" y="1"/>
                  </a:moveTo>
                  <a:lnTo>
                    <a:pt x="0" y="617"/>
                  </a:lnTo>
                  <a:cubicBezTo>
                    <a:pt x="0" y="617"/>
                    <a:pt x="1589" y="2456"/>
                    <a:pt x="1872" y="2527"/>
                  </a:cubicBezTo>
                  <a:cubicBezTo>
                    <a:pt x="1876" y="2528"/>
                    <a:pt x="1880" y="2528"/>
                    <a:pt x="1883" y="2528"/>
                  </a:cubicBezTo>
                  <a:cubicBezTo>
                    <a:pt x="2119" y="2528"/>
                    <a:pt x="882" y="1"/>
                    <a:pt x="882" y="1"/>
                  </a:cubicBezTo>
                  <a:close/>
                </a:path>
              </a:pathLst>
            </a:custGeom>
            <a:solidFill>
              <a:srgbClr val="000000">
                <a:alpha val="16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3045;p31"/>
            <p:cNvSpPr/>
            <p:nvPr/>
          </p:nvSpPr>
          <p:spPr>
            <a:xfrm>
              <a:off x="1601125" y="1064225"/>
              <a:ext cx="178550" cy="88825"/>
            </a:xfrm>
            <a:custGeom>
              <a:avLst/>
              <a:gdLst/>
              <a:ahLst/>
              <a:cxnLst/>
              <a:rect l="l" t="t" r="r" b="b"/>
              <a:pathLst>
                <a:path w="7142" h="3553" extrusionOk="0">
                  <a:moveTo>
                    <a:pt x="4352" y="1"/>
                  </a:moveTo>
                  <a:cubicBezTo>
                    <a:pt x="3532" y="1"/>
                    <a:pt x="2805" y="271"/>
                    <a:pt x="2805" y="271"/>
                  </a:cubicBezTo>
                  <a:cubicBezTo>
                    <a:pt x="1173" y="774"/>
                    <a:pt x="1" y="3371"/>
                    <a:pt x="3434" y="3538"/>
                  </a:cubicBezTo>
                  <a:cubicBezTo>
                    <a:pt x="3640" y="3548"/>
                    <a:pt x="3835" y="3552"/>
                    <a:pt x="4019" y="3552"/>
                  </a:cubicBezTo>
                  <a:cubicBezTo>
                    <a:pt x="6902" y="3552"/>
                    <a:pt x="7142" y="2356"/>
                    <a:pt x="6237" y="901"/>
                  </a:cubicBezTo>
                  <a:cubicBezTo>
                    <a:pt x="5797" y="193"/>
                    <a:pt x="5042" y="1"/>
                    <a:pt x="43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3046;p31"/>
            <p:cNvSpPr/>
            <p:nvPr/>
          </p:nvSpPr>
          <p:spPr>
            <a:xfrm>
              <a:off x="1685575" y="1106525"/>
              <a:ext cx="66250" cy="16150"/>
            </a:xfrm>
            <a:custGeom>
              <a:avLst/>
              <a:gdLst/>
              <a:ahLst/>
              <a:cxnLst/>
              <a:rect l="l" t="t" r="r" b="b"/>
              <a:pathLst>
                <a:path w="2650" h="646" extrusionOk="0">
                  <a:moveTo>
                    <a:pt x="1394" y="1"/>
                  </a:moveTo>
                  <a:cubicBezTo>
                    <a:pt x="978" y="1"/>
                    <a:pt x="502" y="125"/>
                    <a:pt x="50" y="522"/>
                  </a:cubicBezTo>
                  <a:cubicBezTo>
                    <a:pt x="0" y="566"/>
                    <a:pt x="31" y="646"/>
                    <a:pt x="96" y="646"/>
                  </a:cubicBezTo>
                  <a:cubicBezTo>
                    <a:pt x="114" y="646"/>
                    <a:pt x="130" y="640"/>
                    <a:pt x="142" y="627"/>
                  </a:cubicBezTo>
                  <a:cubicBezTo>
                    <a:pt x="570" y="253"/>
                    <a:pt x="1014" y="136"/>
                    <a:pt x="1401" y="136"/>
                  </a:cubicBezTo>
                  <a:cubicBezTo>
                    <a:pt x="2023" y="136"/>
                    <a:pt x="2500" y="437"/>
                    <a:pt x="2532" y="458"/>
                  </a:cubicBezTo>
                  <a:cubicBezTo>
                    <a:pt x="2544" y="465"/>
                    <a:pt x="2557" y="469"/>
                    <a:pt x="2570" y="469"/>
                  </a:cubicBezTo>
                  <a:cubicBezTo>
                    <a:pt x="2594" y="469"/>
                    <a:pt x="2617" y="458"/>
                    <a:pt x="2631" y="436"/>
                  </a:cubicBezTo>
                  <a:cubicBezTo>
                    <a:pt x="2650" y="405"/>
                    <a:pt x="2640" y="362"/>
                    <a:pt x="2610" y="340"/>
                  </a:cubicBezTo>
                  <a:cubicBezTo>
                    <a:pt x="2600" y="333"/>
                    <a:pt x="2076" y="1"/>
                    <a:pt x="13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3047;p31"/>
            <p:cNvSpPr/>
            <p:nvPr/>
          </p:nvSpPr>
          <p:spPr>
            <a:xfrm>
              <a:off x="1824400" y="958700"/>
              <a:ext cx="96400" cy="113525"/>
            </a:xfrm>
            <a:custGeom>
              <a:avLst/>
              <a:gdLst/>
              <a:ahLst/>
              <a:cxnLst/>
              <a:rect l="l" t="t" r="r" b="b"/>
              <a:pathLst>
                <a:path w="3856" h="4541" extrusionOk="0">
                  <a:moveTo>
                    <a:pt x="2281" y="0"/>
                  </a:moveTo>
                  <a:cubicBezTo>
                    <a:pt x="2242" y="0"/>
                    <a:pt x="2203" y="5"/>
                    <a:pt x="2164" y="14"/>
                  </a:cubicBezTo>
                  <a:cubicBezTo>
                    <a:pt x="2164" y="14"/>
                    <a:pt x="730" y="69"/>
                    <a:pt x="363" y="1562"/>
                  </a:cubicBezTo>
                  <a:cubicBezTo>
                    <a:pt x="0" y="3047"/>
                    <a:pt x="452" y="4540"/>
                    <a:pt x="1303" y="4540"/>
                  </a:cubicBezTo>
                  <a:cubicBezTo>
                    <a:pt x="1624" y="4540"/>
                    <a:pt x="2002" y="4328"/>
                    <a:pt x="2414" y="3823"/>
                  </a:cubicBezTo>
                  <a:cubicBezTo>
                    <a:pt x="3855" y="2064"/>
                    <a:pt x="3117" y="0"/>
                    <a:pt x="228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3048;p31"/>
            <p:cNvSpPr/>
            <p:nvPr/>
          </p:nvSpPr>
          <p:spPr>
            <a:xfrm>
              <a:off x="1846025" y="998050"/>
              <a:ext cx="24750" cy="61025"/>
            </a:xfrm>
            <a:custGeom>
              <a:avLst/>
              <a:gdLst/>
              <a:ahLst/>
              <a:cxnLst/>
              <a:rect l="l" t="t" r="r" b="b"/>
              <a:pathLst>
                <a:path w="990" h="2441" extrusionOk="0">
                  <a:moveTo>
                    <a:pt x="888" y="1"/>
                  </a:moveTo>
                  <a:cubicBezTo>
                    <a:pt x="867" y="1"/>
                    <a:pt x="846" y="10"/>
                    <a:pt x="830" y="35"/>
                  </a:cubicBezTo>
                  <a:cubicBezTo>
                    <a:pt x="796" y="81"/>
                    <a:pt x="1" y="1237"/>
                    <a:pt x="254" y="2385"/>
                  </a:cubicBezTo>
                  <a:cubicBezTo>
                    <a:pt x="260" y="2419"/>
                    <a:pt x="287" y="2440"/>
                    <a:pt x="321" y="2440"/>
                  </a:cubicBezTo>
                  <a:lnTo>
                    <a:pt x="337" y="2440"/>
                  </a:lnTo>
                  <a:cubicBezTo>
                    <a:pt x="377" y="2431"/>
                    <a:pt x="402" y="2394"/>
                    <a:pt x="392" y="2357"/>
                  </a:cubicBezTo>
                  <a:cubicBezTo>
                    <a:pt x="155" y="1271"/>
                    <a:pt x="938" y="127"/>
                    <a:pt x="948" y="115"/>
                  </a:cubicBezTo>
                  <a:cubicBezTo>
                    <a:pt x="989" y="60"/>
                    <a:pt x="939" y="1"/>
                    <a:pt x="8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3049;p31"/>
            <p:cNvSpPr/>
            <p:nvPr/>
          </p:nvSpPr>
          <p:spPr>
            <a:xfrm>
              <a:off x="1718025" y="1264925"/>
              <a:ext cx="45975" cy="64200"/>
            </a:xfrm>
            <a:custGeom>
              <a:avLst/>
              <a:gdLst/>
              <a:ahLst/>
              <a:cxnLst/>
              <a:rect l="l" t="t" r="r" b="b"/>
              <a:pathLst>
                <a:path w="1839" h="2568" extrusionOk="0">
                  <a:moveTo>
                    <a:pt x="1555" y="0"/>
                  </a:moveTo>
                  <a:cubicBezTo>
                    <a:pt x="1271" y="0"/>
                    <a:pt x="214" y="71"/>
                    <a:pt x="1" y="352"/>
                  </a:cubicBezTo>
                  <a:cubicBezTo>
                    <a:pt x="1" y="352"/>
                    <a:pt x="824" y="2567"/>
                    <a:pt x="1150" y="2567"/>
                  </a:cubicBezTo>
                  <a:cubicBezTo>
                    <a:pt x="1169" y="2567"/>
                    <a:pt x="1185" y="2560"/>
                    <a:pt x="1201" y="2545"/>
                  </a:cubicBezTo>
                  <a:cubicBezTo>
                    <a:pt x="1484" y="2261"/>
                    <a:pt x="1839" y="0"/>
                    <a:pt x="1555" y="0"/>
                  </a:cubicBezTo>
                  <a:close/>
                </a:path>
              </a:pathLst>
            </a:custGeom>
            <a:solidFill>
              <a:srgbClr val="000000">
                <a:alpha val="16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3050;p31"/>
            <p:cNvSpPr/>
            <p:nvPr/>
          </p:nvSpPr>
          <p:spPr>
            <a:xfrm>
              <a:off x="1668525" y="1277250"/>
              <a:ext cx="52500" cy="56600"/>
            </a:xfrm>
            <a:custGeom>
              <a:avLst/>
              <a:gdLst/>
              <a:ahLst/>
              <a:cxnLst/>
              <a:rect l="l" t="t" r="r" b="b"/>
              <a:pathLst>
                <a:path w="2100" h="2264" extrusionOk="0">
                  <a:moveTo>
                    <a:pt x="1345" y="1"/>
                  </a:moveTo>
                  <a:cubicBezTo>
                    <a:pt x="1062" y="1"/>
                    <a:pt x="143" y="355"/>
                    <a:pt x="72" y="636"/>
                  </a:cubicBezTo>
                  <a:cubicBezTo>
                    <a:pt x="1" y="920"/>
                    <a:pt x="1697" y="2194"/>
                    <a:pt x="1910" y="2262"/>
                  </a:cubicBezTo>
                  <a:cubicBezTo>
                    <a:pt x="1913" y="2263"/>
                    <a:pt x="1916" y="2263"/>
                    <a:pt x="1919" y="2263"/>
                  </a:cubicBezTo>
                  <a:cubicBezTo>
                    <a:pt x="2099" y="2263"/>
                    <a:pt x="1345" y="1"/>
                    <a:pt x="1345" y="1"/>
                  </a:cubicBezTo>
                  <a:close/>
                </a:path>
              </a:pathLst>
            </a:custGeom>
            <a:solidFill>
              <a:srgbClr val="000000">
                <a:alpha val="16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3051;p31"/>
            <p:cNvSpPr/>
            <p:nvPr/>
          </p:nvSpPr>
          <p:spPr>
            <a:xfrm>
              <a:off x="1776325" y="1267025"/>
              <a:ext cx="42425" cy="56550"/>
            </a:xfrm>
            <a:custGeom>
              <a:avLst/>
              <a:gdLst/>
              <a:ahLst/>
              <a:cxnLst/>
              <a:rect l="l" t="t" r="r" b="b"/>
              <a:pathLst>
                <a:path w="1697" h="2262" extrusionOk="0">
                  <a:moveTo>
                    <a:pt x="494" y="1"/>
                  </a:moveTo>
                  <a:cubicBezTo>
                    <a:pt x="327" y="1"/>
                    <a:pt x="158" y="18"/>
                    <a:pt x="0" y="58"/>
                  </a:cubicBezTo>
                  <a:cubicBezTo>
                    <a:pt x="0" y="58"/>
                    <a:pt x="131" y="2261"/>
                    <a:pt x="328" y="2261"/>
                  </a:cubicBezTo>
                  <a:cubicBezTo>
                    <a:pt x="337" y="2261"/>
                    <a:pt x="346" y="2257"/>
                    <a:pt x="355" y="2248"/>
                  </a:cubicBezTo>
                  <a:cubicBezTo>
                    <a:pt x="565" y="2035"/>
                    <a:pt x="1697" y="481"/>
                    <a:pt x="1484" y="268"/>
                  </a:cubicBezTo>
                  <a:cubicBezTo>
                    <a:pt x="1331" y="117"/>
                    <a:pt x="921" y="1"/>
                    <a:pt x="494" y="1"/>
                  </a:cubicBezTo>
                  <a:close/>
                </a:path>
              </a:pathLst>
            </a:custGeom>
            <a:solidFill>
              <a:srgbClr val="000000">
                <a:alpha val="16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3052;p31"/>
            <p:cNvSpPr/>
            <p:nvPr/>
          </p:nvSpPr>
          <p:spPr>
            <a:xfrm>
              <a:off x="2017050" y="906750"/>
              <a:ext cx="47575" cy="76200"/>
            </a:xfrm>
            <a:custGeom>
              <a:avLst/>
              <a:gdLst/>
              <a:ahLst/>
              <a:cxnLst/>
              <a:rect l="l" t="t" r="r" b="b"/>
              <a:pathLst>
                <a:path w="1903" h="3048" extrusionOk="0">
                  <a:moveTo>
                    <a:pt x="1679" y="1"/>
                  </a:moveTo>
                  <a:cubicBezTo>
                    <a:pt x="1679" y="1"/>
                    <a:pt x="1679" y="1"/>
                    <a:pt x="1678" y="1"/>
                  </a:cubicBezTo>
                  <a:cubicBezTo>
                    <a:pt x="901" y="16"/>
                    <a:pt x="673" y="50"/>
                    <a:pt x="1" y="244"/>
                  </a:cubicBezTo>
                  <a:cubicBezTo>
                    <a:pt x="1" y="244"/>
                    <a:pt x="935" y="3048"/>
                    <a:pt x="1215" y="3048"/>
                  </a:cubicBezTo>
                  <a:cubicBezTo>
                    <a:pt x="1231" y="3048"/>
                    <a:pt x="1245" y="3039"/>
                    <a:pt x="1256" y="3020"/>
                  </a:cubicBezTo>
                  <a:cubicBezTo>
                    <a:pt x="1468" y="2669"/>
                    <a:pt x="1903" y="1"/>
                    <a:pt x="1679" y="1"/>
                  </a:cubicBezTo>
                  <a:close/>
                </a:path>
              </a:pathLst>
            </a:custGeom>
            <a:solidFill>
              <a:srgbClr val="000000">
                <a:alpha val="16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3053;p31"/>
            <p:cNvSpPr/>
            <p:nvPr/>
          </p:nvSpPr>
          <p:spPr>
            <a:xfrm>
              <a:off x="1597750" y="1180150"/>
              <a:ext cx="44725" cy="33025"/>
            </a:xfrm>
            <a:custGeom>
              <a:avLst/>
              <a:gdLst/>
              <a:ahLst/>
              <a:cxnLst/>
              <a:rect l="l" t="t" r="r" b="b"/>
              <a:pathLst>
                <a:path w="1789" h="1321" extrusionOk="0">
                  <a:moveTo>
                    <a:pt x="1525" y="0"/>
                  </a:moveTo>
                  <a:cubicBezTo>
                    <a:pt x="1102" y="0"/>
                    <a:pt x="0" y="279"/>
                    <a:pt x="0" y="279"/>
                  </a:cubicBezTo>
                  <a:cubicBezTo>
                    <a:pt x="0" y="696"/>
                    <a:pt x="377" y="1229"/>
                    <a:pt x="466" y="1316"/>
                  </a:cubicBezTo>
                  <a:cubicBezTo>
                    <a:pt x="469" y="1319"/>
                    <a:pt x="474" y="1320"/>
                    <a:pt x="479" y="1320"/>
                  </a:cubicBezTo>
                  <a:cubicBezTo>
                    <a:pt x="638" y="1320"/>
                    <a:pt x="1788" y="184"/>
                    <a:pt x="1681" y="36"/>
                  </a:cubicBezTo>
                  <a:cubicBezTo>
                    <a:pt x="1663" y="11"/>
                    <a:pt x="1607" y="0"/>
                    <a:pt x="1525" y="0"/>
                  </a:cubicBezTo>
                  <a:close/>
                </a:path>
              </a:pathLst>
            </a:custGeom>
            <a:solidFill>
              <a:srgbClr val="000000">
                <a:alpha val="16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31"/>
            <p:cNvSpPr/>
            <p:nvPr/>
          </p:nvSpPr>
          <p:spPr>
            <a:xfrm>
              <a:off x="1584475" y="1155450"/>
              <a:ext cx="42600" cy="20600"/>
            </a:xfrm>
            <a:custGeom>
              <a:avLst/>
              <a:gdLst/>
              <a:ahLst/>
              <a:cxnLst/>
              <a:rect l="l" t="t" r="r" b="b"/>
              <a:pathLst>
                <a:path w="1704" h="824" extrusionOk="0">
                  <a:moveTo>
                    <a:pt x="130" y="1"/>
                  </a:moveTo>
                  <a:cubicBezTo>
                    <a:pt x="110" y="1"/>
                    <a:pt x="97" y="2"/>
                    <a:pt x="90" y="6"/>
                  </a:cubicBezTo>
                  <a:cubicBezTo>
                    <a:pt x="1" y="49"/>
                    <a:pt x="112" y="712"/>
                    <a:pt x="266" y="823"/>
                  </a:cubicBezTo>
                  <a:cubicBezTo>
                    <a:pt x="266" y="823"/>
                    <a:pt x="1703" y="515"/>
                    <a:pt x="1639" y="379"/>
                  </a:cubicBezTo>
                  <a:cubicBezTo>
                    <a:pt x="1576" y="256"/>
                    <a:pt x="377" y="1"/>
                    <a:pt x="130" y="1"/>
                  </a:cubicBezTo>
                  <a:close/>
                </a:path>
              </a:pathLst>
            </a:custGeom>
            <a:solidFill>
              <a:srgbClr val="000000">
                <a:alpha val="16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3055;p31"/>
            <p:cNvSpPr/>
            <p:nvPr/>
          </p:nvSpPr>
          <p:spPr>
            <a:xfrm>
              <a:off x="1615475" y="1205025"/>
              <a:ext cx="31500" cy="35100"/>
            </a:xfrm>
            <a:custGeom>
              <a:avLst/>
              <a:gdLst/>
              <a:ahLst/>
              <a:cxnLst/>
              <a:rect l="l" t="t" r="r" b="b"/>
              <a:pathLst>
                <a:path w="1260" h="1404" extrusionOk="0">
                  <a:moveTo>
                    <a:pt x="1190" y="1"/>
                  </a:moveTo>
                  <a:cubicBezTo>
                    <a:pt x="1010" y="1"/>
                    <a:pt x="1" y="632"/>
                    <a:pt x="1" y="632"/>
                  </a:cubicBezTo>
                  <a:cubicBezTo>
                    <a:pt x="22" y="808"/>
                    <a:pt x="596" y="1403"/>
                    <a:pt x="685" y="1403"/>
                  </a:cubicBezTo>
                  <a:cubicBezTo>
                    <a:pt x="772" y="1403"/>
                    <a:pt x="1259" y="123"/>
                    <a:pt x="1216" y="12"/>
                  </a:cubicBezTo>
                  <a:cubicBezTo>
                    <a:pt x="1213" y="4"/>
                    <a:pt x="1204" y="1"/>
                    <a:pt x="1190" y="1"/>
                  </a:cubicBezTo>
                  <a:close/>
                </a:path>
              </a:pathLst>
            </a:custGeom>
            <a:solidFill>
              <a:srgbClr val="000000">
                <a:alpha val="16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3056;p31"/>
            <p:cNvSpPr/>
            <p:nvPr/>
          </p:nvSpPr>
          <p:spPr>
            <a:xfrm>
              <a:off x="1925175" y="947775"/>
              <a:ext cx="42850" cy="42550"/>
            </a:xfrm>
            <a:custGeom>
              <a:avLst/>
              <a:gdLst/>
              <a:ahLst/>
              <a:cxnLst/>
              <a:rect l="l" t="t" r="r" b="b"/>
              <a:pathLst>
                <a:path w="1714" h="1702" extrusionOk="0">
                  <a:moveTo>
                    <a:pt x="903" y="1"/>
                  </a:moveTo>
                  <a:cubicBezTo>
                    <a:pt x="903" y="1"/>
                    <a:pt x="0" y="1701"/>
                    <a:pt x="144" y="1701"/>
                  </a:cubicBezTo>
                  <a:cubicBezTo>
                    <a:pt x="148" y="1701"/>
                    <a:pt x="153" y="1700"/>
                    <a:pt x="160" y="1697"/>
                  </a:cubicBezTo>
                  <a:cubicBezTo>
                    <a:pt x="372" y="1589"/>
                    <a:pt x="1714" y="1062"/>
                    <a:pt x="1680" y="812"/>
                  </a:cubicBezTo>
                  <a:cubicBezTo>
                    <a:pt x="1643" y="565"/>
                    <a:pt x="903" y="1"/>
                    <a:pt x="903" y="1"/>
                  </a:cubicBezTo>
                  <a:close/>
                </a:path>
              </a:pathLst>
            </a:custGeom>
            <a:solidFill>
              <a:srgbClr val="000000">
                <a:alpha val="16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31"/>
            <p:cNvSpPr/>
            <p:nvPr/>
          </p:nvSpPr>
          <p:spPr>
            <a:xfrm>
              <a:off x="1935325" y="979550"/>
              <a:ext cx="48600" cy="35325"/>
            </a:xfrm>
            <a:custGeom>
              <a:avLst/>
              <a:gdLst/>
              <a:ahLst/>
              <a:cxnLst/>
              <a:rect l="l" t="t" r="r" b="b"/>
              <a:pathLst>
                <a:path w="1944" h="1413" extrusionOk="0">
                  <a:moveTo>
                    <a:pt x="1416" y="0"/>
                  </a:moveTo>
                  <a:cubicBezTo>
                    <a:pt x="1416" y="0"/>
                    <a:pt x="0" y="1413"/>
                    <a:pt x="247" y="1413"/>
                  </a:cubicBezTo>
                  <a:cubicBezTo>
                    <a:pt x="497" y="1413"/>
                    <a:pt x="1943" y="1308"/>
                    <a:pt x="1838" y="990"/>
                  </a:cubicBezTo>
                  <a:cubicBezTo>
                    <a:pt x="1734" y="673"/>
                    <a:pt x="1416" y="0"/>
                    <a:pt x="1416" y="0"/>
                  </a:cubicBezTo>
                  <a:close/>
                </a:path>
              </a:pathLst>
            </a:custGeom>
            <a:solidFill>
              <a:srgbClr val="000000">
                <a:alpha val="16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3058;p31"/>
            <p:cNvSpPr/>
            <p:nvPr/>
          </p:nvSpPr>
          <p:spPr>
            <a:xfrm>
              <a:off x="1939800" y="1022875"/>
              <a:ext cx="47675" cy="25175"/>
            </a:xfrm>
            <a:custGeom>
              <a:avLst/>
              <a:gdLst/>
              <a:ahLst/>
              <a:cxnLst/>
              <a:rect l="l" t="t" r="r" b="b"/>
              <a:pathLst>
                <a:path w="1907" h="1007" extrusionOk="0">
                  <a:moveTo>
                    <a:pt x="1801" y="1"/>
                  </a:moveTo>
                  <a:cubicBezTo>
                    <a:pt x="1801" y="1"/>
                    <a:pt x="0" y="636"/>
                    <a:pt x="389" y="670"/>
                  </a:cubicBezTo>
                  <a:cubicBezTo>
                    <a:pt x="731" y="700"/>
                    <a:pt x="1645" y="1006"/>
                    <a:pt x="1860" y="1006"/>
                  </a:cubicBezTo>
                  <a:cubicBezTo>
                    <a:pt x="1890" y="1006"/>
                    <a:pt x="1906" y="1001"/>
                    <a:pt x="1906" y="988"/>
                  </a:cubicBezTo>
                  <a:cubicBezTo>
                    <a:pt x="1906" y="883"/>
                    <a:pt x="1801" y="1"/>
                    <a:pt x="1801" y="1"/>
                  </a:cubicBezTo>
                  <a:close/>
                </a:path>
              </a:pathLst>
            </a:custGeom>
            <a:solidFill>
              <a:srgbClr val="000000">
                <a:alpha val="16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3059;p31"/>
            <p:cNvSpPr/>
            <p:nvPr/>
          </p:nvSpPr>
          <p:spPr>
            <a:xfrm>
              <a:off x="1932300" y="954025"/>
              <a:ext cx="103275" cy="192550"/>
            </a:xfrm>
            <a:custGeom>
              <a:avLst/>
              <a:gdLst/>
              <a:ahLst/>
              <a:cxnLst/>
              <a:rect l="l" t="t" r="r" b="b"/>
              <a:pathLst>
                <a:path w="4131" h="7702" extrusionOk="0">
                  <a:moveTo>
                    <a:pt x="1104" y="1"/>
                  </a:moveTo>
                  <a:cubicBezTo>
                    <a:pt x="1056" y="1"/>
                    <a:pt x="1009" y="53"/>
                    <a:pt x="1040" y="108"/>
                  </a:cubicBezTo>
                  <a:cubicBezTo>
                    <a:pt x="1071" y="158"/>
                    <a:pt x="3943" y="5099"/>
                    <a:pt x="60" y="7569"/>
                  </a:cubicBezTo>
                  <a:cubicBezTo>
                    <a:pt x="1" y="7609"/>
                    <a:pt x="26" y="7702"/>
                    <a:pt x="100" y="7702"/>
                  </a:cubicBezTo>
                  <a:cubicBezTo>
                    <a:pt x="112" y="7702"/>
                    <a:pt x="124" y="7696"/>
                    <a:pt x="137" y="7690"/>
                  </a:cubicBezTo>
                  <a:cubicBezTo>
                    <a:pt x="4131" y="5145"/>
                    <a:pt x="1195" y="87"/>
                    <a:pt x="1164" y="37"/>
                  </a:cubicBezTo>
                  <a:cubicBezTo>
                    <a:pt x="1148" y="12"/>
                    <a:pt x="1126" y="1"/>
                    <a:pt x="110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31"/>
            <p:cNvSpPr/>
            <p:nvPr/>
          </p:nvSpPr>
          <p:spPr>
            <a:xfrm>
              <a:off x="1886975" y="1038700"/>
              <a:ext cx="74850" cy="53050"/>
            </a:xfrm>
            <a:custGeom>
              <a:avLst/>
              <a:gdLst/>
              <a:ahLst/>
              <a:cxnLst/>
              <a:rect l="l" t="t" r="r" b="b"/>
              <a:pathLst>
                <a:path w="2994" h="2122" extrusionOk="0">
                  <a:moveTo>
                    <a:pt x="2889" y="1"/>
                  </a:moveTo>
                  <a:cubicBezTo>
                    <a:pt x="2876" y="1"/>
                    <a:pt x="2861" y="5"/>
                    <a:pt x="2847" y="15"/>
                  </a:cubicBezTo>
                  <a:lnTo>
                    <a:pt x="56" y="1996"/>
                  </a:lnTo>
                  <a:cubicBezTo>
                    <a:pt x="0" y="2033"/>
                    <a:pt x="28" y="2122"/>
                    <a:pt x="99" y="2122"/>
                  </a:cubicBezTo>
                  <a:cubicBezTo>
                    <a:pt x="111" y="2122"/>
                    <a:pt x="127" y="2119"/>
                    <a:pt x="139" y="2110"/>
                  </a:cubicBezTo>
                  <a:lnTo>
                    <a:pt x="2930" y="130"/>
                  </a:lnTo>
                  <a:cubicBezTo>
                    <a:pt x="2993" y="87"/>
                    <a:pt x="2950" y="1"/>
                    <a:pt x="28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3061;p31"/>
            <p:cNvSpPr/>
            <p:nvPr/>
          </p:nvSpPr>
          <p:spPr>
            <a:xfrm>
              <a:off x="2068725" y="905500"/>
              <a:ext cx="37100" cy="71650"/>
            </a:xfrm>
            <a:custGeom>
              <a:avLst/>
              <a:gdLst/>
              <a:ahLst/>
              <a:cxnLst/>
              <a:rect l="l" t="t" r="r" b="b"/>
              <a:pathLst>
                <a:path w="1484" h="2866" extrusionOk="0">
                  <a:moveTo>
                    <a:pt x="667" y="0"/>
                  </a:moveTo>
                  <a:cubicBezTo>
                    <a:pt x="444" y="0"/>
                    <a:pt x="221" y="22"/>
                    <a:pt x="0" y="66"/>
                  </a:cubicBezTo>
                  <a:cubicBezTo>
                    <a:pt x="0" y="66"/>
                    <a:pt x="300" y="2865"/>
                    <a:pt x="481" y="2865"/>
                  </a:cubicBezTo>
                  <a:cubicBezTo>
                    <a:pt x="486" y="2865"/>
                    <a:pt x="492" y="2863"/>
                    <a:pt x="497" y="2858"/>
                  </a:cubicBezTo>
                  <a:cubicBezTo>
                    <a:pt x="672" y="2679"/>
                    <a:pt x="1484" y="100"/>
                    <a:pt x="1484" y="100"/>
                  </a:cubicBezTo>
                  <a:cubicBezTo>
                    <a:pt x="1216" y="34"/>
                    <a:pt x="942" y="0"/>
                    <a:pt x="667" y="0"/>
                  </a:cubicBezTo>
                  <a:close/>
                </a:path>
              </a:pathLst>
            </a:custGeom>
            <a:solidFill>
              <a:srgbClr val="000000">
                <a:alpha val="16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31"/>
            <p:cNvSpPr/>
            <p:nvPr/>
          </p:nvSpPr>
          <p:spPr>
            <a:xfrm>
              <a:off x="1973325" y="914625"/>
              <a:ext cx="57200" cy="70275"/>
            </a:xfrm>
            <a:custGeom>
              <a:avLst/>
              <a:gdLst/>
              <a:ahLst/>
              <a:cxnLst/>
              <a:rect l="l" t="t" r="r" b="b"/>
              <a:pathLst>
                <a:path w="2288" h="2811" extrusionOk="0">
                  <a:moveTo>
                    <a:pt x="1327" y="0"/>
                  </a:moveTo>
                  <a:cubicBezTo>
                    <a:pt x="1238" y="37"/>
                    <a:pt x="214" y="232"/>
                    <a:pt x="106" y="408"/>
                  </a:cubicBezTo>
                  <a:cubicBezTo>
                    <a:pt x="1" y="583"/>
                    <a:pt x="1873" y="2776"/>
                    <a:pt x="2086" y="2810"/>
                  </a:cubicBezTo>
                  <a:cubicBezTo>
                    <a:pt x="2087" y="2810"/>
                    <a:pt x="2088" y="2810"/>
                    <a:pt x="2089" y="2810"/>
                  </a:cubicBezTo>
                  <a:cubicBezTo>
                    <a:pt x="2287" y="2810"/>
                    <a:pt x="1327" y="0"/>
                    <a:pt x="1327" y="0"/>
                  </a:cubicBezTo>
                  <a:close/>
                </a:path>
              </a:pathLst>
            </a:custGeom>
            <a:solidFill>
              <a:srgbClr val="000000">
                <a:alpha val="16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31"/>
            <p:cNvSpPr/>
            <p:nvPr/>
          </p:nvSpPr>
          <p:spPr>
            <a:xfrm>
              <a:off x="2183325" y="964975"/>
              <a:ext cx="59450" cy="59700"/>
            </a:xfrm>
            <a:custGeom>
              <a:avLst/>
              <a:gdLst/>
              <a:ahLst/>
              <a:cxnLst/>
              <a:rect l="l" t="t" r="r" b="b"/>
              <a:pathLst>
                <a:path w="2378" h="2388" extrusionOk="0">
                  <a:moveTo>
                    <a:pt x="1443" y="0"/>
                  </a:moveTo>
                  <a:cubicBezTo>
                    <a:pt x="1443" y="0"/>
                    <a:pt x="1" y="2388"/>
                    <a:pt x="272" y="2388"/>
                  </a:cubicBezTo>
                  <a:cubicBezTo>
                    <a:pt x="278" y="2388"/>
                    <a:pt x="285" y="2387"/>
                    <a:pt x="292" y="2385"/>
                  </a:cubicBezTo>
                  <a:cubicBezTo>
                    <a:pt x="647" y="2280"/>
                    <a:pt x="2377" y="1290"/>
                    <a:pt x="2235" y="972"/>
                  </a:cubicBezTo>
                  <a:cubicBezTo>
                    <a:pt x="2097" y="654"/>
                    <a:pt x="1443" y="0"/>
                    <a:pt x="1443" y="0"/>
                  </a:cubicBezTo>
                  <a:close/>
                </a:path>
              </a:pathLst>
            </a:custGeom>
            <a:solidFill>
              <a:srgbClr val="000000">
                <a:alpha val="16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31"/>
            <p:cNvSpPr/>
            <p:nvPr/>
          </p:nvSpPr>
          <p:spPr>
            <a:xfrm>
              <a:off x="2196875" y="1006925"/>
              <a:ext cx="68575" cy="44650"/>
            </a:xfrm>
            <a:custGeom>
              <a:avLst/>
              <a:gdLst/>
              <a:ahLst/>
              <a:cxnLst/>
              <a:rect l="l" t="t" r="r" b="b"/>
              <a:pathLst>
                <a:path w="2743" h="1786" extrusionOk="0">
                  <a:moveTo>
                    <a:pt x="2101" y="0"/>
                  </a:moveTo>
                  <a:cubicBezTo>
                    <a:pt x="2101" y="0"/>
                    <a:pt x="0" y="1663"/>
                    <a:pt x="318" y="1768"/>
                  </a:cubicBezTo>
                  <a:cubicBezTo>
                    <a:pt x="353" y="1780"/>
                    <a:pt x="411" y="1785"/>
                    <a:pt x="486" y="1785"/>
                  </a:cubicBezTo>
                  <a:cubicBezTo>
                    <a:pt x="1081" y="1785"/>
                    <a:pt x="2743" y="1429"/>
                    <a:pt x="2650" y="1114"/>
                  </a:cubicBezTo>
                  <a:cubicBezTo>
                    <a:pt x="2542" y="759"/>
                    <a:pt x="2101" y="0"/>
                    <a:pt x="2101" y="0"/>
                  </a:cubicBezTo>
                  <a:close/>
                </a:path>
              </a:pathLst>
            </a:custGeom>
            <a:solidFill>
              <a:srgbClr val="000000">
                <a:alpha val="16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31"/>
            <p:cNvSpPr/>
            <p:nvPr/>
          </p:nvSpPr>
          <p:spPr>
            <a:xfrm>
              <a:off x="2216300" y="1054175"/>
              <a:ext cx="63400" cy="31000"/>
            </a:xfrm>
            <a:custGeom>
              <a:avLst/>
              <a:gdLst/>
              <a:ahLst/>
              <a:cxnLst/>
              <a:rect l="l" t="t" r="r" b="b"/>
              <a:pathLst>
                <a:path w="2536" h="1240" extrusionOk="0">
                  <a:moveTo>
                    <a:pt x="2172" y="1"/>
                  </a:moveTo>
                  <a:cubicBezTo>
                    <a:pt x="2172" y="1"/>
                    <a:pt x="0" y="513"/>
                    <a:pt x="318" y="797"/>
                  </a:cubicBezTo>
                  <a:cubicBezTo>
                    <a:pt x="547" y="1001"/>
                    <a:pt x="1606" y="1240"/>
                    <a:pt x="2171" y="1240"/>
                  </a:cubicBezTo>
                  <a:cubicBezTo>
                    <a:pt x="2391" y="1240"/>
                    <a:pt x="2536" y="1204"/>
                    <a:pt x="2526" y="1114"/>
                  </a:cubicBezTo>
                  <a:cubicBezTo>
                    <a:pt x="2489" y="797"/>
                    <a:pt x="2172" y="1"/>
                    <a:pt x="2172" y="1"/>
                  </a:cubicBezTo>
                  <a:close/>
                </a:path>
              </a:pathLst>
            </a:custGeom>
            <a:solidFill>
              <a:srgbClr val="000000">
                <a:alpha val="16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31"/>
            <p:cNvSpPr/>
            <p:nvPr/>
          </p:nvSpPr>
          <p:spPr>
            <a:xfrm>
              <a:off x="2028075" y="1027275"/>
              <a:ext cx="72525" cy="48625"/>
            </a:xfrm>
            <a:custGeom>
              <a:avLst/>
              <a:gdLst/>
              <a:ahLst/>
              <a:cxnLst/>
              <a:rect l="l" t="t" r="r" b="b"/>
              <a:pathLst>
                <a:path w="2901" h="1945" extrusionOk="0">
                  <a:moveTo>
                    <a:pt x="991" y="1"/>
                  </a:moveTo>
                  <a:cubicBezTo>
                    <a:pt x="991" y="1"/>
                    <a:pt x="355" y="636"/>
                    <a:pt x="180" y="988"/>
                  </a:cubicBezTo>
                  <a:cubicBezTo>
                    <a:pt x="1" y="1342"/>
                    <a:pt x="2298" y="1907"/>
                    <a:pt x="2616" y="1944"/>
                  </a:cubicBezTo>
                  <a:cubicBezTo>
                    <a:pt x="2619" y="1944"/>
                    <a:pt x="2621" y="1944"/>
                    <a:pt x="2624" y="1944"/>
                  </a:cubicBezTo>
                  <a:cubicBezTo>
                    <a:pt x="2901" y="1944"/>
                    <a:pt x="991" y="1"/>
                    <a:pt x="991" y="1"/>
                  </a:cubicBezTo>
                  <a:close/>
                </a:path>
              </a:pathLst>
            </a:custGeom>
            <a:solidFill>
              <a:srgbClr val="000000">
                <a:alpha val="16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31"/>
            <p:cNvSpPr/>
            <p:nvPr/>
          </p:nvSpPr>
          <p:spPr>
            <a:xfrm>
              <a:off x="2004475" y="1061750"/>
              <a:ext cx="89950" cy="47050"/>
            </a:xfrm>
            <a:custGeom>
              <a:avLst/>
              <a:gdLst/>
              <a:ahLst/>
              <a:cxnLst/>
              <a:rect l="l" t="t" r="r" b="b"/>
              <a:pathLst>
                <a:path w="3598" h="1882" extrusionOk="0">
                  <a:moveTo>
                    <a:pt x="803" y="0"/>
                  </a:moveTo>
                  <a:cubicBezTo>
                    <a:pt x="803" y="0"/>
                    <a:pt x="204" y="953"/>
                    <a:pt x="96" y="1271"/>
                  </a:cubicBezTo>
                  <a:cubicBezTo>
                    <a:pt x="1" y="1561"/>
                    <a:pt x="2581" y="1882"/>
                    <a:pt x="3221" y="1882"/>
                  </a:cubicBezTo>
                  <a:cubicBezTo>
                    <a:pt x="3282" y="1882"/>
                    <a:pt x="3326" y="1879"/>
                    <a:pt x="3347" y="1872"/>
                  </a:cubicBezTo>
                  <a:cubicBezTo>
                    <a:pt x="3597" y="1801"/>
                    <a:pt x="803" y="0"/>
                    <a:pt x="803" y="0"/>
                  </a:cubicBezTo>
                  <a:close/>
                </a:path>
              </a:pathLst>
            </a:custGeom>
            <a:solidFill>
              <a:srgbClr val="000000">
                <a:alpha val="16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31"/>
            <p:cNvSpPr/>
            <p:nvPr/>
          </p:nvSpPr>
          <p:spPr>
            <a:xfrm>
              <a:off x="1988375" y="1105475"/>
              <a:ext cx="68950" cy="31625"/>
            </a:xfrm>
            <a:custGeom>
              <a:avLst/>
              <a:gdLst/>
              <a:ahLst/>
              <a:cxnLst/>
              <a:rect l="l" t="t" r="r" b="b"/>
              <a:pathLst>
                <a:path w="2758" h="1265" extrusionOk="0">
                  <a:moveTo>
                    <a:pt x="404" y="0"/>
                  </a:moveTo>
                  <a:cubicBezTo>
                    <a:pt x="404" y="0"/>
                    <a:pt x="0" y="867"/>
                    <a:pt x="0" y="1113"/>
                  </a:cubicBezTo>
                  <a:cubicBezTo>
                    <a:pt x="0" y="1225"/>
                    <a:pt x="477" y="1265"/>
                    <a:pt x="1018" y="1265"/>
                  </a:cubicBezTo>
                  <a:cubicBezTo>
                    <a:pt x="1674" y="1265"/>
                    <a:pt x="2427" y="1206"/>
                    <a:pt x="2545" y="1147"/>
                  </a:cubicBezTo>
                  <a:cubicBezTo>
                    <a:pt x="2758" y="1039"/>
                    <a:pt x="404" y="0"/>
                    <a:pt x="404" y="0"/>
                  </a:cubicBezTo>
                  <a:close/>
                </a:path>
              </a:pathLst>
            </a:custGeom>
            <a:solidFill>
              <a:srgbClr val="000000">
                <a:alpha val="16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3069;p31"/>
            <p:cNvSpPr/>
            <p:nvPr/>
          </p:nvSpPr>
          <p:spPr>
            <a:xfrm>
              <a:off x="2023675" y="1229075"/>
              <a:ext cx="42425" cy="59725"/>
            </a:xfrm>
            <a:custGeom>
              <a:avLst/>
              <a:gdLst/>
              <a:ahLst/>
              <a:cxnLst/>
              <a:rect l="l" t="t" r="r" b="b"/>
              <a:pathLst>
                <a:path w="1697" h="2389" extrusionOk="0">
                  <a:moveTo>
                    <a:pt x="1638" y="0"/>
                  </a:moveTo>
                  <a:cubicBezTo>
                    <a:pt x="1439" y="0"/>
                    <a:pt x="1" y="1468"/>
                    <a:pt x="1" y="1468"/>
                  </a:cubicBezTo>
                  <a:cubicBezTo>
                    <a:pt x="1" y="1468"/>
                    <a:pt x="849" y="2316"/>
                    <a:pt x="1167" y="2387"/>
                  </a:cubicBezTo>
                  <a:cubicBezTo>
                    <a:pt x="1172" y="2388"/>
                    <a:pt x="1177" y="2389"/>
                    <a:pt x="1182" y="2389"/>
                  </a:cubicBezTo>
                  <a:cubicBezTo>
                    <a:pt x="1491" y="2389"/>
                    <a:pt x="1697" y="228"/>
                    <a:pt x="1660" y="19"/>
                  </a:cubicBezTo>
                  <a:cubicBezTo>
                    <a:pt x="1658" y="6"/>
                    <a:pt x="1651" y="0"/>
                    <a:pt x="1638" y="0"/>
                  </a:cubicBezTo>
                  <a:close/>
                </a:path>
              </a:pathLst>
            </a:custGeom>
            <a:solidFill>
              <a:srgbClr val="000000">
                <a:alpha val="16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31"/>
            <p:cNvSpPr/>
            <p:nvPr/>
          </p:nvSpPr>
          <p:spPr>
            <a:xfrm>
              <a:off x="2064325" y="1227100"/>
              <a:ext cx="42425" cy="76875"/>
            </a:xfrm>
            <a:custGeom>
              <a:avLst/>
              <a:gdLst/>
              <a:ahLst/>
              <a:cxnLst/>
              <a:rect l="l" t="t" r="r" b="b"/>
              <a:pathLst>
                <a:path w="1697" h="3075" extrusionOk="0">
                  <a:moveTo>
                    <a:pt x="1292" y="0"/>
                  </a:moveTo>
                  <a:cubicBezTo>
                    <a:pt x="975" y="0"/>
                    <a:pt x="0" y="2642"/>
                    <a:pt x="0" y="2642"/>
                  </a:cubicBezTo>
                  <a:cubicBezTo>
                    <a:pt x="0" y="2642"/>
                    <a:pt x="1175" y="3074"/>
                    <a:pt x="1473" y="3074"/>
                  </a:cubicBezTo>
                  <a:cubicBezTo>
                    <a:pt x="1493" y="3074"/>
                    <a:pt x="1509" y="3072"/>
                    <a:pt x="1521" y="3068"/>
                  </a:cubicBezTo>
                  <a:cubicBezTo>
                    <a:pt x="1697" y="2997"/>
                    <a:pt x="1589" y="381"/>
                    <a:pt x="1342" y="30"/>
                  </a:cubicBezTo>
                  <a:cubicBezTo>
                    <a:pt x="1328" y="10"/>
                    <a:pt x="1311" y="0"/>
                    <a:pt x="1292" y="0"/>
                  </a:cubicBezTo>
                  <a:close/>
                </a:path>
              </a:pathLst>
            </a:custGeom>
            <a:solidFill>
              <a:srgbClr val="000000">
                <a:alpha val="16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31"/>
            <p:cNvSpPr/>
            <p:nvPr/>
          </p:nvSpPr>
          <p:spPr>
            <a:xfrm>
              <a:off x="2111125" y="1251175"/>
              <a:ext cx="27400" cy="59575"/>
            </a:xfrm>
            <a:custGeom>
              <a:avLst/>
              <a:gdLst/>
              <a:ahLst/>
              <a:cxnLst/>
              <a:rect l="l" t="t" r="r" b="b"/>
              <a:pathLst>
                <a:path w="1096" h="2383" extrusionOk="0">
                  <a:moveTo>
                    <a:pt x="784" y="1"/>
                  </a:moveTo>
                  <a:cubicBezTo>
                    <a:pt x="511" y="1"/>
                    <a:pt x="0" y="2281"/>
                    <a:pt x="0" y="2281"/>
                  </a:cubicBezTo>
                  <a:cubicBezTo>
                    <a:pt x="97" y="2361"/>
                    <a:pt x="305" y="2383"/>
                    <a:pt x="502" y="2383"/>
                  </a:cubicBezTo>
                  <a:cubicBezTo>
                    <a:pt x="737" y="2383"/>
                    <a:pt x="957" y="2352"/>
                    <a:pt x="957" y="2352"/>
                  </a:cubicBezTo>
                  <a:cubicBezTo>
                    <a:pt x="957" y="2352"/>
                    <a:pt x="1095" y="513"/>
                    <a:pt x="849" y="54"/>
                  </a:cubicBezTo>
                  <a:cubicBezTo>
                    <a:pt x="829" y="18"/>
                    <a:pt x="808" y="1"/>
                    <a:pt x="784" y="1"/>
                  </a:cubicBezTo>
                  <a:close/>
                </a:path>
              </a:pathLst>
            </a:custGeom>
            <a:solidFill>
              <a:srgbClr val="000000">
                <a:alpha val="16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31"/>
            <p:cNvSpPr/>
            <p:nvPr/>
          </p:nvSpPr>
          <p:spPr>
            <a:xfrm>
              <a:off x="1967250" y="997225"/>
              <a:ext cx="181550" cy="317600"/>
            </a:xfrm>
            <a:custGeom>
              <a:avLst/>
              <a:gdLst/>
              <a:ahLst/>
              <a:cxnLst/>
              <a:rect l="l" t="t" r="r" b="b"/>
              <a:pathLst>
                <a:path w="7262" h="12704" extrusionOk="0">
                  <a:moveTo>
                    <a:pt x="5755" y="0"/>
                  </a:moveTo>
                  <a:cubicBezTo>
                    <a:pt x="5585" y="0"/>
                    <a:pt x="5403" y="17"/>
                    <a:pt x="5210" y="58"/>
                  </a:cubicBezTo>
                  <a:cubicBezTo>
                    <a:pt x="3689" y="382"/>
                    <a:pt x="2242" y="1980"/>
                    <a:pt x="913" y="4808"/>
                  </a:cubicBezTo>
                  <a:cubicBezTo>
                    <a:pt x="65" y="6612"/>
                    <a:pt x="0" y="8176"/>
                    <a:pt x="725" y="9453"/>
                  </a:cubicBezTo>
                  <a:cubicBezTo>
                    <a:pt x="1536" y="10887"/>
                    <a:pt x="3205" y="11695"/>
                    <a:pt x="4463" y="12121"/>
                  </a:cubicBezTo>
                  <a:cubicBezTo>
                    <a:pt x="5293" y="12398"/>
                    <a:pt x="6147" y="12596"/>
                    <a:pt x="7017" y="12704"/>
                  </a:cubicBezTo>
                  <a:lnTo>
                    <a:pt x="7023" y="12704"/>
                  </a:lnTo>
                  <a:cubicBezTo>
                    <a:pt x="7024" y="12704"/>
                    <a:pt x="7025" y="12704"/>
                    <a:pt x="7026" y="12704"/>
                  </a:cubicBezTo>
                  <a:cubicBezTo>
                    <a:pt x="7119" y="12704"/>
                    <a:pt x="7124" y="12568"/>
                    <a:pt x="7032" y="12562"/>
                  </a:cubicBezTo>
                  <a:cubicBezTo>
                    <a:pt x="6172" y="12454"/>
                    <a:pt x="5327" y="12260"/>
                    <a:pt x="4506" y="11985"/>
                  </a:cubicBezTo>
                  <a:cubicBezTo>
                    <a:pt x="3273" y="11569"/>
                    <a:pt x="1635" y="10776"/>
                    <a:pt x="848" y="9382"/>
                  </a:cubicBezTo>
                  <a:cubicBezTo>
                    <a:pt x="148" y="8145"/>
                    <a:pt x="213" y="6628"/>
                    <a:pt x="1040" y="4867"/>
                  </a:cubicBezTo>
                  <a:cubicBezTo>
                    <a:pt x="2671" y="1400"/>
                    <a:pt x="4223" y="413"/>
                    <a:pt x="5234" y="197"/>
                  </a:cubicBezTo>
                  <a:cubicBezTo>
                    <a:pt x="5415" y="158"/>
                    <a:pt x="5586" y="142"/>
                    <a:pt x="5745" y="142"/>
                  </a:cubicBezTo>
                  <a:cubicBezTo>
                    <a:pt x="6580" y="142"/>
                    <a:pt x="7107" y="587"/>
                    <a:pt x="7113" y="592"/>
                  </a:cubicBezTo>
                  <a:cubicBezTo>
                    <a:pt x="7127" y="605"/>
                    <a:pt x="7143" y="610"/>
                    <a:pt x="7158" y="610"/>
                  </a:cubicBezTo>
                  <a:cubicBezTo>
                    <a:pt x="7215" y="610"/>
                    <a:pt x="7261" y="533"/>
                    <a:pt x="7205" y="484"/>
                  </a:cubicBezTo>
                  <a:cubicBezTo>
                    <a:pt x="7177" y="461"/>
                    <a:pt x="6633" y="0"/>
                    <a:pt x="57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3" name="Google Shape;3073;p31"/>
            <p:cNvSpPr/>
            <p:nvPr/>
          </p:nvSpPr>
          <p:spPr>
            <a:xfrm>
              <a:off x="1688350" y="1264425"/>
              <a:ext cx="247700" cy="56425"/>
            </a:xfrm>
            <a:custGeom>
              <a:avLst/>
              <a:gdLst/>
              <a:ahLst/>
              <a:cxnLst/>
              <a:rect l="l" t="t" r="r" b="b"/>
              <a:pathLst>
                <a:path w="9908" h="2257" extrusionOk="0">
                  <a:moveTo>
                    <a:pt x="2979" y="1"/>
                  </a:moveTo>
                  <a:cubicBezTo>
                    <a:pt x="1116" y="1"/>
                    <a:pt x="88" y="560"/>
                    <a:pt x="68" y="569"/>
                  </a:cubicBezTo>
                  <a:cubicBezTo>
                    <a:pt x="0" y="608"/>
                    <a:pt x="38" y="703"/>
                    <a:pt x="102" y="703"/>
                  </a:cubicBezTo>
                  <a:cubicBezTo>
                    <a:pt x="114" y="703"/>
                    <a:pt x="126" y="700"/>
                    <a:pt x="139" y="693"/>
                  </a:cubicBezTo>
                  <a:cubicBezTo>
                    <a:pt x="148" y="690"/>
                    <a:pt x="1046" y="193"/>
                    <a:pt x="2671" y="137"/>
                  </a:cubicBezTo>
                  <a:cubicBezTo>
                    <a:pt x="2767" y="134"/>
                    <a:pt x="2866" y="132"/>
                    <a:pt x="2970" y="132"/>
                  </a:cubicBezTo>
                  <a:cubicBezTo>
                    <a:pt x="4491" y="132"/>
                    <a:pt x="6828" y="526"/>
                    <a:pt x="9774" y="2247"/>
                  </a:cubicBezTo>
                  <a:cubicBezTo>
                    <a:pt x="9784" y="2253"/>
                    <a:pt x="9796" y="2256"/>
                    <a:pt x="9808" y="2256"/>
                  </a:cubicBezTo>
                  <a:cubicBezTo>
                    <a:pt x="9882" y="2256"/>
                    <a:pt x="9907" y="2161"/>
                    <a:pt x="9845" y="2127"/>
                  </a:cubicBezTo>
                  <a:cubicBezTo>
                    <a:pt x="6973" y="446"/>
                    <a:pt x="4643" y="1"/>
                    <a:pt x="29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4" name="Google Shape;3074;p31"/>
            <p:cNvSpPr/>
            <p:nvPr/>
          </p:nvSpPr>
          <p:spPr>
            <a:xfrm>
              <a:off x="1944050" y="1325075"/>
              <a:ext cx="34850" cy="45350"/>
            </a:xfrm>
            <a:custGeom>
              <a:avLst/>
              <a:gdLst/>
              <a:ahLst/>
              <a:cxnLst/>
              <a:rect l="l" t="t" r="r" b="b"/>
              <a:pathLst>
                <a:path w="1394" h="1814" extrusionOk="0">
                  <a:moveTo>
                    <a:pt x="114" y="0"/>
                  </a:moveTo>
                  <a:lnTo>
                    <a:pt x="114" y="0"/>
                  </a:lnTo>
                  <a:cubicBezTo>
                    <a:pt x="114" y="0"/>
                    <a:pt x="0" y="1814"/>
                    <a:pt x="220" y="1814"/>
                  </a:cubicBezTo>
                  <a:cubicBezTo>
                    <a:pt x="230" y="1814"/>
                    <a:pt x="239" y="1811"/>
                    <a:pt x="250" y="1804"/>
                  </a:cubicBezTo>
                  <a:cubicBezTo>
                    <a:pt x="509" y="1638"/>
                    <a:pt x="1394" y="561"/>
                    <a:pt x="1394" y="561"/>
                  </a:cubicBezTo>
                  <a:lnTo>
                    <a:pt x="114" y="0"/>
                  </a:lnTo>
                  <a:close/>
                </a:path>
              </a:pathLst>
            </a:custGeom>
            <a:solidFill>
              <a:srgbClr val="000000">
                <a:alpha val="16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31"/>
            <p:cNvSpPr/>
            <p:nvPr/>
          </p:nvSpPr>
          <p:spPr>
            <a:xfrm>
              <a:off x="1980300" y="1342025"/>
              <a:ext cx="35700" cy="42600"/>
            </a:xfrm>
            <a:custGeom>
              <a:avLst/>
              <a:gdLst/>
              <a:ahLst/>
              <a:cxnLst/>
              <a:rect l="l" t="t" r="r" b="b"/>
              <a:pathLst>
                <a:path w="1428" h="1704" extrusionOk="0">
                  <a:moveTo>
                    <a:pt x="274" y="1"/>
                  </a:moveTo>
                  <a:cubicBezTo>
                    <a:pt x="274" y="1"/>
                    <a:pt x="0" y="1703"/>
                    <a:pt x="156" y="1703"/>
                  </a:cubicBezTo>
                  <a:cubicBezTo>
                    <a:pt x="157" y="1703"/>
                    <a:pt x="159" y="1703"/>
                    <a:pt x="160" y="1703"/>
                  </a:cubicBezTo>
                  <a:cubicBezTo>
                    <a:pt x="323" y="1682"/>
                    <a:pt x="1427" y="380"/>
                    <a:pt x="1239" y="260"/>
                  </a:cubicBezTo>
                  <a:cubicBezTo>
                    <a:pt x="1048" y="142"/>
                    <a:pt x="274" y="1"/>
                    <a:pt x="274" y="1"/>
                  </a:cubicBezTo>
                  <a:close/>
                </a:path>
              </a:pathLst>
            </a:custGeom>
            <a:solidFill>
              <a:srgbClr val="000000">
                <a:alpha val="16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31"/>
            <p:cNvSpPr/>
            <p:nvPr/>
          </p:nvSpPr>
          <p:spPr>
            <a:xfrm>
              <a:off x="2016050" y="1349750"/>
              <a:ext cx="31225" cy="42975"/>
            </a:xfrm>
            <a:custGeom>
              <a:avLst/>
              <a:gdLst/>
              <a:ahLst/>
              <a:cxnLst/>
              <a:rect l="l" t="t" r="r" b="b"/>
              <a:pathLst>
                <a:path w="1249" h="1719" extrusionOk="0">
                  <a:moveTo>
                    <a:pt x="1" y="0"/>
                  </a:moveTo>
                  <a:cubicBezTo>
                    <a:pt x="1" y="0"/>
                    <a:pt x="1" y="1672"/>
                    <a:pt x="210" y="1718"/>
                  </a:cubicBezTo>
                  <a:cubicBezTo>
                    <a:pt x="213" y="1719"/>
                    <a:pt x="216" y="1719"/>
                    <a:pt x="220" y="1719"/>
                  </a:cubicBezTo>
                  <a:cubicBezTo>
                    <a:pt x="446" y="1719"/>
                    <a:pt x="1248" y="138"/>
                    <a:pt x="1154" y="117"/>
                  </a:cubicBezTo>
                  <a:cubicBezTo>
                    <a:pt x="1058" y="93"/>
                    <a:pt x="210" y="93"/>
                    <a:pt x="1" y="0"/>
                  </a:cubicBezTo>
                  <a:close/>
                </a:path>
              </a:pathLst>
            </a:custGeom>
            <a:solidFill>
              <a:srgbClr val="000000">
                <a:alpha val="16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7" name="Google Shape;3077;p31"/>
            <p:cNvSpPr/>
            <p:nvPr/>
          </p:nvSpPr>
          <p:spPr>
            <a:xfrm>
              <a:off x="2136825" y="1354750"/>
              <a:ext cx="45350" cy="62100"/>
            </a:xfrm>
            <a:custGeom>
              <a:avLst/>
              <a:gdLst/>
              <a:ahLst/>
              <a:cxnLst/>
              <a:rect l="l" t="t" r="r" b="b"/>
              <a:pathLst>
                <a:path w="1814" h="2484" extrusionOk="0">
                  <a:moveTo>
                    <a:pt x="87" y="1"/>
                  </a:moveTo>
                  <a:cubicBezTo>
                    <a:pt x="0" y="1"/>
                    <a:pt x="246" y="2483"/>
                    <a:pt x="246" y="2483"/>
                  </a:cubicBezTo>
                  <a:cubicBezTo>
                    <a:pt x="1128" y="2308"/>
                    <a:pt x="1606" y="2036"/>
                    <a:pt x="1711" y="1866"/>
                  </a:cubicBezTo>
                  <a:cubicBezTo>
                    <a:pt x="1813" y="1697"/>
                    <a:pt x="194" y="105"/>
                    <a:pt x="92" y="4"/>
                  </a:cubicBezTo>
                  <a:cubicBezTo>
                    <a:pt x="90" y="2"/>
                    <a:pt x="88" y="1"/>
                    <a:pt x="87" y="1"/>
                  </a:cubicBezTo>
                  <a:close/>
                </a:path>
              </a:pathLst>
            </a:custGeom>
            <a:solidFill>
              <a:srgbClr val="000000">
                <a:alpha val="16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8" name="Google Shape;3078;p31"/>
            <p:cNvSpPr/>
            <p:nvPr/>
          </p:nvSpPr>
          <p:spPr>
            <a:xfrm>
              <a:off x="2160325" y="1332350"/>
              <a:ext cx="63950" cy="65525"/>
            </a:xfrm>
            <a:custGeom>
              <a:avLst/>
              <a:gdLst/>
              <a:ahLst/>
              <a:cxnLst/>
              <a:rect l="l" t="t" r="r" b="b"/>
              <a:pathLst>
                <a:path w="2558" h="2621" extrusionOk="0">
                  <a:moveTo>
                    <a:pt x="297" y="0"/>
                  </a:moveTo>
                  <a:cubicBezTo>
                    <a:pt x="0" y="0"/>
                    <a:pt x="1197" y="2621"/>
                    <a:pt x="1197" y="2621"/>
                  </a:cubicBezTo>
                  <a:cubicBezTo>
                    <a:pt x="1197" y="2621"/>
                    <a:pt x="2045" y="2127"/>
                    <a:pt x="2363" y="1735"/>
                  </a:cubicBezTo>
                  <a:cubicBezTo>
                    <a:pt x="2557" y="1501"/>
                    <a:pt x="784" y="252"/>
                    <a:pt x="343" y="14"/>
                  </a:cubicBezTo>
                  <a:cubicBezTo>
                    <a:pt x="325" y="5"/>
                    <a:pt x="310" y="0"/>
                    <a:pt x="297" y="0"/>
                  </a:cubicBezTo>
                  <a:close/>
                </a:path>
              </a:pathLst>
            </a:custGeom>
            <a:solidFill>
              <a:srgbClr val="000000">
                <a:alpha val="16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079;p31"/>
            <p:cNvSpPr/>
            <p:nvPr/>
          </p:nvSpPr>
          <p:spPr>
            <a:xfrm>
              <a:off x="2185375" y="1315650"/>
              <a:ext cx="63475" cy="51775"/>
            </a:xfrm>
            <a:custGeom>
              <a:avLst/>
              <a:gdLst/>
              <a:ahLst/>
              <a:cxnLst/>
              <a:rect l="l" t="t" r="r" b="b"/>
              <a:pathLst>
                <a:path w="2539" h="2071" extrusionOk="0">
                  <a:moveTo>
                    <a:pt x="271" y="0"/>
                  </a:moveTo>
                  <a:cubicBezTo>
                    <a:pt x="0" y="0"/>
                    <a:pt x="1749" y="2070"/>
                    <a:pt x="1749" y="2070"/>
                  </a:cubicBezTo>
                  <a:cubicBezTo>
                    <a:pt x="2055" y="1867"/>
                    <a:pt x="2539" y="1228"/>
                    <a:pt x="2505" y="1025"/>
                  </a:cubicBezTo>
                  <a:cubicBezTo>
                    <a:pt x="2471" y="818"/>
                    <a:pt x="667" y="106"/>
                    <a:pt x="294" y="4"/>
                  </a:cubicBezTo>
                  <a:cubicBezTo>
                    <a:pt x="285" y="1"/>
                    <a:pt x="278" y="0"/>
                    <a:pt x="271" y="0"/>
                  </a:cubicBezTo>
                  <a:close/>
                </a:path>
              </a:pathLst>
            </a:custGeom>
            <a:solidFill>
              <a:srgbClr val="000000">
                <a:alpha val="16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0" name="Google Shape;3080;p31"/>
            <p:cNvSpPr/>
            <p:nvPr/>
          </p:nvSpPr>
          <p:spPr>
            <a:xfrm>
              <a:off x="2239425" y="1212925"/>
              <a:ext cx="57550" cy="35675"/>
            </a:xfrm>
            <a:custGeom>
              <a:avLst/>
              <a:gdLst/>
              <a:ahLst/>
              <a:cxnLst/>
              <a:rect l="l" t="t" r="r" b="b"/>
              <a:pathLst>
                <a:path w="2302" h="1427" extrusionOk="0">
                  <a:moveTo>
                    <a:pt x="1195" y="1"/>
                  </a:moveTo>
                  <a:cubicBezTo>
                    <a:pt x="728" y="1"/>
                    <a:pt x="257" y="30"/>
                    <a:pt x="173" y="63"/>
                  </a:cubicBezTo>
                  <a:cubicBezTo>
                    <a:pt x="1" y="131"/>
                    <a:pt x="2042" y="1426"/>
                    <a:pt x="2042" y="1426"/>
                  </a:cubicBezTo>
                  <a:cubicBezTo>
                    <a:pt x="2042" y="1426"/>
                    <a:pt x="2302" y="288"/>
                    <a:pt x="2203" y="119"/>
                  </a:cubicBezTo>
                  <a:cubicBezTo>
                    <a:pt x="2151" y="31"/>
                    <a:pt x="1675" y="1"/>
                    <a:pt x="1195" y="1"/>
                  </a:cubicBezTo>
                  <a:close/>
                </a:path>
              </a:pathLst>
            </a:custGeom>
            <a:solidFill>
              <a:srgbClr val="000000">
                <a:alpha val="16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31"/>
            <p:cNvSpPr/>
            <p:nvPr/>
          </p:nvSpPr>
          <p:spPr>
            <a:xfrm>
              <a:off x="2236025" y="1172125"/>
              <a:ext cx="61025" cy="28750"/>
            </a:xfrm>
            <a:custGeom>
              <a:avLst/>
              <a:gdLst/>
              <a:ahLst/>
              <a:cxnLst/>
              <a:rect l="l" t="t" r="r" b="b"/>
              <a:pathLst>
                <a:path w="2441" h="1150" extrusionOk="0">
                  <a:moveTo>
                    <a:pt x="2241" y="1"/>
                  </a:moveTo>
                  <a:cubicBezTo>
                    <a:pt x="1821" y="1"/>
                    <a:pt x="257" y="760"/>
                    <a:pt x="137" y="881"/>
                  </a:cubicBezTo>
                  <a:cubicBezTo>
                    <a:pt x="1" y="1014"/>
                    <a:pt x="2391" y="1149"/>
                    <a:pt x="2391" y="1149"/>
                  </a:cubicBezTo>
                  <a:cubicBezTo>
                    <a:pt x="2391" y="1149"/>
                    <a:pt x="2441" y="273"/>
                    <a:pt x="2339" y="39"/>
                  </a:cubicBezTo>
                  <a:cubicBezTo>
                    <a:pt x="2327" y="13"/>
                    <a:pt x="2293" y="1"/>
                    <a:pt x="2241" y="1"/>
                  </a:cubicBezTo>
                  <a:close/>
                </a:path>
              </a:pathLst>
            </a:custGeom>
            <a:solidFill>
              <a:srgbClr val="000000">
                <a:alpha val="16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2" name="Google Shape;3082;p31"/>
            <p:cNvSpPr/>
            <p:nvPr/>
          </p:nvSpPr>
          <p:spPr>
            <a:xfrm>
              <a:off x="2242450" y="1242450"/>
              <a:ext cx="46350" cy="41875"/>
            </a:xfrm>
            <a:custGeom>
              <a:avLst/>
              <a:gdLst/>
              <a:ahLst/>
              <a:cxnLst/>
              <a:rect l="l" t="t" r="r" b="b"/>
              <a:pathLst>
                <a:path w="1854" h="1675" extrusionOk="0">
                  <a:moveTo>
                    <a:pt x="63" y="1"/>
                  </a:moveTo>
                  <a:cubicBezTo>
                    <a:pt x="18" y="1"/>
                    <a:pt x="0" y="12"/>
                    <a:pt x="18" y="39"/>
                  </a:cubicBezTo>
                  <a:cubicBezTo>
                    <a:pt x="154" y="242"/>
                    <a:pt x="1243" y="1640"/>
                    <a:pt x="1480" y="1673"/>
                  </a:cubicBezTo>
                  <a:cubicBezTo>
                    <a:pt x="1484" y="1674"/>
                    <a:pt x="1487" y="1674"/>
                    <a:pt x="1490" y="1674"/>
                  </a:cubicBezTo>
                  <a:cubicBezTo>
                    <a:pt x="1722" y="1674"/>
                    <a:pt x="1854" y="514"/>
                    <a:pt x="1854" y="514"/>
                  </a:cubicBezTo>
                  <a:cubicBezTo>
                    <a:pt x="1854" y="514"/>
                    <a:pt x="361" y="1"/>
                    <a:pt x="63" y="1"/>
                  </a:cubicBezTo>
                  <a:close/>
                </a:path>
              </a:pathLst>
            </a:custGeom>
            <a:solidFill>
              <a:srgbClr val="000000">
                <a:alpha val="16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3" name="Google Shape;3083;p31"/>
            <p:cNvSpPr/>
            <p:nvPr/>
          </p:nvSpPr>
          <p:spPr>
            <a:xfrm>
              <a:off x="1621000" y="992850"/>
              <a:ext cx="27275" cy="30050"/>
            </a:xfrm>
            <a:custGeom>
              <a:avLst/>
              <a:gdLst/>
              <a:ahLst/>
              <a:cxnLst/>
              <a:rect l="l" t="t" r="r" b="b"/>
              <a:pathLst>
                <a:path w="1091" h="1202" extrusionOk="0">
                  <a:moveTo>
                    <a:pt x="635" y="0"/>
                  </a:moveTo>
                  <a:cubicBezTo>
                    <a:pt x="590" y="0"/>
                    <a:pt x="545" y="41"/>
                    <a:pt x="566" y="98"/>
                  </a:cubicBezTo>
                  <a:cubicBezTo>
                    <a:pt x="702" y="446"/>
                    <a:pt x="838" y="853"/>
                    <a:pt x="865" y="1026"/>
                  </a:cubicBezTo>
                  <a:cubicBezTo>
                    <a:pt x="804" y="977"/>
                    <a:pt x="714" y="896"/>
                    <a:pt x="643" y="832"/>
                  </a:cubicBezTo>
                  <a:cubicBezTo>
                    <a:pt x="452" y="659"/>
                    <a:pt x="255" y="483"/>
                    <a:pt x="113" y="458"/>
                  </a:cubicBezTo>
                  <a:cubicBezTo>
                    <a:pt x="108" y="458"/>
                    <a:pt x="103" y="457"/>
                    <a:pt x="99" y="457"/>
                  </a:cubicBezTo>
                  <a:cubicBezTo>
                    <a:pt x="18" y="457"/>
                    <a:pt x="1" y="583"/>
                    <a:pt x="91" y="597"/>
                  </a:cubicBezTo>
                  <a:cubicBezTo>
                    <a:pt x="190" y="616"/>
                    <a:pt x="396" y="801"/>
                    <a:pt x="548" y="936"/>
                  </a:cubicBezTo>
                  <a:cubicBezTo>
                    <a:pt x="720" y="1091"/>
                    <a:pt x="822" y="1180"/>
                    <a:pt x="896" y="1199"/>
                  </a:cubicBezTo>
                  <a:cubicBezTo>
                    <a:pt x="902" y="1199"/>
                    <a:pt x="912" y="1202"/>
                    <a:pt x="921" y="1202"/>
                  </a:cubicBezTo>
                  <a:cubicBezTo>
                    <a:pt x="945" y="1202"/>
                    <a:pt x="970" y="1192"/>
                    <a:pt x="986" y="1174"/>
                  </a:cubicBezTo>
                  <a:cubicBezTo>
                    <a:pt x="1013" y="1140"/>
                    <a:pt x="1090" y="1057"/>
                    <a:pt x="699" y="45"/>
                  </a:cubicBezTo>
                  <a:cubicBezTo>
                    <a:pt x="686" y="14"/>
                    <a:pt x="661" y="0"/>
                    <a:pt x="6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31"/>
            <p:cNvSpPr/>
            <p:nvPr/>
          </p:nvSpPr>
          <p:spPr>
            <a:xfrm>
              <a:off x="1806700" y="885925"/>
              <a:ext cx="20925" cy="24950"/>
            </a:xfrm>
            <a:custGeom>
              <a:avLst/>
              <a:gdLst/>
              <a:ahLst/>
              <a:cxnLst/>
              <a:rect l="l" t="t" r="r" b="b"/>
              <a:pathLst>
                <a:path w="837" h="998" extrusionOk="0">
                  <a:moveTo>
                    <a:pt x="94" y="0"/>
                  </a:moveTo>
                  <a:cubicBezTo>
                    <a:pt x="47" y="0"/>
                    <a:pt x="0" y="49"/>
                    <a:pt x="32" y="106"/>
                  </a:cubicBezTo>
                  <a:cubicBezTo>
                    <a:pt x="133" y="291"/>
                    <a:pt x="473" y="902"/>
                    <a:pt x="584" y="979"/>
                  </a:cubicBezTo>
                  <a:cubicBezTo>
                    <a:pt x="602" y="991"/>
                    <a:pt x="624" y="997"/>
                    <a:pt x="645" y="997"/>
                  </a:cubicBezTo>
                  <a:cubicBezTo>
                    <a:pt x="664" y="997"/>
                    <a:pt x="679" y="994"/>
                    <a:pt x="695" y="985"/>
                  </a:cubicBezTo>
                  <a:cubicBezTo>
                    <a:pt x="818" y="920"/>
                    <a:pt x="837" y="538"/>
                    <a:pt x="837" y="319"/>
                  </a:cubicBezTo>
                  <a:cubicBezTo>
                    <a:pt x="832" y="274"/>
                    <a:pt x="798" y="252"/>
                    <a:pt x="764" y="252"/>
                  </a:cubicBezTo>
                  <a:cubicBezTo>
                    <a:pt x="731" y="252"/>
                    <a:pt x="698" y="274"/>
                    <a:pt x="695" y="319"/>
                  </a:cubicBezTo>
                  <a:cubicBezTo>
                    <a:pt x="695" y="553"/>
                    <a:pt x="667" y="757"/>
                    <a:pt x="639" y="834"/>
                  </a:cubicBezTo>
                  <a:cubicBezTo>
                    <a:pt x="553" y="732"/>
                    <a:pt x="337" y="368"/>
                    <a:pt x="155" y="38"/>
                  </a:cubicBezTo>
                  <a:cubicBezTo>
                    <a:pt x="140" y="11"/>
                    <a:pt x="117" y="0"/>
                    <a:pt x="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64"/>
        <p:cNvGrpSpPr/>
        <p:nvPr/>
      </p:nvGrpSpPr>
      <p:grpSpPr>
        <a:xfrm>
          <a:off x="0" y="0"/>
          <a:ext cx="0" cy="0"/>
          <a:chOff x="0" y="0"/>
          <a:chExt cx="0" cy="0"/>
        </a:xfrm>
      </p:grpSpPr>
      <p:cxnSp>
        <p:nvCxnSpPr>
          <p:cNvPr id="4065" name="Google Shape;4065;p38"/>
          <p:cNvCxnSpPr>
            <a:cxnSpLocks/>
          </p:cNvCxnSpPr>
          <p:nvPr/>
        </p:nvCxnSpPr>
        <p:spPr>
          <a:xfrm>
            <a:off x="1956703" y="2067375"/>
            <a:ext cx="481800" cy="0"/>
          </a:xfrm>
          <a:prstGeom prst="straightConnector1">
            <a:avLst/>
          </a:prstGeom>
          <a:noFill/>
          <a:ln w="38100" cap="flat" cmpd="sng">
            <a:solidFill>
              <a:srgbClr val="FFFFFF"/>
            </a:solidFill>
            <a:prstDash val="solid"/>
            <a:round/>
            <a:headEnd type="none" w="med" len="med"/>
            <a:tailEnd type="none" w="med" len="med"/>
          </a:ln>
          <a:effectLst>
            <a:outerShdw blurRad="57150" dist="19050" dir="5400000" algn="bl" rotWithShape="0">
              <a:srgbClr val="000000">
                <a:alpha val="50000"/>
              </a:srgbClr>
            </a:outerShdw>
          </a:effectLst>
        </p:spPr>
      </p:cxnSp>
      <p:cxnSp>
        <p:nvCxnSpPr>
          <p:cNvPr id="4068" name="Google Shape;4068;p38"/>
          <p:cNvCxnSpPr>
            <a:cxnSpLocks/>
          </p:cNvCxnSpPr>
          <p:nvPr/>
        </p:nvCxnSpPr>
        <p:spPr>
          <a:xfrm>
            <a:off x="3488556" y="2075906"/>
            <a:ext cx="481800" cy="0"/>
          </a:xfrm>
          <a:prstGeom prst="straightConnector1">
            <a:avLst/>
          </a:prstGeom>
          <a:noFill/>
          <a:ln w="38100" cap="flat" cmpd="sng">
            <a:solidFill>
              <a:srgbClr val="FFFFFF"/>
            </a:solidFill>
            <a:prstDash val="solid"/>
            <a:round/>
            <a:headEnd type="none" w="med" len="med"/>
            <a:tailEnd type="none" w="med" len="med"/>
          </a:ln>
          <a:effectLst>
            <a:outerShdw blurRad="57150" dist="19050" dir="5400000" algn="bl" rotWithShape="0">
              <a:srgbClr val="000000">
                <a:alpha val="50000"/>
              </a:srgbClr>
            </a:outerShdw>
          </a:effectLst>
        </p:spPr>
      </p:cxnSp>
      <p:cxnSp>
        <p:nvCxnSpPr>
          <p:cNvPr id="4070" name="Google Shape;4070;p38"/>
          <p:cNvCxnSpPr>
            <a:cxnSpLocks/>
          </p:cNvCxnSpPr>
          <p:nvPr/>
        </p:nvCxnSpPr>
        <p:spPr>
          <a:xfrm>
            <a:off x="5109300" y="2067375"/>
            <a:ext cx="481800" cy="0"/>
          </a:xfrm>
          <a:prstGeom prst="straightConnector1">
            <a:avLst/>
          </a:prstGeom>
          <a:noFill/>
          <a:ln w="38100" cap="flat" cmpd="sng">
            <a:solidFill>
              <a:srgbClr val="FFFFFF"/>
            </a:solidFill>
            <a:prstDash val="solid"/>
            <a:round/>
            <a:headEnd type="none" w="med" len="med"/>
            <a:tailEnd type="none" w="med" len="med"/>
          </a:ln>
          <a:effectLst>
            <a:outerShdw blurRad="57150" dist="19050" dir="5400000" algn="bl" rotWithShape="0">
              <a:srgbClr val="000000">
                <a:alpha val="50000"/>
              </a:srgbClr>
            </a:outerShdw>
          </a:effectLst>
        </p:spPr>
      </p:cxnSp>
      <p:cxnSp>
        <p:nvCxnSpPr>
          <p:cNvPr id="4072" name="Google Shape;4072;p38"/>
          <p:cNvCxnSpPr>
            <a:cxnSpLocks/>
          </p:cNvCxnSpPr>
          <p:nvPr/>
        </p:nvCxnSpPr>
        <p:spPr>
          <a:xfrm>
            <a:off x="6705497" y="2067375"/>
            <a:ext cx="481800" cy="0"/>
          </a:xfrm>
          <a:prstGeom prst="straightConnector1">
            <a:avLst/>
          </a:prstGeom>
          <a:noFill/>
          <a:ln w="38100" cap="flat" cmpd="sng">
            <a:solidFill>
              <a:srgbClr val="FFFFFF"/>
            </a:solidFill>
            <a:prstDash val="solid"/>
            <a:round/>
            <a:headEnd type="none" w="med" len="med"/>
            <a:tailEnd type="none" w="med" len="med"/>
          </a:ln>
          <a:effectLst>
            <a:outerShdw blurRad="57150" dist="19050" dir="5400000" algn="bl" rotWithShape="0">
              <a:srgbClr val="000000">
                <a:alpha val="50000"/>
              </a:srgbClr>
            </a:outerShdw>
          </a:effectLst>
        </p:spPr>
      </p:cxnSp>
      <p:sp>
        <p:nvSpPr>
          <p:cNvPr id="4075" name="Google Shape;4075;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Components</a:t>
            </a:r>
            <a:endParaRPr dirty="0">
              <a:solidFill>
                <a:schemeClr val="lt1"/>
              </a:solidFill>
            </a:endParaRPr>
          </a:p>
        </p:txBody>
      </p:sp>
      <p:sp>
        <p:nvSpPr>
          <p:cNvPr id="4076" name="Google Shape;4076;p38"/>
          <p:cNvSpPr txBox="1"/>
          <p:nvPr/>
        </p:nvSpPr>
        <p:spPr>
          <a:xfrm>
            <a:off x="514518" y="2761293"/>
            <a:ext cx="1756695" cy="4551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chemeClr val="dk1"/>
                </a:solidFill>
                <a:latin typeface="Fredoka One"/>
                <a:ea typeface="Fredoka One"/>
                <a:cs typeface="Fredoka One"/>
                <a:sym typeface="Fredoka One"/>
              </a:rPr>
              <a:t>Ultrasonic Sensor</a:t>
            </a:r>
            <a:endParaRPr dirty="0">
              <a:solidFill>
                <a:schemeClr val="dk1"/>
              </a:solidFill>
              <a:latin typeface="Fredoka One"/>
              <a:ea typeface="Fredoka One"/>
              <a:cs typeface="Fredoka One"/>
              <a:sym typeface="Fredoka One"/>
            </a:endParaRPr>
          </a:p>
        </p:txBody>
      </p:sp>
      <p:sp>
        <p:nvSpPr>
          <p:cNvPr id="4077" name="Google Shape;4077;p38"/>
          <p:cNvSpPr txBox="1"/>
          <p:nvPr/>
        </p:nvSpPr>
        <p:spPr>
          <a:xfrm>
            <a:off x="418811" y="3085482"/>
            <a:ext cx="1958526" cy="746822"/>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dirty="0">
                <a:solidFill>
                  <a:schemeClr val="lt1"/>
                </a:solidFill>
                <a:latin typeface="Inter"/>
                <a:ea typeface="Inter"/>
                <a:cs typeface="Inter"/>
                <a:sym typeface="Inter"/>
              </a:rPr>
              <a:t>To detect when the pet approaches the bowl</a:t>
            </a:r>
          </a:p>
        </p:txBody>
      </p:sp>
      <p:sp>
        <p:nvSpPr>
          <p:cNvPr id="4078" name="Google Shape;4078;p38"/>
          <p:cNvSpPr txBox="1"/>
          <p:nvPr/>
        </p:nvSpPr>
        <p:spPr>
          <a:xfrm>
            <a:off x="2252856" y="2748481"/>
            <a:ext cx="1476600" cy="4551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chemeClr val="dk1"/>
                </a:solidFill>
                <a:latin typeface="Fredoka One"/>
                <a:ea typeface="Fredoka One"/>
                <a:cs typeface="Fredoka One"/>
                <a:sym typeface="Fredoka One"/>
              </a:rPr>
              <a:t>Photoresistor</a:t>
            </a:r>
            <a:endParaRPr dirty="0">
              <a:solidFill>
                <a:schemeClr val="dk1"/>
              </a:solidFill>
              <a:latin typeface="Fredoka One"/>
              <a:ea typeface="Fredoka One"/>
              <a:cs typeface="Fredoka One"/>
              <a:sym typeface="Fredoka One"/>
            </a:endParaRPr>
          </a:p>
        </p:txBody>
      </p:sp>
      <p:sp>
        <p:nvSpPr>
          <p:cNvPr id="4079" name="Google Shape;4079;p38"/>
          <p:cNvSpPr txBox="1"/>
          <p:nvPr/>
        </p:nvSpPr>
        <p:spPr>
          <a:xfrm>
            <a:off x="2194427" y="3153099"/>
            <a:ext cx="1476600" cy="742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dirty="0">
                <a:solidFill>
                  <a:schemeClr val="lt1"/>
                </a:solidFill>
                <a:latin typeface="Inter"/>
                <a:ea typeface="Inter"/>
                <a:cs typeface="Inter"/>
                <a:sym typeface="Inter"/>
              </a:rPr>
              <a:t>To detect when it is night</a:t>
            </a:r>
            <a:endParaRPr dirty="0">
              <a:solidFill>
                <a:schemeClr val="lt1"/>
              </a:solidFill>
              <a:latin typeface="Inter"/>
              <a:ea typeface="Inter"/>
              <a:cs typeface="Inter"/>
              <a:sym typeface="Inter"/>
            </a:endParaRPr>
          </a:p>
        </p:txBody>
      </p:sp>
      <p:sp>
        <p:nvSpPr>
          <p:cNvPr id="4080" name="Google Shape;4080;p38"/>
          <p:cNvSpPr txBox="1"/>
          <p:nvPr/>
        </p:nvSpPr>
        <p:spPr>
          <a:xfrm>
            <a:off x="3833700" y="2760935"/>
            <a:ext cx="1476600" cy="4551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chemeClr val="dk1"/>
                </a:solidFill>
                <a:latin typeface="Fredoka One"/>
                <a:ea typeface="Fredoka One"/>
                <a:cs typeface="Fredoka One"/>
                <a:sym typeface="Fredoka One"/>
              </a:rPr>
              <a:t>Weight Senzor</a:t>
            </a:r>
            <a:endParaRPr dirty="0">
              <a:solidFill>
                <a:schemeClr val="dk1"/>
              </a:solidFill>
              <a:latin typeface="Fredoka One"/>
              <a:ea typeface="Fredoka One"/>
              <a:cs typeface="Fredoka One"/>
              <a:sym typeface="Fredoka One"/>
            </a:endParaRPr>
          </a:p>
        </p:txBody>
      </p:sp>
      <p:sp>
        <p:nvSpPr>
          <p:cNvPr id="4081" name="Google Shape;4081;p38"/>
          <p:cNvSpPr txBox="1"/>
          <p:nvPr/>
        </p:nvSpPr>
        <p:spPr>
          <a:xfrm>
            <a:off x="3833700" y="3138410"/>
            <a:ext cx="1476600" cy="742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dirty="0">
                <a:solidFill>
                  <a:schemeClr val="lt1"/>
                </a:solidFill>
                <a:latin typeface="Inter"/>
                <a:ea typeface="Inter"/>
                <a:cs typeface="Inter"/>
                <a:sym typeface="Inter"/>
              </a:rPr>
              <a:t>To weigh the amount of food</a:t>
            </a:r>
            <a:endParaRPr dirty="0">
              <a:solidFill>
                <a:schemeClr val="lt1"/>
              </a:solidFill>
              <a:latin typeface="Inter"/>
              <a:ea typeface="Inter"/>
              <a:cs typeface="Inter"/>
              <a:sym typeface="Inter"/>
            </a:endParaRPr>
          </a:p>
        </p:txBody>
      </p:sp>
      <p:sp>
        <p:nvSpPr>
          <p:cNvPr id="4082" name="Google Shape;4082;p38"/>
          <p:cNvSpPr txBox="1"/>
          <p:nvPr/>
        </p:nvSpPr>
        <p:spPr>
          <a:xfrm>
            <a:off x="5428522" y="2777272"/>
            <a:ext cx="1476600" cy="4551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600" dirty="0">
                <a:solidFill>
                  <a:schemeClr val="dk1"/>
                </a:solidFill>
                <a:latin typeface="Fredoka One"/>
                <a:ea typeface="Fredoka One"/>
                <a:cs typeface="Fredoka One"/>
                <a:sym typeface="Fredoka One"/>
              </a:rPr>
              <a:t>LED</a:t>
            </a:r>
            <a:endParaRPr sz="1600" dirty="0">
              <a:solidFill>
                <a:schemeClr val="dk1"/>
              </a:solidFill>
              <a:latin typeface="Fredoka One"/>
              <a:ea typeface="Fredoka One"/>
              <a:cs typeface="Fredoka One"/>
              <a:sym typeface="Fredoka One"/>
            </a:endParaRPr>
          </a:p>
        </p:txBody>
      </p:sp>
      <p:sp>
        <p:nvSpPr>
          <p:cNvPr id="4083" name="Google Shape;4083;p38"/>
          <p:cNvSpPr txBox="1"/>
          <p:nvPr/>
        </p:nvSpPr>
        <p:spPr>
          <a:xfrm>
            <a:off x="5390049" y="3141365"/>
            <a:ext cx="1476600" cy="742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dirty="0">
                <a:solidFill>
                  <a:schemeClr val="lt1"/>
                </a:solidFill>
                <a:latin typeface="Inter"/>
                <a:ea typeface="Inter"/>
                <a:cs typeface="Inter"/>
                <a:sym typeface="Inter"/>
              </a:rPr>
              <a:t>To light up the bowl at night</a:t>
            </a:r>
            <a:endParaRPr dirty="0">
              <a:solidFill>
                <a:schemeClr val="lt1"/>
              </a:solidFill>
              <a:latin typeface="Inter"/>
              <a:ea typeface="Inter"/>
              <a:cs typeface="Inter"/>
              <a:sym typeface="Inter"/>
            </a:endParaRPr>
          </a:p>
        </p:txBody>
      </p:sp>
      <p:sp>
        <p:nvSpPr>
          <p:cNvPr id="4088" name="Google Shape;4088;p38"/>
          <p:cNvSpPr txBox="1"/>
          <p:nvPr/>
        </p:nvSpPr>
        <p:spPr>
          <a:xfrm>
            <a:off x="7152882" y="2787197"/>
            <a:ext cx="1476600" cy="4551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chemeClr val="dk1"/>
                </a:solidFill>
                <a:latin typeface="Fredoka One"/>
                <a:ea typeface="Fredoka One"/>
                <a:cs typeface="Fredoka One"/>
                <a:sym typeface="Fredoka One"/>
              </a:rPr>
              <a:t>Servo Motor</a:t>
            </a:r>
            <a:endParaRPr dirty="0">
              <a:solidFill>
                <a:schemeClr val="dk1"/>
              </a:solidFill>
              <a:latin typeface="Fredoka One"/>
              <a:ea typeface="Fredoka One"/>
              <a:cs typeface="Fredoka One"/>
              <a:sym typeface="Fredoka One"/>
            </a:endParaRPr>
          </a:p>
        </p:txBody>
      </p:sp>
      <p:sp>
        <p:nvSpPr>
          <p:cNvPr id="4089" name="Google Shape;4089;p38"/>
          <p:cNvSpPr txBox="1"/>
          <p:nvPr/>
        </p:nvSpPr>
        <p:spPr>
          <a:xfrm>
            <a:off x="6984871" y="3153099"/>
            <a:ext cx="1778792" cy="742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dirty="0">
                <a:solidFill>
                  <a:schemeClr val="lt1"/>
                </a:solidFill>
                <a:latin typeface="Inter"/>
                <a:ea typeface="Inter"/>
                <a:cs typeface="Inter"/>
                <a:sym typeface="Inter"/>
              </a:rPr>
              <a:t>To open and close the pet feeder door</a:t>
            </a:r>
            <a:endParaRPr dirty="0">
              <a:solidFill>
                <a:schemeClr val="lt1"/>
              </a:solidFill>
              <a:latin typeface="Inter"/>
              <a:ea typeface="Inter"/>
              <a:cs typeface="Inter"/>
              <a:sym typeface="Inter"/>
            </a:endParaRPr>
          </a:p>
        </p:txBody>
      </p:sp>
      <p:grpSp>
        <p:nvGrpSpPr>
          <p:cNvPr id="4090" name="Google Shape;4090;p38"/>
          <p:cNvGrpSpPr/>
          <p:nvPr/>
        </p:nvGrpSpPr>
        <p:grpSpPr>
          <a:xfrm>
            <a:off x="7147300" y="478454"/>
            <a:ext cx="1276689" cy="860004"/>
            <a:chOff x="2826300" y="1938425"/>
            <a:chExt cx="2835196" cy="1909847"/>
          </a:xfrm>
        </p:grpSpPr>
        <p:sp>
          <p:nvSpPr>
            <p:cNvPr id="4091" name="Google Shape;4091;p38"/>
            <p:cNvSpPr/>
            <p:nvPr/>
          </p:nvSpPr>
          <p:spPr>
            <a:xfrm>
              <a:off x="2826502" y="1938425"/>
              <a:ext cx="2834994" cy="1909847"/>
            </a:xfrm>
            <a:custGeom>
              <a:avLst/>
              <a:gdLst/>
              <a:ahLst/>
              <a:cxnLst/>
              <a:rect l="l" t="t" r="r" b="b"/>
              <a:pathLst>
                <a:path w="42178" h="28414" extrusionOk="0">
                  <a:moveTo>
                    <a:pt x="33878" y="24151"/>
                  </a:moveTo>
                  <a:lnTo>
                    <a:pt x="33878" y="24151"/>
                  </a:lnTo>
                  <a:cubicBezTo>
                    <a:pt x="33323" y="24319"/>
                    <a:pt x="32711" y="24405"/>
                    <a:pt x="32045" y="24405"/>
                  </a:cubicBezTo>
                  <a:cubicBezTo>
                    <a:pt x="32000" y="24405"/>
                    <a:pt x="31955" y="24405"/>
                    <a:pt x="31910" y="24404"/>
                  </a:cubicBezTo>
                  <a:cubicBezTo>
                    <a:pt x="32626" y="24321"/>
                    <a:pt x="33286" y="24235"/>
                    <a:pt x="33878" y="24151"/>
                  </a:cubicBezTo>
                  <a:close/>
                  <a:moveTo>
                    <a:pt x="12855" y="1"/>
                  </a:moveTo>
                  <a:cubicBezTo>
                    <a:pt x="12365" y="1"/>
                    <a:pt x="11987" y="233"/>
                    <a:pt x="11896" y="729"/>
                  </a:cubicBezTo>
                  <a:cubicBezTo>
                    <a:pt x="11560" y="2592"/>
                    <a:pt x="14271" y="3780"/>
                    <a:pt x="9185" y="6830"/>
                  </a:cubicBezTo>
                  <a:cubicBezTo>
                    <a:pt x="4840" y="9439"/>
                    <a:pt x="0" y="16129"/>
                    <a:pt x="7147" y="18550"/>
                  </a:cubicBezTo>
                  <a:cubicBezTo>
                    <a:pt x="6687" y="20987"/>
                    <a:pt x="7350" y="23414"/>
                    <a:pt x="7350" y="23414"/>
                  </a:cubicBezTo>
                  <a:lnTo>
                    <a:pt x="7461" y="23420"/>
                  </a:lnTo>
                  <a:cubicBezTo>
                    <a:pt x="7538" y="23895"/>
                    <a:pt x="7603" y="24176"/>
                    <a:pt x="7603" y="24176"/>
                  </a:cubicBezTo>
                  <a:cubicBezTo>
                    <a:pt x="9601" y="25017"/>
                    <a:pt x="13287" y="25320"/>
                    <a:pt x="17393" y="25320"/>
                  </a:cubicBezTo>
                  <a:cubicBezTo>
                    <a:pt x="19955" y="25320"/>
                    <a:pt x="22682" y="25202"/>
                    <a:pt x="25264" y="25024"/>
                  </a:cubicBezTo>
                  <a:cubicBezTo>
                    <a:pt x="25584" y="25243"/>
                    <a:pt x="25933" y="25413"/>
                    <a:pt x="26303" y="25527"/>
                  </a:cubicBezTo>
                  <a:cubicBezTo>
                    <a:pt x="26309" y="25527"/>
                    <a:pt x="26319" y="25530"/>
                    <a:pt x="26328" y="25530"/>
                  </a:cubicBezTo>
                  <a:cubicBezTo>
                    <a:pt x="26334" y="25530"/>
                    <a:pt x="26340" y="25527"/>
                    <a:pt x="26346" y="25527"/>
                  </a:cubicBezTo>
                  <a:cubicBezTo>
                    <a:pt x="29020" y="26798"/>
                    <a:pt x="32712" y="28201"/>
                    <a:pt x="33634" y="28324"/>
                  </a:cubicBezTo>
                  <a:cubicBezTo>
                    <a:pt x="33675" y="28349"/>
                    <a:pt x="33708" y="28374"/>
                    <a:pt x="33739" y="28395"/>
                  </a:cubicBezTo>
                  <a:cubicBezTo>
                    <a:pt x="33752" y="28408"/>
                    <a:pt x="33770" y="28414"/>
                    <a:pt x="33789" y="28414"/>
                  </a:cubicBezTo>
                  <a:cubicBezTo>
                    <a:pt x="33841" y="28414"/>
                    <a:pt x="33881" y="28365"/>
                    <a:pt x="33872" y="28315"/>
                  </a:cubicBezTo>
                  <a:cubicBezTo>
                    <a:pt x="33937" y="28303"/>
                    <a:pt x="33998" y="28278"/>
                    <a:pt x="34054" y="28244"/>
                  </a:cubicBezTo>
                  <a:cubicBezTo>
                    <a:pt x="34057" y="28244"/>
                    <a:pt x="34057" y="28247"/>
                    <a:pt x="34057" y="28247"/>
                  </a:cubicBezTo>
                  <a:cubicBezTo>
                    <a:pt x="34076" y="28272"/>
                    <a:pt x="34100" y="28284"/>
                    <a:pt x="34128" y="28287"/>
                  </a:cubicBezTo>
                  <a:cubicBezTo>
                    <a:pt x="34196" y="28284"/>
                    <a:pt x="34236" y="28210"/>
                    <a:pt x="34199" y="28155"/>
                  </a:cubicBezTo>
                  <a:cubicBezTo>
                    <a:pt x="34190" y="28136"/>
                    <a:pt x="34174" y="28121"/>
                    <a:pt x="34162" y="28102"/>
                  </a:cubicBezTo>
                  <a:cubicBezTo>
                    <a:pt x="34331" y="27390"/>
                    <a:pt x="31312" y="25317"/>
                    <a:pt x="30704" y="24543"/>
                  </a:cubicBezTo>
                  <a:lnTo>
                    <a:pt x="30991" y="24512"/>
                  </a:lnTo>
                  <a:cubicBezTo>
                    <a:pt x="31343" y="24552"/>
                    <a:pt x="31698" y="24577"/>
                    <a:pt x="32049" y="24577"/>
                  </a:cubicBezTo>
                  <a:cubicBezTo>
                    <a:pt x="33110" y="24577"/>
                    <a:pt x="33949" y="24364"/>
                    <a:pt x="34615" y="24043"/>
                  </a:cubicBezTo>
                  <a:cubicBezTo>
                    <a:pt x="35198" y="23954"/>
                    <a:pt x="35698" y="23865"/>
                    <a:pt x="36093" y="23784"/>
                  </a:cubicBezTo>
                  <a:cubicBezTo>
                    <a:pt x="37178" y="24084"/>
                    <a:pt x="38748" y="24722"/>
                    <a:pt x="39883" y="25000"/>
                  </a:cubicBezTo>
                  <a:cubicBezTo>
                    <a:pt x="40136" y="25175"/>
                    <a:pt x="40371" y="25351"/>
                    <a:pt x="40460" y="25462"/>
                  </a:cubicBezTo>
                  <a:cubicBezTo>
                    <a:pt x="40478" y="25481"/>
                    <a:pt x="40500" y="25490"/>
                    <a:pt x="40525" y="25490"/>
                  </a:cubicBezTo>
                  <a:cubicBezTo>
                    <a:pt x="40528" y="25490"/>
                    <a:pt x="40530" y="25491"/>
                    <a:pt x="40533" y="25491"/>
                  </a:cubicBezTo>
                  <a:cubicBezTo>
                    <a:pt x="40551" y="25491"/>
                    <a:pt x="40567" y="25482"/>
                    <a:pt x="40580" y="25471"/>
                  </a:cubicBezTo>
                  <a:cubicBezTo>
                    <a:pt x="40614" y="25441"/>
                    <a:pt x="40620" y="25388"/>
                    <a:pt x="40590" y="25354"/>
                  </a:cubicBezTo>
                  <a:cubicBezTo>
                    <a:pt x="40494" y="25256"/>
                    <a:pt x="40392" y="25166"/>
                    <a:pt x="40281" y="25086"/>
                  </a:cubicBezTo>
                  <a:lnTo>
                    <a:pt x="40281" y="25086"/>
                  </a:lnTo>
                  <a:cubicBezTo>
                    <a:pt x="40445" y="25117"/>
                    <a:pt x="40609" y="25133"/>
                    <a:pt x="40775" y="25133"/>
                  </a:cubicBezTo>
                  <a:cubicBezTo>
                    <a:pt x="40791" y="25133"/>
                    <a:pt x="40806" y="25132"/>
                    <a:pt x="40821" y="25132"/>
                  </a:cubicBezTo>
                  <a:cubicBezTo>
                    <a:pt x="40824" y="25138"/>
                    <a:pt x="40830" y="25145"/>
                    <a:pt x="40833" y="25151"/>
                  </a:cubicBezTo>
                  <a:cubicBezTo>
                    <a:pt x="40849" y="25178"/>
                    <a:pt x="40876" y="25197"/>
                    <a:pt x="40907" y="25197"/>
                  </a:cubicBezTo>
                  <a:cubicBezTo>
                    <a:pt x="40920" y="25197"/>
                    <a:pt x="40935" y="25194"/>
                    <a:pt x="40944" y="25188"/>
                  </a:cubicBezTo>
                  <a:cubicBezTo>
                    <a:pt x="40972" y="25172"/>
                    <a:pt x="40990" y="25141"/>
                    <a:pt x="40990" y="25111"/>
                  </a:cubicBezTo>
                  <a:cubicBezTo>
                    <a:pt x="42178" y="24855"/>
                    <a:pt x="39380" y="23075"/>
                    <a:pt x="38110" y="21465"/>
                  </a:cubicBezTo>
                  <a:cubicBezTo>
                    <a:pt x="37477" y="20663"/>
                    <a:pt x="37237" y="19278"/>
                    <a:pt x="37151" y="18085"/>
                  </a:cubicBezTo>
                  <a:cubicBezTo>
                    <a:pt x="37274" y="15969"/>
                    <a:pt x="37357" y="13535"/>
                    <a:pt x="37129" y="11373"/>
                  </a:cubicBezTo>
                  <a:lnTo>
                    <a:pt x="37749" y="11290"/>
                  </a:lnTo>
                  <a:cubicBezTo>
                    <a:pt x="37855" y="11275"/>
                    <a:pt x="37840" y="11122"/>
                    <a:pt x="37741" y="11122"/>
                  </a:cubicBezTo>
                  <a:cubicBezTo>
                    <a:pt x="37737" y="11122"/>
                    <a:pt x="37732" y="11123"/>
                    <a:pt x="37727" y="11123"/>
                  </a:cubicBezTo>
                  <a:lnTo>
                    <a:pt x="37110" y="11204"/>
                  </a:lnTo>
                  <a:cubicBezTo>
                    <a:pt x="37107" y="11179"/>
                    <a:pt x="37104" y="11154"/>
                    <a:pt x="37101" y="11130"/>
                  </a:cubicBezTo>
                  <a:cubicBezTo>
                    <a:pt x="37098" y="11040"/>
                    <a:pt x="37092" y="10951"/>
                    <a:pt x="37083" y="10858"/>
                  </a:cubicBezTo>
                  <a:cubicBezTo>
                    <a:pt x="37083" y="10840"/>
                    <a:pt x="37073" y="10821"/>
                    <a:pt x="37061" y="10809"/>
                  </a:cubicBezTo>
                  <a:cubicBezTo>
                    <a:pt x="37015" y="10463"/>
                    <a:pt x="36959" y="10127"/>
                    <a:pt x="36895" y="9800"/>
                  </a:cubicBezTo>
                  <a:lnTo>
                    <a:pt x="37721" y="9359"/>
                  </a:lnTo>
                  <a:cubicBezTo>
                    <a:pt x="37724" y="9359"/>
                    <a:pt x="37727" y="9356"/>
                    <a:pt x="37727" y="9356"/>
                  </a:cubicBezTo>
                  <a:cubicBezTo>
                    <a:pt x="37814" y="9308"/>
                    <a:pt x="37765" y="9195"/>
                    <a:pt x="37690" y="9195"/>
                  </a:cubicBezTo>
                  <a:cubicBezTo>
                    <a:pt x="37674" y="9195"/>
                    <a:pt x="37658" y="9200"/>
                    <a:pt x="37641" y="9211"/>
                  </a:cubicBezTo>
                  <a:lnTo>
                    <a:pt x="36858" y="9628"/>
                  </a:lnTo>
                  <a:lnTo>
                    <a:pt x="36839" y="9538"/>
                  </a:lnTo>
                  <a:cubicBezTo>
                    <a:pt x="36851" y="9415"/>
                    <a:pt x="36833" y="8912"/>
                    <a:pt x="36663" y="8203"/>
                  </a:cubicBezTo>
                  <a:lnTo>
                    <a:pt x="36888" y="7990"/>
                  </a:lnTo>
                  <a:cubicBezTo>
                    <a:pt x="36953" y="7930"/>
                    <a:pt x="36899" y="7842"/>
                    <a:pt x="36832" y="7842"/>
                  </a:cubicBezTo>
                  <a:cubicBezTo>
                    <a:pt x="36813" y="7842"/>
                    <a:pt x="36793" y="7849"/>
                    <a:pt x="36774" y="7866"/>
                  </a:cubicBezTo>
                  <a:lnTo>
                    <a:pt x="36617" y="8014"/>
                  </a:lnTo>
                  <a:cubicBezTo>
                    <a:pt x="36114" y="6124"/>
                    <a:pt x="34998" y="4455"/>
                    <a:pt x="33446" y="3271"/>
                  </a:cubicBezTo>
                  <a:cubicBezTo>
                    <a:pt x="32284" y="2372"/>
                    <a:pt x="30309" y="1743"/>
                    <a:pt x="29649" y="1743"/>
                  </a:cubicBezTo>
                  <a:cubicBezTo>
                    <a:pt x="29492" y="1743"/>
                    <a:pt x="29409" y="1778"/>
                    <a:pt x="29431" y="1855"/>
                  </a:cubicBezTo>
                  <a:cubicBezTo>
                    <a:pt x="29637" y="2586"/>
                    <a:pt x="30236" y="4727"/>
                    <a:pt x="30236" y="4727"/>
                  </a:cubicBezTo>
                  <a:lnTo>
                    <a:pt x="27990" y="5340"/>
                  </a:lnTo>
                  <a:cubicBezTo>
                    <a:pt x="27990" y="5340"/>
                    <a:pt x="27993" y="5353"/>
                    <a:pt x="27999" y="5374"/>
                  </a:cubicBezTo>
                  <a:cubicBezTo>
                    <a:pt x="27253" y="5467"/>
                    <a:pt x="26510" y="5587"/>
                    <a:pt x="25794" y="5720"/>
                  </a:cubicBezTo>
                  <a:lnTo>
                    <a:pt x="25770" y="5680"/>
                  </a:lnTo>
                  <a:cubicBezTo>
                    <a:pt x="25770" y="5680"/>
                    <a:pt x="23675" y="5871"/>
                    <a:pt x="23336" y="5985"/>
                  </a:cubicBezTo>
                  <a:cubicBezTo>
                    <a:pt x="23323" y="5989"/>
                    <a:pt x="23304" y="5992"/>
                    <a:pt x="23281" y="5992"/>
                  </a:cubicBezTo>
                  <a:cubicBezTo>
                    <a:pt x="22716" y="5992"/>
                    <a:pt x="19290" y="4740"/>
                    <a:pt x="18839" y="4740"/>
                  </a:cubicBezTo>
                  <a:cubicBezTo>
                    <a:pt x="18830" y="4740"/>
                    <a:pt x="18821" y="4741"/>
                    <a:pt x="18814" y="4742"/>
                  </a:cubicBezTo>
                  <a:cubicBezTo>
                    <a:pt x="18475" y="4798"/>
                    <a:pt x="19496" y="8357"/>
                    <a:pt x="19496" y="8357"/>
                  </a:cubicBezTo>
                  <a:cubicBezTo>
                    <a:pt x="19496" y="8357"/>
                    <a:pt x="18978" y="9109"/>
                    <a:pt x="18796" y="10497"/>
                  </a:cubicBezTo>
                  <a:cubicBezTo>
                    <a:pt x="18753" y="10565"/>
                    <a:pt x="18706" y="10630"/>
                    <a:pt x="18657" y="10698"/>
                  </a:cubicBezTo>
                  <a:cubicBezTo>
                    <a:pt x="18617" y="10704"/>
                    <a:pt x="18586" y="10738"/>
                    <a:pt x="18586" y="10778"/>
                  </a:cubicBezTo>
                  <a:lnTo>
                    <a:pt x="18586" y="10793"/>
                  </a:lnTo>
                  <a:cubicBezTo>
                    <a:pt x="18355" y="11096"/>
                    <a:pt x="18096" y="11376"/>
                    <a:pt x="17815" y="11635"/>
                  </a:cubicBezTo>
                  <a:cubicBezTo>
                    <a:pt x="16415" y="12928"/>
                    <a:pt x="15338" y="12937"/>
                    <a:pt x="14012" y="13060"/>
                  </a:cubicBezTo>
                  <a:cubicBezTo>
                    <a:pt x="13981" y="13014"/>
                    <a:pt x="13963" y="12989"/>
                    <a:pt x="13963" y="12989"/>
                  </a:cubicBezTo>
                  <a:cubicBezTo>
                    <a:pt x="13963" y="12989"/>
                    <a:pt x="10487" y="12989"/>
                    <a:pt x="8285" y="15870"/>
                  </a:cubicBezTo>
                  <a:cubicBezTo>
                    <a:pt x="8137" y="16061"/>
                    <a:pt x="8004" y="16265"/>
                    <a:pt x="7884" y="16475"/>
                  </a:cubicBezTo>
                  <a:cubicBezTo>
                    <a:pt x="6968" y="15753"/>
                    <a:pt x="6456" y="14602"/>
                    <a:pt x="7153" y="12761"/>
                  </a:cubicBezTo>
                  <a:cubicBezTo>
                    <a:pt x="9016" y="7845"/>
                    <a:pt x="14947" y="8523"/>
                    <a:pt x="15795" y="4628"/>
                  </a:cubicBezTo>
                  <a:cubicBezTo>
                    <a:pt x="16418" y="1769"/>
                    <a:pt x="14208" y="1"/>
                    <a:pt x="12855"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2" name="Google Shape;4092;p38"/>
            <p:cNvSpPr/>
            <p:nvPr/>
          </p:nvSpPr>
          <p:spPr>
            <a:xfrm>
              <a:off x="4189881" y="1949583"/>
              <a:ext cx="22920" cy="21509"/>
            </a:xfrm>
            <a:custGeom>
              <a:avLst/>
              <a:gdLst/>
              <a:ahLst/>
              <a:cxnLst/>
              <a:rect l="l" t="t" r="r" b="b"/>
              <a:pathLst>
                <a:path w="341" h="320" extrusionOk="0">
                  <a:moveTo>
                    <a:pt x="127" y="0"/>
                  </a:moveTo>
                  <a:cubicBezTo>
                    <a:pt x="56" y="0"/>
                    <a:pt x="0" y="102"/>
                    <a:pt x="79" y="156"/>
                  </a:cubicBezTo>
                  <a:cubicBezTo>
                    <a:pt x="113" y="184"/>
                    <a:pt x="144" y="218"/>
                    <a:pt x="165" y="258"/>
                  </a:cubicBezTo>
                  <a:cubicBezTo>
                    <a:pt x="174" y="292"/>
                    <a:pt x="208" y="320"/>
                    <a:pt x="248" y="320"/>
                  </a:cubicBezTo>
                  <a:cubicBezTo>
                    <a:pt x="255" y="320"/>
                    <a:pt x="261" y="317"/>
                    <a:pt x="270" y="317"/>
                  </a:cubicBezTo>
                  <a:cubicBezTo>
                    <a:pt x="316" y="304"/>
                    <a:pt x="341" y="255"/>
                    <a:pt x="329" y="212"/>
                  </a:cubicBezTo>
                  <a:cubicBezTo>
                    <a:pt x="304" y="122"/>
                    <a:pt x="202" y="39"/>
                    <a:pt x="184" y="24"/>
                  </a:cubicBezTo>
                  <a:cubicBezTo>
                    <a:pt x="165" y="7"/>
                    <a:pt x="146" y="0"/>
                    <a:pt x="127" y="0"/>
                  </a:cubicBezTo>
                  <a:close/>
                </a:path>
              </a:pathLst>
            </a:custGeom>
            <a:solidFill>
              <a:srgbClr val="FCF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3" name="Google Shape;4093;p38"/>
            <p:cNvSpPr/>
            <p:nvPr/>
          </p:nvSpPr>
          <p:spPr>
            <a:xfrm>
              <a:off x="3221589" y="2287468"/>
              <a:ext cx="2439905" cy="1555422"/>
            </a:xfrm>
            <a:custGeom>
              <a:avLst/>
              <a:gdLst/>
              <a:ahLst/>
              <a:cxnLst/>
              <a:rect l="l" t="t" r="r" b="b"/>
              <a:pathLst>
                <a:path w="36300" h="23141" extrusionOk="0">
                  <a:moveTo>
                    <a:pt x="24838" y="0"/>
                  </a:moveTo>
                  <a:cubicBezTo>
                    <a:pt x="20890" y="0"/>
                    <a:pt x="16330" y="1360"/>
                    <a:pt x="14688" y="1779"/>
                  </a:cubicBezTo>
                  <a:cubicBezTo>
                    <a:pt x="13100" y="2183"/>
                    <a:pt x="14503" y="4067"/>
                    <a:pt x="11934" y="6442"/>
                  </a:cubicBezTo>
                  <a:cubicBezTo>
                    <a:pt x="9365" y="8814"/>
                    <a:pt x="7894" y="6865"/>
                    <a:pt x="3949" y="9237"/>
                  </a:cubicBezTo>
                  <a:cubicBezTo>
                    <a:pt x="1" y="11612"/>
                    <a:pt x="1722" y="18983"/>
                    <a:pt x="1722" y="18983"/>
                  </a:cubicBezTo>
                  <a:cubicBezTo>
                    <a:pt x="3721" y="19826"/>
                    <a:pt x="7406" y="20128"/>
                    <a:pt x="11512" y="20128"/>
                  </a:cubicBezTo>
                  <a:cubicBezTo>
                    <a:pt x="14095" y="20128"/>
                    <a:pt x="16844" y="20008"/>
                    <a:pt x="19444" y="19828"/>
                  </a:cubicBezTo>
                  <a:cubicBezTo>
                    <a:pt x="22195" y="21257"/>
                    <a:pt x="27090" y="23140"/>
                    <a:pt x="27867" y="23140"/>
                  </a:cubicBezTo>
                  <a:cubicBezTo>
                    <a:pt x="27883" y="23140"/>
                    <a:pt x="27898" y="23139"/>
                    <a:pt x="27911" y="23138"/>
                  </a:cubicBezTo>
                  <a:cubicBezTo>
                    <a:pt x="29514" y="22919"/>
                    <a:pt x="25533" y="20251"/>
                    <a:pt x="24823" y="19350"/>
                  </a:cubicBezTo>
                  <a:cubicBezTo>
                    <a:pt x="27183" y="19094"/>
                    <a:pt x="29107" y="18817"/>
                    <a:pt x="30212" y="18591"/>
                  </a:cubicBezTo>
                  <a:cubicBezTo>
                    <a:pt x="31617" y="18978"/>
                    <a:pt x="33839" y="19937"/>
                    <a:pt x="34874" y="19937"/>
                  </a:cubicBezTo>
                  <a:cubicBezTo>
                    <a:pt x="34962" y="19937"/>
                    <a:pt x="35042" y="19930"/>
                    <a:pt x="35112" y="19915"/>
                  </a:cubicBezTo>
                  <a:cubicBezTo>
                    <a:pt x="36300" y="19662"/>
                    <a:pt x="33502" y="17882"/>
                    <a:pt x="32232" y="16272"/>
                  </a:cubicBezTo>
                  <a:cubicBezTo>
                    <a:pt x="31599" y="15470"/>
                    <a:pt x="31359" y="14085"/>
                    <a:pt x="31273" y="12892"/>
                  </a:cubicBezTo>
                  <a:cubicBezTo>
                    <a:pt x="31550" y="8102"/>
                    <a:pt x="31621" y="1659"/>
                    <a:pt x="28367" y="508"/>
                  </a:cubicBezTo>
                  <a:cubicBezTo>
                    <a:pt x="27336" y="143"/>
                    <a:pt x="26119" y="0"/>
                    <a:pt x="248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4" name="Google Shape;4094;p38"/>
            <p:cNvSpPr/>
            <p:nvPr/>
          </p:nvSpPr>
          <p:spPr>
            <a:xfrm>
              <a:off x="4670868" y="2675698"/>
              <a:ext cx="210517" cy="170457"/>
            </a:xfrm>
            <a:custGeom>
              <a:avLst/>
              <a:gdLst/>
              <a:ahLst/>
              <a:cxnLst/>
              <a:rect l="l" t="t" r="r" b="b"/>
              <a:pathLst>
                <a:path w="3132" h="2536" extrusionOk="0">
                  <a:moveTo>
                    <a:pt x="3048" y="0"/>
                  </a:moveTo>
                  <a:cubicBezTo>
                    <a:pt x="2999" y="0"/>
                    <a:pt x="2962" y="37"/>
                    <a:pt x="2962" y="83"/>
                  </a:cubicBezTo>
                  <a:cubicBezTo>
                    <a:pt x="2962" y="685"/>
                    <a:pt x="2820" y="2264"/>
                    <a:pt x="2182" y="2363"/>
                  </a:cubicBezTo>
                  <a:cubicBezTo>
                    <a:pt x="2156" y="2367"/>
                    <a:pt x="2130" y="2368"/>
                    <a:pt x="2103" y="2368"/>
                  </a:cubicBezTo>
                  <a:cubicBezTo>
                    <a:pt x="1318" y="2368"/>
                    <a:pt x="201" y="752"/>
                    <a:pt x="192" y="734"/>
                  </a:cubicBezTo>
                  <a:cubicBezTo>
                    <a:pt x="174" y="706"/>
                    <a:pt x="148" y="694"/>
                    <a:pt x="122" y="694"/>
                  </a:cubicBezTo>
                  <a:cubicBezTo>
                    <a:pt x="60" y="694"/>
                    <a:pt x="0" y="764"/>
                    <a:pt x="51" y="830"/>
                  </a:cubicBezTo>
                  <a:cubicBezTo>
                    <a:pt x="100" y="904"/>
                    <a:pt x="1229" y="2535"/>
                    <a:pt x="2108" y="2535"/>
                  </a:cubicBezTo>
                  <a:cubicBezTo>
                    <a:pt x="2142" y="2535"/>
                    <a:pt x="2176" y="2532"/>
                    <a:pt x="2206" y="2529"/>
                  </a:cubicBezTo>
                  <a:cubicBezTo>
                    <a:pt x="3119" y="2390"/>
                    <a:pt x="3132" y="179"/>
                    <a:pt x="3132" y="83"/>
                  </a:cubicBezTo>
                  <a:cubicBezTo>
                    <a:pt x="3132" y="37"/>
                    <a:pt x="3095" y="0"/>
                    <a:pt x="304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5" name="Google Shape;4095;p38"/>
            <p:cNvSpPr/>
            <p:nvPr/>
          </p:nvSpPr>
          <p:spPr>
            <a:xfrm>
              <a:off x="4746417" y="2631202"/>
              <a:ext cx="78373" cy="214550"/>
            </a:xfrm>
            <a:custGeom>
              <a:avLst/>
              <a:gdLst/>
              <a:ahLst/>
              <a:cxnLst/>
              <a:rect l="l" t="t" r="r" b="b"/>
              <a:pathLst>
                <a:path w="1166" h="3192" extrusionOk="0">
                  <a:moveTo>
                    <a:pt x="103" y="0"/>
                  </a:moveTo>
                  <a:cubicBezTo>
                    <a:pt x="52" y="0"/>
                    <a:pt x="1" y="44"/>
                    <a:pt x="21" y="110"/>
                  </a:cubicBezTo>
                  <a:lnTo>
                    <a:pt x="990" y="3133"/>
                  </a:lnTo>
                  <a:cubicBezTo>
                    <a:pt x="1002" y="3167"/>
                    <a:pt x="1033" y="3191"/>
                    <a:pt x="1070" y="3191"/>
                  </a:cubicBezTo>
                  <a:cubicBezTo>
                    <a:pt x="1079" y="3191"/>
                    <a:pt x="1089" y="3191"/>
                    <a:pt x="1095" y="3188"/>
                  </a:cubicBezTo>
                  <a:cubicBezTo>
                    <a:pt x="1141" y="3173"/>
                    <a:pt x="1166" y="3127"/>
                    <a:pt x="1150" y="3080"/>
                  </a:cubicBezTo>
                  <a:lnTo>
                    <a:pt x="182" y="61"/>
                  </a:lnTo>
                  <a:cubicBezTo>
                    <a:pt x="169" y="19"/>
                    <a:pt x="136" y="0"/>
                    <a:pt x="1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6" name="Google Shape;4096;p38"/>
            <p:cNvSpPr/>
            <p:nvPr/>
          </p:nvSpPr>
          <p:spPr>
            <a:xfrm>
              <a:off x="4682092" y="2574003"/>
              <a:ext cx="113929" cy="60292"/>
            </a:xfrm>
            <a:custGeom>
              <a:avLst/>
              <a:gdLst/>
              <a:ahLst/>
              <a:cxnLst/>
              <a:rect l="l" t="t" r="r" b="b"/>
              <a:pathLst>
                <a:path w="1695" h="897" extrusionOk="0">
                  <a:moveTo>
                    <a:pt x="1398" y="0"/>
                  </a:moveTo>
                  <a:cubicBezTo>
                    <a:pt x="654" y="0"/>
                    <a:pt x="1" y="634"/>
                    <a:pt x="1" y="634"/>
                  </a:cubicBezTo>
                  <a:cubicBezTo>
                    <a:pt x="1" y="634"/>
                    <a:pt x="938" y="897"/>
                    <a:pt x="1099" y="897"/>
                  </a:cubicBezTo>
                  <a:cubicBezTo>
                    <a:pt x="1104" y="897"/>
                    <a:pt x="1108" y="897"/>
                    <a:pt x="1111" y="896"/>
                  </a:cubicBezTo>
                  <a:cubicBezTo>
                    <a:pt x="1234" y="884"/>
                    <a:pt x="1694" y="36"/>
                    <a:pt x="1694" y="36"/>
                  </a:cubicBezTo>
                  <a:cubicBezTo>
                    <a:pt x="1595" y="11"/>
                    <a:pt x="1495" y="0"/>
                    <a:pt x="139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7" name="Google Shape;4097;p38"/>
            <p:cNvSpPr/>
            <p:nvPr/>
          </p:nvSpPr>
          <p:spPr>
            <a:xfrm>
              <a:off x="4068290" y="2257020"/>
              <a:ext cx="721284" cy="587056"/>
            </a:xfrm>
            <a:custGeom>
              <a:avLst/>
              <a:gdLst/>
              <a:ahLst/>
              <a:cxnLst/>
              <a:rect l="l" t="t" r="r" b="b"/>
              <a:pathLst>
                <a:path w="10731" h="8734" extrusionOk="0">
                  <a:moveTo>
                    <a:pt x="363" y="0"/>
                  </a:moveTo>
                  <a:cubicBezTo>
                    <a:pt x="354" y="0"/>
                    <a:pt x="346" y="1"/>
                    <a:pt x="339" y="2"/>
                  </a:cubicBezTo>
                  <a:cubicBezTo>
                    <a:pt x="0" y="58"/>
                    <a:pt x="1018" y="3617"/>
                    <a:pt x="1018" y="3617"/>
                  </a:cubicBezTo>
                  <a:cubicBezTo>
                    <a:pt x="1018" y="3617"/>
                    <a:pt x="108" y="4943"/>
                    <a:pt x="278" y="7315"/>
                  </a:cubicBezTo>
                  <a:cubicBezTo>
                    <a:pt x="319" y="7879"/>
                    <a:pt x="1813" y="8733"/>
                    <a:pt x="3869" y="8733"/>
                  </a:cubicBezTo>
                  <a:cubicBezTo>
                    <a:pt x="4871" y="8733"/>
                    <a:pt x="6006" y="8531"/>
                    <a:pt x="7171" y="7993"/>
                  </a:cubicBezTo>
                  <a:cubicBezTo>
                    <a:pt x="10730" y="6353"/>
                    <a:pt x="7295" y="940"/>
                    <a:pt x="7295" y="940"/>
                  </a:cubicBezTo>
                  <a:lnTo>
                    <a:pt x="7295" y="940"/>
                  </a:lnTo>
                  <a:cubicBezTo>
                    <a:pt x="7294" y="940"/>
                    <a:pt x="5200" y="1131"/>
                    <a:pt x="4861" y="1245"/>
                  </a:cubicBezTo>
                  <a:cubicBezTo>
                    <a:pt x="4848" y="1249"/>
                    <a:pt x="4829" y="1252"/>
                    <a:pt x="4806" y="1252"/>
                  </a:cubicBezTo>
                  <a:cubicBezTo>
                    <a:pt x="4240" y="1252"/>
                    <a:pt x="807" y="0"/>
                    <a:pt x="36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8" name="Google Shape;4098;p38"/>
            <p:cNvSpPr/>
            <p:nvPr/>
          </p:nvSpPr>
          <p:spPr>
            <a:xfrm>
              <a:off x="4707836" y="2055579"/>
              <a:ext cx="598550" cy="589610"/>
            </a:xfrm>
            <a:custGeom>
              <a:avLst/>
              <a:gdLst/>
              <a:ahLst/>
              <a:cxnLst/>
              <a:rect l="l" t="t" r="r" b="b"/>
              <a:pathLst>
                <a:path w="8905" h="8772" extrusionOk="0">
                  <a:moveTo>
                    <a:pt x="1659" y="1"/>
                  </a:moveTo>
                  <a:cubicBezTo>
                    <a:pt x="1503" y="1"/>
                    <a:pt x="1422" y="36"/>
                    <a:pt x="1444" y="112"/>
                  </a:cubicBezTo>
                  <a:cubicBezTo>
                    <a:pt x="1647" y="846"/>
                    <a:pt x="2246" y="2984"/>
                    <a:pt x="2246" y="2984"/>
                  </a:cubicBezTo>
                  <a:lnTo>
                    <a:pt x="0" y="3597"/>
                  </a:lnTo>
                  <a:cubicBezTo>
                    <a:pt x="0" y="3597"/>
                    <a:pt x="1157" y="7721"/>
                    <a:pt x="3001" y="8449"/>
                  </a:cubicBezTo>
                  <a:cubicBezTo>
                    <a:pt x="3586" y="8679"/>
                    <a:pt x="4294" y="8771"/>
                    <a:pt x="5013" y="8771"/>
                  </a:cubicBezTo>
                  <a:cubicBezTo>
                    <a:pt x="6756" y="8771"/>
                    <a:pt x="8566" y="8232"/>
                    <a:pt x="8843" y="7826"/>
                  </a:cubicBezTo>
                  <a:cubicBezTo>
                    <a:pt x="8905" y="7736"/>
                    <a:pt x="8787" y="4097"/>
                    <a:pt x="5459" y="1528"/>
                  </a:cubicBezTo>
                  <a:cubicBezTo>
                    <a:pt x="4295" y="630"/>
                    <a:pt x="2315" y="1"/>
                    <a:pt x="165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9" name="Google Shape;4099;p38"/>
            <p:cNvSpPr/>
            <p:nvPr/>
          </p:nvSpPr>
          <p:spPr>
            <a:xfrm>
              <a:off x="4966611" y="3771290"/>
              <a:ext cx="138665" cy="76961"/>
            </a:xfrm>
            <a:custGeom>
              <a:avLst/>
              <a:gdLst/>
              <a:ahLst/>
              <a:cxnLst/>
              <a:rect l="l" t="t" r="r" b="b"/>
              <a:pathLst>
                <a:path w="2063" h="1145" extrusionOk="0">
                  <a:moveTo>
                    <a:pt x="121" y="0"/>
                  </a:moveTo>
                  <a:cubicBezTo>
                    <a:pt x="42" y="0"/>
                    <a:pt x="1" y="121"/>
                    <a:pt x="89" y="164"/>
                  </a:cubicBezTo>
                  <a:cubicBezTo>
                    <a:pt x="104" y="167"/>
                    <a:pt x="1526" y="840"/>
                    <a:pt x="1896" y="1126"/>
                  </a:cubicBezTo>
                  <a:cubicBezTo>
                    <a:pt x="1911" y="1138"/>
                    <a:pt x="1926" y="1145"/>
                    <a:pt x="1947" y="1145"/>
                  </a:cubicBezTo>
                  <a:lnTo>
                    <a:pt x="1947" y="1145"/>
                  </a:lnTo>
                  <a:cubicBezTo>
                    <a:pt x="2029" y="1144"/>
                    <a:pt x="2062" y="1043"/>
                    <a:pt x="1998" y="994"/>
                  </a:cubicBezTo>
                  <a:cubicBezTo>
                    <a:pt x="1616" y="695"/>
                    <a:pt x="221" y="38"/>
                    <a:pt x="160" y="10"/>
                  </a:cubicBezTo>
                  <a:cubicBezTo>
                    <a:pt x="146" y="3"/>
                    <a:pt x="133" y="0"/>
                    <a:pt x="121" y="0"/>
                  </a:cubicBezTo>
                  <a:close/>
                  <a:moveTo>
                    <a:pt x="1947" y="1145"/>
                  </a:moveTo>
                  <a:cubicBezTo>
                    <a:pt x="1947" y="1145"/>
                    <a:pt x="1946" y="1145"/>
                    <a:pt x="1946" y="1145"/>
                  </a:cubicBezTo>
                  <a:lnTo>
                    <a:pt x="1949" y="1145"/>
                  </a:lnTo>
                  <a:cubicBezTo>
                    <a:pt x="1948" y="1145"/>
                    <a:pt x="1948" y="1145"/>
                    <a:pt x="1947" y="114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0" name="Google Shape;4100;p38"/>
            <p:cNvSpPr/>
            <p:nvPr/>
          </p:nvSpPr>
          <p:spPr>
            <a:xfrm>
              <a:off x="5017829" y="3748370"/>
              <a:ext cx="109829" cy="91211"/>
            </a:xfrm>
            <a:custGeom>
              <a:avLst/>
              <a:gdLst/>
              <a:ahLst/>
              <a:cxnLst/>
              <a:rect l="l" t="t" r="r" b="b"/>
              <a:pathLst>
                <a:path w="1634" h="1357" extrusionOk="0">
                  <a:moveTo>
                    <a:pt x="125" y="1"/>
                  </a:moveTo>
                  <a:cubicBezTo>
                    <a:pt x="53" y="1"/>
                    <a:pt x="1" y="104"/>
                    <a:pt x="76" y="157"/>
                  </a:cubicBezTo>
                  <a:cubicBezTo>
                    <a:pt x="89" y="163"/>
                    <a:pt x="1211" y="955"/>
                    <a:pt x="1455" y="1319"/>
                  </a:cubicBezTo>
                  <a:cubicBezTo>
                    <a:pt x="1470" y="1344"/>
                    <a:pt x="1495" y="1356"/>
                    <a:pt x="1526" y="1356"/>
                  </a:cubicBezTo>
                  <a:cubicBezTo>
                    <a:pt x="1591" y="1356"/>
                    <a:pt x="1634" y="1282"/>
                    <a:pt x="1594" y="1224"/>
                  </a:cubicBezTo>
                  <a:cubicBezTo>
                    <a:pt x="1335" y="835"/>
                    <a:pt x="221" y="49"/>
                    <a:pt x="175" y="18"/>
                  </a:cubicBezTo>
                  <a:cubicBezTo>
                    <a:pt x="158" y="6"/>
                    <a:pt x="141" y="1"/>
                    <a:pt x="1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1" name="Google Shape;4101;p38"/>
            <p:cNvSpPr/>
            <p:nvPr/>
          </p:nvSpPr>
          <p:spPr>
            <a:xfrm>
              <a:off x="5442625" y="3569177"/>
              <a:ext cx="114198" cy="82540"/>
            </a:xfrm>
            <a:custGeom>
              <a:avLst/>
              <a:gdLst/>
              <a:ahLst/>
              <a:cxnLst/>
              <a:rect l="l" t="t" r="r" b="b"/>
              <a:pathLst>
                <a:path w="1699" h="1228" extrusionOk="0">
                  <a:moveTo>
                    <a:pt x="120" y="1"/>
                  </a:moveTo>
                  <a:cubicBezTo>
                    <a:pt x="48" y="1"/>
                    <a:pt x="0" y="106"/>
                    <a:pt x="73" y="158"/>
                  </a:cubicBezTo>
                  <a:cubicBezTo>
                    <a:pt x="88" y="164"/>
                    <a:pt x="1294" y="913"/>
                    <a:pt x="1538" y="1197"/>
                  </a:cubicBezTo>
                  <a:cubicBezTo>
                    <a:pt x="1553" y="1216"/>
                    <a:pt x="1578" y="1228"/>
                    <a:pt x="1603" y="1228"/>
                  </a:cubicBezTo>
                  <a:cubicBezTo>
                    <a:pt x="1621" y="1228"/>
                    <a:pt x="1643" y="1222"/>
                    <a:pt x="1658" y="1209"/>
                  </a:cubicBezTo>
                  <a:cubicBezTo>
                    <a:pt x="1692" y="1179"/>
                    <a:pt x="1698" y="1123"/>
                    <a:pt x="1668" y="1089"/>
                  </a:cubicBezTo>
                  <a:cubicBezTo>
                    <a:pt x="1405" y="787"/>
                    <a:pt x="215" y="44"/>
                    <a:pt x="162" y="13"/>
                  </a:cubicBezTo>
                  <a:cubicBezTo>
                    <a:pt x="148" y="5"/>
                    <a:pt x="134" y="1"/>
                    <a:pt x="1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2" name="Google Shape;4102;p38"/>
            <p:cNvSpPr/>
            <p:nvPr/>
          </p:nvSpPr>
          <p:spPr>
            <a:xfrm>
              <a:off x="5467830" y="3546189"/>
              <a:ext cx="114669" cy="85632"/>
            </a:xfrm>
            <a:custGeom>
              <a:avLst/>
              <a:gdLst/>
              <a:ahLst/>
              <a:cxnLst/>
              <a:rect l="l" t="t" r="r" b="b"/>
              <a:pathLst>
                <a:path w="1706" h="1274" extrusionOk="0">
                  <a:moveTo>
                    <a:pt x="123" y="1"/>
                  </a:moveTo>
                  <a:cubicBezTo>
                    <a:pt x="43" y="1"/>
                    <a:pt x="1" y="123"/>
                    <a:pt x="90" y="164"/>
                  </a:cubicBezTo>
                  <a:cubicBezTo>
                    <a:pt x="102" y="170"/>
                    <a:pt x="1256" y="709"/>
                    <a:pt x="1536" y="1231"/>
                  </a:cubicBezTo>
                  <a:cubicBezTo>
                    <a:pt x="1549" y="1255"/>
                    <a:pt x="1579" y="1274"/>
                    <a:pt x="1610" y="1274"/>
                  </a:cubicBezTo>
                  <a:cubicBezTo>
                    <a:pt x="1623" y="1274"/>
                    <a:pt x="1638" y="1271"/>
                    <a:pt x="1650" y="1265"/>
                  </a:cubicBezTo>
                  <a:cubicBezTo>
                    <a:pt x="1690" y="1243"/>
                    <a:pt x="1706" y="1191"/>
                    <a:pt x="1684" y="1147"/>
                  </a:cubicBezTo>
                  <a:cubicBezTo>
                    <a:pt x="1379" y="580"/>
                    <a:pt x="210" y="34"/>
                    <a:pt x="161" y="9"/>
                  </a:cubicBezTo>
                  <a:cubicBezTo>
                    <a:pt x="148" y="3"/>
                    <a:pt x="135" y="1"/>
                    <a:pt x="1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3" name="Google Shape;4103;p38"/>
            <p:cNvSpPr/>
            <p:nvPr/>
          </p:nvSpPr>
          <p:spPr>
            <a:xfrm>
              <a:off x="4327805" y="2554847"/>
              <a:ext cx="252997" cy="68627"/>
            </a:xfrm>
            <a:custGeom>
              <a:avLst/>
              <a:gdLst/>
              <a:ahLst/>
              <a:cxnLst/>
              <a:rect l="l" t="t" r="r" b="b"/>
              <a:pathLst>
                <a:path w="3764" h="1021" extrusionOk="0">
                  <a:moveTo>
                    <a:pt x="1497" y="1"/>
                  </a:moveTo>
                  <a:cubicBezTo>
                    <a:pt x="750" y="1"/>
                    <a:pt x="124" y="162"/>
                    <a:pt x="72" y="176"/>
                  </a:cubicBezTo>
                  <a:cubicBezTo>
                    <a:pt x="28" y="188"/>
                    <a:pt x="1" y="234"/>
                    <a:pt x="13" y="281"/>
                  </a:cubicBezTo>
                  <a:cubicBezTo>
                    <a:pt x="23" y="317"/>
                    <a:pt x="58" y="342"/>
                    <a:pt x="96" y="342"/>
                  </a:cubicBezTo>
                  <a:cubicBezTo>
                    <a:pt x="103" y="342"/>
                    <a:pt x="110" y="341"/>
                    <a:pt x="118" y="339"/>
                  </a:cubicBezTo>
                  <a:cubicBezTo>
                    <a:pt x="130" y="336"/>
                    <a:pt x="752" y="175"/>
                    <a:pt x="1492" y="175"/>
                  </a:cubicBezTo>
                  <a:cubicBezTo>
                    <a:pt x="2237" y="175"/>
                    <a:pt x="3101" y="338"/>
                    <a:pt x="3588" y="987"/>
                  </a:cubicBezTo>
                  <a:cubicBezTo>
                    <a:pt x="3603" y="1009"/>
                    <a:pt x="3628" y="1021"/>
                    <a:pt x="3656" y="1021"/>
                  </a:cubicBezTo>
                  <a:cubicBezTo>
                    <a:pt x="3723" y="1021"/>
                    <a:pt x="3764" y="941"/>
                    <a:pt x="3723" y="885"/>
                  </a:cubicBezTo>
                  <a:cubicBezTo>
                    <a:pt x="3192" y="177"/>
                    <a:pt x="2278" y="1"/>
                    <a:pt x="149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4" name="Google Shape;4104;p38"/>
            <p:cNvSpPr/>
            <p:nvPr/>
          </p:nvSpPr>
          <p:spPr>
            <a:xfrm>
              <a:off x="4891936" y="2406975"/>
              <a:ext cx="179598" cy="148142"/>
            </a:xfrm>
            <a:custGeom>
              <a:avLst/>
              <a:gdLst/>
              <a:ahLst/>
              <a:cxnLst/>
              <a:rect l="l" t="t" r="r" b="b"/>
              <a:pathLst>
                <a:path w="2672" h="2204" extrusionOk="0">
                  <a:moveTo>
                    <a:pt x="2550" y="0"/>
                  </a:moveTo>
                  <a:cubicBezTo>
                    <a:pt x="2542" y="0"/>
                    <a:pt x="2533" y="1"/>
                    <a:pt x="2523" y="4"/>
                  </a:cubicBezTo>
                  <a:cubicBezTo>
                    <a:pt x="2437" y="32"/>
                    <a:pt x="358" y="710"/>
                    <a:pt x="9" y="2098"/>
                  </a:cubicBezTo>
                  <a:cubicBezTo>
                    <a:pt x="0" y="2145"/>
                    <a:pt x="28" y="2191"/>
                    <a:pt x="71" y="2203"/>
                  </a:cubicBezTo>
                  <a:lnTo>
                    <a:pt x="93" y="2203"/>
                  </a:lnTo>
                  <a:cubicBezTo>
                    <a:pt x="130" y="2203"/>
                    <a:pt x="164" y="2178"/>
                    <a:pt x="176" y="2141"/>
                  </a:cubicBezTo>
                  <a:cubicBezTo>
                    <a:pt x="497" y="846"/>
                    <a:pt x="2554" y="174"/>
                    <a:pt x="2575" y="167"/>
                  </a:cubicBezTo>
                  <a:cubicBezTo>
                    <a:pt x="2671" y="134"/>
                    <a:pt x="2638" y="0"/>
                    <a:pt x="25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5" name="Google Shape;4105;p38"/>
            <p:cNvSpPr/>
            <p:nvPr/>
          </p:nvSpPr>
          <p:spPr>
            <a:xfrm>
              <a:off x="4868882" y="3364106"/>
              <a:ext cx="443552" cy="226313"/>
            </a:xfrm>
            <a:custGeom>
              <a:avLst/>
              <a:gdLst/>
              <a:ahLst/>
              <a:cxnLst/>
              <a:rect l="l" t="t" r="r" b="b"/>
              <a:pathLst>
                <a:path w="6599" h="3367" extrusionOk="0">
                  <a:moveTo>
                    <a:pt x="6501" y="0"/>
                  </a:moveTo>
                  <a:cubicBezTo>
                    <a:pt x="6467" y="0"/>
                    <a:pt x="6434" y="20"/>
                    <a:pt x="6422" y="63"/>
                  </a:cubicBezTo>
                  <a:cubicBezTo>
                    <a:pt x="6419" y="72"/>
                    <a:pt x="6185" y="1044"/>
                    <a:pt x="5300" y="1898"/>
                  </a:cubicBezTo>
                  <a:cubicBezTo>
                    <a:pt x="4406" y="2756"/>
                    <a:pt x="3164" y="3196"/>
                    <a:pt x="1657" y="3196"/>
                  </a:cubicBezTo>
                  <a:cubicBezTo>
                    <a:pt x="1176" y="3196"/>
                    <a:pt x="668" y="3151"/>
                    <a:pt x="136" y="3061"/>
                  </a:cubicBezTo>
                  <a:cubicBezTo>
                    <a:pt x="130" y="3060"/>
                    <a:pt x="125" y="3059"/>
                    <a:pt x="119" y="3059"/>
                  </a:cubicBezTo>
                  <a:cubicBezTo>
                    <a:pt x="20" y="3059"/>
                    <a:pt x="0" y="3210"/>
                    <a:pt x="106" y="3227"/>
                  </a:cubicBezTo>
                  <a:cubicBezTo>
                    <a:pt x="621" y="3317"/>
                    <a:pt x="1139" y="3363"/>
                    <a:pt x="1660" y="3366"/>
                  </a:cubicBezTo>
                  <a:cubicBezTo>
                    <a:pt x="5768" y="3366"/>
                    <a:pt x="6579" y="137"/>
                    <a:pt x="6586" y="103"/>
                  </a:cubicBezTo>
                  <a:cubicBezTo>
                    <a:pt x="6598" y="39"/>
                    <a:pt x="6549" y="0"/>
                    <a:pt x="65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6" name="Google Shape;4106;p38"/>
            <p:cNvSpPr/>
            <p:nvPr/>
          </p:nvSpPr>
          <p:spPr>
            <a:xfrm>
              <a:off x="4051822" y="3580065"/>
              <a:ext cx="193378" cy="40396"/>
            </a:xfrm>
            <a:custGeom>
              <a:avLst/>
              <a:gdLst/>
              <a:ahLst/>
              <a:cxnLst/>
              <a:rect l="l" t="t" r="r" b="b"/>
              <a:pathLst>
                <a:path w="2877" h="601" extrusionOk="0">
                  <a:moveTo>
                    <a:pt x="1312" y="1"/>
                  </a:moveTo>
                  <a:cubicBezTo>
                    <a:pt x="952" y="1"/>
                    <a:pt x="543" y="71"/>
                    <a:pt x="100" y="267"/>
                  </a:cubicBezTo>
                  <a:cubicBezTo>
                    <a:pt x="0" y="301"/>
                    <a:pt x="42" y="434"/>
                    <a:pt x="123" y="434"/>
                  </a:cubicBezTo>
                  <a:cubicBezTo>
                    <a:pt x="137" y="434"/>
                    <a:pt x="152" y="430"/>
                    <a:pt x="168" y="421"/>
                  </a:cubicBezTo>
                  <a:cubicBezTo>
                    <a:pt x="588" y="235"/>
                    <a:pt x="976" y="168"/>
                    <a:pt x="1316" y="168"/>
                  </a:cubicBezTo>
                  <a:cubicBezTo>
                    <a:pt x="2156" y="168"/>
                    <a:pt x="2701" y="575"/>
                    <a:pt x="2710" y="582"/>
                  </a:cubicBezTo>
                  <a:cubicBezTo>
                    <a:pt x="2725" y="594"/>
                    <a:pt x="2740" y="600"/>
                    <a:pt x="2762" y="600"/>
                  </a:cubicBezTo>
                  <a:cubicBezTo>
                    <a:pt x="2842" y="600"/>
                    <a:pt x="2876" y="498"/>
                    <a:pt x="2811" y="449"/>
                  </a:cubicBezTo>
                  <a:cubicBezTo>
                    <a:pt x="2805" y="442"/>
                    <a:pt x="2215" y="1"/>
                    <a:pt x="13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7" name="Google Shape;4107;p38"/>
            <p:cNvSpPr/>
            <p:nvPr/>
          </p:nvSpPr>
          <p:spPr>
            <a:xfrm>
              <a:off x="4109559" y="3532343"/>
              <a:ext cx="162593" cy="76692"/>
            </a:xfrm>
            <a:custGeom>
              <a:avLst/>
              <a:gdLst/>
              <a:ahLst/>
              <a:cxnLst/>
              <a:rect l="l" t="t" r="r" b="b"/>
              <a:pathLst>
                <a:path w="2419" h="1141" extrusionOk="0">
                  <a:moveTo>
                    <a:pt x="640" y="0"/>
                  </a:moveTo>
                  <a:cubicBezTo>
                    <a:pt x="335" y="0"/>
                    <a:pt x="114" y="38"/>
                    <a:pt x="108" y="40"/>
                  </a:cubicBezTo>
                  <a:cubicBezTo>
                    <a:pt x="1" y="57"/>
                    <a:pt x="21" y="208"/>
                    <a:pt x="117" y="208"/>
                  </a:cubicBezTo>
                  <a:cubicBezTo>
                    <a:pt x="123" y="208"/>
                    <a:pt x="129" y="207"/>
                    <a:pt x="136" y="206"/>
                  </a:cubicBezTo>
                  <a:cubicBezTo>
                    <a:pt x="142" y="205"/>
                    <a:pt x="355" y="168"/>
                    <a:pt x="646" y="168"/>
                  </a:cubicBezTo>
                  <a:cubicBezTo>
                    <a:pt x="1201" y="168"/>
                    <a:pt x="2036" y="302"/>
                    <a:pt x="2242" y="1076"/>
                  </a:cubicBezTo>
                  <a:cubicBezTo>
                    <a:pt x="2255" y="1113"/>
                    <a:pt x="2285" y="1141"/>
                    <a:pt x="2326" y="1141"/>
                  </a:cubicBezTo>
                  <a:cubicBezTo>
                    <a:pt x="2332" y="1141"/>
                    <a:pt x="2341" y="1138"/>
                    <a:pt x="2347" y="1138"/>
                  </a:cubicBezTo>
                  <a:cubicBezTo>
                    <a:pt x="2393" y="1125"/>
                    <a:pt x="2418" y="1079"/>
                    <a:pt x="2406" y="1033"/>
                  </a:cubicBezTo>
                  <a:cubicBezTo>
                    <a:pt x="2170" y="150"/>
                    <a:pt x="1242" y="0"/>
                    <a:pt x="6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8" name="Google Shape;4108;p38"/>
            <p:cNvSpPr/>
            <p:nvPr/>
          </p:nvSpPr>
          <p:spPr>
            <a:xfrm>
              <a:off x="2826300" y="1938425"/>
              <a:ext cx="1206173" cy="1577133"/>
            </a:xfrm>
            <a:custGeom>
              <a:avLst/>
              <a:gdLst/>
              <a:ahLst/>
              <a:cxnLst/>
              <a:rect l="l" t="t" r="r" b="b"/>
              <a:pathLst>
                <a:path w="17945" h="23464" extrusionOk="0">
                  <a:moveTo>
                    <a:pt x="12859" y="1"/>
                  </a:moveTo>
                  <a:cubicBezTo>
                    <a:pt x="12368" y="1"/>
                    <a:pt x="11990" y="233"/>
                    <a:pt x="11899" y="729"/>
                  </a:cubicBezTo>
                  <a:cubicBezTo>
                    <a:pt x="11560" y="2592"/>
                    <a:pt x="14271" y="3780"/>
                    <a:pt x="9185" y="6830"/>
                  </a:cubicBezTo>
                  <a:cubicBezTo>
                    <a:pt x="4839" y="9439"/>
                    <a:pt x="0" y="16129"/>
                    <a:pt x="7150" y="18550"/>
                  </a:cubicBezTo>
                  <a:cubicBezTo>
                    <a:pt x="6687" y="20987"/>
                    <a:pt x="7350" y="23414"/>
                    <a:pt x="7350" y="23414"/>
                  </a:cubicBezTo>
                  <a:cubicBezTo>
                    <a:pt x="7821" y="23448"/>
                    <a:pt x="8226" y="23464"/>
                    <a:pt x="8573" y="23464"/>
                  </a:cubicBezTo>
                  <a:cubicBezTo>
                    <a:pt x="13486" y="23464"/>
                    <a:pt x="6964" y="20297"/>
                    <a:pt x="12266" y="19346"/>
                  </a:cubicBezTo>
                  <a:cubicBezTo>
                    <a:pt x="17945" y="18328"/>
                    <a:pt x="13963" y="12989"/>
                    <a:pt x="13963" y="12989"/>
                  </a:cubicBezTo>
                  <a:lnTo>
                    <a:pt x="13963" y="12989"/>
                  </a:lnTo>
                  <a:cubicBezTo>
                    <a:pt x="13963" y="12989"/>
                    <a:pt x="10487" y="12989"/>
                    <a:pt x="8285" y="15870"/>
                  </a:cubicBezTo>
                  <a:cubicBezTo>
                    <a:pt x="8137" y="16064"/>
                    <a:pt x="8004" y="16265"/>
                    <a:pt x="7884" y="16475"/>
                  </a:cubicBezTo>
                  <a:cubicBezTo>
                    <a:pt x="6968" y="15756"/>
                    <a:pt x="6456" y="14606"/>
                    <a:pt x="7153" y="12764"/>
                  </a:cubicBezTo>
                  <a:cubicBezTo>
                    <a:pt x="9016" y="7848"/>
                    <a:pt x="14950" y="8526"/>
                    <a:pt x="15798" y="4628"/>
                  </a:cubicBezTo>
                  <a:cubicBezTo>
                    <a:pt x="16420" y="1767"/>
                    <a:pt x="14212" y="1"/>
                    <a:pt x="1285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9" name="Google Shape;4109;p38"/>
            <p:cNvSpPr/>
            <p:nvPr/>
          </p:nvSpPr>
          <p:spPr>
            <a:xfrm>
              <a:off x="4063719" y="2657416"/>
              <a:ext cx="1266532" cy="500348"/>
            </a:xfrm>
            <a:custGeom>
              <a:avLst/>
              <a:gdLst/>
              <a:ahLst/>
              <a:cxnLst/>
              <a:rect l="l" t="t" r="r" b="b"/>
              <a:pathLst>
                <a:path w="18843" h="7444" extrusionOk="0">
                  <a:moveTo>
                    <a:pt x="260" y="1"/>
                  </a:moveTo>
                  <a:cubicBezTo>
                    <a:pt x="216" y="1"/>
                    <a:pt x="179" y="36"/>
                    <a:pt x="179" y="81"/>
                  </a:cubicBezTo>
                  <a:cubicBezTo>
                    <a:pt x="176" y="143"/>
                    <a:pt x="0" y="6018"/>
                    <a:pt x="7029" y="7203"/>
                  </a:cubicBezTo>
                  <a:cubicBezTo>
                    <a:pt x="7939" y="7360"/>
                    <a:pt x="8858" y="7440"/>
                    <a:pt x="9784" y="7443"/>
                  </a:cubicBezTo>
                  <a:cubicBezTo>
                    <a:pt x="12621" y="7443"/>
                    <a:pt x="15073" y="6632"/>
                    <a:pt x="16736" y="5096"/>
                  </a:cubicBezTo>
                  <a:cubicBezTo>
                    <a:pt x="18151" y="3791"/>
                    <a:pt x="18842" y="2039"/>
                    <a:pt x="18679" y="161"/>
                  </a:cubicBezTo>
                  <a:cubicBezTo>
                    <a:pt x="18673" y="117"/>
                    <a:pt x="18636" y="84"/>
                    <a:pt x="18592" y="84"/>
                  </a:cubicBezTo>
                  <a:cubicBezTo>
                    <a:pt x="18590" y="84"/>
                    <a:pt x="18588" y="84"/>
                    <a:pt x="18586" y="84"/>
                  </a:cubicBezTo>
                  <a:cubicBezTo>
                    <a:pt x="18540" y="90"/>
                    <a:pt x="18506" y="130"/>
                    <a:pt x="18509" y="177"/>
                  </a:cubicBezTo>
                  <a:cubicBezTo>
                    <a:pt x="18670" y="1999"/>
                    <a:pt x="17997" y="3702"/>
                    <a:pt x="16622" y="4973"/>
                  </a:cubicBezTo>
                  <a:cubicBezTo>
                    <a:pt x="14991" y="6478"/>
                    <a:pt x="12580" y="7272"/>
                    <a:pt x="9783" y="7272"/>
                  </a:cubicBezTo>
                  <a:cubicBezTo>
                    <a:pt x="8907" y="7272"/>
                    <a:pt x="7993" y="7194"/>
                    <a:pt x="7054" y="7036"/>
                  </a:cubicBezTo>
                  <a:cubicBezTo>
                    <a:pt x="179" y="5876"/>
                    <a:pt x="346" y="146"/>
                    <a:pt x="346" y="90"/>
                  </a:cubicBezTo>
                  <a:cubicBezTo>
                    <a:pt x="349" y="41"/>
                    <a:pt x="312" y="4"/>
                    <a:pt x="266" y="1"/>
                  </a:cubicBezTo>
                  <a:cubicBezTo>
                    <a:pt x="264" y="1"/>
                    <a:pt x="262" y="1"/>
                    <a:pt x="2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0" name="Google Shape;4110;p38"/>
            <p:cNvSpPr/>
            <p:nvPr/>
          </p:nvSpPr>
          <p:spPr>
            <a:xfrm>
              <a:off x="3549058" y="2876198"/>
              <a:ext cx="639752" cy="761277"/>
            </a:xfrm>
            <a:custGeom>
              <a:avLst/>
              <a:gdLst/>
              <a:ahLst/>
              <a:cxnLst/>
              <a:rect l="l" t="t" r="r" b="b"/>
              <a:pathLst>
                <a:path w="9518" h="11326" extrusionOk="0">
                  <a:moveTo>
                    <a:pt x="3988" y="1"/>
                  </a:moveTo>
                  <a:cubicBezTo>
                    <a:pt x="1967" y="1"/>
                    <a:pt x="116" y="926"/>
                    <a:pt x="88" y="940"/>
                  </a:cubicBezTo>
                  <a:cubicBezTo>
                    <a:pt x="1" y="983"/>
                    <a:pt x="46" y="1101"/>
                    <a:pt x="125" y="1101"/>
                  </a:cubicBezTo>
                  <a:cubicBezTo>
                    <a:pt x="138" y="1101"/>
                    <a:pt x="152" y="1098"/>
                    <a:pt x="166" y="1092"/>
                  </a:cubicBezTo>
                  <a:cubicBezTo>
                    <a:pt x="193" y="1077"/>
                    <a:pt x="2011" y="169"/>
                    <a:pt x="3984" y="169"/>
                  </a:cubicBezTo>
                  <a:cubicBezTo>
                    <a:pt x="4918" y="169"/>
                    <a:pt x="5887" y="372"/>
                    <a:pt x="6717" y="971"/>
                  </a:cubicBezTo>
                  <a:cubicBezTo>
                    <a:pt x="8080" y="1952"/>
                    <a:pt x="9338" y="4157"/>
                    <a:pt x="8780" y="7393"/>
                  </a:cubicBezTo>
                  <a:cubicBezTo>
                    <a:pt x="8438" y="9360"/>
                    <a:pt x="7506" y="10838"/>
                    <a:pt x="6402" y="11159"/>
                  </a:cubicBezTo>
                  <a:cubicBezTo>
                    <a:pt x="6309" y="11186"/>
                    <a:pt x="6328" y="11325"/>
                    <a:pt x="6427" y="11325"/>
                  </a:cubicBezTo>
                  <a:cubicBezTo>
                    <a:pt x="6436" y="11325"/>
                    <a:pt x="6442" y="11325"/>
                    <a:pt x="6451" y="11322"/>
                  </a:cubicBezTo>
                  <a:cubicBezTo>
                    <a:pt x="7614" y="10983"/>
                    <a:pt x="8595" y="9453"/>
                    <a:pt x="8947" y="7420"/>
                  </a:cubicBezTo>
                  <a:cubicBezTo>
                    <a:pt x="9517" y="4111"/>
                    <a:pt x="8219" y="1847"/>
                    <a:pt x="6815" y="832"/>
                  </a:cubicBezTo>
                  <a:cubicBezTo>
                    <a:pt x="5954" y="212"/>
                    <a:pt x="4952" y="1"/>
                    <a:pt x="39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1" name="Google Shape;4111;p38"/>
            <p:cNvSpPr/>
            <p:nvPr/>
          </p:nvSpPr>
          <p:spPr>
            <a:xfrm>
              <a:off x="4132479" y="2315698"/>
              <a:ext cx="174893" cy="127238"/>
            </a:xfrm>
            <a:custGeom>
              <a:avLst/>
              <a:gdLst/>
              <a:ahLst/>
              <a:cxnLst/>
              <a:rect l="l" t="t" r="r" b="b"/>
              <a:pathLst>
                <a:path w="2602" h="1893" extrusionOk="0">
                  <a:moveTo>
                    <a:pt x="219" y="1"/>
                  </a:moveTo>
                  <a:cubicBezTo>
                    <a:pt x="0" y="1"/>
                    <a:pt x="877" y="1893"/>
                    <a:pt x="877" y="1893"/>
                  </a:cubicBezTo>
                  <a:cubicBezTo>
                    <a:pt x="877" y="1893"/>
                    <a:pt x="2601" y="1017"/>
                    <a:pt x="2515" y="933"/>
                  </a:cubicBezTo>
                  <a:cubicBezTo>
                    <a:pt x="2432" y="850"/>
                    <a:pt x="482" y="57"/>
                    <a:pt x="230" y="2"/>
                  </a:cubicBezTo>
                  <a:cubicBezTo>
                    <a:pt x="226" y="1"/>
                    <a:pt x="222" y="1"/>
                    <a:pt x="21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2" name="Google Shape;4112;p38"/>
            <p:cNvSpPr/>
            <p:nvPr/>
          </p:nvSpPr>
          <p:spPr>
            <a:xfrm>
              <a:off x="4878897" y="2108611"/>
              <a:ext cx="178523" cy="112316"/>
            </a:xfrm>
            <a:custGeom>
              <a:avLst/>
              <a:gdLst/>
              <a:ahLst/>
              <a:cxnLst/>
              <a:rect l="l" t="t" r="r" b="b"/>
              <a:pathLst>
                <a:path w="2656" h="1671" extrusionOk="0">
                  <a:moveTo>
                    <a:pt x="267" y="0"/>
                  </a:moveTo>
                  <a:cubicBezTo>
                    <a:pt x="0" y="0"/>
                    <a:pt x="876" y="1670"/>
                    <a:pt x="876" y="1670"/>
                  </a:cubicBezTo>
                  <a:cubicBezTo>
                    <a:pt x="876" y="1670"/>
                    <a:pt x="2088" y="1390"/>
                    <a:pt x="2372" y="1275"/>
                  </a:cubicBezTo>
                  <a:cubicBezTo>
                    <a:pt x="2655" y="1158"/>
                    <a:pt x="592" y="60"/>
                    <a:pt x="280" y="2"/>
                  </a:cubicBezTo>
                  <a:cubicBezTo>
                    <a:pt x="276" y="1"/>
                    <a:pt x="271" y="0"/>
                    <a:pt x="2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3" name="Google Shape;4113;p38"/>
            <p:cNvSpPr/>
            <p:nvPr/>
          </p:nvSpPr>
          <p:spPr>
            <a:xfrm>
              <a:off x="5085716" y="2465721"/>
              <a:ext cx="224834" cy="205073"/>
            </a:xfrm>
            <a:custGeom>
              <a:avLst/>
              <a:gdLst/>
              <a:ahLst/>
              <a:cxnLst/>
              <a:rect l="l" t="t" r="r" b="b"/>
              <a:pathLst>
                <a:path w="3345" h="3051" extrusionOk="0">
                  <a:moveTo>
                    <a:pt x="3222" y="0"/>
                  </a:moveTo>
                  <a:cubicBezTo>
                    <a:pt x="3203" y="0"/>
                    <a:pt x="3183" y="7"/>
                    <a:pt x="3165" y="24"/>
                  </a:cubicBezTo>
                  <a:lnTo>
                    <a:pt x="56" y="2905"/>
                  </a:lnTo>
                  <a:cubicBezTo>
                    <a:pt x="1" y="2958"/>
                    <a:pt x="38" y="3050"/>
                    <a:pt x="115" y="3050"/>
                  </a:cubicBezTo>
                  <a:cubicBezTo>
                    <a:pt x="137" y="3050"/>
                    <a:pt x="155" y="3044"/>
                    <a:pt x="174" y="3029"/>
                  </a:cubicBezTo>
                  <a:lnTo>
                    <a:pt x="3279" y="148"/>
                  </a:lnTo>
                  <a:cubicBezTo>
                    <a:pt x="3344" y="88"/>
                    <a:pt x="3288" y="0"/>
                    <a:pt x="32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4" name="Google Shape;4114;p38"/>
            <p:cNvSpPr/>
            <p:nvPr/>
          </p:nvSpPr>
          <p:spPr>
            <a:xfrm>
              <a:off x="5116029" y="2556594"/>
              <a:ext cx="252056" cy="136984"/>
            </a:xfrm>
            <a:custGeom>
              <a:avLst/>
              <a:gdLst/>
              <a:ahLst/>
              <a:cxnLst/>
              <a:rect l="l" t="t" r="r" b="b"/>
              <a:pathLst>
                <a:path w="3750" h="2038" extrusionOk="0">
                  <a:moveTo>
                    <a:pt x="3627" y="0"/>
                  </a:moveTo>
                  <a:cubicBezTo>
                    <a:pt x="3613" y="0"/>
                    <a:pt x="3597" y="4"/>
                    <a:pt x="3581" y="14"/>
                  </a:cubicBezTo>
                  <a:lnTo>
                    <a:pt x="77" y="1880"/>
                  </a:lnTo>
                  <a:cubicBezTo>
                    <a:pt x="0" y="1920"/>
                    <a:pt x="28" y="2037"/>
                    <a:pt x="114" y="2037"/>
                  </a:cubicBezTo>
                  <a:cubicBezTo>
                    <a:pt x="130" y="2037"/>
                    <a:pt x="142" y="2034"/>
                    <a:pt x="157" y="2028"/>
                  </a:cubicBezTo>
                  <a:lnTo>
                    <a:pt x="3658" y="165"/>
                  </a:lnTo>
                  <a:cubicBezTo>
                    <a:pt x="3749" y="121"/>
                    <a:pt x="3704" y="0"/>
                    <a:pt x="36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5" name="Google Shape;4115;p38"/>
            <p:cNvSpPr/>
            <p:nvPr/>
          </p:nvSpPr>
          <p:spPr>
            <a:xfrm>
              <a:off x="5123692" y="2685982"/>
              <a:ext cx="247284" cy="41808"/>
            </a:xfrm>
            <a:custGeom>
              <a:avLst/>
              <a:gdLst/>
              <a:ahLst/>
              <a:cxnLst/>
              <a:rect l="l" t="t" r="r" b="b"/>
              <a:pathLst>
                <a:path w="3679" h="622" extrusionOk="0">
                  <a:moveTo>
                    <a:pt x="3564" y="0"/>
                  </a:moveTo>
                  <a:cubicBezTo>
                    <a:pt x="3560" y="0"/>
                    <a:pt x="3555" y="1"/>
                    <a:pt x="3550" y="1"/>
                  </a:cubicBezTo>
                  <a:lnTo>
                    <a:pt x="102" y="452"/>
                  </a:lnTo>
                  <a:cubicBezTo>
                    <a:pt x="0" y="467"/>
                    <a:pt x="10" y="621"/>
                    <a:pt x="114" y="621"/>
                  </a:cubicBezTo>
                  <a:lnTo>
                    <a:pt x="127" y="621"/>
                  </a:lnTo>
                  <a:lnTo>
                    <a:pt x="3572" y="168"/>
                  </a:lnTo>
                  <a:cubicBezTo>
                    <a:pt x="3678" y="153"/>
                    <a:pt x="3663" y="0"/>
                    <a:pt x="35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6" name="Google Shape;4116;p38"/>
            <p:cNvSpPr/>
            <p:nvPr/>
          </p:nvSpPr>
          <p:spPr>
            <a:xfrm>
              <a:off x="4212330" y="2845481"/>
              <a:ext cx="326194" cy="15191"/>
            </a:xfrm>
            <a:custGeom>
              <a:avLst/>
              <a:gdLst/>
              <a:ahLst/>
              <a:cxnLst/>
              <a:rect l="l" t="t" r="r" b="b"/>
              <a:pathLst>
                <a:path w="4853" h="226" extrusionOk="0">
                  <a:moveTo>
                    <a:pt x="4747" y="0"/>
                  </a:moveTo>
                  <a:lnTo>
                    <a:pt x="115" y="56"/>
                  </a:lnTo>
                  <a:cubicBezTo>
                    <a:pt x="1" y="56"/>
                    <a:pt x="1" y="225"/>
                    <a:pt x="115" y="225"/>
                  </a:cubicBezTo>
                  <a:lnTo>
                    <a:pt x="4747" y="170"/>
                  </a:lnTo>
                  <a:cubicBezTo>
                    <a:pt x="4852" y="164"/>
                    <a:pt x="4852" y="6"/>
                    <a:pt x="47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7" name="Google Shape;4117;p38"/>
            <p:cNvSpPr/>
            <p:nvPr/>
          </p:nvSpPr>
          <p:spPr>
            <a:xfrm>
              <a:off x="4246139" y="2875795"/>
              <a:ext cx="289831" cy="98873"/>
            </a:xfrm>
            <a:custGeom>
              <a:avLst/>
              <a:gdLst/>
              <a:ahLst/>
              <a:cxnLst/>
              <a:rect l="l" t="t" r="r" b="b"/>
              <a:pathLst>
                <a:path w="4312" h="1471" extrusionOk="0">
                  <a:moveTo>
                    <a:pt x="4190" y="1"/>
                  </a:moveTo>
                  <a:cubicBezTo>
                    <a:pt x="4181" y="1"/>
                    <a:pt x="4171" y="2"/>
                    <a:pt x="4161" y="6"/>
                  </a:cubicBezTo>
                  <a:lnTo>
                    <a:pt x="93" y="1304"/>
                  </a:lnTo>
                  <a:cubicBezTo>
                    <a:pt x="0" y="1335"/>
                    <a:pt x="22" y="1471"/>
                    <a:pt x="118" y="1471"/>
                  </a:cubicBezTo>
                  <a:cubicBezTo>
                    <a:pt x="127" y="1471"/>
                    <a:pt x="136" y="1468"/>
                    <a:pt x="145" y="1468"/>
                  </a:cubicBezTo>
                  <a:lnTo>
                    <a:pt x="4214" y="166"/>
                  </a:lnTo>
                  <a:cubicBezTo>
                    <a:pt x="4311" y="135"/>
                    <a:pt x="4278" y="1"/>
                    <a:pt x="419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8" name="Google Shape;4118;p38"/>
            <p:cNvSpPr/>
            <p:nvPr/>
          </p:nvSpPr>
          <p:spPr>
            <a:xfrm>
              <a:off x="4265228" y="2902546"/>
              <a:ext cx="289428" cy="212668"/>
            </a:xfrm>
            <a:custGeom>
              <a:avLst/>
              <a:gdLst/>
              <a:ahLst/>
              <a:cxnLst/>
              <a:rect l="l" t="t" r="r" b="b"/>
              <a:pathLst>
                <a:path w="4306" h="3164" extrusionOk="0">
                  <a:moveTo>
                    <a:pt x="4186" y="1"/>
                  </a:moveTo>
                  <a:cubicBezTo>
                    <a:pt x="4170" y="1"/>
                    <a:pt x="4153" y="6"/>
                    <a:pt x="4136" y="18"/>
                  </a:cubicBezTo>
                  <a:lnTo>
                    <a:pt x="68" y="3010"/>
                  </a:lnTo>
                  <a:cubicBezTo>
                    <a:pt x="0" y="3056"/>
                    <a:pt x="34" y="3164"/>
                    <a:pt x="117" y="3164"/>
                  </a:cubicBezTo>
                  <a:cubicBezTo>
                    <a:pt x="136" y="3164"/>
                    <a:pt x="154" y="3158"/>
                    <a:pt x="167" y="3148"/>
                  </a:cubicBezTo>
                  <a:lnTo>
                    <a:pt x="4235" y="154"/>
                  </a:lnTo>
                  <a:cubicBezTo>
                    <a:pt x="4305" y="98"/>
                    <a:pt x="4255" y="1"/>
                    <a:pt x="41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9" name="Google Shape;4119;p38"/>
            <p:cNvSpPr/>
            <p:nvPr/>
          </p:nvSpPr>
          <p:spPr>
            <a:xfrm>
              <a:off x="4384467" y="3442343"/>
              <a:ext cx="219121" cy="212131"/>
            </a:xfrm>
            <a:custGeom>
              <a:avLst/>
              <a:gdLst/>
              <a:ahLst/>
              <a:cxnLst/>
              <a:rect l="l" t="t" r="r" b="b"/>
              <a:pathLst>
                <a:path w="3260" h="3156" extrusionOk="0">
                  <a:moveTo>
                    <a:pt x="100" y="0"/>
                  </a:moveTo>
                  <a:cubicBezTo>
                    <a:pt x="49" y="0"/>
                    <a:pt x="0" y="45"/>
                    <a:pt x="18" y="108"/>
                  </a:cubicBezTo>
                  <a:cubicBezTo>
                    <a:pt x="58" y="206"/>
                    <a:pt x="1073" y="2526"/>
                    <a:pt x="3121" y="3152"/>
                  </a:cubicBezTo>
                  <a:cubicBezTo>
                    <a:pt x="3130" y="3152"/>
                    <a:pt x="3136" y="3155"/>
                    <a:pt x="3146" y="3155"/>
                  </a:cubicBezTo>
                  <a:cubicBezTo>
                    <a:pt x="3241" y="3155"/>
                    <a:pt x="3260" y="3016"/>
                    <a:pt x="3170" y="2989"/>
                  </a:cubicBezTo>
                  <a:cubicBezTo>
                    <a:pt x="1196" y="2387"/>
                    <a:pt x="182" y="65"/>
                    <a:pt x="172" y="43"/>
                  </a:cubicBezTo>
                  <a:cubicBezTo>
                    <a:pt x="154" y="13"/>
                    <a:pt x="127" y="0"/>
                    <a:pt x="1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0" name="Google Shape;4120;p38"/>
            <p:cNvSpPr/>
            <p:nvPr/>
          </p:nvSpPr>
          <p:spPr>
            <a:xfrm>
              <a:off x="3778259" y="2274227"/>
              <a:ext cx="39657" cy="56998"/>
            </a:xfrm>
            <a:custGeom>
              <a:avLst/>
              <a:gdLst/>
              <a:ahLst/>
              <a:cxnLst/>
              <a:rect l="l" t="t" r="r" b="b"/>
              <a:pathLst>
                <a:path w="590" h="848" extrusionOk="0">
                  <a:moveTo>
                    <a:pt x="397" y="0"/>
                  </a:moveTo>
                  <a:cubicBezTo>
                    <a:pt x="340" y="0"/>
                    <a:pt x="282" y="57"/>
                    <a:pt x="318" y="125"/>
                  </a:cubicBezTo>
                  <a:cubicBezTo>
                    <a:pt x="324" y="141"/>
                    <a:pt x="478" y="486"/>
                    <a:pt x="80" y="687"/>
                  </a:cubicBezTo>
                  <a:cubicBezTo>
                    <a:pt x="0" y="727"/>
                    <a:pt x="31" y="847"/>
                    <a:pt x="121" y="847"/>
                  </a:cubicBezTo>
                  <a:cubicBezTo>
                    <a:pt x="133" y="847"/>
                    <a:pt x="145" y="844"/>
                    <a:pt x="158" y="838"/>
                  </a:cubicBezTo>
                  <a:cubicBezTo>
                    <a:pt x="589" y="622"/>
                    <a:pt x="552" y="230"/>
                    <a:pt x="472" y="54"/>
                  </a:cubicBezTo>
                  <a:cubicBezTo>
                    <a:pt x="457" y="16"/>
                    <a:pt x="427" y="0"/>
                    <a:pt x="3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1" name="Google Shape;4121;p38"/>
            <p:cNvSpPr/>
            <p:nvPr/>
          </p:nvSpPr>
          <p:spPr>
            <a:xfrm>
              <a:off x="3757086" y="2224354"/>
              <a:ext cx="39455" cy="56461"/>
            </a:xfrm>
            <a:custGeom>
              <a:avLst/>
              <a:gdLst/>
              <a:ahLst/>
              <a:cxnLst/>
              <a:rect l="l" t="t" r="r" b="b"/>
              <a:pathLst>
                <a:path w="587" h="840" extrusionOk="0">
                  <a:moveTo>
                    <a:pt x="399" y="0"/>
                  </a:moveTo>
                  <a:cubicBezTo>
                    <a:pt x="345" y="0"/>
                    <a:pt x="292" y="51"/>
                    <a:pt x="318" y="118"/>
                  </a:cubicBezTo>
                  <a:cubicBezTo>
                    <a:pt x="325" y="130"/>
                    <a:pt x="476" y="479"/>
                    <a:pt x="81" y="676"/>
                  </a:cubicBezTo>
                  <a:cubicBezTo>
                    <a:pt x="1" y="716"/>
                    <a:pt x="28" y="840"/>
                    <a:pt x="118" y="840"/>
                  </a:cubicBezTo>
                  <a:cubicBezTo>
                    <a:pt x="130" y="837"/>
                    <a:pt x="146" y="833"/>
                    <a:pt x="155" y="830"/>
                  </a:cubicBezTo>
                  <a:cubicBezTo>
                    <a:pt x="587" y="614"/>
                    <a:pt x="553" y="223"/>
                    <a:pt x="473" y="47"/>
                  </a:cubicBezTo>
                  <a:cubicBezTo>
                    <a:pt x="456" y="14"/>
                    <a:pt x="427" y="0"/>
                    <a:pt x="3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2" name="Google Shape;4122;p38"/>
            <p:cNvSpPr/>
            <p:nvPr/>
          </p:nvSpPr>
          <p:spPr>
            <a:xfrm>
              <a:off x="3807497" y="2205736"/>
              <a:ext cx="39455" cy="56461"/>
            </a:xfrm>
            <a:custGeom>
              <a:avLst/>
              <a:gdLst/>
              <a:ahLst/>
              <a:cxnLst/>
              <a:rect l="l" t="t" r="r" b="b"/>
              <a:pathLst>
                <a:path w="587" h="840" extrusionOk="0">
                  <a:moveTo>
                    <a:pt x="400" y="0"/>
                  </a:moveTo>
                  <a:cubicBezTo>
                    <a:pt x="346" y="0"/>
                    <a:pt x="291" y="52"/>
                    <a:pt x="318" y="117"/>
                  </a:cubicBezTo>
                  <a:cubicBezTo>
                    <a:pt x="324" y="133"/>
                    <a:pt x="475" y="481"/>
                    <a:pt x="80" y="679"/>
                  </a:cubicBezTo>
                  <a:cubicBezTo>
                    <a:pt x="0" y="719"/>
                    <a:pt x="28" y="839"/>
                    <a:pt x="120" y="839"/>
                  </a:cubicBezTo>
                  <a:cubicBezTo>
                    <a:pt x="133" y="839"/>
                    <a:pt x="145" y="836"/>
                    <a:pt x="157" y="830"/>
                  </a:cubicBezTo>
                  <a:cubicBezTo>
                    <a:pt x="586" y="614"/>
                    <a:pt x="552" y="222"/>
                    <a:pt x="472" y="46"/>
                  </a:cubicBezTo>
                  <a:cubicBezTo>
                    <a:pt x="455" y="14"/>
                    <a:pt x="428" y="0"/>
                    <a:pt x="4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3" name="Google Shape;4123;p38"/>
            <p:cNvSpPr/>
            <p:nvPr/>
          </p:nvSpPr>
          <p:spPr>
            <a:xfrm>
              <a:off x="3985078" y="3004241"/>
              <a:ext cx="51151" cy="43219"/>
            </a:xfrm>
            <a:custGeom>
              <a:avLst/>
              <a:gdLst/>
              <a:ahLst/>
              <a:cxnLst/>
              <a:rect l="l" t="t" r="r" b="b"/>
              <a:pathLst>
                <a:path w="761" h="643" extrusionOk="0">
                  <a:moveTo>
                    <a:pt x="163" y="1"/>
                  </a:moveTo>
                  <a:cubicBezTo>
                    <a:pt x="143" y="1"/>
                    <a:pt x="124" y="2"/>
                    <a:pt x="106" y="4"/>
                  </a:cubicBezTo>
                  <a:cubicBezTo>
                    <a:pt x="0" y="19"/>
                    <a:pt x="16" y="174"/>
                    <a:pt x="119" y="174"/>
                  </a:cubicBezTo>
                  <a:cubicBezTo>
                    <a:pt x="121" y="174"/>
                    <a:pt x="123" y="174"/>
                    <a:pt x="125" y="173"/>
                  </a:cubicBezTo>
                  <a:cubicBezTo>
                    <a:pt x="131" y="173"/>
                    <a:pt x="145" y="171"/>
                    <a:pt x="163" y="171"/>
                  </a:cubicBezTo>
                  <a:cubicBezTo>
                    <a:pt x="268" y="171"/>
                    <a:pt x="532" y="211"/>
                    <a:pt x="584" y="571"/>
                  </a:cubicBezTo>
                  <a:cubicBezTo>
                    <a:pt x="590" y="611"/>
                    <a:pt x="627" y="642"/>
                    <a:pt x="671" y="642"/>
                  </a:cubicBezTo>
                  <a:lnTo>
                    <a:pt x="683" y="639"/>
                  </a:lnTo>
                  <a:cubicBezTo>
                    <a:pt x="729" y="633"/>
                    <a:pt x="760" y="590"/>
                    <a:pt x="754" y="544"/>
                  </a:cubicBezTo>
                  <a:cubicBezTo>
                    <a:pt x="687" y="111"/>
                    <a:pt x="366" y="1"/>
                    <a:pt x="1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4" name="Google Shape;4124;p38"/>
            <p:cNvSpPr/>
            <p:nvPr/>
          </p:nvSpPr>
          <p:spPr>
            <a:xfrm>
              <a:off x="5142109" y="3433135"/>
              <a:ext cx="49605" cy="42009"/>
            </a:xfrm>
            <a:custGeom>
              <a:avLst/>
              <a:gdLst/>
              <a:ahLst/>
              <a:cxnLst/>
              <a:rect l="l" t="t" r="r" b="b"/>
              <a:pathLst>
                <a:path w="738" h="625" extrusionOk="0">
                  <a:moveTo>
                    <a:pt x="652" y="1"/>
                  </a:moveTo>
                  <a:cubicBezTo>
                    <a:pt x="608" y="1"/>
                    <a:pt x="571" y="34"/>
                    <a:pt x="568" y="78"/>
                  </a:cubicBezTo>
                  <a:cubicBezTo>
                    <a:pt x="565" y="93"/>
                    <a:pt x="539" y="458"/>
                    <a:pt x="116" y="458"/>
                  </a:cubicBezTo>
                  <a:cubicBezTo>
                    <a:pt x="108" y="458"/>
                    <a:pt x="99" y="458"/>
                    <a:pt x="90" y="458"/>
                  </a:cubicBezTo>
                  <a:cubicBezTo>
                    <a:pt x="44" y="458"/>
                    <a:pt x="7" y="492"/>
                    <a:pt x="4" y="538"/>
                  </a:cubicBezTo>
                  <a:cubicBezTo>
                    <a:pt x="1" y="584"/>
                    <a:pt x="38" y="624"/>
                    <a:pt x="84" y="624"/>
                  </a:cubicBezTo>
                  <a:lnTo>
                    <a:pt x="118" y="624"/>
                  </a:lnTo>
                  <a:cubicBezTo>
                    <a:pt x="578" y="624"/>
                    <a:pt x="726" y="279"/>
                    <a:pt x="735" y="91"/>
                  </a:cubicBezTo>
                  <a:cubicBezTo>
                    <a:pt x="738" y="44"/>
                    <a:pt x="704" y="4"/>
                    <a:pt x="658" y="1"/>
                  </a:cubicBezTo>
                  <a:cubicBezTo>
                    <a:pt x="656" y="1"/>
                    <a:pt x="654" y="1"/>
                    <a:pt x="6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5" name="Google Shape;4125;p38"/>
            <p:cNvSpPr/>
            <p:nvPr/>
          </p:nvSpPr>
          <p:spPr>
            <a:xfrm>
              <a:off x="5153535" y="3373247"/>
              <a:ext cx="49806" cy="42144"/>
            </a:xfrm>
            <a:custGeom>
              <a:avLst/>
              <a:gdLst/>
              <a:ahLst/>
              <a:cxnLst/>
              <a:rect l="l" t="t" r="r" b="b"/>
              <a:pathLst>
                <a:path w="741" h="627" extrusionOk="0">
                  <a:moveTo>
                    <a:pt x="655" y="1"/>
                  </a:moveTo>
                  <a:cubicBezTo>
                    <a:pt x="611" y="1"/>
                    <a:pt x="571" y="34"/>
                    <a:pt x="568" y="78"/>
                  </a:cubicBezTo>
                  <a:cubicBezTo>
                    <a:pt x="568" y="96"/>
                    <a:pt x="541" y="458"/>
                    <a:pt x="119" y="458"/>
                  </a:cubicBezTo>
                  <a:cubicBezTo>
                    <a:pt x="111" y="458"/>
                    <a:pt x="102" y="458"/>
                    <a:pt x="93" y="457"/>
                  </a:cubicBezTo>
                  <a:cubicBezTo>
                    <a:pt x="47" y="457"/>
                    <a:pt x="7" y="494"/>
                    <a:pt x="4" y="537"/>
                  </a:cubicBezTo>
                  <a:cubicBezTo>
                    <a:pt x="0" y="587"/>
                    <a:pt x="37" y="624"/>
                    <a:pt x="87" y="627"/>
                  </a:cubicBezTo>
                  <a:lnTo>
                    <a:pt x="121" y="627"/>
                  </a:lnTo>
                  <a:cubicBezTo>
                    <a:pt x="577" y="627"/>
                    <a:pt x="722" y="278"/>
                    <a:pt x="738" y="93"/>
                  </a:cubicBezTo>
                  <a:cubicBezTo>
                    <a:pt x="741" y="47"/>
                    <a:pt x="707" y="7"/>
                    <a:pt x="660" y="1"/>
                  </a:cubicBezTo>
                  <a:cubicBezTo>
                    <a:pt x="659" y="1"/>
                    <a:pt x="657" y="1"/>
                    <a:pt x="65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6" name="Google Shape;4126;p38"/>
            <p:cNvSpPr/>
            <p:nvPr/>
          </p:nvSpPr>
          <p:spPr>
            <a:xfrm>
              <a:off x="5088202" y="3416130"/>
              <a:ext cx="49605" cy="42211"/>
            </a:xfrm>
            <a:custGeom>
              <a:avLst/>
              <a:gdLst/>
              <a:ahLst/>
              <a:cxnLst/>
              <a:rect l="l" t="t" r="r" b="b"/>
              <a:pathLst>
                <a:path w="738" h="628" extrusionOk="0">
                  <a:moveTo>
                    <a:pt x="647" y="1"/>
                  </a:moveTo>
                  <a:cubicBezTo>
                    <a:pt x="603" y="1"/>
                    <a:pt x="568" y="35"/>
                    <a:pt x="565" y="78"/>
                  </a:cubicBezTo>
                  <a:cubicBezTo>
                    <a:pt x="565" y="93"/>
                    <a:pt x="539" y="458"/>
                    <a:pt x="117" y="458"/>
                  </a:cubicBezTo>
                  <a:cubicBezTo>
                    <a:pt x="108" y="458"/>
                    <a:pt x="99" y="458"/>
                    <a:pt x="90" y="458"/>
                  </a:cubicBezTo>
                  <a:cubicBezTo>
                    <a:pt x="44" y="458"/>
                    <a:pt x="4" y="492"/>
                    <a:pt x="1" y="538"/>
                  </a:cubicBezTo>
                  <a:cubicBezTo>
                    <a:pt x="1" y="584"/>
                    <a:pt x="35" y="624"/>
                    <a:pt x="84" y="627"/>
                  </a:cubicBezTo>
                  <a:lnTo>
                    <a:pt x="118" y="627"/>
                  </a:lnTo>
                  <a:cubicBezTo>
                    <a:pt x="575" y="627"/>
                    <a:pt x="720" y="279"/>
                    <a:pt x="735" y="94"/>
                  </a:cubicBezTo>
                  <a:cubicBezTo>
                    <a:pt x="738" y="44"/>
                    <a:pt x="704" y="4"/>
                    <a:pt x="658" y="1"/>
                  </a:cubicBezTo>
                  <a:cubicBezTo>
                    <a:pt x="654" y="1"/>
                    <a:pt x="651" y="1"/>
                    <a:pt x="6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7" name="Google Shape;4127;p38"/>
            <p:cNvSpPr/>
            <p:nvPr/>
          </p:nvSpPr>
          <p:spPr>
            <a:xfrm>
              <a:off x="5076642" y="3478706"/>
              <a:ext cx="49806" cy="42009"/>
            </a:xfrm>
            <a:custGeom>
              <a:avLst/>
              <a:gdLst/>
              <a:ahLst/>
              <a:cxnLst/>
              <a:rect l="l" t="t" r="r" b="b"/>
              <a:pathLst>
                <a:path w="741" h="625" extrusionOk="0">
                  <a:moveTo>
                    <a:pt x="649" y="1"/>
                  </a:moveTo>
                  <a:cubicBezTo>
                    <a:pt x="607" y="1"/>
                    <a:pt x="571" y="33"/>
                    <a:pt x="568" y="79"/>
                  </a:cubicBezTo>
                  <a:cubicBezTo>
                    <a:pt x="568" y="94"/>
                    <a:pt x="538" y="456"/>
                    <a:pt x="119" y="456"/>
                  </a:cubicBezTo>
                  <a:cubicBezTo>
                    <a:pt x="110" y="456"/>
                    <a:pt x="102" y="455"/>
                    <a:pt x="93" y="455"/>
                  </a:cubicBezTo>
                  <a:cubicBezTo>
                    <a:pt x="46" y="458"/>
                    <a:pt x="9" y="492"/>
                    <a:pt x="3" y="538"/>
                  </a:cubicBezTo>
                  <a:cubicBezTo>
                    <a:pt x="0" y="585"/>
                    <a:pt x="37" y="625"/>
                    <a:pt x="87" y="625"/>
                  </a:cubicBezTo>
                  <a:lnTo>
                    <a:pt x="120" y="625"/>
                  </a:lnTo>
                  <a:cubicBezTo>
                    <a:pt x="577" y="625"/>
                    <a:pt x="725" y="279"/>
                    <a:pt x="737" y="91"/>
                  </a:cubicBezTo>
                  <a:cubicBezTo>
                    <a:pt x="740" y="45"/>
                    <a:pt x="706" y="5"/>
                    <a:pt x="660" y="2"/>
                  </a:cubicBezTo>
                  <a:cubicBezTo>
                    <a:pt x="657" y="1"/>
                    <a:pt x="653" y="1"/>
                    <a:pt x="64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8" name="Google Shape;4128;p38"/>
            <p:cNvSpPr/>
            <p:nvPr/>
          </p:nvSpPr>
          <p:spPr>
            <a:xfrm>
              <a:off x="5022736" y="3475682"/>
              <a:ext cx="49605" cy="42144"/>
            </a:xfrm>
            <a:custGeom>
              <a:avLst/>
              <a:gdLst/>
              <a:ahLst/>
              <a:cxnLst/>
              <a:rect l="l" t="t" r="r" b="b"/>
              <a:pathLst>
                <a:path w="738" h="627" extrusionOk="0">
                  <a:moveTo>
                    <a:pt x="651" y="0"/>
                  </a:moveTo>
                  <a:cubicBezTo>
                    <a:pt x="607" y="0"/>
                    <a:pt x="568" y="33"/>
                    <a:pt x="565" y="78"/>
                  </a:cubicBezTo>
                  <a:cubicBezTo>
                    <a:pt x="565" y="96"/>
                    <a:pt x="538" y="458"/>
                    <a:pt x="121" y="458"/>
                  </a:cubicBezTo>
                  <a:cubicBezTo>
                    <a:pt x="111" y="458"/>
                    <a:pt x="100" y="457"/>
                    <a:pt x="90" y="457"/>
                  </a:cubicBezTo>
                  <a:cubicBezTo>
                    <a:pt x="43" y="457"/>
                    <a:pt x="3" y="494"/>
                    <a:pt x="0" y="537"/>
                  </a:cubicBezTo>
                  <a:cubicBezTo>
                    <a:pt x="0" y="586"/>
                    <a:pt x="34" y="623"/>
                    <a:pt x="84" y="627"/>
                  </a:cubicBezTo>
                  <a:lnTo>
                    <a:pt x="117" y="627"/>
                  </a:lnTo>
                  <a:cubicBezTo>
                    <a:pt x="574" y="627"/>
                    <a:pt x="719" y="281"/>
                    <a:pt x="734" y="93"/>
                  </a:cubicBezTo>
                  <a:cubicBezTo>
                    <a:pt x="737" y="47"/>
                    <a:pt x="703" y="7"/>
                    <a:pt x="657" y="0"/>
                  </a:cubicBezTo>
                  <a:cubicBezTo>
                    <a:pt x="655" y="0"/>
                    <a:pt x="653" y="0"/>
                    <a:pt x="6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9" name="Google Shape;4129;p38"/>
            <p:cNvSpPr/>
            <p:nvPr/>
          </p:nvSpPr>
          <p:spPr>
            <a:xfrm>
              <a:off x="3075666" y="2882987"/>
              <a:ext cx="35960" cy="59956"/>
            </a:xfrm>
            <a:custGeom>
              <a:avLst/>
              <a:gdLst/>
              <a:ahLst/>
              <a:cxnLst/>
              <a:rect l="l" t="t" r="r" b="b"/>
              <a:pathLst>
                <a:path w="535" h="892" extrusionOk="0">
                  <a:moveTo>
                    <a:pt x="413" y="1"/>
                  </a:moveTo>
                  <a:cubicBezTo>
                    <a:pt x="394" y="1"/>
                    <a:pt x="374" y="8"/>
                    <a:pt x="355" y="25"/>
                  </a:cubicBezTo>
                  <a:cubicBezTo>
                    <a:pt x="1" y="352"/>
                    <a:pt x="142" y="716"/>
                    <a:pt x="269" y="864"/>
                  </a:cubicBezTo>
                  <a:cubicBezTo>
                    <a:pt x="284" y="883"/>
                    <a:pt x="309" y="892"/>
                    <a:pt x="334" y="892"/>
                  </a:cubicBezTo>
                  <a:cubicBezTo>
                    <a:pt x="355" y="892"/>
                    <a:pt x="374" y="886"/>
                    <a:pt x="389" y="873"/>
                  </a:cubicBezTo>
                  <a:cubicBezTo>
                    <a:pt x="426" y="842"/>
                    <a:pt x="429" y="790"/>
                    <a:pt x="398" y="753"/>
                  </a:cubicBezTo>
                  <a:cubicBezTo>
                    <a:pt x="389" y="741"/>
                    <a:pt x="146" y="451"/>
                    <a:pt x="469" y="148"/>
                  </a:cubicBezTo>
                  <a:cubicBezTo>
                    <a:pt x="534" y="89"/>
                    <a:pt x="480" y="1"/>
                    <a:pt x="4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0" name="Google Shape;4130;p38"/>
            <p:cNvSpPr/>
            <p:nvPr/>
          </p:nvSpPr>
          <p:spPr>
            <a:xfrm>
              <a:off x="3109676" y="2933397"/>
              <a:ext cx="36162" cy="60157"/>
            </a:xfrm>
            <a:custGeom>
              <a:avLst/>
              <a:gdLst/>
              <a:ahLst/>
              <a:cxnLst/>
              <a:rect l="l" t="t" r="r" b="b"/>
              <a:pathLst>
                <a:path w="538" h="895" extrusionOk="0">
                  <a:moveTo>
                    <a:pt x="412" y="1"/>
                  </a:moveTo>
                  <a:cubicBezTo>
                    <a:pt x="393" y="1"/>
                    <a:pt x="373" y="8"/>
                    <a:pt x="355" y="25"/>
                  </a:cubicBezTo>
                  <a:cubicBezTo>
                    <a:pt x="0" y="355"/>
                    <a:pt x="145" y="719"/>
                    <a:pt x="272" y="864"/>
                  </a:cubicBezTo>
                  <a:cubicBezTo>
                    <a:pt x="287" y="882"/>
                    <a:pt x="309" y="894"/>
                    <a:pt x="334" y="894"/>
                  </a:cubicBezTo>
                  <a:cubicBezTo>
                    <a:pt x="355" y="894"/>
                    <a:pt x="374" y="888"/>
                    <a:pt x="392" y="873"/>
                  </a:cubicBezTo>
                  <a:cubicBezTo>
                    <a:pt x="426" y="842"/>
                    <a:pt x="429" y="790"/>
                    <a:pt x="398" y="756"/>
                  </a:cubicBezTo>
                  <a:cubicBezTo>
                    <a:pt x="389" y="743"/>
                    <a:pt x="145" y="450"/>
                    <a:pt x="472" y="151"/>
                  </a:cubicBezTo>
                  <a:cubicBezTo>
                    <a:pt x="537" y="91"/>
                    <a:pt x="480" y="1"/>
                    <a:pt x="4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1" name="Google Shape;4131;p38"/>
            <p:cNvSpPr/>
            <p:nvPr/>
          </p:nvSpPr>
          <p:spPr>
            <a:xfrm>
              <a:off x="3126077" y="2856907"/>
              <a:ext cx="36094" cy="60157"/>
            </a:xfrm>
            <a:custGeom>
              <a:avLst/>
              <a:gdLst/>
              <a:ahLst/>
              <a:cxnLst/>
              <a:rect l="l" t="t" r="r" b="b"/>
              <a:pathLst>
                <a:path w="537" h="895" extrusionOk="0">
                  <a:moveTo>
                    <a:pt x="412" y="0"/>
                  </a:moveTo>
                  <a:cubicBezTo>
                    <a:pt x="393" y="0"/>
                    <a:pt x="373" y="8"/>
                    <a:pt x="355" y="25"/>
                  </a:cubicBezTo>
                  <a:cubicBezTo>
                    <a:pt x="0" y="355"/>
                    <a:pt x="145" y="718"/>
                    <a:pt x="268" y="863"/>
                  </a:cubicBezTo>
                  <a:cubicBezTo>
                    <a:pt x="287" y="882"/>
                    <a:pt x="309" y="894"/>
                    <a:pt x="333" y="894"/>
                  </a:cubicBezTo>
                  <a:cubicBezTo>
                    <a:pt x="407" y="894"/>
                    <a:pt x="444" y="811"/>
                    <a:pt x="398" y="755"/>
                  </a:cubicBezTo>
                  <a:cubicBezTo>
                    <a:pt x="373" y="725"/>
                    <a:pt x="154" y="444"/>
                    <a:pt x="472" y="151"/>
                  </a:cubicBezTo>
                  <a:cubicBezTo>
                    <a:pt x="537" y="91"/>
                    <a:pt x="480" y="0"/>
                    <a:pt x="4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2" name="Google Shape;4132;p38"/>
            <p:cNvSpPr/>
            <p:nvPr/>
          </p:nvSpPr>
          <p:spPr>
            <a:xfrm>
              <a:off x="3089983" y="2804480"/>
              <a:ext cx="36162" cy="60090"/>
            </a:xfrm>
            <a:custGeom>
              <a:avLst/>
              <a:gdLst/>
              <a:ahLst/>
              <a:cxnLst/>
              <a:rect l="l" t="t" r="r" b="b"/>
              <a:pathLst>
                <a:path w="538" h="894" extrusionOk="0">
                  <a:moveTo>
                    <a:pt x="412" y="0"/>
                  </a:moveTo>
                  <a:cubicBezTo>
                    <a:pt x="393" y="0"/>
                    <a:pt x="373" y="7"/>
                    <a:pt x="355" y="24"/>
                  </a:cubicBezTo>
                  <a:cubicBezTo>
                    <a:pt x="0" y="354"/>
                    <a:pt x="145" y="718"/>
                    <a:pt x="269" y="863"/>
                  </a:cubicBezTo>
                  <a:cubicBezTo>
                    <a:pt x="287" y="882"/>
                    <a:pt x="309" y="894"/>
                    <a:pt x="334" y="894"/>
                  </a:cubicBezTo>
                  <a:cubicBezTo>
                    <a:pt x="408" y="894"/>
                    <a:pt x="448" y="808"/>
                    <a:pt x="398" y="752"/>
                  </a:cubicBezTo>
                  <a:cubicBezTo>
                    <a:pt x="389" y="743"/>
                    <a:pt x="145" y="450"/>
                    <a:pt x="472" y="151"/>
                  </a:cubicBezTo>
                  <a:cubicBezTo>
                    <a:pt x="537" y="90"/>
                    <a:pt x="480" y="0"/>
                    <a:pt x="4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3" name="Google Shape;4133;p38"/>
            <p:cNvSpPr/>
            <p:nvPr/>
          </p:nvSpPr>
          <p:spPr>
            <a:xfrm>
              <a:off x="3130378" y="2768386"/>
              <a:ext cx="36027" cy="60157"/>
            </a:xfrm>
            <a:custGeom>
              <a:avLst/>
              <a:gdLst/>
              <a:ahLst/>
              <a:cxnLst/>
              <a:rect l="l" t="t" r="r" b="b"/>
              <a:pathLst>
                <a:path w="536" h="895" extrusionOk="0">
                  <a:moveTo>
                    <a:pt x="412" y="0"/>
                  </a:moveTo>
                  <a:cubicBezTo>
                    <a:pt x="394" y="0"/>
                    <a:pt x="374" y="8"/>
                    <a:pt x="356" y="25"/>
                  </a:cubicBezTo>
                  <a:cubicBezTo>
                    <a:pt x="1" y="355"/>
                    <a:pt x="143" y="718"/>
                    <a:pt x="269" y="863"/>
                  </a:cubicBezTo>
                  <a:cubicBezTo>
                    <a:pt x="285" y="882"/>
                    <a:pt x="309" y="894"/>
                    <a:pt x="334" y="894"/>
                  </a:cubicBezTo>
                  <a:cubicBezTo>
                    <a:pt x="356" y="894"/>
                    <a:pt x="374" y="888"/>
                    <a:pt x="389" y="873"/>
                  </a:cubicBezTo>
                  <a:cubicBezTo>
                    <a:pt x="426" y="845"/>
                    <a:pt x="430" y="789"/>
                    <a:pt x="399" y="755"/>
                  </a:cubicBezTo>
                  <a:cubicBezTo>
                    <a:pt x="374" y="725"/>
                    <a:pt x="155" y="444"/>
                    <a:pt x="473" y="151"/>
                  </a:cubicBezTo>
                  <a:cubicBezTo>
                    <a:pt x="535" y="91"/>
                    <a:pt x="480" y="0"/>
                    <a:pt x="4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4" name="Google Shape;4134;p38"/>
            <p:cNvSpPr/>
            <p:nvPr/>
          </p:nvSpPr>
          <p:spPr>
            <a:xfrm>
              <a:off x="4051419" y="3071590"/>
              <a:ext cx="43018" cy="56729"/>
            </a:xfrm>
            <a:custGeom>
              <a:avLst/>
              <a:gdLst/>
              <a:ahLst/>
              <a:cxnLst/>
              <a:rect l="l" t="t" r="r" b="b"/>
              <a:pathLst>
                <a:path w="640" h="844" extrusionOk="0">
                  <a:moveTo>
                    <a:pt x="123" y="1"/>
                  </a:moveTo>
                  <a:cubicBezTo>
                    <a:pt x="39" y="1"/>
                    <a:pt x="1" y="132"/>
                    <a:pt x="97" y="168"/>
                  </a:cubicBezTo>
                  <a:cubicBezTo>
                    <a:pt x="134" y="180"/>
                    <a:pt x="461" y="322"/>
                    <a:pt x="325" y="729"/>
                  </a:cubicBezTo>
                  <a:cubicBezTo>
                    <a:pt x="310" y="775"/>
                    <a:pt x="334" y="822"/>
                    <a:pt x="381" y="837"/>
                  </a:cubicBezTo>
                  <a:cubicBezTo>
                    <a:pt x="387" y="840"/>
                    <a:pt x="396" y="843"/>
                    <a:pt x="405" y="843"/>
                  </a:cubicBezTo>
                  <a:cubicBezTo>
                    <a:pt x="442" y="840"/>
                    <a:pt x="476" y="818"/>
                    <a:pt x="486" y="785"/>
                  </a:cubicBezTo>
                  <a:cubicBezTo>
                    <a:pt x="640" y="325"/>
                    <a:pt x="338" y="75"/>
                    <a:pt x="156" y="7"/>
                  </a:cubicBezTo>
                  <a:cubicBezTo>
                    <a:pt x="144" y="3"/>
                    <a:pt x="133" y="1"/>
                    <a:pt x="1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5" name="Google Shape;4135;p38"/>
            <p:cNvSpPr/>
            <p:nvPr/>
          </p:nvSpPr>
          <p:spPr>
            <a:xfrm>
              <a:off x="3886878" y="2955645"/>
              <a:ext cx="53369" cy="39119"/>
            </a:xfrm>
            <a:custGeom>
              <a:avLst/>
              <a:gdLst/>
              <a:ahLst/>
              <a:cxnLst/>
              <a:rect l="l" t="t" r="r" b="b"/>
              <a:pathLst>
                <a:path w="794" h="582" extrusionOk="0">
                  <a:moveTo>
                    <a:pt x="201" y="1"/>
                  </a:moveTo>
                  <a:cubicBezTo>
                    <a:pt x="153" y="1"/>
                    <a:pt x="110" y="6"/>
                    <a:pt x="74" y="14"/>
                  </a:cubicBezTo>
                  <a:cubicBezTo>
                    <a:pt x="28" y="27"/>
                    <a:pt x="0" y="70"/>
                    <a:pt x="10" y="116"/>
                  </a:cubicBezTo>
                  <a:cubicBezTo>
                    <a:pt x="18" y="156"/>
                    <a:pt x="54" y="183"/>
                    <a:pt x="94" y="183"/>
                  </a:cubicBezTo>
                  <a:cubicBezTo>
                    <a:pt x="100" y="183"/>
                    <a:pt x="105" y="182"/>
                    <a:pt x="111" y="181"/>
                  </a:cubicBezTo>
                  <a:cubicBezTo>
                    <a:pt x="116" y="179"/>
                    <a:pt x="152" y="170"/>
                    <a:pt x="203" y="170"/>
                  </a:cubicBezTo>
                  <a:cubicBezTo>
                    <a:pt x="325" y="170"/>
                    <a:pt x="533" y="219"/>
                    <a:pt x="617" y="520"/>
                  </a:cubicBezTo>
                  <a:cubicBezTo>
                    <a:pt x="627" y="557"/>
                    <a:pt x="660" y="582"/>
                    <a:pt x="697" y="582"/>
                  </a:cubicBezTo>
                  <a:cubicBezTo>
                    <a:pt x="707" y="582"/>
                    <a:pt x="713" y="582"/>
                    <a:pt x="722" y="579"/>
                  </a:cubicBezTo>
                  <a:cubicBezTo>
                    <a:pt x="765" y="566"/>
                    <a:pt x="793" y="520"/>
                    <a:pt x="781" y="474"/>
                  </a:cubicBezTo>
                  <a:cubicBezTo>
                    <a:pt x="676" y="97"/>
                    <a:pt x="401" y="1"/>
                    <a:pt x="2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6" name="Google Shape;4136;p38"/>
            <p:cNvSpPr/>
            <p:nvPr/>
          </p:nvSpPr>
          <p:spPr>
            <a:xfrm>
              <a:off x="3934398" y="2948520"/>
              <a:ext cx="51419" cy="43354"/>
            </a:xfrm>
            <a:custGeom>
              <a:avLst/>
              <a:gdLst/>
              <a:ahLst/>
              <a:cxnLst/>
              <a:rect l="l" t="t" r="r" b="b"/>
              <a:pathLst>
                <a:path w="765" h="645" extrusionOk="0">
                  <a:moveTo>
                    <a:pt x="166" y="0"/>
                  </a:moveTo>
                  <a:cubicBezTo>
                    <a:pt x="147" y="0"/>
                    <a:pt x="128" y="1"/>
                    <a:pt x="111" y="3"/>
                  </a:cubicBezTo>
                  <a:cubicBezTo>
                    <a:pt x="1" y="15"/>
                    <a:pt x="17" y="173"/>
                    <a:pt x="118" y="173"/>
                  </a:cubicBezTo>
                  <a:cubicBezTo>
                    <a:pt x="122" y="173"/>
                    <a:pt x="125" y="173"/>
                    <a:pt x="129" y="173"/>
                  </a:cubicBezTo>
                  <a:cubicBezTo>
                    <a:pt x="135" y="172"/>
                    <a:pt x="149" y="171"/>
                    <a:pt x="168" y="171"/>
                  </a:cubicBezTo>
                  <a:cubicBezTo>
                    <a:pt x="271" y="171"/>
                    <a:pt x="534" y="210"/>
                    <a:pt x="589" y="571"/>
                  </a:cubicBezTo>
                  <a:cubicBezTo>
                    <a:pt x="595" y="614"/>
                    <a:pt x="632" y="642"/>
                    <a:pt x="672" y="645"/>
                  </a:cubicBezTo>
                  <a:lnTo>
                    <a:pt x="684" y="642"/>
                  </a:lnTo>
                  <a:cubicBezTo>
                    <a:pt x="731" y="632"/>
                    <a:pt x="765" y="589"/>
                    <a:pt x="758" y="543"/>
                  </a:cubicBezTo>
                  <a:cubicBezTo>
                    <a:pt x="691" y="110"/>
                    <a:pt x="368" y="0"/>
                    <a:pt x="1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7" name="Google Shape;4137;p38"/>
            <p:cNvSpPr/>
            <p:nvPr/>
          </p:nvSpPr>
          <p:spPr>
            <a:xfrm>
              <a:off x="3998387" y="3062516"/>
              <a:ext cx="51083" cy="43421"/>
            </a:xfrm>
            <a:custGeom>
              <a:avLst/>
              <a:gdLst/>
              <a:ahLst/>
              <a:cxnLst/>
              <a:rect l="l" t="t" r="r" b="b"/>
              <a:pathLst>
                <a:path w="760" h="646" extrusionOk="0">
                  <a:moveTo>
                    <a:pt x="162" y="1"/>
                  </a:moveTo>
                  <a:cubicBezTo>
                    <a:pt x="142" y="1"/>
                    <a:pt x="123" y="2"/>
                    <a:pt x="106" y="4"/>
                  </a:cubicBezTo>
                  <a:cubicBezTo>
                    <a:pt x="1" y="22"/>
                    <a:pt x="15" y="174"/>
                    <a:pt x="115" y="174"/>
                  </a:cubicBezTo>
                  <a:cubicBezTo>
                    <a:pt x="118" y="174"/>
                    <a:pt x="121" y="173"/>
                    <a:pt x="124" y="173"/>
                  </a:cubicBezTo>
                  <a:cubicBezTo>
                    <a:pt x="130" y="173"/>
                    <a:pt x="141" y="172"/>
                    <a:pt x="157" y="172"/>
                  </a:cubicBezTo>
                  <a:cubicBezTo>
                    <a:pt x="258" y="172"/>
                    <a:pt x="531" y="204"/>
                    <a:pt x="584" y="571"/>
                  </a:cubicBezTo>
                  <a:cubicBezTo>
                    <a:pt x="590" y="614"/>
                    <a:pt x="627" y="642"/>
                    <a:pt x="670" y="645"/>
                  </a:cubicBezTo>
                  <a:cubicBezTo>
                    <a:pt x="673" y="642"/>
                    <a:pt x="676" y="642"/>
                    <a:pt x="682" y="642"/>
                  </a:cubicBezTo>
                  <a:cubicBezTo>
                    <a:pt x="729" y="633"/>
                    <a:pt x="760" y="590"/>
                    <a:pt x="753" y="543"/>
                  </a:cubicBezTo>
                  <a:cubicBezTo>
                    <a:pt x="686" y="111"/>
                    <a:pt x="365" y="1"/>
                    <a:pt x="1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8" name="Google Shape;4138;p38"/>
            <p:cNvSpPr/>
            <p:nvPr/>
          </p:nvSpPr>
          <p:spPr>
            <a:xfrm>
              <a:off x="3931979" y="3014861"/>
              <a:ext cx="51151" cy="43354"/>
            </a:xfrm>
            <a:custGeom>
              <a:avLst/>
              <a:gdLst/>
              <a:ahLst/>
              <a:cxnLst/>
              <a:rect l="l" t="t" r="r" b="b"/>
              <a:pathLst>
                <a:path w="761" h="645" extrusionOk="0">
                  <a:moveTo>
                    <a:pt x="163" y="0"/>
                  </a:moveTo>
                  <a:cubicBezTo>
                    <a:pt x="143" y="0"/>
                    <a:pt x="124" y="1"/>
                    <a:pt x="107" y="3"/>
                  </a:cubicBezTo>
                  <a:cubicBezTo>
                    <a:pt x="1" y="21"/>
                    <a:pt x="17" y="173"/>
                    <a:pt x="119" y="173"/>
                  </a:cubicBezTo>
                  <a:cubicBezTo>
                    <a:pt x="121" y="173"/>
                    <a:pt x="123" y="173"/>
                    <a:pt x="125" y="173"/>
                  </a:cubicBezTo>
                  <a:cubicBezTo>
                    <a:pt x="131" y="172"/>
                    <a:pt x="142" y="172"/>
                    <a:pt x="159" y="172"/>
                  </a:cubicBezTo>
                  <a:cubicBezTo>
                    <a:pt x="259" y="172"/>
                    <a:pt x="532" y="204"/>
                    <a:pt x="585" y="571"/>
                  </a:cubicBezTo>
                  <a:cubicBezTo>
                    <a:pt x="591" y="614"/>
                    <a:pt x="628" y="645"/>
                    <a:pt x="671" y="645"/>
                  </a:cubicBezTo>
                  <a:lnTo>
                    <a:pt x="683" y="642"/>
                  </a:lnTo>
                  <a:cubicBezTo>
                    <a:pt x="730" y="632"/>
                    <a:pt x="761" y="589"/>
                    <a:pt x="754" y="543"/>
                  </a:cubicBezTo>
                  <a:cubicBezTo>
                    <a:pt x="687" y="110"/>
                    <a:pt x="366" y="0"/>
                    <a:pt x="1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9" name="Google Shape;4139;p38"/>
            <p:cNvSpPr/>
            <p:nvPr/>
          </p:nvSpPr>
          <p:spPr>
            <a:xfrm>
              <a:off x="3669170" y="2371150"/>
              <a:ext cx="41539" cy="53974"/>
            </a:xfrm>
            <a:custGeom>
              <a:avLst/>
              <a:gdLst/>
              <a:ahLst/>
              <a:cxnLst/>
              <a:rect l="l" t="t" r="r" b="b"/>
              <a:pathLst>
                <a:path w="618" h="803" extrusionOk="0">
                  <a:moveTo>
                    <a:pt x="483" y="0"/>
                  </a:moveTo>
                  <a:cubicBezTo>
                    <a:pt x="431" y="0"/>
                    <a:pt x="378" y="45"/>
                    <a:pt x="402" y="111"/>
                  </a:cubicBezTo>
                  <a:cubicBezTo>
                    <a:pt x="405" y="127"/>
                    <a:pt x="513" y="494"/>
                    <a:pt x="93" y="636"/>
                  </a:cubicBezTo>
                  <a:cubicBezTo>
                    <a:pt x="1" y="667"/>
                    <a:pt x="23" y="802"/>
                    <a:pt x="121" y="802"/>
                  </a:cubicBezTo>
                  <a:cubicBezTo>
                    <a:pt x="130" y="802"/>
                    <a:pt x="137" y="799"/>
                    <a:pt x="146" y="796"/>
                  </a:cubicBezTo>
                  <a:cubicBezTo>
                    <a:pt x="605" y="639"/>
                    <a:pt x="618" y="247"/>
                    <a:pt x="562" y="65"/>
                  </a:cubicBezTo>
                  <a:cubicBezTo>
                    <a:pt x="551" y="20"/>
                    <a:pt x="517" y="0"/>
                    <a:pt x="48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0" name="Google Shape;4140;p38"/>
            <p:cNvSpPr/>
            <p:nvPr/>
          </p:nvSpPr>
          <p:spPr>
            <a:xfrm>
              <a:off x="3722471" y="2298626"/>
              <a:ext cx="39657" cy="56393"/>
            </a:xfrm>
            <a:custGeom>
              <a:avLst/>
              <a:gdLst/>
              <a:ahLst/>
              <a:cxnLst/>
              <a:rect l="l" t="t" r="r" b="b"/>
              <a:pathLst>
                <a:path w="590" h="839" extrusionOk="0">
                  <a:moveTo>
                    <a:pt x="400" y="0"/>
                  </a:moveTo>
                  <a:cubicBezTo>
                    <a:pt x="346" y="0"/>
                    <a:pt x="292" y="52"/>
                    <a:pt x="318" y="117"/>
                  </a:cubicBezTo>
                  <a:cubicBezTo>
                    <a:pt x="324" y="132"/>
                    <a:pt x="479" y="481"/>
                    <a:pt x="81" y="678"/>
                  </a:cubicBezTo>
                  <a:cubicBezTo>
                    <a:pt x="1" y="719"/>
                    <a:pt x="31" y="839"/>
                    <a:pt x="121" y="839"/>
                  </a:cubicBezTo>
                  <a:cubicBezTo>
                    <a:pt x="133" y="839"/>
                    <a:pt x="146" y="836"/>
                    <a:pt x="158" y="830"/>
                  </a:cubicBezTo>
                  <a:cubicBezTo>
                    <a:pt x="590" y="614"/>
                    <a:pt x="553" y="225"/>
                    <a:pt x="472" y="46"/>
                  </a:cubicBezTo>
                  <a:cubicBezTo>
                    <a:pt x="456" y="14"/>
                    <a:pt x="428" y="0"/>
                    <a:pt x="4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1" name="Google Shape;4141;p38"/>
            <p:cNvSpPr/>
            <p:nvPr/>
          </p:nvSpPr>
          <p:spPr>
            <a:xfrm>
              <a:off x="3722471" y="2351658"/>
              <a:ext cx="39657" cy="56461"/>
            </a:xfrm>
            <a:custGeom>
              <a:avLst/>
              <a:gdLst/>
              <a:ahLst/>
              <a:cxnLst/>
              <a:rect l="l" t="t" r="r" b="b"/>
              <a:pathLst>
                <a:path w="590" h="840" extrusionOk="0">
                  <a:moveTo>
                    <a:pt x="400" y="1"/>
                  </a:moveTo>
                  <a:cubicBezTo>
                    <a:pt x="346" y="1"/>
                    <a:pt x="292" y="52"/>
                    <a:pt x="318" y="118"/>
                  </a:cubicBezTo>
                  <a:cubicBezTo>
                    <a:pt x="324" y="133"/>
                    <a:pt x="479" y="482"/>
                    <a:pt x="81" y="679"/>
                  </a:cubicBezTo>
                  <a:cubicBezTo>
                    <a:pt x="1" y="719"/>
                    <a:pt x="31" y="839"/>
                    <a:pt x="121" y="839"/>
                  </a:cubicBezTo>
                  <a:cubicBezTo>
                    <a:pt x="133" y="839"/>
                    <a:pt x="146" y="836"/>
                    <a:pt x="158" y="830"/>
                  </a:cubicBezTo>
                  <a:cubicBezTo>
                    <a:pt x="590" y="614"/>
                    <a:pt x="553" y="226"/>
                    <a:pt x="472" y="47"/>
                  </a:cubicBezTo>
                  <a:cubicBezTo>
                    <a:pt x="456" y="14"/>
                    <a:pt x="428" y="1"/>
                    <a:pt x="40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2" name="Google Shape;4142;p38"/>
            <p:cNvSpPr/>
            <p:nvPr/>
          </p:nvSpPr>
          <p:spPr>
            <a:xfrm>
              <a:off x="4178992" y="2351120"/>
              <a:ext cx="69702" cy="60090"/>
            </a:xfrm>
            <a:custGeom>
              <a:avLst/>
              <a:gdLst/>
              <a:ahLst/>
              <a:cxnLst/>
              <a:rect l="l" t="t" r="r" b="b"/>
              <a:pathLst>
                <a:path w="1037" h="894" extrusionOk="0">
                  <a:moveTo>
                    <a:pt x="396" y="1"/>
                  </a:moveTo>
                  <a:cubicBezTo>
                    <a:pt x="333" y="1"/>
                    <a:pt x="271" y="76"/>
                    <a:pt x="327" y="141"/>
                  </a:cubicBezTo>
                  <a:cubicBezTo>
                    <a:pt x="330" y="147"/>
                    <a:pt x="543" y="428"/>
                    <a:pt x="713" y="650"/>
                  </a:cubicBezTo>
                  <a:cubicBezTo>
                    <a:pt x="562" y="582"/>
                    <a:pt x="349" y="474"/>
                    <a:pt x="161" y="372"/>
                  </a:cubicBezTo>
                  <a:cubicBezTo>
                    <a:pt x="147" y="366"/>
                    <a:pt x="134" y="363"/>
                    <a:pt x="121" y="363"/>
                  </a:cubicBezTo>
                  <a:cubicBezTo>
                    <a:pt x="45" y="363"/>
                    <a:pt x="1" y="473"/>
                    <a:pt x="80" y="520"/>
                  </a:cubicBezTo>
                  <a:cubicBezTo>
                    <a:pt x="629" y="820"/>
                    <a:pt x="830" y="894"/>
                    <a:pt x="916" y="894"/>
                  </a:cubicBezTo>
                  <a:cubicBezTo>
                    <a:pt x="947" y="894"/>
                    <a:pt x="975" y="881"/>
                    <a:pt x="990" y="857"/>
                  </a:cubicBezTo>
                  <a:cubicBezTo>
                    <a:pt x="1006" y="838"/>
                    <a:pt x="1037" y="786"/>
                    <a:pt x="975" y="709"/>
                  </a:cubicBezTo>
                  <a:cubicBezTo>
                    <a:pt x="821" y="514"/>
                    <a:pt x="466" y="45"/>
                    <a:pt x="463" y="39"/>
                  </a:cubicBezTo>
                  <a:cubicBezTo>
                    <a:pt x="445" y="12"/>
                    <a:pt x="420" y="1"/>
                    <a:pt x="3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3" name="Google Shape;4143;p38"/>
            <p:cNvSpPr/>
            <p:nvPr/>
          </p:nvSpPr>
          <p:spPr>
            <a:xfrm>
              <a:off x="4938449" y="2155056"/>
              <a:ext cx="48059" cy="60695"/>
            </a:xfrm>
            <a:custGeom>
              <a:avLst/>
              <a:gdLst/>
              <a:ahLst/>
              <a:cxnLst/>
              <a:rect l="l" t="t" r="r" b="b"/>
              <a:pathLst>
                <a:path w="715" h="903" extrusionOk="0">
                  <a:moveTo>
                    <a:pt x="626" y="1"/>
                  </a:moveTo>
                  <a:cubicBezTo>
                    <a:pt x="585" y="1"/>
                    <a:pt x="547" y="33"/>
                    <a:pt x="542" y="76"/>
                  </a:cubicBezTo>
                  <a:cubicBezTo>
                    <a:pt x="539" y="79"/>
                    <a:pt x="489" y="421"/>
                    <a:pt x="452" y="640"/>
                  </a:cubicBezTo>
                  <a:cubicBezTo>
                    <a:pt x="378" y="510"/>
                    <a:pt x="273" y="288"/>
                    <a:pt x="190" y="94"/>
                  </a:cubicBezTo>
                  <a:cubicBezTo>
                    <a:pt x="181" y="63"/>
                    <a:pt x="156" y="50"/>
                    <a:pt x="127" y="50"/>
                  </a:cubicBezTo>
                  <a:cubicBezTo>
                    <a:pt x="70" y="50"/>
                    <a:pt x="1" y="103"/>
                    <a:pt x="36" y="159"/>
                  </a:cubicBezTo>
                  <a:cubicBezTo>
                    <a:pt x="329" y="853"/>
                    <a:pt x="428" y="902"/>
                    <a:pt x="483" y="902"/>
                  </a:cubicBezTo>
                  <a:lnTo>
                    <a:pt x="496" y="902"/>
                  </a:lnTo>
                  <a:cubicBezTo>
                    <a:pt x="542" y="896"/>
                    <a:pt x="579" y="862"/>
                    <a:pt x="588" y="819"/>
                  </a:cubicBezTo>
                  <a:cubicBezTo>
                    <a:pt x="628" y="659"/>
                    <a:pt x="705" y="122"/>
                    <a:pt x="708" y="97"/>
                  </a:cubicBezTo>
                  <a:cubicBezTo>
                    <a:pt x="714" y="51"/>
                    <a:pt x="684" y="8"/>
                    <a:pt x="637" y="2"/>
                  </a:cubicBezTo>
                  <a:cubicBezTo>
                    <a:pt x="634" y="1"/>
                    <a:pt x="630" y="1"/>
                    <a:pt x="6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44" name="Google Shape;4144;p38"/>
          <p:cNvGrpSpPr/>
          <p:nvPr/>
        </p:nvGrpSpPr>
        <p:grpSpPr>
          <a:xfrm>
            <a:off x="285813" y="4050385"/>
            <a:ext cx="1181377" cy="929536"/>
            <a:chOff x="285813" y="4050385"/>
            <a:chExt cx="1181377" cy="929536"/>
          </a:xfrm>
        </p:grpSpPr>
        <p:sp>
          <p:nvSpPr>
            <p:cNvPr id="4145" name="Google Shape;4145;p38"/>
            <p:cNvSpPr/>
            <p:nvPr/>
          </p:nvSpPr>
          <p:spPr>
            <a:xfrm flipH="1">
              <a:off x="285813" y="4050385"/>
              <a:ext cx="1171491" cy="929536"/>
            </a:xfrm>
            <a:custGeom>
              <a:avLst/>
              <a:gdLst/>
              <a:ahLst/>
              <a:cxnLst/>
              <a:rect l="l" t="t" r="r" b="b"/>
              <a:pathLst>
                <a:path w="38628" h="30655" extrusionOk="0">
                  <a:moveTo>
                    <a:pt x="16344" y="24028"/>
                  </a:moveTo>
                  <a:lnTo>
                    <a:pt x="16344" y="24028"/>
                  </a:lnTo>
                  <a:cubicBezTo>
                    <a:pt x="17396" y="24287"/>
                    <a:pt x="19197" y="24735"/>
                    <a:pt x="21115" y="25203"/>
                  </a:cubicBezTo>
                  <a:cubicBezTo>
                    <a:pt x="21365" y="25262"/>
                    <a:pt x="21621" y="25317"/>
                    <a:pt x="21883" y="25370"/>
                  </a:cubicBezTo>
                  <a:cubicBezTo>
                    <a:pt x="20008" y="25049"/>
                    <a:pt x="18157" y="24602"/>
                    <a:pt x="16344" y="24028"/>
                  </a:cubicBezTo>
                  <a:close/>
                  <a:moveTo>
                    <a:pt x="14962" y="0"/>
                  </a:moveTo>
                  <a:cubicBezTo>
                    <a:pt x="13865" y="0"/>
                    <a:pt x="11350" y="2719"/>
                    <a:pt x="11350" y="2719"/>
                  </a:cubicBezTo>
                  <a:cubicBezTo>
                    <a:pt x="10481" y="3589"/>
                    <a:pt x="8818" y="4159"/>
                    <a:pt x="7936" y="5905"/>
                  </a:cubicBezTo>
                  <a:cubicBezTo>
                    <a:pt x="7927" y="5905"/>
                    <a:pt x="7918" y="5905"/>
                    <a:pt x="7911" y="5908"/>
                  </a:cubicBezTo>
                  <a:lnTo>
                    <a:pt x="6684" y="4705"/>
                  </a:lnTo>
                  <a:cubicBezTo>
                    <a:pt x="6665" y="4687"/>
                    <a:pt x="6645" y="4680"/>
                    <a:pt x="6626" y="4680"/>
                  </a:cubicBezTo>
                  <a:cubicBezTo>
                    <a:pt x="6561" y="4680"/>
                    <a:pt x="6507" y="4764"/>
                    <a:pt x="6567" y="4825"/>
                  </a:cubicBezTo>
                  <a:lnTo>
                    <a:pt x="7850" y="6087"/>
                  </a:lnTo>
                  <a:cubicBezTo>
                    <a:pt x="7631" y="6571"/>
                    <a:pt x="7467" y="7145"/>
                    <a:pt x="7396" y="7830"/>
                  </a:cubicBezTo>
                  <a:lnTo>
                    <a:pt x="5265" y="6766"/>
                  </a:lnTo>
                  <a:cubicBezTo>
                    <a:pt x="5250" y="6758"/>
                    <a:pt x="5236" y="6755"/>
                    <a:pt x="5223" y="6755"/>
                  </a:cubicBezTo>
                  <a:cubicBezTo>
                    <a:pt x="5145" y="6755"/>
                    <a:pt x="5101" y="6872"/>
                    <a:pt x="5188" y="6917"/>
                  </a:cubicBezTo>
                  <a:lnTo>
                    <a:pt x="7220" y="7934"/>
                  </a:lnTo>
                  <a:cubicBezTo>
                    <a:pt x="7230" y="7953"/>
                    <a:pt x="7245" y="7968"/>
                    <a:pt x="7264" y="7978"/>
                  </a:cubicBezTo>
                  <a:lnTo>
                    <a:pt x="7378" y="8036"/>
                  </a:lnTo>
                  <a:cubicBezTo>
                    <a:pt x="7347" y="8468"/>
                    <a:pt x="7347" y="8903"/>
                    <a:pt x="7378" y="9335"/>
                  </a:cubicBezTo>
                  <a:lnTo>
                    <a:pt x="5200" y="8962"/>
                  </a:lnTo>
                  <a:cubicBezTo>
                    <a:pt x="5194" y="8961"/>
                    <a:pt x="5189" y="8960"/>
                    <a:pt x="5183" y="8960"/>
                  </a:cubicBezTo>
                  <a:cubicBezTo>
                    <a:pt x="5084" y="8960"/>
                    <a:pt x="5064" y="9111"/>
                    <a:pt x="5169" y="9128"/>
                  </a:cubicBezTo>
                  <a:lnTo>
                    <a:pt x="7350" y="9501"/>
                  </a:lnTo>
                  <a:cubicBezTo>
                    <a:pt x="7356" y="9504"/>
                    <a:pt x="7365" y="9507"/>
                    <a:pt x="7372" y="9511"/>
                  </a:cubicBezTo>
                  <a:lnTo>
                    <a:pt x="7393" y="9514"/>
                  </a:lnTo>
                  <a:cubicBezTo>
                    <a:pt x="7424" y="9911"/>
                    <a:pt x="7480" y="10337"/>
                    <a:pt x="7563" y="10797"/>
                  </a:cubicBezTo>
                  <a:cubicBezTo>
                    <a:pt x="7591" y="11083"/>
                    <a:pt x="7643" y="11367"/>
                    <a:pt x="7717" y="11645"/>
                  </a:cubicBezTo>
                  <a:cubicBezTo>
                    <a:pt x="7998" y="14738"/>
                    <a:pt x="1999" y="14368"/>
                    <a:pt x="404" y="16361"/>
                  </a:cubicBezTo>
                  <a:cubicBezTo>
                    <a:pt x="198" y="16620"/>
                    <a:pt x="108" y="16823"/>
                    <a:pt x="117" y="16987"/>
                  </a:cubicBezTo>
                  <a:cubicBezTo>
                    <a:pt x="87" y="16999"/>
                    <a:pt x="59" y="17015"/>
                    <a:pt x="34" y="17033"/>
                  </a:cubicBezTo>
                  <a:cubicBezTo>
                    <a:pt x="12" y="17048"/>
                    <a:pt x="3" y="17073"/>
                    <a:pt x="3" y="17098"/>
                  </a:cubicBezTo>
                  <a:cubicBezTo>
                    <a:pt x="0" y="17147"/>
                    <a:pt x="37" y="17184"/>
                    <a:pt x="83" y="17187"/>
                  </a:cubicBezTo>
                  <a:cubicBezTo>
                    <a:pt x="105" y="17184"/>
                    <a:pt x="124" y="17178"/>
                    <a:pt x="139" y="17166"/>
                  </a:cubicBezTo>
                  <a:cubicBezTo>
                    <a:pt x="145" y="17160"/>
                    <a:pt x="151" y="17156"/>
                    <a:pt x="161" y="17150"/>
                  </a:cubicBezTo>
                  <a:cubicBezTo>
                    <a:pt x="327" y="17437"/>
                    <a:pt x="916" y="17535"/>
                    <a:pt x="1732" y="17535"/>
                  </a:cubicBezTo>
                  <a:cubicBezTo>
                    <a:pt x="3400" y="17535"/>
                    <a:pt x="6011" y="17126"/>
                    <a:pt x="7871" y="17089"/>
                  </a:cubicBezTo>
                  <a:cubicBezTo>
                    <a:pt x="7889" y="17088"/>
                    <a:pt x="7907" y="17088"/>
                    <a:pt x="7925" y="17088"/>
                  </a:cubicBezTo>
                  <a:cubicBezTo>
                    <a:pt x="9552" y="17088"/>
                    <a:pt x="8848" y="18623"/>
                    <a:pt x="8442" y="19642"/>
                  </a:cubicBezTo>
                  <a:cubicBezTo>
                    <a:pt x="8029" y="20669"/>
                    <a:pt x="4167" y="20380"/>
                    <a:pt x="2523" y="22643"/>
                  </a:cubicBezTo>
                  <a:cubicBezTo>
                    <a:pt x="2403" y="22807"/>
                    <a:pt x="2332" y="22952"/>
                    <a:pt x="2304" y="23075"/>
                  </a:cubicBezTo>
                  <a:lnTo>
                    <a:pt x="2252" y="23115"/>
                  </a:lnTo>
                  <a:cubicBezTo>
                    <a:pt x="2190" y="23165"/>
                    <a:pt x="2224" y="23263"/>
                    <a:pt x="2301" y="23266"/>
                  </a:cubicBezTo>
                  <a:cubicBezTo>
                    <a:pt x="2388" y="23666"/>
                    <a:pt x="3108" y="23793"/>
                    <a:pt x="4185" y="23793"/>
                  </a:cubicBezTo>
                  <a:cubicBezTo>
                    <a:pt x="6067" y="23793"/>
                    <a:pt x="9038" y="23405"/>
                    <a:pt x="11621" y="23405"/>
                  </a:cubicBezTo>
                  <a:cubicBezTo>
                    <a:pt x="12178" y="23405"/>
                    <a:pt x="12717" y="23423"/>
                    <a:pt x="13222" y="23467"/>
                  </a:cubicBezTo>
                  <a:cubicBezTo>
                    <a:pt x="13849" y="23522"/>
                    <a:pt x="14549" y="23633"/>
                    <a:pt x="15311" y="23781"/>
                  </a:cubicBezTo>
                  <a:cubicBezTo>
                    <a:pt x="15304" y="23822"/>
                    <a:pt x="15329" y="23855"/>
                    <a:pt x="15366" y="23871"/>
                  </a:cubicBezTo>
                  <a:cubicBezTo>
                    <a:pt x="15425" y="23893"/>
                    <a:pt x="21322" y="26141"/>
                    <a:pt x="28687" y="26141"/>
                  </a:cubicBezTo>
                  <a:cubicBezTo>
                    <a:pt x="28943" y="26141"/>
                    <a:pt x="29202" y="26138"/>
                    <a:pt x="29464" y="26132"/>
                  </a:cubicBezTo>
                  <a:cubicBezTo>
                    <a:pt x="29511" y="26132"/>
                    <a:pt x="29548" y="26092"/>
                    <a:pt x="29548" y="26045"/>
                  </a:cubicBezTo>
                  <a:lnTo>
                    <a:pt x="29548" y="26036"/>
                  </a:lnTo>
                  <a:cubicBezTo>
                    <a:pt x="29545" y="26021"/>
                    <a:pt x="29538" y="26008"/>
                    <a:pt x="29529" y="25996"/>
                  </a:cubicBezTo>
                  <a:cubicBezTo>
                    <a:pt x="30615" y="25910"/>
                    <a:pt x="31639" y="25697"/>
                    <a:pt x="32564" y="25321"/>
                  </a:cubicBezTo>
                  <a:cubicBezTo>
                    <a:pt x="33384" y="24987"/>
                    <a:pt x="34149" y="24531"/>
                    <a:pt x="34834" y="23967"/>
                  </a:cubicBezTo>
                  <a:lnTo>
                    <a:pt x="34834" y="23967"/>
                  </a:lnTo>
                  <a:cubicBezTo>
                    <a:pt x="34655" y="24824"/>
                    <a:pt x="34057" y="25956"/>
                    <a:pt x="32515" y="27183"/>
                  </a:cubicBezTo>
                  <a:cubicBezTo>
                    <a:pt x="31679" y="27847"/>
                    <a:pt x="30496" y="28096"/>
                    <a:pt x="29126" y="28096"/>
                  </a:cubicBezTo>
                  <a:cubicBezTo>
                    <a:pt x="25189" y="28096"/>
                    <a:pt x="19709" y="26040"/>
                    <a:pt x="16510" y="25857"/>
                  </a:cubicBezTo>
                  <a:cubicBezTo>
                    <a:pt x="16415" y="25852"/>
                    <a:pt x="16321" y="25849"/>
                    <a:pt x="16227" y="25849"/>
                  </a:cubicBezTo>
                  <a:cubicBezTo>
                    <a:pt x="12587" y="25849"/>
                    <a:pt x="9736" y="29868"/>
                    <a:pt x="12626" y="29868"/>
                  </a:cubicBezTo>
                  <a:cubicBezTo>
                    <a:pt x="13048" y="29868"/>
                    <a:pt x="13592" y="29782"/>
                    <a:pt x="14274" y="29586"/>
                  </a:cubicBezTo>
                  <a:cubicBezTo>
                    <a:pt x="15055" y="29362"/>
                    <a:pt x="15868" y="29272"/>
                    <a:pt x="16705" y="29272"/>
                  </a:cubicBezTo>
                  <a:cubicBezTo>
                    <a:pt x="19995" y="29272"/>
                    <a:pt x="23653" y="30654"/>
                    <a:pt x="27184" y="30654"/>
                  </a:cubicBezTo>
                  <a:cubicBezTo>
                    <a:pt x="29049" y="30654"/>
                    <a:pt x="30878" y="30269"/>
                    <a:pt x="32598" y="29090"/>
                  </a:cubicBezTo>
                  <a:cubicBezTo>
                    <a:pt x="38399" y="25111"/>
                    <a:pt x="36574" y="22039"/>
                    <a:pt x="36574" y="22039"/>
                  </a:cubicBezTo>
                  <a:lnTo>
                    <a:pt x="36574" y="22039"/>
                  </a:lnTo>
                  <a:lnTo>
                    <a:pt x="36537" y="22045"/>
                  </a:lnTo>
                  <a:cubicBezTo>
                    <a:pt x="38628" y="18807"/>
                    <a:pt x="38492" y="14152"/>
                    <a:pt x="35136" y="10297"/>
                  </a:cubicBezTo>
                  <a:cubicBezTo>
                    <a:pt x="32833" y="7648"/>
                    <a:pt x="29882" y="7064"/>
                    <a:pt x="27365" y="7064"/>
                  </a:cubicBezTo>
                  <a:cubicBezTo>
                    <a:pt x="25383" y="7064"/>
                    <a:pt x="23670" y="7426"/>
                    <a:pt x="22751" y="7426"/>
                  </a:cubicBezTo>
                  <a:cubicBezTo>
                    <a:pt x="22389" y="7426"/>
                    <a:pt x="22150" y="7370"/>
                    <a:pt x="22068" y="7213"/>
                  </a:cubicBezTo>
                  <a:cubicBezTo>
                    <a:pt x="21954" y="6991"/>
                    <a:pt x="22482" y="3302"/>
                    <a:pt x="21865" y="3095"/>
                  </a:cubicBezTo>
                  <a:cubicBezTo>
                    <a:pt x="21833" y="3085"/>
                    <a:pt x="21797" y="3080"/>
                    <a:pt x="21757" y="3080"/>
                  </a:cubicBezTo>
                  <a:cubicBezTo>
                    <a:pt x="21037" y="3080"/>
                    <a:pt x="19148" y="4753"/>
                    <a:pt x="18367" y="4946"/>
                  </a:cubicBezTo>
                  <a:cubicBezTo>
                    <a:pt x="18312" y="4960"/>
                    <a:pt x="18249" y="4966"/>
                    <a:pt x="18181" y="4966"/>
                  </a:cubicBezTo>
                  <a:cubicBezTo>
                    <a:pt x="17224" y="4966"/>
                    <a:pt x="15073" y="3712"/>
                    <a:pt x="15073" y="3712"/>
                  </a:cubicBezTo>
                  <a:cubicBezTo>
                    <a:pt x="15073" y="3712"/>
                    <a:pt x="16103" y="214"/>
                    <a:pt x="15073" y="11"/>
                  </a:cubicBezTo>
                  <a:cubicBezTo>
                    <a:pt x="15038" y="4"/>
                    <a:pt x="15001" y="0"/>
                    <a:pt x="14962"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6" name="Google Shape;4146;p38"/>
            <p:cNvSpPr/>
            <p:nvPr/>
          </p:nvSpPr>
          <p:spPr>
            <a:xfrm flipH="1">
              <a:off x="285813" y="4050385"/>
              <a:ext cx="1181377" cy="929506"/>
            </a:xfrm>
            <a:custGeom>
              <a:avLst/>
              <a:gdLst/>
              <a:ahLst/>
              <a:cxnLst/>
              <a:rect l="l" t="t" r="r" b="b"/>
              <a:pathLst>
                <a:path w="38954" h="30654" extrusionOk="0">
                  <a:moveTo>
                    <a:pt x="15288" y="0"/>
                  </a:moveTo>
                  <a:cubicBezTo>
                    <a:pt x="14191" y="0"/>
                    <a:pt x="11676" y="2719"/>
                    <a:pt x="11676" y="2719"/>
                  </a:cubicBezTo>
                  <a:cubicBezTo>
                    <a:pt x="10236" y="4159"/>
                    <a:pt x="6600" y="4782"/>
                    <a:pt x="7994" y="11327"/>
                  </a:cubicBezTo>
                  <a:cubicBezTo>
                    <a:pt x="8725" y="14766"/>
                    <a:pt x="2374" y="14303"/>
                    <a:pt x="730" y="16364"/>
                  </a:cubicBezTo>
                  <a:cubicBezTo>
                    <a:pt x="0" y="17276"/>
                    <a:pt x="728" y="17535"/>
                    <a:pt x="2056" y="17535"/>
                  </a:cubicBezTo>
                  <a:cubicBezTo>
                    <a:pt x="3723" y="17535"/>
                    <a:pt x="6336" y="17126"/>
                    <a:pt x="8197" y="17089"/>
                  </a:cubicBezTo>
                  <a:cubicBezTo>
                    <a:pt x="8215" y="17088"/>
                    <a:pt x="8233" y="17088"/>
                    <a:pt x="8251" y="17088"/>
                  </a:cubicBezTo>
                  <a:cubicBezTo>
                    <a:pt x="9878" y="17088"/>
                    <a:pt x="9174" y="18623"/>
                    <a:pt x="8768" y="19642"/>
                  </a:cubicBezTo>
                  <a:cubicBezTo>
                    <a:pt x="8355" y="20669"/>
                    <a:pt x="4493" y="20380"/>
                    <a:pt x="2849" y="22643"/>
                  </a:cubicBezTo>
                  <a:cubicBezTo>
                    <a:pt x="2194" y="23543"/>
                    <a:pt x="3003" y="23793"/>
                    <a:pt x="4512" y="23793"/>
                  </a:cubicBezTo>
                  <a:cubicBezTo>
                    <a:pt x="6394" y="23793"/>
                    <a:pt x="9365" y="23405"/>
                    <a:pt x="11948" y="23405"/>
                  </a:cubicBezTo>
                  <a:cubicBezTo>
                    <a:pt x="12504" y="23405"/>
                    <a:pt x="13043" y="23423"/>
                    <a:pt x="13548" y="23467"/>
                  </a:cubicBezTo>
                  <a:cubicBezTo>
                    <a:pt x="17186" y="23782"/>
                    <a:pt x="23381" y="26045"/>
                    <a:pt x="28574" y="26045"/>
                  </a:cubicBezTo>
                  <a:cubicBezTo>
                    <a:pt x="30136" y="26045"/>
                    <a:pt x="31606" y="25841"/>
                    <a:pt x="32890" y="25317"/>
                  </a:cubicBezTo>
                  <a:cubicBezTo>
                    <a:pt x="33710" y="24984"/>
                    <a:pt x="34475" y="24528"/>
                    <a:pt x="35157" y="23963"/>
                  </a:cubicBezTo>
                  <a:lnTo>
                    <a:pt x="35157" y="23963"/>
                  </a:lnTo>
                  <a:cubicBezTo>
                    <a:pt x="34981" y="24821"/>
                    <a:pt x="34383" y="25953"/>
                    <a:pt x="32838" y="27180"/>
                  </a:cubicBezTo>
                  <a:cubicBezTo>
                    <a:pt x="32003" y="27845"/>
                    <a:pt x="30819" y="28094"/>
                    <a:pt x="29448" y="28094"/>
                  </a:cubicBezTo>
                  <a:cubicBezTo>
                    <a:pt x="25512" y="28094"/>
                    <a:pt x="20034" y="26039"/>
                    <a:pt x="16836" y="25854"/>
                  </a:cubicBezTo>
                  <a:cubicBezTo>
                    <a:pt x="16741" y="25849"/>
                    <a:pt x="16647" y="25846"/>
                    <a:pt x="16553" y="25846"/>
                  </a:cubicBezTo>
                  <a:cubicBezTo>
                    <a:pt x="12910" y="25846"/>
                    <a:pt x="10061" y="29868"/>
                    <a:pt x="12950" y="29868"/>
                  </a:cubicBezTo>
                  <a:cubicBezTo>
                    <a:pt x="13372" y="29868"/>
                    <a:pt x="13916" y="29782"/>
                    <a:pt x="14597" y="29586"/>
                  </a:cubicBezTo>
                  <a:cubicBezTo>
                    <a:pt x="15379" y="29361"/>
                    <a:pt x="16193" y="29271"/>
                    <a:pt x="17031" y="29271"/>
                  </a:cubicBezTo>
                  <a:cubicBezTo>
                    <a:pt x="20320" y="29271"/>
                    <a:pt x="23979" y="30654"/>
                    <a:pt x="27509" y="30654"/>
                  </a:cubicBezTo>
                  <a:cubicBezTo>
                    <a:pt x="29373" y="30654"/>
                    <a:pt x="31201" y="30268"/>
                    <a:pt x="32921" y="29090"/>
                  </a:cubicBezTo>
                  <a:cubicBezTo>
                    <a:pt x="38725" y="25108"/>
                    <a:pt x="36900" y="22039"/>
                    <a:pt x="36900" y="22039"/>
                  </a:cubicBezTo>
                  <a:lnTo>
                    <a:pt x="36900" y="22039"/>
                  </a:lnTo>
                  <a:lnTo>
                    <a:pt x="36863" y="22045"/>
                  </a:lnTo>
                  <a:cubicBezTo>
                    <a:pt x="38954" y="18807"/>
                    <a:pt x="38818" y="14152"/>
                    <a:pt x="35462" y="10297"/>
                  </a:cubicBezTo>
                  <a:cubicBezTo>
                    <a:pt x="33159" y="7648"/>
                    <a:pt x="30208" y="7064"/>
                    <a:pt x="27691" y="7064"/>
                  </a:cubicBezTo>
                  <a:cubicBezTo>
                    <a:pt x="25709" y="7064"/>
                    <a:pt x="23996" y="7426"/>
                    <a:pt x="23077" y="7426"/>
                  </a:cubicBezTo>
                  <a:cubicBezTo>
                    <a:pt x="22715" y="7426"/>
                    <a:pt x="22476" y="7370"/>
                    <a:pt x="22394" y="7213"/>
                  </a:cubicBezTo>
                  <a:cubicBezTo>
                    <a:pt x="22280" y="6991"/>
                    <a:pt x="22808" y="3302"/>
                    <a:pt x="22191" y="3095"/>
                  </a:cubicBezTo>
                  <a:cubicBezTo>
                    <a:pt x="22159" y="3085"/>
                    <a:pt x="22123" y="3080"/>
                    <a:pt x="22083" y="3080"/>
                  </a:cubicBezTo>
                  <a:cubicBezTo>
                    <a:pt x="21363" y="3080"/>
                    <a:pt x="19474" y="4753"/>
                    <a:pt x="18693" y="4946"/>
                  </a:cubicBezTo>
                  <a:cubicBezTo>
                    <a:pt x="18638" y="4960"/>
                    <a:pt x="18575" y="4966"/>
                    <a:pt x="18507" y="4966"/>
                  </a:cubicBezTo>
                  <a:cubicBezTo>
                    <a:pt x="17550" y="4966"/>
                    <a:pt x="15399" y="3712"/>
                    <a:pt x="15399" y="3712"/>
                  </a:cubicBezTo>
                  <a:cubicBezTo>
                    <a:pt x="15399" y="3712"/>
                    <a:pt x="16429" y="214"/>
                    <a:pt x="15399" y="11"/>
                  </a:cubicBezTo>
                  <a:cubicBezTo>
                    <a:pt x="15364" y="4"/>
                    <a:pt x="15327" y="0"/>
                    <a:pt x="1528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7" name="Google Shape;4147;p38"/>
            <p:cNvSpPr/>
            <p:nvPr/>
          </p:nvSpPr>
          <p:spPr>
            <a:xfrm flipH="1">
              <a:off x="1388733" y="4559924"/>
              <a:ext cx="69511" cy="11644"/>
            </a:xfrm>
            <a:custGeom>
              <a:avLst/>
              <a:gdLst/>
              <a:ahLst/>
              <a:cxnLst/>
              <a:rect l="l" t="t" r="r" b="b"/>
              <a:pathLst>
                <a:path w="2292" h="384" extrusionOk="0">
                  <a:moveTo>
                    <a:pt x="2178" y="1"/>
                  </a:moveTo>
                  <a:cubicBezTo>
                    <a:pt x="1872" y="1"/>
                    <a:pt x="336" y="13"/>
                    <a:pt x="62" y="232"/>
                  </a:cubicBezTo>
                  <a:cubicBezTo>
                    <a:pt x="0" y="282"/>
                    <a:pt x="34" y="380"/>
                    <a:pt x="114" y="383"/>
                  </a:cubicBezTo>
                  <a:cubicBezTo>
                    <a:pt x="136" y="380"/>
                    <a:pt x="155" y="374"/>
                    <a:pt x="170" y="362"/>
                  </a:cubicBezTo>
                  <a:cubicBezTo>
                    <a:pt x="343" y="223"/>
                    <a:pt x="1493" y="170"/>
                    <a:pt x="2178" y="170"/>
                  </a:cubicBezTo>
                  <a:cubicBezTo>
                    <a:pt x="2292" y="170"/>
                    <a:pt x="2292" y="1"/>
                    <a:pt x="217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8" name="Google Shape;4148;p38"/>
            <p:cNvSpPr/>
            <p:nvPr/>
          </p:nvSpPr>
          <p:spPr>
            <a:xfrm flipH="1">
              <a:off x="1398074" y="4540639"/>
              <a:ext cx="53255" cy="19710"/>
            </a:xfrm>
            <a:custGeom>
              <a:avLst/>
              <a:gdLst/>
              <a:ahLst/>
              <a:cxnLst/>
              <a:rect l="l" t="t" r="r" b="b"/>
              <a:pathLst>
                <a:path w="1756" h="650" extrusionOk="0">
                  <a:moveTo>
                    <a:pt x="1636" y="0"/>
                  </a:moveTo>
                  <a:cubicBezTo>
                    <a:pt x="1631" y="0"/>
                    <a:pt x="1626" y="1"/>
                    <a:pt x="1620" y="1"/>
                  </a:cubicBezTo>
                  <a:cubicBezTo>
                    <a:pt x="1586" y="8"/>
                    <a:pt x="753" y="116"/>
                    <a:pt x="59" y="489"/>
                  </a:cubicBezTo>
                  <a:cubicBezTo>
                    <a:pt x="16" y="510"/>
                    <a:pt x="1" y="563"/>
                    <a:pt x="22" y="603"/>
                  </a:cubicBezTo>
                  <a:cubicBezTo>
                    <a:pt x="38" y="631"/>
                    <a:pt x="65" y="649"/>
                    <a:pt x="99" y="649"/>
                  </a:cubicBezTo>
                  <a:cubicBezTo>
                    <a:pt x="112" y="646"/>
                    <a:pt x="127" y="643"/>
                    <a:pt x="139" y="637"/>
                  </a:cubicBezTo>
                  <a:cubicBezTo>
                    <a:pt x="802" y="279"/>
                    <a:pt x="1632" y="171"/>
                    <a:pt x="1641" y="171"/>
                  </a:cubicBezTo>
                  <a:cubicBezTo>
                    <a:pt x="1756" y="162"/>
                    <a:pt x="1739" y="0"/>
                    <a:pt x="16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9" name="Google Shape;4149;p38"/>
            <p:cNvSpPr/>
            <p:nvPr/>
          </p:nvSpPr>
          <p:spPr>
            <a:xfrm flipH="1">
              <a:off x="1318222" y="4726698"/>
              <a:ext cx="72695" cy="29201"/>
            </a:xfrm>
            <a:custGeom>
              <a:avLst/>
              <a:gdLst/>
              <a:ahLst/>
              <a:cxnLst/>
              <a:rect l="l" t="t" r="r" b="b"/>
              <a:pathLst>
                <a:path w="2397" h="963" extrusionOk="0">
                  <a:moveTo>
                    <a:pt x="2280" y="0"/>
                  </a:moveTo>
                  <a:cubicBezTo>
                    <a:pt x="2279" y="0"/>
                    <a:pt x="2278" y="0"/>
                    <a:pt x="2277" y="0"/>
                  </a:cubicBezTo>
                  <a:cubicBezTo>
                    <a:pt x="2222" y="3"/>
                    <a:pt x="920" y="117"/>
                    <a:pt x="63" y="811"/>
                  </a:cubicBezTo>
                  <a:cubicBezTo>
                    <a:pt x="1" y="864"/>
                    <a:pt x="35" y="962"/>
                    <a:pt x="115" y="962"/>
                  </a:cubicBezTo>
                  <a:cubicBezTo>
                    <a:pt x="137" y="962"/>
                    <a:pt x="155" y="956"/>
                    <a:pt x="171" y="944"/>
                  </a:cubicBezTo>
                  <a:cubicBezTo>
                    <a:pt x="985" y="281"/>
                    <a:pt x="2277" y="170"/>
                    <a:pt x="2293" y="170"/>
                  </a:cubicBezTo>
                  <a:cubicBezTo>
                    <a:pt x="2396" y="154"/>
                    <a:pt x="2385" y="0"/>
                    <a:pt x="22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0" name="Google Shape;4150;p38"/>
            <p:cNvSpPr/>
            <p:nvPr/>
          </p:nvSpPr>
          <p:spPr>
            <a:xfrm flipH="1">
              <a:off x="1313430" y="4742769"/>
              <a:ext cx="66235" cy="22772"/>
            </a:xfrm>
            <a:custGeom>
              <a:avLst/>
              <a:gdLst/>
              <a:ahLst/>
              <a:cxnLst/>
              <a:rect l="l" t="t" r="r" b="b"/>
              <a:pathLst>
                <a:path w="2184" h="751" extrusionOk="0">
                  <a:moveTo>
                    <a:pt x="2069" y="0"/>
                  </a:moveTo>
                  <a:cubicBezTo>
                    <a:pt x="2066" y="0"/>
                    <a:pt x="2063" y="0"/>
                    <a:pt x="2060" y="1"/>
                  </a:cubicBezTo>
                  <a:cubicBezTo>
                    <a:pt x="1996" y="10"/>
                    <a:pt x="497" y="220"/>
                    <a:pt x="59" y="602"/>
                  </a:cubicBezTo>
                  <a:cubicBezTo>
                    <a:pt x="0" y="651"/>
                    <a:pt x="37" y="750"/>
                    <a:pt x="114" y="750"/>
                  </a:cubicBezTo>
                  <a:cubicBezTo>
                    <a:pt x="136" y="750"/>
                    <a:pt x="154" y="744"/>
                    <a:pt x="173" y="728"/>
                  </a:cubicBezTo>
                  <a:cubicBezTo>
                    <a:pt x="571" y="380"/>
                    <a:pt x="2070" y="170"/>
                    <a:pt x="2085" y="167"/>
                  </a:cubicBezTo>
                  <a:cubicBezTo>
                    <a:pt x="2184" y="146"/>
                    <a:pt x="2166" y="0"/>
                    <a:pt x="20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1" name="Google Shape;4151;p38"/>
            <p:cNvSpPr/>
            <p:nvPr/>
          </p:nvSpPr>
          <p:spPr>
            <a:xfrm flipH="1">
              <a:off x="727017" y="4264432"/>
              <a:ext cx="501132" cy="270507"/>
            </a:xfrm>
            <a:custGeom>
              <a:avLst/>
              <a:gdLst/>
              <a:ahLst/>
              <a:cxnLst/>
              <a:rect l="l" t="t" r="r" b="b"/>
              <a:pathLst>
                <a:path w="16524" h="8921" extrusionOk="0">
                  <a:moveTo>
                    <a:pt x="7695" y="0"/>
                  </a:moveTo>
                  <a:cubicBezTo>
                    <a:pt x="5563" y="0"/>
                    <a:pt x="1" y="3679"/>
                    <a:pt x="1" y="3679"/>
                  </a:cubicBezTo>
                  <a:cubicBezTo>
                    <a:pt x="380" y="8108"/>
                    <a:pt x="5774" y="8921"/>
                    <a:pt x="7122" y="8921"/>
                  </a:cubicBezTo>
                  <a:cubicBezTo>
                    <a:pt x="7241" y="8921"/>
                    <a:pt x="7329" y="8915"/>
                    <a:pt x="7378" y="8904"/>
                  </a:cubicBezTo>
                  <a:lnTo>
                    <a:pt x="7486" y="8904"/>
                  </a:lnTo>
                  <a:cubicBezTo>
                    <a:pt x="8677" y="8901"/>
                    <a:pt x="9858" y="8666"/>
                    <a:pt x="10959" y="8216"/>
                  </a:cubicBezTo>
                  <a:cubicBezTo>
                    <a:pt x="16523" y="5977"/>
                    <a:pt x="15151" y="1184"/>
                    <a:pt x="15135" y="1135"/>
                  </a:cubicBezTo>
                  <a:cubicBezTo>
                    <a:pt x="15122" y="1092"/>
                    <a:pt x="15089" y="1074"/>
                    <a:pt x="15056" y="1074"/>
                  </a:cubicBezTo>
                  <a:cubicBezTo>
                    <a:pt x="15005" y="1074"/>
                    <a:pt x="14953" y="1118"/>
                    <a:pt x="14972" y="1184"/>
                  </a:cubicBezTo>
                  <a:cubicBezTo>
                    <a:pt x="14978" y="1196"/>
                    <a:pt x="15320" y="2371"/>
                    <a:pt x="14990" y="3799"/>
                  </a:cubicBezTo>
                  <a:cubicBezTo>
                    <a:pt x="14555" y="5684"/>
                    <a:pt x="13140" y="7158"/>
                    <a:pt x="10897" y="8059"/>
                  </a:cubicBezTo>
                  <a:cubicBezTo>
                    <a:pt x="9821" y="8500"/>
                    <a:pt x="8667" y="8728"/>
                    <a:pt x="7505" y="8737"/>
                  </a:cubicBezTo>
                  <a:cubicBezTo>
                    <a:pt x="7967" y="7642"/>
                    <a:pt x="9506" y="1224"/>
                    <a:pt x="8307" y="178"/>
                  </a:cubicBezTo>
                  <a:cubicBezTo>
                    <a:pt x="8165" y="55"/>
                    <a:pt x="7956" y="0"/>
                    <a:pt x="76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2" name="Google Shape;4152;p38"/>
            <p:cNvSpPr/>
            <p:nvPr/>
          </p:nvSpPr>
          <p:spPr>
            <a:xfrm flipH="1">
              <a:off x="987531" y="4312887"/>
              <a:ext cx="85706" cy="84357"/>
            </a:xfrm>
            <a:custGeom>
              <a:avLst/>
              <a:gdLst/>
              <a:ahLst/>
              <a:cxnLst/>
              <a:rect l="l" t="t" r="r" b="b"/>
              <a:pathLst>
                <a:path w="2826" h="2782" extrusionOk="0">
                  <a:moveTo>
                    <a:pt x="1996" y="1"/>
                  </a:moveTo>
                  <a:cubicBezTo>
                    <a:pt x="1967" y="1"/>
                    <a:pt x="1939" y="15"/>
                    <a:pt x="1922" y="49"/>
                  </a:cubicBezTo>
                  <a:lnTo>
                    <a:pt x="679" y="2473"/>
                  </a:lnTo>
                  <a:cubicBezTo>
                    <a:pt x="299" y="2035"/>
                    <a:pt x="432" y="752"/>
                    <a:pt x="521" y="264"/>
                  </a:cubicBezTo>
                  <a:cubicBezTo>
                    <a:pt x="534" y="201"/>
                    <a:pt x="485" y="164"/>
                    <a:pt x="438" y="164"/>
                  </a:cubicBezTo>
                  <a:cubicBezTo>
                    <a:pt x="402" y="164"/>
                    <a:pt x="366" y="186"/>
                    <a:pt x="358" y="234"/>
                  </a:cubicBezTo>
                  <a:cubicBezTo>
                    <a:pt x="343" y="314"/>
                    <a:pt x="0" y="2192"/>
                    <a:pt x="651" y="2676"/>
                  </a:cubicBezTo>
                  <a:cubicBezTo>
                    <a:pt x="749" y="2745"/>
                    <a:pt x="864" y="2781"/>
                    <a:pt x="979" y="2781"/>
                  </a:cubicBezTo>
                  <a:cubicBezTo>
                    <a:pt x="984" y="2781"/>
                    <a:pt x="989" y="2781"/>
                    <a:pt x="993" y="2781"/>
                  </a:cubicBezTo>
                  <a:cubicBezTo>
                    <a:pt x="1712" y="2781"/>
                    <a:pt x="2742" y="1760"/>
                    <a:pt x="2792" y="1711"/>
                  </a:cubicBezTo>
                  <a:cubicBezTo>
                    <a:pt x="2822" y="1677"/>
                    <a:pt x="2825" y="1628"/>
                    <a:pt x="2795" y="1594"/>
                  </a:cubicBezTo>
                  <a:cubicBezTo>
                    <a:pt x="2778" y="1577"/>
                    <a:pt x="2755" y="1568"/>
                    <a:pt x="2733" y="1568"/>
                  </a:cubicBezTo>
                  <a:cubicBezTo>
                    <a:pt x="2711" y="1568"/>
                    <a:pt x="2690" y="1577"/>
                    <a:pt x="2674" y="1594"/>
                  </a:cubicBezTo>
                  <a:cubicBezTo>
                    <a:pt x="2352" y="1913"/>
                    <a:pt x="1527" y="2615"/>
                    <a:pt x="1003" y="2615"/>
                  </a:cubicBezTo>
                  <a:cubicBezTo>
                    <a:pt x="936" y="2615"/>
                    <a:pt x="873" y="2603"/>
                    <a:pt x="818" y="2578"/>
                  </a:cubicBezTo>
                  <a:lnTo>
                    <a:pt x="2073" y="126"/>
                  </a:lnTo>
                  <a:cubicBezTo>
                    <a:pt x="2108" y="58"/>
                    <a:pt x="2052" y="1"/>
                    <a:pt x="19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3" name="Google Shape;4153;p38"/>
            <p:cNvSpPr/>
            <p:nvPr/>
          </p:nvSpPr>
          <p:spPr>
            <a:xfrm flipH="1">
              <a:off x="983224" y="4289387"/>
              <a:ext cx="44005" cy="26744"/>
            </a:xfrm>
            <a:custGeom>
              <a:avLst/>
              <a:gdLst/>
              <a:ahLst/>
              <a:cxnLst/>
              <a:rect l="l" t="t" r="r" b="b"/>
              <a:pathLst>
                <a:path w="1451" h="882" extrusionOk="0">
                  <a:moveTo>
                    <a:pt x="1" y="0"/>
                  </a:moveTo>
                  <a:cubicBezTo>
                    <a:pt x="1" y="0"/>
                    <a:pt x="454" y="802"/>
                    <a:pt x="540" y="870"/>
                  </a:cubicBezTo>
                  <a:cubicBezTo>
                    <a:pt x="551" y="878"/>
                    <a:pt x="571" y="882"/>
                    <a:pt x="600" y="882"/>
                  </a:cubicBezTo>
                  <a:cubicBezTo>
                    <a:pt x="811" y="882"/>
                    <a:pt x="1450" y="691"/>
                    <a:pt x="1450" y="691"/>
                  </a:cubicBezTo>
                  <a:cubicBezTo>
                    <a:pt x="1043" y="12"/>
                    <a:pt x="1" y="0"/>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4" name="Google Shape;4154;p38"/>
            <p:cNvSpPr/>
            <p:nvPr/>
          </p:nvSpPr>
          <p:spPr>
            <a:xfrm flipH="1">
              <a:off x="561187" y="4444608"/>
              <a:ext cx="429286" cy="395284"/>
            </a:xfrm>
            <a:custGeom>
              <a:avLst/>
              <a:gdLst/>
              <a:ahLst/>
              <a:cxnLst/>
              <a:rect l="l" t="t" r="r" b="b"/>
              <a:pathLst>
                <a:path w="14155" h="13036" extrusionOk="0">
                  <a:moveTo>
                    <a:pt x="14048" y="0"/>
                  </a:moveTo>
                  <a:cubicBezTo>
                    <a:pt x="14045" y="0"/>
                    <a:pt x="14041" y="0"/>
                    <a:pt x="14037" y="1"/>
                  </a:cubicBezTo>
                  <a:cubicBezTo>
                    <a:pt x="14003" y="4"/>
                    <a:pt x="10574" y="464"/>
                    <a:pt x="9408" y="4038"/>
                  </a:cubicBezTo>
                  <a:cubicBezTo>
                    <a:pt x="8911" y="5565"/>
                    <a:pt x="9300" y="7187"/>
                    <a:pt x="9991" y="8609"/>
                  </a:cubicBezTo>
                  <a:cubicBezTo>
                    <a:pt x="9799" y="8871"/>
                    <a:pt x="9228" y="9407"/>
                    <a:pt x="7772" y="9407"/>
                  </a:cubicBezTo>
                  <a:cubicBezTo>
                    <a:pt x="7235" y="9407"/>
                    <a:pt x="6579" y="9335"/>
                    <a:pt x="5778" y="9149"/>
                  </a:cubicBezTo>
                  <a:cubicBezTo>
                    <a:pt x="5243" y="9025"/>
                    <a:pt x="4742" y="8973"/>
                    <a:pt x="4276" y="8973"/>
                  </a:cubicBezTo>
                  <a:cubicBezTo>
                    <a:pt x="1539" y="8973"/>
                    <a:pt x="1" y="10790"/>
                    <a:pt x="1" y="10790"/>
                  </a:cubicBezTo>
                  <a:cubicBezTo>
                    <a:pt x="1" y="10790"/>
                    <a:pt x="2718" y="11471"/>
                    <a:pt x="5722" y="12202"/>
                  </a:cubicBezTo>
                  <a:cubicBezTo>
                    <a:pt x="9155" y="13035"/>
                    <a:pt x="14155" y="13035"/>
                    <a:pt x="14155" y="13035"/>
                  </a:cubicBezTo>
                  <a:cubicBezTo>
                    <a:pt x="12992" y="12890"/>
                    <a:pt x="10814" y="9627"/>
                    <a:pt x="10225" y="8711"/>
                  </a:cubicBezTo>
                  <a:cubicBezTo>
                    <a:pt x="9500" y="7280"/>
                    <a:pt x="9069" y="5636"/>
                    <a:pt x="9568" y="4091"/>
                  </a:cubicBezTo>
                  <a:cubicBezTo>
                    <a:pt x="10700" y="621"/>
                    <a:pt x="14025" y="174"/>
                    <a:pt x="14059" y="167"/>
                  </a:cubicBezTo>
                  <a:cubicBezTo>
                    <a:pt x="14105" y="161"/>
                    <a:pt x="14139" y="121"/>
                    <a:pt x="14133" y="75"/>
                  </a:cubicBezTo>
                  <a:cubicBezTo>
                    <a:pt x="14127" y="32"/>
                    <a:pt x="14090" y="0"/>
                    <a:pt x="140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5" name="Google Shape;4155;p38"/>
            <p:cNvSpPr/>
            <p:nvPr/>
          </p:nvSpPr>
          <p:spPr>
            <a:xfrm flipH="1">
              <a:off x="1074995" y="4210306"/>
              <a:ext cx="47614" cy="56551"/>
            </a:xfrm>
            <a:custGeom>
              <a:avLst/>
              <a:gdLst/>
              <a:ahLst/>
              <a:cxnLst/>
              <a:rect l="l" t="t" r="r" b="b"/>
              <a:pathLst>
                <a:path w="1570" h="1865" extrusionOk="0">
                  <a:moveTo>
                    <a:pt x="123" y="1"/>
                  </a:moveTo>
                  <a:cubicBezTo>
                    <a:pt x="48" y="1"/>
                    <a:pt x="1" y="109"/>
                    <a:pt x="80" y="159"/>
                  </a:cubicBezTo>
                  <a:cubicBezTo>
                    <a:pt x="95" y="165"/>
                    <a:pt x="1385" y="905"/>
                    <a:pt x="1267" y="1769"/>
                  </a:cubicBezTo>
                  <a:cubicBezTo>
                    <a:pt x="1261" y="1815"/>
                    <a:pt x="1295" y="1859"/>
                    <a:pt x="1341" y="1865"/>
                  </a:cubicBezTo>
                  <a:lnTo>
                    <a:pt x="1351" y="1865"/>
                  </a:lnTo>
                  <a:cubicBezTo>
                    <a:pt x="1394" y="1865"/>
                    <a:pt x="1431" y="1834"/>
                    <a:pt x="1437" y="1791"/>
                  </a:cubicBezTo>
                  <a:cubicBezTo>
                    <a:pt x="1570" y="813"/>
                    <a:pt x="222" y="42"/>
                    <a:pt x="163" y="11"/>
                  </a:cubicBezTo>
                  <a:cubicBezTo>
                    <a:pt x="149" y="4"/>
                    <a:pt x="136" y="1"/>
                    <a:pt x="1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6" name="Google Shape;4156;p38"/>
            <p:cNvSpPr/>
            <p:nvPr/>
          </p:nvSpPr>
          <p:spPr>
            <a:xfrm flipH="1">
              <a:off x="846963" y="4312190"/>
              <a:ext cx="96745" cy="31748"/>
            </a:xfrm>
            <a:custGeom>
              <a:avLst/>
              <a:gdLst/>
              <a:ahLst/>
              <a:cxnLst/>
              <a:rect l="l" t="t" r="r" b="b"/>
              <a:pathLst>
                <a:path w="3190" h="1047" extrusionOk="0">
                  <a:moveTo>
                    <a:pt x="1835" y="0"/>
                  </a:moveTo>
                  <a:cubicBezTo>
                    <a:pt x="1279" y="0"/>
                    <a:pt x="683" y="303"/>
                    <a:pt x="56" y="901"/>
                  </a:cubicBezTo>
                  <a:cubicBezTo>
                    <a:pt x="1" y="954"/>
                    <a:pt x="38" y="1046"/>
                    <a:pt x="115" y="1046"/>
                  </a:cubicBezTo>
                  <a:cubicBezTo>
                    <a:pt x="137" y="1046"/>
                    <a:pt x="155" y="1037"/>
                    <a:pt x="171" y="1021"/>
                  </a:cubicBezTo>
                  <a:cubicBezTo>
                    <a:pt x="762" y="455"/>
                    <a:pt x="1319" y="168"/>
                    <a:pt x="1830" y="168"/>
                  </a:cubicBezTo>
                  <a:cubicBezTo>
                    <a:pt x="1889" y="168"/>
                    <a:pt x="1948" y="172"/>
                    <a:pt x="2006" y="179"/>
                  </a:cubicBezTo>
                  <a:cubicBezTo>
                    <a:pt x="2657" y="266"/>
                    <a:pt x="3005" y="827"/>
                    <a:pt x="3008" y="833"/>
                  </a:cubicBezTo>
                  <a:cubicBezTo>
                    <a:pt x="3026" y="860"/>
                    <a:pt x="3051" y="872"/>
                    <a:pt x="3076" y="872"/>
                  </a:cubicBezTo>
                  <a:cubicBezTo>
                    <a:pt x="3133" y="872"/>
                    <a:pt x="3190" y="812"/>
                    <a:pt x="3153" y="747"/>
                  </a:cubicBezTo>
                  <a:cubicBezTo>
                    <a:pt x="3138" y="722"/>
                    <a:pt x="2764" y="112"/>
                    <a:pt x="2030" y="13"/>
                  </a:cubicBezTo>
                  <a:cubicBezTo>
                    <a:pt x="1966" y="4"/>
                    <a:pt x="1901" y="0"/>
                    <a:pt x="18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7" name="Google Shape;4157;p38"/>
            <p:cNvSpPr/>
            <p:nvPr/>
          </p:nvSpPr>
          <p:spPr>
            <a:xfrm flipH="1">
              <a:off x="1110266" y="4192294"/>
              <a:ext cx="149697" cy="145184"/>
            </a:xfrm>
            <a:custGeom>
              <a:avLst/>
              <a:gdLst/>
              <a:ahLst/>
              <a:cxnLst/>
              <a:rect l="l" t="t" r="r" b="b"/>
              <a:pathLst>
                <a:path w="4936" h="4788" extrusionOk="0">
                  <a:moveTo>
                    <a:pt x="119" y="0"/>
                  </a:moveTo>
                  <a:cubicBezTo>
                    <a:pt x="54" y="0"/>
                    <a:pt x="0" y="84"/>
                    <a:pt x="60" y="145"/>
                  </a:cubicBezTo>
                  <a:lnTo>
                    <a:pt x="4763" y="4763"/>
                  </a:lnTo>
                  <a:cubicBezTo>
                    <a:pt x="4779" y="4778"/>
                    <a:pt x="4800" y="4787"/>
                    <a:pt x="4822" y="4787"/>
                  </a:cubicBezTo>
                  <a:cubicBezTo>
                    <a:pt x="4896" y="4787"/>
                    <a:pt x="4936" y="4695"/>
                    <a:pt x="4880" y="4642"/>
                  </a:cubicBezTo>
                  <a:lnTo>
                    <a:pt x="177" y="25"/>
                  </a:lnTo>
                  <a:cubicBezTo>
                    <a:pt x="158" y="7"/>
                    <a:pt x="138" y="0"/>
                    <a:pt x="1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8" name="Google Shape;4158;p38"/>
            <p:cNvSpPr/>
            <p:nvPr/>
          </p:nvSpPr>
          <p:spPr>
            <a:xfrm flipH="1">
              <a:off x="1128129" y="4255183"/>
              <a:ext cx="174504" cy="88754"/>
            </a:xfrm>
            <a:custGeom>
              <a:avLst/>
              <a:gdLst/>
              <a:ahLst/>
              <a:cxnLst/>
              <a:rect l="l" t="t" r="r" b="b"/>
              <a:pathLst>
                <a:path w="5754" h="2927" extrusionOk="0">
                  <a:moveTo>
                    <a:pt x="123" y="1"/>
                  </a:moveTo>
                  <a:cubicBezTo>
                    <a:pt x="45" y="1"/>
                    <a:pt x="1" y="118"/>
                    <a:pt x="88" y="163"/>
                  </a:cubicBezTo>
                  <a:lnTo>
                    <a:pt x="5596" y="2917"/>
                  </a:lnTo>
                  <a:cubicBezTo>
                    <a:pt x="5609" y="2923"/>
                    <a:pt x="5621" y="2926"/>
                    <a:pt x="5637" y="2926"/>
                  </a:cubicBezTo>
                  <a:cubicBezTo>
                    <a:pt x="5726" y="2926"/>
                    <a:pt x="5754" y="2806"/>
                    <a:pt x="5674" y="2766"/>
                  </a:cubicBezTo>
                  <a:lnTo>
                    <a:pt x="165" y="12"/>
                  </a:lnTo>
                  <a:cubicBezTo>
                    <a:pt x="150" y="4"/>
                    <a:pt x="136" y="1"/>
                    <a:pt x="1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9" name="Google Shape;4159;p38"/>
            <p:cNvSpPr/>
            <p:nvPr/>
          </p:nvSpPr>
          <p:spPr>
            <a:xfrm flipH="1">
              <a:off x="1138501" y="4322075"/>
              <a:ext cx="165224" cy="32142"/>
            </a:xfrm>
            <a:custGeom>
              <a:avLst/>
              <a:gdLst/>
              <a:ahLst/>
              <a:cxnLst/>
              <a:rect l="l" t="t" r="r" b="b"/>
              <a:pathLst>
                <a:path w="5448" h="1060" extrusionOk="0">
                  <a:moveTo>
                    <a:pt x="116" y="0"/>
                  </a:moveTo>
                  <a:cubicBezTo>
                    <a:pt x="20" y="0"/>
                    <a:pt x="0" y="151"/>
                    <a:pt x="105" y="168"/>
                  </a:cubicBezTo>
                  <a:lnTo>
                    <a:pt x="5318" y="1059"/>
                  </a:lnTo>
                  <a:lnTo>
                    <a:pt x="5333" y="1059"/>
                  </a:lnTo>
                  <a:cubicBezTo>
                    <a:pt x="5435" y="1059"/>
                    <a:pt x="5447" y="908"/>
                    <a:pt x="5346" y="893"/>
                  </a:cubicBezTo>
                  <a:lnTo>
                    <a:pt x="133" y="2"/>
                  </a:lnTo>
                  <a:cubicBezTo>
                    <a:pt x="127" y="1"/>
                    <a:pt x="122" y="0"/>
                    <a:pt x="1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0" name="Google Shape;4160;p38"/>
            <p:cNvSpPr/>
            <p:nvPr/>
          </p:nvSpPr>
          <p:spPr>
            <a:xfrm flipH="1">
              <a:off x="1128311" y="4229349"/>
              <a:ext cx="92165" cy="88845"/>
            </a:xfrm>
            <a:custGeom>
              <a:avLst/>
              <a:gdLst/>
              <a:ahLst/>
              <a:cxnLst/>
              <a:rect l="l" t="t" r="r" b="b"/>
              <a:pathLst>
                <a:path w="3039" h="2930" extrusionOk="0">
                  <a:moveTo>
                    <a:pt x="127" y="1"/>
                  </a:moveTo>
                  <a:cubicBezTo>
                    <a:pt x="60" y="1"/>
                    <a:pt x="1" y="92"/>
                    <a:pt x="71" y="151"/>
                  </a:cubicBezTo>
                  <a:lnTo>
                    <a:pt x="2866" y="2905"/>
                  </a:lnTo>
                  <a:cubicBezTo>
                    <a:pt x="2881" y="2921"/>
                    <a:pt x="2903" y="2930"/>
                    <a:pt x="2928" y="2930"/>
                  </a:cubicBezTo>
                  <a:cubicBezTo>
                    <a:pt x="3002" y="2930"/>
                    <a:pt x="3039" y="2837"/>
                    <a:pt x="2986" y="2785"/>
                  </a:cubicBezTo>
                  <a:lnTo>
                    <a:pt x="189" y="31"/>
                  </a:lnTo>
                  <a:cubicBezTo>
                    <a:pt x="170" y="10"/>
                    <a:pt x="148" y="1"/>
                    <a:pt x="1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1" name="Google Shape;4161;p38"/>
            <p:cNvSpPr/>
            <p:nvPr/>
          </p:nvSpPr>
          <p:spPr>
            <a:xfrm flipH="1">
              <a:off x="1149995" y="4287265"/>
              <a:ext cx="89800" cy="47697"/>
            </a:xfrm>
            <a:custGeom>
              <a:avLst/>
              <a:gdLst/>
              <a:ahLst/>
              <a:cxnLst/>
              <a:rect l="l" t="t" r="r" b="b"/>
              <a:pathLst>
                <a:path w="2961" h="1573" extrusionOk="0">
                  <a:moveTo>
                    <a:pt x="123" y="1"/>
                  </a:moveTo>
                  <a:cubicBezTo>
                    <a:pt x="46" y="1"/>
                    <a:pt x="0" y="124"/>
                    <a:pt x="92" y="166"/>
                  </a:cubicBezTo>
                  <a:lnTo>
                    <a:pt x="2806" y="1563"/>
                  </a:lnTo>
                  <a:cubicBezTo>
                    <a:pt x="2815" y="1569"/>
                    <a:pt x="2830" y="1572"/>
                    <a:pt x="2843" y="1572"/>
                  </a:cubicBezTo>
                  <a:cubicBezTo>
                    <a:pt x="2932" y="1572"/>
                    <a:pt x="2960" y="1452"/>
                    <a:pt x="2883" y="1412"/>
                  </a:cubicBezTo>
                  <a:lnTo>
                    <a:pt x="169" y="14"/>
                  </a:lnTo>
                  <a:cubicBezTo>
                    <a:pt x="153" y="5"/>
                    <a:pt x="138" y="1"/>
                    <a:pt x="1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2" name="Google Shape;4162;p38"/>
            <p:cNvSpPr/>
            <p:nvPr/>
          </p:nvSpPr>
          <p:spPr>
            <a:xfrm flipH="1">
              <a:off x="1171892" y="4333658"/>
              <a:ext cx="64901" cy="16708"/>
            </a:xfrm>
            <a:custGeom>
              <a:avLst/>
              <a:gdLst/>
              <a:ahLst/>
              <a:cxnLst/>
              <a:rect l="l" t="t" r="r" b="b"/>
              <a:pathLst>
                <a:path w="2140" h="551" extrusionOk="0">
                  <a:moveTo>
                    <a:pt x="120" y="1"/>
                  </a:moveTo>
                  <a:cubicBezTo>
                    <a:pt x="24" y="1"/>
                    <a:pt x="1" y="145"/>
                    <a:pt x="101" y="169"/>
                  </a:cubicBezTo>
                  <a:lnTo>
                    <a:pt x="2007" y="551"/>
                  </a:lnTo>
                  <a:lnTo>
                    <a:pt x="2025" y="551"/>
                  </a:lnTo>
                  <a:cubicBezTo>
                    <a:pt x="2124" y="548"/>
                    <a:pt x="2139" y="406"/>
                    <a:pt x="2041" y="384"/>
                  </a:cubicBezTo>
                  <a:lnTo>
                    <a:pt x="135" y="2"/>
                  </a:lnTo>
                  <a:cubicBezTo>
                    <a:pt x="129" y="1"/>
                    <a:pt x="125" y="1"/>
                    <a:pt x="1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3" name="Google Shape;4163;p38"/>
            <p:cNvSpPr/>
            <p:nvPr/>
          </p:nvSpPr>
          <p:spPr>
            <a:xfrm flipH="1">
              <a:off x="1006940" y="4086439"/>
              <a:ext cx="64052" cy="62677"/>
            </a:xfrm>
            <a:custGeom>
              <a:avLst/>
              <a:gdLst/>
              <a:ahLst/>
              <a:cxnLst/>
              <a:rect l="l" t="t" r="r" b="b"/>
              <a:pathLst>
                <a:path w="2112" h="2067" extrusionOk="0">
                  <a:moveTo>
                    <a:pt x="1923" y="0"/>
                  </a:moveTo>
                  <a:cubicBezTo>
                    <a:pt x="1922" y="0"/>
                    <a:pt x="1922" y="0"/>
                    <a:pt x="1922" y="0"/>
                  </a:cubicBezTo>
                  <a:cubicBezTo>
                    <a:pt x="959" y="16"/>
                    <a:pt x="0" y="1388"/>
                    <a:pt x="0" y="1388"/>
                  </a:cubicBezTo>
                  <a:cubicBezTo>
                    <a:pt x="0" y="1388"/>
                    <a:pt x="1262" y="2067"/>
                    <a:pt x="1453" y="2067"/>
                  </a:cubicBezTo>
                  <a:cubicBezTo>
                    <a:pt x="1647" y="2067"/>
                    <a:pt x="2112" y="0"/>
                    <a:pt x="19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4" name="Google Shape;4164;p38"/>
            <p:cNvSpPr/>
            <p:nvPr/>
          </p:nvSpPr>
          <p:spPr>
            <a:xfrm flipH="1">
              <a:off x="807658" y="4177376"/>
              <a:ext cx="63172" cy="68862"/>
            </a:xfrm>
            <a:custGeom>
              <a:avLst/>
              <a:gdLst/>
              <a:ahLst/>
              <a:cxnLst/>
              <a:rect l="l" t="t" r="r" b="b"/>
              <a:pathLst>
                <a:path w="2083" h="2271" extrusionOk="0">
                  <a:moveTo>
                    <a:pt x="1923" y="0"/>
                  </a:moveTo>
                  <a:cubicBezTo>
                    <a:pt x="1582" y="0"/>
                    <a:pt x="1" y="1313"/>
                    <a:pt x="1" y="1313"/>
                  </a:cubicBezTo>
                  <a:cubicBezTo>
                    <a:pt x="1" y="1313"/>
                    <a:pt x="1618" y="2271"/>
                    <a:pt x="1873" y="2271"/>
                  </a:cubicBezTo>
                  <a:cubicBezTo>
                    <a:pt x="1879" y="2271"/>
                    <a:pt x="1884" y="2270"/>
                    <a:pt x="1888" y="2269"/>
                  </a:cubicBezTo>
                  <a:cubicBezTo>
                    <a:pt x="2083" y="2220"/>
                    <a:pt x="2083" y="329"/>
                    <a:pt x="1984" y="36"/>
                  </a:cubicBezTo>
                  <a:cubicBezTo>
                    <a:pt x="1976" y="12"/>
                    <a:pt x="1955" y="0"/>
                    <a:pt x="19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5" name="Google Shape;4165;p38"/>
            <p:cNvSpPr/>
            <p:nvPr/>
          </p:nvSpPr>
          <p:spPr>
            <a:xfrm flipH="1">
              <a:off x="974550" y="4193538"/>
              <a:ext cx="14588" cy="21135"/>
            </a:xfrm>
            <a:custGeom>
              <a:avLst/>
              <a:gdLst/>
              <a:ahLst/>
              <a:cxnLst/>
              <a:rect l="l" t="t" r="r" b="b"/>
              <a:pathLst>
                <a:path w="481" h="697" extrusionOk="0">
                  <a:moveTo>
                    <a:pt x="360" y="0"/>
                  </a:moveTo>
                  <a:cubicBezTo>
                    <a:pt x="345" y="0"/>
                    <a:pt x="328" y="5"/>
                    <a:pt x="312" y="15"/>
                  </a:cubicBezTo>
                  <a:cubicBezTo>
                    <a:pt x="117" y="148"/>
                    <a:pt x="0" y="373"/>
                    <a:pt x="6" y="610"/>
                  </a:cubicBezTo>
                  <a:cubicBezTo>
                    <a:pt x="6" y="657"/>
                    <a:pt x="43" y="697"/>
                    <a:pt x="93" y="697"/>
                  </a:cubicBezTo>
                  <a:cubicBezTo>
                    <a:pt x="139" y="697"/>
                    <a:pt x="176" y="657"/>
                    <a:pt x="176" y="610"/>
                  </a:cubicBezTo>
                  <a:cubicBezTo>
                    <a:pt x="170" y="431"/>
                    <a:pt x="256" y="262"/>
                    <a:pt x="401" y="160"/>
                  </a:cubicBezTo>
                  <a:cubicBezTo>
                    <a:pt x="480" y="109"/>
                    <a:pt x="434" y="0"/>
                    <a:pt x="3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6" name="Google Shape;4166;p38"/>
            <p:cNvSpPr/>
            <p:nvPr/>
          </p:nvSpPr>
          <p:spPr>
            <a:xfrm flipH="1">
              <a:off x="968485" y="4212156"/>
              <a:ext cx="14679" cy="21226"/>
            </a:xfrm>
            <a:custGeom>
              <a:avLst/>
              <a:gdLst/>
              <a:ahLst/>
              <a:cxnLst/>
              <a:rect l="l" t="t" r="r" b="b"/>
              <a:pathLst>
                <a:path w="484" h="700" extrusionOk="0">
                  <a:moveTo>
                    <a:pt x="359" y="0"/>
                  </a:moveTo>
                  <a:cubicBezTo>
                    <a:pt x="344" y="0"/>
                    <a:pt x="328" y="5"/>
                    <a:pt x="312" y="15"/>
                  </a:cubicBezTo>
                  <a:cubicBezTo>
                    <a:pt x="115" y="151"/>
                    <a:pt x="0" y="376"/>
                    <a:pt x="7" y="613"/>
                  </a:cubicBezTo>
                  <a:cubicBezTo>
                    <a:pt x="7" y="659"/>
                    <a:pt x="44" y="700"/>
                    <a:pt x="90" y="700"/>
                  </a:cubicBezTo>
                  <a:cubicBezTo>
                    <a:pt x="136" y="700"/>
                    <a:pt x="176" y="659"/>
                    <a:pt x="173" y="613"/>
                  </a:cubicBezTo>
                  <a:cubicBezTo>
                    <a:pt x="170" y="434"/>
                    <a:pt x="253" y="265"/>
                    <a:pt x="401" y="160"/>
                  </a:cubicBezTo>
                  <a:cubicBezTo>
                    <a:pt x="484" y="111"/>
                    <a:pt x="433" y="0"/>
                    <a:pt x="3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7" name="Google Shape;4167;p38"/>
            <p:cNvSpPr/>
            <p:nvPr/>
          </p:nvSpPr>
          <p:spPr>
            <a:xfrm flipH="1">
              <a:off x="952472" y="4195236"/>
              <a:ext cx="14618" cy="21135"/>
            </a:xfrm>
            <a:custGeom>
              <a:avLst/>
              <a:gdLst/>
              <a:ahLst/>
              <a:cxnLst/>
              <a:rect l="l" t="t" r="r" b="b"/>
              <a:pathLst>
                <a:path w="482" h="697" extrusionOk="0">
                  <a:moveTo>
                    <a:pt x="359" y="1"/>
                  </a:moveTo>
                  <a:cubicBezTo>
                    <a:pt x="344" y="1"/>
                    <a:pt x="328" y="5"/>
                    <a:pt x="312" y="15"/>
                  </a:cubicBezTo>
                  <a:cubicBezTo>
                    <a:pt x="118" y="147"/>
                    <a:pt x="1" y="372"/>
                    <a:pt x="7" y="610"/>
                  </a:cubicBezTo>
                  <a:cubicBezTo>
                    <a:pt x="7" y="659"/>
                    <a:pt x="44" y="696"/>
                    <a:pt x="93" y="696"/>
                  </a:cubicBezTo>
                  <a:cubicBezTo>
                    <a:pt x="140" y="696"/>
                    <a:pt x="177" y="659"/>
                    <a:pt x="177" y="610"/>
                  </a:cubicBezTo>
                  <a:cubicBezTo>
                    <a:pt x="171" y="431"/>
                    <a:pt x="257" y="261"/>
                    <a:pt x="402" y="160"/>
                  </a:cubicBezTo>
                  <a:cubicBezTo>
                    <a:pt x="482" y="110"/>
                    <a:pt x="434" y="1"/>
                    <a:pt x="3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8" name="Google Shape;4168;p38"/>
            <p:cNvSpPr/>
            <p:nvPr/>
          </p:nvSpPr>
          <p:spPr>
            <a:xfrm flipH="1">
              <a:off x="947377" y="4215673"/>
              <a:ext cx="14557" cy="21074"/>
            </a:xfrm>
            <a:custGeom>
              <a:avLst/>
              <a:gdLst/>
              <a:ahLst/>
              <a:cxnLst/>
              <a:rect l="l" t="t" r="r" b="b"/>
              <a:pathLst>
                <a:path w="480" h="695" extrusionOk="0">
                  <a:moveTo>
                    <a:pt x="357" y="0"/>
                  </a:moveTo>
                  <a:cubicBezTo>
                    <a:pt x="343" y="0"/>
                    <a:pt x="327" y="4"/>
                    <a:pt x="312" y="13"/>
                  </a:cubicBezTo>
                  <a:cubicBezTo>
                    <a:pt x="115" y="149"/>
                    <a:pt x="1" y="371"/>
                    <a:pt x="7" y="608"/>
                  </a:cubicBezTo>
                  <a:cubicBezTo>
                    <a:pt x="7" y="658"/>
                    <a:pt x="44" y="695"/>
                    <a:pt x="90" y="695"/>
                  </a:cubicBezTo>
                  <a:cubicBezTo>
                    <a:pt x="136" y="695"/>
                    <a:pt x="176" y="658"/>
                    <a:pt x="176" y="608"/>
                  </a:cubicBezTo>
                  <a:cubicBezTo>
                    <a:pt x="170" y="429"/>
                    <a:pt x="253" y="260"/>
                    <a:pt x="401" y="158"/>
                  </a:cubicBezTo>
                  <a:cubicBezTo>
                    <a:pt x="479" y="106"/>
                    <a:pt x="431" y="0"/>
                    <a:pt x="35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9" name="Google Shape;4169;p38"/>
            <p:cNvSpPr/>
            <p:nvPr/>
          </p:nvSpPr>
          <p:spPr>
            <a:xfrm flipH="1">
              <a:off x="930758" y="4207547"/>
              <a:ext cx="12647" cy="22105"/>
            </a:xfrm>
            <a:custGeom>
              <a:avLst/>
              <a:gdLst/>
              <a:ahLst/>
              <a:cxnLst/>
              <a:rect l="l" t="t" r="r" b="b"/>
              <a:pathLst>
                <a:path w="417" h="729" extrusionOk="0">
                  <a:moveTo>
                    <a:pt x="288" y="1"/>
                  </a:moveTo>
                  <a:cubicBezTo>
                    <a:pt x="242" y="1"/>
                    <a:pt x="197" y="35"/>
                    <a:pt x="204" y="96"/>
                  </a:cubicBezTo>
                  <a:cubicBezTo>
                    <a:pt x="238" y="272"/>
                    <a:pt x="185" y="454"/>
                    <a:pt x="59" y="580"/>
                  </a:cubicBezTo>
                  <a:cubicBezTo>
                    <a:pt x="0" y="633"/>
                    <a:pt x="37" y="728"/>
                    <a:pt x="114" y="728"/>
                  </a:cubicBezTo>
                  <a:cubicBezTo>
                    <a:pt x="136" y="728"/>
                    <a:pt x="154" y="722"/>
                    <a:pt x="170" y="710"/>
                  </a:cubicBezTo>
                  <a:cubicBezTo>
                    <a:pt x="339" y="543"/>
                    <a:pt x="417" y="299"/>
                    <a:pt x="370" y="68"/>
                  </a:cubicBezTo>
                  <a:cubicBezTo>
                    <a:pt x="359" y="22"/>
                    <a:pt x="324" y="1"/>
                    <a:pt x="2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0" name="Google Shape;4170;p38"/>
            <p:cNvSpPr/>
            <p:nvPr/>
          </p:nvSpPr>
          <p:spPr>
            <a:xfrm flipH="1">
              <a:off x="1026653" y="4110120"/>
              <a:ext cx="23928" cy="26290"/>
            </a:xfrm>
            <a:custGeom>
              <a:avLst/>
              <a:gdLst/>
              <a:ahLst/>
              <a:cxnLst/>
              <a:rect l="l" t="t" r="r" b="b"/>
              <a:pathLst>
                <a:path w="789" h="867" extrusionOk="0">
                  <a:moveTo>
                    <a:pt x="100" y="0"/>
                  </a:moveTo>
                  <a:cubicBezTo>
                    <a:pt x="51" y="0"/>
                    <a:pt x="1" y="40"/>
                    <a:pt x="15" y="104"/>
                  </a:cubicBezTo>
                  <a:cubicBezTo>
                    <a:pt x="18" y="107"/>
                    <a:pt x="129" y="607"/>
                    <a:pt x="154" y="771"/>
                  </a:cubicBezTo>
                  <a:cubicBezTo>
                    <a:pt x="160" y="817"/>
                    <a:pt x="194" y="854"/>
                    <a:pt x="240" y="863"/>
                  </a:cubicBezTo>
                  <a:cubicBezTo>
                    <a:pt x="246" y="863"/>
                    <a:pt x="256" y="866"/>
                    <a:pt x="262" y="866"/>
                  </a:cubicBezTo>
                  <a:cubicBezTo>
                    <a:pt x="323" y="866"/>
                    <a:pt x="428" y="801"/>
                    <a:pt x="761" y="151"/>
                  </a:cubicBezTo>
                  <a:cubicBezTo>
                    <a:pt x="789" y="86"/>
                    <a:pt x="735" y="34"/>
                    <a:pt x="681" y="34"/>
                  </a:cubicBezTo>
                  <a:cubicBezTo>
                    <a:pt x="654" y="34"/>
                    <a:pt x="628" y="46"/>
                    <a:pt x="610" y="73"/>
                  </a:cubicBezTo>
                  <a:cubicBezTo>
                    <a:pt x="515" y="259"/>
                    <a:pt x="410" y="441"/>
                    <a:pt x="299" y="616"/>
                  </a:cubicBezTo>
                  <a:cubicBezTo>
                    <a:pt x="256" y="403"/>
                    <a:pt x="185" y="83"/>
                    <a:pt x="182" y="67"/>
                  </a:cubicBezTo>
                  <a:cubicBezTo>
                    <a:pt x="171" y="21"/>
                    <a:pt x="136" y="0"/>
                    <a:pt x="1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1" name="Google Shape;4171;p38"/>
            <p:cNvSpPr/>
            <p:nvPr/>
          </p:nvSpPr>
          <p:spPr>
            <a:xfrm flipH="1">
              <a:off x="815938" y="4202543"/>
              <a:ext cx="28781" cy="29170"/>
            </a:xfrm>
            <a:custGeom>
              <a:avLst/>
              <a:gdLst/>
              <a:ahLst/>
              <a:cxnLst/>
              <a:rect l="l" t="t" r="r" b="b"/>
              <a:pathLst>
                <a:path w="949" h="962" extrusionOk="0">
                  <a:moveTo>
                    <a:pt x="342" y="0"/>
                  </a:moveTo>
                  <a:cubicBezTo>
                    <a:pt x="311" y="0"/>
                    <a:pt x="280" y="17"/>
                    <a:pt x="265" y="57"/>
                  </a:cubicBezTo>
                  <a:cubicBezTo>
                    <a:pt x="161" y="310"/>
                    <a:pt x="0" y="754"/>
                    <a:pt x="74" y="893"/>
                  </a:cubicBezTo>
                  <a:cubicBezTo>
                    <a:pt x="93" y="927"/>
                    <a:pt x="124" y="949"/>
                    <a:pt x="157" y="958"/>
                  </a:cubicBezTo>
                  <a:cubicBezTo>
                    <a:pt x="170" y="958"/>
                    <a:pt x="179" y="961"/>
                    <a:pt x="188" y="961"/>
                  </a:cubicBezTo>
                  <a:cubicBezTo>
                    <a:pt x="361" y="961"/>
                    <a:pt x="716" y="739"/>
                    <a:pt x="867" y="637"/>
                  </a:cubicBezTo>
                  <a:cubicBezTo>
                    <a:pt x="948" y="586"/>
                    <a:pt x="895" y="479"/>
                    <a:pt x="823" y="479"/>
                  </a:cubicBezTo>
                  <a:cubicBezTo>
                    <a:pt x="807" y="479"/>
                    <a:pt x="791" y="484"/>
                    <a:pt x="774" y="495"/>
                  </a:cubicBezTo>
                  <a:cubicBezTo>
                    <a:pt x="555" y="640"/>
                    <a:pt x="318" y="767"/>
                    <a:pt x="222" y="788"/>
                  </a:cubicBezTo>
                  <a:cubicBezTo>
                    <a:pt x="225" y="687"/>
                    <a:pt x="309" y="403"/>
                    <a:pt x="423" y="122"/>
                  </a:cubicBezTo>
                  <a:cubicBezTo>
                    <a:pt x="454" y="53"/>
                    <a:pt x="398" y="0"/>
                    <a:pt x="34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2" name="Google Shape;4172;p38"/>
            <p:cNvSpPr/>
            <p:nvPr/>
          </p:nvSpPr>
          <p:spPr>
            <a:xfrm flipH="1">
              <a:off x="779848" y="4399155"/>
              <a:ext cx="152820" cy="18012"/>
            </a:xfrm>
            <a:custGeom>
              <a:avLst/>
              <a:gdLst/>
              <a:ahLst/>
              <a:cxnLst/>
              <a:rect l="l" t="t" r="r" b="b"/>
              <a:pathLst>
                <a:path w="5039" h="594" extrusionOk="0">
                  <a:moveTo>
                    <a:pt x="91" y="1"/>
                  </a:moveTo>
                  <a:cubicBezTo>
                    <a:pt x="47" y="1"/>
                    <a:pt x="10" y="34"/>
                    <a:pt x="4" y="78"/>
                  </a:cubicBezTo>
                  <a:cubicBezTo>
                    <a:pt x="1" y="124"/>
                    <a:pt x="35" y="164"/>
                    <a:pt x="81" y="171"/>
                  </a:cubicBezTo>
                  <a:lnTo>
                    <a:pt x="4911" y="593"/>
                  </a:lnTo>
                  <a:lnTo>
                    <a:pt x="4920" y="593"/>
                  </a:lnTo>
                  <a:cubicBezTo>
                    <a:pt x="4922" y="593"/>
                    <a:pt x="4924" y="593"/>
                    <a:pt x="4926" y="593"/>
                  </a:cubicBezTo>
                  <a:cubicBezTo>
                    <a:pt x="5032" y="593"/>
                    <a:pt x="5039" y="430"/>
                    <a:pt x="4927" y="424"/>
                  </a:cubicBezTo>
                  <a:lnTo>
                    <a:pt x="97" y="1"/>
                  </a:lnTo>
                  <a:cubicBezTo>
                    <a:pt x="95" y="1"/>
                    <a:pt x="93" y="1"/>
                    <a:pt x="9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3" name="Google Shape;4173;p38"/>
            <p:cNvSpPr/>
            <p:nvPr/>
          </p:nvSpPr>
          <p:spPr>
            <a:xfrm flipH="1">
              <a:off x="788855" y="4415832"/>
              <a:ext cx="147392" cy="60433"/>
            </a:xfrm>
            <a:custGeom>
              <a:avLst/>
              <a:gdLst/>
              <a:ahLst/>
              <a:cxnLst/>
              <a:rect l="l" t="t" r="r" b="b"/>
              <a:pathLst>
                <a:path w="4860" h="1993" extrusionOk="0">
                  <a:moveTo>
                    <a:pt x="124" y="0"/>
                  </a:moveTo>
                  <a:cubicBezTo>
                    <a:pt x="40" y="0"/>
                    <a:pt x="0" y="125"/>
                    <a:pt x="91" y="163"/>
                  </a:cubicBezTo>
                  <a:lnTo>
                    <a:pt x="4711" y="1986"/>
                  </a:lnTo>
                  <a:cubicBezTo>
                    <a:pt x="4721" y="1989"/>
                    <a:pt x="4733" y="1992"/>
                    <a:pt x="4742" y="1992"/>
                  </a:cubicBezTo>
                  <a:cubicBezTo>
                    <a:pt x="4835" y="1992"/>
                    <a:pt x="4859" y="1863"/>
                    <a:pt x="4773" y="1829"/>
                  </a:cubicBezTo>
                  <a:lnTo>
                    <a:pt x="156" y="6"/>
                  </a:lnTo>
                  <a:cubicBezTo>
                    <a:pt x="145" y="2"/>
                    <a:pt x="134" y="0"/>
                    <a:pt x="1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4" name="Google Shape;4174;p38"/>
            <p:cNvSpPr/>
            <p:nvPr/>
          </p:nvSpPr>
          <p:spPr>
            <a:xfrm flipH="1">
              <a:off x="847418" y="4432509"/>
              <a:ext cx="93924" cy="102854"/>
            </a:xfrm>
            <a:custGeom>
              <a:avLst/>
              <a:gdLst/>
              <a:ahLst/>
              <a:cxnLst/>
              <a:rect l="l" t="t" r="r" b="b"/>
              <a:pathLst>
                <a:path w="3097" h="3392" extrusionOk="0">
                  <a:moveTo>
                    <a:pt x="122" y="0"/>
                  </a:moveTo>
                  <a:cubicBezTo>
                    <a:pt x="58" y="0"/>
                    <a:pt x="1" y="79"/>
                    <a:pt x="59" y="144"/>
                  </a:cubicBezTo>
                  <a:lnTo>
                    <a:pt x="2939" y="3364"/>
                  </a:lnTo>
                  <a:cubicBezTo>
                    <a:pt x="2955" y="3382"/>
                    <a:pt x="2976" y="3392"/>
                    <a:pt x="3001" y="3392"/>
                  </a:cubicBezTo>
                  <a:cubicBezTo>
                    <a:pt x="3023" y="3392"/>
                    <a:pt x="3044" y="3385"/>
                    <a:pt x="3060" y="3370"/>
                  </a:cubicBezTo>
                  <a:cubicBezTo>
                    <a:pt x="3094" y="3339"/>
                    <a:pt x="3097" y="3287"/>
                    <a:pt x="3066" y="3250"/>
                  </a:cubicBezTo>
                  <a:lnTo>
                    <a:pt x="185" y="30"/>
                  </a:lnTo>
                  <a:cubicBezTo>
                    <a:pt x="166" y="9"/>
                    <a:pt x="144" y="0"/>
                    <a:pt x="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5" name="Google Shape;4175;p38"/>
            <p:cNvSpPr/>
            <p:nvPr/>
          </p:nvSpPr>
          <p:spPr>
            <a:xfrm flipH="1">
              <a:off x="476634" y="4308794"/>
              <a:ext cx="23504" cy="14919"/>
            </a:xfrm>
            <a:custGeom>
              <a:avLst/>
              <a:gdLst/>
              <a:ahLst/>
              <a:cxnLst/>
              <a:rect l="l" t="t" r="r" b="b"/>
              <a:pathLst>
                <a:path w="775" h="492" extrusionOk="0">
                  <a:moveTo>
                    <a:pt x="106" y="1"/>
                  </a:moveTo>
                  <a:cubicBezTo>
                    <a:pt x="90" y="1"/>
                    <a:pt x="80" y="2"/>
                    <a:pt x="78" y="2"/>
                  </a:cubicBezTo>
                  <a:cubicBezTo>
                    <a:pt x="32" y="8"/>
                    <a:pt x="1" y="48"/>
                    <a:pt x="4" y="94"/>
                  </a:cubicBezTo>
                  <a:cubicBezTo>
                    <a:pt x="10" y="138"/>
                    <a:pt x="47" y="171"/>
                    <a:pt x="90" y="171"/>
                  </a:cubicBezTo>
                  <a:cubicBezTo>
                    <a:pt x="92" y="171"/>
                    <a:pt x="94" y="171"/>
                    <a:pt x="96" y="171"/>
                  </a:cubicBezTo>
                  <a:cubicBezTo>
                    <a:pt x="97" y="171"/>
                    <a:pt x="102" y="171"/>
                    <a:pt x="110" y="171"/>
                  </a:cubicBezTo>
                  <a:cubicBezTo>
                    <a:pt x="169" y="171"/>
                    <a:pt x="395" y="187"/>
                    <a:pt x="611" y="458"/>
                  </a:cubicBezTo>
                  <a:cubicBezTo>
                    <a:pt x="627" y="480"/>
                    <a:pt x="651" y="492"/>
                    <a:pt x="679" y="492"/>
                  </a:cubicBezTo>
                  <a:cubicBezTo>
                    <a:pt x="698" y="489"/>
                    <a:pt x="716" y="483"/>
                    <a:pt x="732" y="470"/>
                  </a:cubicBezTo>
                  <a:cubicBezTo>
                    <a:pt x="769" y="443"/>
                    <a:pt x="775" y="387"/>
                    <a:pt x="744" y="350"/>
                  </a:cubicBezTo>
                  <a:cubicBezTo>
                    <a:pt x="485" y="25"/>
                    <a:pt x="196" y="1"/>
                    <a:pt x="1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6" name="Google Shape;4176;p38"/>
            <p:cNvSpPr/>
            <p:nvPr/>
          </p:nvSpPr>
          <p:spPr>
            <a:xfrm flipH="1">
              <a:off x="445002" y="4325622"/>
              <a:ext cx="23989" cy="14949"/>
            </a:xfrm>
            <a:custGeom>
              <a:avLst/>
              <a:gdLst/>
              <a:ahLst/>
              <a:cxnLst/>
              <a:rect l="l" t="t" r="r" b="b"/>
              <a:pathLst>
                <a:path w="791" h="493" extrusionOk="0">
                  <a:moveTo>
                    <a:pt x="109" y="1"/>
                  </a:moveTo>
                  <a:cubicBezTo>
                    <a:pt x="93" y="1"/>
                    <a:pt x="83" y="2"/>
                    <a:pt x="81" y="2"/>
                  </a:cubicBezTo>
                  <a:cubicBezTo>
                    <a:pt x="35" y="8"/>
                    <a:pt x="1" y="51"/>
                    <a:pt x="7" y="94"/>
                  </a:cubicBezTo>
                  <a:cubicBezTo>
                    <a:pt x="10" y="140"/>
                    <a:pt x="44" y="172"/>
                    <a:pt x="88" y="172"/>
                  </a:cubicBezTo>
                  <a:cubicBezTo>
                    <a:pt x="92" y="172"/>
                    <a:pt x="96" y="172"/>
                    <a:pt x="99" y="171"/>
                  </a:cubicBezTo>
                  <a:cubicBezTo>
                    <a:pt x="101" y="171"/>
                    <a:pt x="105" y="171"/>
                    <a:pt x="114" y="171"/>
                  </a:cubicBezTo>
                  <a:cubicBezTo>
                    <a:pt x="172" y="171"/>
                    <a:pt x="398" y="188"/>
                    <a:pt x="614" y="458"/>
                  </a:cubicBezTo>
                  <a:cubicBezTo>
                    <a:pt x="630" y="480"/>
                    <a:pt x="655" y="492"/>
                    <a:pt x="679" y="492"/>
                  </a:cubicBezTo>
                  <a:lnTo>
                    <a:pt x="679" y="489"/>
                  </a:lnTo>
                  <a:cubicBezTo>
                    <a:pt x="750" y="489"/>
                    <a:pt x="790" y="409"/>
                    <a:pt x="747" y="353"/>
                  </a:cubicBezTo>
                  <a:cubicBezTo>
                    <a:pt x="485" y="25"/>
                    <a:pt x="198" y="1"/>
                    <a:pt x="1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7" name="Google Shape;4177;p38"/>
            <p:cNvSpPr/>
            <p:nvPr/>
          </p:nvSpPr>
          <p:spPr>
            <a:xfrm flipH="1">
              <a:off x="440908" y="4345726"/>
              <a:ext cx="20592" cy="19801"/>
            </a:xfrm>
            <a:custGeom>
              <a:avLst/>
              <a:gdLst/>
              <a:ahLst/>
              <a:cxnLst/>
              <a:rect l="l" t="t" r="r" b="b"/>
              <a:pathLst>
                <a:path w="679" h="653" extrusionOk="0">
                  <a:moveTo>
                    <a:pt x="91" y="0"/>
                  </a:moveTo>
                  <a:cubicBezTo>
                    <a:pt x="52" y="0"/>
                    <a:pt x="18" y="26"/>
                    <a:pt x="10" y="67"/>
                  </a:cubicBezTo>
                  <a:cubicBezTo>
                    <a:pt x="0" y="113"/>
                    <a:pt x="28" y="156"/>
                    <a:pt x="74" y="168"/>
                  </a:cubicBezTo>
                  <a:cubicBezTo>
                    <a:pt x="84" y="168"/>
                    <a:pt x="340" y="230"/>
                    <a:pt x="506" y="603"/>
                  </a:cubicBezTo>
                  <a:cubicBezTo>
                    <a:pt x="519" y="634"/>
                    <a:pt x="549" y="653"/>
                    <a:pt x="583" y="653"/>
                  </a:cubicBezTo>
                  <a:cubicBezTo>
                    <a:pt x="593" y="653"/>
                    <a:pt x="605" y="650"/>
                    <a:pt x="617" y="646"/>
                  </a:cubicBezTo>
                  <a:cubicBezTo>
                    <a:pt x="661" y="628"/>
                    <a:pt x="679" y="579"/>
                    <a:pt x="661" y="535"/>
                  </a:cubicBezTo>
                  <a:cubicBezTo>
                    <a:pt x="460" y="76"/>
                    <a:pt x="121" y="5"/>
                    <a:pt x="108" y="2"/>
                  </a:cubicBezTo>
                  <a:cubicBezTo>
                    <a:pt x="102" y="1"/>
                    <a:pt x="97" y="0"/>
                    <a:pt x="9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8" name="Google Shape;4178;p38"/>
            <p:cNvSpPr/>
            <p:nvPr/>
          </p:nvSpPr>
          <p:spPr>
            <a:xfrm flipH="1">
              <a:off x="672094" y="4553375"/>
              <a:ext cx="13708" cy="25774"/>
            </a:xfrm>
            <a:custGeom>
              <a:avLst/>
              <a:gdLst/>
              <a:ahLst/>
              <a:cxnLst/>
              <a:rect l="l" t="t" r="r" b="b"/>
              <a:pathLst>
                <a:path w="452" h="850" extrusionOk="0">
                  <a:moveTo>
                    <a:pt x="334" y="0"/>
                  </a:moveTo>
                  <a:cubicBezTo>
                    <a:pt x="309" y="0"/>
                    <a:pt x="283" y="12"/>
                    <a:pt x="266" y="41"/>
                  </a:cubicBezTo>
                  <a:cubicBezTo>
                    <a:pt x="0" y="467"/>
                    <a:pt x="133" y="784"/>
                    <a:pt x="136" y="800"/>
                  </a:cubicBezTo>
                  <a:cubicBezTo>
                    <a:pt x="151" y="831"/>
                    <a:pt x="182" y="849"/>
                    <a:pt x="213" y="849"/>
                  </a:cubicBezTo>
                  <a:cubicBezTo>
                    <a:pt x="225" y="849"/>
                    <a:pt x="238" y="849"/>
                    <a:pt x="247" y="843"/>
                  </a:cubicBezTo>
                  <a:cubicBezTo>
                    <a:pt x="290" y="824"/>
                    <a:pt x="312" y="775"/>
                    <a:pt x="293" y="732"/>
                  </a:cubicBezTo>
                  <a:cubicBezTo>
                    <a:pt x="290" y="723"/>
                    <a:pt x="195" y="479"/>
                    <a:pt x="411" y="130"/>
                  </a:cubicBezTo>
                  <a:cubicBezTo>
                    <a:pt x="451" y="64"/>
                    <a:pt x="393" y="0"/>
                    <a:pt x="3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9" name="Google Shape;4179;p38"/>
            <p:cNvSpPr/>
            <p:nvPr/>
          </p:nvSpPr>
          <p:spPr>
            <a:xfrm flipH="1">
              <a:off x="650410" y="4549675"/>
              <a:ext cx="13496" cy="25623"/>
            </a:xfrm>
            <a:custGeom>
              <a:avLst/>
              <a:gdLst/>
              <a:ahLst/>
              <a:cxnLst/>
              <a:rect l="l" t="t" r="r" b="b"/>
              <a:pathLst>
                <a:path w="445" h="845" extrusionOk="0">
                  <a:moveTo>
                    <a:pt x="331" y="0"/>
                  </a:moveTo>
                  <a:cubicBezTo>
                    <a:pt x="307" y="0"/>
                    <a:pt x="283" y="11"/>
                    <a:pt x="265" y="37"/>
                  </a:cubicBezTo>
                  <a:cubicBezTo>
                    <a:pt x="0" y="462"/>
                    <a:pt x="130" y="780"/>
                    <a:pt x="136" y="795"/>
                  </a:cubicBezTo>
                  <a:cubicBezTo>
                    <a:pt x="148" y="826"/>
                    <a:pt x="179" y="845"/>
                    <a:pt x="213" y="845"/>
                  </a:cubicBezTo>
                  <a:cubicBezTo>
                    <a:pt x="225" y="845"/>
                    <a:pt x="234" y="842"/>
                    <a:pt x="247" y="838"/>
                  </a:cubicBezTo>
                  <a:cubicBezTo>
                    <a:pt x="290" y="820"/>
                    <a:pt x="308" y="771"/>
                    <a:pt x="293" y="727"/>
                  </a:cubicBezTo>
                  <a:cubicBezTo>
                    <a:pt x="287" y="718"/>
                    <a:pt x="191" y="475"/>
                    <a:pt x="407" y="126"/>
                  </a:cubicBezTo>
                  <a:cubicBezTo>
                    <a:pt x="444" y="61"/>
                    <a:pt x="388" y="0"/>
                    <a:pt x="3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0" name="Google Shape;4180;p38"/>
            <p:cNvSpPr/>
            <p:nvPr/>
          </p:nvSpPr>
          <p:spPr>
            <a:xfrm flipH="1">
              <a:off x="629181" y="4507588"/>
              <a:ext cx="15558" cy="24986"/>
            </a:xfrm>
            <a:custGeom>
              <a:avLst/>
              <a:gdLst/>
              <a:ahLst/>
              <a:cxnLst/>
              <a:rect l="l" t="t" r="r" b="b"/>
              <a:pathLst>
                <a:path w="513" h="824" extrusionOk="0">
                  <a:moveTo>
                    <a:pt x="389" y="1"/>
                  </a:moveTo>
                  <a:cubicBezTo>
                    <a:pt x="368" y="1"/>
                    <a:pt x="346" y="10"/>
                    <a:pt x="327" y="30"/>
                  </a:cubicBezTo>
                  <a:cubicBezTo>
                    <a:pt x="0" y="410"/>
                    <a:pt x="77" y="743"/>
                    <a:pt x="81" y="758"/>
                  </a:cubicBezTo>
                  <a:cubicBezTo>
                    <a:pt x="90" y="795"/>
                    <a:pt x="124" y="823"/>
                    <a:pt x="164" y="823"/>
                  </a:cubicBezTo>
                  <a:cubicBezTo>
                    <a:pt x="170" y="820"/>
                    <a:pt x="176" y="820"/>
                    <a:pt x="182" y="820"/>
                  </a:cubicBezTo>
                  <a:cubicBezTo>
                    <a:pt x="229" y="808"/>
                    <a:pt x="256" y="761"/>
                    <a:pt x="247" y="718"/>
                  </a:cubicBezTo>
                  <a:cubicBezTo>
                    <a:pt x="244" y="706"/>
                    <a:pt x="188" y="450"/>
                    <a:pt x="457" y="142"/>
                  </a:cubicBezTo>
                  <a:cubicBezTo>
                    <a:pt x="512" y="79"/>
                    <a:pt x="453" y="1"/>
                    <a:pt x="3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1" name="Google Shape;4181;p38"/>
            <p:cNvSpPr/>
            <p:nvPr/>
          </p:nvSpPr>
          <p:spPr>
            <a:xfrm flipH="1">
              <a:off x="657962" y="4581696"/>
              <a:ext cx="13708" cy="25774"/>
            </a:xfrm>
            <a:custGeom>
              <a:avLst/>
              <a:gdLst/>
              <a:ahLst/>
              <a:cxnLst/>
              <a:rect l="l" t="t" r="r" b="b"/>
              <a:pathLst>
                <a:path w="452" h="850" extrusionOk="0">
                  <a:moveTo>
                    <a:pt x="336" y="1"/>
                  </a:moveTo>
                  <a:cubicBezTo>
                    <a:pt x="310" y="1"/>
                    <a:pt x="284" y="13"/>
                    <a:pt x="265" y="42"/>
                  </a:cubicBezTo>
                  <a:cubicBezTo>
                    <a:pt x="0" y="467"/>
                    <a:pt x="133" y="785"/>
                    <a:pt x="139" y="797"/>
                  </a:cubicBezTo>
                  <a:cubicBezTo>
                    <a:pt x="151" y="828"/>
                    <a:pt x="182" y="850"/>
                    <a:pt x="216" y="850"/>
                  </a:cubicBezTo>
                  <a:cubicBezTo>
                    <a:pt x="225" y="850"/>
                    <a:pt x="238" y="847"/>
                    <a:pt x="250" y="843"/>
                  </a:cubicBezTo>
                  <a:cubicBezTo>
                    <a:pt x="290" y="825"/>
                    <a:pt x="312" y="776"/>
                    <a:pt x="293" y="732"/>
                  </a:cubicBezTo>
                  <a:cubicBezTo>
                    <a:pt x="290" y="720"/>
                    <a:pt x="194" y="476"/>
                    <a:pt x="410" y="131"/>
                  </a:cubicBezTo>
                  <a:cubicBezTo>
                    <a:pt x="451" y="64"/>
                    <a:pt x="395" y="1"/>
                    <a:pt x="3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2" name="Google Shape;4182;p38"/>
            <p:cNvSpPr/>
            <p:nvPr/>
          </p:nvSpPr>
          <p:spPr>
            <a:xfrm flipH="1">
              <a:off x="759589" y="4800867"/>
              <a:ext cx="23079" cy="8733"/>
            </a:xfrm>
            <a:custGeom>
              <a:avLst/>
              <a:gdLst/>
              <a:ahLst/>
              <a:cxnLst/>
              <a:rect l="l" t="t" r="r" b="b"/>
              <a:pathLst>
                <a:path w="761" h="288" extrusionOk="0">
                  <a:moveTo>
                    <a:pt x="122" y="1"/>
                  </a:moveTo>
                  <a:cubicBezTo>
                    <a:pt x="48" y="1"/>
                    <a:pt x="0" y="112"/>
                    <a:pt x="82" y="160"/>
                  </a:cubicBezTo>
                  <a:cubicBezTo>
                    <a:pt x="206" y="237"/>
                    <a:pt x="348" y="284"/>
                    <a:pt x="493" y="287"/>
                  </a:cubicBezTo>
                  <a:cubicBezTo>
                    <a:pt x="498" y="287"/>
                    <a:pt x="504" y="287"/>
                    <a:pt x="509" y="287"/>
                  </a:cubicBezTo>
                  <a:cubicBezTo>
                    <a:pt x="580" y="287"/>
                    <a:pt x="649" y="269"/>
                    <a:pt x="711" y="234"/>
                  </a:cubicBezTo>
                  <a:cubicBezTo>
                    <a:pt x="752" y="210"/>
                    <a:pt x="761" y="157"/>
                    <a:pt x="736" y="120"/>
                  </a:cubicBezTo>
                  <a:cubicBezTo>
                    <a:pt x="722" y="94"/>
                    <a:pt x="695" y="80"/>
                    <a:pt x="667" y="80"/>
                  </a:cubicBezTo>
                  <a:cubicBezTo>
                    <a:pt x="651" y="80"/>
                    <a:pt x="636" y="84"/>
                    <a:pt x="622" y="92"/>
                  </a:cubicBezTo>
                  <a:cubicBezTo>
                    <a:pt x="619" y="94"/>
                    <a:pt x="574" y="119"/>
                    <a:pt x="493" y="119"/>
                  </a:cubicBezTo>
                  <a:cubicBezTo>
                    <a:pt x="416" y="119"/>
                    <a:pt x="307" y="97"/>
                    <a:pt x="169" y="15"/>
                  </a:cubicBezTo>
                  <a:cubicBezTo>
                    <a:pt x="153" y="5"/>
                    <a:pt x="137"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3" name="Google Shape;4183;p38"/>
            <p:cNvSpPr/>
            <p:nvPr/>
          </p:nvSpPr>
          <p:spPr>
            <a:xfrm flipH="1">
              <a:off x="777179" y="4778580"/>
              <a:ext cx="22958" cy="8733"/>
            </a:xfrm>
            <a:custGeom>
              <a:avLst/>
              <a:gdLst/>
              <a:ahLst/>
              <a:cxnLst/>
              <a:rect l="l" t="t" r="r" b="b"/>
              <a:pathLst>
                <a:path w="757" h="288" extrusionOk="0">
                  <a:moveTo>
                    <a:pt x="123" y="1"/>
                  </a:moveTo>
                  <a:cubicBezTo>
                    <a:pt x="47" y="1"/>
                    <a:pt x="1" y="109"/>
                    <a:pt x="78" y="158"/>
                  </a:cubicBezTo>
                  <a:cubicBezTo>
                    <a:pt x="202" y="238"/>
                    <a:pt x="344" y="282"/>
                    <a:pt x="489" y="288"/>
                  </a:cubicBezTo>
                  <a:cubicBezTo>
                    <a:pt x="566" y="288"/>
                    <a:pt x="640" y="272"/>
                    <a:pt x="708" y="235"/>
                  </a:cubicBezTo>
                  <a:cubicBezTo>
                    <a:pt x="748" y="211"/>
                    <a:pt x="757" y="158"/>
                    <a:pt x="735" y="118"/>
                  </a:cubicBezTo>
                  <a:cubicBezTo>
                    <a:pt x="719" y="92"/>
                    <a:pt x="691" y="78"/>
                    <a:pt x="663" y="78"/>
                  </a:cubicBezTo>
                  <a:cubicBezTo>
                    <a:pt x="648" y="78"/>
                    <a:pt x="632" y="82"/>
                    <a:pt x="618" y="90"/>
                  </a:cubicBezTo>
                  <a:cubicBezTo>
                    <a:pt x="615" y="92"/>
                    <a:pt x="571" y="117"/>
                    <a:pt x="489" y="117"/>
                  </a:cubicBezTo>
                  <a:cubicBezTo>
                    <a:pt x="413" y="117"/>
                    <a:pt x="305" y="95"/>
                    <a:pt x="168" y="13"/>
                  </a:cubicBezTo>
                  <a:cubicBezTo>
                    <a:pt x="152" y="4"/>
                    <a:pt x="137" y="1"/>
                    <a:pt x="1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4" name="Google Shape;4184;p38"/>
            <p:cNvSpPr/>
            <p:nvPr/>
          </p:nvSpPr>
          <p:spPr>
            <a:xfrm flipH="1">
              <a:off x="791706" y="4791376"/>
              <a:ext cx="23928" cy="8763"/>
            </a:xfrm>
            <a:custGeom>
              <a:avLst/>
              <a:gdLst/>
              <a:ahLst/>
              <a:cxnLst/>
              <a:rect l="l" t="t" r="r" b="b"/>
              <a:pathLst>
                <a:path w="789" h="289" extrusionOk="0">
                  <a:moveTo>
                    <a:pt x="126" y="0"/>
                  </a:moveTo>
                  <a:cubicBezTo>
                    <a:pt x="51" y="0"/>
                    <a:pt x="0" y="116"/>
                    <a:pt x="90" y="162"/>
                  </a:cubicBezTo>
                  <a:cubicBezTo>
                    <a:pt x="210" y="242"/>
                    <a:pt x="352" y="285"/>
                    <a:pt x="497" y="288"/>
                  </a:cubicBezTo>
                  <a:cubicBezTo>
                    <a:pt x="502" y="288"/>
                    <a:pt x="508" y="289"/>
                    <a:pt x="514" y="289"/>
                  </a:cubicBezTo>
                  <a:cubicBezTo>
                    <a:pt x="585" y="289"/>
                    <a:pt x="656" y="270"/>
                    <a:pt x="716" y="236"/>
                  </a:cubicBezTo>
                  <a:cubicBezTo>
                    <a:pt x="789" y="184"/>
                    <a:pt x="741" y="83"/>
                    <a:pt x="668" y="83"/>
                  </a:cubicBezTo>
                  <a:cubicBezTo>
                    <a:pt x="655" y="83"/>
                    <a:pt x="641" y="86"/>
                    <a:pt x="626" y="94"/>
                  </a:cubicBezTo>
                  <a:cubicBezTo>
                    <a:pt x="623" y="96"/>
                    <a:pt x="580" y="120"/>
                    <a:pt x="499" y="120"/>
                  </a:cubicBezTo>
                  <a:cubicBezTo>
                    <a:pt x="423" y="120"/>
                    <a:pt x="315" y="99"/>
                    <a:pt x="176" y="17"/>
                  </a:cubicBezTo>
                  <a:cubicBezTo>
                    <a:pt x="159" y="5"/>
                    <a:pt x="142" y="0"/>
                    <a:pt x="1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5" name="Google Shape;4185;p38"/>
            <p:cNvSpPr/>
            <p:nvPr/>
          </p:nvSpPr>
          <p:spPr>
            <a:xfrm flipH="1">
              <a:off x="806445" y="4776245"/>
              <a:ext cx="23049" cy="8733"/>
            </a:xfrm>
            <a:custGeom>
              <a:avLst/>
              <a:gdLst/>
              <a:ahLst/>
              <a:cxnLst/>
              <a:rect l="l" t="t" r="r" b="b"/>
              <a:pathLst>
                <a:path w="760" h="288" extrusionOk="0">
                  <a:moveTo>
                    <a:pt x="123" y="0"/>
                  </a:moveTo>
                  <a:cubicBezTo>
                    <a:pt x="49" y="0"/>
                    <a:pt x="1" y="109"/>
                    <a:pt x="81" y="158"/>
                  </a:cubicBezTo>
                  <a:cubicBezTo>
                    <a:pt x="204" y="238"/>
                    <a:pt x="343" y="281"/>
                    <a:pt x="491" y="288"/>
                  </a:cubicBezTo>
                  <a:cubicBezTo>
                    <a:pt x="565" y="288"/>
                    <a:pt x="642" y="272"/>
                    <a:pt x="710" y="235"/>
                  </a:cubicBezTo>
                  <a:cubicBezTo>
                    <a:pt x="747" y="211"/>
                    <a:pt x="760" y="158"/>
                    <a:pt x="735" y="118"/>
                  </a:cubicBezTo>
                  <a:cubicBezTo>
                    <a:pt x="718" y="93"/>
                    <a:pt x="690" y="78"/>
                    <a:pt x="661" y="78"/>
                  </a:cubicBezTo>
                  <a:cubicBezTo>
                    <a:pt x="647" y="78"/>
                    <a:pt x="633" y="82"/>
                    <a:pt x="621" y="90"/>
                  </a:cubicBezTo>
                  <a:cubicBezTo>
                    <a:pt x="616" y="92"/>
                    <a:pt x="572" y="117"/>
                    <a:pt x="490" y="117"/>
                  </a:cubicBezTo>
                  <a:cubicBezTo>
                    <a:pt x="414" y="117"/>
                    <a:pt x="306" y="95"/>
                    <a:pt x="167" y="13"/>
                  </a:cubicBezTo>
                  <a:cubicBezTo>
                    <a:pt x="152" y="4"/>
                    <a:pt x="137" y="0"/>
                    <a:pt x="1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6" name="Google Shape;4186;p38"/>
            <p:cNvSpPr/>
            <p:nvPr/>
          </p:nvSpPr>
          <p:spPr>
            <a:xfrm flipH="1">
              <a:off x="830950" y="4784463"/>
              <a:ext cx="23049" cy="8672"/>
            </a:xfrm>
            <a:custGeom>
              <a:avLst/>
              <a:gdLst/>
              <a:ahLst/>
              <a:cxnLst/>
              <a:rect l="l" t="t" r="r" b="b"/>
              <a:pathLst>
                <a:path w="760" h="286" extrusionOk="0">
                  <a:moveTo>
                    <a:pt x="122" y="1"/>
                  </a:moveTo>
                  <a:cubicBezTo>
                    <a:pt x="47" y="1"/>
                    <a:pt x="0" y="109"/>
                    <a:pt x="78" y="158"/>
                  </a:cubicBezTo>
                  <a:cubicBezTo>
                    <a:pt x="201" y="236"/>
                    <a:pt x="343" y="282"/>
                    <a:pt x="488" y="285"/>
                  </a:cubicBezTo>
                  <a:cubicBezTo>
                    <a:pt x="494" y="285"/>
                    <a:pt x="499" y="285"/>
                    <a:pt x="505" y="285"/>
                  </a:cubicBezTo>
                  <a:cubicBezTo>
                    <a:pt x="576" y="285"/>
                    <a:pt x="644" y="267"/>
                    <a:pt x="707" y="233"/>
                  </a:cubicBezTo>
                  <a:cubicBezTo>
                    <a:pt x="747" y="208"/>
                    <a:pt x="760" y="158"/>
                    <a:pt x="735" y="118"/>
                  </a:cubicBezTo>
                  <a:cubicBezTo>
                    <a:pt x="719" y="92"/>
                    <a:pt x="691" y="78"/>
                    <a:pt x="662" y="78"/>
                  </a:cubicBezTo>
                  <a:cubicBezTo>
                    <a:pt x="647" y="78"/>
                    <a:pt x="632" y="82"/>
                    <a:pt x="618" y="91"/>
                  </a:cubicBezTo>
                  <a:cubicBezTo>
                    <a:pt x="614" y="92"/>
                    <a:pt x="570" y="117"/>
                    <a:pt x="489" y="117"/>
                  </a:cubicBezTo>
                  <a:cubicBezTo>
                    <a:pt x="413" y="117"/>
                    <a:pt x="304" y="95"/>
                    <a:pt x="167" y="14"/>
                  </a:cubicBezTo>
                  <a:cubicBezTo>
                    <a:pt x="152" y="5"/>
                    <a:pt x="136"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7" name="Google Shape;4187;p38"/>
            <p:cNvSpPr/>
            <p:nvPr/>
          </p:nvSpPr>
          <p:spPr>
            <a:xfrm flipH="1">
              <a:off x="746670" y="4784402"/>
              <a:ext cx="23110" cy="8733"/>
            </a:xfrm>
            <a:custGeom>
              <a:avLst/>
              <a:gdLst/>
              <a:ahLst/>
              <a:cxnLst/>
              <a:rect l="l" t="t" r="r" b="b"/>
              <a:pathLst>
                <a:path w="762" h="288" extrusionOk="0">
                  <a:moveTo>
                    <a:pt x="122" y="1"/>
                  </a:moveTo>
                  <a:cubicBezTo>
                    <a:pt x="47" y="1"/>
                    <a:pt x="1" y="112"/>
                    <a:pt x="83" y="160"/>
                  </a:cubicBezTo>
                  <a:cubicBezTo>
                    <a:pt x="206" y="238"/>
                    <a:pt x="348" y="284"/>
                    <a:pt x="493" y="287"/>
                  </a:cubicBezTo>
                  <a:cubicBezTo>
                    <a:pt x="498" y="287"/>
                    <a:pt x="504" y="287"/>
                    <a:pt x="509" y="287"/>
                  </a:cubicBezTo>
                  <a:cubicBezTo>
                    <a:pt x="578" y="287"/>
                    <a:pt x="649" y="269"/>
                    <a:pt x="712" y="235"/>
                  </a:cubicBezTo>
                  <a:cubicBezTo>
                    <a:pt x="752" y="210"/>
                    <a:pt x="761" y="160"/>
                    <a:pt x="737" y="120"/>
                  </a:cubicBezTo>
                  <a:cubicBezTo>
                    <a:pt x="721" y="94"/>
                    <a:pt x="694" y="80"/>
                    <a:pt x="667" y="80"/>
                  </a:cubicBezTo>
                  <a:cubicBezTo>
                    <a:pt x="652" y="80"/>
                    <a:pt x="637" y="84"/>
                    <a:pt x="623" y="93"/>
                  </a:cubicBezTo>
                  <a:cubicBezTo>
                    <a:pt x="619" y="94"/>
                    <a:pt x="575" y="119"/>
                    <a:pt x="493" y="119"/>
                  </a:cubicBezTo>
                  <a:cubicBezTo>
                    <a:pt x="417" y="119"/>
                    <a:pt x="308" y="97"/>
                    <a:pt x="169" y="16"/>
                  </a:cubicBezTo>
                  <a:cubicBezTo>
                    <a:pt x="153" y="5"/>
                    <a:pt x="137"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8" name="Google Shape;4188;p38"/>
            <p:cNvSpPr/>
            <p:nvPr/>
          </p:nvSpPr>
          <p:spPr>
            <a:xfrm flipH="1">
              <a:off x="729080" y="4805597"/>
              <a:ext cx="22988" cy="8672"/>
            </a:xfrm>
            <a:custGeom>
              <a:avLst/>
              <a:gdLst/>
              <a:ahLst/>
              <a:cxnLst/>
              <a:rect l="l" t="t" r="r" b="b"/>
              <a:pathLst>
                <a:path w="758" h="286" extrusionOk="0">
                  <a:moveTo>
                    <a:pt x="121" y="1"/>
                  </a:moveTo>
                  <a:cubicBezTo>
                    <a:pt x="48" y="1"/>
                    <a:pt x="1" y="109"/>
                    <a:pt x="79" y="159"/>
                  </a:cubicBezTo>
                  <a:cubicBezTo>
                    <a:pt x="202" y="236"/>
                    <a:pt x="341" y="282"/>
                    <a:pt x="489" y="285"/>
                  </a:cubicBezTo>
                  <a:cubicBezTo>
                    <a:pt x="494" y="285"/>
                    <a:pt x="500" y="285"/>
                    <a:pt x="505" y="285"/>
                  </a:cubicBezTo>
                  <a:cubicBezTo>
                    <a:pt x="574" y="285"/>
                    <a:pt x="645" y="267"/>
                    <a:pt x="708" y="233"/>
                  </a:cubicBezTo>
                  <a:cubicBezTo>
                    <a:pt x="745" y="208"/>
                    <a:pt x="757" y="155"/>
                    <a:pt x="733" y="118"/>
                  </a:cubicBezTo>
                  <a:cubicBezTo>
                    <a:pt x="717" y="92"/>
                    <a:pt x="690" y="78"/>
                    <a:pt x="662" y="78"/>
                  </a:cubicBezTo>
                  <a:cubicBezTo>
                    <a:pt x="648" y="78"/>
                    <a:pt x="633" y="82"/>
                    <a:pt x="619" y="91"/>
                  </a:cubicBezTo>
                  <a:cubicBezTo>
                    <a:pt x="615" y="92"/>
                    <a:pt x="571" y="117"/>
                    <a:pt x="489" y="117"/>
                  </a:cubicBezTo>
                  <a:cubicBezTo>
                    <a:pt x="413" y="117"/>
                    <a:pt x="304" y="95"/>
                    <a:pt x="165" y="14"/>
                  </a:cubicBezTo>
                  <a:cubicBezTo>
                    <a:pt x="150" y="5"/>
                    <a:pt x="135" y="1"/>
                    <a:pt x="1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9" name="Google Shape;4189;p38"/>
            <p:cNvSpPr/>
            <p:nvPr/>
          </p:nvSpPr>
          <p:spPr>
            <a:xfrm flipH="1">
              <a:off x="677917" y="4599495"/>
              <a:ext cx="11252" cy="26108"/>
            </a:xfrm>
            <a:custGeom>
              <a:avLst/>
              <a:gdLst/>
              <a:ahLst/>
              <a:cxnLst/>
              <a:rect l="l" t="t" r="r" b="b"/>
              <a:pathLst>
                <a:path w="371" h="861" extrusionOk="0">
                  <a:moveTo>
                    <a:pt x="242" y="1"/>
                  </a:moveTo>
                  <a:cubicBezTo>
                    <a:pt x="210" y="1"/>
                    <a:pt x="178" y="18"/>
                    <a:pt x="164" y="59"/>
                  </a:cubicBezTo>
                  <a:cubicBezTo>
                    <a:pt x="0" y="531"/>
                    <a:pt x="198" y="815"/>
                    <a:pt x="207" y="824"/>
                  </a:cubicBezTo>
                  <a:cubicBezTo>
                    <a:pt x="222" y="846"/>
                    <a:pt x="247" y="861"/>
                    <a:pt x="275" y="861"/>
                  </a:cubicBezTo>
                  <a:cubicBezTo>
                    <a:pt x="293" y="861"/>
                    <a:pt x="309" y="855"/>
                    <a:pt x="324" y="846"/>
                  </a:cubicBezTo>
                  <a:cubicBezTo>
                    <a:pt x="361" y="818"/>
                    <a:pt x="370" y="765"/>
                    <a:pt x="343" y="725"/>
                  </a:cubicBezTo>
                  <a:cubicBezTo>
                    <a:pt x="336" y="716"/>
                    <a:pt x="192" y="500"/>
                    <a:pt x="324" y="115"/>
                  </a:cubicBezTo>
                  <a:cubicBezTo>
                    <a:pt x="347" y="48"/>
                    <a:pt x="294" y="1"/>
                    <a:pt x="2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0" name="Google Shape;4190;p38"/>
            <p:cNvSpPr/>
            <p:nvPr/>
          </p:nvSpPr>
          <p:spPr>
            <a:xfrm flipH="1">
              <a:off x="919991" y="4850262"/>
              <a:ext cx="27719" cy="7854"/>
            </a:xfrm>
            <a:custGeom>
              <a:avLst/>
              <a:gdLst/>
              <a:ahLst/>
              <a:cxnLst/>
              <a:rect l="l" t="t" r="r" b="b"/>
              <a:pathLst>
                <a:path w="914" h="259" extrusionOk="0">
                  <a:moveTo>
                    <a:pt x="445" y="1"/>
                  </a:moveTo>
                  <a:cubicBezTo>
                    <a:pt x="196" y="1"/>
                    <a:pt x="52" y="101"/>
                    <a:pt x="44" y="107"/>
                  </a:cubicBezTo>
                  <a:cubicBezTo>
                    <a:pt x="7" y="135"/>
                    <a:pt x="0" y="184"/>
                    <a:pt x="25" y="225"/>
                  </a:cubicBezTo>
                  <a:cubicBezTo>
                    <a:pt x="40" y="246"/>
                    <a:pt x="68" y="259"/>
                    <a:pt x="96" y="259"/>
                  </a:cubicBezTo>
                  <a:cubicBezTo>
                    <a:pt x="111" y="259"/>
                    <a:pt x="130" y="255"/>
                    <a:pt x="142" y="246"/>
                  </a:cubicBezTo>
                  <a:cubicBezTo>
                    <a:pt x="149" y="242"/>
                    <a:pt x="254" y="171"/>
                    <a:pt x="445" y="171"/>
                  </a:cubicBezTo>
                  <a:cubicBezTo>
                    <a:pt x="531" y="171"/>
                    <a:pt x="636" y="185"/>
                    <a:pt x="756" y="228"/>
                  </a:cubicBezTo>
                  <a:cubicBezTo>
                    <a:pt x="768" y="232"/>
                    <a:pt x="780" y="235"/>
                    <a:pt x="791" y="235"/>
                  </a:cubicBezTo>
                  <a:cubicBezTo>
                    <a:pt x="878" y="235"/>
                    <a:pt x="913" y="95"/>
                    <a:pt x="812" y="67"/>
                  </a:cubicBezTo>
                  <a:cubicBezTo>
                    <a:pt x="672" y="18"/>
                    <a:pt x="550" y="1"/>
                    <a:pt x="4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1" name="Google Shape;4191;p38"/>
            <p:cNvSpPr/>
            <p:nvPr/>
          </p:nvSpPr>
          <p:spPr>
            <a:xfrm flipH="1">
              <a:off x="974096" y="4871276"/>
              <a:ext cx="28326" cy="7975"/>
            </a:xfrm>
            <a:custGeom>
              <a:avLst/>
              <a:gdLst/>
              <a:ahLst/>
              <a:cxnLst/>
              <a:rect l="l" t="t" r="r" b="b"/>
              <a:pathLst>
                <a:path w="934" h="263" extrusionOk="0">
                  <a:moveTo>
                    <a:pt x="476" y="1"/>
                  </a:moveTo>
                  <a:cubicBezTo>
                    <a:pt x="223" y="1"/>
                    <a:pt x="80" y="102"/>
                    <a:pt x="71" y="108"/>
                  </a:cubicBezTo>
                  <a:cubicBezTo>
                    <a:pt x="0" y="155"/>
                    <a:pt x="37" y="263"/>
                    <a:pt x="120" y="263"/>
                  </a:cubicBezTo>
                  <a:cubicBezTo>
                    <a:pt x="139" y="263"/>
                    <a:pt x="154" y="256"/>
                    <a:pt x="170" y="244"/>
                  </a:cubicBezTo>
                  <a:cubicBezTo>
                    <a:pt x="176" y="240"/>
                    <a:pt x="282" y="170"/>
                    <a:pt x="473" y="170"/>
                  </a:cubicBezTo>
                  <a:cubicBezTo>
                    <a:pt x="559" y="170"/>
                    <a:pt x="663" y="184"/>
                    <a:pt x="783" y="226"/>
                  </a:cubicBezTo>
                  <a:cubicBezTo>
                    <a:pt x="794" y="229"/>
                    <a:pt x="804" y="231"/>
                    <a:pt x="814" y="231"/>
                  </a:cubicBezTo>
                  <a:cubicBezTo>
                    <a:pt x="898" y="231"/>
                    <a:pt x="933" y="98"/>
                    <a:pt x="839" y="65"/>
                  </a:cubicBezTo>
                  <a:cubicBezTo>
                    <a:pt x="701" y="18"/>
                    <a:pt x="579" y="1"/>
                    <a:pt x="4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2" name="Google Shape;4192;p38"/>
            <p:cNvSpPr/>
            <p:nvPr/>
          </p:nvSpPr>
          <p:spPr>
            <a:xfrm flipH="1">
              <a:off x="891878" y="4868941"/>
              <a:ext cx="28417" cy="7975"/>
            </a:xfrm>
            <a:custGeom>
              <a:avLst/>
              <a:gdLst/>
              <a:ahLst/>
              <a:cxnLst/>
              <a:rect l="l" t="t" r="r" b="b"/>
              <a:pathLst>
                <a:path w="937" h="263" extrusionOk="0">
                  <a:moveTo>
                    <a:pt x="473" y="1"/>
                  </a:moveTo>
                  <a:cubicBezTo>
                    <a:pt x="220" y="1"/>
                    <a:pt x="77" y="102"/>
                    <a:pt x="68" y="108"/>
                  </a:cubicBezTo>
                  <a:cubicBezTo>
                    <a:pt x="0" y="155"/>
                    <a:pt x="34" y="262"/>
                    <a:pt x="117" y="262"/>
                  </a:cubicBezTo>
                  <a:cubicBezTo>
                    <a:pt x="136" y="262"/>
                    <a:pt x="151" y="256"/>
                    <a:pt x="167" y="244"/>
                  </a:cubicBezTo>
                  <a:cubicBezTo>
                    <a:pt x="173" y="240"/>
                    <a:pt x="279" y="170"/>
                    <a:pt x="470" y="170"/>
                  </a:cubicBezTo>
                  <a:cubicBezTo>
                    <a:pt x="556" y="170"/>
                    <a:pt x="660" y="184"/>
                    <a:pt x="780" y="225"/>
                  </a:cubicBezTo>
                  <a:cubicBezTo>
                    <a:pt x="793" y="231"/>
                    <a:pt x="805" y="233"/>
                    <a:pt x="816" y="233"/>
                  </a:cubicBezTo>
                  <a:cubicBezTo>
                    <a:pt x="900" y="233"/>
                    <a:pt x="937" y="95"/>
                    <a:pt x="836" y="65"/>
                  </a:cubicBezTo>
                  <a:cubicBezTo>
                    <a:pt x="698" y="18"/>
                    <a:pt x="576" y="1"/>
                    <a:pt x="47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3" name="Google Shape;4193;p38"/>
            <p:cNvSpPr/>
            <p:nvPr/>
          </p:nvSpPr>
          <p:spPr>
            <a:xfrm flipH="1">
              <a:off x="874834" y="4853931"/>
              <a:ext cx="27477" cy="11007"/>
            </a:xfrm>
            <a:custGeom>
              <a:avLst/>
              <a:gdLst/>
              <a:ahLst/>
              <a:cxnLst/>
              <a:rect l="l" t="t" r="r" b="b"/>
              <a:pathLst>
                <a:path w="906" h="363" extrusionOk="0">
                  <a:moveTo>
                    <a:pt x="262" y="0"/>
                  </a:moveTo>
                  <a:cubicBezTo>
                    <a:pt x="162" y="0"/>
                    <a:pt x="100" y="21"/>
                    <a:pt x="95" y="23"/>
                  </a:cubicBezTo>
                  <a:cubicBezTo>
                    <a:pt x="0" y="57"/>
                    <a:pt x="34" y="189"/>
                    <a:pt x="119" y="189"/>
                  </a:cubicBezTo>
                  <a:cubicBezTo>
                    <a:pt x="128" y="189"/>
                    <a:pt x="137" y="187"/>
                    <a:pt x="147" y="184"/>
                  </a:cubicBezTo>
                  <a:cubicBezTo>
                    <a:pt x="151" y="183"/>
                    <a:pt x="193" y="170"/>
                    <a:pt x="263" y="170"/>
                  </a:cubicBezTo>
                  <a:cubicBezTo>
                    <a:pt x="370" y="170"/>
                    <a:pt x="541" y="199"/>
                    <a:pt x="739" y="344"/>
                  </a:cubicBezTo>
                  <a:cubicBezTo>
                    <a:pt x="752" y="357"/>
                    <a:pt x="770" y="363"/>
                    <a:pt x="789" y="363"/>
                  </a:cubicBezTo>
                  <a:cubicBezTo>
                    <a:pt x="872" y="363"/>
                    <a:pt x="906" y="258"/>
                    <a:pt x="838" y="208"/>
                  </a:cubicBezTo>
                  <a:cubicBezTo>
                    <a:pt x="605" y="38"/>
                    <a:pt x="398" y="0"/>
                    <a:pt x="2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4" name="Google Shape;4194;p38"/>
            <p:cNvSpPr/>
            <p:nvPr/>
          </p:nvSpPr>
          <p:spPr>
            <a:xfrm flipH="1">
              <a:off x="929696" y="4867758"/>
              <a:ext cx="28174" cy="7944"/>
            </a:xfrm>
            <a:custGeom>
              <a:avLst/>
              <a:gdLst/>
              <a:ahLst/>
              <a:cxnLst/>
              <a:rect l="l" t="t" r="r" b="b"/>
              <a:pathLst>
                <a:path w="929" h="262" extrusionOk="0">
                  <a:moveTo>
                    <a:pt x="471" y="0"/>
                  </a:moveTo>
                  <a:cubicBezTo>
                    <a:pt x="221" y="0"/>
                    <a:pt x="79" y="101"/>
                    <a:pt x="70" y="107"/>
                  </a:cubicBezTo>
                  <a:cubicBezTo>
                    <a:pt x="0" y="156"/>
                    <a:pt x="35" y="261"/>
                    <a:pt x="116" y="261"/>
                  </a:cubicBezTo>
                  <a:cubicBezTo>
                    <a:pt x="117" y="261"/>
                    <a:pt x="118" y="261"/>
                    <a:pt x="119" y="261"/>
                  </a:cubicBezTo>
                  <a:cubicBezTo>
                    <a:pt x="138" y="261"/>
                    <a:pt x="153" y="255"/>
                    <a:pt x="169" y="246"/>
                  </a:cubicBezTo>
                  <a:cubicBezTo>
                    <a:pt x="175" y="242"/>
                    <a:pt x="281" y="170"/>
                    <a:pt x="471" y="170"/>
                  </a:cubicBezTo>
                  <a:cubicBezTo>
                    <a:pt x="558" y="170"/>
                    <a:pt x="662" y="185"/>
                    <a:pt x="783" y="227"/>
                  </a:cubicBezTo>
                  <a:cubicBezTo>
                    <a:pt x="791" y="230"/>
                    <a:pt x="799" y="231"/>
                    <a:pt x="807" y="231"/>
                  </a:cubicBezTo>
                  <a:cubicBezTo>
                    <a:pt x="892" y="231"/>
                    <a:pt x="928" y="104"/>
                    <a:pt x="838" y="67"/>
                  </a:cubicBezTo>
                  <a:cubicBezTo>
                    <a:pt x="698" y="18"/>
                    <a:pt x="575" y="0"/>
                    <a:pt x="4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5" name="Google Shape;4195;p38"/>
            <p:cNvSpPr/>
            <p:nvPr/>
          </p:nvSpPr>
          <p:spPr>
            <a:xfrm flipH="1">
              <a:off x="958992" y="4852537"/>
              <a:ext cx="28174" cy="7914"/>
            </a:xfrm>
            <a:custGeom>
              <a:avLst/>
              <a:gdLst/>
              <a:ahLst/>
              <a:cxnLst/>
              <a:rect l="l" t="t" r="r" b="b"/>
              <a:pathLst>
                <a:path w="929" h="261" extrusionOk="0">
                  <a:moveTo>
                    <a:pt x="474" y="0"/>
                  </a:moveTo>
                  <a:cubicBezTo>
                    <a:pt x="223" y="0"/>
                    <a:pt x="79" y="102"/>
                    <a:pt x="71" y="106"/>
                  </a:cubicBezTo>
                  <a:cubicBezTo>
                    <a:pt x="1" y="155"/>
                    <a:pt x="36" y="261"/>
                    <a:pt x="117" y="261"/>
                  </a:cubicBezTo>
                  <a:cubicBezTo>
                    <a:pt x="118" y="261"/>
                    <a:pt x="119" y="261"/>
                    <a:pt x="120" y="261"/>
                  </a:cubicBezTo>
                  <a:cubicBezTo>
                    <a:pt x="139" y="261"/>
                    <a:pt x="154" y="254"/>
                    <a:pt x="169" y="245"/>
                  </a:cubicBezTo>
                  <a:cubicBezTo>
                    <a:pt x="176" y="241"/>
                    <a:pt x="280" y="170"/>
                    <a:pt x="470" y="170"/>
                  </a:cubicBezTo>
                  <a:cubicBezTo>
                    <a:pt x="556" y="170"/>
                    <a:pt x="660" y="184"/>
                    <a:pt x="780" y="227"/>
                  </a:cubicBezTo>
                  <a:cubicBezTo>
                    <a:pt x="790" y="230"/>
                    <a:pt x="799" y="231"/>
                    <a:pt x="807" y="231"/>
                  </a:cubicBezTo>
                  <a:cubicBezTo>
                    <a:pt x="893" y="231"/>
                    <a:pt x="928" y="103"/>
                    <a:pt x="839" y="66"/>
                  </a:cubicBezTo>
                  <a:cubicBezTo>
                    <a:pt x="700" y="18"/>
                    <a:pt x="578" y="0"/>
                    <a:pt x="4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6" name="Google Shape;4196;p38"/>
            <p:cNvSpPr/>
            <p:nvPr/>
          </p:nvSpPr>
          <p:spPr>
            <a:xfrm flipH="1">
              <a:off x="655111" y="4518928"/>
              <a:ext cx="14042" cy="25380"/>
            </a:xfrm>
            <a:custGeom>
              <a:avLst/>
              <a:gdLst/>
              <a:ahLst/>
              <a:cxnLst/>
              <a:rect l="l" t="t" r="r" b="b"/>
              <a:pathLst>
                <a:path w="463" h="837" extrusionOk="0">
                  <a:moveTo>
                    <a:pt x="366" y="0"/>
                  </a:moveTo>
                  <a:cubicBezTo>
                    <a:pt x="341" y="0"/>
                    <a:pt x="316" y="12"/>
                    <a:pt x="300" y="36"/>
                  </a:cubicBezTo>
                  <a:cubicBezTo>
                    <a:pt x="0" y="437"/>
                    <a:pt x="105" y="764"/>
                    <a:pt x="108" y="779"/>
                  </a:cubicBezTo>
                  <a:cubicBezTo>
                    <a:pt x="121" y="813"/>
                    <a:pt x="151" y="835"/>
                    <a:pt x="188" y="835"/>
                  </a:cubicBezTo>
                  <a:cubicBezTo>
                    <a:pt x="192" y="836"/>
                    <a:pt x="195" y="836"/>
                    <a:pt x="198" y="836"/>
                  </a:cubicBezTo>
                  <a:cubicBezTo>
                    <a:pt x="204" y="836"/>
                    <a:pt x="210" y="835"/>
                    <a:pt x="216" y="835"/>
                  </a:cubicBezTo>
                  <a:cubicBezTo>
                    <a:pt x="259" y="819"/>
                    <a:pt x="284" y="770"/>
                    <a:pt x="269" y="727"/>
                  </a:cubicBezTo>
                  <a:cubicBezTo>
                    <a:pt x="266" y="714"/>
                    <a:pt x="192" y="461"/>
                    <a:pt x="435" y="135"/>
                  </a:cubicBezTo>
                  <a:cubicBezTo>
                    <a:pt x="463" y="98"/>
                    <a:pt x="454" y="45"/>
                    <a:pt x="417" y="17"/>
                  </a:cubicBezTo>
                  <a:cubicBezTo>
                    <a:pt x="402" y="6"/>
                    <a:pt x="384" y="0"/>
                    <a:pt x="3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7" name="Google Shape;4197;p38"/>
            <p:cNvSpPr/>
            <p:nvPr/>
          </p:nvSpPr>
          <p:spPr>
            <a:xfrm flipH="1">
              <a:off x="478575" y="4327988"/>
              <a:ext cx="23625" cy="14828"/>
            </a:xfrm>
            <a:custGeom>
              <a:avLst/>
              <a:gdLst/>
              <a:ahLst/>
              <a:cxnLst/>
              <a:rect l="l" t="t" r="r" b="b"/>
              <a:pathLst>
                <a:path w="779" h="489" extrusionOk="0">
                  <a:moveTo>
                    <a:pt x="91" y="1"/>
                  </a:moveTo>
                  <a:cubicBezTo>
                    <a:pt x="47" y="1"/>
                    <a:pt x="10" y="34"/>
                    <a:pt x="7" y="78"/>
                  </a:cubicBezTo>
                  <a:cubicBezTo>
                    <a:pt x="1" y="124"/>
                    <a:pt x="38" y="164"/>
                    <a:pt x="84" y="170"/>
                  </a:cubicBezTo>
                  <a:cubicBezTo>
                    <a:pt x="198" y="180"/>
                    <a:pt x="516" y="244"/>
                    <a:pt x="602" y="439"/>
                  </a:cubicBezTo>
                  <a:cubicBezTo>
                    <a:pt x="615" y="467"/>
                    <a:pt x="645" y="488"/>
                    <a:pt x="679" y="488"/>
                  </a:cubicBezTo>
                  <a:cubicBezTo>
                    <a:pt x="692" y="488"/>
                    <a:pt x="704" y="485"/>
                    <a:pt x="716" y="482"/>
                  </a:cubicBezTo>
                  <a:cubicBezTo>
                    <a:pt x="756" y="463"/>
                    <a:pt x="778" y="411"/>
                    <a:pt x="760" y="368"/>
                  </a:cubicBezTo>
                  <a:cubicBezTo>
                    <a:pt x="615" y="47"/>
                    <a:pt x="118" y="4"/>
                    <a:pt x="96" y="1"/>
                  </a:cubicBezTo>
                  <a:cubicBezTo>
                    <a:pt x="94" y="1"/>
                    <a:pt x="93" y="1"/>
                    <a:pt x="9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8" name="Google Shape;4198;p38"/>
            <p:cNvSpPr/>
            <p:nvPr/>
          </p:nvSpPr>
          <p:spPr>
            <a:xfrm flipH="1">
              <a:off x="508629" y="4302092"/>
              <a:ext cx="23777" cy="14797"/>
            </a:xfrm>
            <a:custGeom>
              <a:avLst/>
              <a:gdLst/>
              <a:ahLst/>
              <a:cxnLst/>
              <a:rect l="l" t="t" r="r" b="b"/>
              <a:pathLst>
                <a:path w="784" h="488" extrusionOk="0">
                  <a:moveTo>
                    <a:pt x="90" y="0"/>
                  </a:moveTo>
                  <a:cubicBezTo>
                    <a:pt x="47" y="0"/>
                    <a:pt x="10" y="33"/>
                    <a:pt x="7" y="78"/>
                  </a:cubicBezTo>
                  <a:cubicBezTo>
                    <a:pt x="1" y="124"/>
                    <a:pt x="38" y="164"/>
                    <a:pt x="84" y="170"/>
                  </a:cubicBezTo>
                  <a:cubicBezTo>
                    <a:pt x="198" y="179"/>
                    <a:pt x="516" y="247"/>
                    <a:pt x="602" y="438"/>
                  </a:cubicBezTo>
                  <a:cubicBezTo>
                    <a:pt x="614" y="469"/>
                    <a:pt x="645" y="488"/>
                    <a:pt x="679" y="488"/>
                  </a:cubicBezTo>
                  <a:cubicBezTo>
                    <a:pt x="741" y="488"/>
                    <a:pt x="784" y="426"/>
                    <a:pt x="756" y="371"/>
                  </a:cubicBezTo>
                  <a:cubicBezTo>
                    <a:pt x="614" y="47"/>
                    <a:pt x="118" y="0"/>
                    <a:pt x="96" y="0"/>
                  </a:cubicBezTo>
                  <a:cubicBezTo>
                    <a:pt x="94" y="0"/>
                    <a:pt x="92" y="0"/>
                    <a:pt x="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9" name="Google Shape;4199;p38"/>
            <p:cNvSpPr/>
            <p:nvPr/>
          </p:nvSpPr>
          <p:spPr>
            <a:xfrm flipH="1">
              <a:off x="472418" y="4347060"/>
              <a:ext cx="23686" cy="14828"/>
            </a:xfrm>
            <a:custGeom>
              <a:avLst/>
              <a:gdLst/>
              <a:ahLst/>
              <a:cxnLst/>
              <a:rect l="l" t="t" r="r" b="b"/>
              <a:pathLst>
                <a:path w="781" h="489" extrusionOk="0">
                  <a:moveTo>
                    <a:pt x="90" y="1"/>
                  </a:moveTo>
                  <a:cubicBezTo>
                    <a:pt x="46" y="1"/>
                    <a:pt x="9" y="34"/>
                    <a:pt x="3" y="78"/>
                  </a:cubicBezTo>
                  <a:cubicBezTo>
                    <a:pt x="0" y="124"/>
                    <a:pt x="34" y="164"/>
                    <a:pt x="80" y="168"/>
                  </a:cubicBezTo>
                  <a:cubicBezTo>
                    <a:pt x="198" y="180"/>
                    <a:pt x="515" y="245"/>
                    <a:pt x="602" y="439"/>
                  </a:cubicBezTo>
                  <a:cubicBezTo>
                    <a:pt x="614" y="470"/>
                    <a:pt x="645" y="488"/>
                    <a:pt x="679" y="488"/>
                  </a:cubicBezTo>
                  <a:cubicBezTo>
                    <a:pt x="741" y="488"/>
                    <a:pt x="781" y="424"/>
                    <a:pt x="756" y="368"/>
                  </a:cubicBezTo>
                  <a:cubicBezTo>
                    <a:pt x="611" y="44"/>
                    <a:pt x="114" y="1"/>
                    <a:pt x="96" y="1"/>
                  </a:cubicBezTo>
                  <a:cubicBezTo>
                    <a:pt x="94" y="1"/>
                    <a:pt x="92" y="1"/>
                    <a:pt x="9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0" name="Google Shape;4200;p38"/>
            <p:cNvSpPr/>
            <p:nvPr/>
          </p:nvSpPr>
          <p:spPr>
            <a:xfrm flipH="1">
              <a:off x="541262" y="4293026"/>
              <a:ext cx="26203" cy="9855"/>
            </a:xfrm>
            <a:custGeom>
              <a:avLst/>
              <a:gdLst/>
              <a:ahLst/>
              <a:cxnLst/>
              <a:rect l="l" t="t" r="r" b="b"/>
              <a:pathLst>
                <a:path w="864" h="325" extrusionOk="0">
                  <a:moveTo>
                    <a:pt x="344" y="0"/>
                  </a:moveTo>
                  <a:cubicBezTo>
                    <a:pt x="216" y="0"/>
                    <a:pt x="114" y="22"/>
                    <a:pt x="105" y="25"/>
                  </a:cubicBezTo>
                  <a:cubicBezTo>
                    <a:pt x="1" y="48"/>
                    <a:pt x="27" y="193"/>
                    <a:pt x="122" y="193"/>
                  </a:cubicBezTo>
                  <a:cubicBezTo>
                    <a:pt x="128" y="193"/>
                    <a:pt x="135" y="193"/>
                    <a:pt x="142" y="192"/>
                  </a:cubicBezTo>
                  <a:cubicBezTo>
                    <a:pt x="186" y="182"/>
                    <a:pt x="262" y="171"/>
                    <a:pt x="345" y="171"/>
                  </a:cubicBezTo>
                  <a:cubicBezTo>
                    <a:pt x="476" y="171"/>
                    <a:pt x="625" y="197"/>
                    <a:pt x="700" y="293"/>
                  </a:cubicBezTo>
                  <a:cubicBezTo>
                    <a:pt x="719" y="312"/>
                    <a:pt x="743" y="324"/>
                    <a:pt x="768" y="324"/>
                  </a:cubicBezTo>
                  <a:cubicBezTo>
                    <a:pt x="786" y="324"/>
                    <a:pt x="805" y="318"/>
                    <a:pt x="820" y="306"/>
                  </a:cubicBezTo>
                  <a:cubicBezTo>
                    <a:pt x="857" y="278"/>
                    <a:pt x="864" y="222"/>
                    <a:pt x="833" y="188"/>
                  </a:cubicBezTo>
                  <a:cubicBezTo>
                    <a:pt x="712" y="35"/>
                    <a:pt x="506" y="0"/>
                    <a:pt x="3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1" name="Google Shape;4201;p38"/>
            <p:cNvSpPr/>
            <p:nvPr/>
          </p:nvSpPr>
          <p:spPr>
            <a:xfrm flipH="1">
              <a:off x="519759" y="4317799"/>
              <a:ext cx="23686" cy="14919"/>
            </a:xfrm>
            <a:custGeom>
              <a:avLst/>
              <a:gdLst/>
              <a:ahLst/>
              <a:cxnLst/>
              <a:rect l="l" t="t" r="r" b="b"/>
              <a:pathLst>
                <a:path w="781" h="492" extrusionOk="0">
                  <a:moveTo>
                    <a:pt x="90" y="0"/>
                  </a:moveTo>
                  <a:cubicBezTo>
                    <a:pt x="47" y="0"/>
                    <a:pt x="10" y="33"/>
                    <a:pt x="7" y="78"/>
                  </a:cubicBezTo>
                  <a:cubicBezTo>
                    <a:pt x="1" y="124"/>
                    <a:pt x="35" y="167"/>
                    <a:pt x="84" y="170"/>
                  </a:cubicBezTo>
                  <a:cubicBezTo>
                    <a:pt x="198" y="180"/>
                    <a:pt x="516" y="247"/>
                    <a:pt x="602" y="439"/>
                  </a:cubicBezTo>
                  <a:cubicBezTo>
                    <a:pt x="614" y="469"/>
                    <a:pt x="645" y="491"/>
                    <a:pt x="679" y="491"/>
                  </a:cubicBezTo>
                  <a:lnTo>
                    <a:pt x="679" y="488"/>
                  </a:lnTo>
                  <a:cubicBezTo>
                    <a:pt x="741" y="488"/>
                    <a:pt x="781" y="426"/>
                    <a:pt x="756" y="371"/>
                  </a:cubicBezTo>
                  <a:cubicBezTo>
                    <a:pt x="611" y="47"/>
                    <a:pt x="118" y="4"/>
                    <a:pt x="96" y="1"/>
                  </a:cubicBezTo>
                  <a:cubicBezTo>
                    <a:pt x="94" y="1"/>
                    <a:pt x="92" y="0"/>
                    <a:pt x="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2" name="Google Shape;4202;p38"/>
            <p:cNvSpPr/>
            <p:nvPr/>
          </p:nvSpPr>
          <p:spPr>
            <a:xfrm flipH="1">
              <a:off x="349319" y="4651013"/>
              <a:ext cx="16589" cy="23227"/>
            </a:xfrm>
            <a:custGeom>
              <a:avLst/>
              <a:gdLst/>
              <a:ahLst/>
              <a:cxnLst/>
              <a:rect l="l" t="t" r="r" b="b"/>
              <a:pathLst>
                <a:path w="547" h="766" extrusionOk="0">
                  <a:moveTo>
                    <a:pt x="419" y="0"/>
                  </a:moveTo>
                  <a:cubicBezTo>
                    <a:pt x="415" y="0"/>
                    <a:pt x="411" y="0"/>
                    <a:pt x="408" y="1"/>
                  </a:cubicBezTo>
                  <a:cubicBezTo>
                    <a:pt x="361" y="7"/>
                    <a:pt x="331" y="47"/>
                    <a:pt x="334" y="93"/>
                  </a:cubicBezTo>
                  <a:cubicBezTo>
                    <a:pt x="337" y="106"/>
                    <a:pt x="361" y="365"/>
                    <a:pt x="59" y="618"/>
                  </a:cubicBezTo>
                  <a:cubicBezTo>
                    <a:pt x="1" y="667"/>
                    <a:pt x="35" y="766"/>
                    <a:pt x="115" y="766"/>
                  </a:cubicBezTo>
                  <a:cubicBezTo>
                    <a:pt x="133" y="766"/>
                    <a:pt x="155" y="760"/>
                    <a:pt x="170" y="747"/>
                  </a:cubicBezTo>
                  <a:cubicBezTo>
                    <a:pt x="547" y="430"/>
                    <a:pt x="503" y="87"/>
                    <a:pt x="503" y="72"/>
                  </a:cubicBezTo>
                  <a:cubicBezTo>
                    <a:pt x="495" y="32"/>
                    <a:pt x="460" y="0"/>
                    <a:pt x="4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3" name="Google Shape;4203;p38"/>
            <p:cNvSpPr/>
            <p:nvPr/>
          </p:nvSpPr>
          <p:spPr>
            <a:xfrm flipH="1">
              <a:off x="365392" y="4682609"/>
              <a:ext cx="16589" cy="23257"/>
            </a:xfrm>
            <a:custGeom>
              <a:avLst/>
              <a:gdLst/>
              <a:ahLst/>
              <a:cxnLst/>
              <a:rect l="l" t="t" r="r" b="b"/>
              <a:pathLst>
                <a:path w="547" h="767" extrusionOk="0">
                  <a:moveTo>
                    <a:pt x="419" y="1"/>
                  </a:moveTo>
                  <a:cubicBezTo>
                    <a:pt x="415" y="1"/>
                    <a:pt x="411" y="1"/>
                    <a:pt x="407" y="1"/>
                  </a:cubicBezTo>
                  <a:cubicBezTo>
                    <a:pt x="361" y="8"/>
                    <a:pt x="330" y="48"/>
                    <a:pt x="333" y="94"/>
                  </a:cubicBezTo>
                  <a:cubicBezTo>
                    <a:pt x="336" y="106"/>
                    <a:pt x="361" y="362"/>
                    <a:pt x="59" y="618"/>
                  </a:cubicBezTo>
                  <a:cubicBezTo>
                    <a:pt x="0" y="668"/>
                    <a:pt x="34" y="766"/>
                    <a:pt x="114" y="766"/>
                  </a:cubicBezTo>
                  <a:cubicBezTo>
                    <a:pt x="133" y="766"/>
                    <a:pt x="154" y="760"/>
                    <a:pt x="170" y="748"/>
                  </a:cubicBezTo>
                  <a:cubicBezTo>
                    <a:pt x="546" y="430"/>
                    <a:pt x="503" y="88"/>
                    <a:pt x="503" y="72"/>
                  </a:cubicBezTo>
                  <a:cubicBezTo>
                    <a:pt x="497" y="30"/>
                    <a:pt x="461" y="1"/>
                    <a:pt x="41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4" name="Google Shape;4204;p38"/>
            <p:cNvSpPr/>
            <p:nvPr/>
          </p:nvSpPr>
          <p:spPr>
            <a:xfrm flipH="1">
              <a:off x="386288" y="4690645"/>
              <a:ext cx="20774" cy="20346"/>
            </a:xfrm>
            <a:custGeom>
              <a:avLst/>
              <a:gdLst/>
              <a:ahLst/>
              <a:cxnLst/>
              <a:rect l="l" t="t" r="r" b="b"/>
              <a:pathLst>
                <a:path w="685" h="671" extrusionOk="0">
                  <a:moveTo>
                    <a:pt x="589" y="1"/>
                  </a:moveTo>
                  <a:cubicBezTo>
                    <a:pt x="553" y="1"/>
                    <a:pt x="517" y="21"/>
                    <a:pt x="506" y="66"/>
                  </a:cubicBezTo>
                  <a:cubicBezTo>
                    <a:pt x="506" y="79"/>
                    <a:pt x="454" y="335"/>
                    <a:pt x="84" y="507"/>
                  </a:cubicBezTo>
                  <a:cubicBezTo>
                    <a:pt x="1" y="548"/>
                    <a:pt x="28" y="671"/>
                    <a:pt x="121" y="671"/>
                  </a:cubicBezTo>
                  <a:cubicBezTo>
                    <a:pt x="130" y="671"/>
                    <a:pt x="142" y="668"/>
                    <a:pt x="155" y="662"/>
                  </a:cubicBezTo>
                  <a:cubicBezTo>
                    <a:pt x="608" y="449"/>
                    <a:pt x="673" y="113"/>
                    <a:pt x="676" y="97"/>
                  </a:cubicBezTo>
                  <a:cubicBezTo>
                    <a:pt x="685" y="36"/>
                    <a:pt x="637" y="1"/>
                    <a:pt x="5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5" name="Google Shape;4205;p38"/>
            <p:cNvSpPr/>
            <p:nvPr/>
          </p:nvSpPr>
          <p:spPr>
            <a:xfrm flipH="1">
              <a:off x="369759" y="4649558"/>
              <a:ext cx="15406" cy="23197"/>
            </a:xfrm>
            <a:custGeom>
              <a:avLst/>
              <a:gdLst/>
              <a:ahLst/>
              <a:cxnLst/>
              <a:rect l="l" t="t" r="r" b="b"/>
              <a:pathLst>
                <a:path w="508" h="765" extrusionOk="0">
                  <a:moveTo>
                    <a:pt x="422" y="0"/>
                  </a:moveTo>
                  <a:cubicBezTo>
                    <a:pt x="382" y="0"/>
                    <a:pt x="342" y="25"/>
                    <a:pt x="336" y="77"/>
                  </a:cubicBezTo>
                  <a:cubicBezTo>
                    <a:pt x="336" y="80"/>
                    <a:pt x="309" y="493"/>
                    <a:pt x="80" y="601"/>
                  </a:cubicBezTo>
                  <a:cubicBezTo>
                    <a:pt x="0" y="641"/>
                    <a:pt x="28" y="761"/>
                    <a:pt x="117" y="764"/>
                  </a:cubicBezTo>
                  <a:cubicBezTo>
                    <a:pt x="130" y="764"/>
                    <a:pt x="142" y="761"/>
                    <a:pt x="154" y="755"/>
                  </a:cubicBezTo>
                  <a:cubicBezTo>
                    <a:pt x="475" y="604"/>
                    <a:pt x="506" y="108"/>
                    <a:pt x="506" y="86"/>
                  </a:cubicBezTo>
                  <a:cubicBezTo>
                    <a:pt x="508" y="30"/>
                    <a:pt x="465" y="0"/>
                    <a:pt x="4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6" name="Google Shape;4206;p38"/>
            <p:cNvSpPr/>
            <p:nvPr/>
          </p:nvSpPr>
          <p:spPr>
            <a:xfrm flipH="1">
              <a:off x="344557" y="4618659"/>
              <a:ext cx="15528" cy="23227"/>
            </a:xfrm>
            <a:custGeom>
              <a:avLst/>
              <a:gdLst/>
              <a:ahLst/>
              <a:cxnLst/>
              <a:rect l="l" t="t" r="r" b="b"/>
              <a:pathLst>
                <a:path w="512" h="766" extrusionOk="0">
                  <a:moveTo>
                    <a:pt x="423" y="1"/>
                  </a:moveTo>
                  <a:cubicBezTo>
                    <a:pt x="379" y="1"/>
                    <a:pt x="342" y="34"/>
                    <a:pt x="339" y="81"/>
                  </a:cubicBezTo>
                  <a:cubicBezTo>
                    <a:pt x="339" y="84"/>
                    <a:pt x="311" y="497"/>
                    <a:pt x="83" y="605"/>
                  </a:cubicBezTo>
                  <a:cubicBezTo>
                    <a:pt x="1" y="642"/>
                    <a:pt x="27" y="766"/>
                    <a:pt x="117" y="766"/>
                  </a:cubicBezTo>
                  <a:cubicBezTo>
                    <a:pt x="118" y="766"/>
                    <a:pt x="119" y="766"/>
                    <a:pt x="120" y="766"/>
                  </a:cubicBezTo>
                  <a:cubicBezTo>
                    <a:pt x="132" y="766"/>
                    <a:pt x="145" y="763"/>
                    <a:pt x="157" y="759"/>
                  </a:cubicBezTo>
                  <a:cubicBezTo>
                    <a:pt x="478" y="605"/>
                    <a:pt x="512" y="109"/>
                    <a:pt x="512" y="90"/>
                  </a:cubicBezTo>
                  <a:cubicBezTo>
                    <a:pt x="512" y="41"/>
                    <a:pt x="475" y="1"/>
                    <a:pt x="429" y="1"/>
                  </a:cubicBezTo>
                  <a:cubicBezTo>
                    <a:pt x="427" y="1"/>
                    <a:pt x="425" y="1"/>
                    <a:pt x="4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7" name="Google Shape;4207;p38"/>
            <p:cNvSpPr/>
            <p:nvPr/>
          </p:nvSpPr>
          <p:spPr>
            <a:xfrm flipH="1">
              <a:off x="388684" y="4655895"/>
              <a:ext cx="15467" cy="23318"/>
            </a:xfrm>
            <a:custGeom>
              <a:avLst/>
              <a:gdLst/>
              <a:ahLst/>
              <a:cxnLst/>
              <a:rect l="l" t="t" r="r" b="b"/>
              <a:pathLst>
                <a:path w="510" h="769" extrusionOk="0">
                  <a:moveTo>
                    <a:pt x="423" y="0"/>
                  </a:moveTo>
                  <a:cubicBezTo>
                    <a:pt x="376" y="0"/>
                    <a:pt x="339" y="36"/>
                    <a:pt x="339" y="80"/>
                  </a:cubicBezTo>
                  <a:cubicBezTo>
                    <a:pt x="333" y="198"/>
                    <a:pt x="275" y="515"/>
                    <a:pt x="83" y="608"/>
                  </a:cubicBezTo>
                  <a:cubicBezTo>
                    <a:pt x="0" y="645"/>
                    <a:pt x="28" y="768"/>
                    <a:pt x="117" y="768"/>
                  </a:cubicBezTo>
                  <a:cubicBezTo>
                    <a:pt x="130" y="768"/>
                    <a:pt x="142" y="765"/>
                    <a:pt x="154" y="759"/>
                  </a:cubicBezTo>
                  <a:cubicBezTo>
                    <a:pt x="475" y="608"/>
                    <a:pt x="506" y="111"/>
                    <a:pt x="506" y="90"/>
                  </a:cubicBezTo>
                  <a:cubicBezTo>
                    <a:pt x="509" y="43"/>
                    <a:pt x="475" y="3"/>
                    <a:pt x="429" y="0"/>
                  </a:cubicBezTo>
                  <a:cubicBezTo>
                    <a:pt x="427" y="0"/>
                    <a:pt x="425" y="0"/>
                    <a:pt x="4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8" name="Google Shape;4208;p38"/>
            <p:cNvSpPr/>
            <p:nvPr/>
          </p:nvSpPr>
          <p:spPr>
            <a:xfrm flipH="1">
              <a:off x="333427" y="4584213"/>
              <a:ext cx="13223" cy="25046"/>
            </a:xfrm>
            <a:custGeom>
              <a:avLst/>
              <a:gdLst/>
              <a:ahLst/>
              <a:cxnLst/>
              <a:rect l="l" t="t" r="r" b="b"/>
              <a:pathLst>
                <a:path w="436" h="826" extrusionOk="0">
                  <a:moveTo>
                    <a:pt x="234" y="1"/>
                  </a:moveTo>
                  <a:cubicBezTo>
                    <a:pt x="182" y="1"/>
                    <a:pt x="127" y="44"/>
                    <a:pt x="149" y="113"/>
                  </a:cubicBezTo>
                  <a:cubicBezTo>
                    <a:pt x="177" y="224"/>
                    <a:pt x="214" y="545"/>
                    <a:pt x="60" y="674"/>
                  </a:cubicBezTo>
                  <a:cubicBezTo>
                    <a:pt x="1" y="727"/>
                    <a:pt x="35" y="822"/>
                    <a:pt x="115" y="825"/>
                  </a:cubicBezTo>
                  <a:cubicBezTo>
                    <a:pt x="134" y="825"/>
                    <a:pt x="152" y="819"/>
                    <a:pt x="171" y="807"/>
                  </a:cubicBezTo>
                  <a:cubicBezTo>
                    <a:pt x="436" y="582"/>
                    <a:pt x="319" y="94"/>
                    <a:pt x="316" y="73"/>
                  </a:cubicBezTo>
                  <a:cubicBezTo>
                    <a:pt x="308" y="23"/>
                    <a:pt x="272" y="1"/>
                    <a:pt x="2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9" name="Google Shape;4209;p38"/>
            <p:cNvSpPr/>
            <p:nvPr/>
          </p:nvSpPr>
          <p:spPr>
            <a:xfrm flipH="1">
              <a:off x="360540" y="4607955"/>
              <a:ext cx="15558" cy="23288"/>
            </a:xfrm>
            <a:custGeom>
              <a:avLst/>
              <a:gdLst/>
              <a:ahLst/>
              <a:cxnLst/>
              <a:rect l="l" t="t" r="r" b="b"/>
              <a:pathLst>
                <a:path w="513" h="768" extrusionOk="0">
                  <a:moveTo>
                    <a:pt x="424" y="0"/>
                  </a:moveTo>
                  <a:cubicBezTo>
                    <a:pt x="383" y="0"/>
                    <a:pt x="343" y="26"/>
                    <a:pt x="340" y="79"/>
                  </a:cubicBezTo>
                  <a:cubicBezTo>
                    <a:pt x="334" y="196"/>
                    <a:pt x="275" y="514"/>
                    <a:pt x="84" y="607"/>
                  </a:cubicBezTo>
                  <a:cubicBezTo>
                    <a:pt x="0" y="644"/>
                    <a:pt x="28" y="767"/>
                    <a:pt x="121" y="767"/>
                  </a:cubicBezTo>
                  <a:cubicBezTo>
                    <a:pt x="133" y="767"/>
                    <a:pt x="145" y="764"/>
                    <a:pt x="158" y="758"/>
                  </a:cubicBezTo>
                  <a:cubicBezTo>
                    <a:pt x="475" y="607"/>
                    <a:pt x="509" y="110"/>
                    <a:pt x="509" y="89"/>
                  </a:cubicBezTo>
                  <a:cubicBezTo>
                    <a:pt x="513" y="31"/>
                    <a:pt x="468" y="0"/>
                    <a:pt x="4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0" name="Google Shape;4210;p38"/>
            <p:cNvSpPr/>
            <p:nvPr/>
          </p:nvSpPr>
          <p:spPr>
            <a:xfrm flipH="1">
              <a:off x="561187" y="4769089"/>
              <a:ext cx="433077" cy="73957"/>
            </a:xfrm>
            <a:custGeom>
              <a:avLst/>
              <a:gdLst/>
              <a:ahLst/>
              <a:cxnLst/>
              <a:rect l="l" t="t" r="r" b="b"/>
              <a:pathLst>
                <a:path w="14280" h="2439" extrusionOk="0">
                  <a:moveTo>
                    <a:pt x="123" y="0"/>
                  </a:moveTo>
                  <a:cubicBezTo>
                    <a:pt x="39" y="0"/>
                    <a:pt x="0" y="134"/>
                    <a:pt x="98" y="169"/>
                  </a:cubicBezTo>
                  <a:cubicBezTo>
                    <a:pt x="157" y="191"/>
                    <a:pt x="6054" y="2439"/>
                    <a:pt x="13419" y="2439"/>
                  </a:cubicBezTo>
                  <a:cubicBezTo>
                    <a:pt x="13678" y="2439"/>
                    <a:pt x="13937" y="2436"/>
                    <a:pt x="14196" y="2430"/>
                  </a:cubicBezTo>
                  <a:cubicBezTo>
                    <a:pt x="14243" y="2430"/>
                    <a:pt x="14280" y="2390"/>
                    <a:pt x="14280" y="2343"/>
                  </a:cubicBezTo>
                  <a:cubicBezTo>
                    <a:pt x="14277" y="2297"/>
                    <a:pt x="14240" y="2263"/>
                    <a:pt x="14193" y="2260"/>
                  </a:cubicBezTo>
                  <a:cubicBezTo>
                    <a:pt x="13935" y="2266"/>
                    <a:pt x="13677" y="2268"/>
                    <a:pt x="13422" y="2268"/>
                  </a:cubicBezTo>
                  <a:cubicBezTo>
                    <a:pt x="6083" y="2268"/>
                    <a:pt x="219" y="32"/>
                    <a:pt x="160" y="9"/>
                  </a:cubicBezTo>
                  <a:cubicBezTo>
                    <a:pt x="147" y="3"/>
                    <a:pt x="134" y="0"/>
                    <a:pt x="1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26" name="Picture 2">
            <a:extLst>
              <a:ext uri="{FF2B5EF4-FFF2-40B4-BE49-F238E27FC236}">
                <a16:creationId xmlns:a16="http://schemas.microsoft.com/office/drawing/2014/main" id="{9397FA96-80FF-A997-F41E-4670E189EC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8572" y="1547376"/>
            <a:ext cx="1057061" cy="105706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5DF1A0CD-C6C2-F160-00CA-DAD7F9184C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2587" y="1506105"/>
            <a:ext cx="1185969" cy="114392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C412A2B4-55AB-657B-72AC-AE570039D07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01170" y="1493208"/>
            <a:ext cx="1206903" cy="114392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1034" name="Picture 10" descr="White LED (Pack of 10)">
            <a:extLst>
              <a:ext uri="{FF2B5EF4-FFF2-40B4-BE49-F238E27FC236}">
                <a16:creationId xmlns:a16="http://schemas.microsoft.com/office/drawing/2014/main" id="{34A6EDA0-2429-1E8E-8229-9370AB2EE70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20687" y="1459280"/>
            <a:ext cx="1292271" cy="123757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AEFCFB88-C443-9485-AB03-F6500D22D65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87297" y="1456435"/>
            <a:ext cx="1292046" cy="129204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432"/>
        <p:cNvGrpSpPr/>
        <p:nvPr/>
      </p:nvGrpSpPr>
      <p:grpSpPr>
        <a:xfrm>
          <a:off x="0" y="0"/>
          <a:ext cx="0" cy="0"/>
          <a:chOff x="0" y="0"/>
          <a:chExt cx="0" cy="0"/>
        </a:xfrm>
      </p:grpSpPr>
      <p:sp>
        <p:nvSpPr>
          <p:cNvPr id="3433" name="Google Shape;3433;p34"/>
          <p:cNvSpPr txBox="1">
            <a:spLocks noGrp="1"/>
          </p:cNvSpPr>
          <p:nvPr>
            <p:ph type="title"/>
          </p:nvPr>
        </p:nvSpPr>
        <p:spPr>
          <a:xfrm>
            <a:off x="715100" y="434925"/>
            <a:ext cx="4305300" cy="1274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 picture is worth </a:t>
            </a:r>
            <a:r>
              <a:rPr lang="en" dirty="0">
                <a:solidFill>
                  <a:schemeClr val="lt1"/>
                </a:solidFill>
              </a:rPr>
              <a:t>a thousand words</a:t>
            </a:r>
            <a:endParaRPr dirty="0">
              <a:solidFill>
                <a:schemeClr val="lt1"/>
              </a:solidFill>
            </a:endParaRPr>
          </a:p>
        </p:txBody>
      </p:sp>
      <p:pic>
        <p:nvPicPr>
          <p:cNvPr id="3" name="Picture 2">
            <a:extLst>
              <a:ext uri="{FF2B5EF4-FFF2-40B4-BE49-F238E27FC236}">
                <a16:creationId xmlns:a16="http://schemas.microsoft.com/office/drawing/2014/main" id="{8152F0E5-99FC-EDDC-0BCC-82CBD79B7833}"/>
              </a:ext>
            </a:extLst>
          </p:cNvPr>
          <p:cNvPicPr>
            <a:picLocks noChangeAspect="1"/>
          </p:cNvPicPr>
          <p:nvPr/>
        </p:nvPicPr>
        <p:blipFill>
          <a:blip r:embed="rId4"/>
          <a:stretch>
            <a:fillRect/>
          </a:stretch>
        </p:blipFill>
        <p:spPr>
          <a:xfrm>
            <a:off x="0" y="0"/>
            <a:ext cx="9144000" cy="5143500"/>
          </a:xfrm>
          <a:prstGeom prst="rect">
            <a:avLst/>
          </a:prstGeom>
        </p:spPr>
      </p:pic>
      <p:sp>
        <p:nvSpPr>
          <p:cNvPr id="4" name="TextBox 3">
            <a:extLst>
              <a:ext uri="{FF2B5EF4-FFF2-40B4-BE49-F238E27FC236}">
                <a16:creationId xmlns:a16="http://schemas.microsoft.com/office/drawing/2014/main" id="{A4287D2C-924E-68E4-3FE5-96AB6388157F}"/>
              </a:ext>
            </a:extLst>
          </p:cNvPr>
          <p:cNvSpPr txBox="1"/>
          <p:nvPr/>
        </p:nvSpPr>
        <p:spPr>
          <a:xfrm>
            <a:off x="4716780" y="373380"/>
            <a:ext cx="3634740" cy="523220"/>
          </a:xfrm>
          <a:prstGeom prst="rect">
            <a:avLst/>
          </a:prstGeom>
          <a:noFill/>
        </p:spPr>
        <p:txBody>
          <a:bodyPr wrap="square" rtlCol="0">
            <a:spAutoFit/>
          </a:bodyPr>
          <a:lstStyle/>
          <a:p>
            <a:r>
              <a:rPr lang="en-US" sz="2800" dirty="0">
                <a:solidFill>
                  <a:schemeClr val="tx1">
                    <a:lumMod val="75000"/>
                  </a:schemeClr>
                </a:solidFill>
                <a:latin typeface="Fredoka One" panose="02000000000000000000" pitchFamily="2" charset="0"/>
              </a:rPr>
              <a:t>Electrical Scheme:</a:t>
            </a:r>
          </a:p>
        </p:txBody>
      </p:sp>
      <p:sp>
        <p:nvSpPr>
          <p:cNvPr id="5" name="TextBox 4">
            <a:extLst>
              <a:ext uri="{FF2B5EF4-FFF2-40B4-BE49-F238E27FC236}">
                <a16:creationId xmlns:a16="http://schemas.microsoft.com/office/drawing/2014/main" id="{DD1FA5F0-6666-A5C7-6BC8-B22D2549D048}"/>
              </a:ext>
            </a:extLst>
          </p:cNvPr>
          <p:cNvSpPr txBox="1"/>
          <p:nvPr/>
        </p:nvSpPr>
        <p:spPr>
          <a:xfrm>
            <a:off x="8061960" y="4585454"/>
            <a:ext cx="1082040" cy="369332"/>
          </a:xfrm>
          <a:prstGeom prst="rect">
            <a:avLst/>
          </a:prstGeom>
          <a:noFill/>
        </p:spPr>
        <p:txBody>
          <a:bodyPr wrap="square" rtlCol="0">
            <a:spAutoFit/>
          </a:bodyPr>
          <a:lstStyle/>
          <a:p>
            <a:r>
              <a:rPr lang="en-US" sz="600" dirty="0"/>
              <a:t>This is not very accurate because we didn’t find </a:t>
            </a:r>
            <a:r>
              <a:rPr lang="en-US" sz="600" dirty="0" err="1"/>
              <a:t>th</a:t>
            </a:r>
            <a:r>
              <a:rPr lang="en-US" sz="600" dirty="0"/>
              <a:t> weight sensor in </a:t>
            </a:r>
            <a:r>
              <a:rPr lang="en-US" sz="600" dirty="0" err="1"/>
              <a:t>wokwi</a:t>
            </a:r>
            <a:r>
              <a:rPr lang="en-US" sz="600" dirty="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432"/>
        <p:cNvGrpSpPr/>
        <p:nvPr/>
      </p:nvGrpSpPr>
      <p:grpSpPr>
        <a:xfrm>
          <a:off x="0" y="0"/>
          <a:ext cx="0" cy="0"/>
          <a:chOff x="0" y="0"/>
          <a:chExt cx="0" cy="0"/>
        </a:xfrm>
      </p:grpSpPr>
      <p:sp>
        <p:nvSpPr>
          <p:cNvPr id="4433" name="Google Shape;4433;p41"/>
          <p:cNvSpPr txBox="1">
            <a:spLocks noGrp="1"/>
          </p:cNvSpPr>
          <p:nvPr>
            <p:ph type="title"/>
          </p:nvPr>
        </p:nvSpPr>
        <p:spPr>
          <a:xfrm>
            <a:off x="2675925" y="693922"/>
            <a:ext cx="3792150" cy="724712"/>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200" dirty="0">
                <a:solidFill>
                  <a:schemeClr val="lt1"/>
                </a:solidFill>
              </a:rPr>
              <a:t>LED’s setup</a:t>
            </a:r>
            <a:endParaRPr sz="3200" dirty="0">
              <a:solidFill>
                <a:schemeClr val="lt1"/>
              </a:solidFill>
            </a:endParaRPr>
          </a:p>
        </p:txBody>
      </p:sp>
      <p:grpSp>
        <p:nvGrpSpPr>
          <p:cNvPr id="4434" name="Google Shape;4434;p41"/>
          <p:cNvGrpSpPr/>
          <p:nvPr/>
        </p:nvGrpSpPr>
        <p:grpSpPr>
          <a:xfrm>
            <a:off x="6878193" y="2651838"/>
            <a:ext cx="1413520" cy="1233744"/>
            <a:chOff x="7503751" y="227223"/>
            <a:chExt cx="1288532" cy="1136463"/>
          </a:xfrm>
        </p:grpSpPr>
        <p:sp>
          <p:nvSpPr>
            <p:cNvPr id="4435" name="Google Shape;4435;p41"/>
            <p:cNvSpPr/>
            <p:nvPr/>
          </p:nvSpPr>
          <p:spPr>
            <a:xfrm>
              <a:off x="7503751" y="227223"/>
              <a:ext cx="1230548" cy="1136412"/>
            </a:xfrm>
            <a:custGeom>
              <a:avLst/>
              <a:gdLst/>
              <a:ahLst/>
              <a:cxnLst/>
              <a:rect l="l" t="t" r="r" b="b"/>
              <a:pathLst>
                <a:path w="34445" h="31810" extrusionOk="0">
                  <a:moveTo>
                    <a:pt x="13483" y="1"/>
                  </a:moveTo>
                  <a:cubicBezTo>
                    <a:pt x="13401" y="1"/>
                    <a:pt x="13309" y="14"/>
                    <a:pt x="13204" y="43"/>
                  </a:cubicBezTo>
                  <a:cubicBezTo>
                    <a:pt x="11519" y="503"/>
                    <a:pt x="6924" y="5712"/>
                    <a:pt x="6924" y="5712"/>
                  </a:cubicBezTo>
                  <a:cubicBezTo>
                    <a:pt x="7010" y="5826"/>
                    <a:pt x="7100" y="5934"/>
                    <a:pt x="7189" y="6039"/>
                  </a:cubicBezTo>
                  <a:cubicBezTo>
                    <a:pt x="6998" y="6394"/>
                    <a:pt x="6834" y="6733"/>
                    <a:pt x="6699" y="7057"/>
                  </a:cubicBezTo>
                  <a:lnTo>
                    <a:pt x="5295" y="5657"/>
                  </a:lnTo>
                  <a:cubicBezTo>
                    <a:pt x="5278" y="5639"/>
                    <a:pt x="5258" y="5631"/>
                    <a:pt x="5239" y="5631"/>
                  </a:cubicBezTo>
                  <a:cubicBezTo>
                    <a:pt x="5176" y="5631"/>
                    <a:pt x="5122" y="5714"/>
                    <a:pt x="5181" y="5774"/>
                  </a:cubicBezTo>
                  <a:lnTo>
                    <a:pt x="6631" y="7220"/>
                  </a:lnTo>
                  <a:cubicBezTo>
                    <a:pt x="6498" y="7541"/>
                    <a:pt x="6387" y="7868"/>
                    <a:pt x="6295" y="8201"/>
                  </a:cubicBezTo>
                  <a:lnTo>
                    <a:pt x="3343" y="6209"/>
                  </a:lnTo>
                  <a:cubicBezTo>
                    <a:pt x="3328" y="6200"/>
                    <a:pt x="3314" y="6196"/>
                    <a:pt x="3300" y="6196"/>
                  </a:cubicBezTo>
                  <a:cubicBezTo>
                    <a:pt x="3231" y="6196"/>
                    <a:pt x="3184" y="6293"/>
                    <a:pt x="3254" y="6344"/>
                  </a:cubicBezTo>
                  <a:lnTo>
                    <a:pt x="6252" y="8365"/>
                  </a:lnTo>
                  <a:cubicBezTo>
                    <a:pt x="6181" y="8645"/>
                    <a:pt x="6128" y="8929"/>
                    <a:pt x="6100" y="9213"/>
                  </a:cubicBezTo>
                  <a:lnTo>
                    <a:pt x="3371" y="8442"/>
                  </a:lnTo>
                  <a:cubicBezTo>
                    <a:pt x="3365" y="8439"/>
                    <a:pt x="3355" y="8439"/>
                    <a:pt x="3349" y="8435"/>
                  </a:cubicBezTo>
                  <a:cubicBezTo>
                    <a:pt x="3345" y="8435"/>
                    <a:pt x="3341" y="8435"/>
                    <a:pt x="3338" y="8435"/>
                  </a:cubicBezTo>
                  <a:cubicBezTo>
                    <a:pt x="3240" y="8435"/>
                    <a:pt x="3224" y="8584"/>
                    <a:pt x="3328" y="8596"/>
                  </a:cubicBezTo>
                  <a:lnTo>
                    <a:pt x="6088" y="9376"/>
                  </a:lnTo>
                  <a:cubicBezTo>
                    <a:pt x="5844" y="13207"/>
                    <a:pt x="10458" y="13793"/>
                    <a:pt x="12127" y="15461"/>
                  </a:cubicBezTo>
                  <a:cubicBezTo>
                    <a:pt x="13352" y="16686"/>
                    <a:pt x="13478" y="21022"/>
                    <a:pt x="13759" y="24720"/>
                  </a:cubicBezTo>
                  <a:cubicBezTo>
                    <a:pt x="13537" y="25738"/>
                    <a:pt x="13407" y="27117"/>
                    <a:pt x="13814" y="28502"/>
                  </a:cubicBezTo>
                  <a:cubicBezTo>
                    <a:pt x="12729" y="28835"/>
                    <a:pt x="11596" y="29127"/>
                    <a:pt x="10428" y="29127"/>
                  </a:cubicBezTo>
                  <a:cubicBezTo>
                    <a:pt x="8803" y="29127"/>
                    <a:pt x="7112" y="28561"/>
                    <a:pt x="5391" y="26747"/>
                  </a:cubicBezTo>
                  <a:cubicBezTo>
                    <a:pt x="1" y="21063"/>
                    <a:pt x="4459" y="17839"/>
                    <a:pt x="6085" y="17839"/>
                  </a:cubicBezTo>
                  <a:cubicBezTo>
                    <a:pt x="6168" y="17839"/>
                    <a:pt x="6244" y="17847"/>
                    <a:pt x="6310" y="17864"/>
                  </a:cubicBezTo>
                  <a:cubicBezTo>
                    <a:pt x="7731" y="18223"/>
                    <a:pt x="8595" y="19884"/>
                    <a:pt x="9330" y="19884"/>
                  </a:cubicBezTo>
                  <a:cubicBezTo>
                    <a:pt x="9664" y="19884"/>
                    <a:pt x="9971" y="19542"/>
                    <a:pt x="10292" y="18580"/>
                  </a:cubicBezTo>
                  <a:cubicBezTo>
                    <a:pt x="11109" y="16128"/>
                    <a:pt x="7383" y="15209"/>
                    <a:pt x="7383" y="15209"/>
                  </a:cubicBezTo>
                  <a:cubicBezTo>
                    <a:pt x="7015" y="15093"/>
                    <a:pt x="6611" y="15033"/>
                    <a:pt x="6191" y="15033"/>
                  </a:cubicBezTo>
                  <a:cubicBezTo>
                    <a:pt x="3820" y="15033"/>
                    <a:pt x="926" y="16974"/>
                    <a:pt x="795" y="22049"/>
                  </a:cubicBezTo>
                  <a:cubicBezTo>
                    <a:pt x="651" y="27647"/>
                    <a:pt x="5037" y="31810"/>
                    <a:pt x="10000" y="31810"/>
                  </a:cubicBezTo>
                  <a:cubicBezTo>
                    <a:pt x="10333" y="31810"/>
                    <a:pt x="10670" y="31791"/>
                    <a:pt x="11007" y="31753"/>
                  </a:cubicBezTo>
                  <a:cubicBezTo>
                    <a:pt x="12596" y="31571"/>
                    <a:pt x="14172" y="31401"/>
                    <a:pt x="15609" y="31256"/>
                  </a:cubicBezTo>
                  <a:cubicBezTo>
                    <a:pt x="16249" y="31631"/>
                    <a:pt x="17522" y="31752"/>
                    <a:pt x="18902" y="31752"/>
                  </a:cubicBezTo>
                  <a:cubicBezTo>
                    <a:pt x="21437" y="31752"/>
                    <a:pt x="24335" y="31342"/>
                    <a:pt x="24335" y="31342"/>
                  </a:cubicBezTo>
                  <a:cubicBezTo>
                    <a:pt x="24335" y="31342"/>
                    <a:pt x="24341" y="31287"/>
                    <a:pt x="24353" y="31185"/>
                  </a:cubicBezTo>
                  <a:cubicBezTo>
                    <a:pt x="25473" y="31117"/>
                    <a:pt x="26380" y="30997"/>
                    <a:pt x="26836" y="30830"/>
                  </a:cubicBezTo>
                  <a:cubicBezTo>
                    <a:pt x="27154" y="30716"/>
                    <a:pt x="27687" y="30362"/>
                    <a:pt x="28295" y="29785"/>
                  </a:cubicBezTo>
                  <a:cubicBezTo>
                    <a:pt x="28317" y="29791"/>
                    <a:pt x="28338" y="29791"/>
                    <a:pt x="28363" y="29791"/>
                  </a:cubicBezTo>
                  <a:cubicBezTo>
                    <a:pt x="28363" y="29791"/>
                    <a:pt x="34445" y="24912"/>
                    <a:pt x="32193" y="18854"/>
                  </a:cubicBezTo>
                  <a:cubicBezTo>
                    <a:pt x="32126" y="18194"/>
                    <a:pt x="32015" y="17540"/>
                    <a:pt x="31860" y="16893"/>
                  </a:cubicBezTo>
                  <a:lnTo>
                    <a:pt x="31993" y="16893"/>
                  </a:lnTo>
                  <a:cubicBezTo>
                    <a:pt x="31993" y="16893"/>
                    <a:pt x="32042" y="8846"/>
                    <a:pt x="22731" y="6665"/>
                  </a:cubicBezTo>
                  <a:cubicBezTo>
                    <a:pt x="22706" y="6511"/>
                    <a:pt x="22688" y="6397"/>
                    <a:pt x="22700" y="6326"/>
                  </a:cubicBezTo>
                  <a:cubicBezTo>
                    <a:pt x="22777" y="5866"/>
                    <a:pt x="22546" y="2649"/>
                    <a:pt x="21858" y="2495"/>
                  </a:cubicBezTo>
                  <a:cubicBezTo>
                    <a:pt x="21836" y="2490"/>
                    <a:pt x="21813" y="2488"/>
                    <a:pt x="21788" y="2488"/>
                  </a:cubicBezTo>
                  <a:cubicBezTo>
                    <a:pt x="21023" y="2488"/>
                    <a:pt x="18810" y="4691"/>
                    <a:pt x="18515" y="4691"/>
                  </a:cubicBezTo>
                  <a:cubicBezTo>
                    <a:pt x="18206" y="4691"/>
                    <a:pt x="16649" y="4488"/>
                    <a:pt x="16649" y="4488"/>
                  </a:cubicBezTo>
                  <a:cubicBezTo>
                    <a:pt x="16649" y="4488"/>
                    <a:pt x="16639" y="4503"/>
                    <a:pt x="16621" y="4531"/>
                  </a:cubicBezTo>
                  <a:cubicBezTo>
                    <a:pt x="16143" y="4377"/>
                    <a:pt x="15640" y="4207"/>
                    <a:pt x="15168" y="4043"/>
                  </a:cubicBezTo>
                  <a:cubicBezTo>
                    <a:pt x="15218" y="3966"/>
                    <a:pt x="15245" y="3923"/>
                    <a:pt x="15245" y="3923"/>
                  </a:cubicBezTo>
                  <a:cubicBezTo>
                    <a:pt x="15245" y="3923"/>
                    <a:pt x="14021" y="3670"/>
                    <a:pt x="13715" y="3362"/>
                  </a:cubicBezTo>
                  <a:cubicBezTo>
                    <a:pt x="13395" y="3041"/>
                    <a:pt x="14706" y="1"/>
                    <a:pt x="13483" y="1"/>
                  </a:cubicBezTo>
                  <a:close/>
                </a:path>
              </a:pathLst>
            </a:custGeom>
            <a:solidFill>
              <a:srgbClr val="261D2A"/>
            </a:solidFill>
            <a:ln w="76200" cap="flat" cmpd="sng">
              <a:solidFill>
                <a:srgbClr val="FFFFF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6" name="Google Shape;4436;p41"/>
            <p:cNvSpPr/>
            <p:nvPr/>
          </p:nvSpPr>
          <p:spPr>
            <a:xfrm>
              <a:off x="7609715" y="254053"/>
              <a:ext cx="1182569" cy="1089541"/>
            </a:xfrm>
            <a:custGeom>
              <a:avLst/>
              <a:gdLst/>
              <a:ahLst/>
              <a:cxnLst/>
              <a:rect l="l" t="t" r="r" b="b"/>
              <a:pathLst>
                <a:path w="33102" h="30498" extrusionOk="0">
                  <a:moveTo>
                    <a:pt x="10249" y="1"/>
                  </a:moveTo>
                  <a:cubicBezTo>
                    <a:pt x="9139" y="1"/>
                    <a:pt x="4698" y="4452"/>
                    <a:pt x="4698" y="4452"/>
                  </a:cubicBezTo>
                  <a:cubicBezTo>
                    <a:pt x="1" y="12212"/>
                    <a:pt x="7018" y="12570"/>
                    <a:pt x="9161" y="14714"/>
                  </a:cubicBezTo>
                  <a:cubicBezTo>
                    <a:pt x="11308" y="16857"/>
                    <a:pt x="10080" y="28550"/>
                    <a:pt x="12227" y="29623"/>
                  </a:cubicBezTo>
                  <a:cubicBezTo>
                    <a:pt x="13447" y="30234"/>
                    <a:pt x="16506" y="30497"/>
                    <a:pt x="19225" y="30497"/>
                  </a:cubicBezTo>
                  <a:cubicBezTo>
                    <a:pt x="21281" y="30497"/>
                    <a:pt x="23144" y="30347"/>
                    <a:pt x="23870" y="30082"/>
                  </a:cubicBezTo>
                  <a:cubicBezTo>
                    <a:pt x="25554" y="29469"/>
                    <a:pt x="33101" y="22248"/>
                    <a:pt x="26899" y="11145"/>
                  </a:cubicBezTo>
                  <a:cubicBezTo>
                    <a:pt x="25326" y="8332"/>
                    <a:pt x="22337" y="6494"/>
                    <a:pt x="20194" y="6185"/>
                  </a:cubicBezTo>
                  <a:cubicBezTo>
                    <a:pt x="18047" y="5880"/>
                    <a:pt x="19885" y="2663"/>
                    <a:pt x="18429" y="2049"/>
                  </a:cubicBezTo>
                  <a:cubicBezTo>
                    <a:pt x="18401" y="2038"/>
                    <a:pt x="18371" y="2032"/>
                    <a:pt x="18340" y="2032"/>
                  </a:cubicBezTo>
                  <a:cubicBezTo>
                    <a:pt x="17716" y="2032"/>
                    <a:pt x="16572" y="4298"/>
                    <a:pt x="15700" y="4298"/>
                  </a:cubicBezTo>
                  <a:cubicBezTo>
                    <a:pt x="14781" y="4298"/>
                    <a:pt x="10185" y="2561"/>
                    <a:pt x="10185" y="2561"/>
                  </a:cubicBezTo>
                  <a:cubicBezTo>
                    <a:pt x="10185" y="2561"/>
                    <a:pt x="11052" y="847"/>
                    <a:pt x="10438" y="79"/>
                  </a:cubicBezTo>
                  <a:cubicBezTo>
                    <a:pt x="10395" y="26"/>
                    <a:pt x="10331" y="1"/>
                    <a:pt x="102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7" name="Google Shape;4437;p41"/>
            <p:cNvSpPr/>
            <p:nvPr/>
          </p:nvSpPr>
          <p:spPr>
            <a:xfrm>
              <a:off x="7892486" y="544005"/>
              <a:ext cx="91456" cy="90170"/>
            </a:xfrm>
            <a:custGeom>
              <a:avLst/>
              <a:gdLst/>
              <a:ahLst/>
              <a:cxnLst/>
              <a:rect l="l" t="t" r="r" b="b"/>
              <a:pathLst>
                <a:path w="2560" h="2524" extrusionOk="0">
                  <a:moveTo>
                    <a:pt x="1805" y="0"/>
                  </a:moveTo>
                  <a:cubicBezTo>
                    <a:pt x="1779" y="0"/>
                    <a:pt x="1753" y="13"/>
                    <a:pt x="1736" y="43"/>
                  </a:cubicBezTo>
                  <a:lnTo>
                    <a:pt x="617" y="2230"/>
                  </a:lnTo>
                  <a:cubicBezTo>
                    <a:pt x="278" y="1832"/>
                    <a:pt x="398" y="682"/>
                    <a:pt x="481" y="244"/>
                  </a:cubicBezTo>
                  <a:cubicBezTo>
                    <a:pt x="497" y="181"/>
                    <a:pt x="447" y="142"/>
                    <a:pt x="398" y="142"/>
                  </a:cubicBezTo>
                  <a:cubicBezTo>
                    <a:pt x="362" y="142"/>
                    <a:pt x="326" y="164"/>
                    <a:pt x="321" y="213"/>
                  </a:cubicBezTo>
                  <a:cubicBezTo>
                    <a:pt x="308" y="287"/>
                    <a:pt x="0" y="1987"/>
                    <a:pt x="589" y="2424"/>
                  </a:cubicBezTo>
                  <a:cubicBezTo>
                    <a:pt x="678" y="2490"/>
                    <a:pt x="783" y="2523"/>
                    <a:pt x="893" y="2523"/>
                  </a:cubicBezTo>
                  <a:cubicBezTo>
                    <a:pt x="897" y="2523"/>
                    <a:pt x="902" y="2523"/>
                    <a:pt x="907" y="2523"/>
                  </a:cubicBezTo>
                  <a:cubicBezTo>
                    <a:pt x="1539" y="2523"/>
                    <a:pt x="2415" y="1666"/>
                    <a:pt x="2529" y="1552"/>
                  </a:cubicBezTo>
                  <a:cubicBezTo>
                    <a:pt x="2560" y="1521"/>
                    <a:pt x="2560" y="1471"/>
                    <a:pt x="2532" y="1441"/>
                  </a:cubicBezTo>
                  <a:cubicBezTo>
                    <a:pt x="2517" y="1424"/>
                    <a:pt x="2496" y="1415"/>
                    <a:pt x="2475" y="1415"/>
                  </a:cubicBezTo>
                  <a:cubicBezTo>
                    <a:pt x="2454" y="1415"/>
                    <a:pt x="2432" y="1424"/>
                    <a:pt x="2415" y="1441"/>
                  </a:cubicBezTo>
                  <a:cubicBezTo>
                    <a:pt x="2127" y="1731"/>
                    <a:pt x="1381" y="2363"/>
                    <a:pt x="909" y="2363"/>
                  </a:cubicBezTo>
                  <a:cubicBezTo>
                    <a:pt x="850" y="2363"/>
                    <a:pt x="795" y="2354"/>
                    <a:pt x="746" y="2332"/>
                  </a:cubicBezTo>
                  <a:lnTo>
                    <a:pt x="1881" y="117"/>
                  </a:lnTo>
                  <a:cubicBezTo>
                    <a:pt x="1912" y="53"/>
                    <a:pt x="1859" y="0"/>
                    <a:pt x="18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8" name="Google Shape;4438;p41"/>
            <p:cNvSpPr/>
            <p:nvPr/>
          </p:nvSpPr>
          <p:spPr>
            <a:xfrm>
              <a:off x="7941609" y="519104"/>
              <a:ext cx="46871" cy="28473"/>
            </a:xfrm>
            <a:custGeom>
              <a:avLst/>
              <a:gdLst/>
              <a:ahLst/>
              <a:cxnLst/>
              <a:rect l="l" t="t" r="r" b="b"/>
              <a:pathLst>
                <a:path w="1312" h="797" extrusionOk="0">
                  <a:moveTo>
                    <a:pt x="1" y="0"/>
                  </a:moveTo>
                  <a:cubicBezTo>
                    <a:pt x="1" y="0"/>
                    <a:pt x="411" y="725"/>
                    <a:pt x="488" y="787"/>
                  </a:cubicBezTo>
                  <a:cubicBezTo>
                    <a:pt x="497" y="794"/>
                    <a:pt x="515" y="797"/>
                    <a:pt x="540" y="797"/>
                  </a:cubicBezTo>
                  <a:cubicBezTo>
                    <a:pt x="729" y="797"/>
                    <a:pt x="1311" y="623"/>
                    <a:pt x="1311" y="623"/>
                  </a:cubicBezTo>
                  <a:cubicBezTo>
                    <a:pt x="941" y="13"/>
                    <a:pt x="1" y="0"/>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9" name="Google Shape;4439;p41"/>
            <p:cNvSpPr/>
            <p:nvPr/>
          </p:nvSpPr>
          <p:spPr>
            <a:xfrm>
              <a:off x="7983587" y="316180"/>
              <a:ext cx="369504" cy="370325"/>
            </a:xfrm>
            <a:custGeom>
              <a:avLst/>
              <a:gdLst/>
              <a:ahLst/>
              <a:cxnLst/>
              <a:rect l="l" t="t" r="r" b="b"/>
              <a:pathLst>
                <a:path w="10343" h="10366" extrusionOk="0">
                  <a:moveTo>
                    <a:pt x="8356" y="1"/>
                  </a:moveTo>
                  <a:cubicBezTo>
                    <a:pt x="7592" y="1"/>
                    <a:pt x="5379" y="2201"/>
                    <a:pt x="5084" y="2201"/>
                  </a:cubicBezTo>
                  <a:cubicBezTo>
                    <a:pt x="4775" y="2201"/>
                    <a:pt x="3218" y="1998"/>
                    <a:pt x="3218" y="1998"/>
                  </a:cubicBezTo>
                  <a:cubicBezTo>
                    <a:pt x="3218" y="1998"/>
                    <a:pt x="1" y="6861"/>
                    <a:pt x="3141" y="7565"/>
                  </a:cubicBezTo>
                  <a:cubicBezTo>
                    <a:pt x="6303" y="8272"/>
                    <a:pt x="6832" y="10366"/>
                    <a:pt x="7152" y="10366"/>
                  </a:cubicBezTo>
                  <a:cubicBezTo>
                    <a:pt x="7178" y="10366"/>
                    <a:pt x="7203" y="10352"/>
                    <a:pt x="7227" y="10322"/>
                  </a:cubicBezTo>
                  <a:cubicBezTo>
                    <a:pt x="10342" y="6544"/>
                    <a:pt x="9192" y="4295"/>
                    <a:pt x="9269" y="3836"/>
                  </a:cubicBezTo>
                  <a:cubicBezTo>
                    <a:pt x="9346" y="3376"/>
                    <a:pt x="9115" y="159"/>
                    <a:pt x="8427" y="8"/>
                  </a:cubicBezTo>
                  <a:cubicBezTo>
                    <a:pt x="8405" y="3"/>
                    <a:pt x="8382" y="1"/>
                    <a:pt x="83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0" name="Google Shape;4440;p41"/>
            <p:cNvSpPr/>
            <p:nvPr/>
          </p:nvSpPr>
          <p:spPr>
            <a:xfrm>
              <a:off x="7751083" y="227330"/>
              <a:ext cx="297339" cy="272868"/>
            </a:xfrm>
            <a:custGeom>
              <a:avLst/>
              <a:gdLst/>
              <a:ahLst/>
              <a:cxnLst/>
              <a:rect l="l" t="t" r="r" b="b"/>
              <a:pathLst>
                <a:path w="8323" h="7638" extrusionOk="0">
                  <a:moveTo>
                    <a:pt x="6560" y="1"/>
                  </a:moveTo>
                  <a:cubicBezTo>
                    <a:pt x="6478" y="1"/>
                    <a:pt x="6386" y="14"/>
                    <a:pt x="6281" y="43"/>
                  </a:cubicBezTo>
                  <a:cubicBezTo>
                    <a:pt x="4596" y="503"/>
                    <a:pt x="1" y="5709"/>
                    <a:pt x="1" y="5709"/>
                  </a:cubicBezTo>
                  <a:cubicBezTo>
                    <a:pt x="1081" y="7122"/>
                    <a:pt x="2188" y="7637"/>
                    <a:pt x="3227" y="7637"/>
                  </a:cubicBezTo>
                  <a:cubicBezTo>
                    <a:pt x="6018" y="7637"/>
                    <a:pt x="8322" y="3923"/>
                    <a:pt x="8322" y="3923"/>
                  </a:cubicBezTo>
                  <a:cubicBezTo>
                    <a:pt x="8322" y="3923"/>
                    <a:pt x="7098" y="3667"/>
                    <a:pt x="6789" y="3362"/>
                  </a:cubicBezTo>
                  <a:cubicBezTo>
                    <a:pt x="6468" y="3041"/>
                    <a:pt x="7782" y="1"/>
                    <a:pt x="656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1" name="Google Shape;4441;p41"/>
            <p:cNvSpPr/>
            <p:nvPr/>
          </p:nvSpPr>
          <p:spPr>
            <a:xfrm>
              <a:off x="7912850" y="712775"/>
              <a:ext cx="309986" cy="99566"/>
            </a:xfrm>
            <a:custGeom>
              <a:avLst/>
              <a:gdLst/>
              <a:ahLst/>
              <a:cxnLst/>
              <a:rect l="l" t="t" r="r" b="b"/>
              <a:pathLst>
                <a:path w="8677" h="2787" extrusionOk="0">
                  <a:moveTo>
                    <a:pt x="8568" y="1"/>
                  </a:moveTo>
                  <a:cubicBezTo>
                    <a:pt x="8539" y="1"/>
                    <a:pt x="8510" y="16"/>
                    <a:pt x="8495" y="54"/>
                  </a:cubicBezTo>
                  <a:cubicBezTo>
                    <a:pt x="8486" y="72"/>
                    <a:pt x="7637" y="1855"/>
                    <a:pt x="5673" y="2438"/>
                  </a:cubicBezTo>
                  <a:cubicBezTo>
                    <a:pt x="5252" y="2563"/>
                    <a:pt x="4813" y="2626"/>
                    <a:pt x="4355" y="2626"/>
                  </a:cubicBezTo>
                  <a:cubicBezTo>
                    <a:pt x="3088" y="2626"/>
                    <a:pt x="1684" y="2147"/>
                    <a:pt x="161" y="1195"/>
                  </a:cubicBezTo>
                  <a:cubicBezTo>
                    <a:pt x="145" y="1185"/>
                    <a:pt x="130" y="1181"/>
                    <a:pt x="115" y="1181"/>
                  </a:cubicBezTo>
                  <a:cubicBezTo>
                    <a:pt x="45" y="1181"/>
                    <a:pt x="1" y="1282"/>
                    <a:pt x="75" y="1331"/>
                  </a:cubicBezTo>
                  <a:cubicBezTo>
                    <a:pt x="1626" y="2299"/>
                    <a:pt x="3060" y="2786"/>
                    <a:pt x="4359" y="2786"/>
                  </a:cubicBezTo>
                  <a:cubicBezTo>
                    <a:pt x="4369" y="2787"/>
                    <a:pt x="4380" y="2787"/>
                    <a:pt x="4390" y="2787"/>
                  </a:cubicBezTo>
                  <a:cubicBezTo>
                    <a:pt x="4839" y="2787"/>
                    <a:pt x="5288" y="2722"/>
                    <a:pt x="5719" y="2592"/>
                  </a:cubicBezTo>
                  <a:cubicBezTo>
                    <a:pt x="7755" y="1988"/>
                    <a:pt x="8634" y="140"/>
                    <a:pt x="8643" y="122"/>
                  </a:cubicBezTo>
                  <a:cubicBezTo>
                    <a:pt x="8677" y="55"/>
                    <a:pt x="8622" y="1"/>
                    <a:pt x="85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2" name="Google Shape;4442;p41"/>
            <p:cNvSpPr/>
            <p:nvPr/>
          </p:nvSpPr>
          <p:spPr>
            <a:xfrm>
              <a:off x="7862298" y="399494"/>
              <a:ext cx="39583" cy="78524"/>
            </a:xfrm>
            <a:custGeom>
              <a:avLst/>
              <a:gdLst/>
              <a:ahLst/>
              <a:cxnLst/>
              <a:rect l="l" t="t" r="r" b="b"/>
              <a:pathLst>
                <a:path w="1108" h="2198" extrusionOk="0">
                  <a:moveTo>
                    <a:pt x="112" y="1"/>
                  </a:moveTo>
                  <a:cubicBezTo>
                    <a:pt x="51" y="1"/>
                    <a:pt x="0" y="75"/>
                    <a:pt x="49" y="134"/>
                  </a:cubicBezTo>
                  <a:cubicBezTo>
                    <a:pt x="55" y="141"/>
                    <a:pt x="934" y="986"/>
                    <a:pt x="790" y="2108"/>
                  </a:cubicBezTo>
                  <a:cubicBezTo>
                    <a:pt x="783" y="2151"/>
                    <a:pt x="814" y="2192"/>
                    <a:pt x="860" y="2198"/>
                  </a:cubicBezTo>
                  <a:lnTo>
                    <a:pt x="870" y="2198"/>
                  </a:lnTo>
                  <a:cubicBezTo>
                    <a:pt x="910" y="2198"/>
                    <a:pt x="944" y="2170"/>
                    <a:pt x="950" y="2130"/>
                  </a:cubicBezTo>
                  <a:cubicBezTo>
                    <a:pt x="1107" y="927"/>
                    <a:pt x="197" y="54"/>
                    <a:pt x="160" y="17"/>
                  </a:cubicBezTo>
                  <a:cubicBezTo>
                    <a:pt x="145" y="6"/>
                    <a:pt x="128" y="1"/>
                    <a:pt x="1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3" name="Google Shape;4443;p41"/>
            <p:cNvSpPr/>
            <p:nvPr/>
          </p:nvSpPr>
          <p:spPr>
            <a:xfrm>
              <a:off x="8088943" y="518354"/>
              <a:ext cx="113141" cy="41870"/>
            </a:xfrm>
            <a:custGeom>
              <a:avLst/>
              <a:gdLst/>
              <a:ahLst/>
              <a:cxnLst/>
              <a:rect l="l" t="t" r="r" b="b"/>
              <a:pathLst>
                <a:path w="3167" h="1172" extrusionOk="0">
                  <a:moveTo>
                    <a:pt x="2249" y="0"/>
                  </a:moveTo>
                  <a:cubicBezTo>
                    <a:pt x="1664" y="0"/>
                    <a:pt x="844" y="194"/>
                    <a:pt x="34" y="1033"/>
                  </a:cubicBezTo>
                  <a:cubicBezTo>
                    <a:pt x="0" y="1064"/>
                    <a:pt x="0" y="1116"/>
                    <a:pt x="34" y="1147"/>
                  </a:cubicBezTo>
                  <a:cubicBezTo>
                    <a:pt x="50" y="1162"/>
                    <a:pt x="71" y="1172"/>
                    <a:pt x="90" y="1172"/>
                  </a:cubicBezTo>
                  <a:cubicBezTo>
                    <a:pt x="114" y="1169"/>
                    <a:pt x="136" y="1159"/>
                    <a:pt x="148" y="1141"/>
                  </a:cubicBezTo>
                  <a:cubicBezTo>
                    <a:pt x="921" y="343"/>
                    <a:pt x="1697" y="160"/>
                    <a:pt x="2247" y="160"/>
                  </a:cubicBezTo>
                  <a:cubicBezTo>
                    <a:pt x="2710" y="160"/>
                    <a:pt x="3013" y="290"/>
                    <a:pt x="3020" y="293"/>
                  </a:cubicBezTo>
                  <a:cubicBezTo>
                    <a:pt x="3031" y="297"/>
                    <a:pt x="3041" y="299"/>
                    <a:pt x="3051" y="299"/>
                  </a:cubicBezTo>
                  <a:cubicBezTo>
                    <a:pt x="3128" y="299"/>
                    <a:pt x="3166" y="185"/>
                    <a:pt x="3085" y="145"/>
                  </a:cubicBezTo>
                  <a:cubicBezTo>
                    <a:pt x="3078" y="142"/>
                    <a:pt x="2748" y="0"/>
                    <a:pt x="22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4" name="Google Shape;4444;p41"/>
            <p:cNvSpPr/>
            <p:nvPr/>
          </p:nvSpPr>
          <p:spPr>
            <a:xfrm>
              <a:off x="7686704" y="428396"/>
              <a:ext cx="117535" cy="115285"/>
            </a:xfrm>
            <a:custGeom>
              <a:avLst/>
              <a:gdLst/>
              <a:ahLst/>
              <a:cxnLst/>
              <a:rect l="l" t="t" r="r" b="b"/>
              <a:pathLst>
                <a:path w="3290" h="3227" extrusionOk="0">
                  <a:moveTo>
                    <a:pt x="118" y="0"/>
                  </a:moveTo>
                  <a:cubicBezTo>
                    <a:pt x="55" y="0"/>
                    <a:pt x="1" y="83"/>
                    <a:pt x="60" y="143"/>
                  </a:cubicBezTo>
                  <a:lnTo>
                    <a:pt x="3123" y="3202"/>
                  </a:lnTo>
                  <a:cubicBezTo>
                    <a:pt x="3138" y="3218"/>
                    <a:pt x="3160" y="3227"/>
                    <a:pt x="3182" y="3227"/>
                  </a:cubicBezTo>
                  <a:cubicBezTo>
                    <a:pt x="3253" y="3227"/>
                    <a:pt x="3290" y="3141"/>
                    <a:pt x="3240" y="3088"/>
                  </a:cubicBezTo>
                  <a:lnTo>
                    <a:pt x="174" y="26"/>
                  </a:lnTo>
                  <a:cubicBezTo>
                    <a:pt x="157" y="8"/>
                    <a:pt x="137" y="0"/>
                    <a:pt x="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5" name="Google Shape;4445;p41"/>
            <p:cNvSpPr/>
            <p:nvPr/>
          </p:nvSpPr>
          <p:spPr>
            <a:xfrm>
              <a:off x="7617503" y="448581"/>
              <a:ext cx="164907" cy="111641"/>
            </a:xfrm>
            <a:custGeom>
              <a:avLst/>
              <a:gdLst/>
              <a:ahLst/>
              <a:cxnLst/>
              <a:rect l="l" t="t" r="r" b="b"/>
              <a:pathLst>
                <a:path w="4616" h="3125" extrusionOk="0">
                  <a:moveTo>
                    <a:pt x="116" y="0"/>
                  </a:moveTo>
                  <a:cubicBezTo>
                    <a:pt x="47" y="0"/>
                    <a:pt x="0" y="97"/>
                    <a:pt x="70" y="148"/>
                  </a:cubicBezTo>
                  <a:lnTo>
                    <a:pt x="4459" y="3109"/>
                  </a:lnTo>
                  <a:cubicBezTo>
                    <a:pt x="4474" y="3118"/>
                    <a:pt x="4489" y="3125"/>
                    <a:pt x="4505" y="3125"/>
                  </a:cubicBezTo>
                  <a:cubicBezTo>
                    <a:pt x="4585" y="3122"/>
                    <a:pt x="4616" y="3020"/>
                    <a:pt x="4551" y="2977"/>
                  </a:cubicBezTo>
                  <a:lnTo>
                    <a:pt x="159" y="13"/>
                  </a:lnTo>
                  <a:cubicBezTo>
                    <a:pt x="144" y="4"/>
                    <a:pt x="130" y="0"/>
                    <a:pt x="1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6" name="Google Shape;4446;p41"/>
            <p:cNvSpPr/>
            <p:nvPr/>
          </p:nvSpPr>
          <p:spPr>
            <a:xfrm>
              <a:off x="7619611" y="528714"/>
              <a:ext cx="150045" cy="46050"/>
            </a:xfrm>
            <a:custGeom>
              <a:avLst/>
              <a:gdLst/>
              <a:ahLst/>
              <a:cxnLst/>
              <a:rect l="l" t="t" r="r" b="b"/>
              <a:pathLst>
                <a:path w="4200" h="1289" extrusionOk="0">
                  <a:moveTo>
                    <a:pt x="105" y="1"/>
                  </a:moveTo>
                  <a:cubicBezTo>
                    <a:pt x="36" y="1"/>
                    <a:pt x="1" y="149"/>
                    <a:pt x="85" y="160"/>
                  </a:cubicBezTo>
                  <a:lnTo>
                    <a:pt x="4066" y="1283"/>
                  </a:lnTo>
                  <a:cubicBezTo>
                    <a:pt x="4073" y="1286"/>
                    <a:pt x="4082" y="1286"/>
                    <a:pt x="4088" y="1286"/>
                  </a:cubicBezTo>
                  <a:lnTo>
                    <a:pt x="4088" y="1289"/>
                  </a:lnTo>
                  <a:cubicBezTo>
                    <a:pt x="4181" y="1289"/>
                    <a:pt x="4199" y="1156"/>
                    <a:pt x="4110" y="1128"/>
                  </a:cubicBezTo>
                  <a:lnTo>
                    <a:pt x="128" y="6"/>
                  </a:lnTo>
                  <a:cubicBezTo>
                    <a:pt x="120" y="2"/>
                    <a:pt x="112" y="1"/>
                    <a:pt x="1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7" name="Google Shape;4447;p41"/>
            <p:cNvSpPr/>
            <p:nvPr/>
          </p:nvSpPr>
          <p:spPr>
            <a:xfrm>
              <a:off x="8048930" y="649111"/>
              <a:ext cx="161906" cy="16791"/>
            </a:xfrm>
            <a:custGeom>
              <a:avLst/>
              <a:gdLst/>
              <a:ahLst/>
              <a:cxnLst/>
              <a:rect l="l" t="t" r="r" b="b"/>
              <a:pathLst>
                <a:path w="4532" h="470" extrusionOk="0">
                  <a:moveTo>
                    <a:pt x="85" y="0"/>
                  </a:moveTo>
                  <a:cubicBezTo>
                    <a:pt x="44" y="0"/>
                    <a:pt x="10" y="33"/>
                    <a:pt x="4" y="75"/>
                  </a:cubicBezTo>
                  <a:cubicBezTo>
                    <a:pt x="1" y="121"/>
                    <a:pt x="38" y="161"/>
                    <a:pt x="81" y="161"/>
                  </a:cubicBezTo>
                  <a:lnTo>
                    <a:pt x="4424" y="469"/>
                  </a:lnTo>
                  <a:lnTo>
                    <a:pt x="4427" y="469"/>
                  </a:lnTo>
                  <a:cubicBezTo>
                    <a:pt x="4528" y="466"/>
                    <a:pt x="4532" y="315"/>
                    <a:pt x="4433" y="306"/>
                  </a:cubicBezTo>
                  <a:lnTo>
                    <a:pt x="90" y="1"/>
                  </a:lnTo>
                  <a:cubicBezTo>
                    <a:pt x="88" y="1"/>
                    <a:pt x="87" y="0"/>
                    <a:pt x="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8" name="Google Shape;4448;p41"/>
            <p:cNvSpPr/>
            <p:nvPr/>
          </p:nvSpPr>
          <p:spPr>
            <a:xfrm>
              <a:off x="8044286" y="663794"/>
              <a:ext cx="146830" cy="75165"/>
            </a:xfrm>
            <a:custGeom>
              <a:avLst/>
              <a:gdLst/>
              <a:ahLst/>
              <a:cxnLst/>
              <a:rect l="l" t="t" r="r" b="b"/>
              <a:pathLst>
                <a:path w="4110" h="2104" extrusionOk="0">
                  <a:moveTo>
                    <a:pt x="116" y="1"/>
                  </a:moveTo>
                  <a:cubicBezTo>
                    <a:pt x="41" y="1"/>
                    <a:pt x="1" y="108"/>
                    <a:pt x="78" y="151"/>
                  </a:cubicBezTo>
                  <a:lnTo>
                    <a:pt x="3961" y="2094"/>
                  </a:lnTo>
                  <a:cubicBezTo>
                    <a:pt x="3971" y="2097"/>
                    <a:pt x="3983" y="2100"/>
                    <a:pt x="3995" y="2100"/>
                  </a:cubicBezTo>
                  <a:lnTo>
                    <a:pt x="3995" y="2103"/>
                  </a:lnTo>
                  <a:cubicBezTo>
                    <a:pt x="4085" y="2103"/>
                    <a:pt x="4109" y="1986"/>
                    <a:pt x="4032" y="1949"/>
                  </a:cubicBezTo>
                  <a:lnTo>
                    <a:pt x="152" y="9"/>
                  </a:lnTo>
                  <a:cubicBezTo>
                    <a:pt x="139" y="3"/>
                    <a:pt x="127" y="1"/>
                    <a:pt x="1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9" name="Google Shape;4449;p41"/>
            <p:cNvSpPr/>
            <p:nvPr/>
          </p:nvSpPr>
          <p:spPr>
            <a:xfrm>
              <a:off x="8031460" y="681908"/>
              <a:ext cx="94957" cy="87991"/>
            </a:xfrm>
            <a:custGeom>
              <a:avLst/>
              <a:gdLst/>
              <a:ahLst/>
              <a:cxnLst/>
              <a:rect l="l" t="t" r="r" b="b"/>
              <a:pathLst>
                <a:path w="2658" h="2463" extrusionOk="0">
                  <a:moveTo>
                    <a:pt x="117" y="0"/>
                  </a:moveTo>
                  <a:cubicBezTo>
                    <a:pt x="53" y="0"/>
                    <a:pt x="1" y="86"/>
                    <a:pt x="61" y="144"/>
                  </a:cubicBezTo>
                  <a:lnTo>
                    <a:pt x="2513" y="2441"/>
                  </a:lnTo>
                  <a:cubicBezTo>
                    <a:pt x="2528" y="2454"/>
                    <a:pt x="2547" y="2463"/>
                    <a:pt x="2569" y="2463"/>
                  </a:cubicBezTo>
                  <a:cubicBezTo>
                    <a:pt x="2590" y="2463"/>
                    <a:pt x="2612" y="2454"/>
                    <a:pt x="2627" y="2438"/>
                  </a:cubicBezTo>
                  <a:cubicBezTo>
                    <a:pt x="2658" y="2404"/>
                    <a:pt x="2658" y="2352"/>
                    <a:pt x="2624" y="2321"/>
                  </a:cubicBezTo>
                  <a:lnTo>
                    <a:pt x="172" y="23"/>
                  </a:lnTo>
                  <a:cubicBezTo>
                    <a:pt x="154" y="7"/>
                    <a:pt x="135" y="0"/>
                    <a:pt x="1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0" name="Google Shape;4450;p41"/>
            <p:cNvSpPr/>
            <p:nvPr/>
          </p:nvSpPr>
          <p:spPr>
            <a:xfrm>
              <a:off x="8210698" y="367126"/>
              <a:ext cx="80346" cy="75201"/>
            </a:xfrm>
            <a:custGeom>
              <a:avLst/>
              <a:gdLst/>
              <a:ahLst/>
              <a:cxnLst/>
              <a:rect l="l" t="t" r="r" b="b"/>
              <a:pathLst>
                <a:path w="2249" h="2105" extrusionOk="0">
                  <a:moveTo>
                    <a:pt x="1743" y="1"/>
                  </a:moveTo>
                  <a:cubicBezTo>
                    <a:pt x="1228" y="1"/>
                    <a:pt x="0" y="1389"/>
                    <a:pt x="0" y="1389"/>
                  </a:cubicBezTo>
                  <a:lnTo>
                    <a:pt x="2196" y="2104"/>
                  </a:lnTo>
                  <a:cubicBezTo>
                    <a:pt x="2196" y="2104"/>
                    <a:pt x="2249" y="470"/>
                    <a:pt x="1891" y="63"/>
                  </a:cubicBezTo>
                  <a:cubicBezTo>
                    <a:pt x="1854" y="20"/>
                    <a:pt x="1803" y="1"/>
                    <a:pt x="17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1" name="Google Shape;4451;p41"/>
            <p:cNvSpPr/>
            <p:nvPr/>
          </p:nvSpPr>
          <p:spPr>
            <a:xfrm>
              <a:off x="7911635" y="275703"/>
              <a:ext cx="58339" cy="62590"/>
            </a:xfrm>
            <a:custGeom>
              <a:avLst/>
              <a:gdLst/>
              <a:ahLst/>
              <a:cxnLst/>
              <a:rect l="l" t="t" r="r" b="b"/>
              <a:pathLst>
                <a:path w="1633" h="1752" extrusionOk="0">
                  <a:moveTo>
                    <a:pt x="1427" y="0"/>
                  </a:moveTo>
                  <a:cubicBezTo>
                    <a:pt x="1076" y="0"/>
                    <a:pt x="1" y="885"/>
                    <a:pt x="1" y="885"/>
                  </a:cubicBezTo>
                  <a:cubicBezTo>
                    <a:pt x="1" y="885"/>
                    <a:pt x="969" y="1752"/>
                    <a:pt x="1225" y="1752"/>
                  </a:cubicBezTo>
                  <a:cubicBezTo>
                    <a:pt x="1481" y="1752"/>
                    <a:pt x="1632" y="426"/>
                    <a:pt x="1531" y="68"/>
                  </a:cubicBezTo>
                  <a:cubicBezTo>
                    <a:pt x="1517" y="21"/>
                    <a:pt x="1480" y="0"/>
                    <a:pt x="14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2" name="Google Shape;4452;p41"/>
            <p:cNvSpPr/>
            <p:nvPr/>
          </p:nvSpPr>
          <p:spPr>
            <a:xfrm>
              <a:off x="8241779" y="462336"/>
              <a:ext cx="406836" cy="368539"/>
            </a:xfrm>
            <a:custGeom>
              <a:avLst/>
              <a:gdLst/>
              <a:ahLst/>
              <a:cxnLst/>
              <a:rect l="l" t="t" r="r" b="b"/>
              <a:pathLst>
                <a:path w="11388" h="10316" extrusionOk="0">
                  <a:moveTo>
                    <a:pt x="1684" y="1"/>
                  </a:moveTo>
                  <a:lnTo>
                    <a:pt x="0" y="3727"/>
                  </a:lnTo>
                  <a:cubicBezTo>
                    <a:pt x="0" y="3727"/>
                    <a:pt x="1278" y="5064"/>
                    <a:pt x="2882" y="5064"/>
                  </a:cubicBezTo>
                  <a:cubicBezTo>
                    <a:pt x="3380" y="5064"/>
                    <a:pt x="3909" y="4935"/>
                    <a:pt x="4442" y="4596"/>
                  </a:cubicBezTo>
                  <a:cubicBezTo>
                    <a:pt x="5010" y="4235"/>
                    <a:pt x="5616" y="4075"/>
                    <a:pt x="6132" y="4075"/>
                  </a:cubicBezTo>
                  <a:cubicBezTo>
                    <a:pt x="6878" y="4075"/>
                    <a:pt x="7434" y="4410"/>
                    <a:pt x="7403" y="4954"/>
                  </a:cubicBezTo>
                  <a:cubicBezTo>
                    <a:pt x="7320" y="6443"/>
                    <a:pt x="7301" y="10315"/>
                    <a:pt x="11255" y="10315"/>
                  </a:cubicBezTo>
                  <a:cubicBezTo>
                    <a:pt x="11282" y="10315"/>
                    <a:pt x="11308" y="10315"/>
                    <a:pt x="11335" y="10315"/>
                  </a:cubicBezTo>
                  <a:cubicBezTo>
                    <a:pt x="11335" y="10315"/>
                    <a:pt x="11387" y="2043"/>
                    <a:pt x="168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3" name="Google Shape;4453;p41"/>
            <p:cNvSpPr/>
            <p:nvPr/>
          </p:nvSpPr>
          <p:spPr>
            <a:xfrm>
              <a:off x="7932571" y="289708"/>
              <a:ext cx="27794" cy="38797"/>
            </a:xfrm>
            <a:custGeom>
              <a:avLst/>
              <a:gdLst/>
              <a:ahLst/>
              <a:cxnLst/>
              <a:rect l="l" t="t" r="r" b="b"/>
              <a:pathLst>
                <a:path w="778" h="1086" extrusionOk="0">
                  <a:moveTo>
                    <a:pt x="665" y="1"/>
                  </a:moveTo>
                  <a:cubicBezTo>
                    <a:pt x="614" y="1"/>
                    <a:pt x="562" y="50"/>
                    <a:pt x="590" y="114"/>
                  </a:cubicBezTo>
                  <a:cubicBezTo>
                    <a:pt x="599" y="135"/>
                    <a:pt x="596" y="225"/>
                    <a:pt x="519" y="407"/>
                  </a:cubicBezTo>
                  <a:cubicBezTo>
                    <a:pt x="448" y="573"/>
                    <a:pt x="355" y="728"/>
                    <a:pt x="244" y="869"/>
                  </a:cubicBezTo>
                  <a:cubicBezTo>
                    <a:pt x="281" y="654"/>
                    <a:pt x="337" y="444"/>
                    <a:pt x="408" y="237"/>
                  </a:cubicBezTo>
                  <a:cubicBezTo>
                    <a:pt x="429" y="174"/>
                    <a:pt x="377" y="130"/>
                    <a:pt x="327" y="130"/>
                  </a:cubicBezTo>
                  <a:cubicBezTo>
                    <a:pt x="297" y="130"/>
                    <a:pt x="266" y="146"/>
                    <a:pt x="254" y="185"/>
                  </a:cubicBezTo>
                  <a:cubicBezTo>
                    <a:pt x="1" y="940"/>
                    <a:pt x="87" y="1024"/>
                    <a:pt x="118" y="1055"/>
                  </a:cubicBezTo>
                  <a:cubicBezTo>
                    <a:pt x="136" y="1076"/>
                    <a:pt x="164" y="1085"/>
                    <a:pt x="192" y="1085"/>
                  </a:cubicBezTo>
                  <a:cubicBezTo>
                    <a:pt x="204" y="1085"/>
                    <a:pt x="217" y="1082"/>
                    <a:pt x="229" y="1079"/>
                  </a:cubicBezTo>
                  <a:cubicBezTo>
                    <a:pt x="371" y="1030"/>
                    <a:pt x="559" y="715"/>
                    <a:pt x="651" y="502"/>
                  </a:cubicBezTo>
                  <a:cubicBezTo>
                    <a:pt x="747" y="293"/>
                    <a:pt x="778" y="139"/>
                    <a:pt x="738" y="52"/>
                  </a:cubicBezTo>
                  <a:cubicBezTo>
                    <a:pt x="722" y="16"/>
                    <a:pt x="694" y="1"/>
                    <a:pt x="6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4" name="Google Shape;4454;p41"/>
            <p:cNvSpPr/>
            <p:nvPr/>
          </p:nvSpPr>
          <p:spPr>
            <a:xfrm>
              <a:off x="8240672" y="382809"/>
              <a:ext cx="36225" cy="44085"/>
            </a:xfrm>
            <a:custGeom>
              <a:avLst/>
              <a:gdLst/>
              <a:ahLst/>
              <a:cxnLst/>
              <a:rect l="l" t="t" r="r" b="b"/>
              <a:pathLst>
                <a:path w="1014" h="1234" extrusionOk="0">
                  <a:moveTo>
                    <a:pt x="641" y="0"/>
                  </a:moveTo>
                  <a:cubicBezTo>
                    <a:pt x="617" y="0"/>
                    <a:pt x="592" y="12"/>
                    <a:pt x="574" y="40"/>
                  </a:cubicBezTo>
                  <a:cubicBezTo>
                    <a:pt x="358" y="382"/>
                    <a:pt x="0" y="990"/>
                    <a:pt x="56" y="1153"/>
                  </a:cubicBezTo>
                  <a:cubicBezTo>
                    <a:pt x="68" y="1190"/>
                    <a:pt x="96" y="1218"/>
                    <a:pt x="133" y="1227"/>
                  </a:cubicBezTo>
                  <a:cubicBezTo>
                    <a:pt x="142" y="1231"/>
                    <a:pt x="155" y="1234"/>
                    <a:pt x="164" y="1234"/>
                  </a:cubicBezTo>
                  <a:cubicBezTo>
                    <a:pt x="247" y="1234"/>
                    <a:pt x="349" y="1147"/>
                    <a:pt x="531" y="987"/>
                  </a:cubicBezTo>
                  <a:cubicBezTo>
                    <a:pt x="636" y="894"/>
                    <a:pt x="830" y="725"/>
                    <a:pt x="886" y="725"/>
                  </a:cubicBezTo>
                  <a:cubicBezTo>
                    <a:pt x="891" y="725"/>
                    <a:pt x="895" y="726"/>
                    <a:pt x="900" y="726"/>
                  </a:cubicBezTo>
                  <a:cubicBezTo>
                    <a:pt x="996" y="726"/>
                    <a:pt x="1013" y="579"/>
                    <a:pt x="910" y="564"/>
                  </a:cubicBezTo>
                  <a:cubicBezTo>
                    <a:pt x="902" y="563"/>
                    <a:pt x="894" y="562"/>
                    <a:pt x="886" y="562"/>
                  </a:cubicBezTo>
                  <a:cubicBezTo>
                    <a:pt x="773" y="562"/>
                    <a:pt x="633" y="680"/>
                    <a:pt x="423" y="864"/>
                  </a:cubicBezTo>
                  <a:cubicBezTo>
                    <a:pt x="364" y="916"/>
                    <a:pt x="284" y="990"/>
                    <a:pt x="226" y="1033"/>
                  </a:cubicBezTo>
                  <a:cubicBezTo>
                    <a:pt x="284" y="857"/>
                    <a:pt x="503" y="459"/>
                    <a:pt x="713" y="126"/>
                  </a:cubicBezTo>
                  <a:cubicBezTo>
                    <a:pt x="752" y="62"/>
                    <a:pt x="697" y="0"/>
                    <a:pt x="64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5" name="Google Shape;4455;p41"/>
            <p:cNvSpPr/>
            <p:nvPr/>
          </p:nvSpPr>
          <p:spPr>
            <a:xfrm>
              <a:off x="8314482" y="890190"/>
              <a:ext cx="424592" cy="401478"/>
            </a:xfrm>
            <a:custGeom>
              <a:avLst/>
              <a:gdLst/>
              <a:ahLst/>
              <a:cxnLst/>
              <a:rect l="l" t="t" r="r" b="b"/>
              <a:pathLst>
                <a:path w="11885" h="11238" extrusionOk="0">
                  <a:moveTo>
                    <a:pt x="8667" y="0"/>
                  </a:moveTo>
                  <a:cubicBezTo>
                    <a:pt x="8180" y="0"/>
                    <a:pt x="7480" y="103"/>
                    <a:pt x="6626" y="513"/>
                  </a:cubicBezTo>
                  <a:cubicBezTo>
                    <a:pt x="5141" y="1223"/>
                    <a:pt x="6081" y="2814"/>
                    <a:pt x="5189" y="2814"/>
                  </a:cubicBezTo>
                  <a:cubicBezTo>
                    <a:pt x="5054" y="2814"/>
                    <a:pt x="4878" y="2778"/>
                    <a:pt x="4646" y="2697"/>
                  </a:cubicBezTo>
                  <a:cubicBezTo>
                    <a:pt x="3665" y="2358"/>
                    <a:pt x="2518" y="1769"/>
                    <a:pt x="1641" y="1769"/>
                  </a:cubicBezTo>
                  <a:cubicBezTo>
                    <a:pt x="929" y="1769"/>
                    <a:pt x="395" y="2157"/>
                    <a:pt x="272" y="3381"/>
                  </a:cubicBezTo>
                  <a:cubicBezTo>
                    <a:pt x="1" y="6114"/>
                    <a:pt x="963" y="6534"/>
                    <a:pt x="2869" y="7752"/>
                  </a:cubicBezTo>
                  <a:cubicBezTo>
                    <a:pt x="3677" y="8270"/>
                    <a:pt x="2937" y="11098"/>
                    <a:pt x="5670" y="11237"/>
                  </a:cubicBezTo>
                  <a:cubicBezTo>
                    <a:pt x="5670" y="11234"/>
                    <a:pt x="11885" y="6250"/>
                    <a:pt x="9426" y="103"/>
                  </a:cubicBezTo>
                  <a:cubicBezTo>
                    <a:pt x="9426" y="103"/>
                    <a:pt x="9153" y="0"/>
                    <a:pt x="866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6" name="Google Shape;4456;p41"/>
            <p:cNvSpPr/>
            <p:nvPr/>
          </p:nvSpPr>
          <p:spPr>
            <a:xfrm>
              <a:off x="8270789" y="822739"/>
              <a:ext cx="219566" cy="111998"/>
            </a:xfrm>
            <a:custGeom>
              <a:avLst/>
              <a:gdLst/>
              <a:ahLst/>
              <a:cxnLst/>
              <a:rect l="l" t="t" r="r" b="b"/>
              <a:pathLst>
                <a:path w="6146" h="3135" extrusionOk="0">
                  <a:moveTo>
                    <a:pt x="3078" y="0"/>
                  </a:moveTo>
                  <a:cubicBezTo>
                    <a:pt x="2060" y="0"/>
                    <a:pt x="1292" y="692"/>
                    <a:pt x="1292" y="692"/>
                  </a:cubicBezTo>
                  <a:cubicBezTo>
                    <a:pt x="419" y="1315"/>
                    <a:pt x="1" y="3135"/>
                    <a:pt x="1390" y="3135"/>
                  </a:cubicBezTo>
                  <a:cubicBezTo>
                    <a:pt x="1522" y="3135"/>
                    <a:pt x="1671" y="3118"/>
                    <a:pt x="1838" y="3083"/>
                  </a:cubicBezTo>
                  <a:cubicBezTo>
                    <a:pt x="3237" y="2782"/>
                    <a:pt x="3832" y="2591"/>
                    <a:pt x="4452" y="2591"/>
                  </a:cubicBezTo>
                  <a:cubicBezTo>
                    <a:pt x="4679" y="2591"/>
                    <a:pt x="4909" y="2617"/>
                    <a:pt x="5184" y="2672"/>
                  </a:cubicBezTo>
                  <a:cubicBezTo>
                    <a:pt x="5240" y="2684"/>
                    <a:pt x="5291" y="2689"/>
                    <a:pt x="5337" y="2689"/>
                  </a:cubicBezTo>
                  <a:cubicBezTo>
                    <a:pt x="6146" y="2689"/>
                    <a:pt x="5581" y="1058"/>
                    <a:pt x="4160" y="282"/>
                  </a:cubicBezTo>
                  <a:cubicBezTo>
                    <a:pt x="3785" y="77"/>
                    <a:pt x="3418" y="0"/>
                    <a:pt x="307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7" name="Google Shape;4457;p41"/>
            <p:cNvSpPr/>
            <p:nvPr/>
          </p:nvSpPr>
          <p:spPr>
            <a:xfrm>
              <a:off x="7953131" y="810320"/>
              <a:ext cx="256148" cy="454493"/>
            </a:xfrm>
            <a:custGeom>
              <a:avLst/>
              <a:gdLst/>
              <a:ahLst/>
              <a:cxnLst/>
              <a:rect l="l" t="t" r="r" b="b"/>
              <a:pathLst>
                <a:path w="7170" h="12722" extrusionOk="0">
                  <a:moveTo>
                    <a:pt x="7052" y="0"/>
                  </a:moveTo>
                  <a:cubicBezTo>
                    <a:pt x="7041" y="0"/>
                    <a:pt x="7030" y="3"/>
                    <a:pt x="7018" y="8"/>
                  </a:cubicBezTo>
                  <a:cubicBezTo>
                    <a:pt x="6999" y="20"/>
                    <a:pt x="4893" y="1189"/>
                    <a:pt x="3171" y="3324"/>
                  </a:cubicBezTo>
                  <a:cubicBezTo>
                    <a:pt x="1580" y="5294"/>
                    <a:pt x="1" y="8517"/>
                    <a:pt x="1518" y="12669"/>
                  </a:cubicBezTo>
                  <a:cubicBezTo>
                    <a:pt x="1531" y="12700"/>
                    <a:pt x="1561" y="12721"/>
                    <a:pt x="1595" y="12721"/>
                  </a:cubicBezTo>
                  <a:cubicBezTo>
                    <a:pt x="1605" y="12721"/>
                    <a:pt x="1614" y="12718"/>
                    <a:pt x="1623" y="12715"/>
                  </a:cubicBezTo>
                  <a:cubicBezTo>
                    <a:pt x="1663" y="12700"/>
                    <a:pt x="1685" y="12653"/>
                    <a:pt x="1669" y="12613"/>
                  </a:cubicBezTo>
                  <a:cubicBezTo>
                    <a:pt x="180" y="8536"/>
                    <a:pt x="1731" y="5368"/>
                    <a:pt x="3295" y="3428"/>
                  </a:cubicBezTo>
                  <a:cubicBezTo>
                    <a:pt x="4994" y="1319"/>
                    <a:pt x="7076" y="162"/>
                    <a:pt x="7095" y="150"/>
                  </a:cubicBezTo>
                  <a:cubicBezTo>
                    <a:pt x="7170" y="104"/>
                    <a:pt x="7126" y="0"/>
                    <a:pt x="70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8" name="Google Shape;4458;p41"/>
            <p:cNvSpPr/>
            <p:nvPr/>
          </p:nvSpPr>
          <p:spPr>
            <a:xfrm>
              <a:off x="7503751" y="764327"/>
              <a:ext cx="890410" cy="599358"/>
            </a:xfrm>
            <a:custGeom>
              <a:avLst/>
              <a:gdLst/>
              <a:ahLst/>
              <a:cxnLst/>
              <a:rect l="l" t="t" r="r" b="b"/>
              <a:pathLst>
                <a:path w="24924" h="16777" extrusionOk="0">
                  <a:moveTo>
                    <a:pt x="6189" y="1"/>
                  </a:moveTo>
                  <a:cubicBezTo>
                    <a:pt x="3818" y="1"/>
                    <a:pt x="926" y="1944"/>
                    <a:pt x="795" y="7019"/>
                  </a:cubicBezTo>
                  <a:cubicBezTo>
                    <a:pt x="651" y="12615"/>
                    <a:pt x="5034" y="16776"/>
                    <a:pt x="9995" y="16776"/>
                  </a:cubicBezTo>
                  <a:cubicBezTo>
                    <a:pt x="10330" y="16776"/>
                    <a:pt x="10668" y="16757"/>
                    <a:pt x="11007" y="16719"/>
                  </a:cubicBezTo>
                  <a:cubicBezTo>
                    <a:pt x="12596" y="16540"/>
                    <a:pt x="14172" y="16370"/>
                    <a:pt x="15609" y="16225"/>
                  </a:cubicBezTo>
                  <a:cubicBezTo>
                    <a:pt x="16249" y="16600"/>
                    <a:pt x="17522" y="16722"/>
                    <a:pt x="18902" y="16722"/>
                  </a:cubicBezTo>
                  <a:cubicBezTo>
                    <a:pt x="21437" y="16722"/>
                    <a:pt x="24335" y="16311"/>
                    <a:pt x="24335" y="16311"/>
                  </a:cubicBezTo>
                  <a:cubicBezTo>
                    <a:pt x="24335" y="16311"/>
                    <a:pt x="24924" y="12074"/>
                    <a:pt x="22598" y="11972"/>
                  </a:cubicBezTo>
                  <a:cubicBezTo>
                    <a:pt x="17901" y="11765"/>
                    <a:pt x="20044" y="10541"/>
                    <a:pt x="18564" y="8243"/>
                  </a:cubicBezTo>
                  <a:cubicBezTo>
                    <a:pt x="18025" y="7406"/>
                    <a:pt x="17336" y="7135"/>
                    <a:pt x="16670" y="7135"/>
                  </a:cubicBezTo>
                  <a:cubicBezTo>
                    <a:pt x="15436" y="7135"/>
                    <a:pt x="14277" y="8064"/>
                    <a:pt x="14277" y="8064"/>
                  </a:cubicBezTo>
                  <a:cubicBezTo>
                    <a:pt x="14277" y="8064"/>
                    <a:pt x="13018" y="10757"/>
                    <a:pt x="13814" y="13468"/>
                  </a:cubicBezTo>
                  <a:cubicBezTo>
                    <a:pt x="12729" y="13802"/>
                    <a:pt x="11596" y="14095"/>
                    <a:pt x="10428" y="14095"/>
                  </a:cubicBezTo>
                  <a:cubicBezTo>
                    <a:pt x="8803" y="14095"/>
                    <a:pt x="7112" y="13528"/>
                    <a:pt x="5391" y="11716"/>
                  </a:cubicBezTo>
                  <a:cubicBezTo>
                    <a:pt x="1" y="6032"/>
                    <a:pt x="4459" y="2808"/>
                    <a:pt x="6085" y="2808"/>
                  </a:cubicBezTo>
                  <a:cubicBezTo>
                    <a:pt x="6168" y="2808"/>
                    <a:pt x="6244" y="2816"/>
                    <a:pt x="6310" y="2833"/>
                  </a:cubicBezTo>
                  <a:cubicBezTo>
                    <a:pt x="7731" y="3192"/>
                    <a:pt x="8595" y="4852"/>
                    <a:pt x="9330" y="4852"/>
                  </a:cubicBezTo>
                  <a:cubicBezTo>
                    <a:pt x="9664" y="4852"/>
                    <a:pt x="9971" y="4509"/>
                    <a:pt x="10292" y="3546"/>
                  </a:cubicBezTo>
                  <a:cubicBezTo>
                    <a:pt x="11109" y="1097"/>
                    <a:pt x="7383" y="178"/>
                    <a:pt x="7383" y="178"/>
                  </a:cubicBezTo>
                  <a:cubicBezTo>
                    <a:pt x="7014" y="62"/>
                    <a:pt x="6610" y="1"/>
                    <a:pt x="61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9" name="Google Shape;4459;p41"/>
            <p:cNvSpPr/>
            <p:nvPr/>
          </p:nvSpPr>
          <p:spPr>
            <a:xfrm>
              <a:off x="8396473" y="520069"/>
              <a:ext cx="25508" cy="14040"/>
            </a:xfrm>
            <a:custGeom>
              <a:avLst/>
              <a:gdLst/>
              <a:ahLst/>
              <a:cxnLst/>
              <a:rect l="l" t="t" r="r" b="b"/>
              <a:pathLst>
                <a:path w="714" h="393" extrusionOk="0">
                  <a:moveTo>
                    <a:pt x="85" y="0"/>
                  </a:moveTo>
                  <a:cubicBezTo>
                    <a:pt x="44" y="0"/>
                    <a:pt x="10" y="32"/>
                    <a:pt x="7" y="72"/>
                  </a:cubicBezTo>
                  <a:cubicBezTo>
                    <a:pt x="1" y="118"/>
                    <a:pt x="31" y="158"/>
                    <a:pt x="78" y="161"/>
                  </a:cubicBezTo>
                  <a:cubicBezTo>
                    <a:pt x="81" y="164"/>
                    <a:pt x="395" y="198"/>
                    <a:pt x="565" y="368"/>
                  </a:cubicBezTo>
                  <a:cubicBezTo>
                    <a:pt x="580" y="383"/>
                    <a:pt x="602" y="393"/>
                    <a:pt x="624" y="393"/>
                  </a:cubicBezTo>
                  <a:cubicBezTo>
                    <a:pt x="645" y="393"/>
                    <a:pt x="664" y="386"/>
                    <a:pt x="679" y="371"/>
                  </a:cubicBezTo>
                  <a:cubicBezTo>
                    <a:pt x="713" y="337"/>
                    <a:pt x="713" y="288"/>
                    <a:pt x="679" y="254"/>
                  </a:cubicBezTo>
                  <a:cubicBezTo>
                    <a:pt x="469" y="44"/>
                    <a:pt x="112" y="1"/>
                    <a:pt x="96" y="1"/>
                  </a:cubicBezTo>
                  <a:cubicBezTo>
                    <a:pt x="93" y="0"/>
                    <a:pt x="89" y="0"/>
                    <a:pt x="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0" name="Google Shape;4460;p41"/>
            <p:cNvSpPr/>
            <p:nvPr/>
          </p:nvSpPr>
          <p:spPr>
            <a:xfrm>
              <a:off x="8369142" y="528214"/>
              <a:ext cx="26044" cy="14040"/>
            </a:xfrm>
            <a:custGeom>
              <a:avLst/>
              <a:gdLst/>
              <a:ahLst/>
              <a:cxnLst/>
              <a:rect l="l" t="t" r="r" b="b"/>
              <a:pathLst>
                <a:path w="729" h="393" extrusionOk="0">
                  <a:moveTo>
                    <a:pt x="83" y="0"/>
                  </a:moveTo>
                  <a:cubicBezTo>
                    <a:pt x="44" y="0"/>
                    <a:pt x="9" y="32"/>
                    <a:pt x="4" y="72"/>
                  </a:cubicBezTo>
                  <a:cubicBezTo>
                    <a:pt x="1" y="118"/>
                    <a:pt x="32" y="158"/>
                    <a:pt x="78" y="162"/>
                  </a:cubicBezTo>
                  <a:cubicBezTo>
                    <a:pt x="81" y="165"/>
                    <a:pt x="395" y="199"/>
                    <a:pt x="565" y="368"/>
                  </a:cubicBezTo>
                  <a:cubicBezTo>
                    <a:pt x="581" y="384"/>
                    <a:pt x="599" y="393"/>
                    <a:pt x="621" y="393"/>
                  </a:cubicBezTo>
                  <a:cubicBezTo>
                    <a:pt x="695" y="393"/>
                    <a:pt x="729" y="307"/>
                    <a:pt x="679" y="254"/>
                  </a:cubicBezTo>
                  <a:cubicBezTo>
                    <a:pt x="469" y="44"/>
                    <a:pt x="109" y="1"/>
                    <a:pt x="93" y="1"/>
                  </a:cubicBezTo>
                  <a:cubicBezTo>
                    <a:pt x="90" y="1"/>
                    <a:pt x="86" y="0"/>
                    <a:pt x="8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1" name="Google Shape;4461;p41"/>
            <p:cNvSpPr/>
            <p:nvPr/>
          </p:nvSpPr>
          <p:spPr>
            <a:xfrm>
              <a:off x="8363641" y="507743"/>
              <a:ext cx="26151" cy="14040"/>
            </a:xfrm>
            <a:custGeom>
              <a:avLst/>
              <a:gdLst/>
              <a:ahLst/>
              <a:cxnLst/>
              <a:rect l="l" t="t" r="r" b="b"/>
              <a:pathLst>
                <a:path w="732" h="393" extrusionOk="0">
                  <a:moveTo>
                    <a:pt x="90" y="0"/>
                  </a:moveTo>
                  <a:cubicBezTo>
                    <a:pt x="46" y="0"/>
                    <a:pt x="10" y="30"/>
                    <a:pt x="7" y="75"/>
                  </a:cubicBezTo>
                  <a:cubicBezTo>
                    <a:pt x="0" y="118"/>
                    <a:pt x="34" y="158"/>
                    <a:pt x="78" y="164"/>
                  </a:cubicBezTo>
                  <a:cubicBezTo>
                    <a:pt x="81" y="164"/>
                    <a:pt x="395" y="201"/>
                    <a:pt x="565" y="371"/>
                  </a:cubicBezTo>
                  <a:cubicBezTo>
                    <a:pt x="580" y="386"/>
                    <a:pt x="602" y="392"/>
                    <a:pt x="623" y="392"/>
                  </a:cubicBezTo>
                  <a:cubicBezTo>
                    <a:pt x="694" y="392"/>
                    <a:pt x="731" y="306"/>
                    <a:pt x="679" y="253"/>
                  </a:cubicBezTo>
                  <a:cubicBezTo>
                    <a:pt x="469" y="47"/>
                    <a:pt x="111" y="1"/>
                    <a:pt x="96" y="1"/>
                  </a:cubicBezTo>
                  <a:cubicBezTo>
                    <a:pt x="94" y="0"/>
                    <a:pt x="92" y="0"/>
                    <a:pt x="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2" name="Google Shape;4462;p41"/>
            <p:cNvSpPr/>
            <p:nvPr/>
          </p:nvSpPr>
          <p:spPr>
            <a:xfrm>
              <a:off x="8341812" y="515996"/>
              <a:ext cx="25508" cy="14040"/>
            </a:xfrm>
            <a:custGeom>
              <a:avLst/>
              <a:gdLst/>
              <a:ahLst/>
              <a:cxnLst/>
              <a:rect l="l" t="t" r="r" b="b"/>
              <a:pathLst>
                <a:path w="714" h="393" extrusionOk="0">
                  <a:moveTo>
                    <a:pt x="85" y="0"/>
                  </a:moveTo>
                  <a:cubicBezTo>
                    <a:pt x="44" y="0"/>
                    <a:pt x="10" y="32"/>
                    <a:pt x="7" y="72"/>
                  </a:cubicBezTo>
                  <a:cubicBezTo>
                    <a:pt x="1" y="118"/>
                    <a:pt x="32" y="155"/>
                    <a:pt x="78" y="161"/>
                  </a:cubicBezTo>
                  <a:cubicBezTo>
                    <a:pt x="81" y="161"/>
                    <a:pt x="396" y="198"/>
                    <a:pt x="565" y="368"/>
                  </a:cubicBezTo>
                  <a:cubicBezTo>
                    <a:pt x="581" y="383"/>
                    <a:pt x="602" y="393"/>
                    <a:pt x="624" y="393"/>
                  </a:cubicBezTo>
                  <a:cubicBezTo>
                    <a:pt x="642" y="393"/>
                    <a:pt x="664" y="383"/>
                    <a:pt x="679" y="368"/>
                  </a:cubicBezTo>
                  <a:cubicBezTo>
                    <a:pt x="713" y="337"/>
                    <a:pt x="713" y="285"/>
                    <a:pt x="679" y="254"/>
                  </a:cubicBezTo>
                  <a:cubicBezTo>
                    <a:pt x="470" y="44"/>
                    <a:pt x="112" y="1"/>
                    <a:pt x="96" y="1"/>
                  </a:cubicBezTo>
                  <a:cubicBezTo>
                    <a:pt x="93" y="0"/>
                    <a:pt x="89" y="0"/>
                    <a:pt x="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3" name="Google Shape;4463;p41"/>
            <p:cNvSpPr/>
            <p:nvPr/>
          </p:nvSpPr>
          <p:spPr>
            <a:xfrm>
              <a:off x="8409334" y="543434"/>
              <a:ext cx="26937" cy="14040"/>
            </a:xfrm>
            <a:custGeom>
              <a:avLst/>
              <a:gdLst/>
              <a:ahLst/>
              <a:cxnLst/>
              <a:rect l="l" t="t" r="r" b="b"/>
              <a:pathLst>
                <a:path w="754" h="393" extrusionOk="0">
                  <a:moveTo>
                    <a:pt x="113" y="1"/>
                  </a:moveTo>
                  <a:cubicBezTo>
                    <a:pt x="16" y="1"/>
                    <a:pt x="0" y="146"/>
                    <a:pt x="100" y="161"/>
                  </a:cubicBezTo>
                  <a:cubicBezTo>
                    <a:pt x="103" y="161"/>
                    <a:pt x="418" y="198"/>
                    <a:pt x="587" y="368"/>
                  </a:cubicBezTo>
                  <a:cubicBezTo>
                    <a:pt x="603" y="383"/>
                    <a:pt x="624" y="389"/>
                    <a:pt x="646" y="393"/>
                  </a:cubicBezTo>
                  <a:cubicBezTo>
                    <a:pt x="717" y="389"/>
                    <a:pt x="754" y="303"/>
                    <a:pt x="702" y="254"/>
                  </a:cubicBezTo>
                  <a:cubicBezTo>
                    <a:pt x="495" y="44"/>
                    <a:pt x="134" y="1"/>
                    <a:pt x="119" y="1"/>
                  </a:cubicBezTo>
                  <a:cubicBezTo>
                    <a:pt x="117" y="1"/>
                    <a:pt x="115" y="1"/>
                    <a:pt x="1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4" name="Google Shape;4464;p41"/>
            <p:cNvSpPr/>
            <p:nvPr/>
          </p:nvSpPr>
          <p:spPr>
            <a:xfrm>
              <a:off x="8437772" y="532394"/>
              <a:ext cx="27258" cy="14076"/>
            </a:xfrm>
            <a:custGeom>
              <a:avLst/>
              <a:gdLst/>
              <a:ahLst/>
              <a:cxnLst/>
              <a:rect l="l" t="t" r="r" b="b"/>
              <a:pathLst>
                <a:path w="763" h="394" extrusionOk="0">
                  <a:moveTo>
                    <a:pt x="111" y="0"/>
                  </a:moveTo>
                  <a:cubicBezTo>
                    <a:pt x="12" y="0"/>
                    <a:pt x="1" y="156"/>
                    <a:pt x="109" y="162"/>
                  </a:cubicBezTo>
                  <a:cubicBezTo>
                    <a:pt x="112" y="162"/>
                    <a:pt x="427" y="199"/>
                    <a:pt x="596" y="368"/>
                  </a:cubicBezTo>
                  <a:cubicBezTo>
                    <a:pt x="612" y="384"/>
                    <a:pt x="633" y="393"/>
                    <a:pt x="655" y="393"/>
                  </a:cubicBezTo>
                  <a:cubicBezTo>
                    <a:pt x="726" y="390"/>
                    <a:pt x="763" y="304"/>
                    <a:pt x="711" y="254"/>
                  </a:cubicBezTo>
                  <a:cubicBezTo>
                    <a:pt x="501" y="45"/>
                    <a:pt x="143" y="1"/>
                    <a:pt x="128" y="1"/>
                  </a:cubicBezTo>
                  <a:cubicBezTo>
                    <a:pt x="122" y="0"/>
                    <a:pt x="116" y="0"/>
                    <a:pt x="11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5" name="Google Shape;4465;p41"/>
            <p:cNvSpPr/>
            <p:nvPr/>
          </p:nvSpPr>
          <p:spPr>
            <a:xfrm>
              <a:off x="8451741" y="554330"/>
              <a:ext cx="26972" cy="13933"/>
            </a:xfrm>
            <a:custGeom>
              <a:avLst/>
              <a:gdLst/>
              <a:ahLst/>
              <a:cxnLst/>
              <a:rect l="l" t="t" r="r" b="b"/>
              <a:pathLst>
                <a:path w="755" h="390" extrusionOk="0">
                  <a:moveTo>
                    <a:pt x="113" y="1"/>
                  </a:moveTo>
                  <a:cubicBezTo>
                    <a:pt x="14" y="1"/>
                    <a:pt x="1" y="146"/>
                    <a:pt x="101" y="162"/>
                  </a:cubicBezTo>
                  <a:cubicBezTo>
                    <a:pt x="104" y="162"/>
                    <a:pt x="418" y="199"/>
                    <a:pt x="588" y="368"/>
                  </a:cubicBezTo>
                  <a:cubicBezTo>
                    <a:pt x="603" y="384"/>
                    <a:pt x="625" y="390"/>
                    <a:pt x="646" y="390"/>
                  </a:cubicBezTo>
                  <a:cubicBezTo>
                    <a:pt x="717" y="390"/>
                    <a:pt x="754" y="303"/>
                    <a:pt x="702" y="254"/>
                  </a:cubicBezTo>
                  <a:cubicBezTo>
                    <a:pt x="495" y="44"/>
                    <a:pt x="135" y="1"/>
                    <a:pt x="119" y="1"/>
                  </a:cubicBezTo>
                  <a:cubicBezTo>
                    <a:pt x="117" y="1"/>
                    <a:pt x="115" y="1"/>
                    <a:pt x="1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6" name="Google Shape;4466;p41"/>
            <p:cNvSpPr/>
            <p:nvPr/>
          </p:nvSpPr>
          <p:spPr>
            <a:xfrm>
              <a:off x="8637445" y="1011444"/>
              <a:ext cx="9288" cy="25365"/>
            </a:xfrm>
            <a:custGeom>
              <a:avLst/>
              <a:gdLst/>
              <a:ahLst/>
              <a:cxnLst/>
              <a:rect l="l" t="t" r="r" b="b"/>
              <a:pathLst>
                <a:path w="260" h="710" extrusionOk="0">
                  <a:moveTo>
                    <a:pt x="111" y="0"/>
                  </a:moveTo>
                  <a:cubicBezTo>
                    <a:pt x="59" y="0"/>
                    <a:pt x="7" y="49"/>
                    <a:pt x="32" y="111"/>
                  </a:cubicBezTo>
                  <a:cubicBezTo>
                    <a:pt x="93" y="268"/>
                    <a:pt x="90" y="444"/>
                    <a:pt x="19" y="595"/>
                  </a:cubicBezTo>
                  <a:cubicBezTo>
                    <a:pt x="1" y="635"/>
                    <a:pt x="19" y="684"/>
                    <a:pt x="63" y="703"/>
                  </a:cubicBezTo>
                  <a:cubicBezTo>
                    <a:pt x="72" y="706"/>
                    <a:pt x="84" y="709"/>
                    <a:pt x="93" y="709"/>
                  </a:cubicBezTo>
                  <a:cubicBezTo>
                    <a:pt x="127" y="709"/>
                    <a:pt x="155" y="691"/>
                    <a:pt x="167" y="660"/>
                  </a:cubicBezTo>
                  <a:cubicBezTo>
                    <a:pt x="254" y="465"/>
                    <a:pt x="260" y="243"/>
                    <a:pt x="180" y="43"/>
                  </a:cubicBezTo>
                  <a:cubicBezTo>
                    <a:pt x="163" y="13"/>
                    <a:pt x="137" y="0"/>
                    <a:pt x="11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7" name="Google Shape;4467;p41"/>
            <p:cNvSpPr/>
            <p:nvPr/>
          </p:nvSpPr>
          <p:spPr>
            <a:xfrm>
              <a:off x="8618617" y="986507"/>
              <a:ext cx="9396" cy="25722"/>
            </a:xfrm>
            <a:custGeom>
              <a:avLst/>
              <a:gdLst/>
              <a:ahLst/>
              <a:cxnLst/>
              <a:rect l="l" t="t" r="r" b="b"/>
              <a:pathLst>
                <a:path w="263" h="720" extrusionOk="0">
                  <a:moveTo>
                    <a:pt x="110" y="0"/>
                  </a:moveTo>
                  <a:cubicBezTo>
                    <a:pt x="56" y="0"/>
                    <a:pt x="1" y="55"/>
                    <a:pt x="38" y="121"/>
                  </a:cubicBezTo>
                  <a:cubicBezTo>
                    <a:pt x="96" y="278"/>
                    <a:pt x="93" y="451"/>
                    <a:pt x="25" y="605"/>
                  </a:cubicBezTo>
                  <a:cubicBezTo>
                    <a:pt x="0" y="658"/>
                    <a:pt x="41" y="719"/>
                    <a:pt x="99" y="719"/>
                  </a:cubicBezTo>
                  <a:cubicBezTo>
                    <a:pt x="130" y="719"/>
                    <a:pt x="161" y="701"/>
                    <a:pt x="173" y="670"/>
                  </a:cubicBezTo>
                  <a:cubicBezTo>
                    <a:pt x="260" y="476"/>
                    <a:pt x="263" y="251"/>
                    <a:pt x="182" y="53"/>
                  </a:cubicBezTo>
                  <a:cubicBezTo>
                    <a:pt x="167" y="16"/>
                    <a:pt x="139" y="0"/>
                    <a:pt x="1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8" name="Google Shape;4468;p41"/>
            <p:cNvSpPr/>
            <p:nvPr/>
          </p:nvSpPr>
          <p:spPr>
            <a:xfrm>
              <a:off x="8211126" y="1324797"/>
              <a:ext cx="27437" cy="9074"/>
            </a:xfrm>
            <a:custGeom>
              <a:avLst/>
              <a:gdLst/>
              <a:ahLst/>
              <a:cxnLst/>
              <a:rect l="l" t="t" r="r" b="b"/>
              <a:pathLst>
                <a:path w="768" h="254" extrusionOk="0">
                  <a:moveTo>
                    <a:pt x="651" y="1"/>
                  </a:moveTo>
                  <a:cubicBezTo>
                    <a:pt x="637" y="1"/>
                    <a:pt x="623" y="4"/>
                    <a:pt x="608" y="13"/>
                  </a:cubicBezTo>
                  <a:cubicBezTo>
                    <a:pt x="515" y="66"/>
                    <a:pt x="411" y="93"/>
                    <a:pt x="304" y="93"/>
                  </a:cubicBezTo>
                  <a:cubicBezTo>
                    <a:pt x="245" y="93"/>
                    <a:pt x="186" y="85"/>
                    <a:pt x="127" y="68"/>
                  </a:cubicBezTo>
                  <a:cubicBezTo>
                    <a:pt x="119" y="65"/>
                    <a:pt x="112" y="63"/>
                    <a:pt x="104" y="63"/>
                  </a:cubicBezTo>
                  <a:cubicBezTo>
                    <a:pt x="35" y="63"/>
                    <a:pt x="0" y="209"/>
                    <a:pt x="84" y="223"/>
                  </a:cubicBezTo>
                  <a:cubicBezTo>
                    <a:pt x="155" y="241"/>
                    <a:pt x="229" y="253"/>
                    <a:pt x="303" y="253"/>
                  </a:cubicBezTo>
                  <a:cubicBezTo>
                    <a:pt x="442" y="253"/>
                    <a:pt x="578" y="216"/>
                    <a:pt x="698" y="148"/>
                  </a:cubicBezTo>
                  <a:cubicBezTo>
                    <a:pt x="768" y="99"/>
                    <a:pt x="720" y="1"/>
                    <a:pt x="65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9" name="Google Shape;4469;p41"/>
            <p:cNvSpPr/>
            <p:nvPr/>
          </p:nvSpPr>
          <p:spPr>
            <a:xfrm>
              <a:off x="8235777" y="1308363"/>
              <a:ext cx="27365" cy="9074"/>
            </a:xfrm>
            <a:custGeom>
              <a:avLst/>
              <a:gdLst/>
              <a:ahLst/>
              <a:cxnLst/>
              <a:rect l="l" t="t" r="r" b="b"/>
              <a:pathLst>
                <a:path w="766" h="254" extrusionOk="0">
                  <a:moveTo>
                    <a:pt x="652" y="1"/>
                  </a:moveTo>
                  <a:cubicBezTo>
                    <a:pt x="639" y="1"/>
                    <a:pt x="624" y="5"/>
                    <a:pt x="609" y="13"/>
                  </a:cubicBezTo>
                  <a:cubicBezTo>
                    <a:pt x="513" y="65"/>
                    <a:pt x="406" y="93"/>
                    <a:pt x="299" y="93"/>
                  </a:cubicBezTo>
                  <a:cubicBezTo>
                    <a:pt x="242" y="93"/>
                    <a:pt x="184" y="85"/>
                    <a:pt x="128" y="69"/>
                  </a:cubicBezTo>
                  <a:cubicBezTo>
                    <a:pt x="120" y="65"/>
                    <a:pt x="112" y="64"/>
                    <a:pt x="105" y="64"/>
                  </a:cubicBezTo>
                  <a:cubicBezTo>
                    <a:pt x="34" y="64"/>
                    <a:pt x="1" y="209"/>
                    <a:pt x="82" y="223"/>
                  </a:cubicBezTo>
                  <a:cubicBezTo>
                    <a:pt x="153" y="241"/>
                    <a:pt x="227" y="254"/>
                    <a:pt x="301" y="254"/>
                  </a:cubicBezTo>
                  <a:cubicBezTo>
                    <a:pt x="440" y="254"/>
                    <a:pt x="575" y="217"/>
                    <a:pt x="696" y="149"/>
                  </a:cubicBezTo>
                  <a:cubicBezTo>
                    <a:pt x="765" y="97"/>
                    <a:pt x="721" y="1"/>
                    <a:pt x="6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0" name="Google Shape;4470;p41"/>
            <p:cNvSpPr/>
            <p:nvPr/>
          </p:nvSpPr>
          <p:spPr>
            <a:xfrm>
              <a:off x="8252175" y="1324797"/>
              <a:ext cx="27473" cy="9074"/>
            </a:xfrm>
            <a:custGeom>
              <a:avLst/>
              <a:gdLst/>
              <a:ahLst/>
              <a:cxnLst/>
              <a:rect l="l" t="t" r="r" b="b"/>
              <a:pathLst>
                <a:path w="769" h="254" extrusionOk="0">
                  <a:moveTo>
                    <a:pt x="652" y="1"/>
                  </a:moveTo>
                  <a:cubicBezTo>
                    <a:pt x="639" y="1"/>
                    <a:pt x="624" y="4"/>
                    <a:pt x="610" y="13"/>
                  </a:cubicBezTo>
                  <a:cubicBezTo>
                    <a:pt x="515" y="66"/>
                    <a:pt x="409" y="93"/>
                    <a:pt x="304" y="93"/>
                  </a:cubicBezTo>
                  <a:cubicBezTo>
                    <a:pt x="245" y="93"/>
                    <a:pt x="186" y="85"/>
                    <a:pt x="129" y="68"/>
                  </a:cubicBezTo>
                  <a:cubicBezTo>
                    <a:pt x="123" y="67"/>
                    <a:pt x="118" y="67"/>
                    <a:pt x="113" y="67"/>
                  </a:cubicBezTo>
                  <a:cubicBezTo>
                    <a:pt x="29" y="67"/>
                    <a:pt x="1" y="185"/>
                    <a:pt x="82" y="223"/>
                  </a:cubicBezTo>
                  <a:cubicBezTo>
                    <a:pt x="153" y="241"/>
                    <a:pt x="227" y="253"/>
                    <a:pt x="301" y="253"/>
                  </a:cubicBezTo>
                  <a:cubicBezTo>
                    <a:pt x="440" y="253"/>
                    <a:pt x="576" y="216"/>
                    <a:pt x="696" y="148"/>
                  </a:cubicBezTo>
                  <a:cubicBezTo>
                    <a:pt x="769" y="99"/>
                    <a:pt x="722" y="1"/>
                    <a:pt x="6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1" name="Google Shape;4471;p41"/>
            <p:cNvSpPr/>
            <p:nvPr/>
          </p:nvSpPr>
          <p:spPr>
            <a:xfrm>
              <a:off x="8271861" y="1298788"/>
              <a:ext cx="26972" cy="9074"/>
            </a:xfrm>
            <a:custGeom>
              <a:avLst/>
              <a:gdLst/>
              <a:ahLst/>
              <a:cxnLst/>
              <a:rect l="l" t="t" r="r" b="b"/>
              <a:pathLst>
                <a:path w="755" h="254" extrusionOk="0">
                  <a:moveTo>
                    <a:pt x="638" y="1"/>
                  </a:moveTo>
                  <a:cubicBezTo>
                    <a:pt x="624" y="1"/>
                    <a:pt x="610" y="4"/>
                    <a:pt x="596" y="13"/>
                  </a:cubicBezTo>
                  <a:cubicBezTo>
                    <a:pt x="500" y="66"/>
                    <a:pt x="395" y="93"/>
                    <a:pt x="289" y="93"/>
                  </a:cubicBezTo>
                  <a:cubicBezTo>
                    <a:pt x="230" y="93"/>
                    <a:pt x="172" y="85"/>
                    <a:pt x="114" y="68"/>
                  </a:cubicBezTo>
                  <a:cubicBezTo>
                    <a:pt x="106" y="65"/>
                    <a:pt x="97" y="64"/>
                    <a:pt x="88" y="64"/>
                  </a:cubicBezTo>
                  <a:cubicBezTo>
                    <a:pt x="54" y="64"/>
                    <a:pt x="22" y="86"/>
                    <a:pt x="13" y="121"/>
                  </a:cubicBezTo>
                  <a:cubicBezTo>
                    <a:pt x="0" y="164"/>
                    <a:pt x="25" y="210"/>
                    <a:pt x="68" y="223"/>
                  </a:cubicBezTo>
                  <a:cubicBezTo>
                    <a:pt x="139" y="241"/>
                    <a:pt x="213" y="253"/>
                    <a:pt x="287" y="253"/>
                  </a:cubicBezTo>
                  <a:cubicBezTo>
                    <a:pt x="426" y="253"/>
                    <a:pt x="562" y="216"/>
                    <a:pt x="682" y="149"/>
                  </a:cubicBezTo>
                  <a:cubicBezTo>
                    <a:pt x="754" y="100"/>
                    <a:pt x="708" y="1"/>
                    <a:pt x="6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2" name="Google Shape;4472;p41"/>
            <p:cNvSpPr/>
            <p:nvPr/>
          </p:nvSpPr>
          <p:spPr>
            <a:xfrm>
              <a:off x="8290474" y="1324797"/>
              <a:ext cx="27437" cy="9074"/>
            </a:xfrm>
            <a:custGeom>
              <a:avLst/>
              <a:gdLst/>
              <a:ahLst/>
              <a:cxnLst/>
              <a:rect l="l" t="t" r="r" b="b"/>
              <a:pathLst>
                <a:path w="768" h="254" extrusionOk="0">
                  <a:moveTo>
                    <a:pt x="652" y="1"/>
                  </a:moveTo>
                  <a:cubicBezTo>
                    <a:pt x="638" y="1"/>
                    <a:pt x="623" y="4"/>
                    <a:pt x="608" y="13"/>
                  </a:cubicBezTo>
                  <a:cubicBezTo>
                    <a:pt x="515" y="66"/>
                    <a:pt x="410" y="93"/>
                    <a:pt x="304" y="93"/>
                  </a:cubicBezTo>
                  <a:cubicBezTo>
                    <a:pt x="245" y="93"/>
                    <a:pt x="185" y="85"/>
                    <a:pt x="127" y="68"/>
                  </a:cubicBezTo>
                  <a:cubicBezTo>
                    <a:pt x="119" y="65"/>
                    <a:pt x="111" y="63"/>
                    <a:pt x="104" y="63"/>
                  </a:cubicBezTo>
                  <a:cubicBezTo>
                    <a:pt x="35" y="63"/>
                    <a:pt x="0" y="209"/>
                    <a:pt x="84" y="223"/>
                  </a:cubicBezTo>
                  <a:cubicBezTo>
                    <a:pt x="155" y="241"/>
                    <a:pt x="229" y="253"/>
                    <a:pt x="303" y="253"/>
                  </a:cubicBezTo>
                  <a:cubicBezTo>
                    <a:pt x="442" y="253"/>
                    <a:pt x="577" y="216"/>
                    <a:pt x="698" y="148"/>
                  </a:cubicBezTo>
                  <a:cubicBezTo>
                    <a:pt x="767" y="99"/>
                    <a:pt x="722" y="1"/>
                    <a:pt x="6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3" name="Google Shape;4473;p41"/>
            <p:cNvSpPr/>
            <p:nvPr/>
          </p:nvSpPr>
          <p:spPr>
            <a:xfrm>
              <a:off x="8308122" y="1306934"/>
              <a:ext cx="27615" cy="9074"/>
            </a:xfrm>
            <a:custGeom>
              <a:avLst/>
              <a:gdLst/>
              <a:ahLst/>
              <a:cxnLst/>
              <a:rect l="l" t="t" r="r" b="b"/>
              <a:pathLst>
                <a:path w="773" h="254" extrusionOk="0">
                  <a:moveTo>
                    <a:pt x="656" y="1"/>
                  </a:moveTo>
                  <a:cubicBezTo>
                    <a:pt x="643" y="1"/>
                    <a:pt x="628" y="5"/>
                    <a:pt x="614" y="13"/>
                  </a:cubicBezTo>
                  <a:cubicBezTo>
                    <a:pt x="519" y="67"/>
                    <a:pt x="413" y="93"/>
                    <a:pt x="307" y="93"/>
                  </a:cubicBezTo>
                  <a:cubicBezTo>
                    <a:pt x="249" y="93"/>
                    <a:pt x="190" y="85"/>
                    <a:pt x="133" y="69"/>
                  </a:cubicBezTo>
                  <a:cubicBezTo>
                    <a:pt x="126" y="67"/>
                    <a:pt x="119" y="66"/>
                    <a:pt x="113" y="66"/>
                  </a:cubicBezTo>
                  <a:cubicBezTo>
                    <a:pt x="29" y="66"/>
                    <a:pt x="0" y="191"/>
                    <a:pt x="86" y="223"/>
                  </a:cubicBezTo>
                  <a:cubicBezTo>
                    <a:pt x="157" y="244"/>
                    <a:pt x="231" y="254"/>
                    <a:pt x="305" y="254"/>
                  </a:cubicBezTo>
                  <a:cubicBezTo>
                    <a:pt x="311" y="254"/>
                    <a:pt x="316" y="254"/>
                    <a:pt x="321" y="254"/>
                  </a:cubicBezTo>
                  <a:cubicBezTo>
                    <a:pt x="455" y="254"/>
                    <a:pt x="584" y="217"/>
                    <a:pt x="700" y="152"/>
                  </a:cubicBezTo>
                  <a:cubicBezTo>
                    <a:pt x="772" y="100"/>
                    <a:pt x="726" y="1"/>
                    <a:pt x="6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4" name="Google Shape;4474;p41"/>
            <p:cNvSpPr/>
            <p:nvPr/>
          </p:nvSpPr>
          <p:spPr>
            <a:xfrm>
              <a:off x="7798777" y="1323261"/>
              <a:ext cx="25079" cy="13897"/>
            </a:xfrm>
            <a:custGeom>
              <a:avLst/>
              <a:gdLst/>
              <a:ahLst/>
              <a:cxnLst/>
              <a:rect l="l" t="t" r="r" b="b"/>
              <a:pathLst>
                <a:path w="702" h="389" extrusionOk="0">
                  <a:moveTo>
                    <a:pt x="116" y="0"/>
                  </a:moveTo>
                  <a:cubicBezTo>
                    <a:pt x="54" y="0"/>
                    <a:pt x="1" y="78"/>
                    <a:pt x="57" y="139"/>
                  </a:cubicBezTo>
                  <a:cubicBezTo>
                    <a:pt x="202" y="293"/>
                    <a:pt x="402" y="383"/>
                    <a:pt x="612" y="389"/>
                  </a:cubicBezTo>
                  <a:lnTo>
                    <a:pt x="624" y="389"/>
                  </a:lnTo>
                  <a:cubicBezTo>
                    <a:pt x="668" y="386"/>
                    <a:pt x="702" y="349"/>
                    <a:pt x="702" y="303"/>
                  </a:cubicBezTo>
                  <a:cubicBezTo>
                    <a:pt x="698" y="259"/>
                    <a:pt x="661" y="225"/>
                    <a:pt x="615" y="225"/>
                  </a:cubicBezTo>
                  <a:cubicBezTo>
                    <a:pt x="449" y="222"/>
                    <a:pt x="288" y="151"/>
                    <a:pt x="174" y="28"/>
                  </a:cubicBezTo>
                  <a:cubicBezTo>
                    <a:pt x="156" y="8"/>
                    <a:pt x="135" y="0"/>
                    <a:pt x="1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5" name="Google Shape;4475;p41"/>
            <p:cNvSpPr/>
            <p:nvPr/>
          </p:nvSpPr>
          <p:spPr>
            <a:xfrm>
              <a:off x="7774126" y="1304076"/>
              <a:ext cx="25936" cy="13933"/>
            </a:xfrm>
            <a:custGeom>
              <a:avLst/>
              <a:gdLst/>
              <a:ahLst/>
              <a:cxnLst/>
              <a:rect l="l" t="t" r="r" b="b"/>
              <a:pathLst>
                <a:path w="726" h="390" extrusionOk="0">
                  <a:moveTo>
                    <a:pt x="117" y="1"/>
                  </a:moveTo>
                  <a:cubicBezTo>
                    <a:pt x="55" y="1"/>
                    <a:pt x="0" y="79"/>
                    <a:pt x="56" y="139"/>
                  </a:cubicBezTo>
                  <a:cubicBezTo>
                    <a:pt x="201" y="294"/>
                    <a:pt x="401" y="383"/>
                    <a:pt x="614" y="389"/>
                  </a:cubicBezTo>
                  <a:lnTo>
                    <a:pt x="624" y="389"/>
                  </a:lnTo>
                  <a:cubicBezTo>
                    <a:pt x="725" y="380"/>
                    <a:pt x="719" y="229"/>
                    <a:pt x="617" y="229"/>
                  </a:cubicBezTo>
                  <a:cubicBezTo>
                    <a:pt x="448" y="223"/>
                    <a:pt x="290" y="152"/>
                    <a:pt x="176" y="28"/>
                  </a:cubicBezTo>
                  <a:cubicBezTo>
                    <a:pt x="158" y="9"/>
                    <a:pt x="137" y="1"/>
                    <a:pt x="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6" name="Google Shape;4476;p41"/>
            <p:cNvSpPr/>
            <p:nvPr/>
          </p:nvSpPr>
          <p:spPr>
            <a:xfrm>
              <a:off x="7765945" y="1319188"/>
              <a:ext cx="25079" cy="13897"/>
            </a:xfrm>
            <a:custGeom>
              <a:avLst/>
              <a:gdLst/>
              <a:ahLst/>
              <a:cxnLst/>
              <a:rect l="l" t="t" r="r" b="b"/>
              <a:pathLst>
                <a:path w="702" h="389" extrusionOk="0">
                  <a:moveTo>
                    <a:pt x="115" y="0"/>
                  </a:moveTo>
                  <a:cubicBezTo>
                    <a:pt x="54" y="0"/>
                    <a:pt x="1" y="78"/>
                    <a:pt x="57" y="139"/>
                  </a:cubicBezTo>
                  <a:cubicBezTo>
                    <a:pt x="202" y="290"/>
                    <a:pt x="402" y="383"/>
                    <a:pt x="612" y="389"/>
                  </a:cubicBezTo>
                  <a:lnTo>
                    <a:pt x="621" y="386"/>
                  </a:lnTo>
                  <a:cubicBezTo>
                    <a:pt x="667" y="386"/>
                    <a:pt x="701" y="349"/>
                    <a:pt x="698" y="302"/>
                  </a:cubicBezTo>
                  <a:cubicBezTo>
                    <a:pt x="698" y="261"/>
                    <a:pt x="664" y="225"/>
                    <a:pt x="620" y="225"/>
                  </a:cubicBezTo>
                  <a:cubicBezTo>
                    <a:pt x="619" y="225"/>
                    <a:pt x="617" y="225"/>
                    <a:pt x="615" y="225"/>
                  </a:cubicBezTo>
                  <a:cubicBezTo>
                    <a:pt x="448" y="222"/>
                    <a:pt x="288" y="148"/>
                    <a:pt x="174" y="28"/>
                  </a:cubicBezTo>
                  <a:cubicBezTo>
                    <a:pt x="156" y="8"/>
                    <a:pt x="135" y="0"/>
                    <a:pt x="1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7" name="Google Shape;4477;p41"/>
            <p:cNvSpPr/>
            <p:nvPr/>
          </p:nvSpPr>
          <p:spPr>
            <a:xfrm>
              <a:off x="7704246" y="1290321"/>
              <a:ext cx="26401" cy="14004"/>
            </a:xfrm>
            <a:custGeom>
              <a:avLst/>
              <a:gdLst/>
              <a:ahLst/>
              <a:cxnLst/>
              <a:rect l="l" t="t" r="r" b="b"/>
              <a:pathLst>
                <a:path w="739" h="392" extrusionOk="0">
                  <a:moveTo>
                    <a:pt x="119" y="1"/>
                  </a:moveTo>
                  <a:cubicBezTo>
                    <a:pt x="56" y="1"/>
                    <a:pt x="0" y="82"/>
                    <a:pt x="63" y="142"/>
                  </a:cubicBezTo>
                  <a:cubicBezTo>
                    <a:pt x="205" y="296"/>
                    <a:pt x="405" y="386"/>
                    <a:pt x="618" y="392"/>
                  </a:cubicBezTo>
                  <a:lnTo>
                    <a:pt x="627" y="392"/>
                  </a:lnTo>
                  <a:cubicBezTo>
                    <a:pt x="628" y="392"/>
                    <a:pt x="629" y="392"/>
                    <a:pt x="630" y="392"/>
                  </a:cubicBezTo>
                  <a:cubicBezTo>
                    <a:pt x="738" y="392"/>
                    <a:pt x="734" y="228"/>
                    <a:pt x="630" y="228"/>
                  </a:cubicBezTo>
                  <a:cubicBezTo>
                    <a:pt x="627" y="228"/>
                    <a:pt x="624" y="228"/>
                    <a:pt x="621" y="228"/>
                  </a:cubicBezTo>
                  <a:cubicBezTo>
                    <a:pt x="451" y="225"/>
                    <a:pt x="294" y="154"/>
                    <a:pt x="180" y="31"/>
                  </a:cubicBezTo>
                  <a:cubicBezTo>
                    <a:pt x="162" y="9"/>
                    <a:pt x="140" y="1"/>
                    <a:pt x="11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8" name="Google Shape;4478;p41"/>
            <p:cNvSpPr/>
            <p:nvPr/>
          </p:nvSpPr>
          <p:spPr>
            <a:xfrm>
              <a:off x="7684525" y="780226"/>
              <a:ext cx="24293" cy="13718"/>
            </a:xfrm>
            <a:custGeom>
              <a:avLst/>
              <a:gdLst/>
              <a:ahLst/>
              <a:cxnLst/>
              <a:rect l="l" t="t" r="r" b="b"/>
              <a:pathLst>
                <a:path w="680" h="384" extrusionOk="0">
                  <a:moveTo>
                    <a:pt x="599" y="1"/>
                  </a:moveTo>
                  <a:cubicBezTo>
                    <a:pt x="383" y="4"/>
                    <a:pt x="180" y="93"/>
                    <a:pt x="32" y="248"/>
                  </a:cubicBezTo>
                  <a:cubicBezTo>
                    <a:pt x="1" y="282"/>
                    <a:pt x="7" y="334"/>
                    <a:pt x="41" y="365"/>
                  </a:cubicBezTo>
                  <a:cubicBezTo>
                    <a:pt x="56" y="377"/>
                    <a:pt x="75" y="383"/>
                    <a:pt x="94" y="383"/>
                  </a:cubicBezTo>
                  <a:cubicBezTo>
                    <a:pt x="118" y="383"/>
                    <a:pt x="140" y="371"/>
                    <a:pt x="155" y="353"/>
                  </a:cubicBezTo>
                  <a:cubicBezTo>
                    <a:pt x="272" y="232"/>
                    <a:pt x="433" y="164"/>
                    <a:pt x="599" y="161"/>
                  </a:cubicBezTo>
                  <a:cubicBezTo>
                    <a:pt x="646" y="161"/>
                    <a:pt x="680" y="124"/>
                    <a:pt x="680" y="81"/>
                  </a:cubicBezTo>
                  <a:cubicBezTo>
                    <a:pt x="680" y="35"/>
                    <a:pt x="643" y="1"/>
                    <a:pt x="5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9" name="Google Shape;4479;p41"/>
            <p:cNvSpPr/>
            <p:nvPr/>
          </p:nvSpPr>
          <p:spPr>
            <a:xfrm>
              <a:off x="7705032" y="794980"/>
              <a:ext cx="25829" cy="11646"/>
            </a:xfrm>
            <a:custGeom>
              <a:avLst/>
              <a:gdLst/>
              <a:ahLst/>
              <a:cxnLst/>
              <a:rect l="l" t="t" r="r" b="b"/>
              <a:pathLst>
                <a:path w="723" h="326" extrusionOk="0">
                  <a:moveTo>
                    <a:pt x="565" y="0"/>
                  </a:moveTo>
                  <a:cubicBezTo>
                    <a:pt x="380" y="0"/>
                    <a:pt x="199" y="65"/>
                    <a:pt x="56" y="186"/>
                  </a:cubicBezTo>
                  <a:cubicBezTo>
                    <a:pt x="1" y="236"/>
                    <a:pt x="38" y="325"/>
                    <a:pt x="112" y="325"/>
                  </a:cubicBezTo>
                  <a:cubicBezTo>
                    <a:pt x="130" y="325"/>
                    <a:pt x="152" y="319"/>
                    <a:pt x="167" y="303"/>
                  </a:cubicBezTo>
                  <a:cubicBezTo>
                    <a:pt x="280" y="213"/>
                    <a:pt x="420" y="161"/>
                    <a:pt x="564" y="161"/>
                  </a:cubicBezTo>
                  <a:cubicBezTo>
                    <a:pt x="586" y="161"/>
                    <a:pt x="608" y="162"/>
                    <a:pt x="630" y="165"/>
                  </a:cubicBezTo>
                  <a:cubicBezTo>
                    <a:pt x="632" y="165"/>
                    <a:pt x="634" y="165"/>
                    <a:pt x="636" y="165"/>
                  </a:cubicBezTo>
                  <a:cubicBezTo>
                    <a:pt x="677" y="165"/>
                    <a:pt x="713" y="135"/>
                    <a:pt x="719" y="94"/>
                  </a:cubicBezTo>
                  <a:cubicBezTo>
                    <a:pt x="722" y="47"/>
                    <a:pt x="692" y="7"/>
                    <a:pt x="645" y="4"/>
                  </a:cubicBezTo>
                  <a:cubicBezTo>
                    <a:pt x="618" y="2"/>
                    <a:pt x="592" y="0"/>
                    <a:pt x="5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0" name="Google Shape;4480;p41"/>
            <p:cNvSpPr/>
            <p:nvPr/>
          </p:nvSpPr>
          <p:spPr>
            <a:xfrm>
              <a:off x="7666805" y="808628"/>
              <a:ext cx="25722" cy="11646"/>
            </a:xfrm>
            <a:custGeom>
              <a:avLst/>
              <a:gdLst/>
              <a:ahLst/>
              <a:cxnLst/>
              <a:rect l="l" t="t" r="r" b="b"/>
              <a:pathLst>
                <a:path w="720" h="326" extrusionOk="0">
                  <a:moveTo>
                    <a:pt x="564" y="1"/>
                  </a:moveTo>
                  <a:cubicBezTo>
                    <a:pt x="376" y="1"/>
                    <a:pt x="196" y="65"/>
                    <a:pt x="53" y="187"/>
                  </a:cubicBezTo>
                  <a:cubicBezTo>
                    <a:pt x="0" y="236"/>
                    <a:pt x="34" y="326"/>
                    <a:pt x="108" y="326"/>
                  </a:cubicBezTo>
                  <a:cubicBezTo>
                    <a:pt x="130" y="326"/>
                    <a:pt x="148" y="319"/>
                    <a:pt x="164" y="304"/>
                  </a:cubicBezTo>
                  <a:cubicBezTo>
                    <a:pt x="276" y="213"/>
                    <a:pt x="416" y="161"/>
                    <a:pt x="560" y="161"/>
                  </a:cubicBezTo>
                  <a:cubicBezTo>
                    <a:pt x="582" y="161"/>
                    <a:pt x="604" y="163"/>
                    <a:pt x="627" y="165"/>
                  </a:cubicBezTo>
                  <a:cubicBezTo>
                    <a:pt x="629" y="165"/>
                    <a:pt x="630" y="165"/>
                    <a:pt x="632" y="165"/>
                  </a:cubicBezTo>
                  <a:cubicBezTo>
                    <a:pt x="673" y="165"/>
                    <a:pt x="710" y="135"/>
                    <a:pt x="716" y="94"/>
                  </a:cubicBezTo>
                  <a:cubicBezTo>
                    <a:pt x="719" y="48"/>
                    <a:pt x="688" y="11"/>
                    <a:pt x="645" y="5"/>
                  </a:cubicBezTo>
                  <a:cubicBezTo>
                    <a:pt x="618" y="2"/>
                    <a:pt x="591" y="1"/>
                    <a:pt x="5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1" name="Google Shape;4481;p41"/>
            <p:cNvSpPr/>
            <p:nvPr/>
          </p:nvSpPr>
          <p:spPr>
            <a:xfrm>
              <a:off x="7631865" y="815451"/>
              <a:ext cx="25150" cy="11646"/>
            </a:xfrm>
            <a:custGeom>
              <a:avLst/>
              <a:gdLst/>
              <a:ahLst/>
              <a:cxnLst/>
              <a:rect l="l" t="t" r="r" b="b"/>
              <a:pathLst>
                <a:path w="704" h="326" extrusionOk="0">
                  <a:moveTo>
                    <a:pt x="546" y="1"/>
                  </a:moveTo>
                  <a:cubicBezTo>
                    <a:pt x="361" y="1"/>
                    <a:pt x="180" y="66"/>
                    <a:pt x="35" y="187"/>
                  </a:cubicBezTo>
                  <a:cubicBezTo>
                    <a:pt x="4" y="218"/>
                    <a:pt x="1" y="267"/>
                    <a:pt x="32" y="301"/>
                  </a:cubicBezTo>
                  <a:cubicBezTo>
                    <a:pt x="47" y="317"/>
                    <a:pt x="69" y="326"/>
                    <a:pt x="90" y="326"/>
                  </a:cubicBezTo>
                  <a:cubicBezTo>
                    <a:pt x="112" y="326"/>
                    <a:pt x="130" y="320"/>
                    <a:pt x="146" y="307"/>
                  </a:cubicBezTo>
                  <a:cubicBezTo>
                    <a:pt x="258" y="214"/>
                    <a:pt x="398" y="162"/>
                    <a:pt x="542" y="162"/>
                  </a:cubicBezTo>
                  <a:cubicBezTo>
                    <a:pt x="564" y="162"/>
                    <a:pt x="586" y="163"/>
                    <a:pt x="608" y="165"/>
                  </a:cubicBezTo>
                  <a:cubicBezTo>
                    <a:pt x="610" y="166"/>
                    <a:pt x="613" y="166"/>
                    <a:pt x="615" y="166"/>
                  </a:cubicBezTo>
                  <a:cubicBezTo>
                    <a:pt x="658" y="166"/>
                    <a:pt x="692" y="136"/>
                    <a:pt x="698" y="94"/>
                  </a:cubicBezTo>
                  <a:cubicBezTo>
                    <a:pt x="704" y="48"/>
                    <a:pt x="670" y="11"/>
                    <a:pt x="627" y="5"/>
                  </a:cubicBezTo>
                  <a:cubicBezTo>
                    <a:pt x="600" y="2"/>
                    <a:pt x="573" y="1"/>
                    <a:pt x="5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2" name="Google Shape;4482;p41"/>
            <p:cNvSpPr/>
            <p:nvPr/>
          </p:nvSpPr>
          <p:spPr>
            <a:xfrm>
              <a:off x="7648406" y="792122"/>
              <a:ext cx="25329" cy="14612"/>
            </a:xfrm>
            <a:custGeom>
              <a:avLst/>
              <a:gdLst/>
              <a:ahLst/>
              <a:cxnLst/>
              <a:rect l="l" t="t" r="r" b="b"/>
              <a:pathLst>
                <a:path w="709" h="409" extrusionOk="0">
                  <a:moveTo>
                    <a:pt x="599" y="1"/>
                  </a:moveTo>
                  <a:cubicBezTo>
                    <a:pt x="598" y="1"/>
                    <a:pt x="597" y="1"/>
                    <a:pt x="596" y="1"/>
                  </a:cubicBezTo>
                  <a:cubicBezTo>
                    <a:pt x="383" y="16"/>
                    <a:pt x="182" y="115"/>
                    <a:pt x="44" y="279"/>
                  </a:cubicBezTo>
                  <a:cubicBezTo>
                    <a:pt x="0" y="331"/>
                    <a:pt x="40" y="408"/>
                    <a:pt x="108" y="408"/>
                  </a:cubicBezTo>
                  <a:cubicBezTo>
                    <a:pt x="133" y="408"/>
                    <a:pt x="155" y="396"/>
                    <a:pt x="170" y="377"/>
                  </a:cubicBezTo>
                  <a:cubicBezTo>
                    <a:pt x="281" y="251"/>
                    <a:pt x="438" y="174"/>
                    <a:pt x="605" y="165"/>
                  </a:cubicBezTo>
                  <a:cubicBezTo>
                    <a:pt x="709" y="155"/>
                    <a:pt x="701" y="1"/>
                    <a:pt x="5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3" name="Google Shape;4483;p41"/>
            <p:cNvSpPr/>
            <p:nvPr/>
          </p:nvSpPr>
          <p:spPr>
            <a:xfrm>
              <a:off x="7723895" y="778118"/>
              <a:ext cx="28116" cy="8431"/>
            </a:xfrm>
            <a:custGeom>
              <a:avLst/>
              <a:gdLst/>
              <a:ahLst/>
              <a:cxnLst/>
              <a:rect l="l" t="t" r="r" b="b"/>
              <a:pathLst>
                <a:path w="787" h="236" extrusionOk="0">
                  <a:moveTo>
                    <a:pt x="429" y="0"/>
                  </a:moveTo>
                  <a:cubicBezTo>
                    <a:pt x="307" y="0"/>
                    <a:pt x="184" y="29"/>
                    <a:pt x="71" y="85"/>
                  </a:cubicBezTo>
                  <a:cubicBezTo>
                    <a:pt x="0" y="125"/>
                    <a:pt x="28" y="233"/>
                    <a:pt x="111" y="236"/>
                  </a:cubicBezTo>
                  <a:cubicBezTo>
                    <a:pt x="127" y="236"/>
                    <a:pt x="139" y="233"/>
                    <a:pt x="151" y="223"/>
                  </a:cubicBezTo>
                  <a:cubicBezTo>
                    <a:pt x="236" y="182"/>
                    <a:pt x="329" y="161"/>
                    <a:pt x="423" y="161"/>
                  </a:cubicBezTo>
                  <a:cubicBezTo>
                    <a:pt x="495" y="161"/>
                    <a:pt x="567" y="173"/>
                    <a:pt x="635" y="199"/>
                  </a:cubicBezTo>
                  <a:cubicBezTo>
                    <a:pt x="647" y="204"/>
                    <a:pt x="659" y="206"/>
                    <a:pt x="669" y="206"/>
                  </a:cubicBezTo>
                  <a:cubicBezTo>
                    <a:pt x="751" y="206"/>
                    <a:pt x="786" y="72"/>
                    <a:pt x="688" y="45"/>
                  </a:cubicBezTo>
                  <a:cubicBezTo>
                    <a:pt x="604" y="15"/>
                    <a:pt x="517" y="0"/>
                    <a:pt x="4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4" name="Google Shape;4484;p41"/>
            <p:cNvSpPr/>
            <p:nvPr/>
          </p:nvSpPr>
          <p:spPr>
            <a:xfrm>
              <a:off x="7726432" y="1312436"/>
              <a:ext cx="24936" cy="13826"/>
            </a:xfrm>
            <a:custGeom>
              <a:avLst/>
              <a:gdLst/>
              <a:ahLst/>
              <a:cxnLst/>
              <a:rect l="l" t="t" r="r" b="b"/>
              <a:pathLst>
                <a:path w="698" h="387" extrusionOk="0">
                  <a:moveTo>
                    <a:pt x="113" y="0"/>
                  </a:moveTo>
                  <a:cubicBezTo>
                    <a:pt x="53" y="0"/>
                    <a:pt x="1" y="75"/>
                    <a:pt x="52" y="134"/>
                  </a:cubicBezTo>
                  <a:cubicBezTo>
                    <a:pt x="197" y="288"/>
                    <a:pt x="398" y="380"/>
                    <a:pt x="608" y="387"/>
                  </a:cubicBezTo>
                  <a:lnTo>
                    <a:pt x="617" y="383"/>
                  </a:lnTo>
                  <a:cubicBezTo>
                    <a:pt x="663" y="383"/>
                    <a:pt x="697" y="343"/>
                    <a:pt x="694" y="300"/>
                  </a:cubicBezTo>
                  <a:cubicBezTo>
                    <a:pt x="697" y="256"/>
                    <a:pt x="660" y="223"/>
                    <a:pt x="617" y="223"/>
                  </a:cubicBezTo>
                  <a:cubicBezTo>
                    <a:pt x="615" y="223"/>
                    <a:pt x="613" y="223"/>
                    <a:pt x="611" y="223"/>
                  </a:cubicBezTo>
                  <a:cubicBezTo>
                    <a:pt x="444" y="220"/>
                    <a:pt x="284" y="146"/>
                    <a:pt x="170" y="26"/>
                  </a:cubicBezTo>
                  <a:cubicBezTo>
                    <a:pt x="152" y="8"/>
                    <a:pt x="132" y="0"/>
                    <a:pt x="1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5" name="Google Shape;4485;p41"/>
            <p:cNvSpPr/>
            <p:nvPr/>
          </p:nvSpPr>
          <p:spPr>
            <a:xfrm>
              <a:off x="7739793" y="1294394"/>
              <a:ext cx="25222" cy="14004"/>
            </a:xfrm>
            <a:custGeom>
              <a:avLst/>
              <a:gdLst/>
              <a:ahLst/>
              <a:cxnLst/>
              <a:rect l="l" t="t" r="r" b="b"/>
              <a:pathLst>
                <a:path w="706" h="392" extrusionOk="0">
                  <a:moveTo>
                    <a:pt x="118" y="1"/>
                  </a:moveTo>
                  <a:cubicBezTo>
                    <a:pt x="55" y="1"/>
                    <a:pt x="1" y="82"/>
                    <a:pt x="61" y="142"/>
                  </a:cubicBezTo>
                  <a:cubicBezTo>
                    <a:pt x="206" y="296"/>
                    <a:pt x="406" y="386"/>
                    <a:pt x="619" y="392"/>
                  </a:cubicBezTo>
                  <a:lnTo>
                    <a:pt x="628" y="392"/>
                  </a:lnTo>
                  <a:cubicBezTo>
                    <a:pt x="672" y="389"/>
                    <a:pt x="706" y="352"/>
                    <a:pt x="706" y="309"/>
                  </a:cubicBezTo>
                  <a:cubicBezTo>
                    <a:pt x="706" y="266"/>
                    <a:pt x="671" y="231"/>
                    <a:pt x="632" y="231"/>
                  </a:cubicBezTo>
                  <a:cubicBezTo>
                    <a:pt x="629" y="231"/>
                    <a:pt x="625" y="231"/>
                    <a:pt x="622" y="232"/>
                  </a:cubicBezTo>
                  <a:cubicBezTo>
                    <a:pt x="453" y="225"/>
                    <a:pt x="292" y="154"/>
                    <a:pt x="178" y="31"/>
                  </a:cubicBezTo>
                  <a:cubicBezTo>
                    <a:pt x="160" y="10"/>
                    <a:pt x="138" y="1"/>
                    <a:pt x="1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6" name="Google Shape;4486;p41"/>
            <p:cNvSpPr/>
            <p:nvPr/>
          </p:nvSpPr>
          <p:spPr>
            <a:xfrm>
              <a:off x="8604827" y="1066569"/>
              <a:ext cx="13290" cy="24650"/>
            </a:xfrm>
            <a:custGeom>
              <a:avLst/>
              <a:gdLst/>
              <a:ahLst/>
              <a:cxnLst/>
              <a:rect l="l" t="t" r="r" b="b"/>
              <a:pathLst>
                <a:path w="372" h="690" extrusionOk="0">
                  <a:moveTo>
                    <a:pt x="272" y="0"/>
                  </a:moveTo>
                  <a:cubicBezTo>
                    <a:pt x="267" y="0"/>
                    <a:pt x="262" y="1"/>
                    <a:pt x="257" y="2"/>
                  </a:cubicBezTo>
                  <a:cubicBezTo>
                    <a:pt x="211" y="11"/>
                    <a:pt x="183" y="51"/>
                    <a:pt x="189" y="95"/>
                  </a:cubicBezTo>
                  <a:cubicBezTo>
                    <a:pt x="205" y="261"/>
                    <a:pt x="155" y="428"/>
                    <a:pt x="47" y="557"/>
                  </a:cubicBezTo>
                  <a:cubicBezTo>
                    <a:pt x="1" y="610"/>
                    <a:pt x="41" y="690"/>
                    <a:pt x="109" y="690"/>
                  </a:cubicBezTo>
                  <a:cubicBezTo>
                    <a:pt x="130" y="690"/>
                    <a:pt x="155" y="681"/>
                    <a:pt x="171" y="662"/>
                  </a:cubicBezTo>
                  <a:cubicBezTo>
                    <a:pt x="306" y="495"/>
                    <a:pt x="371" y="283"/>
                    <a:pt x="349" y="70"/>
                  </a:cubicBezTo>
                  <a:cubicBezTo>
                    <a:pt x="344" y="29"/>
                    <a:pt x="310" y="0"/>
                    <a:pt x="2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7" name="Google Shape;4487;p41"/>
            <p:cNvSpPr/>
            <p:nvPr/>
          </p:nvSpPr>
          <p:spPr>
            <a:xfrm>
              <a:off x="8643411" y="973003"/>
              <a:ext cx="9181" cy="25436"/>
            </a:xfrm>
            <a:custGeom>
              <a:avLst/>
              <a:gdLst/>
              <a:ahLst/>
              <a:cxnLst/>
              <a:rect l="l" t="t" r="r" b="b"/>
              <a:pathLst>
                <a:path w="257" h="712" extrusionOk="0">
                  <a:moveTo>
                    <a:pt x="107" y="1"/>
                  </a:moveTo>
                  <a:cubicBezTo>
                    <a:pt x="56" y="1"/>
                    <a:pt x="5" y="50"/>
                    <a:pt x="31" y="113"/>
                  </a:cubicBezTo>
                  <a:cubicBezTo>
                    <a:pt x="90" y="271"/>
                    <a:pt x="87" y="443"/>
                    <a:pt x="19" y="598"/>
                  </a:cubicBezTo>
                  <a:cubicBezTo>
                    <a:pt x="0" y="638"/>
                    <a:pt x="19" y="687"/>
                    <a:pt x="59" y="706"/>
                  </a:cubicBezTo>
                  <a:cubicBezTo>
                    <a:pt x="68" y="709"/>
                    <a:pt x="81" y="712"/>
                    <a:pt x="93" y="712"/>
                  </a:cubicBezTo>
                  <a:cubicBezTo>
                    <a:pt x="124" y="712"/>
                    <a:pt x="155" y="693"/>
                    <a:pt x="167" y="662"/>
                  </a:cubicBezTo>
                  <a:cubicBezTo>
                    <a:pt x="253" y="468"/>
                    <a:pt x="256" y="243"/>
                    <a:pt x="176" y="46"/>
                  </a:cubicBezTo>
                  <a:cubicBezTo>
                    <a:pt x="160" y="14"/>
                    <a:pt x="134" y="1"/>
                    <a:pt x="1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8" name="Google Shape;4488;p41"/>
            <p:cNvSpPr/>
            <p:nvPr/>
          </p:nvSpPr>
          <p:spPr>
            <a:xfrm>
              <a:off x="8629621" y="951282"/>
              <a:ext cx="9181" cy="25579"/>
            </a:xfrm>
            <a:custGeom>
              <a:avLst/>
              <a:gdLst/>
              <a:ahLst/>
              <a:cxnLst/>
              <a:rect l="l" t="t" r="r" b="b"/>
              <a:pathLst>
                <a:path w="257" h="716" extrusionOk="0">
                  <a:moveTo>
                    <a:pt x="107" y="1"/>
                  </a:moveTo>
                  <a:cubicBezTo>
                    <a:pt x="55" y="1"/>
                    <a:pt x="1" y="52"/>
                    <a:pt x="32" y="117"/>
                  </a:cubicBezTo>
                  <a:cubicBezTo>
                    <a:pt x="90" y="274"/>
                    <a:pt x="87" y="447"/>
                    <a:pt x="19" y="601"/>
                  </a:cubicBezTo>
                  <a:cubicBezTo>
                    <a:pt x="1" y="641"/>
                    <a:pt x="19" y="688"/>
                    <a:pt x="60" y="706"/>
                  </a:cubicBezTo>
                  <a:cubicBezTo>
                    <a:pt x="69" y="712"/>
                    <a:pt x="81" y="715"/>
                    <a:pt x="93" y="715"/>
                  </a:cubicBezTo>
                  <a:cubicBezTo>
                    <a:pt x="124" y="715"/>
                    <a:pt x="155" y="694"/>
                    <a:pt x="167" y="666"/>
                  </a:cubicBezTo>
                  <a:cubicBezTo>
                    <a:pt x="254" y="469"/>
                    <a:pt x="257" y="246"/>
                    <a:pt x="177" y="49"/>
                  </a:cubicBezTo>
                  <a:cubicBezTo>
                    <a:pt x="162" y="15"/>
                    <a:pt x="134" y="1"/>
                    <a:pt x="1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9" name="Google Shape;4489;p41"/>
            <p:cNvSpPr/>
            <p:nvPr/>
          </p:nvSpPr>
          <p:spPr>
            <a:xfrm>
              <a:off x="8615866" y="1030129"/>
              <a:ext cx="9181" cy="25400"/>
            </a:xfrm>
            <a:custGeom>
              <a:avLst/>
              <a:gdLst/>
              <a:ahLst/>
              <a:cxnLst/>
              <a:rect l="l" t="t" r="r" b="b"/>
              <a:pathLst>
                <a:path w="257" h="711" extrusionOk="0">
                  <a:moveTo>
                    <a:pt x="108" y="1"/>
                  </a:moveTo>
                  <a:cubicBezTo>
                    <a:pt x="57" y="1"/>
                    <a:pt x="7" y="49"/>
                    <a:pt x="31" y="112"/>
                  </a:cubicBezTo>
                  <a:cubicBezTo>
                    <a:pt x="93" y="266"/>
                    <a:pt x="87" y="442"/>
                    <a:pt x="19" y="596"/>
                  </a:cubicBezTo>
                  <a:cubicBezTo>
                    <a:pt x="0" y="636"/>
                    <a:pt x="19" y="683"/>
                    <a:pt x="59" y="701"/>
                  </a:cubicBezTo>
                  <a:cubicBezTo>
                    <a:pt x="68" y="707"/>
                    <a:pt x="81" y="710"/>
                    <a:pt x="93" y="710"/>
                  </a:cubicBezTo>
                  <a:cubicBezTo>
                    <a:pt x="124" y="710"/>
                    <a:pt x="155" y="689"/>
                    <a:pt x="167" y="661"/>
                  </a:cubicBezTo>
                  <a:cubicBezTo>
                    <a:pt x="253" y="464"/>
                    <a:pt x="256" y="242"/>
                    <a:pt x="176" y="44"/>
                  </a:cubicBezTo>
                  <a:cubicBezTo>
                    <a:pt x="160" y="14"/>
                    <a:pt x="134" y="1"/>
                    <a:pt x="1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0" name="Google Shape;4490;p41"/>
            <p:cNvSpPr/>
            <p:nvPr/>
          </p:nvSpPr>
          <p:spPr>
            <a:xfrm>
              <a:off x="8627549" y="1053780"/>
              <a:ext cx="12039" cy="25008"/>
            </a:xfrm>
            <a:custGeom>
              <a:avLst/>
              <a:gdLst/>
              <a:ahLst/>
              <a:cxnLst/>
              <a:rect l="l" t="t" r="r" b="b"/>
              <a:pathLst>
                <a:path w="337" h="700" extrusionOk="0">
                  <a:moveTo>
                    <a:pt x="218" y="1"/>
                  </a:moveTo>
                  <a:cubicBezTo>
                    <a:pt x="171" y="1"/>
                    <a:pt x="123" y="39"/>
                    <a:pt x="136" y="98"/>
                  </a:cubicBezTo>
                  <a:cubicBezTo>
                    <a:pt x="167" y="261"/>
                    <a:pt x="133" y="434"/>
                    <a:pt x="37" y="573"/>
                  </a:cubicBezTo>
                  <a:cubicBezTo>
                    <a:pt x="0" y="625"/>
                    <a:pt x="37" y="699"/>
                    <a:pt x="105" y="699"/>
                  </a:cubicBezTo>
                  <a:cubicBezTo>
                    <a:pt x="130" y="699"/>
                    <a:pt x="155" y="687"/>
                    <a:pt x="170" y="662"/>
                  </a:cubicBezTo>
                  <a:cubicBezTo>
                    <a:pt x="293" y="486"/>
                    <a:pt x="337" y="267"/>
                    <a:pt x="293" y="58"/>
                  </a:cubicBezTo>
                  <a:cubicBezTo>
                    <a:pt x="281" y="18"/>
                    <a:pt x="250" y="1"/>
                    <a:pt x="2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91" name="Google Shape;4491;p41"/>
          <p:cNvGrpSpPr/>
          <p:nvPr/>
        </p:nvGrpSpPr>
        <p:grpSpPr>
          <a:xfrm rot="568206" flipH="1">
            <a:off x="726559" y="2577726"/>
            <a:ext cx="1843627" cy="1438025"/>
            <a:chOff x="3928175" y="1896275"/>
            <a:chExt cx="950900" cy="741700"/>
          </a:xfrm>
        </p:grpSpPr>
        <p:sp>
          <p:nvSpPr>
            <p:cNvPr id="4492" name="Google Shape;4492;p41"/>
            <p:cNvSpPr/>
            <p:nvPr/>
          </p:nvSpPr>
          <p:spPr>
            <a:xfrm>
              <a:off x="3928175" y="1896350"/>
              <a:ext cx="935000" cy="741625"/>
            </a:xfrm>
            <a:custGeom>
              <a:avLst/>
              <a:gdLst/>
              <a:ahLst/>
              <a:cxnLst/>
              <a:rect l="l" t="t" r="r" b="b"/>
              <a:pathLst>
                <a:path w="37400" h="29665" extrusionOk="0">
                  <a:moveTo>
                    <a:pt x="23761" y="0"/>
                  </a:moveTo>
                  <a:cubicBezTo>
                    <a:pt x="22614" y="0"/>
                    <a:pt x="21004" y="4189"/>
                    <a:pt x="21004" y="4189"/>
                  </a:cubicBezTo>
                  <a:cubicBezTo>
                    <a:pt x="20445" y="4380"/>
                    <a:pt x="19995" y="4602"/>
                    <a:pt x="19628" y="4849"/>
                  </a:cubicBezTo>
                  <a:lnTo>
                    <a:pt x="18681" y="4053"/>
                  </a:lnTo>
                  <a:cubicBezTo>
                    <a:pt x="18663" y="4039"/>
                    <a:pt x="18644" y="4033"/>
                    <a:pt x="18626" y="4033"/>
                  </a:cubicBezTo>
                  <a:cubicBezTo>
                    <a:pt x="18557" y="4033"/>
                    <a:pt x="18504" y="4127"/>
                    <a:pt x="18570" y="4186"/>
                  </a:cubicBezTo>
                  <a:lnTo>
                    <a:pt x="19486" y="4951"/>
                  </a:lnTo>
                  <a:cubicBezTo>
                    <a:pt x="19184" y="5167"/>
                    <a:pt x="18919" y="5426"/>
                    <a:pt x="18697" y="5722"/>
                  </a:cubicBezTo>
                  <a:lnTo>
                    <a:pt x="17306" y="5059"/>
                  </a:lnTo>
                  <a:cubicBezTo>
                    <a:pt x="17291" y="5052"/>
                    <a:pt x="17278" y="5049"/>
                    <a:pt x="17265" y="5049"/>
                  </a:cubicBezTo>
                  <a:cubicBezTo>
                    <a:pt x="17185" y="5049"/>
                    <a:pt x="17144" y="5170"/>
                    <a:pt x="17232" y="5213"/>
                  </a:cubicBezTo>
                  <a:lnTo>
                    <a:pt x="18598" y="5864"/>
                  </a:lnTo>
                  <a:cubicBezTo>
                    <a:pt x="18320" y="6277"/>
                    <a:pt x="18154" y="6712"/>
                    <a:pt x="18030" y="7147"/>
                  </a:cubicBezTo>
                  <a:lnTo>
                    <a:pt x="17321" y="7045"/>
                  </a:lnTo>
                  <a:cubicBezTo>
                    <a:pt x="17317" y="7044"/>
                    <a:pt x="17314" y="7044"/>
                    <a:pt x="17310" y="7044"/>
                  </a:cubicBezTo>
                  <a:cubicBezTo>
                    <a:pt x="17271" y="7044"/>
                    <a:pt x="17234" y="7074"/>
                    <a:pt x="17225" y="7116"/>
                  </a:cubicBezTo>
                  <a:cubicBezTo>
                    <a:pt x="17219" y="7162"/>
                    <a:pt x="17253" y="7205"/>
                    <a:pt x="17299" y="7212"/>
                  </a:cubicBezTo>
                  <a:lnTo>
                    <a:pt x="17987" y="7313"/>
                  </a:lnTo>
                  <a:cubicBezTo>
                    <a:pt x="17636" y="8670"/>
                    <a:pt x="17629" y="9972"/>
                    <a:pt x="15939" y="10422"/>
                  </a:cubicBezTo>
                  <a:cubicBezTo>
                    <a:pt x="10514" y="11860"/>
                    <a:pt x="7164" y="19043"/>
                    <a:pt x="10351" y="24098"/>
                  </a:cubicBezTo>
                  <a:cubicBezTo>
                    <a:pt x="10597" y="24487"/>
                    <a:pt x="10878" y="24854"/>
                    <a:pt x="11189" y="25193"/>
                  </a:cubicBezTo>
                  <a:cubicBezTo>
                    <a:pt x="10240" y="25712"/>
                    <a:pt x="9087" y="26005"/>
                    <a:pt x="8084" y="26005"/>
                  </a:cubicBezTo>
                  <a:cubicBezTo>
                    <a:pt x="6101" y="26005"/>
                    <a:pt x="4705" y="24857"/>
                    <a:pt x="6631" y="22035"/>
                  </a:cubicBezTo>
                  <a:cubicBezTo>
                    <a:pt x="10668" y="16113"/>
                    <a:pt x="8657" y="14154"/>
                    <a:pt x="4703" y="10968"/>
                  </a:cubicBezTo>
                  <a:cubicBezTo>
                    <a:pt x="3702" y="10161"/>
                    <a:pt x="3193" y="9799"/>
                    <a:pt x="2953" y="9799"/>
                  </a:cubicBezTo>
                  <a:cubicBezTo>
                    <a:pt x="2245" y="9799"/>
                    <a:pt x="3873" y="12947"/>
                    <a:pt x="2100" y="17134"/>
                  </a:cubicBezTo>
                  <a:cubicBezTo>
                    <a:pt x="1" y="22083"/>
                    <a:pt x="1262" y="29665"/>
                    <a:pt x="7584" y="29665"/>
                  </a:cubicBezTo>
                  <a:cubicBezTo>
                    <a:pt x="8424" y="29665"/>
                    <a:pt x="9353" y="29531"/>
                    <a:pt x="10375" y="29239"/>
                  </a:cubicBezTo>
                  <a:cubicBezTo>
                    <a:pt x="12044" y="28764"/>
                    <a:pt x="13197" y="28138"/>
                    <a:pt x="13987" y="27463"/>
                  </a:cubicBezTo>
                  <a:cubicBezTo>
                    <a:pt x="15947" y="28648"/>
                    <a:pt x="18401" y="29490"/>
                    <a:pt x="20981" y="29490"/>
                  </a:cubicBezTo>
                  <a:cubicBezTo>
                    <a:pt x="25504" y="29490"/>
                    <a:pt x="30411" y="26901"/>
                    <a:pt x="33711" y="19037"/>
                  </a:cubicBezTo>
                  <a:cubicBezTo>
                    <a:pt x="34787" y="16471"/>
                    <a:pt x="35383" y="14130"/>
                    <a:pt x="35663" y="12054"/>
                  </a:cubicBezTo>
                  <a:lnTo>
                    <a:pt x="37193" y="12714"/>
                  </a:lnTo>
                  <a:cubicBezTo>
                    <a:pt x="37202" y="12720"/>
                    <a:pt x="37215" y="12723"/>
                    <a:pt x="37227" y="12723"/>
                  </a:cubicBezTo>
                  <a:cubicBezTo>
                    <a:pt x="37320" y="12720"/>
                    <a:pt x="37344" y="12597"/>
                    <a:pt x="37261" y="12560"/>
                  </a:cubicBezTo>
                  <a:lnTo>
                    <a:pt x="35685" y="11878"/>
                  </a:lnTo>
                  <a:cubicBezTo>
                    <a:pt x="35756" y="11326"/>
                    <a:pt x="35802" y="10789"/>
                    <a:pt x="35833" y="10274"/>
                  </a:cubicBezTo>
                  <a:lnTo>
                    <a:pt x="37301" y="10435"/>
                  </a:lnTo>
                  <a:lnTo>
                    <a:pt x="37310" y="10435"/>
                  </a:lnTo>
                  <a:cubicBezTo>
                    <a:pt x="37357" y="10435"/>
                    <a:pt x="37394" y="10401"/>
                    <a:pt x="37397" y="10357"/>
                  </a:cubicBezTo>
                  <a:cubicBezTo>
                    <a:pt x="37400" y="10308"/>
                    <a:pt x="37366" y="10268"/>
                    <a:pt x="37320" y="10265"/>
                  </a:cubicBezTo>
                  <a:lnTo>
                    <a:pt x="35839" y="10105"/>
                  </a:lnTo>
                  <a:cubicBezTo>
                    <a:pt x="35861" y="9654"/>
                    <a:pt x="35867" y="9219"/>
                    <a:pt x="35861" y="8800"/>
                  </a:cubicBezTo>
                  <a:lnTo>
                    <a:pt x="36727" y="8695"/>
                  </a:lnTo>
                  <a:lnTo>
                    <a:pt x="36737" y="8695"/>
                  </a:lnTo>
                  <a:cubicBezTo>
                    <a:pt x="36844" y="8675"/>
                    <a:pt x="36823" y="8524"/>
                    <a:pt x="36725" y="8524"/>
                  </a:cubicBezTo>
                  <a:cubicBezTo>
                    <a:pt x="36719" y="8524"/>
                    <a:pt x="36713" y="8524"/>
                    <a:pt x="36706" y="8525"/>
                  </a:cubicBezTo>
                  <a:lnTo>
                    <a:pt x="35858" y="8633"/>
                  </a:lnTo>
                  <a:cubicBezTo>
                    <a:pt x="35762" y="4389"/>
                    <a:pt x="34380" y="1805"/>
                    <a:pt x="34026" y="1388"/>
                  </a:cubicBezTo>
                  <a:cubicBezTo>
                    <a:pt x="33965" y="1317"/>
                    <a:pt x="33890" y="1284"/>
                    <a:pt x="33803" y="1284"/>
                  </a:cubicBezTo>
                  <a:cubicBezTo>
                    <a:pt x="33050" y="1284"/>
                    <a:pt x="31428" y="3715"/>
                    <a:pt x="30969" y="3992"/>
                  </a:cubicBezTo>
                  <a:cubicBezTo>
                    <a:pt x="30881" y="4043"/>
                    <a:pt x="30701" y="4065"/>
                    <a:pt x="30458" y="4065"/>
                  </a:cubicBezTo>
                  <a:cubicBezTo>
                    <a:pt x="30411" y="4065"/>
                    <a:pt x="30363" y="4064"/>
                    <a:pt x="30312" y="4062"/>
                  </a:cubicBezTo>
                  <a:lnTo>
                    <a:pt x="30312" y="4056"/>
                  </a:lnTo>
                  <a:cubicBezTo>
                    <a:pt x="30301" y="4022"/>
                    <a:pt x="30268" y="3999"/>
                    <a:pt x="30232" y="3999"/>
                  </a:cubicBezTo>
                  <a:cubicBezTo>
                    <a:pt x="30226" y="3999"/>
                    <a:pt x="30219" y="3999"/>
                    <a:pt x="30213" y="4001"/>
                  </a:cubicBezTo>
                  <a:cubicBezTo>
                    <a:pt x="30186" y="4007"/>
                    <a:pt x="30164" y="4025"/>
                    <a:pt x="30152" y="4053"/>
                  </a:cubicBezTo>
                  <a:cubicBezTo>
                    <a:pt x="28881" y="3982"/>
                    <a:pt x="26651" y="3523"/>
                    <a:pt x="26435" y="3387"/>
                  </a:cubicBezTo>
                  <a:cubicBezTo>
                    <a:pt x="26154" y="3208"/>
                    <a:pt x="24566" y="253"/>
                    <a:pt x="23909" y="25"/>
                  </a:cubicBezTo>
                  <a:cubicBezTo>
                    <a:pt x="23861" y="8"/>
                    <a:pt x="23811" y="0"/>
                    <a:pt x="23761"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3" name="Google Shape;4493;p41"/>
            <p:cNvSpPr/>
            <p:nvPr/>
          </p:nvSpPr>
          <p:spPr>
            <a:xfrm>
              <a:off x="3928175" y="1896275"/>
              <a:ext cx="950900" cy="741700"/>
            </a:xfrm>
            <a:custGeom>
              <a:avLst/>
              <a:gdLst/>
              <a:ahLst/>
              <a:cxnLst/>
              <a:rect l="l" t="t" r="r" b="b"/>
              <a:pathLst>
                <a:path w="38036" h="29668" extrusionOk="0">
                  <a:moveTo>
                    <a:pt x="23764" y="0"/>
                  </a:moveTo>
                  <a:cubicBezTo>
                    <a:pt x="22617" y="0"/>
                    <a:pt x="21007" y="4192"/>
                    <a:pt x="21007" y="4192"/>
                  </a:cubicBezTo>
                  <a:cubicBezTo>
                    <a:pt x="16380" y="5771"/>
                    <a:pt x="19091" y="9589"/>
                    <a:pt x="15939" y="10425"/>
                  </a:cubicBezTo>
                  <a:cubicBezTo>
                    <a:pt x="10514" y="11863"/>
                    <a:pt x="7164" y="19046"/>
                    <a:pt x="10351" y="24104"/>
                  </a:cubicBezTo>
                  <a:cubicBezTo>
                    <a:pt x="10597" y="24490"/>
                    <a:pt x="10878" y="24857"/>
                    <a:pt x="11189" y="25196"/>
                  </a:cubicBezTo>
                  <a:cubicBezTo>
                    <a:pt x="10239" y="25715"/>
                    <a:pt x="9085" y="26009"/>
                    <a:pt x="8082" y="26009"/>
                  </a:cubicBezTo>
                  <a:cubicBezTo>
                    <a:pt x="6100" y="26009"/>
                    <a:pt x="4706" y="24862"/>
                    <a:pt x="6631" y="22038"/>
                  </a:cubicBezTo>
                  <a:cubicBezTo>
                    <a:pt x="10668" y="16116"/>
                    <a:pt x="8657" y="14160"/>
                    <a:pt x="4703" y="10974"/>
                  </a:cubicBezTo>
                  <a:cubicBezTo>
                    <a:pt x="3701" y="10167"/>
                    <a:pt x="3193" y="9805"/>
                    <a:pt x="2953" y="9805"/>
                  </a:cubicBezTo>
                  <a:cubicBezTo>
                    <a:pt x="2247" y="9805"/>
                    <a:pt x="3876" y="12952"/>
                    <a:pt x="2100" y="17137"/>
                  </a:cubicBezTo>
                  <a:cubicBezTo>
                    <a:pt x="1" y="22086"/>
                    <a:pt x="1262" y="29668"/>
                    <a:pt x="7584" y="29668"/>
                  </a:cubicBezTo>
                  <a:cubicBezTo>
                    <a:pt x="8424" y="29668"/>
                    <a:pt x="9353" y="29534"/>
                    <a:pt x="10375" y="29242"/>
                  </a:cubicBezTo>
                  <a:cubicBezTo>
                    <a:pt x="12044" y="28764"/>
                    <a:pt x="13197" y="28141"/>
                    <a:pt x="13987" y="27463"/>
                  </a:cubicBezTo>
                  <a:cubicBezTo>
                    <a:pt x="15947" y="28648"/>
                    <a:pt x="18402" y="29490"/>
                    <a:pt x="20981" y="29490"/>
                  </a:cubicBezTo>
                  <a:cubicBezTo>
                    <a:pt x="25504" y="29490"/>
                    <a:pt x="30411" y="26902"/>
                    <a:pt x="33711" y="19040"/>
                  </a:cubicBezTo>
                  <a:cubicBezTo>
                    <a:pt x="38035" y="8735"/>
                    <a:pt x="34615" y="2082"/>
                    <a:pt x="34026" y="1388"/>
                  </a:cubicBezTo>
                  <a:cubicBezTo>
                    <a:pt x="33965" y="1317"/>
                    <a:pt x="33890" y="1284"/>
                    <a:pt x="33803" y="1284"/>
                  </a:cubicBezTo>
                  <a:cubicBezTo>
                    <a:pt x="33050" y="1284"/>
                    <a:pt x="31428" y="3718"/>
                    <a:pt x="30969" y="3991"/>
                  </a:cubicBezTo>
                  <a:cubicBezTo>
                    <a:pt x="30882" y="4043"/>
                    <a:pt x="30702" y="4065"/>
                    <a:pt x="30462" y="4065"/>
                  </a:cubicBezTo>
                  <a:cubicBezTo>
                    <a:pt x="29287" y="4065"/>
                    <a:pt x="26671" y="3538"/>
                    <a:pt x="26438" y="3387"/>
                  </a:cubicBezTo>
                  <a:cubicBezTo>
                    <a:pt x="26158" y="3208"/>
                    <a:pt x="24569" y="253"/>
                    <a:pt x="23912" y="25"/>
                  </a:cubicBezTo>
                  <a:cubicBezTo>
                    <a:pt x="23864" y="8"/>
                    <a:pt x="23814" y="0"/>
                    <a:pt x="237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4" name="Google Shape;4494;p41"/>
            <p:cNvSpPr/>
            <p:nvPr/>
          </p:nvSpPr>
          <p:spPr>
            <a:xfrm>
              <a:off x="4526200" y="2050225"/>
              <a:ext cx="154700" cy="164600"/>
            </a:xfrm>
            <a:custGeom>
              <a:avLst/>
              <a:gdLst/>
              <a:ahLst/>
              <a:cxnLst/>
              <a:rect l="l" t="t" r="r" b="b"/>
              <a:pathLst>
                <a:path w="6188" h="6584" extrusionOk="0">
                  <a:moveTo>
                    <a:pt x="3755" y="0"/>
                  </a:moveTo>
                  <a:cubicBezTo>
                    <a:pt x="1761" y="0"/>
                    <a:pt x="0" y="4236"/>
                    <a:pt x="0" y="4236"/>
                  </a:cubicBezTo>
                  <a:cubicBezTo>
                    <a:pt x="465" y="5171"/>
                    <a:pt x="2236" y="6583"/>
                    <a:pt x="3909" y="6583"/>
                  </a:cubicBezTo>
                  <a:cubicBezTo>
                    <a:pt x="4582" y="6583"/>
                    <a:pt x="5239" y="6355"/>
                    <a:pt x="5790" y="5775"/>
                  </a:cubicBezTo>
                  <a:cubicBezTo>
                    <a:pt x="6033" y="5519"/>
                    <a:pt x="6187" y="295"/>
                    <a:pt x="3927" y="11"/>
                  </a:cubicBezTo>
                  <a:cubicBezTo>
                    <a:pt x="3869" y="4"/>
                    <a:pt x="3812" y="0"/>
                    <a:pt x="375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5" name="Google Shape;4495;p41"/>
            <p:cNvSpPr/>
            <p:nvPr/>
          </p:nvSpPr>
          <p:spPr>
            <a:xfrm>
              <a:off x="4744325" y="1955900"/>
              <a:ext cx="49000" cy="52275"/>
            </a:xfrm>
            <a:custGeom>
              <a:avLst/>
              <a:gdLst/>
              <a:ahLst/>
              <a:cxnLst/>
              <a:rect l="l" t="t" r="r" b="b"/>
              <a:pathLst>
                <a:path w="1960" h="2091" extrusionOk="0">
                  <a:moveTo>
                    <a:pt x="1042" y="0"/>
                  </a:moveTo>
                  <a:cubicBezTo>
                    <a:pt x="820" y="0"/>
                    <a:pt x="1" y="1869"/>
                    <a:pt x="1" y="1869"/>
                  </a:cubicBezTo>
                  <a:lnTo>
                    <a:pt x="1959" y="2091"/>
                  </a:lnTo>
                  <a:cubicBezTo>
                    <a:pt x="1959" y="2091"/>
                    <a:pt x="1235" y="219"/>
                    <a:pt x="1071" y="15"/>
                  </a:cubicBezTo>
                  <a:cubicBezTo>
                    <a:pt x="1063" y="5"/>
                    <a:pt x="1054" y="0"/>
                    <a:pt x="10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6" name="Google Shape;4496;p41"/>
            <p:cNvSpPr/>
            <p:nvPr/>
          </p:nvSpPr>
          <p:spPr>
            <a:xfrm>
              <a:off x="4488650" y="1918450"/>
              <a:ext cx="60850" cy="52475"/>
            </a:xfrm>
            <a:custGeom>
              <a:avLst/>
              <a:gdLst/>
              <a:ahLst/>
              <a:cxnLst/>
              <a:rect l="l" t="t" r="r" b="b"/>
              <a:pathLst>
                <a:path w="2434" h="2099" extrusionOk="0">
                  <a:moveTo>
                    <a:pt x="1301" y="1"/>
                  </a:moveTo>
                  <a:cubicBezTo>
                    <a:pt x="1292" y="1"/>
                    <a:pt x="1283" y="3"/>
                    <a:pt x="1274" y="8"/>
                  </a:cubicBezTo>
                  <a:cubicBezTo>
                    <a:pt x="1018" y="162"/>
                    <a:pt x="0" y="1593"/>
                    <a:pt x="142" y="1683"/>
                  </a:cubicBezTo>
                  <a:cubicBezTo>
                    <a:pt x="281" y="1772"/>
                    <a:pt x="2434" y="2099"/>
                    <a:pt x="2434" y="2099"/>
                  </a:cubicBezTo>
                  <a:cubicBezTo>
                    <a:pt x="2434" y="2099"/>
                    <a:pt x="1588" y="1"/>
                    <a:pt x="13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7" name="Google Shape;4497;p41"/>
            <p:cNvSpPr/>
            <p:nvPr/>
          </p:nvSpPr>
          <p:spPr>
            <a:xfrm>
              <a:off x="4581775" y="2088050"/>
              <a:ext cx="65200" cy="69800"/>
            </a:xfrm>
            <a:custGeom>
              <a:avLst/>
              <a:gdLst/>
              <a:ahLst/>
              <a:cxnLst/>
              <a:rect l="l" t="t" r="r" b="b"/>
              <a:pathLst>
                <a:path w="2608" h="2792" extrusionOk="0">
                  <a:moveTo>
                    <a:pt x="1447" y="0"/>
                  </a:moveTo>
                  <a:cubicBezTo>
                    <a:pt x="1413" y="0"/>
                    <a:pt x="1378" y="20"/>
                    <a:pt x="1368" y="65"/>
                  </a:cubicBezTo>
                  <a:lnTo>
                    <a:pt x="871" y="2554"/>
                  </a:lnTo>
                  <a:cubicBezTo>
                    <a:pt x="424" y="2255"/>
                    <a:pt x="217" y="1073"/>
                    <a:pt x="177" y="617"/>
                  </a:cubicBezTo>
                  <a:cubicBezTo>
                    <a:pt x="173" y="564"/>
                    <a:pt x="133" y="539"/>
                    <a:pt x="93" y="539"/>
                  </a:cubicBezTo>
                  <a:cubicBezTo>
                    <a:pt x="47" y="539"/>
                    <a:pt x="1" y="571"/>
                    <a:pt x="7" y="632"/>
                  </a:cubicBezTo>
                  <a:cubicBezTo>
                    <a:pt x="14" y="709"/>
                    <a:pt x="189" y="2489"/>
                    <a:pt x="899" y="2757"/>
                  </a:cubicBezTo>
                  <a:lnTo>
                    <a:pt x="902" y="2757"/>
                  </a:lnTo>
                  <a:cubicBezTo>
                    <a:pt x="960" y="2779"/>
                    <a:pt x="1019" y="2791"/>
                    <a:pt x="1081" y="2791"/>
                  </a:cubicBezTo>
                  <a:cubicBezTo>
                    <a:pt x="1759" y="2791"/>
                    <a:pt x="2496" y="1502"/>
                    <a:pt x="2586" y="1342"/>
                  </a:cubicBezTo>
                  <a:cubicBezTo>
                    <a:pt x="2607" y="1302"/>
                    <a:pt x="2592" y="1252"/>
                    <a:pt x="2552" y="1231"/>
                  </a:cubicBezTo>
                  <a:cubicBezTo>
                    <a:pt x="2539" y="1223"/>
                    <a:pt x="2524" y="1219"/>
                    <a:pt x="2510" y="1219"/>
                  </a:cubicBezTo>
                  <a:cubicBezTo>
                    <a:pt x="2481" y="1219"/>
                    <a:pt x="2452" y="1235"/>
                    <a:pt x="2438" y="1261"/>
                  </a:cubicBezTo>
                  <a:cubicBezTo>
                    <a:pt x="2214" y="1664"/>
                    <a:pt x="1570" y="2622"/>
                    <a:pt x="1079" y="2622"/>
                  </a:cubicBezTo>
                  <a:cubicBezTo>
                    <a:pt x="1062" y="2622"/>
                    <a:pt x="1045" y="2621"/>
                    <a:pt x="1028" y="2619"/>
                  </a:cubicBezTo>
                  <a:lnTo>
                    <a:pt x="1531" y="99"/>
                  </a:lnTo>
                  <a:cubicBezTo>
                    <a:pt x="1542" y="37"/>
                    <a:pt x="1494" y="0"/>
                    <a:pt x="14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8" name="Google Shape;4498;p41"/>
            <p:cNvSpPr/>
            <p:nvPr/>
          </p:nvSpPr>
          <p:spPr>
            <a:xfrm>
              <a:off x="4601675" y="2072175"/>
              <a:ext cx="37050" cy="17800"/>
            </a:xfrm>
            <a:custGeom>
              <a:avLst/>
              <a:gdLst/>
              <a:ahLst/>
              <a:cxnLst/>
              <a:rect l="l" t="t" r="r" b="b"/>
              <a:pathLst>
                <a:path w="1482" h="712" extrusionOk="0">
                  <a:moveTo>
                    <a:pt x="542" y="1"/>
                  </a:moveTo>
                  <a:cubicBezTo>
                    <a:pt x="238" y="1"/>
                    <a:pt x="1" y="64"/>
                    <a:pt x="1" y="64"/>
                  </a:cubicBezTo>
                  <a:cubicBezTo>
                    <a:pt x="1" y="64"/>
                    <a:pt x="615" y="672"/>
                    <a:pt x="707" y="709"/>
                  </a:cubicBezTo>
                  <a:cubicBezTo>
                    <a:pt x="711" y="711"/>
                    <a:pt x="717" y="712"/>
                    <a:pt x="723" y="712"/>
                  </a:cubicBezTo>
                  <a:cubicBezTo>
                    <a:pt x="861" y="712"/>
                    <a:pt x="1481" y="314"/>
                    <a:pt x="1481" y="314"/>
                  </a:cubicBezTo>
                  <a:cubicBezTo>
                    <a:pt x="1212" y="64"/>
                    <a:pt x="844" y="1"/>
                    <a:pt x="54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9" name="Google Shape;4499;p41"/>
            <p:cNvSpPr/>
            <p:nvPr/>
          </p:nvSpPr>
          <p:spPr>
            <a:xfrm>
              <a:off x="4503975" y="2013600"/>
              <a:ext cx="60500" cy="46175"/>
            </a:xfrm>
            <a:custGeom>
              <a:avLst/>
              <a:gdLst/>
              <a:ahLst/>
              <a:cxnLst/>
              <a:rect l="l" t="t" r="r" b="b"/>
              <a:pathLst>
                <a:path w="2420" h="1847" extrusionOk="0">
                  <a:moveTo>
                    <a:pt x="866" y="1"/>
                  </a:moveTo>
                  <a:cubicBezTo>
                    <a:pt x="450" y="1"/>
                    <a:pt x="113" y="146"/>
                    <a:pt x="91" y="156"/>
                  </a:cubicBezTo>
                  <a:cubicBezTo>
                    <a:pt x="0" y="196"/>
                    <a:pt x="40" y="320"/>
                    <a:pt x="120" y="320"/>
                  </a:cubicBezTo>
                  <a:cubicBezTo>
                    <a:pt x="133" y="320"/>
                    <a:pt x="147" y="317"/>
                    <a:pt x="162" y="310"/>
                  </a:cubicBezTo>
                  <a:cubicBezTo>
                    <a:pt x="166" y="308"/>
                    <a:pt x="483" y="171"/>
                    <a:pt x="868" y="171"/>
                  </a:cubicBezTo>
                  <a:cubicBezTo>
                    <a:pt x="1071" y="171"/>
                    <a:pt x="1292" y="209"/>
                    <a:pt x="1497" y="325"/>
                  </a:cubicBezTo>
                  <a:cubicBezTo>
                    <a:pt x="1904" y="557"/>
                    <a:pt x="2157" y="1044"/>
                    <a:pt x="2247" y="1769"/>
                  </a:cubicBezTo>
                  <a:cubicBezTo>
                    <a:pt x="2250" y="1812"/>
                    <a:pt x="2287" y="1846"/>
                    <a:pt x="2330" y="1846"/>
                  </a:cubicBezTo>
                  <a:cubicBezTo>
                    <a:pt x="2333" y="1846"/>
                    <a:pt x="2336" y="1846"/>
                    <a:pt x="2339" y="1843"/>
                  </a:cubicBezTo>
                  <a:cubicBezTo>
                    <a:pt x="2385" y="1840"/>
                    <a:pt x="2419" y="1797"/>
                    <a:pt x="2413" y="1750"/>
                  </a:cubicBezTo>
                  <a:cubicBezTo>
                    <a:pt x="2317" y="967"/>
                    <a:pt x="2037" y="440"/>
                    <a:pt x="1580" y="177"/>
                  </a:cubicBezTo>
                  <a:cubicBezTo>
                    <a:pt x="1345" y="44"/>
                    <a:pt x="1093" y="1"/>
                    <a:pt x="86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0" name="Google Shape;4500;p41"/>
            <p:cNvSpPr/>
            <p:nvPr/>
          </p:nvSpPr>
          <p:spPr>
            <a:xfrm>
              <a:off x="4675325" y="2045425"/>
              <a:ext cx="70550" cy="41700"/>
            </a:xfrm>
            <a:custGeom>
              <a:avLst/>
              <a:gdLst/>
              <a:ahLst/>
              <a:cxnLst/>
              <a:rect l="l" t="t" r="r" b="b"/>
              <a:pathLst>
                <a:path w="2822" h="1668" extrusionOk="0">
                  <a:moveTo>
                    <a:pt x="1911" y="0"/>
                  </a:moveTo>
                  <a:cubicBezTo>
                    <a:pt x="1342" y="0"/>
                    <a:pt x="712" y="519"/>
                    <a:pt x="25" y="1538"/>
                  </a:cubicBezTo>
                  <a:cubicBezTo>
                    <a:pt x="0" y="1575"/>
                    <a:pt x="10" y="1628"/>
                    <a:pt x="50" y="1653"/>
                  </a:cubicBezTo>
                  <a:cubicBezTo>
                    <a:pt x="62" y="1662"/>
                    <a:pt x="81" y="1668"/>
                    <a:pt x="96" y="1668"/>
                  </a:cubicBezTo>
                  <a:cubicBezTo>
                    <a:pt x="124" y="1668"/>
                    <a:pt x="152" y="1656"/>
                    <a:pt x="167" y="1634"/>
                  </a:cubicBezTo>
                  <a:cubicBezTo>
                    <a:pt x="808" y="678"/>
                    <a:pt x="1414" y="170"/>
                    <a:pt x="1910" y="170"/>
                  </a:cubicBezTo>
                  <a:cubicBezTo>
                    <a:pt x="1928" y="170"/>
                    <a:pt x="1945" y="171"/>
                    <a:pt x="1962" y="172"/>
                  </a:cubicBezTo>
                  <a:cubicBezTo>
                    <a:pt x="2409" y="203"/>
                    <a:pt x="2641" y="650"/>
                    <a:pt x="2641" y="656"/>
                  </a:cubicBezTo>
                  <a:cubicBezTo>
                    <a:pt x="2658" y="686"/>
                    <a:pt x="2684" y="698"/>
                    <a:pt x="2711" y="698"/>
                  </a:cubicBezTo>
                  <a:cubicBezTo>
                    <a:pt x="2766" y="698"/>
                    <a:pt x="2822" y="646"/>
                    <a:pt x="2795" y="579"/>
                  </a:cubicBezTo>
                  <a:cubicBezTo>
                    <a:pt x="2782" y="558"/>
                    <a:pt x="2523" y="39"/>
                    <a:pt x="1974" y="2"/>
                  </a:cubicBezTo>
                  <a:cubicBezTo>
                    <a:pt x="1953" y="1"/>
                    <a:pt x="1932" y="0"/>
                    <a:pt x="191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1" name="Google Shape;4501;p41"/>
            <p:cNvSpPr/>
            <p:nvPr/>
          </p:nvSpPr>
          <p:spPr>
            <a:xfrm>
              <a:off x="4208325" y="2221300"/>
              <a:ext cx="424450" cy="298425"/>
            </a:xfrm>
            <a:custGeom>
              <a:avLst/>
              <a:gdLst/>
              <a:ahLst/>
              <a:cxnLst/>
              <a:rect l="l" t="t" r="r" b="b"/>
              <a:pathLst>
                <a:path w="16978" h="11937" extrusionOk="0">
                  <a:moveTo>
                    <a:pt x="11917" y="0"/>
                  </a:moveTo>
                  <a:cubicBezTo>
                    <a:pt x="8023" y="0"/>
                    <a:pt x="4561" y="3790"/>
                    <a:pt x="4561" y="3790"/>
                  </a:cubicBezTo>
                  <a:cubicBezTo>
                    <a:pt x="0" y="6563"/>
                    <a:pt x="2070" y="11936"/>
                    <a:pt x="6533" y="11936"/>
                  </a:cubicBezTo>
                  <a:cubicBezTo>
                    <a:pt x="6622" y="11936"/>
                    <a:pt x="6712" y="11934"/>
                    <a:pt x="6803" y="11930"/>
                  </a:cubicBezTo>
                  <a:cubicBezTo>
                    <a:pt x="13012" y="11630"/>
                    <a:pt x="16978" y="684"/>
                    <a:pt x="12759" y="61"/>
                  </a:cubicBezTo>
                  <a:cubicBezTo>
                    <a:pt x="12477" y="20"/>
                    <a:pt x="12196" y="0"/>
                    <a:pt x="119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2" name="Google Shape;4502;p41"/>
            <p:cNvSpPr/>
            <p:nvPr/>
          </p:nvSpPr>
          <p:spPr>
            <a:xfrm>
              <a:off x="4390700" y="1997125"/>
              <a:ext cx="96050" cy="79525"/>
            </a:xfrm>
            <a:custGeom>
              <a:avLst/>
              <a:gdLst/>
              <a:ahLst/>
              <a:cxnLst/>
              <a:rect l="l" t="t" r="r" b="b"/>
              <a:pathLst>
                <a:path w="3842" h="3181" extrusionOk="0">
                  <a:moveTo>
                    <a:pt x="124" y="0"/>
                  </a:moveTo>
                  <a:cubicBezTo>
                    <a:pt x="54" y="0"/>
                    <a:pt x="1" y="96"/>
                    <a:pt x="69" y="155"/>
                  </a:cubicBezTo>
                  <a:lnTo>
                    <a:pt x="3672" y="3162"/>
                  </a:lnTo>
                  <a:cubicBezTo>
                    <a:pt x="3687" y="3174"/>
                    <a:pt x="3706" y="3181"/>
                    <a:pt x="3727" y="3181"/>
                  </a:cubicBezTo>
                  <a:cubicBezTo>
                    <a:pt x="3804" y="3181"/>
                    <a:pt x="3841" y="3079"/>
                    <a:pt x="3780" y="3029"/>
                  </a:cubicBezTo>
                  <a:lnTo>
                    <a:pt x="180" y="22"/>
                  </a:lnTo>
                  <a:cubicBezTo>
                    <a:pt x="162" y="7"/>
                    <a:pt x="142" y="0"/>
                    <a:pt x="1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3" name="Google Shape;4503;p41"/>
            <p:cNvSpPr/>
            <p:nvPr/>
          </p:nvSpPr>
          <p:spPr>
            <a:xfrm>
              <a:off x="4356750" y="2022575"/>
              <a:ext cx="125750" cy="61475"/>
            </a:xfrm>
            <a:custGeom>
              <a:avLst/>
              <a:gdLst/>
              <a:ahLst/>
              <a:cxnLst/>
              <a:rect l="l" t="t" r="r" b="b"/>
              <a:pathLst>
                <a:path w="5030" h="2459" extrusionOk="0">
                  <a:moveTo>
                    <a:pt x="122" y="0"/>
                  </a:moveTo>
                  <a:cubicBezTo>
                    <a:pt x="42" y="0"/>
                    <a:pt x="1" y="121"/>
                    <a:pt x="89" y="164"/>
                  </a:cubicBezTo>
                  <a:lnTo>
                    <a:pt x="4875" y="2452"/>
                  </a:lnTo>
                  <a:cubicBezTo>
                    <a:pt x="4888" y="2456"/>
                    <a:pt x="4900" y="2459"/>
                    <a:pt x="4912" y="2459"/>
                  </a:cubicBezTo>
                  <a:cubicBezTo>
                    <a:pt x="5002" y="2459"/>
                    <a:pt x="5030" y="2335"/>
                    <a:pt x="4949" y="2298"/>
                  </a:cubicBezTo>
                  <a:lnTo>
                    <a:pt x="163" y="10"/>
                  </a:lnTo>
                  <a:cubicBezTo>
                    <a:pt x="148" y="3"/>
                    <a:pt x="135" y="0"/>
                    <a:pt x="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4" name="Google Shape;4504;p41"/>
            <p:cNvSpPr/>
            <p:nvPr/>
          </p:nvSpPr>
          <p:spPr>
            <a:xfrm>
              <a:off x="4358650" y="2072450"/>
              <a:ext cx="113200" cy="20075"/>
            </a:xfrm>
            <a:custGeom>
              <a:avLst/>
              <a:gdLst/>
              <a:ahLst/>
              <a:cxnLst/>
              <a:rect l="l" t="t" r="r" b="b"/>
              <a:pathLst>
                <a:path w="4528" h="803" extrusionOk="0">
                  <a:moveTo>
                    <a:pt x="93" y="0"/>
                  </a:moveTo>
                  <a:cubicBezTo>
                    <a:pt x="52" y="0"/>
                    <a:pt x="15" y="30"/>
                    <a:pt x="6" y="72"/>
                  </a:cubicBezTo>
                  <a:cubicBezTo>
                    <a:pt x="0" y="118"/>
                    <a:pt x="34" y="161"/>
                    <a:pt x="80" y="168"/>
                  </a:cubicBezTo>
                  <a:lnTo>
                    <a:pt x="4402" y="803"/>
                  </a:lnTo>
                  <a:lnTo>
                    <a:pt x="4414" y="803"/>
                  </a:lnTo>
                  <a:cubicBezTo>
                    <a:pt x="4516" y="800"/>
                    <a:pt x="4528" y="649"/>
                    <a:pt x="4426" y="633"/>
                  </a:cubicBezTo>
                  <a:lnTo>
                    <a:pt x="105" y="1"/>
                  </a:lnTo>
                  <a:cubicBezTo>
                    <a:pt x="101" y="0"/>
                    <a:pt x="97" y="0"/>
                    <a:pt x="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5" name="Google Shape;4505;p41"/>
            <p:cNvSpPr/>
            <p:nvPr/>
          </p:nvSpPr>
          <p:spPr>
            <a:xfrm>
              <a:off x="4723525" y="2109425"/>
              <a:ext cx="125675" cy="19125"/>
            </a:xfrm>
            <a:custGeom>
              <a:avLst/>
              <a:gdLst/>
              <a:ahLst/>
              <a:cxnLst/>
              <a:rect l="l" t="t" r="r" b="b"/>
              <a:pathLst>
                <a:path w="5027" h="765" extrusionOk="0">
                  <a:moveTo>
                    <a:pt x="4914" y="1"/>
                  </a:moveTo>
                  <a:cubicBezTo>
                    <a:pt x="4908" y="1"/>
                    <a:pt x="4901" y="1"/>
                    <a:pt x="4895" y="2"/>
                  </a:cubicBezTo>
                  <a:lnTo>
                    <a:pt x="105" y="598"/>
                  </a:lnTo>
                  <a:cubicBezTo>
                    <a:pt x="0" y="610"/>
                    <a:pt x="9" y="764"/>
                    <a:pt x="114" y="764"/>
                  </a:cubicBezTo>
                  <a:lnTo>
                    <a:pt x="127" y="764"/>
                  </a:lnTo>
                  <a:lnTo>
                    <a:pt x="4913" y="172"/>
                  </a:lnTo>
                  <a:cubicBezTo>
                    <a:pt x="5027" y="163"/>
                    <a:pt x="5014" y="1"/>
                    <a:pt x="49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6" name="Google Shape;4506;p41"/>
            <p:cNvSpPr/>
            <p:nvPr/>
          </p:nvSpPr>
          <p:spPr>
            <a:xfrm>
              <a:off x="4730975" y="2139150"/>
              <a:ext cx="132900" cy="18075"/>
            </a:xfrm>
            <a:custGeom>
              <a:avLst/>
              <a:gdLst/>
              <a:ahLst/>
              <a:cxnLst/>
              <a:rect l="l" t="t" r="r" b="b"/>
              <a:pathLst>
                <a:path w="5316" h="723" extrusionOk="0">
                  <a:moveTo>
                    <a:pt x="119" y="1"/>
                  </a:moveTo>
                  <a:cubicBezTo>
                    <a:pt x="16" y="1"/>
                    <a:pt x="0" y="152"/>
                    <a:pt x="106" y="170"/>
                  </a:cubicBezTo>
                  <a:lnTo>
                    <a:pt x="5189" y="719"/>
                  </a:lnTo>
                  <a:lnTo>
                    <a:pt x="5198" y="719"/>
                  </a:lnTo>
                  <a:lnTo>
                    <a:pt x="5198" y="723"/>
                  </a:lnTo>
                  <a:cubicBezTo>
                    <a:pt x="5306" y="723"/>
                    <a:pt x="5316" y="562"/>
                    <a:pt x="5208" y="553"/>
                  </a:cubicBezTo>
                  <a:lnTo>
                    <a:pt x="125" y="1"/>
                  </a:lnTo>
                  <a:cubicBezTo>
                    <a:pt x="123" y="1"/>
                    <a:pt x="121" y="1"/>
                    <a:pt x="11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7" name="Google Shape;4507;p41"/>
            <p:cNvSpPr/>
            <p:nvPr/>
          </p:nvSpPr>
          <p:spPr>
            <a:xfrm>
              <a:off x="4730475" y="2155975"/>
              <a:ext cx="131325" cy="58400"/>
            </a:xfrm>
            <a:custGeom>
              <a:avLst/>
              <a:gdLst/>
              <a:ahLst/>
              <a:cxnLst/>
              <a:rect l="l" t="t" r="r" b="b"/>
              <a:pathLst>
                <a:path w="5253" h="2336" extrusionOk="0">
                  <a:moveTo>
                    <a:pt x="125" y="1"/>
                  </a:moveTo>
                  <a:cubicBezTo>
                    <a:pt x="41" y="1"/>
                    <a:pt x="1" y="135"/>
                    <a:pt x="101" y="167"/>
                  </a:cubicBezTo>
                  <a:lnTo>
                    <a:pt x="5101" y="2329"/>
                  </a:lnTo>
                  <a:cubicBezTo>
                    <a:pt x="5110" y="2332"/>
                    <a:pt x="5123" y="2335"/>
                    <a:pt x="5135" y="2335"/>
                  </a:cubicBezTo>
                  <a:cubicBezTo>
                    <a:pt x="5228" y="2335"/>
                    <a:pt x="5252" y="2209"/>
                    <a:pt x="5169" y="2172"/>
                  </a:cubicBezTo>
                  <a:lnTo>
                    <a:pt x="169" y="13"/>
                  </a:lnTo>
                  <a:cubicBezTo>
                    <a:pt x="154" y="4"/>
                    <a:pt x="139" y="1"/>
                    <a:pt x="1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8" name="Google Shape;4508;p41"/>
            <p:cNvSpPr/>
            <p:nvPr/>
          </p:nvSpPr>
          <p:spPr>
            <a:xfrm>
              <a:off x="4595825" y="1987575"/>
              <a:ext cx="95800" cy="55225"/>
            </a:xfrm>
            <a:custGeom>
              <a:avLst/>
              <a:gdLst/>
              <a:ahLst/>
              <a:cxnLst/>
              <a:rect l="l" t="t" r="r" b="b"/>
              <a:pathLst>
                <a:path w="3832" h="2209" extrusionOk="0">
                  <a:moveTo>
                    <a:pt x="2542" y="959"/>
                  </a:moveTo>
                  <a:cubicBezTo>
                    <a:pt x="2557" y="969"/>
                    <a:pt x="2582" y="1024"/>
                    <a:pt x="2570" y="1138"/>
                  </a:cubicBezTo>
                  <a:cubicBezTo>
                    <a:pt x="2564" y="1215"/>
                    <a:pt x="2545" y="1289"/>
                    <a:pt x="2517" y="1363"/>
                  </a:cubicBezTo>
                  <a:cubicBezTo>
                    <a:pt x="2465" y="1286"/>
                    <a:pt x="2434" y="1197"/>
                    <a:pt x="2434" y="1101"/>
                  </a:cubicBezTo>
                  <a:cubicBezTo>
                    <a:pt x="2428" y="1049"/>
                    <a:pt x="2459" y="996"/>
                    <a:pt x="2505" y="969"/>
                  </a:cubicBezTo>
                  <a:cubicBezTo>
                    <a:pt x="2514" y="962"/>
                    <a:pt x="2527" y="959"/>
                    <a:pt x="2539" y="959"/>
                  </a:cubicBezTo>
                  <a:close/>
                  <a:moveTo>
                    <a:pt x="262" y="0"/>
                  </a:moveTo>
                  <a:cubicBezTo>
                    <a:pt x="228" y="0"/>
                    <a:pt x="194" y="20"/>
                    <a:pt x="182" y="65"/>
                  </a:cubicBezTo>
                  <a:cubicBezTo>
                    <a:pt x="176" y="96"/>
                    <a:pt x="1" y="780"/>
                    <a:pt x="266" y="1141"/>
                  </a:cubicBezTo>
                  <a:cubicBezTo>
                    <a:pt x="361" y="1274"/>
                    <a:pt x="519" y="1354"/>
                    <a:pt x="685" y="1357"/>
                  </a:cubicBezTo>
                  <a:cubicBezTo>
                    <a:pt x="703" y="1358"/>
                    <a:pt x="720" y="1359"/>
                    <a:pt x="738" y="1359"/>
                  </a:cubicBezTo>
                  <a:cubicBezTo>
                    <a:pt x="893" y="1359"/>
                    <a:pt x="1048" y="1310"/>
                    <a:pt x="1176" y="1218"/>
                  </a:cubicBezTo>
                  <a:cubicBezTo>
                    <a:pt x="1191" y="1502"/>
                    <a:pt x="1256" y="1798"/>
                    <a:pt x="1388" y="1990"/>
                  </a:cubicBezTo>
                  <a:cubicBezTo>
                    <a:pt x="1487" y="2134"/>
                    <a:pt x="1617" y="2209"/>
                    <a:pt x="1768" y="2209"/>
                  </a:cubicBezTo>
                  <a:cubicBezTo>
                    <a:pt x="1845" y="2209"/>
                    <a:pt x="1922" y="2193"/>
                    <a:pt x="1996" y="2159"/>
                  </a:cubicBezTo>
                  <a:cubicBezTo>
                    <a:pt x="2234" y="2051"/>
                    <a:pt x="2434" y="1872"/>
                    <a:pt x="2570" y="1647"/>
                  </a:cubicBezTo>
                  <a:lnTo>
                    <a:pt x="2582" y="1653"/>
                  </a:lnTo>
                  <a:cubicBezTo>
                    <a:pt x="2672" y="1709"/>
                    <a:pt x="2769" y="1736"/>
                    <a:pt x="2869" y="1736"/>
                  </a:cubicBezTo>
                  <a:cubicBezTo>
                    <a:pt x="2975" y="1736"/>
                    <a:pt x="3084" y="1706"/>
                    <a:pt x="3190" y="1647"/>
                  </a:cubicBezTo>
                  <a:cubicBezTo>
                    <a:pt x="3831" y="1280"/>
                    <a:pt x="3612" y="417"/>
                    <a:pt x="3609" y="407"/>
                  </a:cubicBezTo>
                  <a:cubicBezTo>
                    <a:pt x="3597" y="366"/>
                    <a:pt x="3564" y="348"/>
                    <a:pt x="3531" y="348"/>
                  </a:cubicBezTo>
                  <a:cubicBezTo>
                    <a:pt x="3483" y="348"/>
                    <a:pt x="3433" y="388"/>
                    <a:pt x="3446" y="450"/>
                  </a:cubicBezTo>
                  <a:cubicBezTo>
                    <a:pt x="3449" y="460"/>
                    <a:pt x="3634" y="1197"/>
                    <a:pt x="3103" y="1499"/>
                  </a:cubicBezTo>
                  <a:cubicBezTo>
                    <a:pt x="3017" y="1549"/>
                    <a:pt x="2939" y="1568"/>
                    <a:pt x="2871" y="1568"/>
                  </a:cubicBezTo>
                  <a:cubicBezTo>
                    <a:pt x="2788" y="1568"/>
                    <a:pt x="2721" y="1540"/>
                    <a:pt x="2672" y="1508"/>
                  </a:cubicBezTo>
                  <a:lnTo>
                    <a:pt x="2647" y="1496"/>
                  </a:lnTo>
                  <a:cubicBezTo>
                    <a:pt x="2696" y="1388"/>
                    <a:pt x="2727" y="1271"/>
                    <a:pt x="2739" y="1154"/>
                  </a:cubicBezTo>
                  <a:cubicBezTo>
                    <a:pt x="2755" y="993"/>
                    <a:pt x="2718" y="876"/>
                    <a:pt x="2638" y="821"/>
                  </a:cubicBezTo>
                  <a:cubicBezTo>
                    <a:pt x="2607" y="801"/>
                    <a:pt x="2571" y="791"/>
                    <a:pt x="2535" y="791"/>
                  </a:cubicBezTo>
                  <a:cubicBezTo>
                    <a:pt x="2500" y="791"/>
                    <a:pt x="2463" y="801"/>
                    <a:pt x="2431" y="821"/>
                  </a:cubicBezTo>
                  <a:cubicBezTo>
                    <a:pt x="2326" y="873"/>
                    <a:pt x="2261" y="981"/>
                    <a:pt x="2264" y="1095"/>
                  </a:cubicBezTo>
                  <a:cubicBezTo>
                    <a:pt x="2264" y="1259"/>
                    <a:pt x="2326" y="1416"/>
                    <a:pt x="2440" y="1536"/>
                  </a:cubicBezTo>
                  <a:cubicBezTo>
                    <a:pt x="2323" y="1743"/>
                    <a:pt x="2141" y="1906"/>
                    <a:pt x="1925" y="2005"/>
                  </a:cubicBezTo>
                  <a:cubicBezTo>
                    <a:pt x="1868" y="2030"/>
                    <a:pt x="1815" y="2043"/>
                    <a:pt x="1767" y="2043"/>
                  </a:cubicBezTo>
                  <a:cubicBezTo>
                    <a:pt x="1672" y="2043"/>
                    <a:pt x="1594" y="1995"/>
                    <a:pt x="1527" y="1897"/>
                  </a:cubicBezTo>
                  <a:cubicBezTo>
                    <a:pt x="1385" y="1690"/>
                    <a:pt x="1339" y="1345"/>
                    <a:pt x="1345" y="1058"/>
                  </a:cubicBezTo>
                  <a:cubicBezTo>
                    <a:pt x="1416" y="969"/>
                    <a:pt x="1472" y="864"/>
                    <a:pt x="1509" y="753"/>
                  </a:cubicBezTo>
                  <a:cubicBezTo>
                    <a:pt x="1537" y="666"/>
                    <a:pt x="1567" y="512"/>
                    <a:pt x="1475" y="457"/>
                  </a:cubicBezTo>
                  <a:cubicBezTo>
                    <a:pt x="1464" y="450"/>
                    <a:pt x="1444" y="442"/>
                    <a:pt x="1420" y="442"/>
                  </a:cubicBezTo>
                  <a:cubicBezTo>
                    <a:pt x="1389" y="442"/>
                    <a:pt x="1349" y="454"/>
                    <a:pt x="1308" y="494"/>
                  </a:cubicBezTo>
                  <a:cubicBezTo>
                    <a:pt x="1234" y="568"/>
                    <a:pt x="1185" y="765"/>
                    <a:pt x="1176" y="996"/>
                  </a:cubicBezTo>
                  <a:cubicBezTo>
                    <a:pt x="1063" y="1120"/>
                    <a:pt x="908" y="1190"/>
                    <a:pt x="744" y="1190"/>
                  </a:cubicBezTo>
                  <a:cubicBezTo>
                    <a:pt x="727" y="1190"/>
                    <a:pt x="711" y="1189"/>
                    <a:pt x="694" y="1188"/>
                  </a:cubicBezTo>
                  <a:cubicBezTo>
                    <a:pt x="577" y="1188"/>
                    <a:pt x="469" y="1135"/>
                    <a:pt x="401" y="1043"/>
                  </a:cubicBezTo>
                  <a:cubicBezTo>
                    <a:pt x="186" y="747"/>
                    <a:pt x="346" y="114"/>
                    <a:pt x="346" y="108"/>
                  </a:cubicBezTo>
                  <a:cubicBezTo>
                    <a:pt x="364" y="42"/>
                    <a:pt x="313" y="0"/>
                    <a:pt x="2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9" name="Google Shape;4509;p41"/>
            <p:cNvSpPr/>
            <p:nvPr/>
          </p:nvSpPr>
          <p:spPr>
            <a:xfrm>
              <a:off x="4363050" y="2155050"/>
              <a:ext cx="103875" cy="163650"/>
            </a:xfrm>
            <a:custGeom>
              <a:avLst/>
              <a:gdLst/>
              <a:ahLst/>
              <a:cxnLst/>
              <a:rect l="l" t="t" r="r" b="b"/>
              <a:pathLst>
                <a:path w="4155" h="6546" extrusionOk="0">
                  <a:moveTo>
                    <a:pt x="1018" y="0"/>
                  </a:moveTo>
                  <a:lnTo>
                    <a:pt x="0" y="2498"/>
                  </a:lnTo>
                  <a:cubicBezTo>
                    <a:pt x="0" y="2498"/>
                    <a:pt x="116" y="2476"/>
                    <a:pt x="277" y="2476"/>
                  </a:cubicBezTo>
                  <a:cubicBezTo>
                    <a:pt x="667" y="2476"/>
                    <a:pt x="1320" y="2609"/>
                    <a:pt x="1231" y="3516"/>
                  </a:cubicBezTo>
                  <a:cubicBezTo>
                    <a:pt x="1012" y="5698"/>
                    <a:pt x="1494" y="6546"/>
                    <a:pt x="1990" y="6546"/>
                  </a:cubicBezTo>
                  <a:cubicBezTo>
                    <a:pt x="2265" y="6546"/>
                    <a:pt x="2544" y="6286"/>
                    <a:pt x="2711" y="5848"/>
                  </a:cubicBezTo>
                  <a:cubicBezTo>
                    <a:pt x="3263" y="4405"/>
                    <a:pt x="4155" y="2202"/>
                    <a:pt x="3516" y="1397"/>
                  </a:cubicBezTo>
                  <a:cubicBezTo>
                    <a:pt x="2881" y="592"/>
                    <a:pt x="1018" y="0"/>
                    <a:pt x="101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0" name="Google Shape;4510;p41"/>
            <p:cNvSpPr/>
            <p:nvPr/>
          </p:nvSpPr>
          <p:spPr>
            <a:xfrm>
              <a:off x="4360150" y="2152925"/>
              <a:ext cx="108475" cy="167925"/>
            </a:xfrm>
            <a:custGeom>
              <a:avLst/>
              <a:gdLst/>
              <a:ahLst/>
              <a:cxnLst/>
              <a:rect l="l" t="t" r="r" b="b"/>
              <a:pathLst>
                <a:path w="4339" h="6717" extrusionOk="0">
                  <a:moveTo>
                    <a:pt x="1132" y="0"/>
                  </a:moveTo>
                  <a:cubicBezTo>
                    <a:pt x="1046" y="0"/>
                    <a:pt x="1014" y="132"/>
                    <a:pt x="1109" y="165"/>
                  </a:cubicBezTo>
                  <a:cubicBezTo>
                    <a:pt x="1128" y="172"/>
                    <a:pt x="2957" y="761"/>
                    <a:pt x="3567" y="1535"/>
                  </a:cubicBezTo>
                  <a:cubicBezTo>
                    <a:pt x="4144" y="2266"/>
                    <a:pt x="3351" y="4335"/>
                    <a:pt x="2827" y="5705"/>
                  </a:cubicBezTo>
                  <a:lnTo>
                    <a:pt x="2750" y="5902"/>
                  </a:lnTo>
                  <a:cubicBezTo>
                    <a:pt x="2597" y="6299"/>
                    <a:pt x="2344" y="6547"/>
                    <a:pt x="2104" y="6547"/>
                  </a:cubicBezTo>
                  <a:cubicBezTo>
                    <a:pt x="2078" y="6547"/>
                    <a:pt x="2051" y="6544"/>
                    <a:pt x="2025" y="6538"/>
                  </a:cubicBezTo>
                  <a:cubicBezTo>
                    <a:pt x="1624" y="6442"/>
                    <a:pt x="1229" y="5618"/>
                    <a:pt x="1430" y="3611"/>
                  </a:cubicBezTo>
                  <a:cubicBezTo>
                    <a:pt x="1467" y="3219"/>
                    <a:pt x="1381" y="2923"/>
                    <a:pt x="1165" y="2728"/>
                  </a:cubicBezTo>
                  <a:cubicBezTo>
                    <a:pt x="937" y="2521"/>
                    <a:pt x="621" y="2477"/>
                    <a:pt x="392" y="2477"/>
                  </a:cubicBezTo>
                  <a:cubicBezTo>
                    <a:pt x="230" y="2477"/>
                    <a:pt x="112" y="2499"/>
                    <a:pt x="101" y="2500"/>
                  </a:cubicBezTo>
                  <a:cubicBezTo>
                    <a:pt x="1" y="2527"/>
                    <a:pt x="24" y="2668"/>
                    <a:pt x="117" y="2668"/>
                  </a:cubicBezTo>
                  <a:cubicBezTo>
                    <a:pt x="122" y="2668"/>
                    <a:pt x="127" y="2667"/>
                    <a:pt x="131" y="2667"/>
                  </a:cubicBezTo>
                  <a:cubicBezTo>
                    <a:pt x="134" y="2667"/>
                    <a:pt x="244" y="2646"/>
                    <a:pt x="394" y="2646"/>
                  </a:cubicBezTo>
                  <a:cubicBezTo>
                    <a:pt x="594" y="2646"/>
                    <a:pt x="866" y="2683"/>
                    <a:pt x="1051" y="2852"/>
                  </a:cubicBezTo>
                  <a:cubicBezTo>
                    <a:pt x="1223" y="3009"/>
                    <a:pt x="1294" y="3259"/>
                    <a:pt x="1260" y="3592"/>
                  </a:cubicBezTo>
                  <a:cubicBezTo>
                    <a:pt x="1048" y="5708"/>
                    <a:pt x="1498" y="6584"/>
                    <a:pt x="1985" y="6701"/>
                  </a:cubicBezTo>
                  <a:cubicBezTo>
                    <a:pt x="2025" y="6710"/>
                    <a:pt x="2068" y="6716"/>
                    <a:pt x="2109" y="6716"/>
                  </a:cubicBezTo>
                  <a:cubicBezTo>
                    <a:pt x="2423" y="6716"/>
                    <a:pt x="2725" y="6436"/>
                    <a:pt x="2907" y="5961"/>
                  </a:cubicBezTo>
                  <a:lnTo>
                    <a:pt x="2984" y="5763"/>
                  </a:lnTo>
                  <a:cubicBezTo>
                    <a:pt x="3555" y="4277"/>
                    <a:pt x="4338" y="2238"/>
                    <a:pt x="3700" y="1430"/>
                  </a:cubicBezTo>
                  <a:cubicBezTo>
                    <a:pt x="3055" y="613"/>
                    <a:pt x="1239" y="30"/>
                    <a:pt x="1162" y="5"/>
                  </a:cubicBezTo>
                  <a:cubicBezTo>
                    <a:pt x="1151" y="2"/>
                    <a:pt x="1141" y="0"/>
                    <a:pt x="1132"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1" name="Google Shape;4511;p41"/>
            <p:cNvSpPr/>
            <p:nvPr/>
          </p:nvSpPr>
          <p:spPr>
            <a:xfrm>
              <a:off x="4400900" y="2272725"/>
              <a:ext cx="10975" cy="41250"/>
            </a:xfrm>
            <a:custGeom>
              <a:avLst/>
              <a:gdLst/>
              <a:ahLst/>
              <a:cxnLst/>
              <a:rect l="l" t="t" r="r" b="b"/>
              <a:pathLst>
                <a:path w="439" h="1650" extrusionOk="0">
                  <a:moveTo>
                    <a:pt x="140" y="1"/>
                  </a:moveTo>
                  <a:cubicBezTo>
                    <a:pt x="93" y="1"/>
                    <a:pt x="45" y="37"/>
                    <a:pt x="56" y="99"/>
                  </a:cubicBezTo>
                  <a:cubicBezTo>
                    <a:pt x="111" y="395"/>
                    <a:pt x="219" y="1230"/>
                    <a:pt x="25" y="1520"/>
                  </a:cubicBezTo>
                  <a:cubicBezTo>
                    <a:pt x="0" y="1557"/>
                    <a:pt x="13" y="1610"/>
                    <a:pt x="50" y="1634"/>
                  </a:cubicBezTo>
                  <a:cubicBezTo>
                    <a:pt x="62" y="1644"/>
                    <a:pt x="81" y="1647"/>
                    <a:pt x="96" y="1650"/>
                  </a:cubicBezTo>
                  <a:cubicBezTo>
                    <a:pt x="124" y="1650"/>
                    <a:pt x="152" y="1634"/>
                    <a:pt x="167" y="1613"/>
                  </a:cubicBezTo>
                  <a:cubicBezTo>
                    <a:pt x="438" y="1209"/>
                    <a:pt x="232" y="114"/>
                    <a:pt x="223" y="68"/>
                  </a:cubicBezTo>
                  <a:cubicBezTo>
                    <a:pt x="212" y="21"/>
                    <a:pt x="176" y="1"/>
                    <a:pt x="1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2" name="Google Shape;4512;p41"/>
            <p:cNvSpPr/>
            <p:nvPr/>
          </p:nvSpPr>
          <p:spPr>
            <a:xfrm>
              <a:off x="4407600" y="2275800"/>
              <a:ext cx="17075" cy="41650"/>
            </a:xfrm>
            <a:custGeom>
              <a:avLst/>
              <a:gdLst/>
              <a:ahLst/>
              <a:cxnLst/>
              <a:rect l="l" t="t" r="r" b="b"/>
              <a:pathLst>
                <a:path w="683" h="1666" extrusionOk="0">
                  <a:moveTo>
                    <a:pt x="593" y="0"/>
                  </a:moveTo>
                  <a:cubicBezTo>
                    <a:pt x="550" y="0"/>
                    <a:pt x="513" y="33"/>
                    <a:pt x="510" y="77"/>
                  </a:cubicBezTo>
                  <a:cubicBezTo>
                    <a:pt x="507" y="87"/>
                    <a:pt x="405" y="1089"/>
                    <a:pt x="47" y="1530"/>
                  </a:cubicBezTo>
                  <a:cubicBezTo>
                    <a:pt x="1" y="1582"/>
                    <a:pt x="41" y="1666"/>
                    <a:pt x="112" y="1666"/>
                  </a:cubicBezTo>
                  <a:cubicBezTo>
                    <a:pt x="136" y="1666"/>
                    <a:pt x="161" y="1656"/>
                    <a:pt x="180" y="1635"/>
                  </a:cubicBezTo>
                  <a:cubicBezTo>
                    <a:pt x="571" y="1154"/>
                    <a:pt x="673" y="136"/>
                    <a:pt x="676" y="93"/>
                  </a:cubicBezTo>
                  <a:cubicBezTo>
                    <a:pt x="682" y="46"/>
                    <a:pt x="648" y="3"/>
                    <a:pt x="599" y="0"/>
                  </a:cubicBezTo>
                  <a:cubicBezTo>
                    <a:pt x="597" y="0"/>
                    <a:pt x="595" y="0"/>
                    <a:pt x="5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3" name="Google Shape;4513;p41"/>
            <p:cNvSpPr/>
            <p:nvPr/>
          </p:nvSpPr>
          <p:spPr>
            <a:xfrm>
              <a:off x="4482800" y="2258675"/>
              <a:ext cx="162025" cy="114600"/>
            </a:xfrm>
            <a:custGeom>
              <a:avLst/>
              <a:gdLst/>
              <a:ahLst/>
              <a:cxnLst/>
              <a:rect l="l" t="t" r="r" b="b"/>
              <a:pathLst>
                <a:path w="6481" h="4584" extrusionOk="0">
                  <a:moveTo>
                    <a:pt x="3916" y="0"/>
                  </a:moveTo>
                  <a:cubicBezTo>
                    <a:pt x="2271" y="0"/>
                    <a:pt x="1" y="3280"/>
                    <a:pt x="123" y="3609"/>
                  </a:cubicBezTo>
                  <a:cubicBezTo>
                    <a:pt x="165" y="3719"/>
                    <a:pt x="331" y="3780"/>
                    <a:pt x="581" y="3780"/>
                  </a:cubicBezTo>
                  <a:cubicBezTo>
                    <a:pt x="1105" y="3780"/>
                    <a:pt x="1997" y="3512"/>
                    <a:pt x="2893" y="2863"/>
                  </a:cubicBezTo>
                  <a:cubicBezTo>
                    <a:pt x="2997" y="2787"/>
                    <a:pt x="3091" y="2754"/>
                    <a:pt x="3176" y="2754"/>
                  </a:cubicBezTo>
                  <a:cubicBezTo>
                    <a:pt x="3807" y="2754"/>
                    <a:pt x="3939" y="4584"/>
                    <a:pt x="3939" y="4584"/>
                  </a:cubicBezTo>
                  <a:lnTo>
                    <a:pt x="6480" y="3439"/>
                  </a:lnTo>
                  <a:cubicBezTo>
                    <a:pt x="6480" y="3439"/>
                    <a:pt x="5718" y="219"/>
                    <a:pt x="4065" y="10"/>
                  </a:cubicBezTo>
                  <a:cubicBezTo>
                    <a:pt x="4016" y="3"/>
                    <a:pt x="3966" y="0"/>
                    <a:pt x="391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4" name="Google Shape;4514;p41"/>
            <p:cNvSpPr/>
            <p:nvPr/>
          </p:nvSpPr>
          <p:spPr>
            <a:xfrm>
              <a:off x="4481775" y="2256575"/>
              <a:ext cx="165625" cy="118875"/>
            </a:xfrm>
            <a:custGeom>
              <a:avLst/>
              <a:gdLst/>
              <a:ahLst/>
              <a:cxnLst/>
              <a:rect l="l" t="t" r="r" b="b"/>
              <a:pathLst>
                <a:path w="6625" h="4755" extrusionOk="0">
                  <a:moveTo>
                    <a:pt x="3959" y="0"/>
                  </a:moveTo>
                  <a:cubicBezTo>
                    <a:pt x="2768" y="0"/>
                    <a:pt x="1392" y="1616"/>
                    <a:pt x="985" y="2129"/>
                  </a:cubicBezTo>
                  <a:cubicBezTo>
                    <a:pt x="578" y="2644"/>
                    <a:pt x="1" y="3496"/>
                    <a:pt x="87" y="3724"/>
                  </a:cubicBezTo>
                  <a:cubicBezTo>
                    <a:pt x="109" y="3786"/>
                    <a:pt x="170" y="3866"/>
                    <a:pt x="325" y="3912"/>
                  </a:cubicBezTo>
                  <a:cubicBezTo>
                    <a:pt x="407" y="3937"/>
                    <a:pt x="508" y="3949"/>
                    <a:pt x="622" y="3949"/>
                  </a:cubicBezTo>
                  <a:cubicBezTo>
                    <a:pt x="1193" y="3949"/>
                    <a:pt x="2120" y="3641"/>
                    <a:pt x="2983" y="3015"/>
                  </a:cubicBezTo>
                  <a:cubicBezTo>
                    <a:pt x="3068" y="2952"/>
                    <a:pt x="3146" y="2922"/>
                    <a:pt x="3217" y="2922"/>
                  </a:cubicBezTo>
                  <a:cubicBezTo>
                    <a:pt x="3252" y="2922"/>
                    <a:pt x="3285" y="2929"/>
                    <a:pt x="3316" y="2944"/>
                  </a:cubicBezTo>
                  <a:cubicBezTo>
                    <a:pt x="3702" y="3123"/>
                    <a:pt x="3865" y="4254"/>
                    <a:pt x="3896" y="4674"/>
                  </a:cubicBezTo>
                  <a:cubicBezTo>
                    <a:pt x="3899" y="4720"/>
                    <a:pt x="3936" y="4751"/>
                    <a:pt x="3980" y="4751"/>
                  </a:cubicBezTo>
                  <a:lnTo>
                    <a:pt x="3989" y="4754"/>
                  </a:lnTo>
                  <a:cubicBezTo>
                    <a:pt x="4035" y="4751"/>
                    <a:pt x="4069" y="4711"/>
                    <a:pt x="4066" y="4665"/>
                  </a:cubicBezTo>
                  <a:cubicBezTo>
                    <a:pt x="4054" y="4498"/>
                    <a:pt x="3933" y="3045"/>
                    <a:pt x="3390" y="2792"/>
                  </a:cubicBezTo>
                  <a:cubicBezTo>
                    <a:pt x="3334" y="2766"/>
                    <a:pt x="3277" y="2753"/>
                    <a:pt x="3218" y="2753"/>
                  </a:cubicBezTo>
                  <a:cubicBezTo>
                    <a:pt x="3111" y="2753"/>
                    <a:pt x="3000" y="2796"/>
                    <a:pt x="2885" y="2879"/>
                  </a:cubicBezTo>
                  <a:cubicBezTo>
                    <a:pt x="1985" y="3532"/>
                    <a:pt x="1099" y="3780"/>
                    <a:pt x="614" y="3780"/>
                  </a:cubicBezTo>
                  <a:cubicBezTo>
                    <a:pt x="517" y="3780"/>
                    <a:pt x="436" y="3770"/>
                    <a:pt x="374" y="3752"/>
                  </a:cubicBezTo>
                  <a:cubicBezTo>
                    <a:pt x="303" y="3730"/>
                    <a:pt x="260" y="3699"/>
                    <a:pt x="248" y="3668"/>
                  </a:cubicBezTo>
                  <a:cubicBezTo>
                    <a:pt x="217" y="3505"/>
                    <a:pt x="834" y="2472"/>
                    <a:pt x="1719" y="1543"/>
                  </a:cubicBezTo>
                  <a:cubicBezTo>
                    <a:pt x="2567" y="652"/>
                    <a:pt x="3356" y="168"/>
                    <a:pt x="3961" y="168"/>
                  </a:cubicBezTo>
                  <a:cubicBezTo>
                    <a:pt x="4008" y="168"/>
                    <a:pt x="4053" y="171"/>
                    <a:pt x="4097" y="177"/>
                  </a:cubicBezTo>
                  <a:cubicBezTo>
                    <a:pt x="5673" y="381"/>
                    <a:pt x="6435" y="3514"/>
                    <a:pt x="6441" y="3545"/>
                  </a:cubicBezTo>
                  <a:cubicBezTo>
                    <a:pt x="6450" y="3594"/>
                    <a:pt x="6485" y="3615"/>
                    <a:pt x="6521" y="3615"/>
                  </a:cubicBezTo>
                  <a:cubicBezTo>
                    <a:pt x="6572" y="3615"/>
                    <a:pt x="6624" y="3573"/>
                    <a:pt x="6604" y="3508"/>
                  </a:cubicBezTo>
                  <a:cubicBezTo>
                    <a:pt x="6573" y="3372"/>
                    <a:pt x="5809" y="226"/>
                    <a:pt x="4118" y="10"/>
                  </a:cubicBezTo>
                  <a:cubicBezTo>
                    <a:pt x="4066" y="4"/>
                    <a:pt x="4013" y="0"/>
                    <a:pt x="39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5" name="Google Shape;4515;p41"/>
            <p:cNvSpPr/>
            <p:nvPr/>
          </p:nvSpPr>
          <p:spPr>
            <a:xfrm>
              <a:off x="4483550" y="2326550"/>
              <a:ext cx="35325" cy="24450"/>
            </a:xfrm>
            <a:custGeom>
              <a:avLst/>
              <a:gdLst/>
              <a:ahLst/>
              <a:cxnLst/>
              <a:rect l="l" t="t" r="r" b="b"/>
              <a:pathLst>
                <a:path w="1413" h="978" extrusionOk="0">
                  <a:moveTo>
                    <a:pt x="1287" y="1"/>
                  </a:moveTo>
                  <a:cubicBezTo>
                    <a:pt x="1275" y="1"/>
                    <a:pt x="1263" y="3"/>
                    <a:pt x="1250" y="9"/>
                  </a:cubicBezTo>
                  <a:cubicBezTo>
                    <a:pt x="1136" y="55"/>
                    <a:pt x="137" y="462"/>
                    <a:pt x="13" y="869"/>
                  </a:cubicBezTo>
                  <a:cubicBezTo>
                    <a:pt x="1" y="916"/>
                    <a:pt x="25" y="962"/>
                    <a:pt x="72" y="974"/>
                  </a:cubicBezTo>
                  <a:cubicBezTo>
                    <a:pt x="78" y="977"/>
                    <a:pt x="87" y="977"/>
                    <a:pt x="96" y="977"/>
                  </a:cubicBezTo>
                  <a:cubicBezTo>
                    <a:pt x="133" y="977"/>
                    <a:pt x="167" y="953"/>
                    <a:pt x="177" y="919"/>
                  </a:cubicBezTo>
                  <a:cubicBezTo>
                    <a:pt x="251" y="669"/>
                    <a:pt x="914" y="327"/>
                    <a:pt x="1315" y="169"/>
                  </a:cubicBezTo>
                  <a:cubicBezTo>
                    <a:pt x="1412" y="134"/>
                    <a:pt x="1372" y="1"/>
                    <a:pt x="12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6" name="Google Shape;4516;p41"/>
            <p:cNvSpPr/>
            <p:nvPr/>
          </p:nvSpPr>
          <p:spPr>
            <a:xfrm>
              <a:off x="4494425" y="2336575"/>
              <a:ext cx="31225" cy="16975"/>
            </a:xfrm>
            <a:custGeom>
              <a:avLst/>
              <a:gdLst/>
              <a:ahLst/>
              <a:cxnLst/>
              <a:rect l="l" t="t" r="r" b="b"/>
              <a:pathLst>
                <a:path w="1249" h="679" extrusionOk="0">
                  <a:moveTo>
                    <a:pt x="1129" y="1"/>
                  </a:moveTo>
                  <a:cubicBezTo>
                    <a:pt x="1119" y="1"/>
                    <a:pt x="1109" y="2"/>
                    <a:pt x="1099" y="6"/>
                  </a:cubicBezTo>
                  <a:cubicBezTo>
                    <a:pt x="1009" y="40"/>
                    <a:pt x="229" y="354"/>
                    <a:pt x="53" y="533"/>
                  </a:cubicBezTo>
                  <a:cubicBezTo>
                    <a:pt x="1" y="586"/>
                    <a:pt x="38" y="675"/>
                    <a:pt x="112" y="678"/>
                  </a:cubicBezTo>
                  <a:cubicBezTo>
                    <a:pt x="136" y="675"/>
                    <a:pt x="158" y="669"/>
                    <a:pt x="173" y="650"/>
                  </a:cubicBezTo>
                  <a:cubicBezTo>
                    <a:pt x="300" y="524"/>
                    <a:pt x="929" y="256"/>
                    <a:pt x="1160" y="163"/>
                  </a:cubicBezTo>
                  <a:cubicBezTo>
                    <a:pt x="1249" y="122"/>
                    <a:pt x="1211" y="1"/>
                    <a:pt x="11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7" name="Google Shape;4517;p41"/>
            <p:cNvSpPr/>
            <p:nvPr/>
          </p:nvSpPr>
          <p:spPr>
            <a:xfrm>
              <a:off x="4200450" y="2286350"/>
              <a:ext cx="145650" cy="184350"/>
            </a:xfrm>
            <a:custGeom>
              <a:avLst/>
              <a:gdLst/>
              <a:ahLst/>
              <a:cxnLst/>
              <a:rect l="l" t="t" r="r" b="b"/>
              <a:pathLst>
                <a:path w="5826" h="7374" extrusionOk="0">
                  <a:moveTo>
                    <a:pt x="1137" y="1"/>
                  </a:moveTo>
                  <a:lnTo>
                    <a:pt x="2491" y="2996"/>
                  </a:lnTo>
                  <a:cubicBezTo>
                    <a:pt x="2543" y="4428"/>
                    <a:pt x="0" y="7373"/>
                    <a:pt x="1136" y="7373"/>
                  </a:cubicBezTo>
                  <a:cubicBezTo>
                    <a:pt x="1299" y="7373"/>
                    <a:pt x="1538" y="7313"/>
                    <a:pt x="1871" y="7178"/>
                  </a:cubicBezTo>
                  <a:cubicBezTo>
                    <a:pt x="4527" y="6105"/>
                    <a:pt x="5826" y="2206"/>
                    <a:pt x="4876" y="1188"/>
                  </a:cubicBezTo>
                  <a:cubicBezTo>
                    <a:pt x="3923" y="167"/>
                    <a:pt x="1138" y="1"/>
                    <a:pt x="11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8" name="Google Shape;4518;p41"/>
            <p:cNvSpPr/>
            <p:nvPr/>
          </p:nvSpPr>
          <p:spPr>
            <a:xfrm>
              <a:off x="4215150" y="2284325"/>
              <a:ext cx="119300" cy="188575"/>
            </a:xfrm>
            <a:custGeom>
              <a:avLst/>
              <a:gdLst/>
              <a:ahLst/>
              <a:cxnLst/>
              <a:rect l="l" t="t" r="r" b="b"/>
              <a:pathLst>
                <a:path w="4772" h="7543" extrusionOk="0">
                  <a:moveTo>
                    <a:pt x="545" y="1"/>
                  </a:moveTo>
                  <a:cubicBezTo>
                    <a:pt x="501" y="1"/>
                    <a:pt x="466" y="36"/>
                    <a:pt x="466" y="79"/>
                  </a:cubicBezTo>
                  <a:cubicBezTo>
                    <a:pt x="463" y="125"/>
                    <a:pt x="497" y="168"/>
                    <a:pt x="543" y="168"/>
                  </a:cubicBezTo>
                  <a:cubicBezTo>
                    <a:pt x="574" y="168"/>
                    <a:pt x="3307" y="344"/>
                    <a:pt x="4226" y="1325"/>
                  </a:cubicBezTo>
                  <a:cubicBezTo>
                    <a:pt x="4528" y="1652"/>
                    <a:pt x="4596" y="2312"/>
                    <a:pt x="4414" y="3138"/>
                  </a:cubicBezTo>
                  <a:cubicBezTo>
                    <a:pt x="4090" y="4600"/>
                    <a:pt x="2964" y="6488"/>
                    <a:pt x="1253" y="7182"/>
                  </a:cubicBezTo>
                  <a:cubicBezTo>
                    <a:pt x="894" y="7326"/>
                    <a:pt x="679" y="7371"/>
                    <a:pt x="550" y="7371"/>
                  </a:cubicBezTo>
                  <a:cubicBezTo>
                    <a:pt x="451" y="7371"/>
                    <a:pt x="403" y="7344"/>
                    <a:pt x="380" y="7317"/>
                  </a:cubicBezTo>
                  <a:cubicBezTo>
                    <a:pt x="207" y="7126"/>
                    <a:pt x="620" y="6358"/>
                    <a:pt x="1018" y="5618"/>
                  </a:cubicBezTo>
                  <a:cubicBezTo>
                    <a:pt x="1484" y="4745"/>
                    <a:pt x="2014" y="3755"/>
                    <a:pt x="1990" y="3077"/>
                  </a:cubicBezTo>
                  <a:cubicBezTo>
                    <a:pt x="1990" y="3030"/>
                    <a:pt x="1950" y="2993"/>
                    <a:pt x="1903" y="2993"/>
                  </a:cubicBezTo>
                  <a:cubicBezTo>
                    <a:pt x="1857" y="2996"/>
                    <a:pt x="1820" y="3036"/>
                    <a:pt x="1820" y="3083"/>
                  </a:cubicBezTo>
                  <a:cubicBezTo>
                    <a:pt x="1845" y="3718"/>
                    <a:pt x="1324" y="4683"/>
                    <a:pt x="867" y="5538"/>
                  </a:cubicBezTo>
                  <a:cubicBezTo>
                    <a:pt x="383" y="6438"/>
                    <a:pt x="0" y="7151"/>
                    <a:pt x="250" y="7432"/>
                  </a:cubicBezTo>
                  <a:cubicBezTo>
                    <a:pt x="315" y="7506"/>
                    <a:pt x="414" y="7543"/>
                    <a:pt x="546" y="7543"/>
                  </a:cubicBezTo>
                  <a:cubicBezTo>
                    <a:pt x="728" y="7543"/>
                    <a:pt x="981" y="7472"/>
                    <a:pt x="1317" y="7339"/>
                  </a:cubicBezTo>
                  <a:cubicBezTo>
                    <a:pt x="3085" y="6624"/>
                    <a:pt x="4247" y="4677"/>
                    <a:pt x="4581" y="3175"/>
                  </a:cubicBezTo>
                  <a:cubicBezTo>
                    <a:pt x="4772" y="2290"/>
                    <a:pt x="4692" y="1578"/>
                    <a:pt x="4349" y="1211"/>
                  </a:cubicBezTo>
                  <a:cubicBezTo>
                    <a:pt x="3384" y="180"/>
                    <a:pt x="670" y="8"/>
                    <a:pt x="556" y="2"/>
                  </a:cubicBezTo>
                  <a:cubicBezTo>
                    <a:pt x="552" y="1"/>
                    <a:pt x="548" y="1"/>
                    <a:pt x="5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9" name="Google Shape;4519;p41"/>
            <p:cNvSpPr/>
            <p:nvPr/>
          </p:nvSpPr>
          <p:spPr>
            <a:xfrm>
              <a:off x="4375525" y="2418200"/>
              <a:ext cx="199425" cy="127925"/>
            </a:xfrm>
            <a:custGeom>
              <a:avLst/>
              <a:gdLst/>
              <a:ahLst/>
              <a:cxnLst/>
              <a:rect l="l" t="t" r="r" b="b"/>
              <a:pathLst>
                <a:path w="7977" h="5117" extrusionOk="0">
                  <a:moveTo>
                    <a:pt x="4682" y="1"/>
                  </a:moveTo>
                  <a:cubicBezTo>
                    <a:pt x="2317" y="1"/>
                    <a:pt x="61" y="3184"/>
                    <a:pt x="10" y="4729"/>
                  </a:cubicBezTo>
                  <a:cubicBezTo>
                    <a:pt x="0" y="5004"/>
                    <a:pt x="95" y="5116"/>
                    <a:pt x="263" y="5116"/>
                  </a:cubicBezTo>
                  <a:cubicBezTo>
                    <a:pt x="1034" y="5116"/>
                    <a:pt x="3352" y="2741"/>
                    <a:pt x="4259" y="2741"/>
                  </a:cubicBezTo>
                  <a:cubicBezTo>
                    <a:pt x="4373" y="2741"/>
                    <a:pt x="4465" y="2778"/>
                    <a:pt x="4528" y="2863"/>
                  </a:cubicBezTo>
                  <a:lnTo>
                    <a:pt x="7693" y="4106"/>
                  </a:lnTo>
                  <a:cubicBezTo>
                    <a:pt x="7693" y="4106"/>
                    <a:pt x="7977" y="831"/>
                    <a:pt x="5377" y="96"/>
                  </a:cubicBezTo>
                  <a:cubicBezTo>
                    <a:pt x="5145" y="31"/>
                    <a:pt x="4913" y="1"/>
                    <a:pt x="468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0" name="Google Shape;4520;p41"/>
            <p:cNvSpPr/>
            <p:nvPr/>
          </p:nvSpPr>
          <p:spPr>
            <a:xfrm>
              <a:off x="4373525" y="2416050"/>
              <a:ext cx="202975" cy="132175"/>
            </a:xfrm>
            <a:custGeom>
              <a:avLst/>
              <a:gdLst/>
              <a:ahLst/>
              <a:cxnLst/>
              <a:rect l="l" t="t" r="r" b="b"/>
              <a:pathLst>
                <a:path w="8119" h="5287" extrusionOk="0">
                  <a:moveTo>
                    <a:pt x="4765" y="1"/>
                  </a:moveTo>
                  <a:cubicBezTo>
                    <a:pt x="4058" y="1"/>
                    <a:pt x="3315" y="275"/>
                    <a:pt x="2579" y="812"/>
                  </a:cubicBezTo>
                  <a:cubicBezTo>
                    <a:pt x="1083" y="1904"/>
                    <a:pt x="41" y="3763"/>
                    <a:pt x="7" y="4812"/>
                  </a:cubicBezTo>
                  <a:cubicBezTo>
                    <a:pt x="1" y="5037"/>
                    <a:pt x="59" y="5185"/>
                    <a:pt x="186" y="5250"/>
                  </a:cubicBezTo>
                  <a:cubicBezTo>
                    <a:pt x="235" y="5275"/>
                    <a:pt x="287" y="5287"/>
                    <a:pt x="340" y="5287"/>
                  </a:cubicBezTo>
                  <a:cubicBezTo>
                    <a:pt x="744" y="5287"/>
                    <a:pt x="1450" y="4756"/>
                    <a:pt x="2249" y="4152"/>
                  </a:cubicBezTo>
                  <a:cubicBezTo>
                    <a:pt x="3023" y="3570"/>
                    <a:pt x="3894" y="2911"/>
                    <a:pt x="4337" y="2911"/>
                  </a:cubicBezTo>
                  <a:cubicBezTo>
                    <a:pt x="4356" y="2911"/>
                    <a:pt x="4375" y="2913"/>
                    <a:pt x="4393" y="2915"/>
                  </a:cubicBezTo>
                  <a:cubicBezTo>
                    <a:pt x="4454" y="2921"/>
                    <a:pt x="4507" y="2952"/>
                    <a:pt x="4544" y="3002"/>
                  </a:cubicBezTo>
                  <a:cubicBezTo>
                    <a:pt x="4562" y="3029"/>
                    <a:pt x="4586" y="3040"/>
                    <a:pt x="4610" y="3040"/>
                  </a:cubicBezTo>
                  <a:cubicBezTo>
                    <a:pt x="4673" y="3040"/>
                    <a:pt x="4735" y="2964"/>
                    <a:pt x="4679" y="2900"/>
                  </a:cubicBezTo>
                  <a:cubicBezTo>
                    <a:pt x="4618" y="2813"/>
                    <a:pt x="4522" y="2761"/>
                    <a:pt x="4417" y="2749"/>
                  </a:cubicBezTo>
                  <a:cubicBezTo>
                    <a:pt x="4393" y="2745"/>
                    <a:pt x="4367" y="2743"/>
                    <a:pt x="4340" y="2743"/>
                  </a:cubicBezTo>
                  <a:cubicBezTo>
                    <a:pt x="3840" y="2743"/>
                    <a:pt x="3017" y="3363"/>
                    <a:pt x="2147" y="4019"/>
                  </a:cubicBezTo>
                  <a:cubicBezTo>
                    <a:pt x="1459" y="4537"/>
                    <a:pt x="687" y="5118"/>
                    <a:pt x="352" y="5118"/>
                  </a:cubicBezTo>
                  <a:cubicBezTo>
                    <a:pt x="317" y="5118"/>
                    <a:pt x="287" y="5112"/>
                    <a:pt x="263" y="5099"/>
                  </a:cubicBezTo>
                  <a:cubicBezTo>
                    <a:pt x="201" y="5068"/>
                    <a:pt x="170" y="4972"/>
                    <a:pt x="176" y="4818"/>
                  </a:cubicBezTo>
                  <a:cubicBezTo>
                    <a:pt x="210" y="3807"/>
                    <a:pt x="1225" y="2011"/>
                    <a:pt x="2678" y="950"/>
                  </a:cubicBezTo>
                  <a:cubicBezTo>
                    <a:pt x="3198" y="568"/>
                    <a:pt x="3940" y="169"/>
                    <a:pt x="4762" y="169"/>
                  </a:cubicBezTo>
                  <a:cubicBezTo>
                    <a:pt x="4981" y="169"/>
                    <a:pt x="5207" y="198"/>
                    <a:pt x="5435" y="263"/>
                  </a:cubicBezTo>
                  <a:cubicBezTo>
                    <a:pt x="7936" y="969"/>
                    <a:pt x="7693" y="4152"/>
                    <a:pt x="7690" y="4186"/>
                  </a:cubicBezTo>
                  <a:cubicBezTo>
                    <a:pt x="7683" y="4248"/>
                    <a:pt x="7729" y="4281"/>
                    <a:pt x="7775" y="4281"/>
                  </a:cubicBezTo>
                  <a:cubicBezTo>
                    <a:pt x="7816" y="4281"/>
                    <a:pt x="7856" y="4255"/>
                    <a:pt x="7859" y="4198"/>
                  </a:cubicBezTo>
                  <a:cubicBezTo>
                    <a:pt x="7862" y="4167"/>
                    <a:pt x="8118" y="846"/>
                    <a:pt x="5481" y="99"/>
                  </a:cubicBezTo>
                  <a:cubicBezTo>
                    <a:pt x="5248" y="34"/>
                    <a:pt x="5009" y="1"/>
                    <a:pt x="47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1" name="Google Shape;4521;p41"/>
            <p:cNvSpPr/>
            <p:nvPr/>
          </p:nvSpPr>
          <p:spPr>
            <a:xfrm>
              <a:off x="4218925" y="2433375"/>
              <a:ext cx="32875" cy="33125"/>
            </a:xfrm>
            <a:custGeom>
              <a:avLst/>
              <a:gdLst/>
              <a:ahLst/>
              <a:cxnLst/>
              <a:rect l="l" t="t" r="r" b="b"/>
              <a:pathLst>
                <a:path w="1315" h="1325" extrusionOk="0">
                  <a:moveTo>
                    <a:pt x="1214" y="0"/>
                  </a:moveTo>
                  <a:cubicBezTo>
                    <a:pt x="1182" y="0"/>
                    <a:pt x="1150" y="17"/>
                    <a:pt x="1136" y="57"/>
                  </a:cubicBezTo>
                  <a:cubicBezTo>
                    <a:pt x="1049" y="338"/>
                    <a:pt x="334" y="958"/>
                    <a:pt x="62" y="1173"/>
                  </a:cubicBezTo>
                  <a:cubicBezTo>
                    <a:pt x="1" y="1223"/>
                    <a:pt x="34" y="1325"/>
                    <a:pt x="115" y="1325"/>
                  </a:cubicBezTo>
                  <a:cubicBezTo>
                    <a:pt x="136" y="1325"/>
                    <a:pt x="155" y="1318"/>
                    <a:pt x="167" y="1306"/>
                  </a:cubicBezTo>
                  <a:cubicBezTo>
                    <a:pt x="272" y="1223"/>
                    <a:pt x="1182" y="486"/>
                    <a:pt x="1299" y="106"/>
                  </a:cubicBezTo>
                  <a:cubicBezTo>
                    <a:pt x="1314" y="42"/>
                    <a:pt x="1264" y="0"/>
                    <a:pt x="121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2" name="Google Shape;4522;p41"/>
            <p:cNvSpPr/>
            <p:nvPr/>
          </p:nvSpPr>
          <p:spPr>
            <a:xfrm>
              <a:off x="4224625" y="2441600"/>
              <a:ext cx="39125" cy="31300"/>
            </a:xfrm>
            <a:custGeom>
              <a:avLst/>
              <a:gdLst/>
              <a:ahLst/>
              <a:cxnLst/>
              <a:rect l="l" t="t" r="r" b="b"/>
              <a:pathLst>
                <a:path w="1565" h="1252" extrusionOk="0">
                  <a:moveTo>
                    <a:pt x="1441" y="1"/>
                  </a:moveTo>
                  <a:cubicBezTo>
                    <a:pt x="1417" y="1"/>
                    <a:pt x="1392" y="12"/>
                    <a:pt x="1373" y="39"/>
                  </a:cubicBezTo>
                  <a:cubicBezTo>
                    <a:pt x="1154" y="329"/>
                    <a:pt x="497" y="1082"/>
                    <a:pt x="115" y="1082"/>
                  </a:cubicBezTo>
                  <a:cubicBezTo>
                    <a:pt x="1" y="1082"/>
                    <a:pt x="1" y="1252"/>
                    <a:pt x="115" y="1252"/>
                  </a:cubicBezTo>
                  <a:cubicBezTo>
                    <a:pt x="648" y="1252"/>
                    <a:pt x="1423" y="255"/>
                    <a:pt x="1509" y="141"/>
                  </a:cubicBezTo>
                  <a:cubicBezTo>
                    <a:pt x="1565" y="77"/>
                    <a:pt x="1505" y="1"/>
                    <a:pt x="14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3" name="Google Shape;4523;p41"/>
            <p:cNvSpPr/>
            <p:nvPr/>
          </p:nvSpPr>
          <p:spPr>
            <a:xfrm>
              <a:off x="4381925" y="2507450"/>
              <a:ext cx="37175" cy="38850"/>
            </a:xfrm>
            <a:custGeom>
              <a:avLst/>
              <a:gdLst/>
              <a:ahLst/>
              <a:cxnLst/>
              <a:rect l="l" t="t" r="r" b="b"/>
              <a:pathLst>
                <a:path w="1487" h="1554" extrusionOk="0">
                  <a:moveTo>
                    <a:pt x="1364" y="0"/>
                  </a:moveTo>
                  <a:cubicBezTo>
                    <a:pt x="1349" y="0"/>
                    <a:pt x="1333" y="5"/>
                    <a:pt x="1318" y="15"/>
                  </a:cubicBezTo>
                  <a:cubicBezTo>
                    <a:pt x="1268" y="49"/>
                    <a:pt x="99" y="835"/>
                    <a:pt x="10" y="1458"/>
                  </a:cubicBezTo>
                  <a:cubicBezTo>
                    <a:pt x="1" y="1505"/>
                    <a:pt x="35" y="1548"/>
                    <a:pt x="81" y="1554"/>
                  </a:cubicBezTo>
                  <a:lnTo>
                    <a:pt x="93" y="1554"/>
                  </a:lnTo>
                  <a:cubicBezTo>
                    <a:pt x="136" y="1554"/>
                    <a:pt x="170" y="1523"/>
                    <a:pt x="177" y="1483"/>
                  </a:cubicBezTo>
                  <a:cubicBezTo>
                    <a:pt x="254" y="934"/>
                    <a:pt x="1401" y="163"/>
                    <a:pt x="1410" y="157"/>
                  </a:cubicBezTo>
                  <a:cubicBezTo>
                    <a:pt x="1487" y="103"/>
                    <a:pt x="1436" y="0"/>
                    <a:pt x="13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4" name="Google Shape;4524;p41"/>
            <p:cNvSpPr/>
            <p:nvPr/>
          </p:nvSpPr>
          <p:spPr>
            <a:xfrm>
              <a:off x="4373375" y="2502475"/>
              <a:ext cx="34400" cy="36050"/>
            </a:xfrm>
            <a:custGeom>
              <a:avLst/>
              <a:gdLst/>
              <a:ahLst/>
              <a:cxnLst/>
              <a:rect l="l" t="t" r="r" b="b"/>
              <a:pathLst>
                <a:path w="1376" h="1442" extrusionOk="0">
                  <a:moveTo>
                    <a:pt x="1255" y="0"/>
                  </a:moveTo>
                  <a:cubicBezTo>
                    <a:pt x="1247" y="0"/>
                    <a:pt x="1237" y="1"/>
                    <a:pt x="1228" y="4"/>
                  </a:cubicBezTo>
                  <a:cubicBezTo>
                    <a:pt x="1194" y="16"/>
                    <a:pt x="364" y="285"/>
                    <a:pt x="16" y="1330"/>
                  </a:cubicBezTo>
                  <a:cubicBezTo>
                    <a:pt x="0" y="1373"/>
                    <a:pt x="25" y="1423"/>
                    <a:pt x="68" y="1438"/>
                  </a:cubicBezTo>
                  <a:cubicBezTo>
                    <a:pt x="77" y="1441"/>
                    <a:pt x="87" y="1441"/>
                    <a:pt x="96" y="1441"/>
                  </a:cubicBezTo>
                  <a:cubicBezTo>
                    <a:pt x="133" y="1441"/>
                    <a:pt x="164" y="1420"/>
                    <a:pt x="176" y="1383"/>
                  </a:cubicBezTo>
                  <a:cubicBezTo>
                    <a:pt x="497" y="424"/>
                    <a:pt x="1271" y="171"/>
                    <a:pt x="1280" y="168"/>
                  </a:cubicBezTo>
                  <a:cubicBezTo>
                    <a:pt x="1376" y="134"/>
                    <a:pt x="1343" y="0"/>
                    <a:pt x="12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5" name="Google Shape;4525;p41"/>
            <p:cNvSpPr/>
            <p:nvPr/>
          </p:nvSpPr>
          <p:spPr>
            <a:xfrm>
              <a:off x="4081825" y="2251150"/>
              <a:ext cx="48675" cy="89275"/>
            </a:xfrm>
            <a:custGeom>
              <a:avLst/>
              <a:gdLst/>
              <a:ahLst/>
              <a:cxnLst/>
              <a:rect l="l" t="t" r="r" b="b"/>
              <a:pathLst>
                <a:path w="1947" h="3571" extrusionOk="0">
                  <a:moveTo>
                    <a:pt x="445" y="0"/>
                  </a:moveTo>
                  <a:cubicBezTo>
                    <a:pt x="349" y="0"/>
                    <a:pt x="283" y="40"/>
                    <a:pt x="241" y="79"/>
                  </a:cubicBezTo>
                  <a:cubicBezTo>
                    <a:pt x="1" y="301"/>
                    <a:pt x="96" y="928"/>
                    <a:pt x="109" y="999"/>
                  </a:cubicBezTo>
                  <a:cubicBezTo>
                    <a:pt x="117" y="1047"/>
                    <a:pt x="153" y="1069"/>
                    <a:pt x="189" y="1069"/>
                  </a:cubicBezTo>
                  <a:cubicBezTo>
                    <a:pt x="236" y="1069"/>
                    <a:pt x="284" y="1033"/>
                    <a:pt x="275" y="971"/>
                  </a:cubicBezTo>
                  <a:cubicBezTo>
                    <a:pt x="235" y="739"/>
                    <a:pt x="223" y="326"/>
                    <a:pt x="355" y="203"/>
                  </a:cubicBezTo>
                  <a:cubicBezTo>
                    <a:pt x="373" y="187"/>
                    <a:pt x="399" y="170"/>
                    <a:pt x="447" y="170"/>
                  </a:cubicBezTo>
                  <a:cubicBezTo>
                    <a:pt x="464" y="170"/>
                    <a:pt x="485" y="172"/>
                    <a:pt x="510" y="178"/>
                  </a:cubicBezTo>
                  <a:cubicBezTo>
                    <a:pt x="858" y="264"/>
                    <a:pt x="861" y="1020"/>
                    <a:pt x="830" y="1335"/>
                  </a:cubicBezTo>
                  <a:cubicBezTo>
                    <a:pt x="827" y="1344"/>
                    <a:pt x="827" y="1350"/>
                    <a:pt x="827" y="1356"/>
                  </a:cubicBezTo>
                  <a:cubicBezTo>
                    <a:pt x="821" y="1418"/>
                    <a:pt x="867" y="1452"/>
                    <a:pt x="913" y="1452"/>
                  </a:cubicBezTo>
                  <a:cubicBezTo>
                    <a:pt x="952" y="1452"/>
                    <a:pt x="991" y="1427"/>
                    <a:pt x="997" y="1375"/>
                  </a:cubicBezTo>
                  <a:lnTo>
                    <a:pt x="997" y="1359"/>
                  </a:lnTo>
                  <a:cubicBezTo>
                    <a:pt x="1015" y="1168"/>
                    <a:pt x="1089" y="900"/>
                    <a:pt x="1176" y="872"/>
                  </a:cubicBezTo>
                  <a:cubicBezTo>
                    <a:pt x="1179" y="871"/>
                    <a:pt x="1183" y="870"/>
                    <a:pt x="1187" y="870"/>
                  </a:cubicBezTo>
                  <a:cubicBezTo>
                    <a:pt x="1216" y="870"/>
                    <a:pt x="1263" y="901"/>
                    <a:pt x="1315" y="955"/>
                  </a:cubicBezTo>
                  <a:cubicBezTo>
                    <a:pt x="1595" y="1270"/>
                    <a:pt x="1278" y="2063"/>
                    <a:pt x="1133" y="2343"/>
                  </a:cubicBezTo>
                  <a:cubicBezTo>
                    <a:pt x="1100" y="2409"/>
                    <a:pt x="1151" y="2467"/>
                    <a:pt x="1207" y="2467"/>
                  </a:cubicBezTo>
                  <a:cubicBezTo>
                    <a:pt x="1230" y="2467"/>
                    <a:pt x="1253" y="2458"/>
                    <a:pt x="1271" y="2436"/>
                  </a:cubicBezTo>
                  <a:cubicBezTo>
                    <a:pt x="1435" y="2235"/>
                    <a:pt x="1639" y="2064"/>
                    <a:pt x="1713" y="2064"/>
                  </a:cubicBezTo>
                  <a:cubicBezTo>
                    <a:pt x="1718" y="2064"/>
                    <a:pt x="1721" y="2065"/>
                    <a:pt x="1725" y="2066"/>
                  </a:cubicBezTo>
                  <a:cubicBezTo>
                    <a:pt x="1734" y="2072"/>
                    <a:pt x="1768" y="2124"/>
                    <a:pt x="1759" y="2294"/>
                  </a:cubicBezTo>
                  <a:cubicBezTo>
                    <a:pt x="1719" y="3006"/>
                    <a:pt x="1163" y="3414"/>
                    <a:pt x="1157" y="3417"/>
                  </a:cubicBezTo>
                  <a:cubicBezTo>
                    <a:pt x="1087" y="3462"/>
                    <a:pt x="1122" y="3571"/>
                    <a:pt x="1203" y="3571"/>
                  </a:cubicBezTo>
                  <a:cubicBezTo>
                    <a:pt x="1204" y="3571"/>
                    <a:pt x="1205" y="3571"/>
                    <a:pt x="1207" y="3571"/>
                  </a:cubicBezTo>
                  <a:cubicBezTo>
                    <a:pt x="1225" y="3571"/>
                    <a:pt x="1244" y="3565"/>
                    <a:pt x="1259" y="3555"/>
                  </a:cubicBezTo>
                  <a:cubicBezTo>
                    <a:pt x="1284" y="3537"/>
                    <a:pt x="1885" y="3099"/>
                    <a:pt x="1928" y="2303"/>
                  </a:cubicBezTo>
                  <a:cubicBezTo>
                    <a:pt x="1935" y="2220"/>
                    <a:pt x="1947" y="1970"/>
                    <a:pt x="1786" y="1908"/>
                  </a:cubicBezTo>
                  <a:cubicBezTo>
                    <a:pt x="1766" y="1900"/>
                    <a:pt x="1744" y="1897"/>
                    <a:pt x="1722" y="1897"/>
                  </a:cubicBezTo>
                  <a:cubicBezTo>
                    <a:pt x="1639" y="1897"/>
                    <a:pt x="1547" y="1946"/>
                    <a:pt x="1460" y="2013"/>
                  </a:cubicBezTo>
                  <a:cubicBezTo>
                    <a:pt x="1586" y="1646"/>
                    <a:pt x="1697" y="1128"/>
                    <a:pt x="1441" y="844"/>
                  </a:cubicBezTo>
                  <a:cubicBezTo>
                    <a:pt x="1356" y="750"/>
                    <a:pt x="1271" y="701"/>
                    <a:pt x="1189" y="701"/>
                  </a:cubicBezTo>
                  <a:cubicBezTo>
                    <a:pt x="1167" y="701"/>
                    <a:pt x="1145" y="704"/>
                    <a:pt x="1123" y="712"/>
                  </a:cubicBezTo>
                  <a:cubicBezTo>
                    <a:pt x="1074" y="730"/>
                    <a:pt x="1031" y="764"/>
                    <a:pt x="1000" y="807"/>
                  </a:cubicBezTo>
                  <a:cubicBezTo>
                    <a:pt x="966" y="468"/>
                    <a:pt x="861" y="92"/>
                    <a:pt x="550" y="15"/>
                  </a:cubicBezTo>
                  <a:cubicBezTo>
                    <a:pt x="512" y="5"/>
                    <a:pt x="477" y="0"/>
                    <a:pt x="4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6" name="Google Shape;4526;p41"/>
            <p:cNvSpPr/>
            <p:nvPr/>
          </p:nvSpPr>
          <p:spPr>
            <a:xfrm>
              <a:off x="3972875" y="2433575"/>
              <a:ext cx="36100" cy="112350"/>
            </a:xfrm>
            <a:custGeom>
              <a:avLst/>
              <a:gdLst/>
              <a:ahLst/>
              <a:cxnLst/>
              <a:rect l="l" t="t" r="r" b="b"/>
              <a:pathLst>
                <a:path w="1444" h="4494" extrusionOk="0">
                  <a:moveTo>
                    <a:pt x="711" y="1"/>
                  </a:moveTo>
                  <a:cubicBezTo>
                    <a:pt x="701" y="1"/>
                    <a:pt x="692" y="2"/>
                    <a:pt x="682" y="3"/>
                  </a:cubicBezTo>
                  <a:cubicBezTo>
                    <a:pt x="633" y="9"/>
                    <a:pt x="590" y="37"/>
                    <a:pt x="565" y="80"/>
                  </a:cubicBezTo>
                  <a:cubicBezTo>
                    <a:pt x="402" y="327"/>
                    <a:pt x="642" y="1391"/>
                    <a:pt x="802" y="2008"/>
                  </a:cubicBezTo>
                  <a:cubicBezTo>
                    <a:pt x="693" y="1904"/>
                    <a:pt x="570" y="1806"/>
                    <a:pt x="435" y="1806"/>
                  </a:cubicBezTo>
                  <a:cubicBezTo>
                    <a:pt x="429" y="1806"/>
                    <a:pt x="423" y="1807"/>
                    <a:pt x="417" y="1807"/>
                  </a:cubicBezTo>
                  <a:cubicBezTo>
                    <a:pt x="343" y="1810"/>
                    <a:pt x="235" y="1841"/>
                    <a:pt x="152" y="1995"/>
                  </a:cubicBezTo>
                  <a:cubicBezTo>
                    <a:pt x="1" y="2273"/>
                    <a:pt x="226" y="2689"/>
                    <a:pt x="479" y="3025"/>
                  </a:cubicBezTo>
                  <a:cubicBezTo>
                    <a:pt x="466" y="3028"/>
                    <a:pt x="454" y="3031"/>
                    <a:pt x="442" y="3035"/>
                  </a:cubicBezTo>
                  <a:cubicBezTo>
                    <a:pt x="355" y="3065"/>
                    <a:pt x="309" y="3158"/>
                    <a:pt x="309" y="3309"/>
                  </a:cubicBezTo>
                  <a:cubicBezTo>
                    <a:pt x="309" y="3901"/>
                    <a:pt x="1247" y="4460"/>
                    <a:pt x="1284" y="4484"/>
                  </a:cubicBezTo>
                  <a:cubicBezTo>
                    <a:pt x="1296" y="4490"/>
                    <a:pt x="1311" y="4493"/>
                    <a:pt x="1327" y="4493"/>
                  </a:cubicBezTo>
                  <a:cubicBezTo>
                    <a:pt x="1413" y="4493"/>
                    <a:pt x="1444" y="4382"/>
                    <a:pt x="1370" y="4336"/>
                  </a:cubicBezTo>
                  <a:cubicBezTo>
                    <a:pt x="1361" y="4333"/>
                    <a:pt x="479" y="3806"/>
                    <a:pt x="479" y="3309"/>
                  </a:cubicBezTo>
                  <a:cubicBezTo>
                    <a:pt x="479" y="3213"/>
                    <a:pt x="500" y="3192"/>
                    <a:pt x="500" y="3192"/>
                  </a:cubicBezTo>
                  <a:cubicBezTo>
                    <a:pt x="503" y="3191"/>
                    <a:pt x="506" y="3190"/>
                    <a:pt x="510" y="3190"/>
                  </a:cubicBezTo>
                  <a:cubicBezTo>
                    <a:pt x="548" y="3190"/>
                    <a:pt x="637" y="3247"/>
                    <a:pt x="741" y="3340"/>
                  </a:cubicBezTo>
                  <a:cubicBezTo>
                    <a:pt x="852" y="3463"/>
                    <a:pt x="941" y="3553"/>
                    <a:pt x="972" y="3580"/>
                  </a:cubicBezTo>
                  <a:cubicBezTo>
                    <a:pt x="990" y="3598"/>
                    <a:pt x="1010" y="3605"/>
                    <a:pt x="1030" y="3605"/>
                  </a:cubicBezTo>
                  <a:cubicBezTo>
                    <a:pt x="1093" y="3605"/>
                    <a:pt x="1147" y="3527"/>
                    <a:pt x="1095" y="3463"/>
                  </a:cubicBezTo>
                  <a:cubicBezTo>
                    <a:pt x="1018" y="3371"/>
                    <a:pt x="935" y="3284"/>
                    <a:pt x="846" y="3207"/>
                  </a:cubicBezTo>
                  <a:cubicBezTo>
                    <a:pt x="506" y="2822"/>
                    <a:pt x="167" y="2316"/>
                    <a:pt x="300" y="2075"/>
                  </a:cubicBezTo>
                  <a:cubicBezTo>
                    <a:pt x="352" y="1977"/>
                    <a:pt x="405" y="1974"/>
                    <a:pt x="423" y="1974"/>
                  </a:cubicBezTo>
                  <a:cubicBezTo>
                    <a:pt x="426" y="1973"/>
                    <a:pt x="428" y="1973"/>
                    <a:pt x="430" y="1973"/>
                  </a:cubicBezTo>
                  <a:cubicBezTo>
                    <a:pt x="579" y="1973"/>
                    <a:pt x="807" y="2248"/>
                    <a:pt x="917" y="2421"/>
                  </a:cubicBezTo>
                  <a:cubicBezTo>
                    <a:pt x="933" y="2450"/>
                    <a:pt x="960" y="2463"/>
                    <a:pt x="987" y="2463"/>
                  </a:cubicBezTo>
                  <a:cubicBezTo>
                    <a:pt x="1039" y="2463"/>
                    <a:pt x="1091" y="2416"/>
                    <a:pt x="1071" y="2353"/>
                  </a:cubicBezTo>
                  <a:cubicBezTo>
                    <a:pt x="762" y="1267"/>
                    <a:pt x="596" y="268"/>
                    <a:pt x="701" y="169"/>
                  </a:cubicBezTo>
                  <a:cubicBezTo>
                    <a:pt x="703" y="169"/>
                    <a:pt x="705" y="169"/>
                    <a:pt x="708" y="169"/>
                  </a:cubicBezTo>
                  <a:cubicBezTo>
                    <a:pt x="882" y="169"/>
                    <a:pt x="1106" y="739"/>
                    <a:pt x="1203" y="1165"/>
                  </a:cubicBezTo>
                  <a:cubicBezTo>
                    <a:pt x="1214" y="1210"/>
                    <a:pt x="1248" y="1230"/>
                    <a:pt x="1283" y="1230"/>
                  </a:cubicBezTo>
                  <a:cubicBezTo>
                    <a:pt x="1333" y="1230"/>
                    <a:pt x="1383" y="1190"/>
                    <a:pt x="1367" y="1125"/>
                  </a:cubicBezTo>
                  <a:cubicBezTo>
                    <a:pt x="1325" y="936"/>
                    <a:pt x="1086" y="1"/>
                    <a:pt x="7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7" name="Google Shape;4527;p41"/>
            <p:cNvSpPr/>
            <p:nvPr/>
          </p:nvSpPr>
          <p:spPr>
            <a:xfrm>
              <a:off x="4268275" y="2182625"/>
              <a:ext cx="47000" cy="77600"/>
            </a:xfrm>
            <a:custGeom>
              <a:avLst/>
              <a:gdLst/>
              <a:ahLst/>
              <a:cxnLst/>
              <a:rect l="l" t="t" r="r" b="b"/>
              <a:pathLst>
                <a:path w="1880" h="3104" extrusionOk="0">
                  <a:moveTo>
                    <a:pt x="1766" y="0"/>
                  </a:moveTo>
                  <a:cubicBezTo>
                    <a:pt x="1761" y="0"/>
                    <a:pt x="1755" y="0"/>
                    <a:pt x="1749" y="1"/>
                  </a:cubicBezTo>
                  <a:cubicBezTo>
                    <a:pt x="1441" y="32"/>
                    <a:pt x="442" y="165"/>
                    <a:pt x="442" y="550"/>
                  </a:cubicBezTo>
                  <a:cubicBezTo>
                    <a:pt x="442" y="621"/>
                    <a:pt x="475" y="692"/>
                    <a:pt x="534" y="732"/>
                  </a:cubicBezTo>
                  <a:cubicBezTo>
                    <a:pt x="590" y="771"/>
                    <a:pt x="668" y="785"/>
                    <a:pt x="758" y="785"/>
                  </a:cubicBezTo>
                  <a:cubicBezTo>
                    <a:pt x="768" y="785"/>
                    <a:pt x="777" y="785"/>
                    <a:pt x="787" y="785"/>
                  </a:cubicBezTo>
                  <a:lnTo>
                    <a:pt x="787" y="785"/>
                  </a:lnTo>
                  <a:cubicBezTo>
                    <a:pt x="537" y="958"/>
                    <a:pt x="297" y="1195"/>
                    <a:pt x="275" y="1476"/>
                  </a:cubicBezTo>
                  <a:cubicBezTo>
                    <a:pt x="260" y="1673"/>
                    <a:pt x="337" y="1769"/>
                    <a:pt x="401" y="1818"/>
                  </a:cubicBezTo>
                  <a:cubicBezTo>
                    <a:pt x="469" y="1861"/>
                    <a:pt x="546" y="1883"/>
                    <a:pt x="627" y="1883"/>
                  </a:cubicBezTo>
                  <a:cubicBezTo>
                    <a:pt x="324" y="2117"/>
                    <a:pt x="0" y="2481"/>
                    <a:pt x="198" y="2876"/>
                  </a:cubicBezTo>
                  <a:cubicBezTo>
                    <a:pt x="284" y="3049"/>
                    <a:pt x="405" y="3095"/>
                    <a:pt x="494" y="3101"/>
                  </a:cubicBezTo>
                  <a:cubicBezTo>
                    <a:pt x="499" y="3103"/>
                    <a:pt x="504" y="3103"/>
                    <a:pt x="510" y="3103"/>
                  </a:cubicBezTo>
                  <a:cubicBezTo>
                    <a:pt x="516" y="3103"/>
                    <a:pt x="522" y="3103"/>
                    <a:pt x="528" y="3101"/>
                  </a:cubicBezTo>
                  <a:cubicBezTo>
                    <a:pt x="917" y="3101"/>
                    <a:pt x="1388" y="2493"/>
                    <a:pt x="1444" y="2426"/>
                  </a:cubicBezTo>
                  <a:cubicBezTo>
                    <a:pt x="1487" y="2362"/>
                    <a:pt x="1430" y="2294"/>
                    <a:pt x="1370" y="2294"/>
                  </a:cubicBezTo>
                  <a:cubicBezTo>
                    <a:pt x="1348" y="2294"/>
                    <a:pt x="1326" y="2303"/>
                    <a:pt x="1308" y="2324"/>
                  </a:cubicBezTo>
                  <a:cubicBezTo>
                    <a:pt x="1125" y="2567"/>
                    <a:pt x="752" y="2938"/>
                    <a:pt x="528" y="2938"/>
                  </a:cubicBezTo>
                  <a:cubicBezTo>
                    <a:pt x="521" y="2938"/>
                    <a:pt x="515" y="2938"/>
                    <a:pt x="509" y="2938"/>
                  </a:cubicBezTo>
                  <a:cubicBezTo>
                    <a:pt x="445" y="2931"/>
                    <a:pt x="392" y="2888"/>
                    <a:pt x="349" y="2805"/>
                  </a:cubicBezTo>
                  <a:cubicBezTo>
                    <a:pt x="93" y="2293"/>
                    <a:pt x="1108" y="1778"/>
                    <a:pt x="1117" y="1775"/>
                  </a:cubicBezTo>
                  <a:cubicBezTo>
                    <a:pt x="1205" y="1732"/>
                    <a:pt x="1164" y="1611"/>
                    <a:pt x="1083" y="1611"/>
                  </a:cubicBezTo>
                  <a:cubicBezTo>
                    <a:pt x="1071" y="1611"/>
                    <a:pt x="1057" y="1614"/>
                    <a:pt x="1043" y="1621"/>
                  </a:cubicBezTo>
                  <a:cubicBezTo>
                    <a:pt x="972" y="1652"/>
                    <a:pt x="791" y="1716"/>
                    <a:pt x="646" y="1716"/>
                  </a:cubicBezTo>
                  <a:cubicBezTo>
                    <a:pt x="589" y="1716"/>
                    <a:pt x="537" y="1706"/>
                    <a:pt x="500" y="1679"/>
                  </a:cubicBezTo>
                  <a:cubicBezTo>
                    <a:pt x="485" y="1667"/>
                    <a:pt x="432" y="1633"/>
                    <a:pt x="442" y="1491"/>
                  </a:cubicBezTo>
                  <a:cubicBezTo>
                    <a:pt x="472" y="1087"/>
                    <a:pt x="1166" y="739"/>
                    <a:pt x="1441" y="634"/>
                  </a:cubicBezTo>
                  <a:lnTo>
                    <a:pt x="1447" y="631"/>
                  </a:lnTo>
                  <a:cubicBezTo>
                    <a:pt x="1536" y="591"/>
                    <a:pt x="1499" y="469"/>
                    <a:pt x="1416" y="469"/>
                  </a:cubicBezTo>
                  <a:cubicBezTo>
                    <a:pt x="1407" y="469"/>
                    <a:pt x="1398" y="470"/>
                    <a:pt x="1388" y="473"/>
                  </a:cubicBezTo>
                  <a:lnTo>
                    <a:pt x="1382" y="473"/>
                  </a:lnTo>
                  <a:cubicBezTo>
                    <a:pt x="1198" y="543"/>
                    <a:pt x="925" y="616"/>
                    <a:pt x="755" y="616"/>
                  </a:cubicBezTo>
                  <a:cubicBezTo>
                    <a:pt x="700" y="616"/>
                    <a:pt x="656" y="609"/>
                    <a:pt x="630" y="590"/>
                  </a:cubicBezTo>
                  <a:cubicBezTo>
                    <a:pt x="620" y="584"/>
                    <a:pt x="611" y="578"/>
                    <a:pt x="611" y="550"/>
                  </a:cubicBezTo>
                  <a:cubicBezTo>
                    <a:pt x="611" y="393"/>
                    <a:pt x="1210" y="227"/>
                    <a:pt x="1765" y="168"/>
                  </a:cubicBezTo>
                  <a:cubicBezTo>
                    <a:pt x="1879" y="162"/>
                    <a:pt x="1868" y="0"/>
                    <a:pt x="17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8" name="Google Shape;4528;p41"/>
            <p:cNvSpPr/>
            <p:nvPr/>
          </p:nvSpPr>
          <p:spPr>
            <a:xfrm>
              <a:off x="4623575" y="2390200"/>
              <a:ext cx="71425" cy="78375"/>
            </a:xfrm>
            <a:custGeom>
              <a:avLst/>
              <a:gdLst/>
              <a:ahLst/>
              <a:cxnLst/>
              <a:rect l="l" t="t" r="r" b="b"/>
              <a:pathLst>
                <a:path w="2857" h="3135" extrusionOk="0">
                  <a:moveTo>
                    <a:pt x="2335" y="0"/>
                  </a:moveTo>
                  <a:cubicBezTo>
                    <a:pt x="2276" y="0"/>
                    <a:pt x="2219" y="64"/>
                    <a:pt x="2262" y="131"/>
                  </a:cubicBezTo>
                  <a:cubicBezTo>
                    <a:pt x="2265" y="137"/>
                    <a:pt x="2647" y="757"/>
                    <a:pt x="2311" y="1130"/>
                  </a:cubicBezTo>
                  <a:cubicBezTo>
                    <a:pt x="2246" y="1203"/>
                    <a:pt x="2186" y="1240"/>
                    <a:pt x="2131" y="1240"/>
                  </a:cubicBezTo>
                  <a:cubicBezTo>
                    <a:pt x="2123" y="1240"/>
                    <a:pt x="2115" y="1240"/>
                    <a:pt x="2107" y="1238"/>
                  </a:cubicBezTo>
                  <a:cubicBezTo>
                    <a:pt x="1987" y="1213"/>
                    <a:pt x="1888" y="988"/>
                    <a:pt x="1864" y="911"/>
                  </a:cubicBezTo>
                  <a:cubicBezTo>
                    <a:pt x="1864" y="908"/>
                    <a:pt x="1864" y="908"/>
                    <a:pt x="1864" y="908"/>
                  </a:cubicBezTo>
                  <a:cubicBezTo>
                    <a:pt x="1849" y="868"/>
                    <a:pt x="1817" y="851"/>
                    <a:pt x="1785" y="851"/>
                  </a:cubicBezTo>
                  <a:cubicBezTo>
                    <a:pt x="1735" y="851"/>
                    <a:pt x="1685" y="893"/>
                    <a:pt x="1703" y="957"/>
                  </a:cubicBezTo>
                  <a:lnTo>
                    <a:pt x="1703" y="964"/>
                  </a:lnTo>
                  <a:cubicBezTo>
                    <a:pt x="1805" y="1278"/>
                    <a:pt x="1972" y="2126"/>
                    <a:pt x="1574" y="2342"/>
                  </a:cubicBezTo>
                  <a:cubicBezTo>
                    <a:pt x="1518" y="2371"/>
                    <a:pt x="1467" y="2386"/>
                    <a:pt x="1420" y="2386"/>
                  </a:cubicBezTo>
                  <a:cubicBezTo>
                    <a:pt x="1388" y="2386"/>
                    <a:pt x="1358" y="2379"/>
                    <a:pt x="1330" y="2364"/>
                  </a:cubicBezTo>
                  <a:cubicBezTo>
                    <a:pt x="1170" y="2277"/>
                    <a:pt x="1093" y="1960"/>
                    <a:pt x="1068" y="1787"/>
                  </a:cubicBezTo>
                  <a:cubicBezTo>
                    <a:pt x="1065" y="1759"/>
                    <a:pt x="1062" y="1738"/>
                    <a:pt x="1062" y="1725"/>
                  </a:cubicBezTo>
                  <a:cubicBezTo>
                    <a:pt x="1055" y="1677"/>
                    <a:pt x="1017" y="1654"/>
                    <a:pt x="979" y="1654"/>
                  </a:cubicBezTo>
                  <a:cubicBezTo>
                    <a:pt x="934" y="1654"/>
                    <a:pt x="889" y="1686"/>
                    <a:pt x="892" y="1744"/>
                  </a:cubicBezTo>
                  <a:cubicBezTo>
                    <a:pt x="895" y="1756"/>
                    <a:pt x="895" y="1778"/>
                    <a:pt x="901" y="1809"/>
                  </a:cubicBezTo>
                  <a:cubicBezTo>
                    <a:pt x="929" y="2095"/>
                    <a:pt x="951" y="2700"/>
                    <a:pt x="772" y="2904"/>
                  </a:cubicBezTo>
                  <a:cubicBezTo>
                    <a:pt x="740" y="2941"/>
                    <a:pt x="697" y="2966"/>
                    <a:pt x="648" y="2966"/>
                  </a:cubicBezTo>
                  <a:cubicBezTo>
                    <a:pt x="645" y="2966"/>
                    <a:pt x="642" y="2965"/>
                    <a:pt x="639" y="2965"/>
                  </a:cubicBezTo>
                  <a:cubicBezTo>
                    <a:pt x="291" y="2965"/>
                    <a:pt x="183" y="2148"/>
                    <a:pt x="174" y="1861"/>
                  </a:cubicBezTo>
                  <a:cubicBezTo>
                    <a:pt x="171" y="1815"/>
                    <a:pt x="130" y="1781"/>
                    <a:pt x="84" y="1781"/>
                  </a:cubicBezTo>
                  <a:cubicBezTo>
                    <a:pt x="38" y="1781"/>
                    <a:pt x="1" y="1821"/>
                    <a:pt x="4" y="1867"/>
                  </a:cubicBezTo>
                  <a:cubicBezTo>
                    <a:pt x="7" y="1997"/>
                    <a:pt x="66" y="3135"/>
                    <a:pt x="639" y="3135"/>
                  </a:cubicBezTo>
                  <a:cubicBezTo>
                    <a:pt x="738" y="3135"/>
                    <a:pt x="834" y="3092"/>
                    <a:pt x="898" y="3015"/>
                  </a:cubicBezTo>
                  <a:cubicBezTo>
                    <a:pt x="1025" y="2870"/>
                    <a:pt x="1074" y="2611"/>
                    <a:pt x="1087" y="2361"/>
                  </a:cubicBezTo>
                  <a:cubicBezTo>
                    <a:pt x="1127" y="2422"/>
                    <a:pt x="1182" y="2478"/>
                    <a:pt x="1250" y="2515"/>
                  </a:cubicBezTo>
                  <a:cubicBezTo>
                    <a:pt x="1302" y="2544"/>
                    <a:pt x="1357" y="2558"/>
                    <a:pt x="1416" y="2558"/>
                  </a:cubicBezTo>
                  <a:cubicBezTo>
                    <a:pt x="1490" y="2558"/>
                    <a:pt x="1570" y="2535"/>
                    <a:pt x="1654" y="2490"/>
                  </a:cubicBezTo>
                  <a:cubicBezTo>
                    <a:pt x="2027" y="2290"/>
                    <a:pt x="2024" y="1750"/>
                    <a:pt x="1966" y="1358"/>
                  </a:cubicBezTo>
                  <a:lnTo>
                    <a:pt x="1966" y="1358"/>
                  </a:lnTo>
                  <a:cubicBezTo>
                    <a:pt x="1996" y="1380"/>
                    <a:pt x="2033" y="1395"/>
                    <a:pt x="2074" y="1405"/>
                  </a:cubicBezTo>
                  <a:cubicBezTo>
                    <a:pt x="2093" y="1409"/>
                    <a:pt x="2112" y="1411"/>
                    <a:pt x="2131" y="1411"/>
                  </a:cubicBezTo>
                  <a:cubicBezTo>
                    <a:pt x="2233" y="1411"/>
                    <a:pt x="2336" y="1356"/>
                    <a:pt x="2437" y="1244"/>
                  </a:cubicBezTo>
                  <a:cubicBezTo>
                    <a:pt x="2857" y="779"/>
                    <a:pt x="2422" y="69"/>
                    <a:pt x="2404" y="41"/>
                  </a:cubicBezTo>
                  <a:cubicBezTo>
                    <a:pt x="2386" y="12"/>
                    <a:pt x="2360" y="0"/>
                    <a:pt x="23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9" name="Google Shape;4529;p41"/>
            <p:cNvSpPr/>
            <p:nvPr/>
          </p:nvSpPr>
          <p:spPr>
            <a:xfrm>
              <a:off x="4775725" y="2267075"/>
              <a:ext cx="11975" cy="19075"/>
            </a:xfrm>
            <a:custGeom>
              <a:avLst/>
              <a:gdLst/>
              <a:ahLst/>
              <a:cxnLst/>
              <a:rect l="l" t="t" r="r" b="b"/>
              <a:pathLst>
                <a:path w="479" h="763" extrusionOk="0">
                  <a:moveTo>
                    <a:pt x="316" y="1"/>
                  </a:moveTo>
                  <a:cubicBezTo>
                    <a:pt x="269" y="1"/>
                    <a:pt x="221" y="37"/>
                    <a:pt x="231" y="99"/>
                  </a:cubicBezTo>
                  <a:cubicBezTo>
                    <a:pt x="231" y="102"/>
                    <a:pt x="290" y="488"/>
                    <a:pt x="77" y="602"/>
                  </a:cubicBezTo>
                  <a:cubicBezTo>
                    <a:pt x="0" y="645"/>
                    <a:pt x="31" y="762"/>
                    <a:pt x="117" y="762"/>
                  </a:cubicBezTo>
                  <a:cubicBezTo>
                    <a:pt x="133" y="762"/>
                    <a:pt x="145" y="759"/>
                    <a:pt x="157" y="753"/>
                  </a:cubicBezTo>
                  <a:cubicBezTo>
                    <a:pt x="478" y="577"/>
                    <a:pt x="401" y="90"/>
                    <a:pt x="398" y="72"/>
                  </a:cubicBezTo>
                  <a:cubicBezTo>
                    <a:pt x="390" y="23"/>
                    <a:pt x="353" y="1"/>
                    <a:pt x="3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0" name="Google Shape;4530;p41"/>
            <p:cNvSpPr/>
            <p:nvPr/>
          </p:nvSpPr>
          <p:spPr>
            <a:xfrm>
              <a:off x="4756675" y="2274125"/>
              <a:ext cx="11975" cy="19125"/>
            </a:xfrm>
            <a:custGeom>
              <a:avLst/>
              <a:gdLst/>
              <a:ahLst/>
              <a:cxnLst/>
              <a:rect l="l" t="t" r="r" b="b"/>
              <a:pathLst>
                <a:path w="479" h="765" extrusionOk="0">
                  <a:moveTo>
                    <a:pt x="316" y="1"/>
                  </a:moveTo>
                  <a:cubicBezTo>
                    <a:pt x="311" y="1"/>
                    <a:pt x="305" y="1"/>
                    <a:pt x="300" y="2"/>
                  </a:cubicBezTo>
                  <a:cubicBezTo>
                    <a:pt x="253" y="9"/>
                    <a:pt x="222" y="52"/>
                    <a:pt x="232" y="98"/>
                  </a:cubicBezTo>
                  <a:cubicBezTo>
                    <a:pt x="232" y="101"/>
                    <a:pt x="290" y="487"/>
                    <a:pt x="77" y="604"/>
                  </a:cubicBezTo>
                  <a:cubicBezTo>
                    <a:pt x="0" y="647"/>
                    <a:pt x="28" y="764"/>
                    <a:pt x="118" y="764"/>
                  </a:cubicBezTo>
                  <a:cubicBezTo>
                    <a:pt x="130" y="761"/>
                    <a:pt x="145" y="758"/>
                    <a:pt x="158" y="752"/>
                  </a:cubicBezTo>
                  <a:cubicBezTo>
                    <a:pt x="478" y="576"/>
                    <a:pt x="401" y="92"/>
                    <a:pt x="398" y="70"/>
                  </a:cubicBezTo>
                  <a:cubicBezTo>
                    <a:pt x="390" y="30"/>
                    <a:pt x="356" y="1"/>
                    <a:pt x="3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1" name="Google Shape;4531;p41"/>
            <p:cNvSpPr/>
            <p:nvPr/>
          </p:nvSpPr>
          <p:spPr>
            <a:xfrm>
              <a:off x="4767225" y="2293200"/>
              <a:ext cx="11975" cy="19100"/>
            </a:xfrm>
            <a:custGeom>
              <a:avLst/>
              <a:gdLst/>
              <a:ahLst/>
              <a:cxnLst/>
              <a:rect l="l" t="t" r="r" b="b"/>
              <a:pathLst>
                <a:path w="479" h="764" extrusionOk="0">
                  <a:moveTo>
                    <a:pt x="315" y="0"/>
                  </a:moveTo>
                  <a:cubicBezTo>
                    <a:pt x="311" y="0"/>
                    <a:pt x="307" y="1"/>
                    <a:pt x="303" y="1"/>
                  </a:cubicBezTo>
                  <a:cubicBezTo>
                    <a:pt x="257" y="7"/>
                    <a:pt x="226" y="51"/>
                    <a:pt x="232" y="97"/>
                  </a:cubicBezTo>
                  <a:cubicBezTo>
                    <a:pt x="232" y="103"/>
                    <a:pt x="294" y="489"/>
                    <a:pt x="78" y="603"/>
                  </a:cubicBezTo>
                  <a:cubicBezTo>
                    <a:pt x="1" y="646"/>
                    <a:pt x="32" y="763"/>
                    <a:pt x="118" y="763"/>
                  </a:cubicBezTo>
                  <a:cubicBezTo>
                    <a:pt x="134" y="763"/>
                    <a:pt x="146" y="760"/>
                    <a:pt x="158" y="754"/>
                  </a:cubicBezTo>
                  <a:cubicBezTo>
                    <a:pt x="479" y="578"/>
                    <a:pt x="402" y="91"/>
                    <a:pt x="399" y="69"/>
                  </a:cubicBezTo>
                  <a:cubicBezTo>
                    <a:pt x="393" y="30"/>
                    <a:pt x="357" y="0"/>
                    <a:pt x="3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2" name="Google Shape;4532;p41"/>
            <p:cNvSpPr/>
            <p:nvPr/>
          </p:nvSpPr>
          <p:spPr>
            <a:xfrm>
              <a:off x="4751825" y="2300250"/>
              <a:ext cx="11975" cy="19050"/>
            </a:xfrm>
            <a:custGeom>
              <a:avLst/>
              <a:gdLst/>
              <a:ahLst/>
              <a:cxnLst/>
              <a:rect l="l" t="t" r="r" b="b"/>
              <a:pathLst>
                <a:path w="479" h="762" extrusionOk="0">
                  <a:moveTo>
                    <a:pt x="316" y="0"/>
                  </a:moveTo>
                  <a:cubicBezTo>
                    <a:pt x="269" y="0"/>
                    <a:pt x="221" y="36"/>
                    <a:pt x="231" y="99"/>
                  </a:cubicBezTo>
                  <a:cubicBezTo>
                    <a:pt x="231" y="102"/>
                    <a:pt x="290" y="487"/>
                    <a:pt x="77" y="604"/>
                  </a:cubicBezTo>
                  <a:cubicBezTo>
                    <a:pt x="0" y="645"/>
                    <a:pt x="28" y="762"/>
                    <a:pt x="114" y="762"/>
                  </a:cubicBezTo>
                  <a:cubicBezTo>
                    <a:pt x="130" y="762"/>
                    <a:pt x="142" y="759"/>
                    <a:pt x="157" y="752"/>
                  </a:cubicBezTo>
                  <a:cubicBezTo>
                    <a:pt x="478" y="577"/>
                    <a:pt x="401" y="92"/>
                    <a:pt x="398" y="71"/>
                  </a:cubicBezTo>
                  <a:cubicBezTo>
                    <a:pt x="390" y="22"/>
                    <a:pt x="353" y="0"/>
                    <a:pt x="3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3" name="Google Shape;4533;p41"/>
            <p:cNvSpPr/>
            <p:nvPr/>
          </p:nvSpPr>
          <p:spPr>
            <a:xfrm>
              <a:off x="4768150" y="2248225"/>
              <a:ext cx="11975" cy="19100"/>
            </a:xfrm>
            <a:custGeom>
              <a:avLst/>
              <a:gdLst/>
              <a:ahLst/>
              <a:cxnLst/>
              <a:rect l="l" t="t" r="r" b="b"/>
              <a:pathLst>
                <a:path w="479" h="764" extrusionOk="0">
                  <a:moveTo>
                    <a:pt x="317" y="0"/>
                  </a:moveTo>
                  <a:cubicBezTo>
                    <a:pt x="270" y="0"/>
                    <a:pt x="222" y="37"/>
                    <a:pt x="232" y="101"/>
                  </a:cubicBezTo>
                  <a:cubicBezTo>
                    <a:pt x="232" y="104"/>
                    <a:pt x="291" y="489"/>
                    <a:pt x="78" y="604"/>
                  </a:cubicBezTo>
                  <a:cubicBezTo>
                    <a:pt x="1" y="647"/>
                    <a:pt x="32" y="764"/>
                    <a:pt x="118" y="764"/>
                  </a:cubicBezTo>
                  <a:cubicBezTo>
                    <a:pt x="134" y="764"/>
                    <a:pt x="146" y="761"/>
                    <a:pt x="158" y="755"/>
                  </a:cubicBezTo>
                  <a:cubicBezTo>
                    <a:pt x="479" y="579"/>
                    <a:pt x="402" y="92"/>
                    <a:pt x="399" y="73"/>
                  </a:cubicBezTo>
                  <a:cubicBezTo>
                    <a:pt x="391" y="23"/>
                    <a:pt x="354" y="0"/>
                    <a:pt x="3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4" name="Google Shape;4534;p41"/>
            <p:cNvSpPr/>
            <p:nvPr/>
          </p:nvSpPr>
          <p:spPr>
            <a:xfrm>
              <a:off x="4785750" y="2238000"/>
              <a:ext cx="11650" cy="19475"/>
            </a:xfrm>
            <a:custGeom>
              <a:avLst/>
              <a:gdLst/>
              <a:ahLst/>
              <a:cxnLst/>
              <a:rect l="l" t="t" r="r" b="b"/>
              <a:pathLst>
                <a:path w="466" h="779" extrusionOk="0">
                  <a:moveTo>
                    <a:pt x="252" y="1"/>
                  </a:moveTo>
                  <a:cubicBezTo>
                    <a:pt x="203" y="1"/>
                    <a:pt x="154" y="41"/>
                    <a:pt x="167" y="103"/>
                  </a:cubicBezTo>
                  <a:cubicBezTo>
                    <a:pt x="167" y="109"/>
                    <a:pt x="272" y="482"/>
                    <a:pt x="71" y="624"/>
                  </a:cubicBezTo>
                  <a:cubicBezTo>
                    <a:pt x="0" y="670"/>
                    <a:pt x="34" y="778"/>
                    <a:pt x="117" y="778"/>
                  </a:cubicBezTo>
                  <a:cubicBezTo>
                    <a:pt x="136" y="778"/>
                    <a:pt x="154" y="772"/>
                    <a:pt x="167" y="763"/>
                  </a:cubicBezTo>
                  <a:cubicBezTo>
                    <a:pt x="466" y="550"/>
                    <a:pt x="333" y="78"/>
                    <a:pt x="330" y="56"/>
                  </a:cubicBezTo>
                  <a:cubicBezTo>
                    <a:pt x="316" y="18"/>
                    <a:pt x="284" y="1"/>
                    <a:pt x="2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5" name="Google Shape;4535;p41"/>
            <p:cNvSpPr/>
            <p:nvPr/>
          </p:nvSpPr>
          <p:spPr>
            <a:xfrm>
              <a:off x="4474825" y="2609300"/>
              <a:ext cx="21625" cy="8425"/>
            </a:xfrm>
            <a:custGeom>
              <a:avLst/>
              <a:gdLst/>
              <a:ahLst/>
              <a:cxnLst/>
              <a:rect l="l" t="t" r="r" b="b"/>
              <a:pathLst>
                <a:path w="865" h="337" extrusionOk="0">
                  <a:moveTo>
                    <a:pt x="740" y="0"/>
                  </a:moveTo>
                  <a:cubicBezTo>
                    <a:pt x="723" y="0"/>
                    <a:pt x="704" y="6"/>
                    <a:pt x="686" y="21"/>
                  </a:cubicBezTo>
                  <a:cubicBezTo>
                    <a:pt x="684" y="24"/>
                    <a:pt x="496" y="167"/>
                    <a:pt x="315" y="167"/>
                  </a:cubicBezTo>
                  <a:cubicBezTo>
                    <a:pt x="264" y="167"/>
                    <a:pt x="213" y="155"/>
                    <a:pt x="168" y="126"/>
                  </a:cubicBezTo>
                  <a:cubicBezTo>
                    <a:pt x="153" y="117"/>
                    <a:pt x="138" y="113"/>
                    <a:pt x="123" y="113"/>
                  </a:cubicBezTo>
                  <a:cubicBezTo>
                    <a:pt x="51" y="113"/>
                    <a:pt x="1" y="216"/>
                    <a:pt x="75" y="268"/>
                  </a:cubicBezTo>
                  <a:cubicBezTo>
                    <a:pt x="142" y="312"/>
                    <a:pt x="220" y="336"/>
                    <a:pt x="299" y="336"/>
                  </a:cubicBezTo>
                  <a:cubicBezTo>
                    <a:pt x="303" y="336"/>
                    <a:pt x="308" y="336"/>
                    <a:pt x="313" y="336"/>
                  </a:cubicBezTo>
                  <a:cubicBezTo>
                    <a:pt x="553" y="336"/>
                    <a:pt x="779" y="166"/>
                    <a:pt x="791" y="157"/>
                  </a:cubicBezTo>
                  <a:cubicBezTo>
                    <a:pt x="865" y="100"/>
                    <a:pt x="811" y="0"/>
                    <a:pt x="7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6" name="Google Shape;4536;p41"/>
            <p:cNvSpPr/>
            <p:nvPr/>
          </p:nvSpPr>
          <p:spPr>
            <a:xfrm>
              <a:off x="4459325" y="2595925"/>
              <a:ext cx="21750" cy="8450"/>
            </a:xfrm>
            <a:custGeom>
              <a:avLst/>
              <a:gdLst/>
              <a:ahLst/>
              <a:cxnLst/>
              <a:rect l="l" t="t" r="r" b="b"/>
              <a:pathLst>
                <a:path w="870" h="338" extrusionOk="0">
                  <a:moveTo>
                    <a:pt x="744" y="1"/>
                  </a:moveTo>
                  <a:cubicBezTo>
                    <a:pt x="727" y="1"/>
                    <a:pt x="710" y="6"/>
                    <a:pt x="692" y="20"/>
                  </a:cubicBezTo>
                  <a:cubicBezTo>
                    <a:pt x="690" y="22"/>
                    <a:pt x="502" y="165"/>
                    <a:pt x="322" y="165"/>
                  </a:cubicBezTo>
                  <a:cubicBezTo>
                    <a:pt x="272" y="165"/>
                    <a:pt x="222" y="154"/>
                    <a:pt x="177" y="124"/>
                  </a:cubicBezTo>
                  <a:cubicBezTo>
                    <a:pt x="160" y="112"/>
                    <a:pt x="142" y="107"/>
                    <a:pt x="126" y="107"/>
                  </a:cubicBezTo>
                  <a:cubicBezTo>
                    <a:pt x="51" y="107"/>
                    <a:pt x="1" y="218"/>
                    <a:pt x="85" y="266"/>
                  </a:cubicBezTo>
                  <a:cubicBezTo>
                    <a:pt x="156" y="313"/>
                    <a:pt x="236" y="337"/>
                    <a:pt x="322" y="337"/>
                  </a:cubicBezTo>
                  <a:cubicBezTo>
                    <a:pt x="563" y="337"/>
                    <a:pt x="785" y="168"/>
                    <a:pt x="797" y="155"/>
                  </a:cubicBezTo>
                  <a:cubicBezTo>
                    <a:pt x="869" y="98"/>
                    <a:pt x="815" y="1"/>
                    <a:pt x="7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7" name="Google Shape;4537;p41"/>
            <p:cNvSpPr/>
            <p:nvPr/>
          </p:nvSpPr>
          <p:spPr>
            <a:xfrm>
              <a:off x="4447750" y="2614250"/>
              <a:ext cx="21775" cy="8475"/>
            </a:xfrm>
            <a:custGeom>
              <a:avLst/>
              <a:gdLst/>
              <a:ahLst/>
              <a:cxnLst/>
              <a:rect l="l" t="t" r="r" b="b"/>
              <a:pathLst>
                <a:path w="871" h="339" extrusionOk="0">
                  <a:moveTo>
                    <a:pt x="746" y="0"/>
                  </a:moveTo>
                  <a:cubicBezTo>
                    <a:pt x="727" y="0"/>
                    <a:pt x="708" y="7"/>
                    <a:pt x="689" y="24"/>
                  </a:cubicBezTo>
                  <a:cubicBezTo>
                    <a:pt x="687" y="24"/>
                    <a:pt x="495" y="168"/>
                    <a:pt x="314" y="168"/>
                  </a:cubicBezTo>
                  <a:cubicBezTo>
                    <a:pt x="265" y="168"/>
                    <a:pt x="215" y="157"/>
                    <a:pt x="171" y="129"/>
                  </a:cubicBezTo>
                  <a:cubicBezTo>
                    <a:pt x="154" y="117"/>
                    <a:pt x="138" y="112"/>
                    <a:pt x="122" y="112"/>
                  </a:cubicBezTo>
                  <a:cubicBezTo>
                    <a:pt x="49" y="112"/>
                    <a:pt x="0" y="220"/>
                    <a:pt x="79" y="271"/>
                  </a:cubicBezTo>
                  <a:cubicBezTo>
                    <a:pt x="150" y="317"/>
                    <a:pt x="230" y="338"/>
                    <a:pt x="316" y="338"/>
                  </a:cubicBezTo>
                  <a:cubicBezTo>
                    <a:pt x="557" y="338"/>
                    <a:pt x="779" y="166"/>
                    <a:pt x="794" y="156"/>
                  </a:cubicBezTo>
                  <a:cubicBezTo>
                    <a:pt x="870" y="103"/>
                    <a:pt x="816" y="0"/>
                    <a:pt x="74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8" name="Google Shape;4538;p41"/>
            <p:cNvSpPr/>
            <p:nvPr/>
          </p:nvSpPr>
          <p:spPr>
            <a:xfrm>
              <a:off x="4434025" y="2604075"/>
              <a:ext cx="21025" cy="8400"/>
            </a:xfrm>
            <a:custGeom>
              <a:avLst/>
              <a:gdLst/>
              <a:ahLst/>
              <a:cxnLst/>
              <a:rect l="l" t="t" r="r" b="b"/>
              <a:pathLst>
                <a:path w="841" h="336" extrusionOk="0">
                  <a:moveTo>
                    <a:pt x="746" y="1"/>
                  </a:moveTo>
                  <a:cubicBezTo>
                    <a:pt x="727" y="1"/>
                    <a:pt x="709" y="7"/>
                    <a:pt x="693" y="21"/>
                  </a:cubicBezTo>
                  <a:cubicBezTo>
                    <a:pt x="690" y="21"/>
                    <a:pt x="503" y="164"/>
                    <a:pt x="323" y="164"/>
                  </a:cubicBezTo>
                  <a:cubicBezTo>
                    <a:pt x="271" y="164"/>
                    <a:pt x="220" y="153"/>
                    <a:pt x="174" y="122"/>
                  </a:cubicBezTo>
                  <a:cubicBezTo>
                    <a:pt x="157" y="110"/>
                    <a:pt x="141" y="105"/>
                    <a:pt x="125" y="105"/>
                  </a:cubicBezTo>
                  <a:cubicBezTo>
                    <a:pt x="51" y="105"/>
                    <a:pt x="1" y="217"/>
                    <a:pt x="82" y="267"/>
                  </a:cubicBezTo>
                  <a:cubicBezTo>
                    <a:pt x="153" y="310"/>
                    <a:pt x="236" y="335"/>
                    <a:pt x="319" y="335"/>
                  </a:cubicBezTo>
                  <a:cubicBezTo>
                    <a:pt x="560" y="335"/>
                    <a:pt x="785" y="162"/>
                    <a:pt x="797" y="153"/>
                  </a:cubicBezTo>
                  <a:cubicBezTo>
                    <a:pt x="834" y="122"/>
                    <a:pt x="841" y="70"/>
                    <a:pt x="810" y="33"/>
                  </a:cubicBezTo>
                  <a:cubicBezTo>
                    <a:pt x="794" y="12"/>
                    <a:pt x="770" y="1"/>
                    <a:pt x="7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9" name="Google Shape;4539;p41"/>
            <p:cNvSpPr/>
            <p:nvPr/>
          </p:nvSpPr>
          <p:spPr>
            <a:xfrm>
              <a:off x="4487500" y="2593775"/>
              <a:ext cx="21075" cy="8350"/>
            </a:xfrm>
            <a:custGeom>
              <a:avLst/>
              <a:gdLst/>
              <a:ahLst/>
              <a:cxnLst/>
              <a:rect l="l" t="t" r="r" b="b"/>
              <a:pathLst>
                <a:path w="843" h="334" extrusionOk="0">
                  <a:moveTo>
                    <a:pt x="748" y="1"/>
                  </a:moveTo>
                  <a:cubicBezTo>
                    <a:pt x="730" y="1"/>
                    <a:pt x="712" y="7"/>
                    <a:pt x="697" y="19"/>
                  </a:cubicBezTo>
                  <a:cubicBezTo>
                    <a:pt x="695" y="22"/>
                    <a:pt x="507" y="165"/>
                    <a:pt x="326" y="165"/>
                  </a:cubicBezTo>
                  <a:cubicBezTo>
                    <a:pt x="275" y="165"/>
                    <a:pt x="224" y="153"/>
                    <a:pt x="179" y="124"/>
                  </a:cubicBezTo>
                  <a:cubicBezTo>
                    <a:pt x="161" y="111"/>
                    <a:pt x="143" y="105"/>
                    <a:pt x="126" y="105"/>
                  </a:cubicBezTo>
                  <a:cubicBezTo>
                    <a:pt x="51" y="105"/>
                    <a:pt x="1" y="218"/>
                    <a:pt x="86" y="266"/>
                  </a:cubicBezTo>
                  <a:cubicBezTo>
                    <a:pt x="157" y="312"/>
                    <a:pt x="241" y="334"/>
                    <a:pt x="324" y="334"/>
                  </a:cubicBezTo>
                  <a:cubicBezTo>
                    <a:pt x="565" y="334"/>
                    <a:pt x="790" y="161"/>
                    <a:pt x="799" y="152"/>
                  </a:cubicBezTo>
                  <a:cubicBezTo>
                    <a:pt x="836" y="124"/>
                    <a:pt x="842" y="72"/>
                    <a:pt x="814" y="35"/>
                  </a:cubicBezTo>
                  <a:cubicBezTo>
                    <a:pt x="798" y="13"/>
                    <a:pt x="773" y="1"/>
                    <a:pt x="7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0" name="Google Shape;4540;p41"/>
            <p:cNvSpPr/>
            <p:nvPr/>
          </p:nvSpPr>
          <p:spPr>
            <a:xfrm>
              <a:off x="4504850" y="2602800"/>
              <a:ext cx="20925" cy="9600"/>
            </a:xfrm>
            <a:custGeom>
              <a:avLst/>
              <a:gdLst/>
              <a:ahLst/>
              <a:cxnLst/>
              <a:rect l="l" t="t" r="r" b="b"/>
              <a:pathLst>
                <a:path w="837" h="384" extrusionOk="0">
                  <a:moveTo>
                    <a:pt x="718" y="0"/>
                  </a:moveTo>
                  <a:cubicBezTo>
                    <a:pt x="699" y="0"/>
                    <a:pt x="679" y="8"/>
                    <a:pt x="660" y="25"/>
                  </a:cubicBezTo>
                  <a:cubicBezTo>
                    <a:pt x="660" y="28"/>
                    <a:pt x="465" y="214"/>
                    <a:pt x="272" y="214"/>
                  </a:cubicBezTo>
                  <a:cubicBezTo>
                    <a:pt x="233" y="214"/>
                    <a:pt x="195" y="207"/>
                    <a:pt x="157" y="189"/>
                  </a:cubicBezTo>
                  <a:cubicBezTo>
                    <a:pt x="144" y="183"/>
                    <a:pt x="131" y="180"/>
                    <a:pt x="119" y="180"/>
                  </a:cubicBezTo>
                  <a:cubicBezTo>
                    <a:pt x="43" y="180"/>
                    <a:pt x="1" y="295"/>
                    <a:pt x="83" y="340"/>
                  </a:cubicBezTo>
                  <a:cubicBezTo>
                    <a:pt x="142" y="368"/>
                    <a:pt x="207" y="383"/>
                    <a:pt x="271" y="383"/>
                  </a:cubicBezTo>
                  <a:cubicBezTo>
                    <a:pt x="534" y="383"/>
                    <a:pt x="768" y="158"/>
                    <a:pt x="777" y="146"/>
                  </a:cubicBezTo>
                  <a:cubicBezTo>
                    <a:pt x="837" y="84"/>
                    <a:pt x="783" y="0"/>
                    <a:pt x="7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1" name="Google Shape;4541;p41"/>
            <p:cNvSpPr/>
            <p:nvPr/>
          </p:nvSpPr>
          <p:spPr>
            <a:xfrm>
              <a:off x="4094950" y="2616650"/>
              <a:ext cx="21600" cy="7250"/>
            </a:xfrm>
            <a:custGeom>
              <a:avLst/>
              <a:gdLst/>
              <a:ahLst/>
              <a:cxnLst/>
              <a:rect l="l" t="t" r="r" b="b"/>
              <a:pathLst>
                <a:path w="864" h="290" extrusionOk="0">
                  <a:moveTo>
                    <a:pt x="120" y="0"/>
                  </a:moveTo>
                  <a:cubicBezTo>
                    <a:pt x="58" y="0"/>
                    <a:pt x="1" y="77"/>
                    <a:pt x="52" y="141"/>
                  </a:cubicBezTo>
                  <a:cubicBezTo>
                    <a:pt x="143" y="237"/>
                    <a:pt x="270" y="289"/>
                    <a:pt x="401" y="289"/>
                  </a:cubicBezTo>
                  <a:cubicBezTo>
                    <a:pt x="408" y="289"/>
                    <a:pt x="415" y="289"/>
                    <a:pt x="423" y="289"/>
                  </a:cubicBezTo>
                  <a:cubicBezTo>
                    <a:pt x="543" y="286"/>
                    <a:pt x="660" y="261"/>
                    <a:pt x="771" y="218"/>
                  </a:cubicBezTo>
                  <a:cubicBezTo>
                    <a:pt x="863" y="180"/>
                    <a:pt x="824" y="53"/>
                    <a:pt x="742" y="53"/>
                  </a:cubicBezTo>
                  <a:cubicBezTo>
                    <a:pt x="731" y="53"/>
                    <a:pt x="719" y="55"/>
                    <a:pt x="706" y="60"/>
                  </a:cubicBezTo>
                  <a:cubicBezTo>
                    <a:pt x="704" y="62"/>
                    <a:pt x="567" y="118"/>
                    <a:pt x="423" y="118"/>
                  </a:cubicBezTo>
                  <a:cubicBezTo>
                    <a:pt x="334" y="118"/>
                    <a:pt x="242" y="96"/>
                    <a:pt x="179" y="26"/>
                  </a:cubicBezTo>
                  <a:cubicBezTo>
                    <a:pt x="161" y="8"/>
                    <a:pt x="140" y="0"/>
                    <a:pt x="1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2" name="Google Shape;4542;p41"/>
            <p:cNvSpPr/>
            <p:nvPr/>
          </p:nvSpPr>
          <p:spPr>
            <a:xfrm>
              <a:off x="4083750" y="2599775"/>
              <a:ext cx="21700" cy="7225"/>
            </a:xfrm>
            <a:custGeom>
              <a:avLst/>
              <a:gdLst/>
              <a:ahLst/>
              <a:cxnLst/>
              <a:rect l="l" t="t" r="r" b="b"/>
              <a:pathLst>
                <a:path w="868" h="289" extrusionOk="0">
                  <a:moveTo>
                    <a:pt x="118" y="1"/>
                  </a:moveTo>
                  <a:cubicBezTo>
                    <a:pt x="55" y="1"/>
                    <a:pt x="1" y="77"/>
                    <a:pt x="50" y="140"/>
                  </a:cubicBezTo>
                  <a:cubicBezTo>
                    <a:pt x="141" y="234"/>
                    <a:pt x="268" y="289"/>
                    <a:pt x="399" y="289"/>
                  </a:cubicBezTo>
                  <a:cubicBezTo>
                    <a:pt x="406" y="289"/>
                    <a:pt x="413" y="288"/>
                    <a:pt x="420" y="288"/>
                  </a:cubicBezTo>
                  <a:cubicBezTo>
                    <a:pt x="537" y="285"/>
                    <a:pt x="658" y="260"/>
                    <a:pt x="769" y="217"/>
                  </a:cubicBezTo>
                  <a:cubicBezTo>
                    <a:pt x="868" y="182"/>
                    <a:pt x="827" y="50"/>
                    <a:pt x="744" y="50"/>
                  </a:cubicBezTo>
                  <a:cubicBezTo>
                    <a:pt x="732" y="50"/>
                    <a:pt x="718" y="53"/>
                    <a:pt x="704" y="60"/>
                  </a:cubicBezTo>
                  <a:cubicBezTo>
                    <a:pt x="702" y="60"/>
                    <a:pt x="563" y="117"/>
                    <a:pt x="418" y="117"/>
                  </a:cubicBezTo>
                  <a:cubicBezTo>
                    <a:pt x="330" y="117"/>
                    <a:pt x="239" y="95"/>
                    <a:pt x="177" y="26"/>
                  </a:cubicBezTo>
                  <a:cubicBezTo>
                    <a:pt x="158" y="8"/>
                    <a:pt x="138" y="1"/>
                    <a:pt x="1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3" name="Google Shape;4543;p41"/>
            <p:cNvSpPr/>
            <p:nvPr/>
          </p:nvSpPr>
          <p:spPr>
            <a:xfrm>
              <a:off x="4067475" y="2614425"/>
              <a:ext cx="21700" cy="7225"/>
            </a:xfrm>
            <a:custGeom>
              <a:avLst/>
              <a:gdLst/>
              <a:ahLst/>
              <a:cxnLst/>
              <a:rect l="l" t="t" r="r" b="b"/>
              <a:pathLst>
                <a:path w="868" h="289" extrusionOk="0">
                  <a:moveTo>
                    <a:pt x="123" y="0"/>
                  </a:moveTo>
                  <a:cubicBezTo>
                    <a:pt x="59" y="0"/>
                    <a:pt x="1" y="80"/>
                    <a:pt x="57" y="143"/>
                  </a:cubicBezTo>
                  <a:cubicBezTo>
                    <a:pt x="147" y="237"/>
                    <a:pt x="274" y="289"/>
                    <a:pt x="405" y="289"/>
                  </a:cubicBezTo>
                  <a:cubicBezTo>
                    <a:pt x="412" y="289"/>
                    <a:pt x="419" y="289"/>
                    <a:pt x="427" y="288"/>
                  </a:cubicBezTo>
                  <a:cubicBezTo>
                    <a:pt x="547" y="288"/>
                    <a:pt x="664" y="264"/>
                    <a:pt x="775" y="220"/>
                  </a:cubicBezTo>
                  <a:cubicBezTo>
                    <a:pt x="867" y="180"/>
                    <a:pt x="828" y="55"/>
                    <a:pt x="746" y="55"/>
                  </a:cubicBezTo>
                  <a:cubicBezTo>
                    <a:pt x="735" y="55"/>
                    <a:pt x="723" y="58"/>
                    <a:pt x="710" y="63"/>
                  </a:cubicBezTo>
                  <a:cubicBezTo>
                    <a:pt x="708" y="63"/>
                    <a:pt x="569" y="120"/>
                    <a:pt x="425" y="120"/>
                  </a:cubicBezTo>
                  <a:cubicBezTo>
                    <a:pt x="336" y="120"/>
                    <a:pt x="245" y="98"/>
                    <a:pt x="183" y="29"/>
                  </a:cubicBezTo>
                  <a:cubicBezTo>
                    <a:pt x="165" y="9"/>
                    <a:pt x="143" y="0"/>
                    <a:pt x="1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4" name="Google Shape;4544;p41"/>
            <p:cNvSpPr/>
            <p:nvPr/>
          </p:nvSpPr>
          <p:spPr>
            <a:xfrm>
              <a:off x="4057000" y="2600925"/>
              <a:ext cx="21575" cy="7300"/>
            </a:xfrm>
            <a:custGeom>
              <a:avLst/>
              <a:gdLst/>
              <a:ahLst/>
              <a:cxnLst/>
              <a:rect l="l" t="t" r="r" b="b"/>
              <a:pathLst>
                <a:path w="863" h="292" extrusionOk="0">
                  <a:moveTo>
                    <a:pt x="124" y="0"/>
                  </a:moveTo>
                  <a:cubicBezTo>
                    <a:pt x="59" y="0"/>
                    <a:pt x="1" y="81"/>
                    <a:pt x="59" y="143"/>
                  </a:cubicBezTo>
                  <a:cubicBezTo>
                    <a:pt x="150" y="237"/>
                    <a:pt x="274" y="292"/>
                    <a:pt x="405" y="292"/>
                  </a:cubicBezTo>
                  <a:cubicBezTo>
                    <a:pt x="412" y="292"/>
                    <a:pt x="419" y="292"/>
                    <a:pt x="426" y="292"/>
                  </a:cubicBezTo>
                  <a:cubicBezTo>
                    <a:pt x="546" y="288"/>
                    <a:pt x="664" y="264"/>
                    <a:pt x="778" y="221"/>
                  </a:cubicBezTo>
                  <a:cubicBezTo>
                    <a:pt x="863" y="179"/>
                    <a:pt x="823" y="57"/>
                    <a:pt x="742" y="57"/>
                  </a:cubicBezTo>
                  <a:cubicBezTo>
                    <a:pt x="732" y="57"/>
                    <a:pt x="721" y="59"/>
                    <a:pt x="710" y="63"/>
                  </a:cubicBezTo>
                  <a:cubicBezTo>
                    <a:pt x="708" y="65"/>
                    <a:pt x="572" y="121"/>
                    <a:pt x="429" y="121"/>
                  </a:cubicBezTo>
                  <a:cubicBezTo>
                    <a:pt x="340" y="121"/>
                    <a:pt x="248" y="99"/>
                    <a:pt x="186" y="29"/>
                  </a:cubicBezTo>
                  <a:cubicBezTo>
                    <a:pt x="167" y="9"/>
                    <a:pt x="145" y="0"/>
                    <a:pt x="1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5" name="Google Shape;4545;p41"/>
            <p:cNvSpPr/>
            <p:nvPr/>
          </p:nvSpPr>
          <p:spPr>
            <a:xfrm>
              <a:off x="4111450" y="2604875"/>
              <a:ext cx="21450" cy="7300"/>
            </a:xfrm>
            <a:custGeom>
              <a:avLst/>
              <a:gdLst/>
              <a:ahLst/>
              <a:cxnLst/>
              <a:rect l="l" t="t" r="r" b="b"/>
              <a:pathLst>
                <a:path w="858" h="292" extrusionOk="0">
                  <a:moveTo>
                    <a:pt x="119" y="1"/>
                  </a:moveTo>
                  <a:cubicBezTo>
                    <a:pt x="55" y="1"/>
                    <a:pt x="0" y="81"/>
                    <a:pt x="56" y="146"/>
                  </a:cubicBezTo>
                  <a:cubicBezTo>
                    <a:pt x="146" y="239"/>
                    <a:pt x="273" y="291"/>
                    <a:pt x="404" y="291"/>
                  </a:cubicBezTo>
                  <a:cubicBezTo>
                    <a:pt x="411" y="291"/>
                    <a:pt x="418" y="291"/>
                    <a:pt x="426" y="291"/>
                  </a:cubicBezTo>
                  <a:cubicBezTo>
                    <a:pt x="546" y="288"/>
                    <a:pt x="663" y="263"/>
                    <a:pt x="774" y="220"/>
                  </a:cubicBezTo>
                  <a:cubicBezTo>
                    <a:pt x="858" y="198"/>
                    <a:pt x="809" y="56"/>
                    <a:pt x="740" y="56"/>
                  </a:cubicBezTo>
                  <a:cubicBezTo>
                    <a:pt x="730" y="56"/>
                    <a:pt x="720" y="59"/>
                    <a:pt x="709" y="66"/>
                  </a:cubicBezTo>
                  <a:cubicBezTo>
                    <a:pt x="708" y="66"/>
                    <a:pt x="569" y="121"/>
                    <a:pt x="425" y="121"/>
                  </a:cubicBezTo>
                  <a:cubicBezTo>
                    <a:pt x="335" y="121"/>
                    <a:pt x="244" y="100"/>
                    <a:pt x="182" y="32"/>
                  </a:cubicBezTo>
                  <a:cubicBezTo>
                    <a:pt x="163" y="10"/>
                    <a:pt x="140" y="1"/>
                    <a:pt x="11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6" name="Google Shape;4546;p41"/>
            <p:cNvSpPr/>
            <p:nvPr/>
          </p:nvSpPr>
          <p:spPr>
            <a:xfrm>
              <a:off x="4125000" y="2619300"/>
              <a:ext cx="21850" cy="6900"/>
            </a:xfrm>
            <a:custGeom>
              <a:avLst/>
              <a:gdLst/>
              <a:ahLst/>
              <a:cxnLst/>
              <a:rect l="l" t="t" r="r" b="b"/>
              <a:pathLst>
                <a:path w="874" h="276" extrusionOk="0">
                  <a:moveTo>
                    <a:pt x="751" y="1"/>
                  </a:moveTo>
                  <a:cubicBezTo>
                    <a:pt x="737" y="1"/>
                    <a:pt x="722" y="4"/>
                    <a:pt x="707" y="13"/>
                  </a:cubicBezTo>
                  <a:cubicBezTo>
                    <a:pt x="705" y="15"/>
                    <a:pt x="537" y="106"/>
                    <a:pt x="374" y="106"/>
                  </a:cubicBezTo>
                  <a:cubicBezTo>
                    <a:pt x="304" y="106"/>
                    <a:pt x="235" y="89"/>
                    <a:pt x="180" y="41"/>
                  </a:cubicBezTo>
                  <a:cubicBezTo>
                    <a:pt x="161" y="25"/>
                    <a:pt x="142" y="18"/>
                    <a:pt x="123" y="18"/>
                  </a:cubicBezTo>
                  <a:cubicBezTo>
                    <a:pt x="55" y="18"/>
                    <a:pt x="0" y="109"/>
                    <a:pt x="66" y="167"/>
                  </a:cubicBezTo>
                  <a:cubicBezTo>
                    <a:pt x="149" y="238"/>
                    <a:pt x="255" y="275"/>
                    <a:pt x="361" y="275"/>
                  </a:cubicBezTo>
                  <a:cubicBezTo>
                    <a:pt x="366" y="275"/>
                    <a:pt x="370" y="275"/>
                    <a:pt x="374" y="275"/>
                  </a:cubicBezTo>
                  <a:cubicBezTo>
                    <a:pt x="519" y="269"/>
                    <a:pt x="661" y="229"/>
                    <a:pt x="790" y="161"/>
                  </a:cubicBezTo>
                  <a:cubicBezTo>
                    <a:pt x="874" y="114"/>
                    <a:pt x="827" y="1"/>
                    <a:pt x="75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7" name="Google Shape;4547;p41"/>
            <p:cNvSpPr/>
            <p:nvPr/>
          </p:nvSpPr>
          <p:spPr>
            <a:xfrm>
              <a:off x="4509700" y="1937375"/>
              <a:ext cx="17375" cy="28700"/>
            </a:xfrm>
            <a:custGeom>
              <a:avLst/>
              <a:gdLst/>
              <a:ahLst/>
              <a:cxnLst/>
              <a:rect l="l" t="t" r="r" b="b"/>
              <a:pathLst>
                <a:path w="695" h="1148" extrusionOk="0">
                  <a:moveTo>
                    <a:pt x="598" y="0"/>
                  </a:moveTo>
                  <a:cubicBezTo>
                    <a:pt x="596" y="0"/>
                    <a:pt x="594" y="0"/>
                    <a:pt x="593" y="0"/>
                  </a:cubicBezTo>
                  <a:cubicBezTo>
                    <a:pt x="546" y="3"/>
                    <a:pt x="509" y="40"/>
                    <a:pt x="509" y="90"/>
                  </a:cubicBezTo>
                  <a:cubicBezTo>
                    <a:pt x="519" y="389"/>
                    <a:pt x="485" y="848"/>
                    <a:pt x="383" y="969"/>
                  </a:cubicBezTo>
                  <a:cubicBezTo>
                    <a:pt x="318" y="895"/>
                    <a:pt x="226" y="562"/>
                    <a:pt x="176" y="216"/>
                  </a:cubicBezTo>
                  <a:cubicBezTo>
                    <a:pt x="168" y="174"/>
                    <a:pt x="133" y="144"/>
                    <a:pt x="92" y="144"/>
                  </a:cubicBezTo>
                  <a:cubicBezTo>
                    <a:pt x="88" y="144"/>
                    <a:pt x="85" y="145"/>
                    <a:pt x="81" y="145"/>
                  </a:cubicBezTo>
                  <a:cubicBezTo>
                    <a:pt x="34" y="151"/>
                    <a:pt x="0" y="195"/>
                    <a:pt x="10" y="241"/>
                  </a:cubicBezTo>
                  <a:cubicBezTo>
                    <a:pt x="53" y="549"/>
                    <a:pt x="155" y="1074"/>
                    <a:pt x="333" y="1138"/>
                  </a:cubicBezTo>
                  <a:cubicBezTo>
                    <a:pt x="349" y="1145"/>
                    <a:pt x="367" y="1148"/>
                    <a:pt x="383" y="1148"/>
                  </a:cubicBezTo>
                  <a:cubicBezTo>
                    <a:pt x="420" y="1148"/>
                    <a:pt x="457" y="1132"/>
                    <a:pt x="485" y="1108"/>
                  </a:cubicBezTo>
                  <a:cubicBezTo>
                    <a:pt x="694" y="922"/>
                    <a:pt x="685" y="222"/>
                    <a:pt x="679" y="84"/>
                  </a:cubicBezTo>
                  <a:cubicBezTo>
                    <a:pt x="679" y="36"/>
                    <a:pt x="642" y="0"/>
                    <a:pt x="59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8" name="Google Shape;4548;p41"/>
            <p:cNvSpPr/>
            <p:nvPr/>
          </p:nvSpPr>
          <p:spPr>
            <a:xfrm>
              <a:off x="4762450" y="1979950"/>
              <a:ext cx="19625" cy="25225"/>
            </a:xfrm>
            <a:custGeom>
              <a:avLst/>
              <a:gdLst/>
              <a:ahLst/>
              <a:cxnLst/>
              <a:rect l="l" t="t" r="r" b="b"/>
              <a:pathLst>
                <a:path w="785" h="1009" extrusionOk="0">
                  <a:moveTo>
                    <a:pt x="239" y="0"/>
                  </a:moveTo>
                  <a:cubicBezTo>
                    <a:pt x="204" y="0"/>
                    <a:pt x="169" y="20"/>
                    <a:pt x="158" y="65"/>
                  </a:cubicBezTo>
                  <a:cubicBezTo>
                    <a:pt x="93" y="348"/>
                    <a:pt x="1" y="839"/>
                    <a:pt x="99" y="962"/>
                  </a:cubicBezTo>
                  <a:cubicBezTo>
                    <a:pt x="124" y="990"/>
                    <a:pt x="158" y="1008"/>
                    <a:pt x="195" y="1008"/>
                  </a:cubicBezTo>
                  <a:cubicBezTo>
                    <a:pt x="355" y="1008"/>
                    <a:pt x="584" y="660"/>
                    <a:pt x="747" y="367"/>
                  </a:cubicBezTo>
                  <a:cubicBezTo>
                    <a:pt x="785" y="299"/>
                    <a:pt x="728" y="239"/>
                    <a:pt x="670" y="239"/>
                  </a:cubicBezTo>
                  <a:cubicBezTo>
                    <a:pt x="644" y="239"/>
                    <a:pt x="617" y="252"/>
                    <a:pt x="599" y="284"/>
                  </a:cubicBezTo>
                  <a:cubicBezTo>
                    <a:pt x="466" y="524"/>
                    <a:pt x="306" y="749"/>
                    <a:pt x="226" y="817"/>
                  </a:cubicBezTo>
                  <a:cubicBezTo>
                    <a:pt x="213" y="694"/>
                    <a:pt x="263" y="373"/>
                    <a:pt x="325" y="105"/>
                  </a:cubicBezTo>
                  <a:cubicBezTo>
                    <a:pt x="339" y="40"/>
                    <a:pt x="289" y="0"/>
                    <a:pt x="2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052" name="Picture 4">
            <a:extLst>
              <a:ext uri="{FF2B5EF4-FFF2-40B4-BE49-F238E27FC236}">
                <a16:creationId xmlns:a16="http://schemas.microsoft.com/office/drawing/2014/main" id="{D6EA803F-F8AD-8896-D9CF-C1634DB251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39549" y="1578082"/>
            <a:ext cx="4047695" cy="134242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09E8E84-426E-40DD-AFC4-6F175D3DCCD1}">
              <a14:hiddenFill xmlns:a14="http://schemas.microsoft.com/office/drawing/2010/main">
                <a:solidFill>
                  <a:srgbClr val="FFFFFF"/>
                </a:solidFill>
              </a14:hiddenFill>
            </a:ext>
          </a:extLst>
        </p:spPr>
      </p:pic>
      <p:grpSp>
        <p:nvGrpSpPr>
          <p:cNvPr id="2" name="Google Shape;3835;p36">
            <a:extLst>
              <a:ext uri="{FF2B5EF4-FFF2-40B4-BE49-F238E27FC236}">
                <a16:creationId xmlns:a16="http://schemas.microsoft.com/office/drawing/2014/main" id="{4B147FEF-75DB-D5F5-2C69-BE308885F8BD}"/>
              </a:ext>
            </a:extLst>
          </p:cNvPr>
          <p:cNvGrpSpPr/>
          <p:nvPr/>
        </p:nvGrpSpPr>
        <p:grpSpPr>
          <a:xfrm flipH="1">
            <a:off x="940090" y="693922"/>
            <a:ext cx="1203192" cy="946780"/>
            <a:chOff x="3930500" y="895625"/>
            <a:chExt cx="973850" cy="766375"/>
          </a:xfrm>
        </p:grpSpPr>
        <p:sp>
          <p:nvSpPr>
            <p:cNvPr id="3" name="Google Shape;3836;p36">
              <a:extLst>
                <a:ext uri="{FF2B5EF4-FFF2-40B4-BE49-F238E27FC236}">
                  <a16:creationId xmlns:a16="http://schemas.microsoft.com/office/drawing/2014/main" id="{E1016154-76B1-58ED-9CF0-1CBDAD4A1E68}"/>
                </a:ext>
              </a:extLst>
            </p:cNvPr>
            <p:cNvSpPr/>
            <p:nvPr/>
          </p:nvSpPr>
          <p:spPr>
            <a:xfrm>
              <a:off x="3938650" y="895625"/>
              <a:ext cx="965700" cy="766375"/>
            </a:xfrm>
            <a:custGeom>
              <a:avLst/>
              <a:gdLst/>
              <a:ahLst/>
              <a:cxnLst/>
              <a:rect l="l" t="t" r="r" b="b"/>
              <a:pathLst>
                <a:path w="38628" h="30655" extrusionOk="0">
                  <a:moveTo>
                    <a:pt x="16344" y="24028"/>
                  </a:moveTo>
                  <a:lnTo>
                    <a:pt x="16344" y="24028"/>
                  </a:lnTo>
                  <a:cubicBezTo>
                    <a:pt x="17396" y="24287"/>
                    <a:pt x="19197" y="24735"/>
                    <a:pt x="21115" y="25203"/>
                  </a:cubicBezTo>
                  <a:cubicBezTo>
                    <a:pt x="21365" y="25262"/>
                    <a:pt x="21621" y="25317"/>
                    <a:pt x="21883" y="25370"/>
                  </a:cubicBezTo>
                  <a:cubicBezTo>
                    <a:pt x="20008" y="25049"/>
                    <a:pt x="18157" y="24602"/>
                    <a:pt x="16344" y="24028"/>
                  </a:cubicBezTo>
                  <a:close/>
                  <a:moveTo>
                    <a:pt x="14962" y="0"/>
                  </a:moveTo>
                  <a:cubicBezTo>
                    <a:pt x="13865" y="0"/>
                    <a:pt x="11350" y="2719"/>
                    <a:pt x="11350" y="2719"/>
                  </a:cubicBezTo>
                  <a:cubicBezTo>
                    <a:pt x="10481" y="3589"/>
                    <a:pt x="8818" y="4159"/>
                    <a:pt x="7936" y="5905"/>
                  </a:cubicBezTo>
                  <a:cubicBezTo>
                    <a:pt x="7927" y="5905"/>
                    <a:pt x="7918" y="5905"/>
                    <a:pt x="7911" y="5908"/>
                  </a:cubicBezTo>
                  <a:lnTo>
                    <a:pt x="6684" y="4705"/>
                  </a:lnTo>
                  <a:cubicBezTo>
                    <a:pt x="6665" y="4687"/>
                    <a:pt x="6645" y="4680"/>
                    <a:pt x="6626" y="4680"/>
                  </a:cubicBezTo>
                  <a:cubicBezTo>
                    <a:pt x="6561" y="4680"/>
                    <a:pt x="6507" y="4764"/>
                    <a:pt x="6567" y="4825"/>
                  </a:cubicBezTo>
                  <a:lnTo>
                    <a:pt x="7850" y="6087"/>
                  </a:lnTo>
                  <a:cubicBezTo>
                    <a:pt x="7631" y="6571"/>
                    <a:pt x="7467" y="7145"/>
                    <a:pt x="7396" y="7830"/>
                  </a:cubicBezTo>
                  <a:lnTo>
                    <a:pt x="5265" y="6766"/>
                  </a:lnTo>
                  <a:cubicBezTo>
                    <a:pt x="5250" y="6758"/>
                    <a:pt x="5236" y="6755"/>
                    <a:pt x="5223" y="6755"/>
                  </a:cubicBezTo>
                  <a:cubicBezTo>
                    <a:pt x="5145" y="6755"/>
                    <a:pt x="5101" y="6872"/>
                    <a:pt x="5188" y="6917"/>
                  </a:cubicBezTo>
                  <a:lnTo>
                    <a:pt x="7220" y="7934"/>
                  </a:lnTo>
                  <a:cubicBezTo>
                    <a:pt x="7230" y="7953"/>
                    <a:pt x="7245" y="7968"/>
                    <a:pt x="7264" y="7978"/>
                  </a:cubicBezTo>
                  <a:lnTo>
                    <a:pt x="7378" y="8036"/>
                  </a:lnTo>
                  <a:cubicBezTo>
                    <a:pt x="7347" y="8468"/>
                    <a:pt x="7347" y="8903"/>
                    <a:pt x="7378" y="9335"/>
                  </a:cubicBezTo>
                  <a:lnTo>
                    <a:pt x="5200" y="8962"/>
                  </a:lnTo>
                  <a:cubicBezTo>
                    <a:pt x="5194" y="8961"/>
                    <a:pt x="5189" y="8960"/>
                    <a:pt x="5183" y="8960"/>
                  </a:cubicBezTo>
                  <a:cubicBezTo>
                    <a:pt x="5084" y="8960"/>
                    <a:pt x="5064" y="9111"/>
                    <a:pt x="5169" y="9128"/>
                  </a:cubicBezTo>
                  <a:lnTo>
                    <a:pt x="7350" y="9501"/>
                  </a:lnTo>
                  <a:cubicBezTo>
                    <a:pt x="7356" y="9504"/>
                    <a:pt x="7365" y="9507"/>
                    <a:pt x="7372" y="9511"/>
                  </a:cubicBezTo>
                  <a:lnTo>
                    <a:pt x="7393" y="9514"/>
                  </a:lnTo>
                  <a:cubicBezTo>
                    <a:pt x="7424" y="9911"/>
                    <a:pt x="7480" y="10337"/>
                    <a:pt x="7563" y="10797"/>
                  </a:cubicBezTo>
                  <a:cubicBezTo>
                    <a:pt x="7591" y="11083"/>
                    <a:pt x="7643" y="11367"/>
                    <a:pt x="7717" y="11645"/>
                  </a:cubicBezTo>
                  <a:cubicBezTo>
                    <a:pt x="7998" y="14738"/>
                    <a:pt x="1999" y="14368"/>
                    <a:pt x="404" y="16361"/>
                  </a:cubicBezTo>
                  <a:cubicBezTo>
                    <a:pt x="198" y="16620"/>
                    <a:pt x="108" y="16823"/>
                    <a:pt x="117" y="16987"/>
                  </a:cubicBezTo>
                  <a:cubicBezTo>
                    <a:pt x="87" y="16999"/>
                    <a:pt x="59" y="17015"/>
                    <a:pt x="34" y="17033"/>
                  </a:cubicBezTo>
                  <a:cubicBezTo>
                    <a:pt x="12" y="17048"/>
                    <a:pt x="3" y="17073"/>
                    <a:pt x="3" y="17098"/>
                  </a:cubicBezTo>
                  <a:cubicBezTo>
                    <a:pt x="0" y="17147"/>
                    <a:pt x="37" y="17184"/>
                    <a:pt x="83" y="17187"/>
                  </a:cubicBezTo>
                  <a:cubicBezTo>
                    <a:pt x="105" y="17184"/>
                    <a:pt x="124" y="17178"/>
                    <a:pt x="139" y="17166"/>
                  </a:cubicBezTo>
                  <a:cubicBezTo>
                    <a:pt x="145" y="17160"/>
                    <a:pt x="151" y="17156"/>
                    <a:pt x="161" y="17150"/>
                  </a:cubicBezTo>
                  <a:cubicBezTo>
                    <a:pt x="327" y="17437"/>
                    <a:pt x="916" y="17535"/>
                    <a:pt x="1732" y="17535"/>
                  </a:cubicBezTo>
                  <a:cubicBezTo>
                    <a:pt x="3400" y="17535"/>
                    <a:pt x="6011" y="17126"/>
                    <a:pt x="7871" y="17089"/>
                  </a:cubicBezTo>
                  <a:cubicBezTo>
                    <a:pt x="7889" y="17088"/>
                    <a:pt x="7907" y="17088"/>
                    <a:pt x="7925" y="17088"/>
                  </a:cubicBezTo>
                  <a:cubicBezTo>
                    <a:pt x="9552" y="17088"/>
                    <a:pt x="8848" y="18623"/>
                    <a:pt x="8442" y="19642"/>
                  </a:cubicBezTo>
                  <a:cubicBezTo>
                    <a:pt x="8029" y="20669"/>
                    <a:pt x="4167" y="20380"/>
                    <a:pt x="2523" y="22643"/>
                  </a:cubicBezTo>
                  <a:cubicBezTo>
                    <a:pt x="2403" y="22807"/>
                    <a:pt x="2332" y="22952"/>
                    <a:pt x="2304" y="23075"/>
                  </a:cubicBezTo>
                  <a:lnTo>
                    <a:pt x="2252" y="23115"/>
                  </a:lnTo>
                  <a:cubicBezTo>
                    <a:pt x="2190" y="23165"/>
                    <a:pt x="2224" y="23263"/>
                    <a:pt x="2301" y="23266"/>
                  </a:cubicBezTo>
                  <a:cubicBezTo>
                    <a:pt x="2388" y="23666"/>
                    <a:pt x="3108" y="23793"/>
                    <a:pt x="4185" y="23793"/>
                  </a:cubicBezTo>
                  <a:cubicBezTo>
                    <a:pt x="6067" y="23793"/>
                    <a:pt x="9038" y="23405"/>
                    <a:pt x="11621" y="23405"/>
                  </a:cubicBezTo>
                  <a:cubicBezTo>
                    <a:pt x="12178" y="23405"/>
                    <a:pt x="12717" y="23423"/>
                    <a:pt x="13222" y="23467"/>
                  </a:cubicBezTo>
                  <a:cubicBezTo>
                    <a:pt x="13849" y="23522"/>
                    <a:pt x="14549" y="23633"/>
                    <a:pt x="15311" y="23781"/>
                  </a:cubicBezTo>
                  <a:cubicBezTo>
                    <a:pt x="15304" y="23822"/>
                    <a:pt x="15329" y="23855"/>
                    <a:pt x="15366" y="23871"/>
                  </a:cubicBezTo>
                  <a:cubicBezTo>
                    <a:pt x="15425" y="23893"/>
                    <a:pt x="21322" y="26141"/>
                    <a:pt x="28687" y="26141"/>
                  </a:cubicBezTo>
                  <a:cubicBezTo>
                    <a:pt x="28943" y="26141"/>
                    <a:pt x="29202" y="26138"/>
                    <a:pt x="29464" y="26132"/>
                  </a:cubicBezTo>
                  <a:cubicBezTo>
                    <a:pt x="29511" y="26132"/>
                    <a:pt x="29548" y="26092"/>
                    <a:pt x="29548" y="26045"/>
                  </a:cubicBezTo>
                  <a:lnTo>
                    <a:pt x="29548" y="26036"/>
                  </a:lnTo>
                  <a:cubicBezTo>
                    <a:pt x="29545" y="26021"/>
                    <a:pt x="29538" y="26008"/>
                    <a:pt x="29529" y="25996"/>
                  </a:cubicBezTo>
                  <a:cubicBezTo>
                    <a:pt x="30615" y="25910"/>
                    <a:pt x="31639" y="25697"/>
                    <a:pt x="32564" y="25321"/>
                  </a:cubicBezTo>
                  <a:cubicBezTo>
                    <a:pt x="33384" y="24987"/>
                    <a:pt x="34149" y="24531"/>
                    <a:pt x="34834" y="23967"/>
                  </a:cubicBezTo>
                  <a:lnTo>
                    <a:pt x="34834" y="23967"/>
                  </a:lnTo>
                  <a:cubicBezTo>
                    <a:pt x="34655" y="24824"/>
                    <a:pt x="34057" y="25956"/>
                    <a:pt x="32515" y="27183"/>
                  </a:cubicBezTo>
                  <a:cubicBezTo>
                    <a:pt x="31679" y="27847"/>
                    <a:pt x="30496" y="28096"/>
                    <a:pt x="29126" y="28096"/>
                  </a:cubicBezTo>
                  <a:cubicBezTo>
                    <a:pt x="25189" y="28096"/>
                    <a:pt x="19709" y="26040"/>
                    <a:pt x="16510" y="25857"/>
                  </a:cubicBezTo>
                  <a:cubicBezTo>
                    <a:pt x="16415" y="25852"/>
                    <a:pt x="16321" y="25849"/>
                    <a:pt x="16227" y="25849"/>
                  </a:cubicBezTo>
                  <a:cubicBezTo>
                    <a:pt x="12587" y="25849"/>
                    <a:pt x="9736" y="29868"/>
                    <a:pt x="12626" y="29868"/>
                  </a:cubicBezTo>
                  <a:cubicBezTo>
                    <a:pt x="13048" y="29868"/>
                    <a:pt x="13592" y="29782"/>
                    <a:pt x="14274" y="29586"/>
                  </a:cubicBezTo>
                  <a:cubicBezTo>
                    <a:pt x="15055" y="29362"/>
                    <a:pt x="15868" y="29272"/>
                    <a:pt x="16705" y="29272"/>
                  </a:cubicBezTo>
                  <a:cubicBezTo>
                    <a:pt x="19995" y="29272"/>
                    <a:pt x="23653" y="30654"/>
                    <a:pt x="27184" y="30654"/>
                  </a:cubicBezTo>
                  <a:cubicBezTo>
                    <a:pt x="29049" y="30654"/>
                    <a:pt x="30878" y="30269"/>
                    <a:pt x="32598" y="29090"/>
                  </a:cubicBezTo>
                  <a:cubicBezTo>
                    <a:pt x="38399" y="25111"/>
                    <a:pt x="36574" y="22039"/>
                    <a:pt x="36574" y="22039"/>
                  </a:cubicBezTo>
                  <a:lnTo>
                    <a:pt x="36574" y="22039"/>
                  </a:lnTo>
                  <a:lnTo>
                    <a:pt x="36537" y="22045"/>
                  </a:lnTo>
                  <a:cubicBezTo>
                    <a:pt x="38628" y="18807"/>
                    <a:pt x="38492" y="14152"/>
                    <a:pt x="35136" y="10297"/>
                  </a:cubicBezTo>
                  <a:cubicBezTo>
                    <a:pt x="32833" y="7648"/>
                    <a:pt x="29882" y="7064"/>
                    <a:pt x="27365" y="7064"/>
                  </a:cubicBezTo>
                  <a:cubicBezTo>
                    <a:pt x="25383" y="7064"/>
                    <a:pt x="23670" y="7426"/>
                    <a:pt x="22751" y="7426"/>
                  </a:cubicBezTo>
                  <a:cubicBezTo>
                    <a:pt x="22389" y="7426"/>
                    <a:pt x="22150" y="7370"/>
                    <a:pt x="22068" y="7213"/>
                  </a:cubicBezTo>
                  <a:cubicBezTo>
                    <a:pt x="21954" y="6991"/>
                    <a:pt x="22482" y="3302"/>
                    <a:pt x="21865" y="3095"/>
                  </a:cubicBezTo>
                  <a:cubicBezTo>
                    <a:pt x="21833" y="3085"/>
                    <a:pt x="21797" y="3080"/>
                    <a:pt x="21757" y="3080"/>
                  </a:cubicBezTo>
                  <a:cubicBezTo>
                    <a:pt x="21037" y="3080"/>
                    <a:pt x="19148" y="4753"/>
                    <a:pt x="18367" y="4946"/>
                  </a:cubicBezTo>
                  <a:cubicBezTo>
                    <a:pt x="18312" y="4960"/>
                    <a:pt x="18249" y="4966"/>
                    <a:pt x="18181" y="4966"/>
                  </a:cubicBezTo>
                  <a:cubicBezTo>
                    <a:pt x="17224" y="4966"/>
                    <a:pt x="15073" y="3712"/>
                    <a:pt x="15073" y="3712"/>
                  </a:cubicBezTo>
                  <a:cubicBezTo>
                    <a:pt x="15073" y="3712"/>
                    <a:pt x="16103" y="214"/>
                    <a:pt x="15073" y="11"/>
                  </a:cubicBezTo>
                  <a:cubicBezTo>
                    <a:pt x="15038" y="4"/>
                    <a:pt x="15001" y="0"/>
                    <a:pt x="14962"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3837;p36">
              <a:extLst>
                <a:ext uri="{FF2B5EF4-FFF2-40B4-BE49-F238E27FC236}">
                  <a16:creationId xmlns:a16="http://schemas.microsoft.com/office/drawing/2014/main" id="{A866A958-1327-A634-2029-753BA064BC41}"/>
                </a:ext>
              </a:extLst>
            </p:cNvPr>
            <p:cNvSpPr/>
            <p:nvPr/>
          </p:nvSpPr>
          <p:spPr>
            <a:xfrm>
              <a:off x="3930500" y="895625"/>
              <a:ext cx="973850" cy="766350"/>
            </a:xfrm>
            <a:custGeom>
              <a:avLst/>
              <a:gdLst/>
              <a:ahLst/>
              <a:cxnLst/>
              <a:rect l="l" t="t" r="r" b="b"/>
              <a:pathLst>
                <a:path w="38954" h="30654" extrusionOk="0">
                  <a:moveTo>
                    <a:pt x="15288" y="0"/>
                  </a:moveTo>
                  <a:cubicBezTo>
                    <a:pt x="14191" y="0"/>
                    <a:pt x="11676" y="2719"/>
                    <a:pt x="11676" y="2719"/>
                  </a:cubicBezTo>
                  <a:cubicBezTo>
                    <a:pt x="10236" y="4159"/>
                    <a:pt x="6600" y="4782"/>
                    <a:pt x="7994" y="11327"/>
                  </a:cubicBezTo>
                  <a:cubicBezTo>
                    <a:pt x="8725" y="14766"/>
                    <a:pt x="2374" y="14303"/>
                    <a:pt x="730" y="16364"/>
                  </a:cubicBezTo>
                  <a:cubicBezTo>
                    <a:pt x="0" y="17276"/>
                    <a:pt x="728" y="17535"/>
                    <a:pt x="2056" y="17535"/>
                  </a:cubicBezTo>
                  <a:cubicBezTo>
                    <a:pt x="3723" y="17535"/>
                    <a:pt x="6336" y="17126"/>
                    <a:pt x="8197" y="17089"/>
                  </a:cubicBezTo>
                  <a:cubicBezTo>
                    <a:pt x="8215" y="17088"/>
                    <a:pt x="8233" y="17088"/>
                    <a:pt x="8251" y="17088"/>
                  </a:cubicBezTo>
                  <a:cubicBezTo>
                    <a:pt x="9878" y="17088"/>
                    <a:pt x="9174" y="18623"/>
                    <a:pt x="8768" y="19642"/>
                  </a:cubicBezTo>
                  <a:cubicBezTo>
                    <a:pt x="8355" y="20669"/>
                    <a:pt x="4493" y="20380"/>
                    <a:pt x="2849" y="22643"/>
                  </a:cubicBezTo>
                  <a:cubicBezTo>
                    <a:pt x="2194" y="23543"/>
                    <a:pt x="3003" y="23793"/>
                    <a:pt x="4512" y="23793"/>
                  </a:cubicBezTo>
                  <a:cubicBezTo>
                    <a:pt x="6394" y="23793"/>
                    <a:pt x="9365" y="23405"/>
                    <a:pt x="11948" y="23405"/>
                  </a:cubicBezTo>
                  <a:cubicBezTo>
                    <a:pt x="12504" y="23405"/>
                    <a:pt x="13043" y="23423"/>
                    <a:pt x="13548" y="23467"/>
                  </a:cubicBezTo>
                  <a:cubicBezTo>
                    <a:pt x="17186" y="23782"/>
                    <a:pt x="23381" y="26045"/>
                    <a:pt x="28574" y="26045"/>
                  </a:cubicBezTo>
                  <a:cubicBezTo>
                    <a:pt x="30136" y="26045"/>
                    <a:pt x="31606" y="25841"/>
                    <a:pt x="32890" y="25317"/>
                  </a:cubicBezTo>
                  <a:cubicBezTo>
                    <a:pt x="33710" y="24984"/>
                    <a:pt x="34475" y="24528"/>
                    <a:pt x="35157" y="23963"/>
                  </a:cubicBezTo>
                  <a:lnTo>
                    <a:pt x="35157" y="23963"/>
                  </a:lnTo>
                  <a:cubicBezTo>
                    <a:pt x="34981" y="24821"/>
                    <a:pt x="34383" y="25953"/>
                    <a:pt x="32838" y="27180"/>
                  </a:cubicBezTo>
                  <a:cubicBezTo>
                    <a:pt x="32003" y="27845"/>
                    <a:pt x="30819" y="28094"/>
                    <a:pt x="29448" y="28094"/>
                  </a:cubicBezTo>
                  <a:cubicBezTo>
                    <a:pt x="25512" y="28094"/>
                    <a:pt x="20034" y="26039"/>
                    <a:pt x="16836" y="25854"/>
                  </a:cubicBezTo>
                  <a:cubicBezTo>
                    <a:pt x="16741" y="25849"/>
                    <a:pt x="16647" y="25846"/>
                    <a:pt x="16553" y="25846"/>
                  </a:cubicBezTo>
                  <a:cubicBezTo>
                    <a:pt x="12910" y="25846"/>
                    <a:pt x="10061" y="29868"/>
                    <a:pt x="12950" y="29868"/>
                  </a:cubicBezTo>
                  <a:cubicBezTo>
                    <a:pt x="13372" y="29868"/>
                    <a:pt x="13916" y="29782"/>
                    <a:pt x="14597" y="29586"/>
                  </a:cubicBezTo>
                  <a:cubicBezTo>
                    <a:pt x="15379" y="29361"/>
                    <a:pt x="16193" y="29271"/>
                    <a:pt x="17031" y="29271"/>
                  </a:cubicBezTo>
                  <a:cubicBezTo>
                    <a:pt x="20320" y="29271"/>
                    <a:pt x="23979" y="30654"/>
                    <a:pt x="27509" y="30654"/>
                  </a:cubicBezTo>
                  <a:cubicBezTo>
                    <a:pt x="29373" y="30654"/>
                    <a:pt x="31201" y="30268"/>
                    <a:pt x="32921" y="29090"/>
                  </a:cubicBezTo>
                  <a:cubicBezTo>
                    <a:pt x="38725" y="25108"/>
                    <a:pt x="36900" y="22039"/>
                    <a:pt x="36900" y="22039"/>
                  </a:cubicBezTo>
                  <a:lnTo>
                    <a:pt x="36900" y="22039"/>
                  </a:lnTo>
                  <a:lnTo>
                    <a:pt x="36863" y="22045"/>
                  </a:lnTo>
                  <a:cubicBezTo>
                    <a:pt x="38954" y="18807"/>
                    <a:pt x="38818" y="14152"/>
                    <a:pt x="35462" y="10297"/>
                  </a:cubicBezTo>
                  <a:cubicBezTo>
                    <a:pt x="33159" y="7648"/>
                    <a:pt x="30208" y="7064"/>
                    <a:pt x="27691" y="7064"/>
                  </a:cubicBezTo>
                  <a:cubicBezTo>
                    <a:pt x="25709" y="7064"/>
                    <a:pt x="23996" y="7426"/>
                    <a:pt x="23077" y="7426"/>
                  </a:cubicBezTo>
                  <a:cubicBezTo>
                    <a:pt x="22715" y="7426"/>
                    <a:pt x="22476" y="7370"/>
                    <a:pt x="22394" y="7213"/>
                  </a:cubicBezTo>
                  <a:cubicBezTo>
                    <a:pt x="22280" y="6991"/>
                    <a:pt x="22808" y="3302"/>
                    <a:pt x="22191" y="3095"/>
                  </a:cubicBezTo>
                  <a:cubicBezTo>
                    <a:pt x="22159" y="3085"/>
                    <a:pt x="22123" y="3080"/>
                    <a:pt x="22083" y="3080"/>
                  </a:cubicBezTo>
                  <a:cubicBezTo>
                    <a:pt x="21363" y="3080"/>
                    <a:pt x="19474" y="4753"/>
                    <a:pt x="18693" y="4946"/>
                  </a:cubicBezTo>
                  <a:cubicBezTo>
                    <a:pt x="18638" y="4960"/>
                    <a:pt x="18575" y="4966"/>
                    <a:pt x="18507" y="4966"/>
                  </a:cubicBezTo>
                  <a:cubicBezTo>
                    <a:pt x="17550" y="4966"/>
                    <a:pt x="15399" y="3712"/>
                    <a:pt x="15399" y="3712"/>
                  </a:cubicBezTo>
                  <a:cubicBezTo>
                    <a:pt x="15399" y="3712"/>
                    <a:pt x="16429" y="214"/>
                    <a:pt x="15399" y="11"/>
                  </a:cubicBezTo>
                  <a:cubicBezTo>
                    <a:pt x="15364" y="4"/>
                    <a:pt x="15327" y="0"/>
                    <a:pt x="1528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3838;p36">
              <a:extLst>
                <a:ext uri="{FF2B5EF4-FFF2-40B4-BE49-F238E27FC236}">
                  <a16:creationId xmlns:a16="http://schemas.microsoft.com/office/drawing/2014/main" id="{51020DB7-CE22-445C-8D6F-BA69BAAD7071}"/>
                </a:ext>
              </a:extLst>
            </p:cNvPr>
            <p:cNvSpPr/>
            <p:nvPr/>
          </p:nvSpPr>
          <p:spPr>
            <a:xfrm>
              <a:off x="3937875" y="1315725"/>
              <a:ext cx="57300" cy="9600"/>
            </a:xfrm>
            <a:custGeom>
              <a:avLst/>
              <a:gdLst/>
              <a:ahLst/>
              <a:cxnLst/>
              <a:rect l="l" t="t" r="r" b="b"/>
              <a:pathLst>
                <a:path w="2292" h="384" extrusionOk="0">
                  <a:moveTo>
                    <a:pt x="2178" y="1"/>
                  </a:moveTo>
                  <a:cubicBezTo>
                    <a:pt x="1872" y="1"/>
                    <a:pt x="336" y="13"/>
                    <a:pt x="62" y="232"/>
                  </a:cubicBezTo>
                  <a:cubicBezTo>
                    <a:pt x="0" y="282"/>
                    <a:pt x="34" y="380"/>
                    <a:pt x="114" y="383"/>
                  </a:cubicBezTo>
                  <a:cubicBezTo>
                    <a:pt x="136" y="380"/>
                    <a:pt x="155" y="374"/>
                    <a:pt x="170" y="362"/>
                  </a:cubicBezTo>
                  <a:cubicBezTo>
                    <a:pt x="343" y="223"/>
                    <a:pt x="1493" y="170"/>
                    <a:pt x="2178" y="170"/>
                  </a:cubicBezTo>
                  <a:cubicBezTo>
                    <a:pt x="2292" y="170"/>
                    <a:pt x="2292" y="1"/>
                    <a:pt x="21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3839;p36">
              <a:extLst>
                <a:ext uri="{FF2B5EF4-FFF2-40B4-BE49-F238E27FC236}">
                  <a16:creationId xmlns:a16="http://schemas.microsoft.com/office/drawing/2014/main" id="{49A16B81-D17E-1391-DA0C-4CF312435C04}"/>
                </a:ext>
              </a:extLst>
            </p:cNvPr>
            <p:cNvSpPr/>
            <p:nvPr/>
          </p:nvSpPr>
          <p:spPr>
            <a:xfrm>
              <a:off x="3943575" y="1299825"/>
              <a:ext cx="43900" cy="16250"/>
            </a:xfrm>
            <a:custGeom>
              <a:avLst/>
              <a:gdLst/>
              <a:ahLst/>
              <a:cxnLst/>
              <a:rect l="l" t="t" r="r" b="b"/>
              <a:pathLst>
                <a:path w="1756" h="650" extrusionOk="0">
                  <a:moveTo>
                    <a:pt x="1636" y="0"/>
                  </a:moveTo>
                  <a:cubicBezTo>
                    <a:pt x="1631" y="0"/>
                    <a:pt x="1626" y="1"/>
                    <a:pt x="1620" y="1"/>
                  </a:cubicBezTo>
                  <a:cubicBezTo>
                    <a:pt x="1586" y="8"/>
                    <a:pt x="753" y="116"/>
                    <a:pt x="59" y="489"/>
                  </a:cubicBezTo>
                  <a:cubicBezTo>
                    <a:pt x="16" y="510"/>
                    <a:pt x="1" y="563"/>
                    <a:pt x="22" y="603"/>
                  </a:cubicBezTo>
                  <a:cubicBezTo>
                    <a:pt x="38" y="631"/>
                    <a:pt x="65" y="649"/>
                    <a:pt x="99" y="649"/>
                  </a:cubicBezTo>
                  <a:cubicBezTo>
                    <a:pt x="112" y="646"/>
                    <a:pt x="127" y="643"/>
                    <a:pt x="139" y="637"/>
                  </a:cubicBezTo>
                  <a:cubicBezTo>
                    <a:pt x="802" y="279"/>
                    <a:pt x="1632" y="171"/>
                    <a:pt x="1641" y="171"/>
                  </a:cubicBezTo>
                  <a:cubicBezTo>
                    <a:pt x="1756" y="162"/>
                    <a:pt x="1739" y="0"/>
                    <a:pt x="1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3840;p36">
              <a:extLst>
                <a:ext uri="{FF2B5EF4-FFF2-40B4-BE49-F238E27FC236}">
                  <a16:creationId xmlns:a16="http://schemas.microsoft.com/office/drawing/2014/main" id="{443AFC21-DFE4-5AC9-A004-E2B52D661AC1}"/>
                </a:ext>
              </a:extLst>
            </p:cNvPr>
            <p:cNvSpPr/>
            <p:nvPr/>
          </p:nvSpPr>
          <p:spPr>
            <a:xfrm>
              <a:off x="3993375" y="1453225"/>
              <a:ext cx="59925" cy="24075"/>
            </a:xfrm>
            <a:custGeom>
              <a:avLst/>
              <a:gdLst/>
              <a:ahLst/>
              <a:cxnLst/>
              <a:rect l="l" t="t" r="r" b="b"/>
              <a:pathLst>
                <a:path w="2397" h="963" extrusionOk="0">
                  <a:moveTo>
                    <a:pt x="2280" y="0"/>
                  </a:moveTo>
                  <a:cubicBezTo>
                    <a:pt x="2279" y="0"/>
                    <a:pt x="2278" y="0"/>
                    <a:pt x="2277" y="0"/>
                  </a:cubicBezTo>
                  <a:cubicBezTo>
                    <a:pt x="2222" y="3"/>
                    <a:pt x="920" y="117"/>
                    <a:pt x="63" y="811"/>
                  </a:cubicBezTo>
                  <a:cubicBezTo>
                    <a:pt x="1" y="864"/>
                    <a:pt x="35" y="962"/>
                    <a:pt x="115" y="962"/>
                  </a:cubicBezTo>
                  <a:cubicBezTo>
                    <a:pt x="137" y="962"/>
                    <a:pt x="155" y="956"/>
                    <a:pt x="171" y="944"/>
                  </a:cubicBezTo>
                  <a:cubicBezTo>
                    <a:pt x="985" y="281"/>
                    <a:pt x="2277" y="170"/>
                    <a:pt x="2293" y="170"/>
                  </a:cubicBezTo>
                  <a:cubicBezTo>
                    <a:pt x="2396" y="154"/>
                    <a:pt x="2385" y="0"/>
                    <a:pt x="22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841;p36">
              <a:extLst>
                <a:ext uri="{FF2B5EF4-FFF2-40B4-BE49-F238E27FC236}">
                  <a16:creationId xmlns:a16="http://schemas.microsoft.com/office/drawing/2014/main" id="{1C20E69B-435E-0E6C-4D15-8F38CF5776C9}"/>
                </a:ext>
              </a:extLst>
            </p:cNvPr>
            <p:cNvSpPr/>
            <p:nvPr/>
          </p:nvSpPr>
          <p:spPr>
            <a:xfrm>
              <a:off x="4002650" y="1466475"/>
              <a:ext cx="54600" cy="18775"/>
            </a:xfrm>
            <a:custGeom>
              <a:avLst/>
              <a:gdLst/>
              <a:ahLst/>
              <a:cxnLst/>
              <a:rect l="l" t="t" r="r" b="b"/>
              <a:pathLst>
                <a:path w="2184" h="751" extrusionOk="0">
                  <a:moveTo>
                    <a:pt x="2069" y="0"/>
                  </a:moveTo>
                  <a:cubicBezTo>
                    <a:pt x="2066" y="0"/>
                    <a:pt x="2063" y="0"/>
                    <a:pt x="2060" y="1"/>
                  </a:cubicBezTo>
                  <a:cubicBezTo>
                    <a:pt x="1996" y="10"/>
                    <a:pt x="497" y="220"/>
                    <a:pt x="59" y="602"/>
                  </a:cubicBezTo>
                  <a:cubicBezTo>
                    <a:pt x="0" y="651"/>
                    <a:pt x="37" y="750"/>
                    <a:pt x="114" y="750"/>
                  </a:cubicBezTo>
                  <a:cubicBezTo>
                    <a:pt x="136" y="750"/>
                    <a:pt x="154" y="744"/>
                    <a:pt x="173" y="728"/>
                  </a:cubicBezTo>
                  <a:cubicBezTo>
                    <a:pt x="571" y="380"/>
                    <a:pt x="2070" y="170"/>
                    <a:pt x="2085" y="167"/>
                  </a:cubicBezTo>
                  <a:cubicBezTo>
                    <a:pt x="2184" y="146"/>
                    <a:pt x="2166" y="0"/>
                    <a:pt x="20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3842;p36">
              <a:extLst>
                <a:ext uri="{FF2B5EF4-FFF2-40B4-BE49-F238E27FC236}">
                  <a16:creationId xmlns:a16="http://schemas.microsoft.com/office/drawing/2014/main" id="{7534FFA5-B58C-7B46-4467-E1E679235E7B}"/>
                </a:ext>
              </a:extLst>
            </p:cNvPr>
            <p:cNvSpPr/>
            <p:nvPr/>
          </p:nvSpPr>
          <p:spPr>
            <a:xfrm>
              <a:off x="4127550" y="1072100"/>
              <a:ext cx="413100" cy="223025"/>
            </a:xfrm>
            <a:custGeom>
              <a:avLst/>
              <a:gdLst/>
              <a:ahLst/>
              <a:cxnLst/>
              <a:rect l="l" t="t" r="r" b="b"/>
              <a:pathLst>
                <a:path w="16524" h="8921" extrusionOk="0">
                  <a:moveTo>
                    <a:pt x="7695" y="0"/>
                  </a:moveTo>
                  <a:cubicBezTo>
                    <a:pt x="5563" y="0"/>
                    <a:pt x="1" y="3679"/>
                    <a:pt x="1" y="3679"/>
                  </a:cubicBezTo>
                  <a:cubicBezTo>
                    <a:pt x="380" y="8108"/>
                    <a:pt x="5774" y="8921"/>
                    <a:pt x="7122" y="8921"/>
                  </a:cubicBezTo>
                  <a:cubicBezTo>
                    <a:pt x="7241" y="8921"/>
                    <a:pt x="7329" y="8915"/>
                    <a:pt x="7378" y="8904"/>
                  </a:cubicBezTo>
                  <a:lnTo>
                    <a:pt x="7486" y="8904"/>
                  </a:lnTo>
                  <a:cubicBezTo>
                    <a:pt x="8677" y="8901"/>
                    <a:pt x="9858" y="8666"/>
                    <a:pt x="10959" y="8216"/>
                  </a:cubicBezTo>
                  <a:cubicBezTo>
                    <a:pt x="16523" y="5977"/>
                    <a:pt x="15151" y="1184"/>
                    <a:pt x="15135" y="1135"/>
                  </a:cubicBezTo>
                  <a:cubicBezTo>
                    <a:pt x="15122" y="1092"/>
                    <a:pt x="15089" y="1074"/>
                    <a:pt x="15056" y="1074"/>
                  </a:cubicBezTo>
                  <a:cubicBezTo>
                    <a:pt x="15005" y="1074"/>
                    <a:pt x="14953" y="1118"/>
                    <a:pt x="14972" y="1184"/>
                  </a:cubicBezTo>
                  <a:cubicBezTo>
                    <a:pt x="14978" y="1196"/>
                    <a:pt x="15320" y="2371"/>
                    <a:pt x="14990" y="3799"/>
                  </a:cubicBezTo>
                  <a:cubicBezTo>
                    <a:pt x="14555" y="5684"/>
                    <a:pt x="13140" y="7158"/>
                    <a:pt x="10897" y="8059"/>
                  </a:cubicBezTo>
                  <a:cubicBezTo>
                    <a:pt x="9821" y="8500"/>
                    <a:pt x="8667" y="8728"/>
                    <a:pt x="7505" y="8737"/>
                  </a:cubicBezTo>
                  <a:cubicBezTo>
                    <a:pt x="7967" y="7642"/>
                    <a:pt x="9506" y="1224"/>
                    <a:pt x="8307" y="178"/>
                  </a:cubicBezTo>
                  <a:cubicBezTo>
                    <a:pt x="8165" y="55"/>
                    <a:pt x="7956" y="0"/>
                    <a:pt x="76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3843;p36">
              <a:extLst>
                <a:ext uri="{FF2B5EF4-FFF2-40B4-BE49-F238E27FC236}">
                  <a16:creationId xmlns:a16="http://schemas.microsoft.com/office/drawing/2014/main" id="{80601303-1819-4E4F-7D5F-5EE0A39CB486}"/>
                </a:ext>
              </a:extLst>
            </p:cNvPr>
            <p:cNvSpPr/>
            <p:nvPr/>
          </p:nvSpPr>
          <p:spPr>
            <a:xfrm>
              <a:off x="4255250" y="1112050"/>
              <a:ext cx="70650" cy="69550"/>
            </a:xfrm>
            <a:custGeom>
              <a:avLst/>
              <a:gdLst/>
              <a:ahLst/>
              <a:cxnLst/>
              <a:rect l="l" t="t" r="r" b="b"/>
              <a:pathLst>
                <a:path w="2826" h="2782" extrusionOk="0">
                  <a:moveTo>
                    <a:pt x="1996" y="1"/>
                  </a:moveTo>
                  <a:cubicBezTo>
                    <a:pt x="1967" y="1"/>
                    <a:pt x="1939" y="15"/>
                    <a:pt x="1922" y="49"/>
                  </a:cubicBezTo>
                  <a:lnTo>
                    <a:pt x="679" y="2473"/>
                  </a:lnTo>
                  <a:cubicBezTo>
                    <a:pt x="299" y="2035"/>
                    <a:pt x="432" y="752"/>
                    <a:pt x="521" y="264"/>
                  </a:cubicBezTo>
                  <a:cubicBezTo>
                    <a:pt x="534" y="201"/>
                    <a:pt x="485" y="164"/>
                    <a:pt x="438" y="164"/>
                  </a:cubicBezTo>
                  <a:cubicBezTo>
                    <a:pt x="402" y="164"/>
                    <a:pt x="366" y="186"/>
                    <a:pt x="358" y="234"/>
                  </a:cubicBezTo>
                  <a:cubicBezTo>
                    <a:pt x="343" y="314"/>
                    <a:pt x="0" y="2192"/>
                    <a:pt x="651" y="2676"/>
                  </a:cubicBezTo>
                  <a:cubicBezTo>
                    <a:pt x="749" y="2745"/>
                    <a:pt x="864" y="2781"/>
                    <a:pt x="979" y="2781"/>
                  </a:cubicBezTo>
                  <a:cubicBezTo>
                    <a:pt x="984" y="2781"/>
                    <a:pt x="989" y="2781"/>
                    <a:pt x="993" y="2781"/>
                  </a:cubicBezTo>
                  <a:cubicBezTo>
                    <a:pt x="1712" y="2781"/>
                    <a:pt x="2742" y="1760"/>
                    <a:pt x="2792" y="1711"/>
                  </a:cubicBezTo>
                  <a:cubicBezTo>
                    <a:pt x="2822" y="1677"/>
                    <a:pt x="2825" y="1628"/>
                    <a:pt x="2795" y="1594"/>
                  </a:cubicBezTo>
                  <a:cubicBezTo>
                    <a:pt x="2778" y="1577"/>
                    <a:pt x="2755" y="1568"/>
                    <a:pt x="2733" y="1568"/>
                  </a:cubicBezTo>
                  <a:cubicBezTo>
                    <a:pt x="2711" y="1568"/>
                    <a:pt x="2690" y="1577"/>
                    <a:pt x="2674" y="1594"/>
                  </a:cubicBezTo>
                  <a:cubicBezTo>
                    <a:pt x="2352" y="1913"/>
                    <a:pt x="1527" y="2615"/>
                    <a:pt x="1003" y="2615"/>
                  </a:cubicBezTo>
                  <a:cubicBezTo>
                    <a:pt x="936" y="2615"/>
                    <a:pt x="873" y="2603"/>
                    <a:pt x="818" y="2578"/>
                  </a:cubicBezTo>
                  <a:lnTo>
                    <a:pt x="2073" y="126"/>
                  </a:lnTo>
                  <a:cubicBezTo>
                    <a:pt x="2108" y="58"/>
                    <a:pt x="2052" y="1"/>
                    <a:pt x="1996"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3844;p36">
              <a:extLst>
                <a:ext uri="{FF2B5EF4-FFF2-40B4-BE49-F238E27FC236}">
                  <a16:creationId xmlns:a16="http://schemas.microsoft.com/office/drawing/2014/main" id="{D7A26550-995A-987D-FBE9-B9D4AE48630F}"/>
                </a:ext>
              </a:extLst>
            </p:cNvPr>
            <p:cNvSpPr/>
            <p:nvPr/>
          </p:nvSpPr>
          <p:spPr>
            <a:xfrm>
              <a:off x="4293175" y="1092675"/>
              <a:ext cx="36275" cy="22050"/>
            </a:xfrm>
            <a:custGeom>
              <a:avLst/>
              <a:gdLst/>
              <a:ahLst/>
              <a:cxnLst/>
              <a:rect l="l" t="t" r="r" b="b"/>
              <a:pathLst>
                <a:path w="1451" h="882" extrusionOk="0">
                  <a:moveTo>
                    <a:pt x="1" y="0"/>
                  </a:moveTo>
                  <a:cubicBezTo>
                    <a:pt x="1" y="0"/>
                    <a:pt x="454" y="802"/>
                    <a:pt x="540" y="870"/>
                  </a:cubicBezTo>
                  <a:cubicBezTo>
                    <a:pt x="551" y="878"/>
                    <a:pt x="571" y="882"/>
                    <a:pt x="600" y="882"/>
                  </a:cubicBezTo>
                  <a:cubicBezTo>
                    <a:pt x="811" y="882"/>
                    <a:pt x="1450" y="691"/>
                    <a:pt x="1450" y="691"/>
                  </a:cubicBezTo>
                  <a:cubicBezTo>
                    <a:pt x="1043" y="12"/>
                    <a:pt x="1" y="0"/>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845;p36">
              <a:extLst>
                <a:ext uri="{FF2B5EF4-FFF2-40B4-BE49-F238E27FC236}">
                  <a16:creationId xmlns:a16="http://schemas.microsoft.com/office/drawing/2014/main" id="{15C0B3A4-1D06-503A-1338-3BB060F7B64E}"/>
                </a:ext>
              </a:extLst>
            </p:cNvPr>
            <p:cNvSpPr/>
            <p:nvPr/>
          </p:nvSpPr>
          <p:spPr>
            <a:xfrm>
              <a:off x="4323475" y="1220650"/>
              <a:ext cx="353875" cy="325900"/>
            </a:xfrm>
            <a:custGeom>
              <a:avLst/>
              <a:gdLst/>
              <a:ahLst/>
              <a:cxnLst/>
              <a:rect l="l" t="t" r="r" b="b"/>
              <a:pathLst>
                <a:path w="14155" h="13036" extrusionOk="0">
                  <a:moveTo>
                    <a:pt x="14048" y="0"/>
                  </a:moveTo>
                  <a:cubicBezTo>
                    <a:pt x="14045" y="0"/>
                    <a:pt x="14041" y="0"/>
                    <a:pt x="14037" y="1"/>
                  </a:cubicBezTo>
                  <a:cubicBezTo>
                    <a:pt x="14003" y="4"/>
                    <a:pt x="10574" y="464"/>
                    <a:pt x="9408" y="4038"/>
                  </a:cubicBezTo>
                  <a:cubicBezTo>
                    <a:pt x="8911" y="5565"/>
                    <a:pt x="9300" y="7187"/>
                    <a:pt x="9991" y="8609"/>
                  </a:cubicBezTo>
                  <a:cubicBezTo>
                    <a:pt x="9799" y="8871"/>
                    <a:pt x="9228" y="9407"/>
                    <a:pt x="7772" y="9407"/>
                  </a:cubicBezTo>
                  <a:cubicBezTo>
                    <a:pt x="7235" y="9407"/>
                    <a:pt x="6579" y="9335"/>
                    <a:pt x="5778" y="9149"/>
                  </a:cubicBezTo>
                  <a:cubicBezTo>
                    <a:pt x="5243" y="9025"/>
                    <a:pt x="4742" y="8973"/>
                    <a:pt x="4276" y="8973"/>
                  </a:cubicBezTo>
                  <a:cubicBezTo>
                    <a:pt x="1539" y="8973"/>
                    <a:pt x="1" y="10790"/>
                    <a:pt x="1" y="10790"/>
                  </a:cubicBezTo>
                  <a:cubicBezTo>
                    <a:pt x="1" y="10790"/>
                    <a:pt x="2718" y="11471"/>
                    <a:pt x="5722" y="12202"/>
                  </a:cubicBezTo>
                  <a:cubicBezTo>
                    <a:pt x="9155" y="13035"/>
                    <a:pt x="14155" y="13035"/>
                    <a:pt x="14155" y="13035"/>
                  </a:cubicBezTo>
                  <a:cubicBezTo>
                    <a:pt x="12992" y="12890"/>
                    <a:pt x="10814" y="9627"/>
                    <a:pt x="10225" y="8711"/>
                  </a:cubicBezTo>
                  <a:cubicBezTo>
                    <a:pt x="9500" y="7280"/>
                    <a:pt x="9069" y="5636"/>
                    <a:pt x="9568" y="4091"/>
                  </a:cubicBezTo>
                  <a:cubicBezTo>
                    <a:pt x="10700" y="621"/>
                    <a:pt x="14025" y="174"/>
                    <a:pt x="14059" y="167"/>
                  </a:cubicBezTo>
                  <a:cubicBezTo>
                    <a:pt x="14105" y="161"/>
                    <a:pt x="14139" y="121"/>
                    <a:pt x="14133" y="75"/>
                  </a:cubicBezTo>
                  <a:cubicBezTo>
                    <a:pt x="14127" y="32"/>
                    <a:pt x="14090" y="0"/>
                    <a:pt x="140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3846;p36">
              <a:extLst>
                <a:ext uri="{FF2B5EF4-FFF2-40B4-BE49-F238E27FC236}">
                  <a16:creationId xmlns:a16="http://schemas.microsoft.com/office/drawing/2014/main" id="{301FF61F-7271-A6EF-444D-6860DC425C6B}"/>
                </a:ext>
              </a:extLst>
            </p:cNvPr>
            <p:cNvSpPr/>
            <p:nvPr/>
          </p:nvSpPr>
          <p:spPr>
            <a:xfrm>
              <a:off x="4214550" y="1027475"/>
              <a:ext cx="39250" cy="46625"/>
            </a:xfrm>
            <a:custGeom>
              <a:avLst/>
              <a:gdLst/>
              <a:ahLst/>
              <a:cxnLst/>
              <a:rect l="l" t="t" r="r" b="b"/>
              <a:pathLst>
                <a:path w="1570" h="1865" extrusionOk="0">
                  <a:moveTo>
                    <a:pt x="123" y="1"/>
                  </a:moveTo>
                  <a:cubicBezTo>
                    <a:pt x="48" y="1"/>
                    <a:pt x="1" y="109"/>
                    <a:pt x="80" y="159"/>
                  </a:cubicBezTo>
                  <a:cubicBezTo>
                    <a:pt x="95" y="165"/>
                    <a:pt x="1385" y="905"/>
                    <a:pt x="1267" y="1769"/>
                  </a:cubicBezTo>
                  <a:cubicBezTo>
                    <a:pt x="1261" y="1815"/>
                    <a:pt x="1295" y="1859"/>
                    <a:pt x="1341" y="1865"/>
                  </a:cubicBezTo>
                  <a:lnTo>
                    <a:pt x="1351" y="1865"/>
                  </a:lnTo>
                  <a:cubicBezTo>
                    <a:pt x="1394" y="1865"/>
                    <a:pt x="1431" y="1834"/>
                    <a:pt x="1437" y="1791"/>
                  </a:cubicBezTo>
                  <a:cubicBezTo>
                    <a:pt x="1570" y="813"/>
                    <a:pt x="222" y="42"/>
                    <a:pt x="163" y="11"/>
                  </a:cubicBezTo>
                  <a:cubicBezTo>
                    <a:pt x="149" y="4"/>
                    <a:pt x="136"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847;p36">
              <a:extLst>
                <a:ext uri="{FF2B5EF4-FFF2-40B4-BE49-F238E27FC236}">
                  <a16:creationId xmlns:a16="http://schemas.microsoft.com/office/drawing/2014/main" id="{628CD6D6-E682-C4B5-56DA-913412A43E7B}"/>
                </a:ext>
              </a:extLst>
            </p:cNvPr>
            <p:cNvSpPr/>
            <p:nvPr/>
          </p:nvSpPr>
          <p:spPr>
            <a:xfrm>
              <a:off x="4362025" y="1111475"/>
              <a:ext cx="79750" cy="26175"/>
            </a:xfrm>
            <a:custGeom>
              <a:avLst/>
              <a:gdLst/>
              <a:ahLst/>
              <a:cxnLst/>
              <a:rect l="l" t="t" r="r" b="b"/>
              <a:pathLst>
                <a:path w="3190" h="1047" extrusionOk="0">
                  <a:moveTo>
                    <a:pt x="1835" y="0"/>
                  </a:moveTo>
                  <a:cubicBezTo>
                    <a:pt x="1279" y="0"/>
                    <a:pt x="683" y="303"/>
                    <a:pt x="56" y="901"/>
                  </a:cubicBezTo>
                  <a:cubicBezTo>
                    <a:pt x="1" y="954"/>
                    <a:pt x="38" y="1046"/>
                    <a:pt x="115" y="1046"/>
                  </a:cubicBezTo>
                  <a:cubicBezTo>
                    <a:pt x="137" y="1046"/>
                    <a:pt x="155" y="1037"/>
                    <a:pt x="171" y="1021"/>
                  </a:cubicBezTo>
                  <a:cubicBezTo>
                    <a:pt x="762" y="455"/>
                    <a:pt x="1319" y="168"/>
                    <a:pt x="1830" y="168"/>
                  </a:cubicBezTo>
                  <a:cubicBezTo>
                    <a:pt x="1889" y="168"/>
                    <a:pt x="1948" y="172"/>
                    <a:pt x="2006" y="179"/>
                  </a:cubicBezTo>
                  <a:cubicBezTo>
                    <a:pt x="2657" y="266"/>
                    <a:pt x="3005" y="827"/>
                    <a:pt x="3008" y="833"/>
                  </a:cubicBezTo>
                  <a:cubicBezTo>
                    <a:pt x="3026" y="860"/>
                    <a:pt x="3051" y="872"/>
                    <a:pt x="3076" y="872"/>
                  </a:cubicBezTo>
                  <a:cubicBezTo>
                    <a:pt x="3133" y="872"/>
                    <a:pt x="3190" y="812"/>
                    <a:pt x="3153" y="747"/>
                  </a:cubicBezTo>
                  <a:cubicBezTo>
                    <a:pt x="3138" y="722"/>
                    <a:pt x="2764" y="112"/>
                    <a:pt x="2030" y="13"/>
                  </a:cubicBezTo>
                  <a:cubicBezTo>
                    <a:pt x="1966" y="4"/>
                    <a:pt x="1901" y="0"/>
                    <a:pt x="18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3848;p36">
              <a:extLst>
                <a:ext uri="{FF2B5EF4-FFF2-40B4-BE49-F238E27FC236}">
                  <a16:creationId xmlns:a16="http://schemas.microsoft.com/office/drawing/2014/main" id="{ACAE3080-70BB-8D1F-12A2-71C4B392C59A}"/>
                </a:ext>
              </a:extLst>
            </p:cNvPr>
            <p:cNvSpPr/>
            <p:nvPr/>
          </p:nvSpPr>
          <p:spPr>
            <a:xfrm>
              <a:off x="4101325" y="1012625"/>
              <a:ext cx="123400" cy="119700"/>
            </a:xfrm>
            <a:custGeom>
              <a:avLst/>
              <a:gdLst/>
              <a:ahLst/>
              <a:cxnLst/>
              <a:rect l="l" t="t" r="r" b="b"/>
              <a:pathLst>
                <a:path w="4936" h="4788" extrusionOk="0">
                  <a:moveTo>
                    <a:pt x="119" y="0"/>
                  </a:moveTo>
                  <a:cubicBezTo>
                    <a:pt x="54" y="0"/>
                    <a:pt x="0" y="84"/>
                    <a:pt x="60" y="145"/>
                  </a:cubicBezTo>
                  <a:lnTo>
                    <a:pt x="4763" y="4763"/>
                  </a:lnTo>
                  <a:cubicBezTo>
                    <a:pt x="4779" y="4778"/>
                    <a:pt x="4800" y="4787"/>
                    <a:pt x="4822" y="4787"/>
                  </a:cubicBezTo>
                  <a:cubicBezTo>
                    <a:pt x="4896" y="4787"/>
                    <a:pt x="4936" y="4695"/>
                    <a:pt x="4880" y="4642"/>
                  </a:cubicBezTo>
                  <a:lnTo>
                    <a:pt x="177" y="25"/>
                  </a:lnTo>
                  <a:cubicBezTo>
                    <a:pt x="158" y="7"/>
                    <a:pt x="138" y="0"/>
                    <a:pt x="1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849;p36">
              <a:extLst>
                <a:ext uri="{FF2B5EF4-FFF2-40B4-BE49-F238E27FC236}">
                  <a16:creationId xmlns:a16="http://schemas.microsoft.com/office/drawing/2014/main" id="{1E14B4CB-0D60-F57C-5D70-45EE07AB8055}"/>
                </a:ext>
              </a:extLst>
            </p:cNvPr>
            <p:cNvSpPr/>
            <p:nvPr/>
          </p:nvSpPr>
          <p:spPr>
            <a:xfrm>
              <a:off x="4066150" y="1064475"/>
              <a:ext cx="143850" cy="73175"/>
            </a:xfrm>
            <a:custGeom>
              <a:avLst/>
              <a:gdLst/>
              <a:ahLst/>
              <a:cxnLst/>
              <a:rect l="l" t="t" r="r" b="b"/>
              <a:pathLst>
                <a:path w="5754" h="2927" extrusionOk="0">
                  <a:moveTo>
                    <a:pt x="123" y="1"/>
                  </a:moveTo>
                  <a:cubicBezTo>
                    <a:pt x="45" y="1"/>
                    <a:pt x="1" y="118"/>
                    <a:pt x="88" y="163"/>
                  </a:cubicBezTo>
                  <a:lnTo>
                    <a:pt x="5596" y="2917"/>
                  </a:lnTo>
                  <a:cubicBezTo>
                    <a:pt x="5609" y="2923"/>
                    <a:pt x="5621" y="2926"/>
                    <a:pt x="5637" y="2926"/>
                  </a:cubicBezTo>
                  <a:cubicBezTo>
                    <a:pt x="5726" y="2926"/>
                    <a:pt x="5754" y="2806"/>
                    <a:pt x="5674" y="2766"/>
                  </a:cubicBezTo>
                  <a:lnTo>
                    <a:pt x="165" y="12"/>
                  </a:lnTo>
                  <a:cubicBezTo>
                    <a:pt x="150" y="4"/>
                    <a:pt x="136" y="1"/>
                    <a:pt x="1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3850;p36">
              <a:extLst>
                <a:ext uri="{FF2B5EF4-FFF2-40B4-BE49-F238E27FC236}">
                  <a16:creationId xmlns:a16="http://schemas.microsoft.com/office/drawing/2014/main" id="{4E7AE8B3-2074-FB71-643A-9BD357473A4D}"/>
                </a:ext>
              </a:extLst>
            </p:cNvPr>
            <p:cNvSpPr/>
            <p:nvPr/>
          </p:nvSpPr>
          <p:spPr>
            <a:xfrm>
              <a:off x="4065250" y="1119625"/>
              <a:ext cx="136200" cy="26500"/>
            </a:xfrm>
            <a:custGeom>
              <a:avLst/>
              <a:gdLst/>
              <a:ahLst/>
              <a:cxnLst/>
              <a:rect l="l" t="t" r="r" b="b"/>
              <a:pathLst>
                <a:path w="5448" h="1060" extrusionOk="0">
                  <a:moveTo>
                    <a:pt x="116" y="0"/>
                  </a:moveTo>
                  <a:cubicBezTo>
                    <a:pt x="20" y="0"/>
                    <a:pt x="0" y="151"/>
                    <a:pt x="105" y="168"/>
                  </a:cubicBezTo>
                  <a:lnTo>
                    <a:pt x="5318" y="1059"/>
                  </a:lnTo>
                  <a:lnTo>
                    <a:pt x="5333" y="1059"/>
                  </a:lnTo>
                  <a:cubicBezTo>
                    <a:pt x="5435" y="1059"/>
                    <a:pt x="5447" y="908"/>
                    <a:pt x="5346" y="893"/>
                  </a:cubicBezTo>
                  <a:lnTo>
                    <a:pt x="133" y="2"/>
                  </a:lnTo>
                  <a:cubicBezTo>
                    <a:pt x="127" y="1"/>
                    <a:pt x="122" y="0"/>
                    <a:pt x="1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3851;p36">
              <a:extLst>
                <a:ext uri="{FF2B5EF4-FFF2-40B4-BE49-F238E27FC236}">
                  <a16:creationId xmlns:a16="http://schemas.microsoft.com/office/drawing/2014/main" id="{59C66E8D-9B19-050D-3B63-0D7502F4D9CD}"/>
                </a:ext>
              </a:extLst>
            </p:cNvPr>
            <p:cNvSpPr/>
            <p:nvPr/>
          </p:nvSpPr>
          <p:spPr>
            <a:xfrm>
              <a:off x="4133875" y="1043175"/>
              <a:ext cx="75975" cy="73250"/>
            </a:xfrm>
            <a:custGeom>
              <a:avLst/>
              <a:gdLst/>
              <a:ahLst/>
              <a:cxnLst/>
              <a:rect l="l" t="t" r="r" b="b"/>
              <a:pathLst>
                <a:path w="3039" h="2930" extrusionOk="0">
                  <a:moveTo>
                    <a:pt x="127" y="1"/>
                  </a:moveTo>
                  <a:cubicBezTo>
                    <a:pt x="60" y="1"/>
                    <a:pt x="1" y="92"/>
                    <a:pt x="71" y="151"/>
                  </a:cubicBezTo>
                  <a:lnTo>
                    <a:pt x="2866" y="2905"/>
                  </a:lnTo>
                  <a:cubicBezTo>
                    <a:pt x="2881" y="2921"/>
                    <a:pt x="2903" y="2930"/>
                    <a:pt x="2928" y="2930"/>
                  </a:cubicBezTo>
                  <a:cubicBezTo>
                    <a:pt x="3002" y="2930"/>
                    <a:pt x="3039" y="2837"/>
                    <a:pt x="2986" y="2785"/>
                  </a:cubicBezTo>
                  <a:lnTo>
                    <a:pt x="189" y="31"/>
                  </a:lnTo>
                  <a:cubicBezTo>
                    <a:pt x="170" y="10"/>
                    <a:pt x="148" y="1"/>
                    <a:pt x="1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3852;p36">
              <a:extLst>
                <a:ext uri="{FF2B5EF4-FFF2-40B4-BE49-F238E27FC236}">
                  <a16:creationId xmlns:a16="http://schemas.microsoft.com/office/drawing/2014/main" id="{6D5E60E5-4DD7-7A45-82CD-4AE741A79531}"/>
                </a:ext>
              </a:extLst>
            </p:cNvPr>
            <p:cNvSpPr/>
            <p:nvPr/>
          </p:nvSpPr>
          <p:spPr>
            <a:xfrm>
              <a:off x="4117950" y="1090925"/>
              <a:ext cx="74025" cy="39325"/>
            </a:xfrm>
            <a:custGeom>
              <a:avLst/>
              <a:gdLst/>
              <a:ahLst/>
              <a:cxnLst/>
              <a:rect l="l" t="t" r="r" b="b"/>
              <a:pathLst>
                <a:path w="2961" h="1573" extrusionOk="0">
                  <a:moveTo>
                    <a:pt x="123" y="1"/>
                  </a:moveTo>
                  <a:cubicBezTo>
                    <a:pt x="46" y="1"/>
                    <a:pt x="0" y="124"/>
                    <a:pt x="92" y="166"/>
                  </a:cubicBezTo>
                  <a:lnTo>
                    <a:pt x="2806" y="1563"/>
                  </a:lnTo>
                  <a:cubicBezTo>
                    <a:pt x="2815" y="1569"/>
                    <a:pt x="2830" y="1572"/>
                    <a:pt x="2843" y="1572"/>
                  </a:cubicBezTo>
                  <a:cubicBezTo>
                    <a:pt x="2932" y="1572"/>
                    <a:pt x="2960" y="1452"/>
                    <a:pt x="2883" y="1412"/>
                  </a:cubicBezTo>
                  <a:lnTo>
                    <a:pt x="169" y="14"/>
                  </a:lnTo>
                  <a:cubicBezTo>
                    <a:pt x="153" y="5"/>
                    <a:pt x="138" y="1"/>
                    <a:pt x="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3853;p36">
              <a:extLst>
                <a:ext uri="{FF2B5EF4-FFF2-40B4-BE49-F238E27FC236}">
                  <a16:creationId xmlns:a16="http://schemas.microsoft.com/office/drawing/2014/main" id="{629A0BDF-7E00-5F86-116D-7866903462F9}"/>
                </a:ext>
              </a:extLst>
            </p:cNvPr>
            <p:cNvSpPr/>
            <p:nvPr/>
          </p:nvSpPr>
          <p:spPr>
            <a:xfrm>
              <a:off x="4120425" y="1129175"/>
              <a:ext cx="53500" cy="13775"/>
            </a:xfrm>
            <a:custGeom>
              <a:avLst/>
              <a:gdLst/>
              <a:ahLst/>
              <a:cxnLst/>
              <a:rect l="l" t="t" r="r" b="b"/>
              <a:pathLst>
                <a:path w="2140" h="551" extrusionOk="0">
                  <a:moveTo>
                    <a:pt x="120" y="1"/>
                  </a:moveTo>
                  <a:cubicBezTo>
                    <a:pt x="24" y="1"/>
                    <a:pt x="1" y="145"/>
                    <a:pt x="101" y="169"/>
                  </a:cubicBezTo>
                  <a:lnTo>
                    <a:pt x="2007" y="551"/>
                  </a:lnTo>
                  <a:lnTo>
                    <a:pt x="2025" y="551"/>
                  </a:lnTo>
                  <a:cubicBezTo>
                    <a:pt x="2124" y="548"/>
                    <a:pt x="2139" y="406"/>
                    <a:pt x="2041" y="384"/>
                  </a:cubicBezTo>
                  <a:lnTo>
                    <a:pt x="135" y="2"/>
                  </a:lnTo>
                  <a:cubicBezTo>
                    <a:pt x="129" y="1"/>
                    <a:pt x="125" y="1"/>
                    <a:pt x="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3854;p36">
              <a:extLst>
                <a:ext uri="{FF2B5EF4-FFF2-40B4-BE49-F238E27FC236}">
                  <a16:creationId xmlns:a16="http://schemas.microsoft.com/office/drawing/2014/main" id="{1771B965-9681-84BF-F6D6-904065739C6E}"/>
                </a:ext>
              </a:extLst>
            </p:cNvPr>
            <p:cNvSpPr/>
            <p:nvPr/>
          </p:nvSpPr>
          <p:spPr>
            <a:xfrm>
              <a:off x="4257100" y="925350"/>
              <a:ext cx="52800" cy="51675"/>
            </a:xfrm>
            <a:custGeom>
              <a:avLst/>
              <a:gdLst/>
              <a:ahLst/>
              <a:cxnLst/>
              <a:rect l="l" t="t" r="r" b="b"/>
              <a:pathLst>
                <a:path w="2112" h="2067" extrusionOk="0">
                  <a:moveTo>
                    <a:pt x="1923" y="0"/>
                  </a:moveTo>
                  <a:cubicBezTo>
                    <a:pt x="1922" y="0"/>
                    <a:pt x="1922" y="0"/>
                    <a:pt x="1922" y="0"/>
                  </a:cubicBezTo>
                  <a:cubicBezTo>
                    <a:pt x="959" y="16"/>
                    <a:pt x="0" y="1388"/>
                    <a:pt x="0" y="1388"/>
                  </a:cubicBezTo>
                  <a:cubicBezTo>
                    <a:pt x="0" y="1388"/>
                    <a:pt x="1262" y="2067"/>
                    <a:pt x="1453" y="2067"/>
                  </a:cubicBezTo>
                  <a:cubicBezTo>
                    <a:pt x="1647" y="2067"/>
                    <a:pt x="2112" y="0"/>
                    <a:pt x="19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3855;p36">
              <a:extLst>
                <a:ext uri="{FF2B5EF4-FFF2-40B4-BE49-F238E27FC236}">
                  <a16:creationId xmlns:a16="http://schemas.microsoft.com/office/drawing/2014/main" id="{74949524-2450-49CE-0B46-F211A1412D6B}"/>
                </a:ext>
              </a:extLst>
            </p:cNvPr>
            <p:cNvSpPr/>
            <p:nvPr/>
          </p:nvSpPr>
          <p:spPr>
            <a:xfrm>
              <a:off x="4422100" y="1000325"/>
              <a:ext cx="52075" cy="56775"/>
            </a:xfrm>
            <a:custGeom>
              <a:avLst/>
              <a:gdLst/>
              <a:ahLst/>
              <a:cxnLst/>
              <a:rect l="l" t="t" r="r" b="b"/>
              <a:pathLst>
                <a:path w="2083" h="2271" extrusionOk="0">
                  <a:moveTo>
                    <a:pt x="1923" y="0"/>
                  </a:moveTo>
                  <a:cubicBezTo>
                    <a:pt x="1582" y="0"/>
                    <a:pt x="1" y="1313"/>
                    <a:pt x="1" y="1313"/>
                  </a:cubicBezTo>
                  <a:cubicBezTo>
                    <a:pt x="1" y="1313"/>
                    <a:pt x="1618" y="2271"/>
                    <a:pt x="1873" y="2271"/>
                  </a:cubicBezTo>
                  <a:cubicBezTo>
                    <a:pt x="1879" y="2271"/>
                    <a:pt x="1884" y="2270"/>
                    <a:pt x="1888" y="2269"/>
                  </a:cubicBezTo>
                  <a:cubicBezTo>
                    <a:pt x="2083" y="2220"/>
                    <a:pt x="2083" y="329"/>
                    <a:pt x="1984" y="36"/>
                  </a:cubicBezTo>
                  <a:cubicBezTo>
                    <a:pt x="1976" y="12"/>
                    <a:pt x="1955" y="0"/>
                    <a:pt x="19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3856;p36">
              <a:extLst>
                <a:ext uri="{FF2B5EF4-FFF2-40B4-BE49-F238E27FC236}">
                  <a16:creationId xmlns:a16="http://schemas.microsoft.com/office/drawing/2014/main" id="{EA2CE320-4366-8250-42E1-BDCA2C506E97}"/>
                </a:ext>
              </a:extLst>
            </p:cNvPr>
            <p:cNvSpPr/>
            <p:nvPr/>
          </p:nvSpPr>
          <p:spPr>
            <a:xfrm>
              <a:off x="4324575" y="1013650"/>
              <a:ext cx="12025" cy="17425"/>
            </a:xfrm>
            <a:custGeom>
              <a:avLst/>
              <a:gdLst/>
              <a:ahLst/>
              <a:cxnLst/>
              <a:rect l="l" t="t" r="r" b="b"/>
              <a:pathLst>
                <a:path w="481" h="697" extrusionOk="0">
                  <a:moveTo>
                    <a:pt x="360" y="0"/>
                  </a:moveTo>
                  <a:cubicBezTo>
                    <a:pt x="345" y="0"/>
                    <a:pt x="328" y="5"/>
                    <a:pt x="312" y="15"/>
                  </a:cubicBezTo>
                  <a:cubicBezTo>
                    <a:pt x="117" y="148"/>
                    <a:pt x="0" y="373"/>
                    <a:pt x="6" y="610"/>
                  </a:cubicBezTo>
                  <a:cubicBezTo>
                    <a:pt x="6" y="657"/>
                    <a:pt x="43" y="697"/>
                    <a:pt x="93" y="697"/>
                  </a:cubicBezTo>
                  <a:cubicBezTo>
                    <a:pt x="139" y="697"/>
                    <a:pt x="176" y="657"/>
                    <a:pt x="176" y="610"/>
                  </a:cubicBezTo>
                  <a:cubicBezTo>
                    <a:pt x="170" y="431"/>
                    <a:pt x="256" y="262"/>
                    <a:pt x="401" y="160"/>
                  </a:cubicBezTo>
                  <a:cubicBezTo>
                    <a:pt x="480" y="109"/>
                    <a:pt x="434" y="0"/>
                    <a:pt x="360" y="0"/>
                  </a:cubicBezTo>
                  <a:close/>
                </a:path>
              </a:pathLst>
            </a:custGeom>
            <a:solidFill>
              <a:srgbClr val="FCF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3857;p36">
              <a:extLst>
                <a:ext uri="{FF2B5EF4-FFF2-40B4-BE49-F238E27FC236}">
                  <a16:creationId xmlns:a16="http://schemas.microsoft.com/office/drawing/2014/main" id="{29EDEF67-F2F4-F291-90D4-DEC85CEDA953}"/>
                </a:ext>
              </a:extLst>
            </p:cNvPr>
            <p:cNvSpPr/>
            <p:nvPr/>
          </p:nvSpPr>
          <p:spPr>
            <a:xfrm>
              <a:off x="4329500" y="1029000"/>
              <a:ext cx="12100" cy="17500"/>
            </a:xfrm>
            <a:custGeom>
              <a:avLst/>
              <a:gdLst/>
              <a:ahLst/>
              <a:cxnLst/>
              <a:rect l="l" t="t" r="r" b="b"/>
              <a:pathLst>
                <a:path w="484" h="700" extrusionOk="0">
                  <a:moveTo>
                    <a:pt x="359" y="0"/>
                  </a:moveTo>
                  <a:cubicBezTo>
                    <a:pt x="344" y="0"/>
                    <a:pt x="328" y="5"/>
                    <a:pt x="312" y="15"/>
                  </a:cubicBezTo>
                  <a:cubicBezTo>
                    <a:pt x="115" y="151"/>
                    <a:pt x="0" y="376"/>
                    <a:pt x="7" y="613"/>
                  </a:cubicBezTo>
                  <a:cubicBezTo>
                    <a:pt x="7" y="659"/>
                    <a:pt x="44" y="700"/>
                    <a:pt x="90" y="700"/>
                  </a:cubicBezTo>
                  <a:cubicBezTo>
                    <a:pt x="136" y="700"/>
                    <a:pt x="176" y="659"/>
                    <a:pt x="173" y="613"/>
                  </a:cubicBezTo>
                  <a:cubicBezTo>
                    <a:pt x="170" y="434"/>
                    <a:pt x="253" y="265"/>
                    <a:pt x="401" y="160"/>
                  </a:cubicBezTo>
                  <a:cubicBezTo>
                    <a:pt x="484" y="111"/>
                    <a:pt x="433" y="0"/>
                    <a:pt x="3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3858;p36">
              <a:extLst>
                <a:ext uri="{FF2B5EF4-FFF2-40B4-BE49-F238E27FC236}">
                  <a16:creationId xmlns:a16="http://schemas.microsoft.com/office/drawing/2014/main" id="{68102591-4651-36A9-5B3A-E07632A5C6BA}"/>
                </a:ext>
              </a:extLst>
            </p:cNvPr>
            <p:cNvSpPr/>
            <p:nvPr/>
          </p:nvSpPr>
          <p:spPr>
            <a:xfrm>
              <a:off x="4342750" y="1015050"/>
              <a:ext cx="12050" cy="17425"/>
            </a:xfrm>
            <a:custGeom>
              <a:avLst/>
              <a:gdLst/>
              <a:ahLst/>
              <a:cxnLst/>
              <a:rect l="l" t="t" r="r" b="b"/>
              <a:pathLst>
                <a:path w="482" h="697" extrusionOk="0">
                  <a:moveTo>
                    <a:pt x="359" y="1"/>
                  </a:moveTo>
                  <a:cubicBezTo>
                    <a:pt x="344" y="1"/>
                    <a:pt x="328" y="5"/>
                    <a:pt x="312" y="15"/>
                  </a:cubicBezTo>
                  <a:cubicBezTo>
                    <a:pt x="118" y="147"/>
                    <a:pt x="1" y="372"/>
                    <a:pt x="7" y="610"/>
                  </a:cubicBezTo>
                  <a:cubicBezTo>
                    <a:pt x="7" y="659"/>
                    <a:pt x="44" y="696"/>
                    <a:pt x="93" y="696"/>
                  </a:cubicBezTo>
                  <a:cubicBezTo>
                    <a:pt x="140" y="696"/>
                    <a:pt x="177" y="659"/>
                    <a:pt x="177" y="610"/>
                  </a:cubicBezTo>
                  <a:cubicBezTo>
                    <a:pt x="171" y="431"/>
                    <a:pt x="257" y="261"/>
                    <a:pt x="402" y="160"/>
                  </a:cubicBezTo>
                  <a:cubicBezTo>
                    <a:pt x="482" y="110"/>
                    <a:pt x="434" y="1"/>
                    <a:pt x="3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3859;p36">
              <a:extLst>
                <a:ext uri="{FF2B5EF4-FFF2-40B4-BE49-F238E27FC236}">
                  <a16:creationId xmlns:a16="http://schemas.microsoft.com/office/drawing/2014/main" id="{F136FA4C-8634-AB40-358A-E3C8D8D9C818}"/>
                </a:ext>
              </a:extLst>
            </p:cNvPr>
            <p:cNvSpPr/>
            <p:nvPr/>
          </p:nvSpPr>
          <p:spPr>
            <a:xfrm>
              <a:off x="4347000" y="1031900"/>
              <a:ext cx="12000" cy="17375"/>
            </a:xfrm>
            <a:custGeom>
              <a:avLst/>
              <a:gdLst/>
              <a:ahLst/>
              <a:cxnLst/>
              <a:rect l="l" t="t" r="r" b="b"/>
              <a:pathLst>
                <a:path w="480" h="695" extrusionOk="0">
                  <a:moveTo>
                    <a:pt x="357" y="0"/>
                  </a:moveTo>
                  <a:cubicBezTo>
                    <a:pt x="343" y="0"/>
                    <a:pt x="327" y="4"/>
                    <a:pt x="312" y="13"/>
                  </a:cubicBezTo>
                  <a:cubicBezTo>
                    <a:pt x="115" y="149"/>
                    <a:pt x="1" y="371"/>
                    <a:pt x="7" y="608"/>
                  </a:cubicBezTo>
                  <a:cubicBezTo>
                    <a:pt x="7" y="658"/>
                    <a:pt x="44" y="695"/>
                    <a:pt x="90" y="695"/>
                  </a:cubicBezTo>
                  <a:cubicBezTo>
                    <a:pt x="136" y="695"/>
                    <a:pt x="176" y="658"/>
                    <a:pt x="176" y="608"/>
                  </a:cubicBezTo>
                  <a:cubicBezTo>
                    <a:pt x="170" y="429"/>
                    <a:pt x="253" y="260"/>
                    <a:pt x="401" y="158"/>
                  </a:cubicBezTo>
                  <a:cubicBezTo>
                    <a:pt x="479" y="106"/>
                    <a:pt x="431" y="0"/>
                    <a:pt x="3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3860;p36">
              <a:extLst>
                <a:ext uri="{FF2B5EF4-FFF2-40B4-BE49-F238E27FC236}">
                  <a16:creationId xmlns:a16="http://schemas.microsoft.com/office/drawing/2014/main" id="{58A0D54F-D386-397C-909F-96F1D3ACBF93}"/>
                </a:ext>
              </a:extLst>
            </p:cNvPr>
            <p:cNvSpPr/>
            <p:nvPr/>
          </p:nvSpPr>
          <p:spPr>
            <a:xfrm>
              <a:off x="4362275" y="1025200"/>
              <a:ext cx="10425" cy="18225"/>
            </a:xfrm>
            <a:custGeom>
              <a:avLst/>
              <a:gdLst/>
              <a:ahLst/>
              <a:cxnLst/>
              <a:rect l="l" t="t" r="r" b="b"/>
              <a:pathLst>
                <a:path w="417" h="729" extrusionOk="0">
                  <a:moveTo>
                    <a:pt x="288" y="1"/>
                  </a:moveTo>
                  <a:cubicBezTo>
                    <a:pt x="242" y="1"/>
                    <a:pt x="197" y="35"/>
                    <a:pt x="204" y="96"/>
                  </a:cubicBezTo>
                  <a:cubicBezTo>
                    <a:pt x="238" y="272"/>
                    <a:pt x="185" y="454"/>
                    <a:pt x="59" y="580"/>
                  </a:cubicBezTo>
                  <a:cubicBezTo>
                    <a:pt x="0" y="633"/>
                    <a:pt x="37" y="728"/>
                    <a:pt x="114" y="728"/>
                  </a:cubicBezTo>
                  <a:cubicBezTo>
                    <a:pt x="136" y="728"/>
                    <a:pt x="154" y="722"/>
                    <a:pt x="170" y="710"/>
                  </a:cubicBezTo>
                  <a:cubicBezTo>
                    <a:pt x="339" y="543"/>
                    <a:pt x="417" y="299"/>
                    <a:pt x="370" y="68"/>
                  </a:cubicBezTo>
                  <a:cubicBezTo>
                    <a:pt x="359" y="22"/>
                    <a:pt x="324" y="1"/>
                    <a:pt x="2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3861;p36">
              <a:extLst>
                <a:ext uri="{FF2B5EF4-FFF2-40B4-BE49-F238E27FC236}">
                  <a16:creationId xmlns:a16="http://schemas.microsoft.com/office/drawing/2014/main" id="{1EE1216C-45AA-A01B-CEAC-9EE31E2CD3DD}"/>
                </a:ext>
              </a:extLst>
            </p:cNvPr>
            <p:cNvSpPr/>
            <p:nvPr/>
          </p:nvSpPr>
          <p:spPr>
            <a:xfrm>
              <a:off x="4273925" y="944875"/>
              <a:ext cx="19725" cy="21675"/>
            </a:xfrm>
            <a:custGeom>
              <a:avLst/>
              <a:gdLst/>
              <a:ahLst/>
              <a:cxnLst/>
              <a:rect l="l" t="t" r="r" b="b"/>
              <a:pathLst>
                <a:path w="789" h="867" extrusionOk="0">
                  <a:moveTo>
                    <a:pt x="100" y="0"/>
                  </a:moveTo>
                  <a:cubicBezTo>
                    <a:pt x="51" y="0"/>
                    <a:pt x="1" y="40"/>
                    <a:pt x="15" y="104"/>
                  </a:cubicBezTo>
                  <a:cubicBezTo>
                    <a:pt x="18" y="107"/>
                    <a:pt x="129" y="607"/>
                    <a:pt x="154" y="771"/>
                  </a:cubicBezTo>
                  <a:cubicBezTo>
                    <a:pt x="160" y="817"/>
                    <a:pt x="194" y="854"/>
                    <a:pt x="240" y="863"/>
                  </a:cubicBezTo>
                  <a:cubicBezTo>
                    <a:pt x="246" y="863"/>
                    <a:pt x="256" y="866"/>
                    <a:pt x="262" y="866"/>
                  </a:cubicBezTo>
                  <a:cubicBezTo>
                    <a:pt x="323" y="866"/>
                    <a:pt x="428" y="801"/>
                    <a:pt x="761" y="151"/>
                  </a:cubicBezTo>
                  <a:cubicBezTo>
                    <a:pt x="789" y="86"/>
                    <a:pt x="735" y="34"/>
                    <a:pt x="681" y="34"/>
                  </a:cubicBezTo>
                  <a:cubicBezTo>
                    <a:pt x="654" y="34"/>
                    <a:pt x="628" y="46"/>
                    <a:pt x="610" y="73"/>
                  </a:cubicBezTo>
                  <a:cubicBezTo>
                    <a:pt x="515" y="259"/>
                    <a:pt x="410" y="441"/>
                    <a:pt x="299" y="616"/>
                  </a:cubicBezTo>
                  <a:cubicBezTo>
                    <a:pt x="256" y="403"/>
                    <a:pt x="185" y="83"/>
                    <a:pt x="182" y="67"/>
                  </a:cubicBezTo>
                  <a:cubicBezTo>
                    <a:pt x="171" y="21"/>
                    <a:pt x="136" y="0"/>
                    <a:pt x="1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3862;p36">
              <a:extLst>
                <a:ext uri="{FF2B5EF4-FFF2-40B4-BE49-F238E27FC236}">
                  <a16:creationId xmlns:a16="http://schemas.microsoft.com/office/drawing/2014/main" id="{9E8995D6-A9B3-7CA4-8ABE-D3270BBA0F13}"/>
                </a:ext>
              </a:extLst>
            </p:cNvPr>
            <p:cNvSpPr/>
            <p:nvPr/>
          </p:nvSpPr>
          <p:spPr>
            <a:xfrm>
              <a:off x="4443625" y="1021075"/>
              <a:ext cx="23725" cy="24050"/>
            </a:xfrm>
            <a:custGeom>
              <a:avLst/>
              <a:gdLst/>
              <a:ahLst/>
              <a:cxnLst/>
              <a:rect l="l" t="t" r="r" b="b"/>
              <a:pathLst>
                <a:path w="949" h="962" extrusionOk="0">
                  <a:moveTo>
                    <a:pt x="342" y="0"/>
                  </a:moveTo>
                  <a:cubicBezTo>
                    <a:pt x="311" y="0"/>
                    <a:pt x="280" y="17"/>
                    <a:pt x="265" y="57"/>
                  </a:cubicBezTo>
                  <a:cubicBezTo>
                    <a:pt x="161" y="310"/>
                    <a:pt x="0" y="754"/>
                    <a:pt x="74" y="893"/>
                  </a:cubicBezTo>
                  <a:cubicBezTo>
                    <a:pt x="93" y="927"/>
                    <a:pt x="124" y="949"/>
                    <a:pt x="157" y="958"/>
                  </a:cubicBezTo>
                  <a:cubicBezTo>
                    <a:pt x="170" y="958"/>
                    <a:pt x="179" y="961"/>
                    <a:pt x="188" y="961"/>
                  </a:cubicBezTo>
                  <a:cubicBezTo>
                    <a:pt x="361" y="961"/>
                    <a:pt x="716" y="739"/>
                    <a:pt x="867" y="637"/>
                  </a:cubicBezTo>
                  <a:cubicBezTo>
                    <a:pt x="948" y="586"/>
                    <a:pt x="895" y="479"/>
                    <a:pt x="823" y="479"/>
                  </a:cubicBezTo>
                  <a:cubicBezTo>
                    <a:pt x="807" y="479"/>
                    <a:pt x="791" y="484"/>
                    <a:pt x="774" y="495"/>
                  </a:cubicBezTo>
                  <a:cubicBezTo>
                    <a:pt x="555" y="640"/>
                    <a:pt x="318" y="767"/>
                    <a:pt x="222" y="788"/>
                  </a:cubicBezTo>
                  <a:cubicBezTo>
                    <a:pt x="225" y="687"/>
                    <a:pt x="309" y="403"/>
                    <a:pt x="423" y="122"/>
                  </a:cubicBezTo>
                  <a:cubicBezTo>
                    <a:pt x="454" y="53"/>
                    <a:pt x="398" y="0"/>
                    <a:pt x="34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863;p36">
              <a:extLst>
                <a:ext uri="{FF2B5EF4-FFF2-40B4-BE49-F238E27FC236}">
                  <a16:creationId xmlns:a16="http://schemas.microsoft.com/office/drawing/2014/main" id="{8D09086C-D21C-409E-26DF-6B0DB159B3BC}"/>
                </a:ext>
              </a:extLst>
            </p:cNvPr>
            <p:cNvSpPr/>
            <p:nvPr/>
          </p:nvSpPr>
          <p:spPr>
            <a:xfrm>
              <a:off x="4371125" y="1183175"/>
              <a:ext cx="125975" cy="14850"/>
            </a:xfrm>
            <a:custGeom>
              <a:avLst/>
              <a:gdLst/>
              <a:ahLst/>
              <a:cxnLst/>
              <a:rect l="l" t="t" r="r" b="b"/>
              <a:pathLst>
                <a:path w="5039" h="594" extrusionOk="0">
                  <a:moveTo>
                    <a:pt x="91" y="1"/>
                  </a:moveTo>
                  <a:cubicBezTo>
                    <a:pt x="47" y="1"/>
                    <a:pt x="10" y="34"/>
                    <a:pt x="4" y="78"/>
                  </a:cubicBezTo>
                  <a:cubicBezTo>
                    <a:pt x="1" y="124"/>
                    <a:pt x="35" y="164"/>
                    <a:pt x="81" y="171"/>
                  </a:cubicBezTo>
                  <a:lnTo>
                    <a:pt x="4911" y="593"/>
                  </a:lnTo>
                  <a:lnTo>
                    <a:pt x="4920" y="593"/>
                  </a:lnTo>
                  <a:cubicBezTo>
                    <a:pt x="4922" y="593"/>
                    <a:pt x="4924" y="593"/>
                    <a:pt x="4926" y="593"/>
                  </a:cubicBezTo>
                  <a:cubicBezTo>
                    <a:pt x="5032" y="593"/>
                    <a:pt x="5039" y="430"/>
                    <a:pt x="4927" y="424"/>
                  </a:cubicBezTo>
                  <a:lnTo>
                    <a:pt x="97" y="1"/>
                  </a:lnTo>
                  <a:cubicBezTo>
                    <a:pt x="95" y="1"/>
                    <a:pt x="93" y="1"/>
                    <a:pt x="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864;p36">
              <a:extLst>
                <a:ext uri="{FF2B5EF4-FFF2-40B4-BE49-F238E27FC236}">
                  <a16:creationId xmlns:a16="http://schemas.microsoft.com/office/drawing/2014/main" id="{02CA76AB-DBDA-5E93-6255-377342EFC919}"/>
                </a:ext>
              </a:extLst>
            </p:cNvPr>
            <p:cNvSpPr/>
            <p:nvPr/>
          </p:nvSpPr>
          <p:spPr>
            <a:xfrm>
              <a:off x="4368175" y="1196925"/>
              <a:ext cx="121500" cy="49825"/>
            </a:xfrm>
            <a:custGeom>
              <a:avLst/>
              <a:gdLst/>
              <a:ahLst/>
              <a:cxnLst/>
              <a:rect l="l" t="t" r="r" b="b"/>
              <a:pathLst>
                <a:path w="4860" h="1993" extrusionOk="0">
                  <a:moveTo>
                    <a:pt x="124" y="0"/>
                  </a:moveTo>
                  <a:cubicBezTo>
                    <a:pt x="40" y="0"/>
                    <a:pt x="0" y="125"/>
                    <a:pt x="91" y="163"/>
                  </a:cubicBezTo>
                  <a:lnTo>
                    <a:pt x="4711" y="1986"/>
                  </a:lnTo>
                  <a:cubicBezTo>
                    <a:pt x="4721" y="1989"/>
                    <a:pt x="4733" y="1992"/>
                    <a:pt x="4742" y="1992"/>
                  </a:cubicBezTo>
                  <a:cubicBezTo>
                    <a:pt x="4835" y="1992"/>
                    <a:pt x="4859" y="1863"/>
                    <a:pt x="4773" y="1829"/>
                  </a:cubicBezTo>
                  <a:lnTo>
                    <a:pt x="156" y="6"/>
                  </a:lnTo>
                  <a:cubicBezTo>
                    <a:pt x="145" y="2"/>
                    <a:pt x="134" y="0"/>
                    <a:pt x="1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865;p36">
              <a:extLst>
                <a:ext uri="{FF2B5EF4-FFF2-40B4-BE49-F238E27FC236}">
                  <a16:creationId xmlns:a16="http://schemas.microsoft.com/office/drawing/2014/main" id="{EAB2EA3C-7339-0FBF-90AE-1CC970615020}"/>
                </a:ext>
              </a:extLst>
            </p:cNvPr>
            <p:cNvSpPr/>
            <p:nvPr/>
          </p:nvSpPr>
          <p:spPr>
            <a:xfrm>
              <a:off x="4363975" y="1210675"/>
              <a:ext cx="77425" cy="84800"/>
            </a:xfrm>
            <a:custGeom>
              <a:avLst/>
              <a:gdLst/>
              <a:ahLst/>
              <a:cxnLst/>
              <a:rect l="l" t="t" r="r" b="b"/>
              <a:pathLst>
                <a:path w="3097" h="3392" extrusionOk="0">
                  <a:moveTo>
                    <a:pt x="122" y="0"/>
                  </a:moveTo>
                  <a:cubicBezTo>
                    <a:pt x="58" y="0"/>
                    <a:pt x="1" y="79"/>
                    <a:pt x="59" y="144"/>
                  </a:cubicBezTo>
                  <a:lnTo>
                    <a:pt x="2939" y="3364"/>
                  </a:lnTo>
                  <a:cubicBezTo>
                    <a:pt x="2955" y="3382"/>
                    <a:pt x="2976" y="3392"/>
                    <a:pt x="3001" y="3392"/>
                  </a:cubicBezTo>
                  <a:cubicBezTo>
                    <a:pt x="3023" y="3392"/>
                    <a:pt x="3044" y="3385"/>
                    <a:pt x="3060" y="3370"/>
                  </a:cubicBezTo>
                  <a:cubicBezTo>
                    <a:pt x="3094" y="3339"/>
                    <a:pt x="3097" y="3287"/>
                    <a:pt x="3066" y="3250"/>
                  </a:cubicBezTo>
                  <a:lnTo>
                    <a:pt x="185" y="30"/>
                  </a:lnTo>
                  <a:cubicBezTo>
                    <a:pt x="166" y="9"/>
                    <a:pt x="144" y="0"/>
                    <a:pt x="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866;p36">
              <a:extLst>
                <a:ext uri="{FF2B5EF4-FFF2-40B4-BE49-F238E27FC236}">
                  <a16:creationId xmlns:a16="http://schemas.microsoft.com/office/drawing/2014/main" id="{932EAA94-9A4E-628B-89CE-066D42AF8232}"/>
                </a:ext>
              </a:extLst>
            </p:cNvPr>
            <p:cNvSpPr/>
            <p:nvPr/>
          </p:nvSpPr>
          <p:spPr>
            <a:xfrm>
              <a:off x="4727675" y="1108675"/>
              <a:ext cx="19375" cy="12300"/>
            </a:xfrm>
            <a:custGeom>
              <a:avLst/>
              <a:gdLst/>
              <a:ahLst/>
              <a:cxnLst/>
              <a:rect l="l" t="t" r="r" b="b"/>
              <a:pathLst>
                <a:path w="775" h="492" extrusionOk="0">
                  <a:moveTo>
                    <a:pt x="106" y="1"/>
                  </a:moveTo>
                  <a:cubicBezTo>
                    <a:pt x="90" y="1"/>
                    <a:pt x="80" y="2"/>
                    <a:pt x="78" y="2"/>
                  </a:cubicBezTo>
                  <a:cubicBezTo>
                    <a:pt x="32" y="8"/>
                    <a:pt x="1" y="48"/>
                    <a:pt x="4" y="94"/>
                  </a:cubicBezTo>
                  <a:cubicBezTo>
                    <a:pt x="10" y="138"/>
                    <a:pt x="47" y="171"/>
                    <a:pt x="90" y="171"/>
                  </a:cubicBezTo>
                  <a:cubicBezTo>
                    <a:pt x="92" y="171"/>
                    <a:pt x="94" y="171"/>
                    <a:pt x="96" y="171"/>
                  </a:cubicBezTo>
                  <a:cubicBezTo>
                    <a:pt x="97" y="171"/>
                    <a:pt x="102" y="171"/>
                    <a:pt x="110" y="171"/>
                  </a:cubicBezTo>
                  <a:cubicBezTo>
                    <a:pt x="169" y="171"/>
                    <a:pt x="395" y="187"/>
                    <a:pt x="611" y="458"/>
                  </a:cubicBezTo>
                  <a:cubicBezTo>
                    <a:pt x="627" y="480"/>
                    <a:pt x="651" y="492"/>
                    <a:pt x="679" y="492"/>
                  </a:cubicBezTo>
                  <a:cubicBezTo>
                    <a:pt x="698" y="489"/>
                    <a:pt x="716" y="483"/>
                    <a:pt x="732" y="470"/>
                  </a:cubicBezTo>
                  <a:cubicBezTo>
                    <a:pt x="769" y="443"/>
                    <a:pt x="775" y="387"/>
                    <a:pt x="744" y="350"/>
                  </a:cubicBezTo>
                  <a:cubicBezTo>
                    <a:pt x="485" y="25"/>
                    <a:pt x="196" y="1"/>
                    <a:pt x="1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867;p36">
              <a:extLst>
                <a:ext uri="{FF2B5EF4-FFF2-40B4-BE49-F238E27FC236}">
                  <a16:creationId xmlns:a16="http://schemas.microsoft.com/office/drawing/2014/main" id="{B11FA712-EC55-3309-5A63-F2A10937F2DB}"/>
                </a:ext>
              </a:extLst>
            </p:cNvPr>
            <p:cNvSpPr/>
            <p:nvPr/>
          </p:nvSpPr>
          <p:spPr>
            <a:xfrm>
              <a:off x="4753350" y="1122550"/>
              <a:ext cx="19775" cy="12325"/>
            </a:xfrm>
            <a:custGeom>
              <a:avLst/>
              <a:gdLst/>
              <a:ahLst/>
              <a:cxnLst/>
              <a:rect l="l" t="t" r="r" b="b"/>
              <a:pathLst>
                <a:path w="791" h="493" extrusionOk="0">
                  <a:moveTo>
                    <a:pt x="109" y="1"/>
                  </a:moveTo>
                  <a:cubicBezTo>
                    <a:pt x="93" y="1"/>
                    <a:pt x="83" y="2"/>
                    <a:pt x="81" y="2"/>
                  </a:cubicBezTo>
                  <a:cubicBezTo>
                    <a:pt x="35" y="8"/>
                    <a:pt x="1" y="51"/>
                    <a:pt x="7" y="94"/>
                  </a:cubicBezTo>
                  <a:cubicBezTo>
                    <a:pt x="10" y="140"/>
                    <a:pt x="44" y="172"/>
                    <a:pt x="88" y="172"/>
                  </a:cubicBezTo>
                  <a:cubicBezTo>
                    <a:pt x="92" y="172"/>
                    <a:pt x="96" y="172"/>
                    <a:pt x="99" y="171"/>
                  </a:cubicBezTo>
                  <a:cubicBezTo>
                    <a:pt x="101" y="171"/>
                    <a:pt x="105" y="171"/>
                    <a:pt x="114" y="171"/>
                  </a:cubicBezTo>
                  <a:cubicBezTo>
                    <a:pt x="172" y="171"/>
                    <a:pt x="398" y="188"/>
                    <a:pt x="614" y="458"/>
                  </a:cubicBezTo>
                  <a:cubicBezTo>
                    <a:pt x="630" y="480"/>
                    <a:pt x="655" y="492"/>
                    <a:pt x="679" y="492"/>
                  </a:cubicBezTo>
                  <a:lnTo>
                    <a:pt x="679" y="489"/>
                  </a:lnTo>
                  <a:cubicBezTo>
                    <a:pt x="750" y="489"/>
                    <a:pt x="790" y="409"/>
                    <a:pt x="747" y="353"/>
                  </a:cubicBezTo>
                  <a:cubicBezTo>
                    <a:pt x="485" y="25"/>
                    <a:pt x="198" y="1"/>
                    <a:pt x="1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868;p36">
              <a:extLst>
                <a:ext uri="{FF2B5EF4-FFF2-40B4-BE49-F238E27FC236}">
                  <a16:creationId xmlns:a16="http://schemas.microsoft.com/office/drawing/2014/main" id="{E4D2A6A7-3965-652B-5D08-42AF1353844F}"/>
                </a:ext>
              </a:extLst>
            </p:cNvPr>
            <p:cNvSpPr/>
            <p:nvPr/>
          </p:nvSpPr>
          <p:spPr>
            <a:xfrm>
              <a:off x="4759525" y="1139125"/>
              <a:ext cx="16975" cy="16325"/>
            </a:xfrm>
            <a:custGeom>
              <a:avLst/>
              <a:gdLst/>
              <a:ahLst/>
              <a:cxnLst/>
              <a:rect l="l" t="t" r="r" b="b"/>
              <a:pathLst>
                <a:path w="679" h="653" extrusionOk="0">
                  <a:moveTo>
                    <a:pt x="91" y="0"/>
                  </a:moveTo>
                  <a:cubicBezTo>
                    <a:pt x="52" y="0"/>
                    <a:pt x="18" y="26"/>
                    <a:pt x="10" y="67"/>
                  </a:cubicBezTo>
                  <a:cubicBezTo>
                    <a:pt x="0" y="113"/>
                    <a:pt x="28" y="156"/>
                    <a:pt x="74" y="168"/>
                  </a:cubicBezTo>
                  <a:cubicBezTo>
                    <a:pt x="84" y="168"/>
                    <a:pt x="340" y="230"/>
                    <a:pt x="506" y="603"/>
                  </a:cubicBezTo>
                  <a:cubicBezTo>
                    <a:pt x="519" y="634"/>
                    <a:pt x="549" y="653"/>
                    <a:pt x="583" y="653"/>
                  </a:cubicBezTo>
                  <a:cubicBezTo>
                    <a:pt x="593" y="653"/>
                    <a:pt x="605" y="650"/>
                    <a:pt x="617" y="646"/>
                  </a:cubicBezTo>
                  <a:cubicBezTo>
                    <a:pt x="661" y="628"/>
                    <a:pt x="679" y="579"/>
                    <a:pt x="661" y="535"/>
                  </a:cubicBezTo>
                  <a:cubicBezTo>
                    <a:pt x="460" y="76"/>
                    <a:pt x="121" y="5"/>
                    <a:pt x="108" y="2"/>
                  </a:cubicBezTo>
                  <a:cubicBezTo>
                    <a:pt x="102" y="1"/>
                    <a:pt x="97" y="0"/>
                    <a:pt x="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869;p36">
              <a:extLst>
                <a:ext uri="{FF2B5EF4-FFF2-40B4-BE49-F238E27FC236}">
                  <a16:creationId xmlns:a16="http://schemas.microsoft.com/office/drawing/2014/main" id="{D69C675E-FE26-BDE4-C79C-3282C5C59286}"/>
                </a:ext>
              </a:extLst>
            </p:cNvPr>
            <p:cNvSpPr/>
            <p:nvPr/>
          </p:nvSpPr>
          <p:spPr>
            <a:xfrm>
              <a:off x="4574625" y="1310325"/>
              <a:ext cx="11300" cy="21250"/>
            </a:xfrm>
            <a:custGeom>
              <a:avLst/>
              <a:gdLst/>
              <a:ahLst/>
              <a:cxnLst/>
              <a:rect l="l" t="t" r="r" b="b"/>
              <a:pathLst>
                <a:path w="452" h="850" extrusionOk="0">
                  <a:moveTo>
                    <a:pt x="334" y="0"/>
                  </a:moveTo>
                  <a:cubicBezTo>
                    <a:pt x="309" y="0"/>
                    <a:pt x="283" y="12"/>
                    <a:pt x="266" y="41"/>
                  </a:cubicBezTo>
                  <a:cubicBezTo>
                    <a:pt x="0" y="467"/>
                    <a:pt x="133" y="784"/>
                    <a:pt x="136" y="800"/>
                  </a:cubicBezTo>
                  <a:cubicBezTo>
                    <a:pt x="151" y="831"/>
                    <a:pt x="182" y="849"/>
                    <a:pt x="213" y="849"/>
                  </a:cubicBezTo>
                  <a:cubicBezTo>
                    <a:pt x="225" y="849"/>
                    <a:pt x="238" y="849"/>
                    <a:pt x="247" y="843"/>
                  </a:cubicBezTo>
                  <a:cubicBezTo>
                    <a:pt x="290" y="824"/>
                    <a:pt x="312" y="775"/>
                    <a:pt x="293" y="732"/>
                  </a:cubicBezTo>
                  <a:cubicBezTo>
                    <a:pt x="290" y="723"/>
                    <a:pt x="195" y="479"/>
                    <a:pt x="411" y="130"/>
                  </a:cubicBezTo>
                  <a:cubicBezTo>
                    <a:pt x="451" y="64"/>
                    <a:pt x="393" y="0"/>
                    <a:pt x="3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870;p36">
              <a:extLst>
                <a:ext uri="{FF2B5EF4-FFF2-40B4-BE49-F238E27FC236}">
                  <a16:creationId xmlns:a16="http://schemas.microsoft.com/office/drawing/2014/main" id="{D601947B-0F2E-0EAB-6889-17796E46DF45}"/>
                </a:ext>
              </a:extLst>
            </p:cNvPr>
            <p:cNvSpPr/>
            <p:nvPr/>
          </p:nvSpPr>
          <p:spPr>
            <a:xfrm>
              <a:off x="4592675" y="1307275"/>
              <a:ext cx="11125" cy="21125"/>
            </a:xfrm>
            <a:custGeom>
              <a:avLst/>
              <a:gdLst/>
              <a:ahLst/>
              <a:cxnLst/>
              <a:rect l="l" t="t" r="r" b="b"/>
              <a:pathLst>
                <a:path w="445" h="845" extrusionOk="0">
                  <a:moveTo>
                    <a:pt x="331" y="0"/>
                  </a:moveTo>
                  <a:cubicBezTo>
                    <a:pt x="307" y="0"/>
                    <a:pt x="283" y="11"/>
                    <a:pt x="265" y="37"/>
                  </a:cubicBezTo>
                  <a:cubicBezTo>
                    <a:pt x="0" y="462"/>
                    <a:pt x="130" y="780"/>
                    <a:pt x="136" y="795"/>
                  </a:cubicBezTo>
                  <a:cubicBezTo>
                    <a:pt x="148" y="826"/>
                    <a:pt x="179" y="845"/>
                    <a:pt x="213" y="845"/>
                  </a:cubicBezTo>
                  <a:cubicBezTo>
                    <a:pt x="225" y="845"/>
                    <a:pt x="234" y="842"/>
                    <a:pt x="247" y="838"/>
                  </a:cubicBezTo>
                  <a:cubicBezTo>
                    <a:pt x="290" y="820"/>
                    <a:pt x="308" y="771"/>
                    <a:pt x="293" y="727"/>
                  </a:cubicBezTo>
                  <a:cubicBezTo>
                    <a:pt x="287" y="718"/>
                    <a:pt x="191" y="475"/>
                    <a:pt x="407" y="126"/>
                  </a:cubicBezTo>
                  <a:cubicBezTo>
                    <a:pt x="444" y="61"/>
                    <a:pt x="388" y="0"/>
                    <a:pt x="3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71;p36">
              <a:extLst>
                <a:ext uri="{FF2B5EF4-FFF2-40B4-BE49-F238E27FC236}">
                  <a16:creationId xmlns:a16="http://schemas.microsoft.com/office/drawing/2014/main" id="{5384E741-605A-23FA-E038-E2464C6EA4A2}"/>
                </a:ext>
              </a:extLst>
            </p:cNvPr>
            <p:cNvSpPr/>
            <p:nvPr/>
          </p:nvSpPr>
          <p:spPr>
            <a:xfrm>
              <a:off x="4608475" y="1272575"/>
              <a:ext cx="12825" cy="20600"/>
            </a:xfrm>
            <a:custGeom>
              <a:avLst/>
              <a:gdLst/>
              <a:ahLst/>
              <a:cxnLst/>
              <a:rect l="l" t="t" r="r" b="b"/>
              <a:pathLst>
                <a:path w="513" h="824" extrusionOk="0">
                  <a:moveTo>
                    <a:pt x="389" y="1"/>
                  </a:moveTo>
                  <a:cubicBezTo>
                    <a:pt x="368" y="1"/>
                    <a:pt x="346" y="10"/>
                    <a:pt x="327" y="30"/>
                  </a:cubicBezTo>
                  <a:cubicBezTo>
                    <a:pt x="0" y="410"/>
                    <a:pt x="77" y="743"/>
                    <a:pt x="81" y="758"/>
                  </a:cubicBezTo>
                  <a:cubicBezTo>
                    <a:pt x="90" y="795"/>
                    <a:pt x="124" y="823"/>
                    <a:pt x="164" y="823"/>
                  </a:cubicBezTo>
                  <a:cubicBezTo>
                    <a:pt x="170" y="820"/>
                    <a:pt x="176" y="820"/>
                    <a:pt x="182" y="820"/>
                  </a:cubicBezTo>
                  <a:cubicBezTo>
                    <a:pt x="229" y="808"/>
                    <a:pt x="256" y="761"/>
                    <a:pt x="247" y="718"/>
                  </a:cubicBezTo>
                  <a:cubicBezTo>
                    <a:pt x="244" y="706"/>
                    <a:pt x="188" y="450"/>
                    <a:pt x="457" y="142"/>
                  </a:cubicBezTo>
                  <a:cubicBezTo>
                    <a:pt x="512" y="79"/>
                    <a:pt x="453" y="1"/>
                    <a:pt x="3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872;p36">
              <a:extLst>
                <a:ext uri="{FF2B5EF4-FFF2-40B4-BE49-F238E27FC236}">
                  <a16:creationId xmlns:a16="http://schemas.microsoft.com/office/drawing/2014/main" id="{34B46D45-BE58-D2F2-66CF-52B3F9F79865}"/>
                </a:ext>
              </a:extLst>
            </p:cNvPr>
            <p:cNvSpPr/>
            <p:nvPr/>
          </p:nvSpPr>
          <p:spPr>
            <a:xfrm>
              <a:off x="4586275" y="1333675"/>
              <a:ext cx="11300" cy="21250"/>
            </a:xfrm>
            <a:custGeom>
              <a:avLst/>
              <a:gdLst/>
              <a:ahLst/>
              <a:cxnLst/>
              <a:rect l="l" t="t" r="r" b="b"/>
              <a:pathLst>
                <a:path w="452" h="850" extrusionOk="0">
                  <a:moveTo>
                    <a:pt x="336" y="1"/>
                  </a:moveTo>
                  <a:cubicBezTo>
                    <a:pt x="310" y="1"/>
                    <a:pt x="284" y="13"/>
                    <a:pt x="265" y="42"/>
                  </a:cubicBezTo>
                  <a:cubicBezTo>
                    <a:pt x="0" y="467"/>
                    <a:pt x="133" y="785"/>
                    <a:pt x="139" y="797"/>
                  </a:cubicBezTo>
                  <a:cubicBezTo>
                    <a:pt x="151" y="828"/>
                    <a:pt x="182" y="850"/>
                    <a:pt x="216" y="850"/>
                  </a:cubicBezTo>
                  <a:cubicBezTo>
                    <a:pt x="225" y="850"/>
                    <a:pt x="238" y="847"/>
                    <a:pt x="250" y="843"/>
                  </a:cubicBezTo>
                  <a:cubicBezTo>
                    <a:pt x="290" y="825"/>
                    <a:pt x="312" y="776"/>
                    <a:pt x="293" y="732"/>
                  </a:cubicBezTo>
                  <a:cubicBezTo>
                    <a:pt x="290" y="720"/>
                    <a:pt x="194" y="476"/>
                    <a:pt x="410" y="131"/>
                  </a:cubicBezTo>
                  <a:cubicBezTo>
                    <a:pt x="451" y="64"/>
                    <a:pt x="395" y="1"/>
                    <a:pt x="3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3873;p36">
              <a:extLst>
                <a:ext uri="{FF2B5EF4-FFF2-40B4-BE49-F238E27FC236}">
                  <a16:creationId xmlns:a16="http://schemas.microsoft.com/office/drawing/2014/main" id="{BCB6C8B6-F155-DA44-4BF8-5A4B5050010C}"/>
                </a:ext>
              </a:extLst>
            </p:cNvPr>
            <p:cNvSpPr/>
            <p:nvPr/>
          </p:nvSpPr>
          <p:spPr>
            <a:xfrm>
              <a:off x="4494775" y="1514375"/>
              <a:ext cx="19025" cy="7200"/>
            </a:xfrm>
            <a:custGeom>
              <a:avLst/>
              <a:gdLst/>
              <a:ahLst/>
              <a:cxnLst/>
              <a:rect l="l" t="t" r="r" b="b"/>
              <a:pathLst>
                <a:path w="761" h="288" extrusionOk="0">
                  <a:moveTo>
                    <a:pt x="122" y="1"/>
                  </a:moveTo>
                  <a:cubicBezTo>
                    <a:pt x="48" y="1"/>
                    <a:pt x="0" y="112"/>
                    <a:pt x="82" y="160"/>
                  </a:cubicBezTo>
                  <a:cubicBezTo>
                    <a:pt x="206" y="237"/>
                    <a:pt x="348" y="284"/>
                    <a:pt x="493" y="287"/>
                  </a:cubicBezTo>
                  <a:cubicBezTo>
                    <a:pt x="498" y="287"/>
                    <a:pt x="504" y="287"/>
                    <a:pt x="509" y="287"/>
                  </a:cubicBezTo>
                  <a:cubicBezTo>
                    <a:pt x="580" y="287"/>
                    <a:pt x="649" y="269"/>
                    <a:pt x="711" y="234"/>
                  </a:cubicBezTo>
                  <a:cubicBezTo>
                    <a:pt x="752" y="210"/>
                    <a:pt x="761" y="157"/>
                    <a:pt x="736" y="120"/>
                  </a:cubicBezTo>
                  <a:cubicBezTo>
                    <a:pt x="722" y="94"/>
                    <a:pt x="695" y="80"/>
                    <a:pt x="667" y="80"/>
                  </a:cubicBezTo>
                  <a:cubicBezTo>
                    <a:pt x="651" y="80"/>
                    <a:pt x="636" y="84"/>
                    <a:pt x="622" y="92"/>
                  </a:cubicBezTo>
                  <a:cubicBezTo>
                    <a:pt x="619" y="94"/>
                    <a:pt x="574" y="119"/>
                    <a:pt x="493" y="119"/>
                  </a:cubicBezTo>
                  <a:cubicBezTo>
                    <a:pt x="416" y="119"/>
                    <a:pt x="307" y="97"/>
                    <a:pt x="169" y="15"/>
                  </a:cubicBezTo>
                  <a:cubicBezTo>
                    <a:pt x="153" y="5"/>
                    <a:pt x="137" y="1"/>
                    <a:pt x="122"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3874;p36">
              <a:extLst>
                <a:ext uri="{FF2B5EF4-FFF2-40B4-BE49-F238E27FC236}">
                  <a16:creationId xmlns:a16="http://schemas.microsoft.com/office/drawing/2014/main" id="{5FD57457-68A3-49A3-1F40-86150DA5C62E}"/>
                </a:ext>
              </a:extLst>
            </p:cNvPr>
            <p:cNvSpPr/>
            <p:nvPr/>
          </p:nvSpPr>
          <p:spPr>
            <a:xfrm>
              <a:off x="4480375" y="1496000"/>
              <a:ext cx="18925" cy="7200"/>
            </a:xfrm>
            <a:custGeom>
              <a:avLst/>
              <a:gdLst/>
              <a:ahLst/>
              <a:cxnLst/>
              <a:rect l="l" t="t" r="r" b="b"/>
              <a:pathLst>
                <a:path w="757" h="288" extrusionOk="0">
                  <a:moveTo>
                    <a:pt x="123" y="1"/>
                  </a:moveTo>
                  <a:cubicBezTo>
                    <a:pt x="47" y="1"/>
                    <a:pt x="1" y="109"/>
                    <a:pt x="78" y="158"/>
                  </a:cubicBezTo>
                  <a:cubicBezTo>
                    <a:pt x="202" y="238"/>
                    <a:pt x="344" y="282"/>
                    <a:pt x="489" y="288"/>
                  </a:cubicBezTo>
                  <a:cubicBezTo>
                    <a:pt x="566" y="288"/>
                    <a:pt x="640" y="272"/>
                    <a:pt x="708" y="235"/>
                  </a:cubicBezTo>
                  <a:cubicBezTo>
                    <a:pt x="748" y="211"/>
                    <a:pt x="757" y="158"/>
                    <a:pt x="735" y="118"/>
                  </a:cubicBezTo>
                  <a:cubicBezTo>
                    <a:pt x="719" y="92"/>
                    <a:pt x="691" y="78"/>
                    <a:pt x="663" y="78"/>
                  </a:cubicBezTo>
                  <a:cubicBezTo>
                    <a:pt x="648" y="78"/>
                    <a:pt x="632" y="82"/>
                    <a:pt x="618" y="90"/>
                  </a:cubicBezTo>
                  <a:cubicBezTo>
                    <a:pt x="615" y="92"/>
                    <a:pt x="571" y="117"/>
                    <a:pt x="489" y="117"/>
                  </a:cubicBezTo>
                  <a:cubicBezTo>
                    <a:pt x="413" y="117"/>
                    <a:pt x="305" y="95"/>
                    <a:pt x="168" y="13"/>
                  </a:cubicBezTo>
                  <a:cubicBezTo>
                    <a:pt x="152" y="4"/>
                    <a:pt x="137" y="1"/>
                    <a:pt x="123"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3875;p36">
              <a:extLst>
                <a:ext uri="{FF2B5EF4-FFF2-40B4-BE49-F238E27FC236}">
                  <a16:creationId xmlns:a16="http://schemas.microsoft.com/office/drawing/2014/main" id="{3DE75107-35AC-FA32-E2E8-6304428F534D}"/>
                </a:ext>
              </a:extLst>
            </p:cNvPr>
            <p:cNvSpPr/>
            <p:nvPr/>
          </p:nvSpPr>
          <p:spPr>
            <a:xfrm>
              <a:off x="4467600" y="1506550"/>
              <a:ext cx="19725" cy="7225"/>
            </a:xfrm>
            <a:custGeom>
              <a:avLst/>
              <a:gdLst/>
              <a:ahLst/>
              <a:cxnLst/>
              <a:rect l="l" t="t" r="r" b="b"/>
              <a:pathLst>
                <a:path w="789" h="289" extrusionOk="0">
                  <a:moveTo>
                    <a:pt x="126" y="0"/>
                  </a:moveTo>
                  <a:cubicBezTo>
                    <a:pt x="51" y="0"/>
                    <a:pt x="0" y="116"/>
                    <a:pt x="90" y="162"/>
                  </a:cubicBezTo>
                  <a:cubicBezTo>
                    <a:pt x="210" y="242"/>
                    <a:pt x="352" y="285"/>
                    <a:pt x="497" y="288"/>
                  </a:cubicBezTo>
                  <a:cubicBezTo>
                    <a:pt x="502" y="288"/>
                    <a:pt x="508" y="289"/>
                    <a:pt x="514" y="289"/>
                  </a:cubicBezTo>
                  <a:cubicBezTo>
                    <a:pt x="585" y="289"/>
                    <a:pt x="656" y="270"/>
                    <a:pt x="716" y="236"/>
                  </a:cubicBezTo>
                  <a:cubicBezTo>
                    <a:pt x="789" y="184"/>
                    <a:pt x="741" y="83"/>
                    <a:pt x="668" y="83"/>
                  </a:cubicBezTo>
                  <a:cubicBezTo>
                    <a:pt x="655" y="83"/>
                    <a:pt x="641" y="86"/>
                    <a:pt x="626" y="94"/>
                  </a:cubicBezTo>
                  <a:cubicBezTo>
                    <a:pt x="623" y="96"/>
                    <a:pt x="580" y="120"/>
                    <a:pt x="499" y="120"/>
                  </a:cubicBezTo>
                  <a:cubicBezTo>
                    <a:pt x="423" y="120"/>
                    <a:pt x="315" y="99"/>
                    <a:pt x="176" y="17"/>
                  </a:cubicBezTo>
                  <a:cubicBezTo>
                    <a:pt x="159" y="5"/>
                    <a:pt x="142" y="0"/>
                    <a:pt x="126"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3876;p36">
              <a:extLst>
                <a:ext uri="{FF2B5EF4-FFF2-40B4-BE49-F238E27FC236}">
                  <a16:creationId xmlns:a16="http://schemas.microsoft.com/office/drawing/2014/main" id="{05BC0795-D119-99BE-0BA9-DFE68448D475}"/>
                </a:ext>
              </a:extLst>
            </p:cNvPr>
            <p:cNvSpPr/>
            <p:nvPr/>
          </p:nvSpPr>
          <p:spPr>
            <a:xfrm>
              <a:off x="4456175" y="1494075"/>
              <a:ext cx="19000" cy="7200"/>
            </a:xfrm>
            <a:custGeom>
              <a:avLst/>
              <a:gdLst/>
              <a:ahLst/>
              <a:cxnLst/>
              <a:rect l="l" t="t" r="r" b="b"/>
              <a:pathLst>
                <a:path w="760" h="288" extrusionOk="0">
                  <a:moveTo>
                    <a:pt x="123" y="0"/>
                  </a:moveTo>
                  <a:cubicBezTo>
                    <a:pt x="49" y="0"/>
                    <a:pt x="1" y="109"/>
                    <a:pt x="81" y="158"/>
                  </a:cubicBezTo>
                  <a:cubicBezTo>
                    <a:pt x="204" y="238"/>
                    <a:pt x="343" y="281"/>
                    <a:pt x="491" y="288"/>
                  </a:cubicBezTo>
                  <a:cubicBezTo>
                    <a:pt x="565" y="288"/>
                    <a:pt x="642" y="272"/>
                    <a:pt x="710" y="235"/>
                  </a:cubicBezTo>
                  <a:cubicBezTo>
                    <a:pt x="747" y="211"/>
                    <a:pt x="760" y="158"/>
                    <a:pt x="735" y="118"/>
                  </a:cubicBezTo>
                  <a:cubicBezTo>
                    <a:pt x="718" y="93"/>
                    <a:pt x="690" y="78"/>
                    <a:pt x="661" y="78"/>
                  </a:cubicBezTo>
                  <a:cubicBezTo>
                    <a:pt x="647" y="78"/>
                    <a:pt x="633" y="82"/>
                    <a:pt x="621" y="90"/>
                  </a:cubicBezTo>
                  <a:cubicBezTo>
                    <a:pt x="616" y="92"/>
                    <a:pt x="572" y="117"/>
                    <a:pt x="490" y="117"/>
                  </a:cubicBezTo>
                  <a:cubicBezTo>
                    <a:pt x="414" y="117"/>
                    <a:pt x="306" y="95"/>
                    <a:pt x="167" y="13"/>
                  </a:cubicBezTo>
                  <a:cubicBezTo>
                    <a:pt x="152" y="4"/>
                    <a:pt x="137" y="0"/>
                    <a:pt x="123"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3877;p36">
              <a:extLst>
                <a:ext uri="{FF2B5EF4-FFF2-40B4-BE49-F238E27FC236}">
                  <a16:creationId xmlns:a16="http://schemas.microsoft.com/office/drawing/2014/main" id="{DDE1B309-85F7-CE2A-4151-F281082DFDE3}"/>
                </a:ext>
              </a:extLst>
            </p:cNvPr>
            <p:cNvSpPr/>
            <p:nvPr/>
          </p:nvSpPr>
          <p:spPr>
            <a:xfrm>
              <a:off x="4435975" y="1500850"/>
              <a:ext cx="19000" cy="7150"/>
            </a:xfrm>
            <a:custGeom>
              <a:avLst/>
              <a:gdLst/>
              <a:ahLst/>
              <a:cxnLst/>
              <a:rect l="l" t="t" r="r" b="b"/>
              <a:pathLst>
                <a:path w="760" h="286" extrusionOk="0">
                  <a:moveTo>
                    <a:pt x="122" y="1"/>
                  </a:moveTo>
                  <a:cubicBezTo>
                    <a:pt x="47" y="1"/>
                    <a:pt x="0" y="109"/>
                    <a:pt x="78" y="158"/>
                  </a:cubicBezTo>
                  <a:cubicBezTo>
                    <a:pt x="201" y="236"/>
                    <a:pt x="343" y="282"/>
                    <a:pt x="488" y="285"/>
                  </a:cubicBezTo>
                  <a:cubicBezTo>
                    <a:pt x="494" y="285"/>
                    <a:pt x="499" y="285"/>
                    <a:pt x="505" y="285"/>
                  </a:cubicBezTo>
                  <a:cubicBezTo>
                    <a:pt x="576" y="285"/>
                    <a:pt x="644" y="267"/>
                    <a:pt x="707" y="233"/>
                  </a:cubicBezTo>
                  <a:cubicBezTo>
                    <a:pt x="747" y="208"/>
                    <a:pt x="760" y="158"/>
                    <a:pt x="735" y="118"/>
                  </a:cubicBezTo>
                  <a:cubicBezTo>
                    <a:pt x="719" y="92"/>
                    <a:pt x="691" y="78"/>
                    <a:pt x="662" y="78"/>
                  </a:cubicBezTo>
                  <a:cubicBezTo>
                    <a:pt x="647" y="78"/>
                    <a:pt x="632" y="82"/>
                    <a:pt x="618" y="91"/>
                  </a:cubicBezTo>
                  <a:cubicBezTo>
                    <a:pt x="614" y="92"/>
                    <a:pt x="570" y="117"/>
                    <a:pt x="489" y="117"/>
                  </a:cubicBezTo>
                  <a:cubicBezTo>
                    <a:pt x="413" y="117"/>
                    <a:pt x="304" y="95"/>
                    <a:pt x="167" y="14"/>
                  </a:cubicBezTo>
                  <a:cubicBezTo>
                    <a:pt x="152" y="5"/>
                    <a:pt x="136" y="1"/>
                    <a:pt x="122"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3878;p36">
              <a:extLst>
                <a:ext uri="{FF2B5EF4-FFF2-40B4-BE49-F238E27FC236}">
                  <a16:creationId xmlns:a16="http://schemas.microsoft.com/office/drawing/2014/main" id="{DD0765D2-1B28-B0C9-CD27-C794F46A9A29}"/>
                </a:ext>
              </a:extLst>
            </p:cNvPr>
            <p:cNvSpPr/>
            <p:nvPr/>
          </p:nvSpPr>
          <p:spPr>
            <a:xfrm>
              <a:off x="4505400" y="1500800"/>
              <a:ext cx="19050" cy="7200"/>
            </a:xfrm>
            <a:custGeom>
              <a:avLst/>
              <a:gdLst/>
              <a:ahLst/>
              <a:cxnLst/>
              <a:rect l="l" t="t" r="r" b="b"/>
              <a:pathLst>
                <a:path w="762" h="288" extrusionOk="0">
                  <a:moveTo>
                    <a:pt x="122" y="1"/>
                  </a:moveTo>
                  <a:cubicBezTo>
                    <a:pt x="47" y="1"/>
                    <a:pt x="1" y="112"/>
                    <a:pt x="83" y="160"/>
                  </a:cubicBezTo>
                  <a:cubicBezTo>
                    <a:pt x="206" y="238"/>
                    <a:pt x="348" y="284"/>
                    <a:pt x="493" y="287"/>
                  </a:cubicBezTo>
                  <a:cubicBezTo>
                    <a:pt x="498" y="287"/>
                    <a:pt x="504" y="287"/>
                    <a:pt x="509" y="287"/>
                  </a:cubicBezTo>
                  <a:cubicBezTo>
                    <a:pt x="578" y="287"/>
                    <a:pt x="649" y="269"/>
                    <a:pt x="712" y="235"/>
                  </a:cubicBezTo>
                  <a:cubicBezTo>
                    <a:pt x="752" y="210"/>
                    <a:pt x="761" y="160"/>
                    <a:pt x="737" y="120"/>
                  </a:cubicBezTo>
                  <a:cubicBezTo>
                    <a:pt x="721" y="94"/>
                    <a:pt x="694" y="80"/>
                    <a:pt x="667" y="80"/>
                  </a:cubicBezTo>
                  <a:cubicBezTo>
                    <a:pt x="652" y="80"/>
                    <a:pt x="637" y="84"/>
                    <a:pt x="623" y="93"/>
                  </a:cubicBezTo>
                  <a:cubicBezTo>
                    <a:pt x="619" y="94"/>
                    <a:pt x="575" y="119"/>
                    <a:pt x="493" y="119"/>
                  </a:cubicBezTo>
                  <a:cubicBezTo>
                    <a:pt x="417" y="119"/>
                    <a:pt x="308" y="97"/>
                    <a:pt x="169" y="16"/>
                  </a:cubicBezTo>
                  <a:cubicBezTo>
                    <a:pt x="153" y="5"/>
                    <a:pt x="137" y="1"/>
                    <a:pt x="122"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3879;p36">
              <a:extLst>
                <a:ext uri="{FF2B5EF4-FFF2-40B4-BE49-F238E27FC236}">
                  <a16:creationId xmlns:a16="http://schemas.microsoft.com/office/drawing/2014/main" id="{83FE0AEA-9943-1BE1-FA34-D3C4B8EE5D21}"/>
                </a:ext>
              </a:extLst>
            </p:cNvPr>
            <p:cNvSpPr/>
            <p:nvPr/>
          </p:nvSpPr>
          <p:spPr>
            <a:xfrm>
              <a:off x="4520000" y="1518275"/>
              <a:ext cx="18950" cy="7150"/>
            </a:xfrm>
            <a:custGeom>
              <a:avLst/>
              <a:gdLst/>
              <a:ahLst/>
              <a:cxnLst/>
              <a:rect l="l" t="t" r="r" b="b"/>
              <a:pathLst>
                <a:path w="758" h="286" extrusionOk="0">
                  <a:moveTo>
                    <a:pt x="121" y="1"/>
                  </a:moveTo>
                  <a:cubicBezTo>
                    <a:pt x="48" y="1"/>
                    <a:pt x="1" y="109"/>
                    <a:pt x="79" y="159"/>
                  </a:cubicBezTo>
                  <a:cubicBezTo>
                    <a:pt x="202" y="236"/>
                    <a:pt x="341" y="282"/>
                    <a:pt x="489" y="285"/>
                  </a:cubicBezTo>
                  <a:cubicBezTo>
                    <a:pt x="494" y="285"/>
                    <a:pt x="500" y="285"/>
                    <a:pt x="505" y="285"/>
                  </a:cubicBezTo>
                  <a:cubicBezTo>
                    <a:pt x="574" y="285"/>
                    <a:pt x="645" y="267"/>
                    <a:pt x="708" y="233"/>
                  </a:cubicBezTo>
                  <a:cubicBezTo>
                    <a:pt x="745" y="208"/>
                    <a:pt x="757" y="155"/>
                    <a:pt x="733" y="118"/>
                  </a:cubicBezTo>
                  <a:cubicBezTo>
                    <a:pt x="717" y="92"/>
                    <a:pt x="690" y="78"/>
                    <a:pt x="662" y="78"/>
                  </a:cubicBezTo>
                  <a:cubicBezTo>
                    <a:pt x="648" y="78"/>
                    <a:pt x="633" y="82"/>
                    <a:pt x="619" y="91"/>
                  </a:cubicBezTo>
                  <a:cubicBezTo>
                    <a:pt x="615" y="92"/>
                    <a:pt x="571" y="117"/>
                    <a:pt x="489" y="117"/>
                  </a:cubicBezTo>
                  <a:cubicBezTo>
                    <a:pt x="413" y="117"/>
                    <a:pt x="304" y="95"/>
                    <a:pt x="165" y="14"/>
                  </a:cubicBezTo>
                  <a:cubicBezTo>
                    <a:pt x="150" y="5"/>
                    <a:pt x="135" y="1"/>
                    <a:pt x="121" y="1"/>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3880;p36">
              <a:extLst>
                <a:ext uri="{FF2B5EF4-FFF2-40B4-BE49-F238E27FC236}">
                  <a16:creationId xmlns:a16="http://schemas.microsoft.com/office/drawing/2014/main" id="{BBBF3120-6187-2C80-5CBA-A96C4F4FFC38}"/>
                </a:ext>
              </a:extLst>
            </p:cNvPr>
            <p:cNvSpPr/>
            <p:nvPr/>
          </p:nvSpPr>
          <p:spPr>
            <a:xfrm>
              <a:off x="4571850" y="1348350"/>
              <a:ext cx="9275" cy="21525"/>
            </a:xfrm>
            <a:custGeom>
              <a:avLst/>
              <a:gdLst/>
              <a:ahLst/>
              <a:cxnLst/>
              <a:rect l="l" t="t" r="r" b="b"/>
              <a:pathLst>
                <a:path w="371" h="861" extrusionOk="0">
                  <a:moveTo>
                    <a:pt x="242" y="1"/>
                  </a:moveTo>
                  <a:cubicBezTo>
                    <a:pt x="210" y="1"/>
                    <a:pt x="178" y="18"/>
                    <a:pt x="164" y="59"/>
                  </a:cubicBezTo>
                  <a:cubicBezTo>
                    <a:pt x="0" y="531"/>
                    <a:pt x="198" y="815"/>
                    <a:pt x="207" y="824"/>
                  </a:cubicBezTo>
                  <a:cubicBezTo>
                    <a:pt x="222" y="846"/>
                    <a:pt x="247" y="861"/>
                    <a:pt x="275" y="861"/>
                  </a:cubicBezTo>
                  <a:cubicBezTo>
                    <a:pt x="293" y="861"/>
                    <a:pt x="309" y="855"/>
                    <a:pt x="324" y="846"/>
                  </a:cubicBezTo>
                  <a:cubicBezTo>
                    <a:pt x="361" y="818"/>
                    <a:pt x="370" y="765"/>
                    <a:pt x="343" y="725"/>
                  </a:cubicBezTo>
                  <a:cubicBezTo>
                    <a:pt x="336" y="716"/>
                    <a:pt x="192" y="500"/>
                    <a:pt x="324" y="115"/>
                  </a:cubicBezTo>
                  <a:cubicBezTo>
                    <a:pt x="347" y="48"/>
                    <a:pt x="294" y="1"/>
                    <a:pt x="2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3881;p36">
              <a:extLst>
                <a:ext uri="{FF2B5EF4-FFF2-40B4-BE49-F238E27FC236}">
                  <a16:creationId xmlns:a16="http://schemas.microsoft.com/office/drawing/2014/main" id="{F8295FF4-1374-ECC6-32CB-FF029CB44101}"/>
                </a:ext>
              </a:extLst>
            </p:cNvPr>
            <p:cNvSpPr/>
            <p:nvPr/>
          </p:nvSpPr>
          <p:spPr>
            <a:xfrm>
              <a:off x="4358725" y="1555100"/>
              <a:ext cx="22850" cy="6475"/>
            </a:xfrm>
            <a:custGeom>
              <a:avLst/>
              <a:gdLst/>
              <a:ahLst/>
              <a:cxnLst/>
              <a:rect l="l" t="t" r="r" b="b"/>
              <a:pathLst>
                <a:path w="914" h="259" extrusionOk="0">
                  <a:moveTo>
                    <a:pt x="445" y="1"/>
                  </a:moveTo>
                  <a:cubicBezTo>
                    <a:pt x="196" y="1"/>
                    <a:pt x="52" y="101"/>
                    <a:pt x="44" y="107"/>
                  </a:cubicBezTo>
                  <a:cubicBezTo>
                    <a:pt x="7" y="135"/>
                    <a:pt x="0" y="184"/>
                    <a:pt x="25" y="225"/>
                  </a:cubicBezTo>
                  <a:cubicBezTo>
                    <a:pt x="40" y="246"/>
                    <a:pt x="68" y="259"/>
                    <a:pt x="96" y="259"/>
                  </a:cubicBezTo>
                  <a:cubicBezTo>
                    <a:pt x="111" y="259"/>
                    <a:pt x="130" y="255"/>
                    <a:pt x="142" y="246"/>
                  </a:cubicBezTo>
                  <a:cubicBezTo>
                    <a:pt x="149" y="242"/>
                    <a:pt x="254" y="171"/>
                    <a:pt x="445" y="171"/>
                  </a:cubicBezTo>
                  <a:cubicBezTo>
                    <a:pt x="531" y="171"/>
                    <a:pt x="636" y="185"/>
                    <a:pt x="756" y="228"/>
                  </a:cubicBezTo>
                  <a:cubicBezTo>
                    <a:pt x="768" y="232"/>
                    <a:pt x="780" y="235"/>
                    <a:pt x="791" y="235"/>
                  </a:cubicBezTo>
                  <a:cubicBezTo>
                    <a:pt x="878" y="235"/>
                    <a:pt x="913" y="95"/>
                    <a:pt x="812" y="67"/>
                  </a:cubicBezTo>
                  <a:cubicBezTo>
                    <a:pt x="672" y="18"/>
                    <a:pt x="550" y="1"/>
                    <a:pt x="4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3882;p36">
              <a:extLst>
                <a:ext uri="{FF2B5EF4-FFF2-40B4-BE49-F238E27FC236}">
                  <a16:creationId xmlns:a16="http://schemas.microsoft.com/office/drawing/2014/main" id="{071BE7D9-CFA4-AA23-C750-FB769E3BD4C1}"/>
                </a:ext>
              </a:extLst>
            </p:cNvPr>
            <p:cNvSpPr/>
            <p:nvPr/>
          </p:nvSpPr>
          <p:spPr>
            <a:xfrm>
              <a:off x="4313625" y="1572425"/>
              <a:ext cx="23350" cy="6575"/>
            </a:xfrm>
            <a:custGeom>
              <a:avLst/>
              <a:gdLst/>
              <a:ahLst/>
              <a:cxnLst/>
              <a:rect l="l" t="t" r="r" b="b"/>
              <a:pathLst>
                <a:path w="934" h="263" extrusionOk="0">
                  <a:moveTo>
                    <a:pt x="476" y="1"/>
                  </a:moveTo>
                  <a:cubicBezTo>
                    <a:pt x="223" y="1"/>
                    <a:pt x="80" y="102"/>
                    <a:pt x="71" y="108"/>
                  </a:cubicBezTo>
                  <a:cubicBezTo>
                    <a:pt x="0" y="155"/>
                    <a:pt x="37" y="263"/>
                    <a:pt x="120" y="263"/>
                  </a:cubicBezTo>
                  <a:cubicBezTo>
                    <a:pt x="139" y="263"/>
                    <a:pt x="154" y="256"/>
                    <a:pt x="170" y="244"/>
                  </a:cubicBezTo>
                  <a:cubicBezTo>
                    <a:pt x="176" y="240"/>
                    <a:pt x="282" y="170"/>
                    <a:pt x="473" y="170"/>
                  </a:cubicBezTo>
                  <a:cubicBezTo>
                    <a:pt x="559" y="170"/>
                    <a:pt x="663" y="184"/>
                    <a:pt x="783" y="226"/>
                  </a:cubicBezTo>
                  <a:cubicBezTo>
                    <a:pt x="794" y="229"/>
                    <a:pt x="804" y="231"/>
                    <a:pt x="814" y="231"/>
                  </a:cubicBezTo>
                  <a:cubicBezTo>
                    <a:pt x="898" y="231"/>
                    <a:pt x="933" y="98"/>
                    <a:pt x="839" y="65"/>
                  </a:cubicBezTo>
                  <a:cubicBezTo>
                    <a:pt x="701" y="18"/>
                    <a:pt x="579" y="1"/>
                    <a:pt x="47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3883;p36">
              <a:extLst>
                <a:ext uri="{FF2B5EF4-FFF2-40B4-BE49-F238E27FC236}">
                  <a16:creationId xmlns:a16="http://schemas.microsoft.com/office/drawing/2014/main" id="{086F3963-22EB-A5AD-AD40-53F8207D5D77}"/>
                </a:ext>
              </a:extLst>
            </p:cNvPr>
            <p:cNvSpPr/>
            <p:nvPr/>
          </p:nvSpPr>
          <p:spPr>
            <a:xfrm>
              <a:off x="4381325" y="1570500"/>
              <a:ext cx="23425" cy="6575"/>
            </a:xfrm>
            <a:custGeom>
              <a:avLst/>
              <a:gdLst/>
              <a:ahLst/>
              <a:cxnLst/>
              <a:rect l="l" t="t" r="r" b="b"/>
              <a:pathLst>
                <a:path w="937" h="263" extrusionOk="0">
                  <a:moveTo>
                    <a:pt x="473" y="1"/>
                  </a:moveTo>
                  <a:cubicBezTo>
                    <a:pt x="220" y="1"/>
                    <a:pt x="77" y="102"/>
                    <a:pt x="68" y="108"/>
                  </a:cubicBezTo>
                  <a:cubicBezTo>
                    <a:pt x="0" y="155"/>
                    <a:pt x="34" y="262"/>
                    <a:pt x="117" y="262"/>
                  </a:cubicBezTo>
                  <a:cubicBezTo>
                    <a:pt x="136" y="262"/>
                    <a:pt x="151" y="256"/>
                    <a:pt x="167" y="244"/>
                  </a:cubicBezTo>
                  <a:cubicBezTo>
                    <a:pt x="173" y="240"/>
                    <a:pt x="279" y="170"/>
                    <a:pt x="470" y="170"/>
                  </a:cubicBezTo>
                  <a:cubicBezTo>
                    <a:pt x="556" y="170"/>
                    <a:pt x="660" y="184"/>
                    <a:pt x="780" y="225"/>
                  </a:cubicBezTo>
                  <a:cubicBezTo>
                    <a:pt x="793" y="231"/>
                    <a:pt x="805" y="233"/>
                    <a:pt x="816" y="233"/>
                  </a:cubicBezTo>
                  <a:cubicBezTo>
                    <a:pt x="900" y="233"/>
                    <a:pt x="937" y="95"/>
                    <a:pt x="836" y="65"/>
                  </a:cubicBezTo>
                  <a:cubicBezTo>
                    <a:pt x="698" y="18"/>
                    <a:pt x="576" y="1"/>
                    <a:pt x="4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3884;p36">
              <a:extLst>
                <a:ext uri="{FF2B5EF4-FFF2-40B4-BE49-F238E27FC236}">
                  <a16:creationId xmlns:a16="http://schemas.microsoft.com/office/drawing/2014/main" id="{9AFFA5EE-F9AD-A282-FD88-DD3403FA2623}"/>
                </a:ext>
              </a:extLst>
            </p:cNvPr>
            <p:cNvSpPr/>
            <p:nvPr/>
          </p:nvSpPr>
          <p:spPr>
            <a:xfrm>
              <a:off x="4396150" y="1558125"/>
              <a:ext cx="22650" cy="9075"/>
            </a:xfrm>
            <a:custGeom>
              <a:avLst/>
              <a:gdLst/>
              <a:ahLst/>
              <a:cxnLst/>
              <a:rect l="l" t="t" r="r" b="b"/>
              <a:pathLst>
                <a:path w="906" h="363" extrusionOk="0">
                  <a:moveTo>
                    <a:pt x="262" y="0"/>
                  </a:moveTo>
                  <a:cubicBezTo>
                    <a:pt x="162" y="0"/>
                    <a:pt x="100" y="21"/>
                    <a:pt x="95" y="23"/>
                  </a:cubicBezTo>
                  <a:cubicBezTo>
                    <a:pt x="0" y="57"/>
                    <a:pt x="34" y="189"/>
                    <a:pt x="119" y="189"/>
                  </a:cubicBezTo>
                  <a:cubicBezTo>
                    <a:pt x="128" y="189"/>
                    <a:pt x="137" y="187"/>
                    <a:pt x="147" y="184"/>
                  </a:cubicBezTo>
                  <a:cubicBezTo>
                    <a:pt x="151" y="183"/>
                    <a:pt x="193" y="170"/>
                    <a:pt x="263" y="170"/>
                  </a:cubicBezTo>
                  <a:cubicBezTo>
                    <a:pt x="370" y="170"/>
                    <a:pt x="541" y="199"/>
                    <a:pt x="739" y="344"/>
                  </a:cubicBezTo>
                  <a:cubicBezTo>
                    <a:pt x="752" y="357"/>
                    <a:pt x="770" y="363"/>
                    <a:pt x="789" y="363"/>
                  </a:cubicBezTo>
                  <a:cubicBezTo>
                    <a:pt x="872" y="363"/>
                    <a:pt x="906" y="258"/>
                    <a:pt x="838" y="208"/>
                  </a:cubicBezTo>
                  <a:cubicBezTo>
                    <a:pt x="605" y="38"/>
                    <a:pt x="398" y="0"/>
                    <a:pt x="2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3885;p36">
              <a:extLst>
                <a:ext uri="{FF2B5EF4-FFF2-40B4-BE49-F238E27FC236}">
                  <a16:creationId xmlns:a16="http://schemas.microsoft.com/office/drawing/2014/main" id="{A4C3E8A1-860C-9B25-EB40-7EB342C1C8DF}"/>
                </a:ext>
              </a:extLst>
            </p:cNvPr>
            <p:cNvSpPr/>
            <p:nvPr/>
          </p:nvSpPr>
          <p:spPr>
            <a:xfrm>
              <a:off x="4350350" y="1569525"/>
              <a:ext cx="23225" cy="6550"/>
            </a:xfrm>
            <a:custGeom>
              <a:avLst/>
              <a:gdLst/>
              <a:ahLst/>
              <a:cxnLst/>
              <a:rect l="l" t="t" r="r" b="b"/>
              <a:pathLst>
                <a:path w="929" h="262" extrusionOk="0">
                  <a:moveTo>
                    <a:pt x="471" y="0"/>
                  </a:moveTo>
                  <a:cubicBezTo>
                    <a:pt x="221" y="0"/>
                    <a:pt x="79" y="101"/>
                    <a:pt x="70" y="107"/>
                  </a:cubicBezTo>
                  <a:cubicBezTo>
                    <a:pt x="0" y="156"/>
                    <a:pt x="35" y="261"/>
                    <a:pt x="116" y="261"/>
                  </a:cubicBezTo>
                  <a:cubicBezTo>
                    <a:pt x="117" y="261"/>
                    <a:pt x="118" y="261"/>
                    <a:pt x="119" y="261"/>
                  </a:cubicBezTo>
                  <a:cubicBezTo>
                    <a:pt x="138" y="261"/>
                    <a:pt x="153" y="255"/>
                    <a:pt x="169" y="246"/>
                  </a:cubicBezTo>
                  <a:cubicBezTo>
                    <a:pt x="175" y="242"/>
                    <a:pt x="281" y="170"/>
                    <a:pt x="471" y="170"/>
                  </a:cubicBezTo>
                  <a:cubicBezTo>
                    <a:pt x="558" y="170"/>
                    <a:pt x="662" y="185"/>
                    <a:pt x="783" y="227"/>
                  </a:cubicBezTo>
                  <a:cubicBezTo>
                    <a:pt x="791" y="230"/>
                    <a:pt x="799" y="231"/>
                    <a:pt x="807" y="231"/>
                  </a:cubicBezTo>
                  <a:cubicBezTo>
                    <a:pt x="892" y="231"/>
                    <a:pt x="928" y="104"/>
                    <a:pt x="838" y="67"/>
                  </a:cubicBezTo>
                  <a:cubicBezTo>
                    <a:pt x="698" y="18"/>
                    <a:pt x="575" y="0"/>
                    <a:pt x="4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3886;p36">
              <a:extLst>
                <a:ext uri="{FF2B5EF4-FFF2-40B4-BE49-F238E27FC236}">
                  <a16:creationId xmlns:a16="http://schemas.microsoft.com/office/drawing/2014/main" id="{F67F683E-DCFA-4D37-8DE5-CBE8469B3E57}"/>
                </a:ext>
              </a:extLst>
            </p:cNvPr>
            <p:cNvSpPr/>
            <p:nvPr/>
          </p:nvSpPr>
          <p:spPr>
            <a:xfrm>
              <a:off x="4326200" y="1556975"/>
              <a:ext cx="23225" cy="6525"/>
            </a:xfrm>
            <a:custGeom>
              <a:avLst/>
              <a:gdLst/>
              <a:ahLst/>
              <a:cxnLst/>
              <a:rect l="l" t="t" r="r" b="b"/>
              <a:pathLst>
                <a:path w="929" h="261" extrusionOk="0">
                  <a:moveTo>
                    <a:pt x="474" y="0"/>
                  </a:moveTo>
                  <a:cubicBezTo>
                    <a:pt x="223" y="0"/>
                    <a:pt x="79" y="102"/>
                    <a:pt x="71" y="106"/>
                  </a:cubicBezTo>
                  <a:cubicBezTo>
                    <a:pt x="1" y="155"/>
                    <a:pt x="36" y="261"/>
                    <a:pt x="117" y="261"/>
                  </a:cubicBezTo>
                  <a:cubicBezTo>
                    <a:pt x="118" y="261"/>
                    <a:pt x="119" y="261"/>
                    <a:pt x="120" y="261"/>
                  </a:cubicBezTo>
                  <a:cubicBezTo>
                    <a:pt x="139" y="261"/>
                    <a:pt x="154" y="254"/>
                    <a:pt x="169" y="245"/>
                  </a:cubicBezTo>
                  <a:cubicBezTo>
                    <a:pt x="176" y="241"/>
                    <a:pt x="280" y="170"/>
                    <a:pt x="470" y="170"/>
                  </a:cubicBezTo>
                  <a:cubicBezTo>
                    <a:pt x="556" y="170"/>
                    <a:pt x="660" y="184"/>
                    <a:pt x="780" y="227"/>
                  </a:cubicBezTo>
                  <a:cubicBezTo>
                    <a:pt x="790" y="230"/>
                    <a:pt x="799" y="231"/>
                    <a:pt x="807" y="231"/>
                  </a:cubicBezTo>
                  <a:cubicBezTo>
                    <a:pt x="893" y="231"/>
                    <a:pt x="928" y="103"/>
                    <a:pt x="839" y="66"/>
                  </a:cubicBezTo>
                  <a:cubicBezTo>
                    <a:pt x="700" y="18"/>
                    <a:pt x="578" y="0"/>
                    <a:pt x="4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3887;p36">
              <a:extLst>
                <a:ext uri="{FF2B5EF4-FFF2-40B4-BE49-F238E27FC236}">
                  <a16:creationId xmlns:a16="http://schemas.microsoft.com/office/drawing/2014/main" id="{15EF5B2D-BE63-6C67-2970-0F3CD4A55D83}"/>
                </a:ext>
              </a:extLst>
            </p:cNvPr>
            <p:cNvSpPr/>
            <p:nvPr/>
          </p:nvSpPr>
          <p:spPr>
            <a:xfrm>
              <a:off x="4588350" y="1281925"/>
              <a:ext cx="11575" cy="20925"/>
            </a:xfrm>
            <a:custGeom>
              <a:avLst/>
              <a:gdLst/>
              <a:ahLst/>
              <a:cxnLst/>
              <a:rect l="l" t="t" r="r" b="b"/>
              <a:pathLst>
                <a:path w="463" h="837" extrusionOk="0">
                  <a:moveTo>
                    <a:pt x="366" y="0"/>
                  </a:moveTo>
                  <a:cubicBezTo>
                    <a:pt x="341" y="0"/>
                    <a:pt x="316" y="12"/>
                    <a:pt x="300" y="36"/>
                  </a:cubicBezTo>
                  <a:cubicBezTo>
                    <a:pt x="0" y="437"/>
                    <a:pt x="105" y="764"/>
                    <a:pt x="108" y="779"/>
                  </a:cubicBezTo>
                  <a:cubicBezTo>
                    <a:pt x="121" y="813"/>
                    <a:pt x="151" y="835"/>
                    <a:pt x="188" y="835"/>
                  </a:cubicBezTo>
                  <a:cubicBezTo>
                    <a:pt x="192" y="836"/>
                    <a:pt x="195" y="836"/>
                    <a:pt x="198" y="836"/>
                  </a:cubicBezTo>
                  <a:cubicBezTo>
                    <a:pt x="204" y="836"/>
                    <a:pt x="210" y="835"/>
                    <a:pt x="216" y="835"/>
                  </a:cubicBezTo>
                  <a:cubicBezTo>
                    <a:pt x="259" y="819"/>
                    <a:pt x="284" y="770"/>
                    <a:pt x="269" y="727"/>
                  </a:cubicBezTo>
                  <a:cubicBezTo>
                    <a:pt x="266" y="714"/>
                    <a:pt x="192" y="461"/>
                    <a:pt x="435" y="135"/>
                  </a:cubicBezTo>
                  <a:cubicBezTo>
                    <a:pt x="463" y="98"/>
                    <a:pt x="454" y="45"/>
                    <a:pt x="417" y="17"/>
                  </a:cubicBezTo>
                  <a:cubicBezTo>
                    <a:pt x="402" y="6"/>
                    <a:pt x="384" y="0"/>
                    <a:pt x="3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3888;p36">
              <a:extLst>
                <a:ext uri="{FF2B5EF4-FFF2-40B4-BE49-F238E27FC236}">
                  <a16:creationId xmlns:a16="http://schemas.microsoft.com/office/drawing/2014/main" id="{FC0D336F-4602-CB6A-AE37-449A9DA9C125}"/>
                </a:ext>
              </a:extLst>
            </p:cNvPr>
            <p:cNvSpPr/>
            <p:nvPr/>
          </p:nvSpPr>
          <p:spPr>
            <a:xfrm>
              <a:off x="4725975" y="1124500"/>
              <a:ext cx="19475" cy="12225"/>
            </a:xfrm>
            <a:custGeom>
              <a:avLst/>
              <a:gdLst/>
              <a:ahLst/>
              <a:cxnLst/>
              <a:rect l="l" t="t" r="r" b="b"/>
              <a:pathLst>
                <a:path w="779" h="489" extrusionOk="0">
                  <a:moveTo>
                    <a:pt x="91" y="1"/>
                  </a:moveTo>
                  <a:cubicBezTo>
                    <a:pt x="47" y="1"/>
                    <a:pt x="10" y="34"/>
                    <a:pt x="7" y="78"/>
                  </a:cubicBezTo>
                  <a:cubicBezTo>
                    <a:pt x="1" y="124"/>
                    <a:pt x="38" y="164"/>
                    <a:pt x="84" y="170"/>
                  </a:cubicBezTo>
                  <a:cubicBezTo>
                    <a:pt x="198" y="180"/>
                    <a:pt x="516" y="244"/>
                    <a:pt x="602" y="439"/>
                  </a:cubicBezTo>
                  <a:cubicBezTo>
                    <a:pt x="615" y="467"/>
                    <a:pt x="645" y="488"/>
                    <a:pt x="679" y="488"/>
                  </a:cubicBezTo>
                  <a:cubicBezTo>
                    <a:pt x="692" y="488"/>
                    <a:pt x="704" y="485"/>
                    <a:pt x="716" y="482"/>
                  </a:cubicBezTo>
                  <a:cubicBezTo>
                    <a:pt x="756" y="463"/>
                    <a:pt x="778" y="411"/>
                    <a:pt x="760" y="368"/>
                  </a:cubicBezTo>
                  <a:cubicBezTo>
                    <a:pt x="615" y="47"/>
                    <a:pt x="118" y="4"/>
                    <a:pt x="96" y="1"/>
                  </a:cubicBezTo>
                  <a:cubicBezTo>
                    <a:pt x="94" y="1"/>
                    <a:pt x="93" y="1"/>
                    <a:pt x="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3889;p36">
              <a:extLst>
                <a:ext uri="{FF2B5EF4-FFF2-40B4-BE49-F238E27FC236}">
                  <a16:creationId xmlns:a16="http://schemas.microsoft.com/office/drawing/2014/main" id="{A16F6262-8906-44B1-DE7A-496C74294CFA}"/>
                </a:ext>
              </a:extLst>
            </p:cNvPr>
            <p:cNvSpPr/>
            <p:nvPr/>
          </p:nvSpPr>
          <p:spPr>
            <a:xfrm>
              <a:off x="4701075" y="1103150"/>
              <a:ext cx="19600" cy="12200"/>
            </a:xfrm>
            <a:custGeom>
              <a:avLst/>
              <a:gdLst/>
              <a:ahLst/>
              <a:cxnLst/>
              <a:rect l="l" t="t" r="r" b="b"/>
              <a:pathLst>
                <a:path w="784" h="488" extrusionOk="0">
                  <a:moveTo>
                    <a:pt x="90" y="0"/>
                  </a:moveTo>
                  <a:cubicBezTo>
                    <a:pt x="47" y="0"/>
                    <a:pt x="10" y="33"/>
                    <a:pt x="7" y="78"/>
                  </a:cubicBezTo>
                  <a:cubicBezTo>
                    <a:pt x="1" y="124"/>
                    <a:pt x="38" y="164"/>
                    <a:pt x="84" y="170"/>
                  </a:cubicBezTo>
                  <a:cubicBezTo>
                    <a:pt x="198" y="179"/>
                    <a:pt x="516" y="247"/>
                    <a:pt x="602" y="438"/>
                  </a:cubicBezTo>
                  <a:cubicBezTo>
                    <a:pt x="614" y="469"/>
                    <a:pt x="645" y="488"/>
                    <a:pt x="679" y="488"/>
                  </a:cubicBezTo>
                  <a:cubicBezTo>
                    <a:pt x="741" y="488"/>
                    <a:pt x="784" y="426"/>
                    <a:pt x="756" y="371"/>
                  </a:cubicBezTo>
                  <a:cubicBezTo>
                    <a:pt x="614" y="47"/>
                    <a:pt x="118" y="0"/>
                    <a:pt x="96" y="0"/>
                  </a:cubicBezTo>
                  <a:cubicBezTo>
                    <a:pt x="94" y="0"/>
                    <a:pt x="92" y="0"/>
                    <a:pt x="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3890;p36">
              <a:extLst>
                <a:ext uri="{FF2B5EF4-FFF2-40B4-BE49-F238E27FC236}">
                  <a16:creationId xmlns:a16="http://schemas.microsoft.com/office/drawing/2014/main" id="{9B0BBC85-F254-EB76-8A1F-F2679C50ABFD}"/>
                </a:ext>
              </a:extLst>
            </p:cNvPr>
            <p:cNvSpPr/>
            <p:nvPr/>
          </p:nvSpPr>
          <p:spPr>
            <a:xfrm>
              <a:off x="4731000" y="1140225"/>
              <a:ext cx="19525" cy="12225"/>
            </a:xfrm>
            <a:custGeom>
              <a:avLst/>
              <a:gdLst/>
              <a:ahLst/>
              <a:cxnLst/>
              <a:rect l="l" t="t" r="r" b="b"/>
              <a:pathLst>
                <a:path w="781" h="489" extrusionOk="0">
                  <a:moveTo>
                    <a:pt x="90" y="1"/>
                  </a:moveTo>
                  <a:cubicBezTo>
                    <a:pt x="46" y="1"/>
                    <a:pt x="9" y="34"/>
                    <a:pt x="3" y="78"/>
                  </a:cubicBezTo>
                  <a:cubicBezTo>
                    <a:pt x="0" y="124"/>
                    <a:pt x="34" y="164"/>
                    <a:pt x="80" y="168"/>
                  </a:cubicBezTo>
                  <a:cubicBezTo>
                    <a:pt x="198" y="180"/>
                    <a:pt x="515" y="245"/>
                    <a:pt x="602" y="439"/>
                  </a:cubicBezTo>
                  <a:cubicBezTo>
                    <a:pt x="614" y="470"/>
                    <a:pt x="645" y="488"/>
                    <a:pt x="679" y="488"/>
                  </a:cubicBezTo>
                  <a:cubicBezTo>
                    <a:pt x="741" y="488"/>
                    <a:pt x="781" y="424"/>
                    <a:pt x="756" y="368"/>
                  </a:cubicBezTo>
                  <a:cubicBezTo>
                    <a:pt x="611" y="44"/>
                    <a:pt x="114" y="1"/>
                    <a:pt x="96" y="1"/>
                  </a:cubicBezTo>
                  <a:cubicBezTo>
                    <a:pt x="94" y="1"/>
                    <a:pt x="92" y="1"/>
                    <a:pt x="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3891;p36">
              <a:extLst>
                <a:ext uri="{FF2B5EF4-FFF2-40B4-BE49-F238E27FC236}">
                  <a16:creationId xmlns:a16="http://schemas.microsoft.com/office/drawing/2014/main" id="{3959BF8D-95C3-189B-1FD1-762F1B0C41BE}"/>
                </a:ext>
              </a:extLst>
            </p:cNvPr>
            <p:cNvSpPr/>
            <p:nvPr/>
          </p:nvSpPr>
          <p:spPr>
            <a:xfrm>
              <a:off x="4672175" y="1095675"/>
              <a:ext cx="21600" cy="8125"/>
            </a:xfrm>
            <a:custGeom>
              <a:avLst/>
              <a:gdLst/>
              <a:ahLst/>
              <a:cxnLst/>
              <a:rect l="l" t="t" r="r" b="b"/>
              <a:pathLst>
                <a:path w="864" h="325" extrusionOk="0">
                  <a:moveTo>
                    <a:pt x="344" y="0"/>
                  </a:moveTo>
                  <a:cubicBezTo>
                    <a:pt x="216" y="0"/>
                    <a:pt x="114" y="22"/>
                    <a:pt x="105" y="25"/>
                  </a:cubicBezTo>
                  <a:cubicBezTo>
                    <a:pt x="1" y="48"/>
                    <a:pt x="27" y="193"/>
                    <a:pt x="122" y="193"/>
                  </a:cubicBezTo>
                  <a:cubicBezTo>
                    <a:pt x="128" y="193"/>
                    <a:pt x="135" y="193"/>
                    <a:pt x="142" y="192"/>
                  </a:cubicBezTo>
                  <a:cubicBezTo>
                    <a:pt x="186" y="182"/>
                    <a:pt x="262" y="171"/>
                    <a:pt x="345" y="171"/>
                  </a:cubicBezTo>
                  <a:cubicBezTo>
                    <a:pt x="476" y="171"/>
                    <a:pt x="625" y="197"/>
                    <a:pt x="700" y="293"/>
                  </a:cubicBezTo>
                  <a:cubicBezTo>
                    <a:pt x="719" y="312"/>
                    <a:pt x="743" y="324"/>
                    <a:pt x="768" y="324"/>
                  </a:cubicBezTo>
                  <a:cubicBezTo>
                    <a:pt x="786" y="324"/>
                    <a:pt x="805" y="318"/>
                    <a:pt x="820" y="306"/>
                  </a:cubicBezTo>
                  <a:cubicBezTo>
                    <a:pt x="857" y="278"/>
                    <a:pt x="864" y="222"/>
                    <a:pt x="833" y="188"/>
                  </a:cubicBezTo>
                  <a:cubicBezTo>
                    <a:pt x="712" y="35"/>
                    <a:pt x="506" y="0"/>
                    <a:pt x="3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3892;p36">
              <a:extLst>
                <a:ext uri="{FF2B5EF4-FFF2-40B4-BE49-F238E27FC236}">
                  <a16:creationId xmlns:a16="http://schemas.microsoft.com/office/drawing/2014/main" id="{E30F976A-A1F3-C4A9-05E1-193AB8FD7237}"/>
                </a:ext>
              </a:extLst>
            </p:cNvPr>
            <p:cNvSpPr/>
            <p:nvPr/>
          </p:nvSpPr>
          <p:spPr>
            <a:xfrm>
              <a:off x="4691975" y="1116100"/>
              <a:ext cx="19525" cy="12300"/>
            </a:xfrm>
            <a:custGeom>
              <a:avLst/>
              <a:gdLst/>
              <a:ahLst/>
              <a:cxnLst/>
              <a:rect l="l" t="t" r="r" b="b"/>
              <a:pathLst>
                <a:path w="781" h="492" extrusionOk="0">
                  <a:moveTo>
                    <a:pt x="90" y="0"/>
                  </a:moveTo>
                  <a:cubicBezTo>
                    <a:pt x="47" y="0"/>
                    <a:pt x="10" y="33"/>
                    <a:pt x="7" y="78"/>
                  </a:cubicBezTo>
                  <a:cubicBezTo>
                    <a:pt x="1" y="124"/>
                    <a:pt x="35" y="167"/>
                    <a:pt x="84" y="170"/>
                  </a:cubicBezTo>
                  <a:cubicBezTo>
                    <a:pt x="198" y="180"/>
                    <a:pt x="516" y="247"/>
                    <a:pt x="602" y="439"/>
                  </a:cubicBezTo>
                  <a:cubicBezTo>
                    <a:pt x="614" y="469"/>
                    <a:pt x="645" y="491"/>
                    <a:pt x="679" y="491"/>
                  </a:cubicBezTo>
                  <a:lnTo>
                    <a:pt x="679" y="488"/>
                  </a:lnTo>
                  <a:cubicBezTo>
                    <a:pt x="741" y="488"/>
                    <a:pt x="781" y="426"/>
                    <a:pt x="756" y="371"/>
                  </a:cubicBezTo>
                  <a:cubicBezTo>
                    <a:pt x="611" y="47"/>
                    <a:pt x="118" y="4"/>
                    <a:pt x="96" y="1"/>
                  </a:cubicBezTo>
                  <a:cubicBezTo>
                    <a:pt x="94" y="1"/>
                    <a:pt x="92" y="0"/>
                    <a:pt x="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3893;p36">
              <a:extLst>
                <a:ext uri="{FF2B5EF4-FFF2-40B4-BE49-F238E27FC236}">
                  <a16:creationId xmlns:a16="http://schemas.microsoft.com/office/drawing/2014/main" id="{125A6344-9009-6222-4336-A1DCF1C906E1}"/>
                </a:ext>
              </a:extLst>
            </p:cNvPr>
            <p:cNvSpPr/>
            <p:nvPr/>
          </p:nvSpPr>
          <p:spPr>
            <a:xfrm>
              <a:off x="4838325" y="1390825"/>
              <a:ext cx="13675" cy="19150"/>
            </a:xfrm>
            <a:custGeom>
              <a:avLst/>
              <a:gdLst/>
              <a:ahLst/>
              <a:cxnLst/>
              <a:rect l="l" t="t" r="r" b="b"/>
              <a:pathLst>
                <a:path w="547" h="766" extrusionOk="0">
                  <a:moveTo>
                    <a:pt x="419" y="0"/>
                  </a:moveTo>
                  <a:cubicBezTo>
                    <a:pt x="415" y="0"/>
                    <a:pt x="411" y="0"/>
                    <a:pt x="408" y="1"/>
                  </a:cubicBezTo>
                  <a:cubicBezTo>
                    <a:pt x="361" y="7"/>
                    <a:pt x="331" y="47"/>
                    <a:pt x="334" y="93"/>
                  </a:cubicBezTo>
                  <a:cubicBezTo>
                    <a:pt x="337" y="106"/>
                    <a:pt x="361" y="365"/>
                    <a:pt x="59" y="618"/>
                  </a:cubicBezTo>
                  <a:cubicBezTo>
                    <a:pt x="1" y="667"/>
                    <a:pt x="35" y="766"/>
                    <a:pt x="115" y="766"/>
                  </a:cubicBezTo>
                  <a:cubicBezTo>
                    <a:pt x="133" y="766"/>
                    <a:pt x="155" y="760"/>
                    <a:pt x="170" y="747"/>
                  </a:cubicBezTo>
                  <a:cubicBezTo>
                    <a:pt x="547" y="430"/>
                    <a:pt x="503" y="87"/>
                    <a:pt x="503" y="72"/>
                  </a:cubicBezTo>
                  <a:cubicBezTo>
                    <a:pt x="495" y="32"/>
                    <a:pt x="460" y="0"/>
                    <a:pt x="4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3894;p36">
              <a:extLst>
                <a:ext uri="{FF2B5EF4-FFF2-40B4-BE49-F238E27FC236}">
                  <a16:creationId xmlns:a16="http://schemas.microsoft.com/office/drawing/2014/main" id="{880A440A-4ECD-E2F5-2DAE-2D3C22BAD152}"/>
                </a:ext>
              </a:extLst>
            </p:cNvPr>
            <p:cNvSpPr/>
            <p:nvPr/>
          </p:nvSpPr>
          <p:spPr>
            <a:xfrm>
              <a:off x="4825075" y="1416875"/>
              <a:ext cx="13675" cy="19175"/>
            </a:xfrm>
            <a:custGeom>
              <a:avLst/>
              <a:gdLst/>
              <a:ahLst/>
              <a:cxnLst/>
              <a:rect l="l" t="t" r="r" b="b"/>
              <a:pathLst>
                <a:path w="547" h="767" extrusionOk="0">
                  <a:moveTo>
                    <a:pt x="419" y="1"/>
                  </a:moveTo>
                  <a:cubicBezTo>
                    <a:pt x="415" y="1"/>
                    <a:pt x="411" y="1"/>
                    <a:pt x="407" y="1"/>
                  </a:cubicBezTo>
                  <a:cubicBezTo>
                    <a:pt x="361" y="8"/>
                    <a:pt x="330" y="48"/>
                    <a:pt x="333" y="94"/>
                  </a:cubicBezTo>
                  <a:cubicBezTo>
                    <a:pt x="336" y="106"/>
                    <a:pt x="361" y="362"/>
                    <a:pt x="59" y="618"/>
                  </a:cubicBezTo>
                  <a:cubicBezTo>
                    <a:pt x="0" y="668"/>
                    <a:pt x="34" y="766"/>
                    <a:pt x="114" y="766"/>
                  </a:cubicBezTo>
                  <a:cubicBezTo>
                    <a:pt x="133" y="766"/>
                    <a:pt x="154" y="760"/>
                    <a:pt x="170" y="748"/>
                  </a:cubicBezTo>
                  <a:cubicBezTo>
                    <a:pt x="546" y="430"/>
                    <a:pt x="503" y="88"/>
                    <a:pt x="503" y="72"/>
                  </a:cubicBezTo>
                  <a:cubicBezTo>
                    <a:pt x="497" y="30"/>
                    <a:pt x="461" y="1"/>
                    <a:pt x="4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3895;p36">
              <a:extLst>
                <a:ext uri="{FF2B5EF4-FFF2-40B4-BE49-F238E27FC236}">
                  <a16:creationId xmlns:a16="http://schemas.microsoft.com/office/drawing/2014/main" id="{6ACCAF5A-BE22-F29F-53AF-6E77B685C01F}"/>
                </a:ext>
              </a:extLst>
            </p:cNvPr>
            <p:cNvSpPr/>
            <p:nvPr/>
          </p:nvSpPr>
          <p:spPr>
            <a:xfrm>
              <a:off x="4804400" y="1423500"/>
              <a:ext cx="17125" cy="16775"/>
            </a:xfrm>
            <a:custGeom>
              <a:avLst/>
              <a:gdLst/>
              <a:ahLst/>
              <a:cxnLst/>
              <a:rect l="l" t="t" r="r" b="b"/>
              <a:pathLst>
                <a:path w="685" h="671" extrusionOk="0">
                  <a:moveTo>
                    <a:pt x="589" y="1"/>
                  </a:moveTo>
                  <a:cubicBezTo>
                    <a:pt x="553" y="1"/>
                    <a:pt x="517" y="21"/>
                    <a:pt x="506" y="66"/>
                  </a:cubicBezTo>
                  <a:cubicBezTo>
                    <a:pt x="506" y="79"/>
                    <a:pt x="454" y="335"/>
                    <a:pt x="84" y="507"/>
                  </a:cubicBezTo>
                  <a:cubicBezTo>
                    <a:pt x="1" y="548"/>
                    <a:pt x="28" y="671"/>
                    <a:pt x="121" y="671"/>
                  </a:cubicBezTo>
                  <a:cubicBezTo>
                    <a:pt x="130" y="671"/>
                    <a:pt x="142" y="668"/>
                    <a:pt x="155" y="662"/>
                  </a:cubicBezTo>
                  <a:cubicBezTo>
                    <a:pt x="608" y="449"/>
                    <a:pt x="673" y="113"/>
                    <a:pt x="676" y="97"/>
                  </a:cubicBezTo>
                  <a:cubicBezTo>
                    <a:pt x="685" y="36"/>
                    <a:pt x="637" y="1"/>
                    <a:pt x="5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3896;p36">
              <a:extLst>
                <a:ext uri="{FF2B5EF4-FFF2-40B4-BE49-F238E27FC236}">
                  <a16:creationId xmlns:a16="http://schemas.microsoft.com/office/drawing/2014/main" id="{FE0869EA-317E-28FC-480C-C61D240A5503}"/>
                </a:ext>
              </a:extLst>
            </p:cNvPr>
            <p:cNvSpPr/>
            <p:nvPr/>
          </p:nvSpPr>
          <p:spPr>
            <a:xfrm>
              <a:off x="4822450" y="1389625"/>
              <a:ext cx="12700" cy="19125"/>
            </a:xfrm>
            <a:custGeom>
              <a:avLst/>
              <a:gdLst/>
              <a:ahLst/>
              <a:cxnLst/>
              <a:rect l="l" t="t" r="r" b="b"/>
              <a:pathLst>
                <a:path w="508" h="765" extrusionOk="0">
                  <a:moveTo>
                    <a:pt x="422" y="0"/>
                  </a:moveTo>
                  <a:cubicBezTo>
                    <a:pt x="382" y="0"/>
                    <a:pt x="342" y="25"/>
                    <a:pt x="336" y="77"/>
                  </a:cubicBezTo>
                  <a:cubicBezTo>
                    <a:pt x="336" y="80"/>
                    <a:pt x="309" y="493"/>
                    <a:pt x="80" y="601"/>
                  </a:cubicBezTo>
                  <a:cubicBezTo>
                    <a:pt x="0" y="641"/>
                    <a:pt x="28" y="761"/>
                    <a:pt x="117" y="764"/>
                  </a:cubicBezTo>
                  <a:cubicBezTo>
                    <a:pt x="130" y="764"/>
                    <a:pt x="142" y="761"/>
                    <a:pt x="154" y="755"/>
                  </a:cubicBezTo>
                  <a:cubicBezTo>
                    <a:pt x="475" y="604"/>
                    <a:pt x="506" y="108"/>
                    <a:pt x="506" y="86"/>
                  </a:cubicBezTo>
                  <a:cubicBezTo>
                    <a:pt x="508" y="30"/>
                    <a:pt x="465" y="0"/>
                    <a:pt x="4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9" name="Google Shape;3897;p36">
              <a:extLst>
                <a:ext uri="{FF2B5EF4-FFF2-40B4-BE49-F238E27FC236}">
                  <a16:creationId xmlns:a16="http://schemas.microsoft.com/office/drawing/2014/main" id="{14483614-2D20-1AE3-5299-274C9175A209}"/>
                </a:ext>
              </a:extLst>
            </p:cNvPr>
            <p:cNvSpPr/>
            <p:nvPr/>
          </p:nvSpPr>
          <p:spPr>
            <a:xfrm>
              <a:off x="4843125" y="1364150"/>
              <a:ext cx="12800" cy="19150"/>
            </a:xfrm>
            <a:custGeom>
              <a:avLst/>
              <a:gdLst/>
              <a:ahLst/>
              <a:cxnLst/>
              <a:rect l="l" t="t" r="r" b="b"/>
              <a:pathLst>
                <a:path w="512" h="766" extrusionOk="0">
                  <a:moveTo>
                    <a:pt x="423" y="1"/>
                  </a:moveTo>
                  <a:cubicBezTo>
                    <a:pt x="379" y="1"/>
                    <a:pt x="342" y="34"/>
                    <a:pt x="339" y="81"/>
                  </a:cubicBezTo>
                  <a:cubicBezTo>
                    <a:pt x="339" y="84"/>
                    <a:pt x="311" y="497"/>
                    <a:pt x="83" y="605"/>
                  </a:cubicBezTo>
                  <a:cubicBezTo>
                    <a:pt x="1" y="642"/>
                    <a:pt x="27" y="766"/>
                    <a:pt x="117" y="766"/>
                  </a:cubicBezTo>
                  <a:cubicBezTo>
                    <a:pt x="118" y="766"/>
                    <a:pt x="119" y="766"/>
                    <a:pt x="120" y="766"/>
                  </a:cubicBezTo>
                  <a:cubicBezTo>
                    <a:pt x="132" y="766"/>
                    <a:pt x="145" y="763"/>
                    <a:pt x="157" y="759"/>
                  </a:cubicBezTo>
                  <a:cubicBezTo>
                    <a:pt x="478" y="605"/>
                    <a:pt x="512" y="109"/>
                    <a:pt x="512" y="90"/>
                  </a:cubicBezTo>
                  <a:cubicBezTo>
                    <a:pt x="512" y="41"/>
                    <a:pt x="475" y="1"/>
                    <a:pt x="429" y="1"/>
                  </a:cubicBezTo>
                  <a:cubicBezTo>
                    <a:pt x="427" y="1"/>
                    <a:pt x="425" y="1"/>
                    <a:pt x="4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0" name="Google Shape;3898;p36">
              <a:extLst>
                <a:ext uri="{FF2B5EF4-FFF2-40B4-BE49-F238E27FC236}">
                  <a16:creationId xmlns:a16="http://schemas.microsoft.com/office/drawing/2014/main" id="{FD4D5AFC-9058-766E-6B37-2C5161ECBF31}"/>
                </a:ext>
              </a:extLst>
            </p:cNvPr>
            <p:cNvSpPr/>
            <p:nvPr/>
          </p:nvSpPr>
          <p:spPr>
            <a:xfrm>
              <a:off x="4806800" y="1394850"/>
              <a:ext cx="12750" cy="19225"/>
            </a:xfrm>
            <a:custGeom>
              <a:avLst/>
              <a:gdLst/>
              <a:ahLst/>
              <a:cxnLst/>
              <a:rect l="l" t="t" r="r" b="b"/>
              <a:pathLst>
                <a:path w="510" h="769" extrusionOk="0">
                  <a:moveTo>
                    <a:pt x="423" y="0"/>
                  </a:moveTo>
                  <a:cubicBezTo>
                    <a:pt x="376" y="0"/>
                    <a:pt x="339" y="36"/>
                    <a:pt x="339" y="80"/>
                  </a:cubicBezTo>
                  <a:cubicBezTo>
                    <a:pt x="333" y="198"/>
                    <a:pt x="275" y="515"/>
                    <a:pt x="83" y="608"/>
                  </a:cubicBezTo>
                  <a:cubicBezTo>
                    <a:pt x="0" y="645"/>
                    <a:pt x="28" y="768"/>
                    <a:pt x="117" y="768"/>
                  </a:cubicBezTo>
                  <a:cubicBezTo>
                    <a:pt x="130" y="768"/>
                    <a:pt x="142" y="765"/>
                    <a:pt x="154" y="759"/>
                  </a:cubicBezTo>
                  <a:cubicBezTo>
                    <a:pt x="475" y="608"/>
                    <a:pt x="506" y="111"/>
                    <a:pt x="506" y="90"/>
                  </a:cubicBezTo>
                  <a:cubicBezTo>
                    <a:pt x="509" y="43"/>
                    <a:pt x="475" y="3"/>
                    <a:pt x="429" y="0"/>
                  </a:cubicBezTo>
                  <a:cubicBezTo>
                    <a:pt x="427" y="0"/>
                    <a:pt x="425" y="0"/>
                    <a:pt x="4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1" name="Google Shape;3899;p36">
              <a:extLst>
                <a:ext uri="{FF2B5EF4-FFF2-40B4-BE49-F238E27FC236}">
                  <a16:creationId xmlns:a16="http://schemas.microsoft.com/office/drawing/2014/main" id="{C540F4A8-D63E-E7BA-7F77-AAFD95B08F14}"/>
                </a:ext>
              </a:extLst>
            </p:cNvPr>
            <p:cNvSpPr/>
            <p:nvPr/>
          </p:nvSpPr>
          <p:spPr>
            <a:xfrm>
              <a:off x="4854200" y="1335750"/>
              <a:ext cx="10900" cy="20650"/>
            </a:xfrm>
            <a:custGeom>
              <a:avLst/>
              <a:gdLst/>
              <a:ahLst/>
              <a:cxnLst/>
              <a:rect l="l" t="t" r="r" b="b"/>
              <a:pathLst>
                <a:path w="436" h="826" extrusionOk="0">
                  <a:moveTo>
                    <a:pt x="234" y="1"/>
                  </a:moveTo>
                  <a:cubicBezTo>
                    <a:pt x="182" y="1"/>
                    <a:pt x="127" y="44"/>
                    <a:pt x="149" y="113"/>
                  </a:cubicBezTo>
                  <a:cubicBezTo>
                    <a:pt x="177" y="224"/>
                    <a:pt x="214" y="545"/>
                    <a:pt x="60" y="674"/>
                  </a:cubicBezTo>
                  <a:cubicBezTo>
                    <a:pt x="1" y="727"/>
                    <a:pt x="35" y="822"/>
                    <a:pt x="115" y="825"/>
                  </a:cubicBezTo>
                  <a:cubicBezTo>
                    <a:pt x="134" y="825"/>
                    <a:pt x="152" y="819"/>
                    <a:pt x="171" y="807"/>
                  </a:cubicBezTo>
                  <a:cubicBezTo>
                    <a:pt x="436" y="582"/>
                    <a:pt x="319" y="94"/>
                    <a:pt x="316" y="73"/>
                  </a:cubicBezTo>
                  <a:cubicBezTo>
                    <a:pt x="308" y="23"/>
                    <a:pt x="272" y="1"/>
                    <a:pt x="2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2" name="Google Shape;3900;p36">
              <a:extLst>
                <a:ext uri="{FF2B5EF4-FFF2-40B4-BE49-F238E27FC236}">
                  <a16:creationId xmlns:a16="http://schemas.microsoft.com/office/drawing/2014/main" id="{7E81571A-4FDE-3B38-9950-0D469D2DFCE1}"/>
                </a:ext>
              </a:extLst>
            </p:cNvPr>
            <p:cNvSpPr/>
            <p:nvPr/>
          </p:nvSpPr>
          <p:spPr>
            <a:xfrm>
              <a:off x="4829925" y="1355325"/>
              <a:ext cx="12825" cy="19200"/>
            </a:xfrm>
            <a:custGeom>
              <a:avLst/>
              <a:gdLst/>
              <a:ahLst/>
              <a:cxnLst/>
              <a:rect l="l" t="t" r="r" b="b"/>
              <a:pathLst>
                <a:path w="513" h="768" extrusionOk="0">
                  <a:moveTo>
                    <a:pt x="424" y="0"/>
                  </a:moveTo>
                  <a:cubicBezTo>
                    <a:pt x="383" y="0"/>
                    <a:pt x="343" y="26"/>
                    <a:pt x="340" y="79"/>
                  </a:cubicBezTo>
                  <a:cubicBezTo>
                    <a:pt x="334" y="196"/>
                    <a:pt x="275" y="514"/>
                    <a:pt x="84" y="607"/>
                  </a:cubicBezTo>
                  <a:cubicBezTo>
                    <a:pt x="0" y="644"/>
                    <a:pt x="28" y="767"/>
                    <a:pt x="121" y="767"/>
                  </a:cubicBezTo>
                  <a:cubicBezTo>
                    <a:pt x="133" y="767"/>
                    <a:pt x="145" y="764"/>
                    <a:pt x="158" y="758"/>
                  </a:cubicBezTo>
                  <a:cubicBezTo>
                    <a:pt x="475" y="607"/>
                    <a:pt x="509" y="110"/>
                    <a:pt x="509" y="89"/>
                  </a:cubicBezTo>
                  <a:cubicBezTo>
                    <a:pt x="513" y="31"/>
                    <a:pt x="468" y="0"/>
                    <a:pt x="4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3" name="Google Shape;3901;p36">
              <a:extLst>
                <a:ext uri="{FF2B5EF4-FFF2-40B4-BE49-F238E27FC236}">
                  <a16:creationId xmlns:a16="http://schemas.microsoft.com/office/drawing/2014/main" id="{B756F24F-BDC6-327F-84CA-2F2BE2EC4847}"/>
                </a:ext>
              </a:extLst>
            </p:cNvPr>
            <p:cNvSpPr/>
            <p:nvPr/>
          </p:nvSpPr>
          <p:spPr>
            <a:xfrm>
              <a:off x="4320350" y="1488175"/>
              <a:ext cx="357000" cy="60975"/>
            </a:xfrm>
            <a:custGeom>
              <a:avLst/>
              <a:gdLst/>
              <a:ahLst/>
              <a:cxnLst/>
              <a:rect l="l" t="t" r="r" b="b"/>
              <a:pathLst>
                <a:path w="14280" h="2439" extrusionOk="0">
                  <a:moveTo>
                    <a:pt x="123" y="0"/>
                  </a:moveTo>
                  <a:cubicBezTo>
                    <a:pt x="39" y="0"/>
                    <a:pt x="0" y="134"/>
                    <a:pt x="98" y="169"/>
                  </a:cubicBezTo>
                  <a:cubicBezTo>
                    <a:pt x="157" y="191"/>
                    <a:pt x="6054" y="2439"/>
                    <a:pt x="13419" y="2439"/>
                  </a:cubicBezTo>
                  <a:cubicBezTo>
                    <a:pt x="13678" y="2439"/>
                    <a:pt x="13937" y="2436"/>
                    <a:pt x="14196" y="2430"/>
                  </a:cubicBezTo>
                  <a:cubicBezTo>
                    <a:pt x="14243" y="2430"/>
                    <a:pt x="14280" y="2390"/>
                    <a:pt x="14280" y="2343"/>
                  </a:cubicBezTo>
                  <a:cubicBezTo>
                    <a:pt x="14277" y="2297"/>
                    <a:pt x="14240" y="2263"/>
                    <a:pt x="14193" y="2260"/>
                  </a:cubicBezTo>
                  <a:cubicBezTo>
                    <a:pt x="13935" y="2266"/>
                    <a:pt x="13677" y="2268"/>
                    <a:pt x="13422" y="2268"/>
                  </a:cubicBezTo>
                  <a:cubicBezTo>
                    <a:pt x="6083" y="2268"/>
                    <a:pt x="219" y="32"/>
                    <a:pt x="160" y="9"/>
                  </a:cubicBezTo>
                  <a:cubicBezTo>
                    <a:pt x="147" y="3"/>
                    <a:pt x="134" y="0"/>
                    <a:pt x="1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54" name="Google Shape;2673;p28">
            <a:extLst>
              <a:ext uri="{FF2B5EF4-FFF2-40B4-BE49-F238E27FC236}">
                <a16:creationId xmlns:a16="http://schemas.microsoft.com/office/drawing/2014/main" id="{9C18D8D1-B7C2-D3F7-0D28-88DFB0A950EF}"/>
              </a:ext>
            </a:extLst>
          </p:cNvPr>
          <p:cNvGrpSpPr/>
          <p:nvPr/>
        </p:nvGrpSpPr>
        <p:grpSpPr>
          <a:xfrm>
            <a:off x="7061468" y="810998"/>
            <a:ext cx="1085090" cy="947137"/>
            <a:chOff x="7503751" y="227223"/>
            <a:chExt cx="1288552" cy="1136473"/>
          </a:xfrm>
        </p:grpSpPr>
        <p:sp>
          <p:nvSpPr>
            <p:cNvPr id="4555" name="Google Shape;2674;p28">
              <a:extLst>
                <a:ext uri="{FF2B5EF4-FFF2-40B4-BE49-F238E27FC236}">
                  <a16:creationId xmlns:a16="http://schemas.microsoft.com/office/drawing/2014/main" id="{0E9337A4-3ABD-0BC0-6EFE-1C98326F2015}"/>
                </a:ext>
              </a:extLst>
            </p:cNvPr>
            <p:cNvSpPr/>
            <p:nvPr/>
          </p:nvSpPr>
          <p:spPr>
            <a:xfrm>
              <a:off x="7503751" y="227223"/>
              <a:ext cx="1230548" cy="1136412"/>
            </a:xfrm>
            <a:custGeom>
              <a:avLst/>
              <a:gdLst/>
              <a:ahLst/>
              <a:cxnLst/>
              <a:rect l="l" t="t" r="r" b="b"/>
              <a:pathLst>
                <a:path w="34445" h="31810" extrusionOk="0">
                  <a:moveTo>
                    <a:pt x="13483" y="1"/>
                  </a:moveTo>
                  <a:cubicBezTo>
                    <a:pt x="13401" y="1"/>
                    <a:pt x="13309" y="14"/>
                    <a:pt x="13204" y="43"/>
                  </a:cubicBezTo>
                  <a:cubicBezTo>
                    <a:pt x="11519" y="503"/>
                    <a:pt x="6924" y="5712"/>
                    <a:pt x="6924" y="5712"/>
                  </a:cubicBezTo>
                  <a:cubicBezTo>
                    <a:pt x="7010" y="5826"/>
                    <a:pt x="7100" y="5934"/>
                    <a:pt x="7189" y="6039"/>
                  </a:cubicBezTo>
                  <a:cubicBezTo>
                    <a:pt x="6998" y="6394"/>
                    <a:pt x="6834" y="6733"/>
                    <a:pt x="6699" y="7057"/>
                  </a:cubicBezTo>
                  <a:lnTo>
                    <a:pt x="5295" y="5657"/>
                  </a:lnTo>
                  <a:cubicBezTo>
                    <a:pt x="5278" y="5639"/>
                    <a:pt x="5258" y="5631"/>
                    <a:pt x="5239" y="5631"/>
                  </a:cubicBezTo>
                  <a:cubicBezTo>
                    <a:pt x="5176" y="5631"/>
                    <a:pt x="5122" y="5714"/>
                    <a:pt x="5181" y="5774"/>
                  </a:cubicBezTo>
                  <a:lnTo>
                    <a:pt x="6631" y="7220"/>
                  </a:lnTo>
                  <a:cubicBezTo>
                    <a:pt x="6498" y="7541"/>
                    <a:pt x="6387" y="7868"/>
                    <a:pt x="6295" y="8201"/>
                  </a:cubicBezTo>
                  <a:lnTo>
                    <a:pt x="3343" y="6209"/>
                  </a:lnTo>
                  <a:cubicBezTo>
                    <a:pt x="3328" y="6200"/>
                    <a:pt x="3314" y="6196"/>
                    <a:pt x="3300" y="6196"/>
                  </a:cubicBezTo>
                  <a:cubicBezTo>
                    <a:pt x="3231" y="6196"/>
                    <a:pt x="3184" y="6293"/>
                    <a:pt x="3254" y="6344"/>
                  </a:cubicBezTo>
                  <a:lnTo>
                    <a:pt x="6252" y="8365"/>
                  </a:lnTo>
                  <a:cubicBezTo>
                    <a:pt x="6181" y="8645"/>
                    <a:pt x="6128" y="8929"/>
                    <a:pt x="6100" y="9213"/>
                  </a:cubicBezTo>
                  <a:lnTo>
                    <a:pt x="3371" y="8442"/>
                  </a:lnTo>
                  <a:cubicBezTo>
                    <a:pt x="3365" y="8439"/>
                    <a:pt x="3355" y="8439"/>
                    <a:pt x="3349" y="8435"/>
                  </a:cubicBezTo>
                  <a:cubicBezTo>
                    <a:pt x="3345" y="8435"/>
                    <a:pt x="3341" y="8435"/>
                    <a:pt x="3338" y="8435"/>
                  </a:cubicBezTo>
                  <a:cubicBezTo>
                    <a:pt x="3240" y="8435"/>
                    <a:pt x="3224" y="8584"/>
                    <a:pt x="3328" y="8596"/>
                  </a:cubicBezTo>
                  <a:lnTo>
                    <a:pt x="6088" y="9376"/>
                  </a:lnTo>
                  <a:cubicBezTo>
                    <a:pt x="5844" y="13207"/>
                    <a:pt x="10458" y="13793"/>
                    <a:pt x="12127" y="15461"/>
                  </a:cubicBezTo>
                  <a:cubicBezTo>
                    <a:pt x="13352" y="16686"/>
                    <a:pt x="13478" y="21022"/>
                    <a:pt x="13759" y="24720"/>
                  </a:cubicBezTo>
                  <a:cubicBezTo>
                    <a:pt x="13537" y="25738"/>
                    <a:pt x="13407" y="27117"/>
                    <a:pt x="13814" y="28502"/>
                  </a:cubicBezTo>
                  <a:cubicBezTo>
                    <a:pt x="12729" y="28835"/>
                    <a:pt x="11596" y="29127"/>
                    <a:pt x="10428" y="29127"/>
                  </a:cubicBezTo>
                  <a:cubicBezTo>
                    <a:pt x="8803" y="29127"/>
                    <a:pt x="7112" y="28561"/>
                    <a:pt x="5391" y="26747"/>
                  </a:cubicBezTo>
                  <a:cubicBezTo>
                    <a:pt x="1" y="21063"/>
                    <a:pt x="4459" y="17839"/>
                    <a:pt x="6085" y="17839"/>
                  </a:cubicBezTo>
                  <a:cubicBezTo>
                    <a:pt x="6168" y="17839"/>
                    <a:pt x="6244" y="17847"/>
                    <a:pt x="6310" y="17864"/>
                  </a:cubicBezTo>
                  <a:cubicBezTo>
                    <a:pt x="7731" y="18223"/>
                    <a:pt x="8595" y="19884"/>
                    <a:pt x="9330" y="19884"/>
                  </a:cubicBezTo>
                  <a:cubicBezTo>
                    <a:pt x="9664" y="19884"/>
                    <a:pt x="9971" y="19542"/>
                    <a:pt x="10292" y="18580"/>
                  </a:cubicBezTo>
                  <a:cubicBezTo>
                    <a:pt x="11109" y="16128"/>
                    <a:pt x="7383" y="15209"/>
                    <a:pt x="7383" y="15209"/>
                  </a:cubicBezTo>
                  <a:cubicBezTo>
                    <a:pt x="7015" y="15093"/>
                    <a:pt x="6611" y="15033"/>
                    <a:pt x="6191" y="15033"/>
                  </a:cubicBezTo>
                  <a:cubicBezTo>
                    <a:pt x="3820" y="15033"/>
                    <a:pt x="926" y="16974"/>
                    <a:pt x="795" y="22049"/>
                  </a:cubicBezTo>
                  <a:cubicBezTo>
                    <a:pt x="651" y="27647"/>
                    <a:pt x="5037" y="31810"/>
                    <a:pt x="10000" y="31810"/>
                  </a:cubicBezTo>
                  <a:cubicBezTo>
                    <a:pt x="10333" y="31810"/>
                    <a:pt x="10670" y="31791"/>
                    <a:pt x="11007" y="31753"/>
                  </a:cubicBezTo>
                  <a:cubicBezTo>
                    <a:pt x="12596" y="31571"/>
                    <a:pt x="14172" y="31401"/>
                    <a:pt x="15609" y="31256"/>
                  </a:cubicBezTo>
                  <a:cubicBezTo>
                    <a:pt x="16249" y="31631"/>
                    <a:pt x="17522" y="31752"/>
                    <a:pt x="18902" y="31752"/>
                  </a:cubicBezTo>
                  <a:cubicBezTo>
                    <a:pt x="21437" y="31752"/>
                    <a:pt x="24335" y="31342"/>
                    <a:pt x="24335" y="31342"/>
                  </a:cubicBezTo>
                  <a:cubicBezTo>
                    <a:pt x="24335" y="31342"/>
                    <a:pt x="24341" y="31287"/>
                    <a:pt x="24353" y="31185"/>
                  </a:cubicBezTo>
                  <a:cubicBezTo>
                    <a:pt x="25473" y="31117"/>
                    <a:pt x="26380" y="30997"/>
                    <a:pt x="26836" y="30830"/>
                  </a:cubicBezTo>
                  <a:cubicBezTo>
                    <a:pt x="27154" y="30716"/>
                    <a:pt x="27687" y="30362"/>
                    <a:pt x="28295" y="29785"/>
                  </a:cubicBezTo>
                  <a:cubicBezTo>
                    <a:pt x="28317" y="29791"/>
                    <a:pt x="28338" y="29791"/>
                    <a:pt x="28363" y="29791"/>
                  </a:cubicBezTo>
                  <a:cubicBezTo>
                    <a:pt x="28363" y="29791"/>
                    <a:pt x="34445" y="24912"/>
                    <a:pt x="32193" y="18854"/>
                  </a:cubicBezTo>
                  <a:cubicBezTo>
                    <a:pt x="32126" y="18194"/>
                    <a:pt x="32015" y="17540"/>
                    <a:pt x="31860" y="16893"/>
                  </a:cubicBezTo>
                  <a:lnTo>
                    <a:pt x="31993" y="16893"/>
                  </a:lnTo>
                  <a:cubicBezTo>
                    <a:pt x="31993" y="16893"/>
                    <a:pt x="32042" y="8846"/>
                    <a:pt x="22731" y="6665"/>
                  </a:cubicBezTo>
                  <a:cubicBezTo>
                    <a:pt x="22706" y="6511"/>
                    <a:pt x="22688" y="6397"/>
                    <a:pt x="22700" y="6326"/>
                  </a:cubicBezTo>
                  <a:cubicBezTo>
                    <a:pt x="22777" y="5866"/>
                    <a:pt x="22546" y="2649"/>
                    <a:pt x="21858" y="2495"/>
                  </a:cubicBezTo>
                  <a:cubicBezTo>
                    <a:pt x="21836" y="2490"/>
                    <a:pt x="21813" y="2488"/>
                    <a:pt x="21788" y="2488"/>
                  </a:cubicBezTo>
                  <a:cubicBezTo>
                    <a:pt x="21023" y="2488"/>
                    <a:pt x="18810" y="4691"/>
                    <a:pt x="18515" y="4691"/>
                  </a:cubicBezTo>
                  <a:cubicBezTo>
                    <a:pt x="18206" y="4691"/>
                    <a:pt x="16649" y="4488"/>
                    <a:pt x="16649" y="4488"/>
                  </a:cubicBezTo>
                  <a:cubicBezTo>
                    <a:pt x="16649" y="4488"/>
                    <a:pt x="16639" y="4503"/>
                    <a:pt x="16621" y="4531"/>
                  </a:cubicBezTo>
                  <a:cubicBezTo>
                    <a:pt x="16143" y="4377"/>
                    <a:pt x="15640" y="4207"/>
                    <a:pt x="15168" y="4043"/>
                  </a:cubicBezTo>
                  <a:cubicBezTo>
                    <a:pt x="15218" y="3966"/>
                    <a:pt x="15245" y="3923"/>
                    <a:pt x="15245" y="3923"/>
                  </a:cubicBezTo>
                  <a:cubicBezTo>
                    <a:pt x="15245" y="3923"/>
                    <a:pt x="14021" y="3670"/>
                    <a:pt x="13715" y="3362"/>
                  </a:cubicBezTo>
                  <a:cubicBezTo>
                    <a:pt x="13395" y="3041"/>
                    <a:pt x="14706" y="1"/>
                    <a:pt x="13483" y="1"/>
                  </a:cubicBezTo>
                  <a:close/>
                </a:path>
              </a:pathLst>
            </a:custGeom>
            <a:solidFill>
              <a:srgbClr val="261D2A"/>
            </a:solidFill>
            <a:ln w="76200" cap="flat" cmpd="sng">
              <a:solidFill>
                <a:srgbClr val="FFFFF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6" name="Google Shape;2675;p28">
              <a:extLst>
                <a:ext uri="{FF2B5EF4-FFF2-40B4-BE49-F238E27FC236}">
                  <a16:creationId xmlns:a16="http://schemas.microsoft.com/office/drawing/2014/main" id="{2A49CEDC-AD19-4618-ADE6-BC85F760F20F}"/>
                </a:ext>
              </a:extLst>
            </p:cNvPr>
            <p:cNvSpPr/>
            <p:nvPr/>
          </p:nvSpPr>
          <p:spPr>
            <a:xfrm>
              <a:off x="7609715" y="254053"/>
              <a:ext cx="1182589" cy="1089559"/>
            </a:xfrm>
            <a:custGeom>
              <a:avLst/>
              <a:gdLst/>
              <a:ahLst/>
              <a:cxnLst/>
              <a:rect l="l" t="t" r="r" b="b"/>
              <a:pathLst>
                <a:path w="33102" h="30498" extrusionOk="0">
                  <a:moveTo>
                    <a:pt x="10249" y="1"/>
                  </a:moveTo>
                  <a:cubicBezTo>
                    <a:pt x="9139" y="1"/>
                    <a:pt x="4698" y="4452"/>
                    <a:pt x="4698" y="4452"/>
                  </a:cubicBezTo>
                  <a:cubicBezTo>
                    <a:pt x="1" y="12212"/>
                    <a:pt x="7018" y="12570"/>
                    <a:pt x="9161" y="14714"/>
                  </a:cubicBezTo>
                  <a:cubicBezTo>
                    <a:pt x="11308" y="16857"/>
                    <a:pt x="10080" y="28550"/>
                    <a:pt x="12227" y="29623"/>
                  </a:cubicBezTo>
                  <a:cubicBezTo>
                    <a:pt x="13447" y="30234"/>
                    <a:pt x="16506" y="30497"/>
                    <a:pt x="19225" y="30497"/>
                  </a:cubicBezTo>
                  <a:cubicBezTo>
                    <a:pt x="21281" y="30497"/>
                    <a:pt x="23144" y="30347"/>
                    <a:pt x="23870" y="30082"/>
                  </a:cubicBezTo>
                  <a:cubicBezTo>
                    <a:pt x="25554" y="29469"/>
                    <a:pt x="33101" y="22248"/>
                    <a:pt x="26899" y="11145"/>
                  </a:cubicBezTo>
                  <a:cubicBezTo>
                    <a:pt x="25326" y="8332"/>
                    <a:pt x="22337" y="6494"/>
                    <a:pt x="20194" y="6185"/>
                  </a:cubicBezTo>
                  <a:cubicBezTo>
                    <a:pt x="18047" y="5880"/>
                    <a:pt x="19885" y="2663"/>
                    <a:pt x="18429" y="2049"/>
                  </a:cubicBezTo>
                  <a:cubicBezTo>
                    <a:pt x="18401" y="2038"/>
                    <a:pt x="18371" y="2032"/>
                    <a:pt x="18340" y="2032"/>
                  </a:cubicBezTo>
                  <a:cubicBezTo>
                    <a:pt x="17716" y="2032"/>
                    <a:pt x="16572" y="4298"/>
                    <a:pt x="15700" y="4298"/>
                  </a:cubicBezTo>
                  <a:cubicBezTo>
                    <a:pt x="14781" y="4298"/>
                    <a:pt x="10185" y="2561"/>
                    <a:pt x="10185" y="2561"/>
                  </a:cubicBezTo>
                  <a:cubicBezTo>
                    <a:pt x="10185" y="2561"/>
                    <a:pt x="11052" y="847"/>
                    <a:pt x="10438" y="79"/>
                  </a:cubicBezTo>
                  <a:cubicBezTo>
                    <a:pt x="10395" y="26"/>
                    <a:pt x="10331" y="1"/>
                    <a:pt x="102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7" name="Google Shape;2676;p28">
              <a:extLst>
                <a:ext uri="{FF2B5EF4-FFF2-40B4-BE49-F238E27FC236}">
                  <a16:creationId xmlns:a16="http://schemas.microsoft.com/office/drawing/2014/main" id="{1C9A21DD-9D3F-34E9-18E2-8A18129E9A2D}"/>
                </a:ext>
              </a:extLst>
            </p:cNvPr>
            <p:cNvSpPr/>
            <p:nvPr/>
          </p:nvSpPr>
          <p:spPr>
            <a:xfrm>
              <a:off x="7892486" y="544005"/>
              <a:ext cx="91458" cy="90171"/>
            </a:xfrm>
            <a:custGeom>
              <a:avLst/>
              <a:gdLst/>
              <a:ahLst/>
              <a:cxnLst/>
              <a:rect l="l" t="t" r="r" b="b"/>
              <a:pathLst>
                <a:path w="2560" h="2524" extrusionOk="0">
                  <a:moveTo>
                    <a:pt x="1805" y="0"/>
                  </a:moveTo>
                  <a:cubicBezTo>
                    <a:pt x="1779" y="0"/>
                    <a:pt x="1753" y="13"/>
                    <a:pt x="1736" y="43"/>
                  </a:cubicBezTo>
                  <a:lnTo>
                    <a:pt x="617" y="2230"/>
                  </a:lnTo>
                  <a:cubicBezTo>
                    <a:pt x="278" y="1832"/>
                    <a:pt x="398" y="682"/>
                    <a:pt x="481" y="244"/>
                  </a:cubicBezTo>
                  <a:cubicBezTo>
                    <a:pt x="497" y="181"/>
                    <a:pt x="447" y="142"/>
                    <a:pt x="398" y="142"/>
                  </a:cubicBezTo>
                  <a:cubicBezTo>
                    <a:pt x="362" y="142"/>
                    <a:pt x="326" y="164"/>
                    <a:pt x="321" y="213"/>
                  </a:cubicBezTo>
                  <a:cubicBezTo>
                    <a:pt x="308" y="287"/>
                    <a:pt x="0" y="1987"/>
                    <a:pt x="589" y="2424"/>
                  </a:cubicBezTo>
                  <a:cubicBezTo>
                    <a:pt x="678" y="2490"/>
                    <a:pt x="783" y="2523"/>
                    <a:pt x="893" y="2523"/>
                  </a:cubicBezTo>
                  <a:cubicBezTo>
                    <a:pt x="897" y="2523"/>
                    <a:pt x="902" y="2523"/>
                    <a:pt x="907" y="2523"/>
                  </a:cubicBezTo>
                  <a:cubicBezTo>
                    <a:pt x="1539" y="2523"/>
                    <a:pt x="2415" y="1666"/>
                    <a:pt x="2529" y="1552"/>
                  </a:cubicBezTo>
                  <a:cubicBezTo>
                    <a:pt x="2560" y="1521"/>
                    <a:pt x="2560" y="1471"/>
                    <a:pt x="2532" y="1441"/>
                  </a:cubicBezTo>
                  <a:cubicBezTo>
                    <a:pt x="2517" y="1424"/>
                    <a:pt x="2496" y="1415"/>
                    <a:pt x="2475" y="1415"/>
                  </a:cubicBezTo>
                  <a:cubicBezTo>
                    <a:pt x="2454" y="1415"/>
                    <a:pt x="2432" y="1424"/>
                    <a:pt x="2415" y="1441"/>
                  </a:cubicBezTo>
                  <a:cubicBezTo>
                    <a:pt x="2127" y="1731"/>
                    <a:pt x="1381" y="2363"/>
                    <a:pt x="909" y="2363"/>
                  </a:cubicBezTo>
                  <a:cubicBezTo>
                    <a:pt x="850" y="2363"/>
                    <a:pt x="795" y="2354"/>
                    <a:pt x="746" y="2332"/>
                  </a:cubicBezTo>
                  <a:lnTo>
                    <a:pt x="1881" y="117"/>
                  </a:lnTo>
                  <a:cubicBezTo>
                    <a:pt x="1912" y="53"/>
                    <a:pt x="1859" y="0"/>
                    <a:pt x="18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8" name="Google Shape;2677;p28">
              <a:extLst>
                <a:ext uri="{FF2B5EF4-FFF2-40B4-BE49-F238E27FC236}">
                  <a16:creationId xmlns:a16="http://schemas.microsoft.com/office/drawing/2014/main" id="{AB0DFF9B-59AB-592E-F36E-42F4F7E8BE36}"/>
                </a:ext>
              </a:extLst>
            </p:cNvPr>
            <p:cNvSpPr/>
            <p:nvPr/>
          </p:nvSpPr>
          <p:spPr>
            <a:xfrm>
              <a:off x="7941609" y="519104"/>
              <a:ext cx="46872" cy="28473"/>
            </a:xfrm>
            <a:custGeom>
              <a:avLst/>
              <a:gdLst/>
              <a:ahLst/>
              <a:cxnLst/>
              <a:rect l="l" t="t" r="r" b="b"/>
              <a:pathLst>
                <a:path w="1312" h="797" extrusionOk="0">
                  <a:moveTo>
                    <a:pt x="1" y="0"/>
                  </a:moveTo>
                  <a:cubicBezTo>
                    <a:pt x="1" y="0"/>
                    <a:pt x="411" y="725"/>
                    <a:pt x="488" y="787"/>
                  </a:cubicBezTo>
                  <a:cubicBezTo>
                    <a:pt x="497" y="794"/>
                    <a:pt x="515" y="797"/>
                    <a:pt x="540" y="797"/>
                  </a:cubicBezTo>
                  <a:cubicBezTo>
                    <a:pt x="729" y="797"/>
                    <a:pt x="1311" y="623"/>
                    <a:pt x="1311" y="623"/>
                  </a:cubicBezTo>
                  <a:cubicBezTo>
                    <a:pt x="941" y="13"/>
                    <a:pt x="1" y="0"/>
                    <a:pt x="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9" name="Google Shape;2678;p28">
              <a:extLst>
                <a:ext uri="{FF2B5EF4-FFF2-40B4-BE49-F238E27FC236}">
                  <a16:creationId xmlns:a16="http://schemas.microsoft.com/office/drawing/2014/main" id="{3868DA47-101E-43B6-1CB8-4A171BFAB524}"/>
                </a:ext>
              </a:extLst>
            </p:cNvPr>
            <p:cNvSpPr/>
            <p:nvPr/>
          </p:nvSpPr>
          <p:spPr>
            <a:xfrm>
              <a:off x="7983587" y="316180"/>
              <a:ext cx="369510" cy="370332"/>
            </a:xfrm>
            <a:custGeom>
              <a:avLst/>
              <a:gdLst/>
              <a:ahLst/>
              <a:cxnLst/>
              <a:rect l="l" t="t" r="r" b="b"/>
              <a:pathLst>
                <a:path w="10343" h="10366" extrusionOk="0">
                  <a:moveTo>
                    <a:pt x="8356" y="1"/>
                  </a:moveTo>
                  <a:cubicBezTo>
                    <a:pt x="7592" y="1"/>
                    <a:pt x="5379" y="2201"/>
                    <a:pt x="5084" y="2201"/>
                  </a:cubicBezTo>
                  <a:cubicBezTo>
                    <a:pt x="4775" y="2201"/>
                    <a:pt x="3218" y="1998"/>
                    <a:pt x="3218" y="1998"/>
                  </a:cubicBezTo>
                  <a:cubicBezTo>
                    <a:pt x="3218" y="1998"/>
                    <a:pt x="1" y="6861"/>
                    <a:pt x="3141" y="7565"/>
                  </a:cubicBezTo>
                  <a:cubicBezTo>
                    <a:pt x="6303" y="8272"/>
                    <a:pt x="6832" y="10366"/>
                    <a:pt x="7152" y="10366"/>
                  </a:cubicBezTo>
                  <a:cubicBezTo>
                    <a:pt x="7178" y="10366"/>
                    <a:pt x="7203" y="10352"/>
                    <a:pt x="7227" y="10322"/>
                  </a:cubicBezTo>
                  <a:cubicBezTo>
                    <a:pt x="10342" y="6544"/>
                    <a:pt x="9192" y="4295"/>
                    <a:pt x="9269" y="3836"/>
                  </a:cubicBezTo>
                  <a:cubicBezTo>
                    <a:pt x="9346" y="3376"/>
                    <a:pt x="9115" y="159"/>
                    <a:pt x="8427" y="8"/>
                  </a:cubicBezTo>
                  <a:cubicBezTo>
                    <a:pt x="8405" y="3"/>
                    <a:pt x="8382" y="1"/>
                    <a:pt x="835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0" name="Google Shape;2679;p28">
              <a:extLst>
                <a:ext uri="{FF2B5EF4-FFF2-40B4-BE49-F238E27FC236}">
                  <a16:creationId xmlns:a16="http://schemas.microsoft.com/office/drawing/2014/main" id="{B96DC29E-EBF7-E138-3A2F-89D2583C7787}"/>
                </a:ext>
              </a:extLst>
            </p:cNvPr>
            <p:cNvSpPr/>
            <p:nvPr/>
          </p:nvSpPr>
          <p:spPr>
            <a:xfrm>
              <a:off x="7751083" y="227330"/>
              <a:ext cx="297339" cy="272868"/>
            </a:xfrm>
            <a:custGeom>
              <a:avLst/>
              <a:gdLst/>
              <a:ahLst/>
              <a:cxnLst/>
              <a:rect l="l" t="t" r="r" b="b"/>
              <a:pathLst>
                <a:path w="8323" h="7638" extrusionOk="0">
                  <a:moveTo>
                    <a:pt x="6560" y="1"/>
                  </a:moveTo>
                  <a:cubicBezTo>
                    <a:pt x="6478" y="1"/>
                    <a:pt x="6386" y="14"/>
                    <a:pt x="6281" y="43"/>
                  </a:cubicBezTo>
                  <a:cubicBezTo>
                    <a:pt x="4596" y="503"/>
                    <a:pt x="1" y="5709"/>
                    <a:pt x="1" y="5709"/>
                  </a:cubicBezTo>
                  <a:cubicBezTo>
                    <a:pt x="1081" y="7122"/>
                    <a:pt x="2188" y="7637"/>
                    <a:pt x="3227" y="7637"/>
                  </a:cubicBezTo>
                  <a:cubicBezTo>
                    <a:pt x="6018" y="7637"/>
                    <a:pt x="8322" y="3923"/>
                    <a:pt x="8322" y="3923"/>
                  </a:cubicBezTo>
                  <a:cubicBezTo>
                    <a:pt x="8322" y="3923"/>
                    <a:pt x="7098" y="3667"/>
                    <a:pt x="6789" y="3362"/>
                  </a:cubicBezTo>
                  <a:cubicBezTo>
                    <a:pt x="6468" y="3041"/>
                    <a:pt x="7782" y="1"/>
                    <a:pt x="656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1" name="Google Shape;2680;p28">
              <a:extLst>
                <a:ext uri="{FF2B5EF4-FFF2-40B4-BE49-F238E27FC236}">
                  <a16:creationId xmlns:a16="http://schemas.microsoft.com/office/drawing/2014/main" id="{C2F78796-B54E-A8EB-74B4-8CA40EC7CC6E}"/>
                </a:ext>
              </a:extLst>
            </p:cNvPr>
            <p:cNvSpPr/>
            <p:nvPr/>
          </p:nvSpPr>
          <p:spPr>
            <a:xfrm>
              <a:off x="7912850" y="712775"/>
              <a:ext cx="309991" cy="99567"/>
            </a:xfrm>
            <a:custGeom>
              <a:avLst/>
              <a:gdLst/>
              <a:ahLst/>
              <a:cxnLst/>
              <a:rect l="l" t="t" r="r" b="b"/>
              <a:pathLst>
                <a:path w="8677" h="2787" extrusionOk="0">
                  <a:moveTo>
                    <a:pt x="8568" y="1"/>
                  </a:moveTo>
                  <a:cubicBezTo>
                    <a:pt x="8539" y="1"/>
                    <a:pt x="8510" y="16"/>
                    <a:pt x="8495" y="54"/>
                  </a:cubicBezTo>
                  <a:cubicBezTo>
                    <a:pt x="8486" y="72"/>
                    <a:pt x="7637" y="1855"/>
                    <a:pt x="5673" y="2438"/>
                  </a:cubicBezTo>
                  <a:cubicBezTo>
                    <a:pt x="5252" y="2563"/>
                    <a:pt x="4813" y="2626"/>
                    <a:pt x="4355" y="2626"/>
                  </a:cubicBezTo>
                  <a:cubicBezTo>
                    <a:pt x="3088" y="2626"/>
                    <a:pt x="1684" y="2147"/>
                    <a:pt x="161" y="1195"/>
                  </a:cubicBezTo>
                  <a:cubicBezTo>
                    <a:pt x="145" y="1185"/>
                    <a:pt x="130" y="1181"/>
                    <a:pt x="115" y="1181"/>
                  </a:cubicBezTo>
                  <a:cubicBezTo>
                    <a:pt x="45" y="1181"/>
                    <a:pt x="1" y="1282"/>
                    <a:pt x="75" y="1331"/>
                  </a:cubicBezTo>
                  <a:cubicBezTo>
                    <a:pt x="1626" y="2299"/>
                    <a:pt x="3060" y="2786"/>
                    <a:pt x="4359" y="2786"/>
                  </a:cubicBezTo>
                  <a:cubicBezTo>
                    <a:pt x="4369" y="2787"/>
                    <a:pt x="4380" y="2787"/>
                    <a:pt x="4390" y="2787"/>
                  </a:cubicBezTo>
                  <a:cubicBezTo>
                    <a:pt x="4839" y="2787"/>
                    <a:pt x="5288" y="2722"/>
                    <a:pt x="5719" y="2592"/>
                  </a:cubicBezTo>
                  <a:cubicBezTo>
                    <a:pt x="7755" y="1988"/>
                    <a:pt x="8634" y="140"/>
                    <a:pt x="8643" y="122"/>
                  </a:cubicBezTo>
                  <a:cubicBezTo>
                    <a:pt x="8677" y="55"/>
                    <a:pt x="8622" y="1"/>
                    <a:pt x="85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2" name="Google Shape;2681;p28">
              <a:extLst>
                <a:ext uri="{FF2B5EF4-FFF2-40B4-BE49-F238E27FC236}">
                  <a16:creationId xmlns:a16="http://schemas.microsoft.com/office/drawing/2014/main" id="{8DD871CD-F769-670B-3B8C-FC253186CE8D}"/>
                </a:ext>
              </a:extLst>
            </p:cNvPr>
            <p:cNvSpPr/>
            <p:nvPr/>
          </p:nvSpPr>
          <p:spPr>
            <a:xfrm>
              <a:off x="7862298" y="399494"/>
              <a:ext cx="39584" cy="78525"/>
            </a:xfrm>
            <a:custGeom>
              <a:avLst/>
              <a:gdLst/>
              <a:ahLst/>
              <a:cxnLst/>
              <a:rect l="l" t="t" r="r" b="b"/>
              <a:pathLst>
                <a:path w="1108" h="2198" extrusionOk="0">
                  <a:moveTo>
                    <a:pt x="112" y="1"/>
                  </a:moveTo>
                  <a:cubicBezTo>
                    <a:pt x="51" y="1"/>
                    <a:pt x="0" y="75"/>
                    <a:pt x="49" y="134"/>
                  </a:cubicBezTo>
                  <a:cubicBezTo>
                    <a:pt x="55" y="141"/>
                    <a:pt x="934" y="986"/>
                    <a:pt x="790" y="2108"/>
                  </a:cubicBezTo>
                  <a:cubicBezTo>
                    <a:pt x="783" y="2151"/>
                    <a:pt x="814" y="2192"/>
                    <a:pt x="860" y="2198"/>
                  </a:cubicBezTo>
                  <a:lnTo>
                    <a:pt x="870" y="2198"/>
                  </a:lnTo>
                  <a:cubicBezTo>
                    <a:pt x="910" y="2198"/>
                    <a:pt x="944" y="2170"/>
                    <a:pt x="950" y="2130"/>
                  </a:cubicBezTo>
                  <a:cubicBezTo>
                    <a:pt x="1107" y="927"/>
                    <a:pt x="197" y="54"/>
                    <a:pt x="160" y="17"/>
                  </a:cubicBezTo>
                  <a:cubicBezTo>
                    <a:pt x="145" y="6"/>
                    <a:pt x="128" y="1"/>
                    <a:pt x="1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3" name="Google Shape;2682;p28">
              <a:extLst>
                <a:ext uri="{FF2B5EF4-FFF2-40B4-BE49-F238E27FC236}">
                  <a16:creationId xmlns:a16="http://schemas.microsoft.com/office/drawing/2014/main" id="{4FEF9F1F-9746-82AE-F05B-D1B8590DFA49}"/>
                </a:ext>
              </a:extLst>
            </p:cNvPr>
            <p:cNvSpPr/>
            <p:nvPr/>
          </p:nvSpPr>
          <p:spPr>
            <a:xfrm>
              <a:off x="8088943" y="518354"/>
              <a:ext cx="113143" cy="41870"/>
            </a:xfrm>
            <a:custGeom>
              <a:avLst/>
              <a:gdLst/>
              <a:ahLst/>
              <a:cxnLst/>
              <a:rect l="l" t="t" r="r" b="b"/>
              <a:pathLst>
                <a:path w="3167" h="1172" extrusionOk="0">
                  <a:moveTo>
                    <a:pt x="2249" y="0"/>
                  </a:moveTo>
                  <a:cubicBezTo>
                    <a:pt x="1664" y="0"/>
                    <a:pt x="844" y="194"/>
                    <a:pt x="34" y="1033"/>
                  </a:cubicBezTo>
                  <a:cubicBezTo>
                    <a:pt x="0" y="1064"/>
                    <a:pt x="0" y="1116"/>
                    <a:pt x="34" y="1147"/>
                  </a:cubicBezTo>
                  <a:cubicBezTo>
                    <a:pt x="50" y="1162"/>
                    <a:pt x="71" y="1172"/>
                    <a:pt x="90" y="1172"/>
                  </a:cubicBezTo>
                  <a:cubicBezTo>
                    <a:pt x="114" y="1169"/>
                    <a:pt x="136" y="1159"/>
                    <a:pt x="148" y="1141"/>
                  </a:cubicBezTo>
                  <a:cubicBezTo>
                    <a:pt x="921" y="343"/>
                    <a:pt x="1697" y="160"/>
                    <a:pt x="2247" y="160"/>
                  </a:cubicBezTo>
                  <a:cubicBezTo>
                    <a:pt x="2710" y="160"/>
                    <a:pt x="3013" y="290"/>
                    <a:pt x="3020" y="293"/>
                  </a:cubicBezTo>
                  <a:cubicBezTo>
                    <a:pt x="3031" y="297"/>
                    <a:pt x="3041" y="299"/>
                    <a:pt x="3051" y="299"/>
                  </a:cubicBezTo>
                  <a:cubicBezTo>
                    <a:pt x="3128" y="299"/>
                    <a:pt x="3166" y="185"/>
                    <a:pt x="3085" y="145"/>
                  </a:cubicBezTo>
                  <a:cubicBezTo>
                    <a:pt x="3078" y="142"/>
                    <a:pt x="2748" y="0"/>
                    <a:pt x="22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4" name="Google Shape;2683;p28">
              <a:extLst>
                <a:ext uri="{FF2B5EF4-FFF2-40B4-BE49-F238E27FC236}">
                  <a16:creationId xmlns:a16="http://schemas.microsoft.com/office/drawing/2014/main" id="{9ECF0716-08EE-5AB1-8668-320E5C5D86E7}"/>
                </a:ext>
              </a:extLst>
            </p:cNvPr>
            <p:cNvSpPr/>
            <p:nvPr/>
          </p:nvSpPr>
          <p:spPr>
            <a:xfrm>
              <a:off x="7686704" y="428396"/>
              <a:ext cx="117537" cy="115286"/>
            </a:xfrm>
            <a:custGeom>
              <a:avLst/>
              <a:gdLst/>
              <a:ahLst/>
              <a:cxnLst/>
              <a:rect l="l" t="t" r="r" b="b"/>
              <a:pathLst>
                <a:path w="3290" h="3227" extrusionOk="0">
                  <a:moveTo>
                    <a:pt x="118" y="0"/>
                  </a:moveTo>
                  <a:cubicBezTo>
                    <a:pt x="55" y="0"/>
                    <a:pt x="1" y="83"/>
                    <a:pt x="60" y="143"/>
                  </a:cubicBezTo>
                  <a:lnTo>
                    <a:pt x="3123" y="3202"/>
                  </a:lnTo>
                  <a:cubicBezTo>
                    <a:pt x="3138" y="3218"/>
                    <a:pt x="3160" y="3227"/>
                    <a:pt x="3182" y="3227"/>
                  </a:cubicBezTo>
                  <a:cubicBezTo>
                    <a:pt x="3253" y="3227"/>
                    <a:pt x="3290" y="3141"/>
                    <a:pt x="3240" y="3088"/>
                  </a:cubicBezTo>
                  <a:lnTo>
                    <a:pt x="174" y="26"/>
                  </a:lnTo>
                  <a:cubicBezTo>
                    <a:pt x="157" y="8"/>
                    <a:pt x="137" y="0"/>
                    <a:pt x="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5" name="Google Shape;2684;p28">
              <a:extLst>
                <a:ext uri="{FF2B5EF4-FFF2-40B4-BE49-F238E27FC236}">
                  <a16:creationId xmlns:a16="http://schemas.microsoft.com/office/drawing/2014/main" id="{EB6F4F0A-EB94-AA78-2695-34BFD636BC76}"/>
                </a:ext>
              </a:extLst>
            </p:cNvPr>
            <p:cNvSpPr/>
            <p:nvPr/>
          </p:nvSpPr>
          <p:spPr>
            <a:xfrm>
              <a:off x="7617503" y="448581"/>
              <a:ext cx="164909" cy="111642"/>
            </a:xfrm>
            <a:custGeom>
              <a:avLst/>
              <a:gdLst/>
              <a:ahLst/>
              <a:cxnLst/>
              <a:rect l="l" t="t" r="r" b="b"/>
              <a:pathLst>
                <a:path w="4616" h="3125" extrusionOk="0">
                  <a:moveTo>
                    <a:pt x="116" y="0"/>
                  </a:moveTo>
                  <a:cubicBezTo>
                    <a:pt x="47" y="0"/>
                    <a:pt x="0" y="97"/>
                    <a:pt x="70" y="148"/>
                  </a:cubicBezTo>
                  <a:lnTo>
                    <a:pt x="4459" y="3109"/>
                  </a:lnTo>
                  <a:cubicBezTo>
                    <a:pt x="4474" y="3118"/>
                    <a:pt x="4489" y="3125"/>
                    <a:pt x="4505" y="3125"/>
                  </a:cubicBezTo>
                  <a:cubicBezTo>
                    <a:pt x="4585" y="3122"/>
                    <a:pt x="4616" y="3020"/>
                    <a:pt x="4551" y="2977"/>
                  </a:cubicBezTo>
                  <a:lnTo>
                    <a:pt x="159" y="13"/>
                  </a:lnTo>
                  <a:cubicBezTo>
                    <a:pt x="144" y="4"/>
                    <a:pt x="130" y="0"/>
                    <a:pt x="1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6" name="Google Shape;2685;p28">
              <a:extLst>
                <a:ext uri="{FF2B5EF4-FFF2-40B4-BE49-F238E27FC236}">
                  <a16:creationId xmlns:a16="http://schemas.microsoft.com/office/drawing/2014/main" id="{7A0DF8C3-594C-02F3-A5A2-1DEA07EEC7D8}"/>
                </a:ext>
              </a:extLst>
            </p:cNvPr>
            <p:cNvSpPr/>
            <p:nvPr/>
          </p:nvSpPr>
          <p:spPr>
            <a:xfrm>
              <a:off x="7619611" y="528714"/>
              <a:ext cx="150047" cy="46050"/>
            </a:xfrm>
            <a:custGeom>
              <a:avLst/>
              <a:gdLst/>
              <a:ahLst/>
              <a:cxnLst/>
              <a:rect l="l" t="t" r="r" b="b"/>
              <a:pathLst>
                <a:path w="4200" h="1289" extrusionOk="0">
                  <a:moveTo>
                    <a:pt x="105" y="1"/>
                  </a:moveTo>
                  <a:cubicBezTo>
                    <a:pt x="36" y="1"/>
                    <a:pt x="1" y="149"/>
                    <a:pt x="85" y="160"/>
                  </a:cubicBezTo>
                  <a:lnTo>
                    <a:pt x="4066" y="1283"/>
                  </a:lnTo>
                  <a:cubicBezTo>
                    <a:pt x="4073" y="1286"/>
                    <a:pt x="4082" y="1286"/>
                    <a:pt x="4088" y="1286"/>
                  </a:cubicBezTo>
                  <a:lnTo>
                    <a:pt x="4088" y="1289"/>
                  </a:lnTo>
                  <a:cubicBezTo>
                    <a:pt x="4181" y="1289"/>
                    <a:pt x="4199" y="1156"/>
                    <a:pt x="4110" y="1128"/>
                  </a:cubicBezTo>
                  <a:lnTo>
                    <a:pt x="128" y="6"/>
                  </a:lnTo>
                  <a:cubicBezTo>
                    <a:pt x="120" y="2"/>
                    <a:pt x="112" y="1"/>
                    <a:pt x="1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7" name="Google Shape;2686;p28">
              <a:extLst>
                <a:ext uri="{FF2B5EF4-FFF2-40B4-BE49-F238E27FC236}">
                  <a16:creationId xmlns:a16="http://schemas.microsoft.com/office/drawing/2014/main" id="{C80A88EC-23DD-E8F9-FD28-D46441EB5B5B}"/>
                </a:ext>
              </a:extLst>
            </p:cNvPr>
            <p:cNvSpPr/>
            <p:nvPr/>
          </p:nvSpPr>
          <p:spPr>
            <a:xfrm>
              <a:off x="8048930" y="649111"/>
              <a:ext cx="161908" cy="16791"/>
            </a:xfrm>
            <a:custGeom>
              <a:avLst/>
              <a:gdLst/>
              <a:ahLst/>
              <a:cxnLst/>
              <a:rect l="l" t="t" r="r" b="b"/>
              <a:pathLst>
                <a:path w="4532" h="470" extrusionOk="0">
                  <a:moveTo>
                    <a:pt x="85" y="0"/>
                  </a:moveTo>
                  <a:cubicBezTo>
                    <a:pt x="44" y="0"/>
                    <a:pt x="10" y="33"/>
                    <a:pt x="4" y="75"/>
                  </a:cubicBezTo>
                  <a:cubicBezTo>
                    <a:pt x="1" y="121"/>
                    <a:pt x="38" y="161"/>
                    <a:pt x="81" y="161"/>
                  </a:cubicBezTo>
                  <a:lnTo>
                    <a:pt x="4424" y="469"/>
                  </a:lnTo>
                  <a:lnTo>
                    <a:pt x="4427" y="469"/>
                  </a:lnTo>
                  <a:cubicBezTo>
                    <a:pt x="4528" y="466"/>
                    <a:pt x="4532" y="315"/>
                    <a:pt x="4433" y="306"/>
                  </a:cubicBezTo>
                  <a:lnTo>
                    <a:pt x="90" y="1"/>
                  </a:lnTo>
                  <a:cubicBezTo>
                    <a:pt x="88" y="1"/>
                    <a:pt x="87" y="0"/>
                    <a:pt x="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8" name="Google Shape;2687;p28">
              <a:extLst>
                <a:ext uri="{FF2B5EF4-FFF2-40B4-BE49-F238E27FC236}">
                  <a16:creationId xmlns:a16="http://schemas.microsoft.com/office/drawing/2014/main" id="{84A83A34-D110-E588-1BA8-DCA0DBA2F639}"/>
                </a:ext>
              </a:extLst>
            </p:cNvPr>
            <p:cNvSpPr/>
            <p:nvPr/>
          </p:nvSpPr>
          <p:spPr>
            <a:xfrm>
              <a:off x="8044286" y="663794"/>
              <a:ext cx="146832" cy="75167"/>
            </a:xfrm>
            <a:custGeom>
              <a:avLst/>
              <a:gdLst/>
              <a:ahLst/>
              <a:cxnLst/>
              <a:rect l="l" t="t" r="r" b="b"/>
              <a:pathLst>
                <a:path w="4110" h="2104" extrusionOk="0">
                  <a:moveTo>
                    <a:pt x="116" y="1"/>
                  </a:moveTo>
                  <a:cubicBezTo>
                    <a:pt x="41" y="1"/>
                    <a:pt x="1" y="108"/>
                    <a:pt x="78" y="151"/>
                  </a:cubicBezTo>
                  <a:lnTo>
                    <a:pt x="3961" y="2094"/>
                  </a:lnTo>
                  <a:cubicBezTo>
                    <a:pt x="3971" y="2097"/>
                    <a:pt x="3983" y="2100"/>
                    <a:pt x="3995" y="2100"/>
                  </a:cubicBezTo>
                  <a:lnTo>
                    <a:pt x="3995" y="2103"/>
                  </a:lnTo>
                  <a:cubicBezTo>
                    <a:pt x="4085" y="2103"/>
                    <a:pt x="4109" y="1986"/>
                    <a:pt x="4032" y="1949"/>
                  </a:cubicBezTo>
                  <a:lnTo>
                    <a:pt x="152" y="9"/>
                  </a:lnTo>
                  <a:cubicBezTo>
                    <a:pt x="139" y="3"/>
                    <a:pt x="127" y="1"/>
                    <a:pt x="1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9" name="Google Shape;2688;p28">
              <a:extLst>
                <a:ext uri="{FF2B5EF4-FFF2-40B4-BE49-F238E27FC236}">
                  <a16:creationId xmlns:a16="http://schemas.microsoft.com/office/drawing/2014/main" id="{BBD3F54D-2795-76AF-E145-AC491C1649A1}"/>
                </a:ext>
              </a:extLst>
            </p:cNvPr>
            <p:cNvSpPr/>
            <p:nvPr/>
          </p:nvSpPr>
          <p:spPr>
            <a:xfrm>
              <a:off x="8031460" y="681908"/>
              <a:ext cx="94959" cy="87992"/>
            </a:xfrm>
            <a:custGeom>
              <a:avLst/>
              <a:gdLst/>
              <a:ahLst/>
              <a:cxnLst/>
              <a:rect l="l" t="t" r="r" b="b"/>
              <a:pathLst>
                <a:path w="2658" h="2463" extrusionOk="0">
                  <a:moveTo>
                    <a:pt x="117" y="0"/>
                  </a:moveTo>
                  <a:cubicBezTo>
                    <a:pt x="53" y="0"/>
                    <a:pt x="1" y="86"/>
                    <a:pt x="61" y="144"/>
                  </a:cubicBezTo>
                  <a:lnTo>
                    <a:pt x="2513" y="2441"/>
                  </a:lnTo>
                  <a:cubicBezTo>
                    <a:pt x="2528" y="2454"/>
                    <a:pt x="2547" y="2463"/>
                    <a:pt x="2569" y="2463"/>
                  </a:cubicBezTo>
                  <a:cubicBezTo>
                    <a:pt x="2590" y="2463"/>
                    <a:pt x="2612" y="2454"/>
                    <a:pt x="2627" y="2438"/>
                  </a:cubicBezTo>
                  <a:cubicBezTo>
                    <a:pt x="2658" y="2404"/>
                    <a:pt x="2658" y="2352"/>
                    <a:pt x="2624" y="2321"/>
                  </a:cubicBezTo>
                  <a:lnTo>
                    <a:pt x="172" y="23"/>
                  </a:lnTo>
                  <a:cubicBezTo>
                    <a:pt x="154" y="7"/>
                    <a:pt x="135" y="0"/>
                    <a:pt x="1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0" name="Google Shape;2689;p28">
              <a:extLst>
                <a:ext uri="{FF2B5EF4-FFF2-40B4-BE49-F238E27FC236}">
                  <a16:creationId xmlns:a16="http://schemas.microsoft.com/office/drawing/2014/main" id="{E13A35F5-81DA-3C6F-264D-D9C486BF2E9B}"/>
                </a:ext>
              </a:extLst>
            </p:cNvPr>
            <p:cNvSpPr/>
            <p:nvPr/>
          </p:nvSpPr>
          <p:spPr>
            <a:xfrm>
              <a:off x="8210698" y="367126"/>
              <a:ext cx="80347" cy="75202"/>
            </a:xfrm>
            <a:custGeom>
              <a:avLst/>
              <a:gdLst/>
              <a:ahLst/>
              <a:cxnLst/>
              <a:rect l="l" t="t" r="r" b="b"/>
              <a:pathLst>
                <a:path w="2249" h="2105" extrusionOk="0">
                  <a:moveTo>
                    <a:pt x="1743" y="1"/>
                  </a:moveTo>
                  <a:cubicBezTo>
                    <a:pt x="1228" y="1"/>
                    <a:pt x="0" y="1389"/>
                    <a:pt x="0" y="1389"/>
                  </a:cubicBezTo>
                  <a:lnTo>
                    <a:pt x="2196" y="2104"/>
                  </a:lnTo>
                  <a:cubicBezTo>
                    <a:pt x="2196" y="2104"/>
                    <a:pt x="2249" y="470"/>
                    <a:pt x="1891" y="63"/>
                  </a:cubicBezTo>
                  <a:cubicBezTo>
                    <a:pt x="1854" y="20"/>
                    <a:pt x="1803" y="1"/>
                    <a:pt x="17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1" name="Google Shape;2690;p28">
              <a:extLst>
                <a:ext uri="{FF2B5EF4-FFF2-40B4-BE49-F238E27FC236}">
                  <a16:creationId xmlns:a16="http://schemas.microsoft.com/office/drawing/2014/main" id="{FB193DC0-34DA-35D5-D36F-E52B19994CAA}"/>
                </a:ext>
              </a:extLst>
            </p:cNvPr>
            <p:cNvSpPr/>
            <p:nvPr/>
          </p:nvSpPr>
          <p:spPr>
            <a:xfrm>
              <a:off x="7911635" y="275703"/>
              <a:ext cx="58340" cy="62591"/>
            </a:xfrm>
            <a:custGeom>
              <a:avLst/>
              <a:gdLst/>
              <a:ahLst/>
              <a:cxnLst/>
              <a:rect l="l" t="t" r="r" b="b"/>
              <a:pathLst>
                <a:path w="1633" h="1752" extrusionOk="0">
                  <a:moveTo>
                    <a:pt x="1427" y="0"/>
                  </a:moveTo>
                  <a:cubicBezTo>
                    <a:pt x="1076" y="0"/>
                    <a:pt x="1" y="885"/>
                    <a:pt x="1" y="885"/>
                  </a:cubicBezTo>
                  <a:cubicBezTo>
                    <a:pt x="1" y="885"/>
                    <a:pt x="969" y="1752"/>
                    <a:pt x="1225" y="1752"/>
                  </a:cubicBezTo>
                  <a:cubicBezTo>
                    <a:pt x="1481" y="1752"/>
                    <a:pt x="1632" y="426"/>
                    <a:pt x="1531" y="68"/>
                  </a:cubicBezTo>
                  <a:cubicBezTo>
                    <a:pt x="1517" y="21"/>
                    <a:pt x="1480" y="0"/>
                    <a:pt x="14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2" name="Google Shape;2691;p28">
              <a:extLst>
                <a:ext uri="{FF2B5EF4-FFF2-40B4-BE49-F238E27FC236}">
                  <a16:creationId xmlns:a16="http://schemas.microsoft.com/office/drawing/2014/main" id="{0C147B93-04CC-751C-3B26-AF44F326352C}"/>
                </a:ext>
              </a:extLst>
            </p:cNvPr>
            <p:cNvSpPr/>
            <p:nvPr/>
          </p:nvSpPr>
          <p:spPr>
            <a:xfrm>
              <a:off x="8241779" y="462336"/>
              <a:ext cx="406843" cy="368545"/>
            </a:xfrm>
            <a:custGeom>
              <a:avLst/>
              <a:gdLst/>
              <a:ahLst/>
              <a:cxnLst/>
              <a:rect l="l" t="t" r="r" b="b"/>
              <a:pathLst>
                <a:path w="11388" h="10316" extrusionOk="0">
                  <a:moveTo>
                    <a:pt x="1684" y="1"/>
                  </a:moveTo>
                  <a:lnTo>
                    <a:pt x="0" y="3727"/>
                  </a:lnTo>
                  <a:cubicBezTo>
                    <a:pt x="0" y="3727"/>
                    <a:pt x="1278" y="5064"/>
                    <a:pt x="2882" y="5064"/>
                  </a:cubicBezTo>
                  <a:cubicBezTo>
                    <a:pt x="3380" y="5064"/>
                    <a:pt x="3909" y="4935"/>
                    <a:pt x="4442" y="4596"/>
                  </a:cubicBezTo>
                  <a:cubicBezTo>
                    <a:pt x="5010" y="4235"/>
                    <a:pt x="5616" y="4075"/>
                    <a:pt x="6132" y="4075"/>
                  </a:cubicBezTo>
                  <a:cubicBezTo>
                    <a:pt x="6878" y="4075"/>
                    <a:pt x="7434" y="4410"/>
                    <a:pt x="7403" y="4954"/>
                  </a:cubicBezTo>
                  <a:cubicBezTo>
                    <a:pt x="7320" y="6443"/>
                    <a:pt x="7301" y="10315"/>
                    <a:pt x="11255" y="10315"/>
                  </a:cubicBezTo>
                  <a:cubicBezTo>
                    <a:pt x="11282" y="10315"/>
                    <a:pt x="11308" y="10315"/>
                    <a:pt x="11335" y="10315"/>
                  </a:cubicBezTo>
                  <a:cubicBezTo>
                    <a:pt x="11335" y="10315"/>
                    <a:pt x="11387" y="2043"/>
                    <a:pt x="168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3" name="Google Shape;2692;p28">
              <a:extLst>
                <a:ext uri="{FF2B5EF4-FFF2-40B4-BE49-F238E27FC236}">
                  <a16:creationId xmlns:a16="http://schemas.microsoft.com/office/drawing/2014/main" id="{8AF81770-2D37-A202-1A9C-5CBCF71E608F}"/>
                </a:ext>
              </a:extLst>
            </p:cNvPr>
            <p:cNvSpPr/>
            <p:nvPr/>
          </p:nvSpPr>
          <p:spPr>
            <a:xfrm>
              <a:off x="7932571" y="289708"/>
              <a:ext cx="27795" cy="38798"/>
            </a:xfrm>
            <a:custGeom>
              <a:avLst/>
              <a:gdLst/>
              <a:ahLst/>
              <a:cxnLst/>
              <a:rect l="l" t="t" r="r" b="b"/>
              <a:pathLst>
                <a:path w="778" h="1086" extrusionOk="0">
                  <a:moveTo>
                    <a:pt x="665" y="1"/>
                  </a:moveTo>
                  <a:cubicBezTo>
                    <a:pt x="614" y="1"/>
                    <a:pt x="562" y="50"/>
                    <a:pt x="590" y="114"/>
                  </a:cubicBezTo>
                  <a:cubicBezTo>
                    <a:pt x="599" y="135"/>
                    <a:pt x="596" y="225"/>
                    <a:pt x="519" y="407"/>
                  </a:cubicBezTo>
                  <a:cubicBezTo>
                    <a:pt x="448" y="573"/>
                    <a:pt x="355" y="728"/>
                    <a:pt x="244" y="869"/>
                  </a:cubicBezTo>
                  <a:cubicBezTo>
                    <a:pt x="281" y="654"/>
                    <a:pt x="337" y="444"/>
                    <a:pt x="408" y="237"/>
                  </a:cubicBezTo>
                  <a:cubicBezTo>
                    <a:pt x="429" y="174"/>
                    <a:pt x="377" y="130"/>
                    <a:pt x="327" y="130"/>
                  </a:cubicBezTo>
                  <a:cubicBezTo>
                    <a:pt x="297" y="130"/>
                    <a:pt x="266" y="146"/>
                    <a:pt x="254" y="185"/>
                  </a:cubicBezTo>
                  <a:cubicBezTo>
                    <a:pt x="1" y="940"/>
                    <a:pt x="87" y="1024"/>
                    <a:pt x="118" y="1055"/>
                  </a:cubicBezTo>
                  <a:cubicBezTo>
                    <a:pt x="136" y="1076"/>
                    <a:pt x="164" y="1085"/>
                    <a:pt x="192" y="1085"/>
                  </a:cubicBezTo>
                  <a:cubicBezTo>
                    <a:pt x="204" y="1085"/>
                    <a:pt x="217" y="1082"/>
                    <a:pt x="229" y="1079"/>
                  </a:cubicBezTo>
                  <a:cubicBezTo>
                    <a:pt x="371" y="1030"/>
                    <a:pt x="559" y="715"/>
                    <a:pt x="651" y="502"/>
                  </a:cubicBezTo>
                  <a:cubicBezTo>
                    <a:pt x="747" y="293"/>
                    <a:pt x="778" y="139"/>
                    <a:pt x="738" y="52"/>
                  </a:cubicBezTo>
                  <a:cubicBezTo>
                    <a:pt x="722" y="16"/>
                    <a:pt x="694" y="1"/>
                    <a:pt x="6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4" name="Google Shape;2693;p28">
              <a:extLst>
                <a:ext uri="{FF2B5EF4-FFF2-40B4-BE49-F238E27FC236}">
                  <a16:creationId xmlns:a16="http://schemas.microsoft.com/office/drawing/2014/main" id="{B29CEBFD-5562-3111-098F-86D40D04799F}"/>
                </a:ext>
              </a:extLst>
            </p:cNvPr>
            <p:cNvSpPr/>
            <p:nvPr/>
          </p:nvSpPr>
          <p:spPr>
            <a:xfrm>
              <a:off x="8240672" y="382809"/>
              <a:ext cx="36226" cy="44085"/>
            </a:xfrm>
            <a:custGeom>
              <a:avLst/>
              <a:gdLst/>
              <a:ahLst/>
              <a:cxnLst/>
              <a:rect l="l" t="t" r="r" b="b"/>
              <a:pathLst>
                <a:path w="1014" h="1234" extrusionOk="0">
                  <a:moveTo>
                    <a:pt x="641" y="0"/>
                  </a:moveTo>
                  <a:cubicBezTo>
                    <a:pt x="617" y="0"/>
                    <a:pt x="592" y="12"/>
                    <a:pt x="574" y="40"/>
                  </a:cubicBezTo>
                  <a:cubicBezTo>
                    <a:pt x="358" y="382"/>
                    <a:pt x="0" y="990"/>
                    <a:pt x="56" y="1153"/>
                  </a:cubicBezTo>
                  <a:cubicBezTo>
                    <a:pt x="68" y="1190"/>
                    <a:pt x="96" y="1218"/>
                    <a:pt x="133" y="1227"/>
                  </a:cubicBezTo>
                  <a:cubicBezTo>
                    <a:pt x="142" y="1231"/>
                    <a:pt x="155" y="1234"/>
                    <a:pt x="164" y="1234"/>
                  </a:cubicBezTo>
                  <a:cubicBezTo>
                    <a:pt x="247" y="1234"/>
                    <a:pt x="349" y="1147"/>
                    <a:pt x="531" y="987"/>
                  </a:cubicBezTo>
                  <a:cubicBezTo>
                    <a:pt x="636" y="894"/>
                    <a:pt x="830" y="725"/>
                    <a:pt x="886" y="725"/>
                  </a:cubicBezTo>
                  <a:cubicBezTo>
                    <a:pt x="891" y="725"/>
                    <a:pt x="895" y="726"/>
                    <a:pt x="900" y="726"/>
                  </a:cubicBezTo>
                  <a:cubicBezTo>
                    <a:pt x="996" y="726"/>
                    <a:pt x="1013" y="579"/>
                    <a:pt x="910" y="564"/>
                  </a:cubicBezTo>
                  <a:cubicBezTo>
                    <a:pt x="902" y="563"/>
                    <a:pt x="894" y="562"/>
                    <a:pt x="886" y="562"/>
                  </a:cubicBezTo>
                  <a:cubicBezTo>
                    <a:pt x="773" y="562"/>
                    <a:pt x="633" y="680"/>
                    <a:pt x="423" y="864"/>
                  </a:cubicBezTo>
                  <a:cubicBezTo>
                    <a:pt x="364" y="916"/>
                    <a:pt x="284" y="990"/>
                    <a:pt x="226" y="1033"/>
                  </a:cubicBezTo>
                  <a:cubicBezTo>
                    <a:pt x="284" y="857"/>
                    <a:pt x="503" y="459"/>
                    <a:pt x="713" y="126"/>
                  </a:cubicBezTo>
                  <a:cubicBezTo>
                    <a:pt x="752" y="62"/>
                    <a:pt x="697" y="0"/>
                    <a:pt x="64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5" name="Google Shape;2694;p28">
              <a:extLst>
                <a:ext uri="{FF2B5EF4-FFF2-40B4-BE49-F238E27FC236}">
                  <a16:creationId xmlns:a16="http://schemas.microsoft.com/office/drawing/2014/main" id="{EEBC604B-4358-CF18-12C8-453B8B07493B}"/>
                </a:ext>
              </a:extLst>
            </p:cNvPr>
            <p:cNvSpPr/>
            <p:nvPr/>
          </p:nvSpPr>
          <p:spPr>
            <a:xfrm>
              <a:off x="8314482" y="890190"/>
              <a:ext cx="424599" cy="401484"/>
            </a:xfrm>
            <a:custGeom>
              <a:avLst/>
              <a:gdLst/>
              <a:ahLst/>
              <a:cxnLst/>
              <a:rect l="l" t="t" r="r" b="b"/>
              <a:pathLst>
                <a:path w="11885" h="11238" extrusionOk="0">
                  <a:moveTo>
                    <a:pt x="8667" y="0"/>
                  </a:moveTo>
                  <a:cubicBezTo>
                    <a:pt x="8180" y="0"/>
                    <a:pt x="7480" y="103"/>
                    <a:pt x="6626" y="513"/>
                  </a:cubicBezTo>
                  <a:cubicBezTo>
                    <a:pt x="5141" y="1223"/>
                    <a:pt x="6081" y="2814"/>
                    <a:pt x="5189" y="2814"/>
                  </a:cubicBezTo>
                  <a:cubicBezTo>
                    <a:pt x="5054" y="2814"/>
                    <a:pt x="4878" y="2778"/>
                    <a:pt x="4646" y="2697"/>
                  </a:cubicBezTo>
                  <a:cubicBezTo>
                    <a:pt x="3665" y="2358"/>
                    <a:pt x="2518" y="1769"/>
                    <a:pt x="1641" y="1769"/>
                  </a:cubicBezTo>
                  <a:cubicBezTo>
                    <a:pt x="929" y="1769"/>
                    <a:pt x="395" y="2157"/>
                    <a:pt x="272" y="3381"/>
                  </a:cubicBezTo>
                  <a:cubicBezTo>
                    <a:pt x="1" y="6114"/>
                    <a:pt x="963" y="6534"/>
                    <a:pt x="2869" y="7752"/>
                  </a:cubicBezTo>
                  <a:cubicBezTo>
                    <a:pt x="3677" y="8270"/>
                    <a:pt x="2937" y="11098"/>
                    <a:pt x="5670" y="11237"/>
                  </a:cubicBezTo>
                  <a:cubicBezTo>
                    <a:pt x="5670" y="11234"/>
                    <a:pt x="11885" y="6250"/>
                    <a:pt x="9426" y="103"/>
                  </a:cubicBezTo>
                  <a:cubicBezTo>
                    <a:pt x="9426" y="103"/>
                    <a:pt x="9153" y="0"/>
                    <a:pt x="86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6" name="Google Shape;2695;p28">
              <a:extLst>
                <a:ext uri="{FF2B5EF4-FFF2-40B4-BE49-F238E27FC236}">
                  <a16:creationId xmlns:a16="http://schemas.microsoft.com/office/drawing/2014/main" id="{524B013F-5255-9EAF-F719-E4BE57E45890}"/>
                </a:ext>
              </a:extLst>
            </p:cNvPr>
            <p:cNvSpPr/>
            <p:nvPr/>
          </p:nvSpPr>
          <p:spPr>
            <a:xfrm>
              <a:off x="8270789" y="822739"/>
              <a:ext cx="219569" cy="112000"/>
            </a:xfrm>
            <a:custGeom>
              <a:avLst/>
              <a:gdLst/>
              <a:ahLst/>
              <a:cxnLst/>
              <a:rect l="l" t="t" r="r" b="b"/>
              <a:pathLst>
                <a:path w="6146" h="3135" extrusionOk="0">
                  <a:moveTo>
                    <a:pt x="3078" y="0"/>
                  </a:moveTo>
                  <a:cubicBezTo>
                    <a:pt x="2060" y="0"/>
                    <a:pt x="1292" y="692"/>
                    <a:pt x="1292" y="692"/>
                  </a:cubicBezTo>
                  <a:cubicBezTo>
                    <a:pt x="419" y="1315"/>
                    <a:pt x="1" y="3135"/>
                    <a:pt x="1390" y="3135"/>
                  </a:cubicBezTo>
                  <a:cubicBezTo>
                    <a:pt x="1522" y="3135"/>
                    <a:pt x="1671" y="3118"/>
                    <a:pt x="1838" y="3083"/>
                  </a:cubicBezTo>
                  <a:cubicBezTo>
                    <a:pt x="3237" y="2782"/>
                    <a:pt x="3832" y="2591"/>
                    <a:pt x="4452" y="2591"/>
                  </a:cubicBezTo>
                  <a:cubicBezTo>
                    <a:pt x="4679" y="2591"/>
                    <a:pt x="4909" y="2617"/>
                    <a:pt x="5184" y="2672"/>
                  </a:cubicBezTo>
                  <a:cubicBezTo>
                    <a:pt x="5240" y="2684"/>
                    <a:pt x="5291" y="2689"/>
                    <a:pt x="5337" y="2689"/>
                  </a:cubicBezTo>
                  <a:cubicBezTo>
                    <a:pt x="6146" y="2689"/>
                    <a:pt x="5581" y="1058"/>
                    <a:pt x="4160" y="282"/>
                  </a:cubicBezTo>
                  <a:cubicBezTo>
                    <a:pt x="3785" y="77"/>
                    <a:pt x="3418" y="0"/>
                    <a:pt x="307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7" name="Google Shape;2696;p28">
              <a:extLst>
                <a:ext uri="{FF2B5EF4-FFF2-40B4-BE49-F238E27FC236}">
                  <a16:creationId xmlns:a16="http://schemas.microsoft.com/office/drawing/2014/main" id="{9B0D2EC9-7D7F-4A63-85FF-38F129F85186}"/>
                </a:ext>
              </a:extLst>
            </p:cNvPr>
            <p:cNvSpPr/>
            <p:nvPr/>
          </p:nvSpPr>
          <p:spPr>
            <a:xfrm>
              <a:off x="7953131" y="810320"/>
              <a:ext cx="256153" cy="454501"/>
            </a:xfrm>
            <a:custGeom>
              <a:avLst/>
              <a:gdLst/>
              <a:ahLst/>
              <a:cxnLst/>
              <a:rect l="l" t="t" r="r" b="b"/>
              <a:pathLst>
                <a:path w="7170" h="12722" extrusionOk="0">
                  <a:moveTo>
                    <a:pt x="7052" y="0"/>
                  </a:moveTo>
                  <a:cubicBezTo>
                    <a:pt x="7041" y="0"/>
                    <a:pt x="7030" y="3"/>
                    <a:pt x="7018" y="8"/>
                  </a:cubicBezTo>
                  <a:cubicBezTo>
                    <a:pt x="6999" y="20"/>
                    <a:pt x="4893" y="1189"/>
                    <a:pt x="3171" y="3324"/>
                  </a:cubicBezTo>
                  <a:cubicBezTo>
                    <a:pt x="1580" y="5294"/>
                    <a:pt x="1" y="8517"/>
                    <a:pt x="1518" y="12669"/>
                  </a:cubicBezTo>
                  <a:cubicBezTo>
                    <a:pt x="1531" y="12700"/>
                    <a:pt x="1561" y="12721"/>
                    <a:pt x="1595" y="12721"/>
                  </a:cubicBezTo>
                  <a:cubicBezTo>
                    <a:pt x="1605" y="12721"/>
                    <a:pt x="1614" y="12718"/>
                    <a:pt x="1623" y="12715"/>
                  </a:cubicBezTo>
                  <a:cubicBezTo>
                    <a:pt x="1663" y="12700"/>
                    <a:pt x="1685" y="12653"/>
                    <a:pt x="1669" y="12613"/>
                  </a:cubicBezTo>
                  <a:cubicBezTo>
                    <a:pt x="180" y="8536"/>
                    <a:pt x="1731" y="5368"/>
                    <a:pt x="3295" y="3428"/>
                  </a:cubicBezTo>
                  <a:cubicBezTo>
                    <a:pt x="4994" y="1319"/>
                    <a:pt x="7076" y="162"/>
                    <a:pt x="7095" y="150"/>
                  </a:cubicBezTo>
                  <a:cubicBezTo>
                    <a:pt x="7170" y="104"/>
                    <a:pt x="7126" y="0"/>
                    <a:pt x="70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8" name="Google Shape;2697;p28">
              <a:extLst>
                <a:ext uri="{FF2B5EF4-FFF2-40B4-BE49-F238E27FC236}">
                  <a16:creationId xmlns:a16="http://schemas.microsoft.com/office/drawing/2014/main" id="{0B683FC5-29E8-C79B-F25C-0569D6978BF9}"/>
                </a:ext>
              </a:extLst>
            </p:cNvPr>
            <p:cNvSpPr/>
            <p:nvPr/>
          </p:nvSpPr>
          <p:spPr>
            <a:xfrm>
              <a:off x="7503751" y="764327"/>
              <a:ext cx="890425" cy="599368"/>
            </a:xfrm>
            <a:custGeom>
              <a:avLst/>
              <a:gdLst/>
              <a:ahLst/>
              <a:cxnLst/>
              <a:rect l="l" t="t" r="r" b="b"/>
              <a:pathLst>
                <a:path w="24924" h="16777" extrusionOk="0">
                  <a:moveTo>
                    <a:pt x="6189" y="1"/>
                  </a:moveTo>
                  <a:cubicBezTo>
                    <a:pt x="3818" y="1"/>
                    <a:pt x="926" y="1944"/>
                    <a:pt x="795" y="7019"/>
                  </a:cubicBezTo>
                  <a:cubicBezTo>
                    <a:pt x="651" y="12615"/>
                    <a:pt x="5034" y="16776"/>
                    <a:pt x="9995" y="16776"/>
                  </a:cubicBezTo>
                  <a:cubicBezTo>
                    <a:pt x="10330" y="16776"/>
                    <a:pt x="10668" y="16757"/>
                    <a:pt x="11007" y="16719"/>
                  </a:cubicBezTo>
                  <a:cubicBezTo>
                    <a:pt x="12596" y="16540"/>
                    <a:pt x="14172" y="16370"/>
                    <a:pt x="15609" y="16225"/>
                  </a:cubicBezTo>
                  <a:cubicBezTo>
                    <a:pt x="16249" y="16600"/>
                    <a:pt x="17522" y="16722"/>
                    <a:pt x="18902" y="16722"/>
                  </a:cubicBezTo>
                  <a:cubicBezTo>
                    <a:pt x="21437" y="16722"/>
                    <a:pt x="24335" y="16311"/>
                    <a:pt x="24335" y="16311"/>
                  </a:cubicBezTo>
                  <a:cubicBezTo>
                    <a:pt x="24335" y="16311"/>
                    <a:pt x="24924" y="12074"/>
                    <a:pt x="22598" y="11972"/>
                  </a:cubicBezTo>
                  <a:cubicBezTo>
                    <a:pt x="17901" y="11765"/>
                    <a:pt x="20044" y="10541"/>
                    <a:pt x="18564" y="8243"/>
                  </a:cubicBezTo>
                  <a:cubicBezTo>
                    <a:pt x="18025" y="7406"/>
                    <a:pt x="17336" y="7135"/>
                    <a:pt x="16670" y="7135"/>
                  </a:cubicBezTo>
                  <a:cubicBezTo>
                    <a:pt x="15436" y="7135"/>
                    <a:pt x="14277" y="8064"/>
                    <a:pt x="14277" y="8064"/>
                  </a:cubicBezTo>
                  <a:cubicBezTo>
                    <a:pt x="14277" y="8064"/>
                    <a:pt x="13018" y="10757"/>
                    <a:pt x="13814" y="13468"/>
                  </a:cubicBezTo>
                  <a:cubicBezTo>
                    <a:pt x="12729" y="13802"/>
                    <a:pt x="11596" y="14095"/>
                    <a:pt x="10428" y="14095"/>
                  </a:cubicBezTo>
                  <a:cubicBezTo>
                    <a:pt x="8803" y="14095"/>
                    <a:pt x="7112" y="13528"/>
                    <a:pt x="5391" y="11716"/>
                  </a:cubicBezTo>
                  <a:cubicBezTo>
                    <a:pt x="1" y="6032"/>
                    <a:pt x="4459" y="2808"/>
                    <a:pt x="6085" y="2808"/>
                  </a:cubicBezTo>
                  <a:cubicBezTo>
                    <a:pt x="6168" y="2808"/>
                    <a:pt x="6244" y="2816"/>
                    <a:pt x="6310" y="2833"/>
                  </a:cubicBezTo>
                  <a:cubicBezTo>
                    <a:pt x="7731" y="3192"/>
                    <a:pt x="8595" y="4852"/>
                    <a:pt x="9330" y="4852"/>
                  </a:cubicBezTo>
                  <a:cubicBezTo>
                    <a:pt x="9664" y="4852"/>
                    <a:pt x="9971" y="4509"/>
                    <a:pt x="10292" y="3546"/>
                  </a:cubicBezTo>
                  <a:cubicBezTo>
                    <a:pt x="11109" y="1097"/>
                    <a:pt x="7383" y="178"/>
                    <a:pt x="7383" y="178"/>
                  </a:cubicBezTo>
                  <a:cubicBezTo>
                    <a:pt x="7014" y="62"/>
                    <a:pt x="6610" y="1"/>
                    <a:pt x="61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9" name="Google Shape;2698;p28">
              <a:extLst>
                <a:ext uri="{FF2B5EF4-FFF2-40B4-BE49-F238E27FC236}">
                  <a16:creationId xmlns:a16="http://schemas.microsoft.com/office/drawing/2014/main" id="{85DE22F0-9336-8B1C-7391-F2074A491457}"/>
                </a:ext>
              </a:extLst>
            </p:cNvPr>
            <p:cNvSpPr/>
            <p:nvPr/>
          </p:nvSpPr>
          <p:spPr>
            <a:xfrm>
              <a:off x="8396473" y="520069"/>
              <a:ext cx="25508" cy="14040"/>
            </a:xfrm>
            <a:custGeom>
              <a:avLst/>
              <a:gdLst/>
              <a:ahLst/>
              <a:cxnLst/>
              <a:rect l="l" t="t" r="r" b="b"/>
              <a:pathLst>
                <a:path w="714" h="393" extrusionOk="0">
                  <a:moveTo>
                    <a:pt x="85" y="0"/>
                  </a:moveTo>
                  <a:cubicBezTo>
                    <a:pt x="44" y="0"/>
                    <a:pt x="10" y="32"/>
                    <a:pt x="7" y="72"/>
                  </a:cubicBezTo>
                  <a:cubicBezTo>
                    <a:pt x="1" y="118"/>
                    <a:pt x="31" y="158"/>
                    <a:pt x="78" y="161"/>
                  </a:cubicBezTo>
                  <a:cubicBezTo>
                    <a:pt x="81" y="164"/>
                    <a:pt x="395" y="198"/>
                    <a:pt x="565" y="368"/>
                  </a:cubicBezTo>
                  <a:cubicBezTo>
                    <a:pt x="580" y="383"/>
                    <a:pt x="602" y="393"/>
                    <a:pt x="624" y="393"/>
                  </a:cubicBezTo>
                  <a:cubicBezTo>
                    <a:pt x="645" y="393"/>
                    <a:pt x="664" y="386"/>
                    <a:pt x="679" y="371"/>
                  </a:cubicBezTo>
                  <a:cubicBezTo>
                    <a:pt x="713" y="337"/>
                    <a:pt x="713" y="288"/>
                    <a:pt x="679" y="254"/>
                  </a:cubicBezTo>
                  <a:cubicBezTo>
                    <a:pt x="469" y="44"/>
                    <a:pt x="112" y="1"/>
                    <a:pt x="96" y="1"/>
                  </a:cubicBezTo>
                  <a:cubicBezTo>
                    <a:pt x="93" y="0"/>
                    <a:pt x="89" y="0"/>
                    <a:pt x="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0" name="Google Shape;2699;p28">
              <a:extLst>
                <a:ext uri="{FF2B5EF4-FFF2-40B4-BE49-F238E27FC236}">
                  <a16:creationId xmlns:a16="http://schemas.microsoft.com/office/drawing/2014/main" id="{493DB0FC-125A-6B90-1734-23C550637F96}"/>
                </a:ext>
              </a:extLst>
            </p:cNvPr>
            <p:cNvSpPr/>
            <p:nvPr/>
          </p:nvSpPr>
          <p:spPr>
            <a:xfrm>
              <a:off x="8369142" y="528214"/>
              <a:ext cx="26044" cy="14040"/>
            </a:xfrm>
            <a:custGeom>
              <a:avLst/>
              <a:gdLst/>
              <a:ahLst/>
              <a:cxnLst/>
              <a:rect l="l" t="t" r="r" b="b"/>
              <a:pathLst>
                <a:path w="729" h="393" extrusionOk="0">
                  <a:moveTo>
                    <a:pt x="83" y="0"/>
                  </a:moveTo>
                  <a:cubicBezTo>
                    <a:pt x="44" y="0"/>
                    <a:pt x="9" y="32"/>
                    <a:pt x="4" y="72"/>
                  </a:cubicBezTo>
                  <a:cubicBezTo>
                    <a:pt x="1" y="118"/>
                    <a:pt x="32" y="158"/>
                    <a:pt x="78" y="162"/>
                  </a:cubicBezTo>
                  <a:cubicBezTo>
                    <a:pt x="81" y="165"/>
                    <a:pt x="395" y="199"/>
                    <a:pt x="565" y="368"/>
                  </a:cubicBezTo>
                  <a:cubicBezTo>
                    <a:pt x="581" y="384"/>
                    <a:pt x="599" y="393"/>
                    <a:pt x="621" y="393"/>
                  </a:cubicBezTo>
                  <a:cubicBezTo>
                    <a:pt x="695" y="393"/>
                    <a:pt x="729" y="307"/>
                    <a:pt x="679" y="254"/>
                  </a:cubicBezTo>
                  <a:cubicBezTo>
                    <a:pt x="469" y="44"/>
                    <a:pt x="109" y="1"/>
                    <a:pt x="93" y="1"/>
                  </a:cubicBezTo>
                  <a:cubicBezTo>
                    <a:pt x="90" y="1"/>
                    <a:pt x="86" y="0"/>
                    <a:pt x="8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1" name="Google Shape;2700;p28">
              <a:extLst>
                <a:ext uri="{FF2B5EF4-FFF2-40B4-BE49-F238E27FC236}">
                  <a16:creationId xmlns:a16="http://schemas.microsoft.com/office/drawing/2014/main" id="{0CB143C9-9709-8C1B-1369-FA20C7080D21}"/>
                </a:ext>
              </a:extLst>
            </p:cNvPr>
            <p:cNvSpPr/>
            <p:nvPr/>
          </p:nvSpPr>
          <p:spPr>
            <a:xfrm>
              <a:off x="8363641" y="507743"/>
              <a:ext cx="26151" cy="14040"/>
            </a:xfrm>
            <a:custGeom>
              <a:avLst/>
              <a:gdLst/>
              <a:ahLst/>
              <a:cxnLst/>
              <a:rect l="l" t="t" r="r" b="b"/>
              <a:pathLst>
                <a:path w="732" h="393" extrusionOk="0">
                  <a:moveTo>
                    <a:pt x="90" y="0"/>
                  </a:moveTo>
                  <a:cubicBezTo>
                    <a:pt x="46" y="0"/>
                    <a:pt x="10" y="30"/>
                    <a:pt x="7" y="75"/>
                  </a:cubicBezTo>
                  <a:cubicBezTo>
                    <a:pt x="0" y="118"/>
                    <a:pt x="34" y="158"/>
                    <a:pt x="78" y="164"/>
                  </a:cubicBezTo>
                  <a:cubicBezTo>
                    <a:pt x="81" y="164"/>
                    <a:pt x="395" y="201"/>
                    <a:pt x="565" y="371"/>
                  </a:cubicBezTo>
                  <a:cubicBezTo>
                    <a:pt x="580" y="386"/>
                    <a:pt x="602" y="392"/>
                    <a:pt x="623" y="392"/>
                  </a:cubicBezTo>
                  <a:cubicBezTo>
                    <a:pt x="694" y="392"/>
                    <a:pt x="731" y="306"/>
                    <a:pt x="679" y="253"/>
                  </a:cubicBezTo>
                  <a:cubicBezTo>
                    <a:pt x="469" y="47"/>
                    <a:pt x="111" y="1"/>
                    <a:pt x="96" y="1"/>
                  </a:cubicBezTo>
                  <a:cubicBezTo>
                    <a:pt x="94" y="0"/>
                    <a:pt x="92" y="0"/>
                    <a:pt x="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2" name="Google Shape;2701;p28">
              <a:extLst>
                <a:ext uri="{FF2B5EF4-FFF2-40B4-BE49-F238E27FC236}">
                  <a16:creationId xmlns:a16="http://schemas.microsoft.com/office/drawing/2014/main" id="{4B43E536-C746-F645-4AEE-3ACCCF7E9066}"/>
                </a:ext>
              </a:extLst>
            </p:cNvPr>
            <p:cNvSpPr/>
            <p:nvPr/>
          </p:nvSpPr>
          <p:spPr>
            <a:xfrm>
              <a:off x="8341812" y="515996"/>
              <a:ext cx="25508" cy="14040"/>
            </a:xfrm>
            <a:custGeom>
              <a:avLst/>
              <a:gdLst/>
              <a:ahLst/>
              <a:cxnLst/>
              <a:rect l="l" t="t" r="r" b="b"/>
              <a:pathLst>
                <a:path w="714" h="393" extrusionOk="0">
                  <a:moveTo>
                    <a:pt x="85" y="0"/>
                  </a:moveTo>
                  <a:cubicBezTo>
                    <a:pt x="44" y="0"/>
                    <a:pt x="10" y="32"/>
                    <a:pt x="7" y="72"/>
                  </a:cubicBezTo>
                  <a:cubicBezTo>
                    <a:pt x="1" y="118"/>
                    <a:pt x="32" y="155"/>
                    <a:pt x="78" y="161"/>
                  </a:cubicBezTo>
                  <a:cubicBezTo>
                    <a:pt x="81" y="161"/>
                    <a:pt x="396" y="198"/>
                    <a:pt x="565" y="368"/>
                  </a:cubicBezTo>
                  <a:cubicBezTo>
                    <a:pt x="581" y="383"/>
                    <a:pt x="602" y="393"/>
                    <a:pt x="624" y="393"/>
                  </a:cubicBezTo>
                  <a:cubicBezTo>
                    <a:pt x="642" y="393"/>
                    <a:pt x="664" y="383"/>
                    <a:pt x="679" y="368"/>
                  </a:cubicBezTo>
                  <a:cubicBezTo>
                    <a:pt x="713" y="337"/>
                    <a:pt x="713" y="285"/>
                    <a:pt x="679" y="254"/>
                  </a:cubicBezTo>
                  <a:cubicBezTo>
                    <a:pt x="470" y="44"/>
                    <a:pt x="112" y="1"/>
                    <a:pt x="96" y="1"/>
                  </a:cubicBezTo>
                  <a:cubicBezTo>
                    <a:pt x="93" y="0"/>
                    <a:pt x="89" y="0"/>
                    <a:pt x="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3" name="Google Shape;2702;p28">
              <a:extLst>
                <a:ext uri="{FF2B5EF4-FFF2-40B4-BE49-F238E27FC236}">
                  <a16:creationId xmlns:a16="http://schemas.microsoft.com/office/drawing/2014/main" id="{61FD21C7-D035-D8BF-D665-95C448803962}"/>
                </a:ext>
              </a:extLst>
            </p:cNvPr>
            <p:cNvSpPr/>
            <p:nvPr/>
          </p:nvSpPr>
          <p:spPr>
            <a:xfrm>
              <a:off x="8409334" y="543434"/>
              <a:ext cx="26937" cy="14040"/>
            </a:xfrm>
            <a:custGeom>
              <a:avLst/>
              <a:gdLst/>
              <a:ahLst/>
              <a:cxnLst/>
              <a:rect l="l" t="t" r="r" b="b"/>
              <a:pathLst>
                <a:path w="754" h="393" extrusionOk="0">
                  <a:moveTo>
                    <a:pt x="113" y="1"/>
                  </a:moveTo>
                  <a:cubicBezTo>
                    <a:pt x="16" y="1"/>
                    <a:pt x="0" y="146"/>
                    <a:pt x="100" y="161"/>
                  </a:cubicBezTo>
                  <a:cubicBezTo>
                    <a:pt x="103" y="161"/>
                    <a:pt x="418" y="198"/>
                    <a:pt x="587" y="368"/>
                  </a:cubicBezTo>
                  <a:cubicBezTo>
                    <a:pt x="603" y="383"/>
                    <a:pt x="624" y="389"/>
                    <a:pt x="646" y="393"/>
                  </a:cubicBezTo>
                  <a:cubicBezTo>
                    <a:pt x="717" y="389"/>
                    <a:pt x="754" y="303"/>
                    <a:pt x="702" y="254"/>
                  </a:cubicBezTo>
                  <a:cubicBezTo>
                    <a:pt x="495" y="44"/>
                    <a:pt x="134" y="1"/>
                    <a:pt x="119" y="1"/>
                  </a:cubicBezTo>
                  <a:cubicBezTo>
                    <a:pt x="117" y="1"/>
                    <a:pt x="115" y="1"/>
                    <a:pt x="1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4" name="Google Shape;2703;p28">
              <a:extLst>
                <a:ext uri="{FF2B5EF4-FFF2-40B4-BE49-F238E27FC236}">
                  <a16:creationId xmlns:a16="http://schemas.microsoft.com/office/drawing/2014/main" id="{06DC14F6-4535-A98F-8951-2979BCD3194B}"/>
                </a:ext>
              </a:extLst>
            </p:cNvPr>
            <p:cNvSpPr/>
            <p:nvPr/>
          </p:nvSpPr>
          <p:spPr>
            <a:xfrm>
              <a:off x="8437772" y="532394"/>
              <a:ext cx="27259" cy="14076"/>
            </a:xfrm>
            <a:custGeom>
              <a:avLst/>
              <a:gdLst/>
              <a:ahLst/>
              <a:cxnLst/>
              <a:rect l="l" t="t" r="r" b="b"/>
              <a:pathLst>
                <a:path w="763" h="394" extrusionOk="0">
                  <a:moveTo>
                    <a:pt x="111" y="0"/>
                  </a:moveTo>
                  <a:cubicBezTo>
                    <a:pt x="12" y="0"/>
                    <a:pt x="1" y="156"/>
                    <a:pt x="109" y="162"/>
                  </a:cubicBezTo>
                  <a:cubicBezTo>
                    <a:pt x="112" y="162"/>
                    <a:pt x="427" y="199"/>
                    <a:pt x="596" y="368"/>
                  </a:cubicBezTo>
                  <a:cubicBezTo>
                    <a:pt x="612" y="384"/>
                    <a:pt x="633" y="393"/>
                    <a:pt x="655" y="393"/>
                  </a:cubicBezTo>
                  <a:cubicBezTo>
                    <a:pt x="726" y="390"/>
                    <a:pt x="763" y="304"/>
                    <a:pt x="711" y="254"/>
                  </a:cubicBezTo>
                  <a:cubicBezTo>
                    <a:pt x="501" y="45"/>
                    <a:pt x="143" y="1"/>
                    <a:pt x="128" y="1"/>
                  </a:cubicBezTo>
                  <a:cubicBezTo>
                    <a:pt x="122" y="0"/>
                    <a:pt x="116" y="0"/>
                    <a:pt x="11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5" name="Google Shape;2704;p28">
              <a:extLst>
                <a:ext uri="{FF2B5EF4-FFF2-40B4-BE49-F238E27FC236}">
                  <a16:creationId xmlns:a16="http://schemas.microsoft.com/office/drawing/2014/main" id="{AF502A24-97A5-5FB4-ADCC-4FBB4A748795}"/>
                </a:ext>
              </a:extLst>
            </p:cNvPr>
            <p:cNvSpPr/>
            <p:nvPr/>
          </p:nvSpPr>
          <p:spPr>
            <a:xfrm>
              <a:off x="8451741" y="554330"/>
              <a:ext cx="26973" cy="13933"/>
            </a:xfrm>
            <a:custGeom>
              <a:avLst/>
              <a:gdLst/>
              <a:ahLst/>
              <a:cxnLst/>
              <a:rect l="l" t="t" r="r" b="b"/>
              <a:pathLst>
                <a:path w="755" h="390" extrusionOk="0">
                  <a:moveTo>
                    <a:pt x="113" y="1"/>
                  </a:moveTo>
                  <a:cubicBezTo>
                    <a:pt x="14" y="1"/>
                    <a:pt x="1" y="146"/>
                    <a:pt x="101" y="162"/>
                  </a:cubicBezTo>
                  <a:cubicBezTo>
                    <a:pt x="104" y="162"/>
                    <a:pt x="418" y="199"/>
                    <a:pt x="588" y="368"/>
                  </a:cubicBezTo>
                  <a:cubicBezTo>
                    <a:pt x="603" y="384"/>
                    <a:pt x="625" y="390"/>
                    <a:pt x="646" y="390"/>
                  </a:cubicBezTo>
                  <a:cubicBezTo>
                    <a:pt x="717" y="390"/>
                    <a:pt x="754" y="303"/>
                    <a:pt x="702" y="254"/>
                  </a:cubicBezTo>
                  <a:cubicBezTo>
                    <a:pt x="495" y="44"/>
                    <a:pt x="135" y="1"/>
                    <a:pt x="119" y="1"/>
                  </a:cubicBezTo>
                  <a:cubicBezTo>
                    <a:pt x="117" y="1"/>
                    <a:pt x="115" y="1"/>
                    <a:pt x="1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6" name="Google Shape;2705;p28">
              <a:extLst>
                <a:ext uri="{FF2B5EF4-FFF2-40B4-BE49-F238E27FC236}">
                  <a16:creationId xmlns:a16="http://schemas.microsoft.com/office/drawing/2014/main" id="{D667274B-8FA5-3C99-BC91-2E86D02AD43D}"/>
                </a:ext>
              </a:extLst>
            </p:cNvPr>
            <p:cNvSpPr/>
            <p:nvPr/>
          </p:nvSpPr>
          <p:spPr>
            <a:xfrm>
              <a:off x="8637445" y="1011444"/>
              <a:ext cx="9289" cy="25365"/>
            </a:xfrm>
            <a:custGeom>
              <a:avLst/>
              <a:gdLst/>
              <a:ahLst/>
              <a:cxnLst/>
              <a:rect l="l" t="t" r="r" b="b"/>
              <a:pathLst>
                <a:path w="260" h="710" extrusionOk="0">
                  <a:moveTo>
                    <a:pt x="111" y="0"/>
                  </a:moveTo>
                  <a:cubicBezTo>
                    <a:pt x="59" y="0"/>
                    <a:pt x="7" y="49"/>
                    <a:pt x="32" y="111"/>
                  </a:cubicBezTo>
                  <a:cubicBezTo>
                    <a:pt x="93" y="268"/>
                    <a:pt x="90" y="444"/>
                    <a:pt x="19" y="595"/>
                  </a:cubicBezTo>
                  <a:cubicBezTo>
                    <a:pt x="1" y="635"/>
                    <a:pt x="19" y="684"/>
                    <a:pt x="63" y="703"/>
                  </a:cubicBezTo>
                  <a:cubicBezTo>
                    <a:pt x="72" y="706"/>
                    <a:pt x="84" y="709"/>
                    <a:pt x="93" y="709"/>
                  </a:cubicBezTo>
                  <a:cubicBezTo>
                    <a:pt x="127" y="709"/>
                    <a:pt x="155" y="691"/>
                    <a:pt x="167" y="660"/>
                  </a:cubicBezTo>
                  <a:cubicBezTo>
                    <a:pt x="254" y="465"/>
                    <a:pt x="260" y="243"/>
                    <a:pt x="180" y="43"/>
                  </a:cubicBezTo>
                  <a:cubicBezTo>
                    <a:pt x="163" y="13"/>
                    <a:pt x="137" y="0"/>
                    <a:pt x="11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7" name="Google Shape;2706;p28">
              <a:extLst>
                <a:ext uri="{FF2B5EF4-FFF2-40B4-BE49-F238E27FC236}">
                  <a16:creationId xmlns:a16="http://schemas.microsoft.com/office/drawing/2014/main" id="{9A0C25F3-C6D3-0685-462D-BFB0A026C1A7}"/>
                </a:ext>
              </a:extLst>
            </p:cNvPr>
            <p:cNvSpPr/>
            <p:nvPr/>
          </p:nvSpPr>
          <p:spPr>
            <a:xfrm>
              <a:off x="8618617" y="986507"/>
              <a:ext cx="9396" cy="25722"/>
            </a:xfrm>
            <a:custGeom>
              <a:avLst/>
              <a:gdLst/>
              <a:ahLst/>
              <a:cxnLst/>
              <a:rect l="l" t="t" r="r" b="b"/>
              <a:pathLst>
                <a:path w="263" h="720" extrusionOk="0">
                  <a:moveTo>
                    <a:pt x="110" y="0"/>
                  </a:moveTo>
                  <a:cubicBezTo>
                    <a:pt x="56" y="0"/>
                    <a:pt x="1" y="55"/>
                    <a:pt x="38" y="121"/>
                  </a:cubicBezTo>
                  <a:cubicBezTo>
                    <a:pt x="96" y="278"/>
                    <a:pt x="93" y="451"/>
                    <a:pt x="25" y="605"/>
                  </a:cubicBezTo>
                  <a:cubicBezTo>
                    <a:pt x="0" y="658"/>
                    <a:pt x="41" y="719"/>
                    <a:pt x="99" y="719"/>
                  </a:cubicBezTo>
                  <a:cubicBezTo>
                    <a:pt x="130" y="719"/>
                    <a:pt x="161" y="701"/>
                    <a:pt x="173" y="670"/>
                  </a:cubicBezTo>
                  <a:cubicBezTo>
                    <a:pt x="260" y="476"/>
                    <a:pt x="263" y="251"/>
                    <a:pt x="182" y="53"/>
                  </a:cubicBezTo>
                  <a:cubicBezTo>
                    <a:pt x="167" y="16"/>
                    <a:pt x="139" y="0"/>
                    <a:pt x="1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8" name="Google Shape;2707;p28">
              <a:extLst>
                <a:ext uri="{FF2B5EF4-FFF2-40B4-BE49-F238E27FC236}">
                  <a16:creationId xmlns:a16="http://schemas.microsoft.com/office/drawing/2014/main" id="{C32A40F3-9F2C-4426-805E-326C288828EC}"/>
                </a:ext>
              </a:extLst>
            </p:cNvPr>
            <p:cNvSpPr/>
            <p:nvPr/>
          </p:nvSpPr>
          <p:spPr>
            <a:xfrm>
              <a:off x="8211126" y="1324797"/>
              <a:ext cx="27437" cy="9074"/>
            </a:xfrm>
            <a:custGeom>
              <a:avLst/>
              <a:gdLst/>
              <a:ahLst/>
              <a:cxnLst/>
              <a:rect l="l" t="t" r="r" b="b"/>
              <a:pathLst>
                <a:path w="768" h="254" extrusionOk="0">
                  <a:moveTo>
                    <a:pt x="651" y="1"/>
                  </a:moveTo>
                  <a:cubicBezTo>
                    <a:pt x="637" y="1"/>
                    <a:pt x="623" y="4"/>
                    <a:pt x="608" y="13"/>
                  </a:cubicBezTo>
                  <a:cubicBezTo>
                    <a:pt x="515" y="66"/>
                    <a:pt x="411" y="93"/>
                    <a:pt x="304" y="93"/>
                  </a:cubicBezTo>
                  <a:cubicBezTo>
                    <a:pt x="245" y="93"/>
                    <a:pt x="186" y="85"/>
                    <a:pt x="127" y="68"/>
                  </a:cubicBezTo>
                  <a:cubicBezTo>
                    <a:pt x="119" y="65"/>
                    <a:pt x="112" y="63"/>
                    <a:pt x="104" y="63"/>
                  </a:cubicBezTo>
                  <a:cubicBezTo>
                    <a:pt x="35" y="63"/>
                    <a:pt x="0" y="209"/>
                    <a:pt x="84" y="223"/>
                  </a:cubicBezTo>
                  <a:cubicBezTo>
                    <a:pt x="155" y="241"/>
                    <a:pt x="229" y="253"/>
                    <a:pt x="303" y="253"/>
                  </a:cubicBezTo>
                  <a:cubicBezTo>
                    <a:pt x="442" y="253"/>
                    <a:pt x="578" y="216"/>
                    <a:pt x="698" y="148"/>
                  </a:cubicBezTo>
                  <a:cubicBezTo>
                    <a:pt x="768" y="99"/>
                    <a:pt x="720" y="1"/>
                    <a:pt x="65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9" name="Google Shape;2708;p28">
              <a:extLst>
                <a:ext uri="{FF2B5EF4-FFF2-40B4-BE49-F238E27FC236}">
                  <a16:creationId xmlns:a16="http://schemas.microsoft.com/office/drawing/2014/main" id="{DDEDECFD-DE44-1592-2015-BD75FDE73A46}"/>
                </a:ext>
              </a:extLst>
            </p:cNvPr>
            <p:cNvSpPr/>
            <p:nvPr/>
          </p:nvSpPr>
          <p:spPr>
            <a:xfrm>
              <a:off x="8235777" y="1308363"/>
              <a:ext cx="27366" cy="9074"/>
            </a:xfrm>
            <a:custGeom>
              <a:avLst/>
              <a:gdLst/>
              <a:ahLst/>
              <a:cxnLst/>
              <a:rect l="l" t="t" r="r" b="b"/>
              <a:pathLst>
                <a:path w="766" h="254" extrusionOk="0">
                  <a:moveTo>
                    <a:pt x="652" y="1"/>
                  </a:moveTo>
                  <a:cubicBezTo>
                    <a:pt x="639" y="1"/>
                    <a:pt x="624" y="5"/>
                    <a:pt x="609" y="13"/>
                  </a:cubicBezTo>
                  <a:cubicBezTo>
                    <a:pt x="513" y="65"/>
                    <a:pt x="406" y="93"/>
                    <a:pt x="299" y="93"/>
                  </a:cubicBezTo>
                  <a:cubicBezTo>
                    <a:pt x="242" y="93"/>
                    <a:pt x="184" y="85"/>
                    <a:pt x="128" y="69"/>
                  </a:cubicBezTo>
                  <a:cubicBezTo>
                    <a:pt x="120" y="65"/>
                    <a:pt x="112" y="64"/>
                    <a:pt x="105" y="64"/>
                  </a:cubicBezTo>
                  <a:cubicBezTo>
                    <a:pt x="34" y="64"/>
                    <a:pt x="1" y="209"/>
                    <a:pt x="82" y="223"/>
                  </a:cubicBezTo>
                  <a:cubicBezTo>
                    <a:pt x="153" y="241"/>
                    <a:pt x="227" y="254"/>
                    <a:pt x="301" y="254"/>
                  </a:cubicBezTo>
                  <a:cubicBezTo>
                    <a:pt x="440" y="254"/>
                    <a:pt x="575" y="217"/>
                    <a:pt x="696" y="149"/>
                  </a:cubicBezTo>
                  <a:cubicBezTo>
                    <a:pt x="765" y="97"/>
                    <a:pt x="721" y="1"/>
                    <a:pt x="6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0" name="Google Shape;2709;p28">
              <a:extLst>
                <a:ext uri="{FF2B5EF4-FFF2-40B4-BE49-F238E27FC236}">
                  <a16:creationId xmlns:a16="http://schemas.microsoft.com/office/drawing/2014/main" id="{04361688-BE42-A7D8-34BB-ADAE0FAF6CB9}"/>
                </a:ext>
              </a:extLst>
            </p:cNvPr>
            <p:cNvSpPr/>
            <p:nvPr/>
          </p:nvSpPr>
          <p:spPr>
            <a:xfrm>
              <a:off x="8252175" y="1324797"/>
              <a:ext cx="27473" cy="9074"/>
            </a:xfrm>
            <a:custGeom>
              <a:avLst/>
              <a:gdLst/>
              <a:ahLst/>
              <a:cxnLst/>
              <a:rect l="l" t="t" r="r" b="b"/>
              <a:pathLst>
                <a:path w="769" h="254" extrusionOk="0">
                  <a:moveTo>
                    <a:pt x="652" y="1"/>
                  </a:moveTo>
                  <a:cubicBezTo>
                    <a:pt x="639" y="1"/>
                    <a:pt x="624" y="4"/>
                    <a:pt x="610" y="13"/>
                  </a:cubicBezTo>
                  <a:cubicBezTo>
                    <a:pt x="515" y="66"/>
                    <a:pt x="409" y="93"/>
                    <a:pt x="304" y="93"/>
                  </a:cubicBezTo>
                  <a:cubicBezTo>
                    <a:pt x="245" y="93"/>
                    <a:pt x="186" y="85"/>
                    <a:pt x="129" y="68"/>
                  </a:cubicBezTo>
                  <a:cubicBezTo>
                    <a:pt x="123" y="67"/>
                    <a:pt x="118" y="67"/>
                    <a:pt x="113" y="67"/>
                  </a:cubicBezTo>
                  <a:cubicBezTo>
                    <a:pt x="29" y="67"/>
                    <a:pt x="1" y="185"/>
                    <a:pt x="82" y="223"/>
                  </a:cubicBezTo>
                  <a:cubicBezTo>
                    <a:pt x="153" y="241"/>
                    <a:pt x="227" y="253"/>
                    <a:pt x="301" y="253"/>
                  </a:cubicBezTo>
                  <a:cubicBezTo>
                    <a:pt x="440" y="253"/>
                    <a:pt x="576" y="216"/>
                    <a:pt x="696" y="148"/>
                  </a:cubicBezTo>
                  <a:cubicBezTo>
                    <a:pt x="769" y="99"/>
                    <a:pt x="722" y="1"/>
                    <a:pt x="6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1" name="Google Shape;2710;p28">
              <a:extLst>
                <a:ext uri="{FF2B5EF4-FFF2-40B4-BE49-F238E27FC236}">
                  <a16:creationId xmlns:a16="http://schemas.microsoft.com/office/drawing/2014/main" id="{DC8B72FF-6F3A-4DAC-952D-9BDD8FD8C9CB}"/>
                </a:ext>
              </a:extLst>
            </p:cNvPr>
            <p:cNvSpPr/>
            <p:nvPr/>
          </p:nvSpPr>
          <p:spPr>
            <a:xfrm>
              <a:off x="8271861" y="1298788"/>
              <a:ext cx="26973" cy="9074"/>
            </a:xfrm>
            <a:custGeom>
              <a:avLst/>
              <a:gdLst/>
              <a:ahLst/>
              <a:cxnLst/>
              <a:rect l="l" t="t" r="r" b="b"/>
              <a:pathLst>
                <a:path w="755" h="254" extrusionOk="0">
                  <a:moveTo>
                    <a:pt x="638" y="1"/>
                  </a:moveTo>
                  <a:cubicBezTo>
                    <a:pt x="624" y="1"/>
                    <a:pt x="610" y="4"/>
                    <a:pt x="596" y="13"/>
                  </a:cubicBezTo>
                  <a:cubicBezTo>
                    <a:pt x="500" y="66"/>
                    <a:pt x="395" y="93"/>
                    <a:pt x="289" y="93"/>
                  </a:cubicBezTo>
                  <a:cubicBezTo>
                    <a:pt x="230" y="93"/>
                    <a:pt x="172" y="85"/>
                    <a:pt x="114" y="68"/>
                  </a:cubicBezTo>
                  <a:cubicBezTo>
                    <a:pt x="106" y="65"/>
                    <a:pt x="97" y="64"/>
                    <a:pt x="88" y="64"/>
                  </a:cubicBezTo>
                  <a:cubicBezTo>
                    <a:pt x="54" y="64"/>
                    <a:pt x="22" y="86"/>
                    <a:pt x="13" y="121"/>
                  </a:cubicBezTo>
                  <a:cubicBezTo>
                    <a:pt x="0" y="164"/>
                    <a:pt x="25" y="210"/>
                    <a:pt x="68" y="223"/>
                  </a:cubicBezTo>
                  <a:cubicBezTo>
                    <a:pt x="139" y="241"/>
                    <a:pt x="213" y="253"/>
                    <a:pt x="287" y="253"/>
                  </a:cubicBezTo>
                  <a:cubicBezTo>
                    <a:pt x="426" y="253"/>
                    <a:pt x="562" y="216"/>
                    <a:pt x="682" y="149"/>
                  </a:cubicBezTo>
                  <a:cubicBezTo>
                    <a:pt x="754" y="100"/>
                    <a:pt x="708" y="1"/>
                    <a:pt x="6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2" name="Google Shape;2711;p28">
              <a:extLst>
                <a:ext uri="{FF2B5EF4-FFF2-40B4-BE49-F238E27FC236}">
                  <a16:creationId xmlns:a16="http://schemas.microsoft.com/office/drawing/2014/main" id="{E1941E34-59EF-B2CD-3074-53D821DB2D4E}"/>
                </a:ext>
              </a:extLst>
            </p:cNvPr>
            <p:cNvSpPr/>
            <p:nvPr/>
          </p:nvSpPr>
          <p:spPr>
            <a:xfrm>
              <a:off x="8290474" y="1324797"/>
              <a:ext cx="27437" cy="9074"/>
            </a:xfrm>
            <a:custGeom>
              <a:avLst/>
              <a:gdLst/>
              <a:ahLst/>
              <a:cxnLst/>
              <a:rect l="l" t="t" r="r" b="b"/>
              <a:pathLst>
                <a:path w="768" h="254" extrusionOk="0">
                  <a:moveTo>
                    <a:pt x="652" y="1"/>
                  </a:moveTo>
                  <a:cubicBezTo>
                    <a:pt x="638" y="1"/>
                    <a:pt x="623" y="4"/>
                    <a:pt x="608" y="13"/>
                  </a:cubicBezTo>
                  <a:cubicBezTo>
                    <a:pt x="515" y="66"/>
                    <a:pt x="410" y="93"/>
                    <a:pt x="304" y="93"/>
                  </a:cubicBezTo>
                  <a:cubicBezTo>
                    <a:pt x="245" y="93"/>
                    <a:pt x="185" y="85"/>
                    <a:pt x="127" y="68"/>
                  </a:cubicBezTo>
                  <a:cubicBezTo>
                    <a:pt x="119" y="65"/>
                    <a:pt x="111" y="63"/>
                    <a:pt x="104" y="63"/>
                  </a:cubicBezTo>
                  <a:cubicBezTo>
                    <a:pt x="35" y="63"/>
                    <a:pt x="0" y="209"/>
                    <a:pt x="84" y="223"/>
                  </a:cubicBezTo>
                  <a:cubicBezTo>
                    <a:pt x="155" y="241"/>
                    <a:pt x="229" y="253"/>
                    <a:pt x="303" y="253"/>
                  </a:cubicBezTo>
                  <a:cubicBezTo>
                    <a:pt x="442" y="253"/>
                    <a:pt x="577" y="216"/>
                    <a:pt x="698" y="148"/>
                  </a:cubicBezTo>
                  <a:cubicBezTo>
                    <a:pt x="767" y="99"/>
                    <a:pt x="722" y="1"/>
                    <a:pt x="6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3" name="Google Shape;2712;p28">
              <a:extLst>
                <a:ext uri="{FF2B5EF4-FFF2-40B4-BE49-F238E27FC236}">
                  <a16:creationId xmlns:a16="http://schemas.microsoft.com/office/drawing/2014/main" id="{7EDB3593-6F2B-1518-21CE-3C05BB5C4129}"/>
                </a:ext>
              </a:extLst>
            </p:cNvPr>
            <p:cNvSpPr/>
            <p:nvPr/>
          </p:nvSpPr>
          <p:spPr>
            <a:xfrm>
              <a:off x="8308122" y="1306934"/>
              <a:ext cx="27616" cy="9074"/>
            </a:xfrm>
            <a:custGeom>
              <a:avLst/>
              <a:gdLst/>
              <a:ahLst/>
              <a:cxnLst/>
              <a:rect l="l" t="t" r="r" b="b"/>
              <a:pathLst>
                <a:path w="773" h="254" extrusionOk="0">
                  <a:moveTo>
                    <a:pt x="656" y="1"/>
                  </a:moveTo>
                  <a:cubicBezTo>
                    <a:pt x="643" y="1"/>
                    <a:pt x="628" y="5"/>
                    <a:pt x="614" y="13"/>
                  </a:cubicBezTo>
                  <a:cubicBezTo>
                    <a:pt x="519" y="67"/>
                    <a:pt x="413" y="93"/>
                    <a:pt x="307" y="93"/>
                  </a:cubicBezTo>
                  <a:cubicBezTo>
                    <a:pt x="249" y="93"/>
                    <a:pt x="190" y="85"/>
                    <a:pt x="133" y="69"/>
                  </a:cubicBezTo>
                  <a:cubicBezTo>
                    <a:pt x="126" y="67"/>
                    <a:pt x="119" y="66"/>
                    <a:pt x="113" y="66"/>
                  </a:cubicBezTo>
                  <a:cubicBezTo>
                    <a:pt x="29" y="66"/>
                    <a:pt x="0" y="191"/>
                    <a:pt x="86" y="223"/>
                  </a:cubicBezTo>
                  <a:cubicBezTo>
                    <a:pt x="157" y="244"/>
                    <a:pt x="231" y="254"/>
                    <a:pt x="305" y="254"/>
                  </a:cubicBezTo>
                  <a:cubicBezTo>
                    <a:pt x="311" y="254"/>
                    <a:pt x="316" y="254"/>
                    <a:pt x="321" y="254"/>
                  </a:cubicBezTo>
                  <a:cubicBezTo>
                    <a:pt x="455" y="254"/>
                    <a:pt x="584" y="217"/>
                    <a:pt x="700" y="152"/>
                  </a:cubicBezTo>
                  <a:cubicBezTo>
                    <a:pt x="772" y="100"/>
                    <a:pt x="726" y="1"/>
                    <a:pt x="6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4" name="Google Shape;2713;p28">
              <a:extLst>
                <a:ext uri="{FF2B5EF4-FFF2-40B4-BE49-F238E27FC236}">
                  <a16:creationId xmlns:a16="http://schemas.microsoft.com/office/drawing/2014/main" id="{54A08695-54FF-EEAB-55AD-201171A5049A}"/>
                </a:ext>
              </a:extLst>
            </p:cNvPr>
            <p:cNvSpPr/>
            <p:nvPr/>
          </p:nvSpPr>
          <p:spPr>
            <a:xfrm>
              <a:off x="7798777" y="1323261"/>
              <a:ext cx="25079" cy="13897"/>
            </a:xfrm>
            <a:custGeom>
              <a:avLst/>
              <a:gdLst/>
              <a:ahLst/>
              <a:cxnLst/>
              <a:rect l="l" t="t" r="r" b="b"/>
              <a:pathLst>
                <a:path w="702" h="389" extrusionOk="0">
                  <a:moveTo>
                    <a:pt x="116" y="0"/>
                  </a:moveTo>
                  <a:cubicBezTo>
                    <a:pt x="54" y="0"/>
                    <a:pt x="1" y="78"/>
                    <a:pt x="57" y="139"/>
                  </a:cubicBezTo>
                  <a:cubicBezTo>
                    <a:pt x="202" y="293"/>
                    <a:pt x="402" y="383"/>
                    <a:pt x="612" y="389"/>
                  </a:cubicBezTo>
                  <a:lnTo>
                    <a:pt x="624" y="389"/>
                  </a:lnTo>
                  <a:cubicBezTo>
                    <a:pt x="668" y="386"/>
                    <a:pt x="702" y="349"/>
                    <a:pt x="702" y="303"/>
                  </a:cubicBezTo>
                  <a:cubicBezTo>
                    <a:pt x="698" y="259"/>
                    <a:pt x="661" y="225"/>
                    <a:pt x="615" y="225"/>
                  </a:cubicBezTo>
                  <a:cubicBezTo>
                    <a:pt x="449" y="222"/>
                    <a:pt x="288" y="151"/>
                    <a:pt x="174" y="28"/>
                  </a:cubicBezTo>
                  <a:cubicBezTo>
                    <a:pt x="156" y="8"/>
                    <a:pt x="135" y="0"/>
                    <a:pt x="1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5" name="Google Shape;2714;p28">
              <a:extLst>
                <a:ext uri="{FF2B5EF4-FFF2-40B4-BE49-F238E27FC236}">
                  <a16:creationId xmlns:a16="http://schemas.microsoft.com/office/drawing/2014/main" id="{E45B27BD-4B78-7089-4DE2-32065BC27091}"/>
                </a:ext>
              </a:extLst>
            </p:cNvPr>
            <p:cNvSpPr/>
            <p:nvPr/>
          </p:nvSpPr>
          <p:spPr>
            <a:xfrm>
              <a:off x="7774126" y="1304076"/>
              <a:ext cx="25937" cy="13933"/>
            </a:xfrm>
            <a:custGeom>
              <a:avLst/>
              <a:gdLst/>
              <a:ahLst/>
              <a:cxnLst/>
              <a:rect l="l" t="t" r="r" b="b"/>
              <a:pathLst>
                <a:path w="726" h="390" extrusionOk="0">
                  <a:moveTo>
                    <a:pt x="117" y="1"/>
                  </a:moveTo>
                  <a:cubicBezTo>
                    <a:pt x="55" y="1"/>
                    <a:pt x="0" y="79"/>
                    <a:pt x="56" y="139"/>
                  </a:cubicBezTo>
                  <a:cubicBezTo>
                    <a:pt x="201" y="294"/>
                    <a:pt x="401" y="383"/>
                    <a:pt x="614" y="389"/>
                  </a:cubicBezTo>
                  <a:lnTo>
                    <a:pt x="624" y="389"/>
                  </a:lnTo>
                  <a:cubicBezTo>
                    <a:pt x="725" y="380"/>
                    <a:pt x="719" y="229"/>
                    <a:pt x="617" y="229"/>
                  </a:cubicBezTo>
                  <a:cubicBezTo>
                    <a:pt x="448" y="223"/>
                    <a:pt x="290" y="152"/>
                    <a:pt x="176" y="28"/>
                  </a:cubicBezTo>
                  <a:cubicBezTo>
                    <a:pt x="158" y="9"/>
                    <a:pt x="137" y="1"/>
                    <a:pt x="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6" name="Google Shape;2715;p28">
              <a:extLst>
                <a:ext uri="{FF2B5EF4-FFF2-40B4-BE49-F238E27FC236}">
                  <a16:creationId xmlns:a16="http://schemas.microsoft.com/office/drawing/2014/main" id="{55C34C86-D769-6A4D-F557-C33019DA3D9E}"/>
                </a:ext>
              </a:extLst>
            </p:cNvPr>
            <p:cNvSpPr/>
            <p:nvPr/>
          </p:nvSpPr>
          <p:spPr>
            <a:xfrm>
              <a:off x="7765945" y="1319188"/>
              <a:ext cx="25079" cy="13897"/>
            </a:xfrm>
            <a:custGeom>
              <a:avLst/>
              <a:gdLst/>
              <a:ahLst/>
              <a:cxnLst/>
              <a:rect l="l" t="t" r="r" b="b"/>
              <a:pathLst>
                <a:path w="702" h="389" extrusionOk="0">
                  <a:moveTo>
                    <a:pt x="115" y="0"/>
                  </a:moveTo>
                  <a:cubicBezTo>
                    <a:pt x="54" y="0"/>
                    <a:pt x="1" y="78"/>
                    <a:pt x="57" y="139"/>
                  </a:cubicBezTo>
                  <a:cubicBezTo>
                    <a:pt x="202" y="290"/>
                    <a:pt x="402" y="383"/>
                    <a:pt x="612" y="389"/>
                  </a:cubicBezTo>
                  <a:lnTo>
                    <a:pt x="621" y="386"/>
                  </a:lnTo>
                  <a:cubicBezTo>
                    <a:pt x="667" y="386"/>
                    <a:pt x="701" y="349"/>
                    <a:pt x="698" y="302"/>
                  </a:cubicBezTo>
                  <a:cubicBezTo>
                    <a:pt x="698" y="261"/>
                    <a:pt x="664" y="225"/>
                    <a:pt x="620" y="225"/>
                  </a:cubicBezTo>
                  <a:cubicBezTo>
                    <a:pt x="619" y="225"/>
                    <a:pt x="617" y="225"/>
                    <a:pt x="615" y="225"/>
                  </a:cubicBezTo>
                  <a:cubicBezTo>
                    <a:pt x="448" y="222"/>
                    <a:pt x="288" y="148"/>
                    <a:pt x="174" y="28"/>
                  </a:cubicBezTo>
                  <a:cubicBezTo>
                    <a:pt x="156" y="8"/>
                    <a:pt x="135" y="0"/>
                    <a:pt x="1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7" name="Google Shape;2716;p28">
              <a:extLst>
                <a:ext uri="{FF2B5EF4-FFF2-40B4-BE49-F238E27FC236}">
                  <a16:creationId xmlns:a16="http://schemas.microsoft.com/office/drawing/2014/main" id="{C168D723-1B72-5FFD-7D54-88606C138733}"/>
                </a:ext>
              </a:extLst>
            </p:cNvPr>
            <p:cNvSpPr/>
            <p:nvPr/>
          </p:nvSpPr>
          <p:spPr>
            <a:xfrm>
              <a:off x="7704246" y="1290321"/>
              <a:ext cx="26401" cy="14004"/>
            </a:xfrm>
            <a:custGeom>
              <a:avLst/>
              <a:gdLst/>
              <a:ahLst/>
              <a:cxnLst/>
              <a:rect l="l" t="t" r="r" b="b"/>
              <a:pathLst>
                <a:path w="739" h="392" extrusionOk="0">
                  <a:moveTo>
                    <a:pt x="119" y="1"/>
                  </a:moveTo>
                  <a:cubicBezTo>
                    <a:pt x="56" y="1"/>
                    <a:pt x="0" y="82"/>
                    <a:pt x="63" y="142"/>
                  </a:cubicBezTo>
                  <a:cubicBezTo>
                    <a:pt x="205" y="296"/>
                    <a:pt x="405" y="386"/>
                    <a:pt x="618" y="392"/>
                  </a:cubicBezTo>
                  <a:lnTo>
                    <a:pt x="627" y="392"/>
                  </a:lnTo>
                  <a:cubicBezTo>
                    <a:pt x="628" y="392"/>
                    <a:pt x="629" y="392"/>
                    <a:pt x="630" y="392"/>
                  </a:cubicBezTo>
                  <a:cubicBezTo>
                    <a:pt x="738" y="392"/>
                    <a:pt x="734" y="228"/>
                    <a:pt x="630" y="228"/>
                  </a:cubicBezTo>
                  <a:cubicBezTo>
                    <a:pt x="627" y="228"/>
                    <a:pt x="624" y="228"/>
                    <a:pt x="621" y="228"/>
                  </a:cubicBezTo>
                  <a:cubicBezTo>
                    <a:pt x="451" y="225"/>
                    <a:pt x="294" y="154"/>
                    <a:pt x="180" y="31"/>
                  </a:cubicBezTo>
                  <a:cubicBezTo>
                    <a:pt x="162" y="9"/>
                    <a:pt x="140" y="1"/>
                    <a:pt x="11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8" name="Google Shape;2717;p28">
              <a:extLst>
                <a:ext uri="{FF2B5EF4-FFF2-40B4-BE49-F238E27FC236}">
                  <a16:creationId xmlns:a16="http://schemas.microsoft.com/office/drawing/2014/main" id="{37A3D003-3192-9D96-3EC9-59408FA94CCC}"/>
                </a:ext>
              </a:extLst>
            </p:cNvPr>
            <p:cNvSpPr/>
            <p:nvPr/>
          </p:nvSpPr>
          <p:spPr>
            <a:xfrm>
              <a:off x="7684525" y="780226"/>
              <a:ext cx="24293" cy="13719"/>
            </a:xfrm>
            <a:custGeom>
              <a:avLst/>
              <a:gdLst/>
              <a:ahLst/>
              <a:cxnLst/>
              <a:rect l="l" t="t" r="r" b="b"/>
              <a:pathLst>
                <a:path w="680" h="384" extrusionOk="0">
                  <a:moveTo>
                    <a:pt x="599" y="1"/>
                  </a:moveTo>
                  <a:cubicBezTo>
                    <a:pt x="383" y="4"/>
                    <a:pt x="180" y="93"/>
                    <a:pt x="32" y="248"/>
                  </a:cubicBezTo>
                  <a:cubicBezTo>
                    <a:pt x="1" y="282"/>
                    <a:pt x="7" y="334"/>
                    <a:pt x="41" y="365"/>
                  </a:cubicBezTo>
                  <a:cubicBezTo>
                    <a:pt x="56" y="377"/>
                    <a:pt x="75" y="383"/>
                    <a:pt x="94" y="383"/>
                  </a:cubicBezTo>
                  <a:cubicBezTo>
                    <a:pt x="118" y="383"/>
                    <a:pt x="140" y="371"/>
                    <a:pt x="155" y="353"/>
                  </a:cubicBezTo>
                  <a:cubicBezTo>
                    <a:pt x="272" y="232"/>
                    <a:pt x="433" y="164"/>
                    <a:pt x="599" y="161"/>
                  </a:cubicBezTo>
                  <a:cubicBezTo>
                    <a:pt x="646" y="161"/>
                    <a:pt x="680" y="124"/>
                    <a:pt x="680" y="81"/>
                  </a:cubicBezTo>
                  <a:cubicBezTo>
                    <a:pt x="680" y="35"/>
                    <a:pt x="643" y="1"/>
                    <a:pt x="5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9" name="Google Shape;2718;p28">
              <a:extLst>
                <a:ext uri="{FF2B5EF4-FFF2-40B4-BE49-F238E27FC236}">
                  <a16:creationId xmlns:a16="http://schemas.microsoft.com/office/drawing/2014/main" id="{7E275BF9-5F75-79E6-CFD7-F5F5DC22BDDF}"/>
                </a:ext>
              </a:extLst>
            </p:cNvPr>
            <p:cNvSpPr/>
            <p:nvPr/>
          </p:nvSpPr>
          <p:spPr>
            <a:xfrm>
              <a:off x="7705032" y="794980"/>
              <a:ext cx="25830" cy="11647"/>
            </a:xfrm>
            <a:custGeom>
              <a:avLst/>
              <a:gdLst/>
              <a:ahLst/>
              <a:cxnLst/>
              <a:rect l="l" t="t" r="r" b="b"/>
              <a:pathLst>
                <a:path w="723" h="326" extrusionOk="0">
                  <a:moveTo>
                    <a:pt x="565" y="0"/>
                  </a:moveTo>
                  <a:cubicBezTo>
                    <a:pt x="380" y="0"/>
                    <a:pt x="199" y="65"/>
                    <a:pt x="56" y="186"/>
                  </a:cubicBezTo>
                  <a:cubicBezTo>
                    <a:pt x="1" y="236"/>
                    <a:pt x="38" y="325"/>
                    <a:pt x="112" y="325"/>
                  </a:cubicBezTo>
                  <a:cubicBezTo>
                    <a:pt x="130" y="325"/>
                    <a:pt x="152" y="319"/>
                    <a:pt x="167" y="303"/>
                  </a:cubicBezTo>
                  <a:cubicBezTo>
                    <a:pt x="280" y="213"/>
                    <a:pt x="420" y="161"/>
                    <a:pt x="564" y="161"/>
                  </a:cubicBezTo>
                  <a:cubicBezTo>
                    <a:pt x="586" y="161"/>
                    <a:pt x="608" y="162"/>
                    <a:pt x="630" y="165"/>
                  </a:cubicBezTo>
                  <a:cubicBezTo>
                    <a:pt x="632" y="165"/>
                    <a:pt x="634" y="165"/>
                    <a:pt x="636" y="165"/>
                  </a:cubicBezTo>
                  <a:cubicBezTo>
                    <a:pt x="677" y="165"/>
                    <a:pt x="713" y="135"/>
                    <a:pt x="719" y="94"/>
                  </a:cubicBezTo>
                  <a:cubicBezTo>
                    <a:pt x="722" y="47"/>
                    <a:pt x="692" y="7"/>
                    <a:pt x="645" y="4"/>
                  </a:cubicBezTo>
                  <a:cubicBezTo>
                    <a:pt x="618" y="2"/>
                    <a:pt x="592" y="0"/>
                    <a:pt x="5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0" name="Google Shape;2719;p28">
              <a:extLst>
                <a:ext uri="{FF2B5EF4-FFF2-40B4-BE49-F238E27FC236}">
                  <a16:creationId xmlns:a16="http://schemas.microsoft.com/office/drawing/2014/main" id="{14A5CE63-AD5E-2EF2-BF5F-E20866C7F948}"/>
                </a:ext>
              </a:extLst>
            </p:cNvPr>
            <p:cNvSpPr/>
            <p:nvPr/>
          </p:nvSpPr>
          <p:spPr>
            <a:xfrm>
              <a:off x="7666805" y="808628"/>
              <a:ext cx="25722" cy="11647"/>
            </a:xfrm>
            <a:custGeom>
              <a:avLst/>
              <a:gdLst/>
              <a:ahLst/>
              <a:cxnLst/>
              <a:rect l="l" t="t" r="r" b="b"/>
              <a:pathLst>
                <a:path w="720" h="326" extrusionOk="0">
                  <a:moveTo>
                    <a:pt x="564" y="1"/>
                  </a:moveTo>
                  <a:cubicBezTo>
                    <a:pt x="376" y="1"/>
                    <a:pt x="196" y="65"/>
                    <a:pt x="53" y="187"/>
                  </a:cubicBezTo>
                  <a:cubicBezTo>
                    <a:pt x="0" y="236"/>
                    <a:pt x="34" y="326"/>
                    <a:pt x="108" y="326"/>
                  </a:cubicBezTo>
                  <a:cubicBezTo>
                    <a:pt x="130" y="326"/>
                    <a:pt x="148" y="319"/>
                    <a:pt x="164" y="304"/>
                  </a:cubicBezTo>
                  <a:cubicBezTo>
                    <a:pt x="276" y="213"/>
                    <a:pt x="416" y="161"/>
                    <a:pt x="560" y="161"/>
                  </a:cubicBezTo>
                  <a:cubicBezTo>
                    <a:pt x="582" y="161"/>
                    <a:pt x="604" y="163"/>
                    <a:pt x="627" y="165"/>
                  </a:cubicBezTo>
                  <a:cubicBezTo>
                    <a:pt x="629" y="165"/>
                    <a:pt x="630" y="165"/>
                    <a:pt x="632" y="165"/>
                  </a:cubicBezTo>
                  <a:cubicBezTo>
                    <a:pt x="673" y="165"/>
                    <a:pt x="710" y="135"/>
                    <a:pt x="716" y="94"/>
                  </a:cubicBezTo>
                  <a:cubicBezTo>
                    <a:pt x="719" y="48"/>
                    <a:pt x="688" y="11"/>
                    <a:pt x="645" y="5"/>
                  </a:cubicBezTo>
                  <a:cubicBezTo>
                    <a:pt x="618" y="2"/>
                    <a:pt x="591" y="1"/>
                    <a:pt x="5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1" name="Google Shape;2720;p28">
              <a:extLst>
                <a:ext uri="{FF2B5EF4-FFF2-40B4-BE49-F238E27FC236}">
                  <a16:creationId xmlns:a16="http://schemas.microsoft.com/office/drawing/2014/main" id="{01711BE3-BB8F-D0FC-0471-38E95CCFAA58}"/>
                </a:ext>
              </a:extLst>
            </p:cNvPr>
            <p:cNvSpPr/>
            <p:nvPr/>
          </p:nvSpPr>
          <p:spPr>
            <a:xfrm>
              <a:off x="7631865" y="815451"/>
              <a:ext cx="25151" cy="11647"/>
            </a:xfrm>
            <a:custGeom>
              <a:avLst/>
              <a:gdLst/>
              <a:ahLst/>
              <a:cxnLst/>
              <a:rect l="l" t="t" r="r" b="b"/>
              <a:pathLst>
                <a:path w="704" h="326" extrusionOk="0">
                  <a:moveTo>
                    <a:pt x="546" y="1"/>
                  </a:moveTo>
                  <a:cubicBezTo>
                    <a:pt x="361" y="1"/>
                    <a:pt x="180" y="66"/>
                    <a:pt x="35" y="187"/>
                  </a:cubicBezTo>
                  <a:cubicBezTo>
                    <a:pt x="4" y="218"/>
                    <a:pt x="1" y="267"/>
                    <a:pt x="32" y="301"/>
                  </a:cubicBezTo>
                  <a:cubicBezTo>
                    <a:pt x="47" y="317"/>
                    <a:pt x="69" y="326"/>
                    <a:pt x="90" y="326"/>
                  </a:cubicBezTo>
                  <a:cubicBezTo>
                    <a:pt x="112" y="326"/>
                    <a:pt x="130" y="320"/>
                    <a:pt x="146" y="307"/>
                  </a:cubicBezTo>
                  <a:cubicBezTo>
                    <a:pt x="258" y="214"/>
                    <a:pt x="398" y="162"/>
                    <a:pt x="542" y="162"/>
                  </a:cubicBezTo>
                  <a:cubicBezTo>
                    <a:pt x="564" y="162"/>
                    <a:pt x="586" y="163"/>
                    <a:pt x="608" y="165"/>
                  </a:cubicBezTo>
                  <a:cubicBezTo>
                    <a:pt x="610" y="166"/>
                    <a:pt x="613" y="166"/>
                    <a:pt x="615" y="166"/>
                  </a:cubicBezTo>
                  <a:cubicBezTo>
                    <a:pt x="658" y="166"/>
                    <a:pt x="692" y="136"/>
                    <a:pt x="698" y="94"/>
                  </a:cubicBezTo>
                  <a:cubicBezTo>
                    <a:pt x="704" y="48"/>
                    <a:pt x="670" y="11"/>
                    <a:pt x="627" y="5"/>
                  </a:cubicBezTo>
                  <a:cubicBezTo>
                    <a:pt x="600" y="2"/>
                    <a:pt x="573" y="1"/>
                    <a:pt x="5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2" name="Google Shape;2721;p28">
              <a:extLst>
                <a:ext uri="{FF2B5EF4-FFF2-40B4-BE49-F238E27FC236}">
                  <a16:creationId xmlns:a16="http://schemas.microsoft.com/office/drawing/2014/main" id="{4E2684BB-D357-4177-3229-C095F236D958}"/>
                </a:ext>
              </a:extLst>
            </p:cNvPr>
            <p:cNvSpPr/>
            <p:nvPr/>
          </p:nvSpPr>
          <p:spPr>
            <a:xfrm>
              <a:off x="7648406" y="792122"/>
              <a:ext cx="25329" cy="14612"/>
            </a:xfrm>
            <a:custGeom>
              <a:avLst/>
              <a:gdLst/>
              <a:ahLst/>
              <a:cxnLst/>
              <a:rect l="l" t="t" r="r" b="b"/>
              <a:pathLst>
                <a:path w="709" h="409" extrusionOk="0">
                  <a:moveTo>
                    <a:pt x="599" y="1"/>
                  </a:moveTo>
                  <a:cubicBezTo>
                    <a:pt x="598" y="1"/>
                    <a:pt x="597" y="1"/>
                    <a:pt x="596" y="1"/>
                  </a:cubicBezTo>
                  <a:cubicBezTo>
                    <a:pt x="383" y="16"/>
                    <a:pt x="182" y="115"/>
                    <a:pt x="44" y="279"/>
                  </a:cubicBezTo>
                  <a:cubicBezTo>
                    <a:pt x="0" y="331"/>
                    <a:pt x="40" y="408"/>
                    <a:pt x="108" y="408"/>
                  </a:cubicBezTo>
                  <a:cubicBezTo>
                    <a:pt x="133" y="408"/>
                    <a:pt x="155" y="396"/>
                    <a:pt x="170" y="377"/>
                  </a:cubicBezTo>
                  <a:cubicBezTo>
                    <a:pt x="281" y="251"/>
                    <a:pt x="438" y="174"/>
                    <a:pt x="605" y="165"/>
                  </a:cubicBezTo>
                  <a:cubicBezTo>
                    <a:pt x="709" y="155"/>
                    <a:pt x="701" y="1"/>
                    <a:pt x="5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3" name="Google Shape;2722;p28">
              <a:extLst>
                <a:ext uri="{FF2B5EF4-FFF2-40B4-BE49-F238E27FC236}">
                  <a16:creationId xmlns:a16="http://schemas.microsoft.com/office/drawing/2014/main" id="{AA596F22-F7FA-9322-B47B-7B6CEB0FA95C}"/>
                </a:ext>
              </a:extLst>
            </p:cNvPr>
            <p:cNvSpPr/>
            <p:nvPr/>
          </p:nvSpPr>
          <p:spPr>
            <a:xfrm>
              <a:off x="7723895" y="778118"/>
              <a:ext cx="28116" cy="8431"/>
            </a:xfrm>
            <a:custGeom>
              <a:avLst/>
              <a:gdLst/>
              <a:ahLst/>
              <a:cxnLst/>
              <a:rect l="l" t="t" r="r" b="b"/>
              <a:pathLst>
                <a:path w="787" h="236" extrusionOk="0">
                  <a:moveTo>
                    <a:pt x="429" y="0"/>
                  </a:moveTo>
                  <a:cubicBezTo>
                    <a:pt x="307" y="0"/>
                    <a:pt x="184" y="29"/>
                    <a:pt x="71" y="85"/>
                  </a:cubicBezTo>
                  <a:cubicBezTo>
                    <a:pt x="0" y="125"/>
                    <a:pt x="28" y="233"/>
                    <a:pt x="111" y="236"/>
                  </a:cubicBezTo>
                  <a:cubicBezTo>
                    <a:pt x="127" y="236"/>
                    <a:pt x="139" y="233"/>
                    <a:pt x="151" y="223"/>
                  </a:cubicBezTo>
                  <a:cubicBezTo>
                    <a:pt x="236" y="182"/>
                    <a:pt x="329" y="161"/>
                    <a:pt x="423" y="161"/>
                  </a:cubicBezTo>
                  <a:cubicBezTo>
                    <a:pt x="495" y="161"/>
                    <a:pt x="567" y="173"/>
                    <a:pt x="635" y="199"/>
                  </a:cubicBezTo>
                  <a:cubicBezTo>
                    <a:pt x="647" y="204"/>
                    <a:pt x="659" y="206"/>
                    <a:pt x="669" y="206"/>
                  </a:cubicBezTo>
                  <a:cubicBezTo>
                    <a:pt x="751" y="206"/>
                    <a:pt x="786" y="72"/>
                    <a:pt x="688" y="45"/>
                  </a:cubicBezTo>
                  <a:cubicBezTo>
                    <a:pt x="604" y="15"/>
                    <a:pt x="517" y="0"/>
                    <a:pt x="4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4" name="Google Shape;2723;p28">
              <a:extLst>
                <a:ext uri="{FF2B5EF4-FFF2-40B4-BE49-F238E27FC236}">
                  <a16:creationId xmlns:a16="http://schemas.microsoft.com/office/drawing/2014/main" id="{88650F8D-FA9C-9883-40C8-5CD1A45656B9}"/>
                </a:ext>
              </a:extLst>
            </p:cNvPr>
            <p:cNvSpPr/>
            <p:nvPr/>
          </p:nvSpPr>
          <p:spPr>
            <a:xfrm>
              <a:off x="7726432" y="1312436"/>
              <a:ext cx="24936" cy="13826"/>
            </a:xfrm>
            <a:custGeom>
              <a:avLst/>
              <a:gdLst/>
              <a:ahLst/>
              <a:cxnLst/>
              <a:rect l="l" t="t" r="r" b="b"/>
              <a:pathLst>
                <a:path w="698" h="387" extrusionOk="0">
                  <a:moveTo>
                    <a:pt x="113" y="0"/>
                  </a:moveTo>
                  <a:cubicBezTo>
                    <a:pt x="53" y="0"/>
                    <a:pt x="1" y="75"/>
                    <a:pt x="52" y="134"/>
                  </a:cubicBezTo>
                  <a:cubicBezTo>
                    <a:pt x="197" y="288"/>
                    <a:pt x="398" y="380"/>
                    <a:pt x="608" y="387"/>
                  </a:cubicBezTo>
                  <a:lnTo>
                    <a:pt x="617" y="383"/>
                  </a:lnTo>
                  <a:cubicBezTo>
                    <a:pt x="663" y="383"/>
                    <a:pt x="697" y="343"/>
                    <a:pt x="694" y="300"/>
                  </a:cubicBezTo>
                  <a:cubicBezTo>
                    <a:pt x="697" y="256"/>
                    <a:pt x="660" y="223"/>
                    <a:pt x="617" y="223"/>
                  </a:cubicBezTo>
                  <a:cubicBezTo>
                    <a:pt x="615" y="223"/>
                    <a:pt x="613" y="223"/>
                    <a:pt x="611" y="223"/>
                  </a:cubicBezTo>
                  <a:cubicBezTo>
                    <a:pt x="444" y="220"/>
                    <a:pt x="284" y="146"/>
                    <a:pt x="170" y="26"/>
                  </a:cubicBezTo>
                  <a:cubicBezTo>
                    <a:pt x="152" y="8"/>
                    <a:pt x="132" y="0"/>
                    <a:pt x="1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5" name="Google Shape;2724;p28">
              <a:extLst>
                <a:ext uri="{FF2B5EF4-FFF2-40B4-BE49-F238E27FC236}">
                  <a16:creationId xmlns:a16="http://schemas.microsoft.com/office/drawing/2014/main" id="{8FD00BC7-0F46-F3B9-0805-AF8EA89BE11A}"/>
                </a:ext>
              </a:extLst>
            </p:cNvPr>
            <p:cNvSpPr/>
            <p:nvPr/>
          </p:nvSpPr>
          <p:spPr>
            <a:xfrm>
              <a:off x="7739793" y="1294394"/>
              <a:ext cx="25222" cy="14004"/>
            </a:xfrm>
            <a:custGeom>
              <a:avLst/>
              <a:gdLst/>
              <a:ahLst/>
              <a:cxnLst/>
              <a:rect l="l" t="t" r="r" b="b"/>
              <a:pathLst>
                <a:path w="706" h="392" extrusionOk="0">
                  <a:moveTo>
                    <a:pt x="118" y="1"/>
                  </a:moveTo>
                  <a:cubicBezTo>
                    <a:pt x="55" y="1"/>
                    <a:pt x="1" y="82"/>
                    <a:pt x="61" y="142"/>
                  </a:cubicBezTo>
                  <a:cubicBezTo>
                    <a:pt x="206" y="296"/>
                    <a:pt x="406" y="386"/>
                    <a:pt x="619" y="392"/>
                  </a:cubicBezTo>
                  <a:lnTo>
                    <a:pt x="628" y="392"/>
                  </a:lnTo>
                  <a:cubicBezTo>
                    <a:pt x="672" y="389"/>
                    <a:pt x="706" y="352"/>
                    <a:pt x="706" y="309"/>
                  </a:cubicBezTo>
                  <a:cubicBezTo>
                    <a:pt x="706" y="266"/>
                    <a:pt x="671" y="231"/>
                    <a:pt x="632" y="231"/>
                  </a:cubicBezTo>
                  <a:cubicBezTo>
                    <a:pt x="629" y="231"/>
                    <a:pt x="625" y="231"/>
                    <a:pt x="622" y="232"/>
                  </a:cubicBezTo>
                  <a:cubicBezTo>
                    <a:pt x="453" y="225"/>
                    <a:pt x="292" y="154"/>
                    <a:pt x="178" y="31"/>
                  </a:cubicBezTo>
                  <a:cubicBezTo>
                    <a:pt x="160" y="10"/>
                    <a:pt x="138" y="1"/>
                    <a:pt x="1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6" name="Google Shape;2725;p28">
              <a:extLst>
                <a:ext uri="{FF2B5EF4-FFF2-40B4-BE49-F238E27FC236}">
                  <a16:creationId xmlns:a16="http://schemas.microsoft.com/office/drawing/2014/main" id="{79FA6206-DCDF-5E89-1A5C-F600722064C4}"/>
                </a:ext>
              </a:extLst>
            </p:cNvPr>
            <p:cNvSpPr/>
            <p:nvPr/>
          </p:nvSpPr>
          <p:spPr>
            <a:xfrm>
              <a:off x="8604827" y="1066569"/>
              <a:ext cx="13290" cy="24651"/>
            </a:xfrm>
            <a:custGeom>
              <a:avLst/>
              <a:gdLst/>
              <a:ahLst/>
              <a:cxnLst/>
              <a:rect l="l" t="t" r="r" b="b"/>
              <a:pathLst>
                <a:path w="372" h="690" extrusionOk="0">
                  <a:moveTo>
                    <a:pt x="272" y="0"/>
                  </a:moveTo>
                  <a:cubicBezTo>
                    <a:pt x="267" y="0"/>
                    <a:pt x="262" y="1"/>
                    <a:pt x="257" y="2"/>
                  </a:cubicBezTo>
                  <a:cubicBezTo>
                    <a:pt x="211" y="11"/>
                    <a:pt x="183" y="51"/>
                    <a:pt x="189" y="95"/>
                  </a:cubicBezTo>
                  <a:cubicBezTo>
                    <a:pt x="205" y="261"/>
                    <a:pt x="155" y="428"/>
                    <a:pt x="47" y="557"/>
                  </a:cubicBezTo>
                  <a:cubicBezTo>
                    <a:pt x="1" y="610"/>
                    <a:pt x="41" y="690"/>
                    <a:pt x="109" y="690"/>
                  </a:cubicBezTo>
                  <a:cubicBezTo>
                    <a:pt x="130" y="690"/>
                    <a:pt x="155" y="681"/>
                    <a:pt x="171" y="662"/>
                  </a:cubicBezTo>
                  <a:cubicBezTo>
                    <a:pt x="306" y="495"/>
                    <a:pt x="371" y="283"/>
                    <a:pt x="349" y="70"/>
                  </a:cubicBezTo>
                  <a:cubicBezTo>
                    <a:pt x="344" y="29"/>
                    <a:pt x="310" y="0"/>
                    <a:pt x="2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7" name="Google Shape;2726;p28">
              <a:extLst>
                <a:ext uri="{FF2B5EF4-FFF2-40B4-BE49-F238E27FC236}">
                  <a16:creationId xmlns:a16="http://schemas.microsoft.com/office/drawing/2014/main" id="{027B0AFF-75AA-2FB3-80CD-08546F4585FA}"/>
                </a:ext>
              </a:extLst>
            </p:cNvPr>
            <p:cNvSpPr/>
            <p:nvPr/>
          </p:nvSpPr>
          <p:spPr>
            <a:xfrm>
              <a:off x="8643411" y="973003"/>
              <a:ext cx="9181" cy="25437"/>
            </a:xfrm>
            <a:custGeom>
              <a:avLst/>
              <a:gdLst/>
              <a:ahLst/>
              <a:cxnLst/>
              <a:rect l="l" t="t" r="r" b="b"/>
              <a:pathLst>
                <a:path w="257" h="712" extrusionOk="0">
                  <a:moveTo>
                    <a:pt x="107" y="1"/>
                  </a:moveTo>
                  <a:cubicBezTo>
                    <a:pt x="56" y="1"/>
                    <a:pt x="5" y="50"/>
                    <a:pt x="31" y="113"/>
                  </a:cubicBezTo>
                  <a:cubicBezTo>
                    <a:pt x="90" y="271"/>
                    <a:pt x="87" y="443"/>
                    <a:pt x="19" y="598"/>
                  </a:cubicBezTo>
                  <a:cubicBezTo>
                    <a:pt x="0" y="638"/>
                    <a:pt x="19" y="687"/>
                    <a:pt x="59" y="706"/>
                  </a:cubicBezTo>
                  <a:cubicBezTo>
                    <a:pt x="68" y="709"/>
                    <a:pt x="81" y="712"/>
                    <a:pt x="93" y="712"/>
                  </a:cubicBezTo>
                  <a:cubicBezTo>
                    <a:pt x="124" y="712"/>
                    <a:pt x="155" y="693"/>
                    <a:pt x="167" y="662"/>
                  </a:cubicBezTo>
                  <a:cubicBezTo>
                    <a:pt x="253" y="468"/>
                    <a:pt x="256" y="243"/>
                    <a:pt x="176" y="46"/>
                  </a:cubicBezTo>
                  <a:cubicBezTo>
                    <a:pt x="160" y="14"/>
                    <a:pt x="134" y="1"/>
                    <a:pt x="1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727;p28">
              <a:extLst>
                <a:ext uri="{FF2B5EF4-FFF2-40B4-BE49-F238E27FC236}">
                  <a16:creationId xmlns:a16="http://schemas.microsoft.com/office/drawing/2014/main" id="{EEFB5C81-60E4-BA2E-4D4A-F32757FB26F5}"/>
                </a:ext>
              </a:extLst>
            </p:cNvPr>
            <p:cNvSpPr/>
            <p:nvPr/>
          </p:nvSpPr>
          <p:spPr>
            <a:xfrm>
              <a:off x="8629621" y="951282"/>
              <a:ext cx="9181" cy="25580"/>
            </a:xfrm>
            <a:custGeom>
              <a:avLst/>
              <a:gdLst/>
              <a:ahLst/>
              <a:cxnLst/>
              <a:rect l="l" t="t" r="r" b="b"/>
              <a:pathLst>
                <a:path w="257" h="716" extrusionOk="0">
                  <a:moveTo>
                    <a:pt x="107" y="1"/>
                  </a:moveTo>
                  <a:cubicBezTo>
                    <a:pt x="55" y="1"/>
                    <a:pt x="1" y="52"/>
                    <a:pt x="32" y="117"/>
                  </a:cubicBezTo>
                  <a:cubicBezTo>
                    <a:pt x="90" y="274"/>
                    <a:pt x="87" y="447"/>
                    <a:pt x="19" y="601"/>
                  </a:cubicBezTo>
                  <a:cubicBezTo>
                    <a:pt x="1" y="641"/>
                    <a:pt x="19" y="688"/>
                    <a:pt x="60" y="706"/>
                  </a:cubicBezTo>
                  <a:cubicBezTo>
                    <a:pt x="69" y="712"/>
                    <a:pt x="81" y="715"/>
                    <a:pt x="93" y="715"/>
                  </a:cubicBezTo>
                  <a:cubicBezTo>
                    <a:pt x="124" y="715"/>
                    <a:pt x="155" y="694"/>
                    <a:pt x="167" y="666"/>
                  </a:cubicBezTo>
                  <a:cubicBezTo>
                    <a:pt x="254" y="469"/>
                    <a:pt x="257" y="246"/>
                    <a:pt x="177" y="49"/>
                  </a:cubicBezTo>
                  <a:cubicBezTo>
                    <a:pt x="162" y="15"/>
                    <a:pt x="134" y="1"/>
                    <a:pt x="1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728;p28">
              <a:extLst>
                <a:ext uri="{FF2B5EF4-FFF2-40B4-BE49-F238E27FC236}">
                  <a16:creationId xmlns:a16="http://schemas.microsoft.com/office/drawing/2014/main" id="{9A4C4D08-F525-0159-99E8-F6DD2FFDEB00}"/>
                </a:ext>
              </a:extLst>
            </p:cNvPr>
            <p:cNvSpPr/>
            <p:nvPr/>
          </p:nvSpPr>
          <p:spPr>
            <a:xfrm>
              <a:off x="8615866" y="1030129"/>
              <a:ext cx="9181" cy="25401"/>
            </a:xfrm>
            <a:custGeom>
              <a:avLst/>
              <a:gdLst/>
              <a:ahLst/>
              <a:cxnLst/>
              <a:rect l="l" t="t" r="r" b="b"/>
              <a:pathLst>
                <a:path w="257" h="711" extrusionOk="0">
                  <a:moveTo>
                    <a:pt x="108" y="1"/>
                  </a:moveTo>
                  <a:cubicBezTo>
                    <a:pt x="57" y="1"/>
                    <a:pt x="7" y="49"/>
                    <a:pt x="31" y="112"/>
                  </a:cubicBezTo>
                  <a:cubicBezTo>
                    <a:pt x="93" y="266"/>
                    <a:pt x="87" y="442"/>
                    <a:pt x="19" y="596"/>
                  </a:cubicBezTo>
                  <a:cubicBezTo>
                    <a:pt x="0" y="636"/>
                    <a:pt x="19" y="683"/>
                    <a:pt x="59" y="701"/>
                  </a:cubicBezTo>
                  <a:cubicBezTo>
                    <a:pt x="68" y="707"/>
                    <a:pt x="81" y="710"/>
                    <a:pt x="93" y="710"/>
                  </a:cubicBezTo>
                  <a:cubicBezTo>
                    <a:pt x="124" y="710"/>
                    <a:pt x="155" y="689"/>
                    <a:pt x="167" y="661"/>
                  </a:cubicBezTo>
                  <a:cubicBezTo>
                    <a:pt x="253" y="464"/>
                    <a:pt x="256" y="242"/>
                    <a:pt x="176" y="44"/>
                  </a:cubicBezTo>
                  <a:cubicBezTo>
                    <a:pt x="160" y="14"/>
                    <a:pt x="134" y="1"/>
                    <a:pt x="1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729;p28">
              <a:extLst>
                <a:ext uri="{FF2B5EF4-FFF2-40B4-BE49-F238E27FC236}">
                  <a16:creationId xmlns:a16="http://schemas.microsoft.com/office/drawing/2014/main" id="{BED10D38-C2F5-BA3D-0302-D6C9B09B3B4E}"/>
                </a:ext>
              </a:extLst>
            </p:cNvPr>
            <p:cNvSpPr/>
            <p:nvPr/>
          </p:nvSpPr>
          <p:spPr>
            <a:xfrm>
              <a:off x="8627549" y="1053780"/>
              <a:ext cx="12040" cy="25008"/>
            </a:xfrm>
            <a:custGeom>
              <a:avLst/>
              <a:gdLst/>
              <a:ahLst/>
              <a:cxnLst/>
              <a:rect l="l" t="t" r="r" b="b"/>
              <a:pathLst>
                <a:path w="337" h="700" extrusionOk="0">
                  <a:moveTo>
                    <a:pt x="218" y="1"/>
                  </a:moveTo>
                  <a:cubicBezTo>
                    <a:pt x="171" y="1"/>
                    <a:pt x="123" y="39"/>
                    <a:pt x="136" y="98"/>
                  </a:cubicBezTo>
                  <a:cubicBezTo>
                    <a:pt x="167" y="261"/>
                    <a:pt x="133" y="434"/>
                    <a:pt x="37" y="573"/>
                  </a:cubicBezTo>
                  <a:cubicBezTo>
                    <a:pt x="0" y="625"/>
                    <a:pt x="37" y="699"/>
                    <a:pt x="105" y="699"/>
                  </a:cubicBezTo>
                  <a:cubicBezTo>
                    <a:pt x="130" y="699"/>
                    <a:pt x="155" y="687"/>
                    <a:pt x="170" y="662"/>
                  </a:cubicBezTo>
                  <a:cubicBezTo>
                    <a:pt x="293" y="486"/>
                    <a:pt x="337" y="267"/>
                    <a:pt x="293" y="58"/>
                  </a:cubicBezTo>
                  <a:cubicBezTo>
                    <a:pt x="281" y="18"/>
                    <a:pt x="250" y="1"/>
                    <a:pt x="2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53" name="Google Shape;5232;p47">
            <a:extLst>
              <a:ext uri="{FF2B5EF4-FFF2-40B4-BE49-F238E27FC236}">
                <a16:creationId xmlns:a16="http://schemas.microsoft.com/office/drawing/2014/main" id="{BD30C17A-D631-F3BC-A1F7-4AD004019CAF}"/>
              </a:ext>
            </a:extLst>
          </p:cNvPr>
          <p:cNvGrpSpPr/>
          <p:nvPr/>
        </p:nvGrpSpPr>
        <p:grpSpPr>
          <a:xfrm>
            <a:off x="3904461" y="3213880"/>
            <a:ext cx="1774375" cy="1022386"/>
            <a:chOff x="6206101" y="3591931"/>
            <a:chExt cx="1639297" cy="944555"/>
          </a:xfrm>
        </p:grpSpPr>
        <p:sp>
          <p:nvSpPr>
            <p:cNvPr id="2054" name="Google Shape;5233;p47">
              <a:extLst>
                <a:ext uri="{FF2B5EF4-FFF2-40B4-BE49-F238E27FC236}">
                  <a16:creationId xmlns:a16="http://schemas.microsoft.com/office/drawing/2014/main" id="{7D5605A0-E101-9996-F8DA-4E165B901F03}"/>
                </a:ext>
              </a:extLst>
            </p:cNvPr>
            <p:cNvSpPr/>
            <p:nvPr/>
          </p:nvSpPr>
          <p:spPr>
            <a:xfrm>
              <a:off x="6206101" y="4353896"/>
              <a:ext cx="187734" cy="181491"/>
            </a:xfrm>
            <a:custGeom>
              <a:avLst/>
              <a:gdLst/>
              <a:ahLst/>
              <a:cxnLst/>
              <a:rect l="l" t="t" r="r" b="b"/>
              <a:pathLst>
                <a:path w="5142" h="4971" extrusionOk="0">
                  <a:moveTo>
                    <a:pt x="2607" y="0"/>
                  </a:moveTo>
                  <a:cubicBezTo>
                    <a:pt x="2418" y="0"/>
                    <a:pt x="2229" y="22"/>
                    <a:pt x="2042" y="66"/>
                  </a:cubicBezTo>
                  <a:cubicBezTo>
                    <a:pt x="2030" y="66"/>
                    <a:pt x="2017" y="66"/>
                    <a:pt x="2005" y="72"/>
                  </a:cubicBezTo>
                  <a:cubicBezTo>
                    <a:pt x="1885" y="103"/>
                    <a:pt x="1764" y="140"/>
                    <a:pt x="1647" y="189"/>
                  </a:cubicBezTo>
                  <a:cubicBezTo>
                    <a:pt x="1634" y="177"/>
                    <a:pt x="1617" y="170"/>
                    <a:pt x="1599" y="170"/>
                  </a:cubicBezTo>
                  <a:cubicBezTo>
                    <a:pt x="1596" y="170"/>
                    <a:pt x="1592" y="170"/>
                    <a:pt x="1589" y="171"/>
                  </a:cubicBezTo>
                  <a:cubicBezTo>
                    <a:pt x="1549" y="177"/>
                    <a:pt x="1518" y="208"/>
                    <a:pt x="1518" y="248"/>
                  </a:cubicBezTo>
                  <a:cubicBezTo>
                    <a:pt x="827" y="584"/>
                    <a:pt x="330" y="1216"/>
                    <a:pt x="173" y="1966"/>
                  </a:cubicBezTo>
                  <a:cubicBezTo>
                    <a:pt x="136" y="1984"/>
                    <a:pt x="105" y="2000"/>
                    <a:pt x="83" y="2009"/>
                  </a:cubicBezTo>
                  <a:cubicBezTo>
                    <a:pt x="0" y="2040"/>
                    <a:pt x="25" y="2163"/>
                    <a:pt x="114" y="2163"/>
                  </a:cubicBezTo>
                  <a:cubicBezTo>
                    <a:pt x="120" y="2163"/>
                    <a:pt x="130" y="2163"/>
                    <a:pt x="139" y="2160"/>
                  </a:cubicBezTo>
                  <a:lnTo>
                    <a:pt x="139" y="2160"/>
                  </a:lnTo>
                  <a:cubicBezTo>
                    <a:pt x="124" y="2268"/>
                    <a:pt x="117" y="2376"/>
                    <a:pt x="117" y="2484"/>
                  </a:cubicBezTo>
                  <a:cubicBezTo>
                    <a:pt x="117" y="2657"/>
                    <a:pt x="136" y="2830"/>
                    <a:pt x="170" y="2996"/>
                  </a:cubicBezTo>
                  <a:cubicBezTo>
                    <a:pt x="120" y="3039"/>
                    <a:pt x="142" y="3119"/>
                    <a:pt x="204" y="3135"/>
                  </a:cubicBezTo>
                  <a:cubicBezTo>
                    <a:pt x="460" y="4073"/>
                    <a:pt x="1237" y="4776"/>
                    <a:pt x="2193" y="4936"/>
                  </a:cubicBezTo>
                  <a:cubicBezTo>
                    <a:pt x="2330" y="4959"/>
                    <a:pt x="2467" y="4970"/>
                    <a:pt x="2603" y="4970"/>
                  </a:cubicBezTo>
                  <a:cubicBezTo>
                    <a:pt x="3417" y="4970"/>
                    <a:pt x="4193" y="4568"/>
                    <a:pt x="4661" y="3881"/>
                  </a:cubicBezTo>
                  <a:cubicBezTo>
                    <a:pt x="4676" y="3872"/>
                    <a:pt x="4688" y="3860"/>
                    <a:pt x="4694" y="3844"/>
                  </a:cubicBezTo>
                  <a:cubicBezTo>
                    <a:pt x="4698" y="3835"/>
                    <a:pt x="4701" y="3826"/>
                    <a:pt x="4701" y="3813"/>
                  </a:cubicBezTo>
                  <a:cubicBezTo>
                    <a:pt x="4787" y="3684"/>
                    <a:pt x="4858" y="3542"/>
                    <a:pt x="4913" y="3397"/>
                  </a:cubicBezTo>
                  <a:cubicBezTo>
                    <a:pt x="4920" y="3391"/>
                    <a:pt x="4926" y="3385"/>
                    <a:pt x="4929" y="3379"/>
                  </a:cubicBezTo>
                  <a:cubicBezTo>
                    <a:pt x="4932" y="3366"/>
                    <a:pt x="4935" y="3357"/>
                    <a:pt x="4935" y="3345"/>
                  </a:cubicBezTo>
                  <a:cubicBezTo>
                    <a:pt x="5142" y="2786"/>
                    <a:pt x="5139" y="2176"/>
                    <a:pt x="4932" y="1617"/>
                  </a:cubicBezTo>
                  <a:lnTo>
                    <a:pt x="4954" y="1605"/>
                  </a:lnTo>
                  <a:cubicBezTo>
                    <a:pt x="5029" y="1556"/>
                    <a:pt x="4984" y="1454"/>
                    <a:pt x="4913" y="1454"/>
                  </a:cubicBezTo>
                  <a:cubicBezTo>
                    <a:pt x="4899" y="1454"/>
                    <a:pt x="4885" y="1458"/>
                    <a:pt x="4870" y="1466"/>
                  </a:cubicBezTo>
                  <a:cubicBezTo>
                    <a:pt x="4799" y="1306"/>
                    <a:pt x="4710" y="1155"/>
                    <a:pt x="4605" y="1013"/>
                  </a:cubicBezTo>
                  <a:cubicBezTo>
                    <a:pt x="4605" y="994"/>
                    <a:pt x="4602" y="976"/>
                    <a:pt x="4590" y="960"/>
                  </a:cubicBezTo>
                  <a:cubicBezTo>
                    <a:pt x="4577" y="942"/>
                    <a:pt x="4562" y="933"/>
                    <a:pt x="4540" y="927"/>
                  </a:cubicBezTo>
                  <a:cubicBezTo>
                    <a:pt x="4438" y="803"/>
                    <a:pt x="4324" y="686"/>
                    <a:pt x="4198" y="581"/>
                  </a:cubicBezTo>
                  <a:cubicBezTo>
                    <a:pt x="4207" y="556"/>
                    <a:pt x="4204" y="532"/>
                    <a:pt x="4192" y="510"/>
                  </a:cubicBezTo>
                  <a:cubicBezTo>
                    <a:pt x="4176" y="486"/>
                    <a:pt x="4150" y="473"/>
                    <a:pt x="4123" y="473"/>
                  </a:cubicBezTo>
                  <a:cubicBezTo>
                    <a:pt x="4108" y="473"/>
                    <a:pt x="4094" y="477"/>
                    <a:pt x="4081" y="486"/>
                  </a:cubicBezTo>
                  <a:cubicBezTo>
                    <a:pt x="3650" y="168"/>
                    <a:pt x="3132" y="0"/>
                    <a:pt x="2607"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5234;p47">
              <a:extLst>
                <a:ext uri="{FF2B5EF4-FFF2-40B4-BE49-F238E27FC236}">
                  <a16:creationId xmlns:a16="http://schemas.microsoft.com/office/drawing/2014/main" id="{C41BFEB8-5A24-6D17-4563-9EB1387EAA4C}"/>
                </a:ext>
              </a:extLst>
            </p:cNvPr>
            <p:cNvSpPr/>
            <p:nvPr/>
          </p:nvSpPr>
          <p:spPr>
            <a:xfrm>
              <a:off x="6291350" y="3591931"/>
              <a:ext cx="1554048" cy="901249"/>
            </a:xfrm>
            <a:custGeom>
              <a:avLst/>
              <a:gdLst/>
              <a:ahLst/>
              <a:cxnLst/>
              <a:rect l="l" t="t" r="r" b="b"/>
              <a:pathLst>
                <a:path w="42565" h="24685" extrusionOk="0">
                  <a:moveTo>
                    <a:pt x="28816" y="1"/>
                  </a:moveTo>
                  <a:cubicBezTo>
                    <a:pt x="25148" y="1"/>
                    <a:pt x="21123" y="2209"/>
                    <a:pt x="17791" y="4313"/>
                  </a:cubicBezTo>
                  <a:cubicBezTo>
                    <a:pt x="16573" y="5084"/>
                    <a:pt x="15536" y="5663"/>
                    <a:pt x="14660" y="6108"/>
                  </a:cubicBezTo>
                  <a:cubicBezTo>
                    <a:pt x="14577" y="6089"/>
                    <a:pt x="14497" y="6074"/>
                    <a:pt x="14423" y="6055"/>
                  </a:cubicBezTo>
                  <a:cubicBezTo>
                    <a:pt x="14417" y="6054"/>
                    <a:pt x="14412" y="6053"/>
                    <a:pt x="14406" y="6053"/>
                  </a:cubicBezTo>
                  <a:cubicBezTo>
                    <a:pt x="14369" y="6053"/>
                    <a:pt x="14335" y="6079"/>
                    <a:pt x="14327" y="6117"/>
                  </a:cubicBezTo>
                  <a:cubicBezTo>
                    <a:pt x="14318" y="6160"/>
                    <a:pt x="14346" y="6203"/>
                    <a:pt x="14389" y="6212"/>
                  </a:cubicBezTo>
                  <a:lnTo>
                    <a:pt x="14429" y="6222"/>
                  </a:lnTo>
                  <a:lnTo>
                    <a:pt x="14321" y="6274"/>
                  </a:lnTo>
                  <a:lnTo>
                    <a:pt x="10120" y="5787"/>
                  </a:lnTo>
                  <a:cubicBezTo>
                    <a:pt x="10120" y="5787"/>
                    <a:pt x="7906" y="3487"/>
                    <a:pt x="7282" y="3487"/>
                  </a:cubicBezTo>
                  <a:cubicBezTo>
                    <a:pt x="7236" y="3487"/>
                    <a:pt x="7199" y="3499"/>
                    <a:pt x="7172" y="3526"/>
                  </a:cubicBezTo>
                  <a:cubicBezTo>
                    <a:pt x="6777" y="3921"/>
                    <a:pt x="6755" y="7070"/>
                    <a:pt x="6755" y="7070"/>
                  </a:cubicBezTo>
                  <a:cubicBezTo>
                    <a:pt x="6755" y="7070"/>
                    <a:pt x="5371" y="7773"/>
                    <a:pt x="4797" y="9324"/>
                  </a:cubicBezTo>
                  <a:lnTo>
                    <a:pt x="3838" y="8643"/>
                  </a:lnTo>
                  <a:cubicBezTo>
                    <a:pt x="3822" y="8632"/>
                    <a:pt x="3805" y="8627"/>
                    <a:pt x="3790" y="8627"/>
                  </a:cubicBezTo>
                  <a:cubicBezTo>
                    <a:pt x="3721" y="8627"/>
                    <a:pt x="3672" y="8725"/>
                    <a:pt x="3745" y="8775"/>
                  </a:cubicBezTo>
                  <a:lnTo>
                    <a:pt x="4745" y="9485"/>
                  </a:lnTo>
                  <a:cubicBezTo>
                    <a:pt x="4593" y="9960"/>
                    <a:pt x="4535" y="10459"/>
                    <a:pt x="4566" y="10956"/>
                  </a:cubicBezTo>
                  <a:lnTo>
                    <a:pt x="2336" y="10117"/>
                  </a:lnTo>
                  <a:cubicBezTo>
                    <a:pt x="2326" y="10114"/>
                    <a:pt x="2317" y="10112"/>
                    <a:pt x="2307" y="10112"/>
                  </a:cubicBezTo>
                  <a:cubicBezTo>
                    <a:pt x="2276" y="10112"/>
                    <a:pt x="2246" y="10130"/>
                    <a:pt x="2234" y="10163"/>
                  </a:cubicBezTo>
                  <a:cubicBezTo>
                    <a:pt x="2215" y="10207"/>
                    <a:pt x="2237" y="10253"/>
                    <a:pt x="2280" y="10268"/>
                  </a:cubicBezTo>
                  <a:lnTo>
                    <a:pt x="4581" y="11135"/>
                  </a:lnTo>
                  <a:cubicBezTo>
                    <a:pt x="4618" y="11502"/>
                    <a:pt x="4692" y="11866"/>
                    <a:pt x="4803" y="12218"/>
                  </a:cubicBezTo>
                  <a:lnTo>
                    <a:pt x="2555" y="11909"/>
                  </a:lnTo>
                  <a:cubicBezTo>
                    <a:pt x="2551" y="11909"/>
                    <a:pt x="2547" y="11908"/>
                    <a:pt x="2543" y="11908"/>
                  </a:cubicBezTo>
                  <a:cubicBezTo>
                    <a:pt x="2502" y="11908"/>
                    <a:pt x="2468" y="11937"/>
                    <a:pt x="2462" y="11977"/>
                  </a:cubicBezTo>
                  <a:cubicBezTo>
                    <a:pt x="2456" y="12020"/>
                    <a:pt x="2487" y="12060"/>
                    <a:pt x="2530" y="12069"/>
                  </a:cubicBezTo>
                  <a:lnTo>
                    <a:pt x="4735" y="12372"/>
                  </a:lnTo>
                  <a:cubicBezTo>
                    <a:pt x="4732" y="12403"/>
                    <a:pt x="4732" y="12430"/>
                    <a:pt x="4735" y="12461"/>
                  </a:cubicBezTo>
                  <a:cubicBezTo>
                    <a:pt x="2650" y="14056"/>
                    <a:pt x="701" y="15515"/>
                    <a:pt x="189" y="16209"/>
                  </a:cubicBezTo>
                  <a:cubicBezTo>
                    <a:pt x="59" y="16391"/>
                    <a:pt x="10" y="16532"/>
                    <a:pt x="29" y="16647"/>
                  </a:cubicBezTo>
                  <a:cubicBezTo>
                    <a:pt x="26" y="16650"/>
                    <a:pt x="22" y="16653"/>
                    <a:pt x="19" y="16659"/>
                  </a:cubicBezTo>
                  <a:cubicBezTo>
                    <a:pt x="7" y="16671"/>
                    <a:pt x="1" y="16690"/>
                    <a:pt x="1" y="16708"/>
                  </a:cubicBezTo>
                  <a:cubicBezTo>
                    <a:pt x="1" y="16751"/>
                    <a:pt x="38" y="16788"/>
                    <a:pt x="81" y="16788"/>
                  </a:cubicBezTo>
                  <a:lnTo>
                    <a:pt x="96" y="16788"/>
                  </a:lnTo>
                  <a:cubicBezTo>
                    <a:pt x="242" y="16951"/>
                    <a:pt x="598" y="17016"/>
                    <a:pt x="1061" y="17016"/>
                  </a:cubicBezTo>
                  <a:cubicBezTo>
                    <a:pt x="2267" y="17016"/>
                    <a:pt x="4204" y="16578"/>
                    <a:pt x="5078" y="16286"/>
                  </a:cubicBezTo>
                  <a:cubicBezTo>
                    <a:pt x="5304" y="16210"/>
                    <a:pt x="5557" y="16177"/>
                    <a:pt x="5821" y="16177"/>
                  </a:cubicBezTo>
                  <a:cubicBezTo>
                    <a:pt x="7274" y="16177"/>
                    <a:pt x="9087" y="17193"/>
                    <a:pt x="9004" y="17859"/>
                  </a:cubicBezTo>
                  <a:cubicBezTo>
                    <a:pt x="8908" y="18636"/>
                    <a:pt x="3539" y="21273"/>
                    <a:pt x="6206" y="21418"/>
                  </a:cubicBezTo>
                  <a:cubicBezTo>
                    <a:pt x="6206" y="21421"/>
                    <a:pt x="6206" y="21421"/>
                    <a:pt x="6206" y="21421"/>
                  </a:cubicBezTo>
                  <a:cubicBezTo>
                    <a:pt x="6206" y="21464"/>
                    <a:pt x="6243" y="21501"/>
                    <a:pt x="6287" y="21504"/>
                  </a:cubicBezTo>
                  <a:lnTo>
                    <a:pt x="6308" y="21504"/>
                  </a:lnTo>
                  <a:cubicBezTo>
                    <a:pt x="6447" y="21504"/>
                    <a:pt x="6586" y="21473"/>
                    <a:pt x="6712" y="21418"/>
                  </a:cubicBezTo>
                  <a:cubicBezTo>
                    <a:pt x="9581" y="21258"/>
                    <a:pt x="14111" y="18741"/>
                    <a:pt x="17023" y="18673"/>
                  </a:cubicBezTo>
                  <a:cubicBezTo>
                    <a:pt x="17023" y="18713"/>
                    <a:pt x="17057" y="18747"/>
                    <a:pt x="17097" y="18750"/>
                  </a:cubicBezTo>
                  <a:cubicBezTo>
                    <a:pt x="17424" y="18775"/>
                    <a:pt x="17800" y="18784"/>
                    <a:pt x="18214" y="18784"/>
                  </a:cubicBezTo>
                  <a:cubicBezTo>
                    <a:pt x="19787" y="18784"/>
                    <a:pt x="21859" y="18627"/>
                    <a:pt x="23441" y="18476"/>
                  </a:cubicBezTo>
                  <a:cubicBezTo>
                    <a:pt x="24370" y="18445"/>
                    <a:pt x="25338" y="18411"/>
                    <a:pt x="26257" y="18374"/>
                  </a:cubicBezTo>
                  <a:cubicBezTo>
                    <a:pt x="26437" y="18394"/>
                    <a:pt x="26660" y="18403"/>
                    <a:pt x="26913" y="18403"/>
                  </a:cubicBezTo>
                  <a:cubicBezTo>
                    <a:pt x="27884" y="18403"/>
                    <a:pt x="29286" y="18272"/>
                    <a:pt x="30258" y="18167"/>
                  </a:cubicBezTo>
                  <a:lnTo>
                    <a:pt x="30285" y="18164"/>
                  </a:lnTo>
                  <a:cubicBezTo>
                    <a:pt x="33617" y="18013"/>
                    <a:pt x="36405" y="17877"/>
                    <a:pt x="37034" y="17837"/>
                  </a:cubicBezTo>
                  <a:cubicBezTo>
                    <a:pt x="37057" y="17836"/>
                    <a:pt x="37079" y="17835"/>
                    <a:pt x="37101" y="17835"/>
                  </a:cubicBezTo>
                  <a:cubicBezTo>
                    <a:pt x="38572" y="17835"/>
                    <a:pt x="37377" y="20967"/>
                    <a:pt x="34110" y="21322"/>
                  </a:cubicBezTo>
                  <a:cubicBezTo>
                    <a:pt x="33661" y="21371"/>
                    <a:pt x="33186" y="21399"/>
                    <a:pt x="32673" y="21399"/>
                  </a:cubicBezTo>
                  <a:cubicBezTo>
                    <a:pt x="30728" y="21399"/>
                    <a:pt x="28250" y="20994"/>
                    <a:pt x="24669" y="19746"/>
                  </a:cubicBezTo>
                  <a:cubicBezTo>
                    <a:pt x="23708" y="19412"/>
                    <a:pt x="22841" y="19264"/>
                    <a:pt x="22057" y="19264"/>
                  </a:cubicBezTo>
                  <a:cubicBezTo>
                    <a:pt x="19152" y="19264"/>
                    <a:pt x="17397" y="21294"/>
                    <a:pt x="16314" y="23386"/>
                  </a:cubicBezTo>
                  <a:cubicBezTo>
                    <a:pt x="15818" y="24340"/>
                    <a:pt x="15882" y="24684"/>
                    <a:pt x="16431" y="24684"/>
                  </a:cubicBezTo>
                  <a:cubicBezTo>
                    <a:pt x="17410" y="24684"/>
                    <a:pt x="19935" y="23587"/>
                    <a:pt x="23590" y="22895"/>
                  </a:cubicBezTo>
                  <a:cubicBezTo>
                    <a:pt x="24312" y="22758"/>
                    <a:pt x="24977" y="22701"/>
                    <a:pt x="25598" y="22701"/>
                  </a:cubicBezTo>
                  <a:cubicBezTo>
                    <a:pt x="28518" y="22701"/>
                    <a:pt x="30467" y="23954"/>
                    <a:pt x="32969" y="23954"/>
                  </a:cubicBezTo>
                  <a:cubicBezTo>
                    <a:pt x="34129" y="23954"/>
                    <a:pt x="35409" y="23685"/>
                    <a:pt x="36960" y="22895"/>
                  </a:cubicBezTo>
                  <a:cubicBezTo>
                    <a:pt x="42564" y="20042"/>
                    <a:pt x="40007" y="10703"/>
                    <a:pt x="35486" y="3819"/>
                  </a:cubicBezTo>
                  <a:cubicBezTo>
                    <a:pt x="33652" y="1029"/>
                    <a:pt x="31317" y="1"/>
                    <a:pt x="28816"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5235;p47">
              <a:extLst>
                <a:ext uri="{FF2B5EF4-FFF2-40B4-BE49-F238E27FC236}">
                  <a16:creationId xmlns:a16="http://schemas.microsoft.com/office/drawing/2014/main" id="{B01B4FED-C0DE-D8BC-4A26-5ED8D9EA773E}"/>
                </a:ext>
              </a:extLst>
            </p:cNvPr>
            <p:cNvSpPr/>
            <p:nvPr/>
          </p:nvSpPr>
          <p:spPr>
            <a:xfrm>
              <a:off x="6216259" y="4355556"/>
              <a:ext cx="180930" cy="180930"/>
            </a:xfrm>
            <a:custGeom>
              <a:avLst/>
              <a:gdLst/>
              <a:ahLst/>
              <a:cxnLst/>
              <a:rect l="l" t="t" r="r" b="b"/>
              <a:pathLst>
                <a:path w="4973" h="4973" extrusionOk="0">
                  <a:moveTo>
                    <a:pt x="2486" y="0"/>
                  </a:moveTo>
                  <a:cubicBezTo>
                    <a:pt x="1114" y="0"/>
                    <a:pt x="0" y="1114"/>
                    <a:pt x="0" y="2486"/>
                  </a:cubicBezTo>
                  <a:cubicBezTo>
                    <a:pt x="0" y="3859"/>
                    <a:pt x="1114" y="4972"/>
                    <a:pt x="2486" y="4972"/>
                  </a:cubicBezTo>
                  <a:cubicBezTo>
                    <a:pt x="3859" y="4972"/>
                    <a:pt x="4972" y="3859"/>
                    <a:pt x="4972" y="2486"/>
                  </a:cubicBezTo>
                  <a:cubicBezTo>
                    <a:pt x="4972" y="1114"/>
                    <a:pt x="3859" y="0"/>
                    <a:pt x="248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5236;p47">
              <a:extLst>
                <a:ext uri="{FF2B5EF4-FFF2-40B4-BE49-F238E27FC236}">
                  <a16:creationId xmlns:a16="http://schemas.microsoft.com/office/drawing/2014/main" id="{A70ED9BD-DE8E-ECBA-FC84-CD3339064799}"/>
                </a:ext>
              </a:extLst>
            </p:cNvPr>
            <p:cNvSpPr/>
            <p:nvPr/>
          </p:nvSpPr>
          <p:spPr>
            <a:xfrm>
              <a:off x="6313581" y="4365524"/>
              <a:ext cx="82807" cy="92848"/>
            </a:xfrm>
            <a:custGeom>
              <a:avLst/>
              <a:gdLst/>
              <a:ahLst/>
              <a:cxnLst/>
              <a:rect l="l" t="t" r="r" b="b"/>
              <a:pathLst>
                <a:path w="2276" h="2552" extrusionOk="0">
                  <a:moveTo>
                    <a:pt x="113" y="0"/>
                  </a:moveTo>
                  <a:cubicBezTo>
                    <a:pt x="56" y="0"/>
                    <a:pt x="1" y="61"/>
                    <a:pt x="40" y="124"/>
                  </a:cubicBezTo>
                  <a:cubicBezTo>
                    <a:pt x="83" y="189"/>
                    <a:pt x="1064" y="1746"/>
                    <a:pt x="2118" y="2536"/>
                  </a:cubicBezTo>
                  <a:cubicBezTo>
                    <a:pt x="2131" y="2545"/>
                    <a:pt x="2149" y="2551"/>
                    <a:pt x="2168" y="2551"/>
                  </a:cubicBezTo>
                  <a:cubicBezTo>
                    <a:pt x="2245" y="2551"/>
                    <a:pt x="2276" y="2453"/>
                    <a:pt x="2214" y="2406"/>
                  </a:cubicBezTo>
                  <a:cubicBezTo>
                    <a:pt x="1184" y="1635"/>
                    <a:pt x="188" y="53"/>
                    <a:pt x="178" y="38"/>
                  </a:cubicBezTo>
                  <a:cubicBezTo>
                    <a:pt x="161" y="11"/>
                    <a:pt x="137" y="0"/>
                    <a:pt x="1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5237;p47">
              <a:extLst>
                <a:ext uri="{FF2B5EF4-FFF2-40B4-BE49-F238E27FC236}">
                  <a16:creationId xmlns:a16="http://schemas.microsoft.com/office/drawing/2014/main" id="{3A85ED36-1A54-90F7-3875-613FAA4DF083}"/>
                </a:ext>
              </a:extLst>
            </p:cNvPr>
            <p:cNvSpPr/>
            <p:nvPr/>
          </p:nvSpPr>
          <p:spPr>
            <a:xfrm>
              <a:off x="6282402" y="4357884"/>
              <a:ext cx="110385" cy="122354"/>
            </a:xfrm>
            <a:custGeom>
              <a:avLst/>
              <a:gdLst/>
              <a:ahLst/>
              <a:cxnLst/>
              <a:rect l="l" t="t" r="r" b="b"/>
              <a:pathLst>
                <a:path w="3034" h="3363" extrusionOk="0">
                  <a:moveTo>
                    <a:pt x="107" y="1"/>
                  </a:moveTo>
                  <a:cubicBezTo>
                    <a:pt x="54" y="1"/>
                    <a:pt x="0" y="55"/>
                    <a:pt x="33" y="121"/>
                  </a:cubicBezTo>
                  <a:cubicBezTo>
                    <a:pt x="85" y="223"/>
                    <a:pt x="1322" y="2616"/>
                    <a:pt x="2883" y="3357"/>
                  </a:cubicBezTo>
                  <a:cubicBezTo>
                    <a:pt x="2895" y="3360"/>
                    <a:pt x="2908" y="3363"/>
                    <a:pt x="2917" y="3363"/>
                  </a:cubicBezTo>
                  <a:lnTo>
                    <a:pt x="2920" y="3363"/>
                  </a:lnTo>
                  <a:cubicBezTo>
                    <a:pt x="3006" y="3363"/>
                    <a:pt x="3034" y="3246"/>
                    <a:pt x="2954" y="3209"/>
                  </a:cubicBezTo>
                  <a:cubicBezTo>
                    <a:pt x="1442" y="2493"/>
                    <a:pt x="190" y="72"/>
                    <a:pt x="178" y="47"/>
                  </a:cubicBezTo>
                  <a:cubicBezTo>
                    <a:pt x="161" y="14"/>
                    <a:pt x="134" y="1"/>
                    <a:pt x="1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5238;p47">
              <a:extLst>
                <a:ext uri="{FF2B5EF4-FFF2-40B4-BE49-F238E27FC236}">
                  <a16:creationId xmlns:a16="http://schemas.microsoft.com/office/drawing/2014/main" id="{51E16BCA-FF3B-F141-C7D9-90728030F9D6}"/>
                </a:ext>
              </a:extLst>
            </p:cNvPr>
            <p:cNvSpPr/>
            <p:nvPr/>
          </p:nvSpPr>
          <p:spPr>
            <a:xfrm>
              <a:off x="6248967" y="4381423"/>
              <a:ext cx="117443" cy="126429"/>
            </a:xfrm>
            <a:custGeom>
              <a:avLst/>
              <a:gdLst/>
              <a:ahLst/>
              <a:cxnLst/>
              <a:rect l="l" t="t" r="r" b="b"/>
              <a:pathLst>
                <a:path w="3228" h="3475" extrusionOk="0">
                  <a:moveTo>
                    <a:pt x="101" y="0"/>
                  </a:moveTo>
                  <a:cubicBezTo>
                    <a:pt x="51" y="0"/>
                    <a:pt x="0" y="46"/>
                    <a:pt x="24" y="110"/>
                  </a:cubicBezTo>
                  <a:cubicBezTo>
                    <a:pt x="64" y="218"/>
                    <a:pt x="1026" y="2762"/>
                    <a:pt x="3092" y="3468"/>
                  </a:cubicBezTo>
                  <a:cubicBezTo>
                    <a:pt x="3101" y="3471"/>
                    <a:pt x="3110" y="3474"/>
                    <a:pt x="3118" y="3475"/>
                  </a:cubicBezTo>
                  <a:lnTo>
                    <a:pt x="3118" y="3475"/>
                  </a:lnTo>
                  <a:cubicBezTo>
                    <a:pt x="3210" y="3470"/>
                    <a:pt x="3228" y="3345"/>
                    <a:pt x="3145" y="3317"/>
                  </a:cubicBezTo>
                  <a:cubicBezTo>
                    <a:pt x="1152" y="2633"/>
                    <a:pt x="184" y="79"/>
                    <a:pt x="175" y="54"/>
                  </a:cubicBezTo>
                  <a:cubicBezTo>
                    <a:pt x="161" y="16"/>
                    <a:pt x="131" y="0"/>
                    <a:pt x="101" y="0"/>
                  </a:cubicBezTo>
                  <a:close/>
                  <a:moveTo>
                    <a:pt x="3118" y="3475"/>
                  </a:moveTo>
                  <a:cubicBezTo>
                    <a:pt x="3118" y="3475"/>
                    <a:pt x="3118" y="3475"/>
                    <a:pt x="3117" y="3475"/>
                  </a:cubicBezTo>
                  <a:lnTo>
                    <a:pt x="3120" y="3475"/>
                  </a:lnTo>
                  <a:cubicBezTo>
                    <a:pt x="3120" y="3475"/>
                    <a:pt x="3119" y="3475"/>
                    <a:pt x="3118" y="347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5239;p47">
              <a:extLst>
                <a:ext uri="{FF2B5EF4-FFF2-40B4-BE49-F238E27FC236}">
                  <a16:creationId xmlns:a16="http://schemas.microsoft.com/office/drawing/2014/main" id="{CB1D2E9F-7FC8-D5DE-AD1A-6CEE4663697E}"/>
                </a:ext>
              </a:extLst>
            </p:cNvPr>
            <p:cNvSpPr/>
            <p:nvPr/>
          </p:nvSpPr>
          <p:spPr>
            <a:xfrm>
              <a:off x="6230521" y="4453096"/>
              <a:ext cx="65234" cy="43295"/>
            </a:xfrm>
            <a:custGeom>
              <a:avLst/>
              <a:gdLst/>
              <a:ahLst/>
              <a:cxnLst/>
              <a:rect l="l" t="t" r="r" b="b"/>
              <a:pathLst>
                <a:path w="1793" h="1190" extrusionOk="0">
                  <a:moveTo>
                    <a:pt x="1680" y="0"/>
                  </a:moveTo>
                  <a:cubicBezTo>
                    <a:pt x="1656" y="0"/>
                    <a:pt x="1633" y="11"/>
                    <a:pt x="1616" y="36"/>
                  </a:cubicBezTo>
                  <a:cubicBezTo>
                    <a:pt x="1333" y="459"/>
                    <a:pt x="90" y="1030"/>
                    <a:pt x="77" y="1036"/>
                  </a:cubicBezTo>
                  <a:cubicBezTo>
                    <a:pt x="0" y="1073"/>
                    <a:pt x="25" y="1190"/>
                    <a:pt x="111" y="1190"/>
                  </a:cubicBezTo>
                  <a:cubicBezTo>
                    <a:pt x="123" y="1190"/>
                    <a:pt x="133" y="1187"/>
                    <a:pt x="145" y="1184"/>
                  </a:cubicBezTo>
                  <a:cubicBezTo>
                    <a:pt x="198" y="1159"/>
                    <a:pt x="1440" y="589"/>
                    <a:pt x="1749" y="129"/>
                  </a:cubicBezTo>
                  <a:cubicBezTo>
                    <a:pt x="1793" y="65"/>
                    <a:pt x="1737" y="0"/>
                    <a:pt x="16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5240;p47">
              <a:extLst>
                <a:ext uri="{FF2B5EF4-FFF2-40B4-BE49-F238E27FC236}">
                  <a16:creationId xmlns:a16="http://schemas.microsoft.com/office/drawing/2014/main" id="{A8479E63-488D-6E55-F7A4-E108C963554E}"/>
                </a:ext>
              </a:extLst>
            </p:cNvPr>
            <p:cNvSpPr/>
            <p:nvPr/>
          </p:nvSpPr>
          <p:spPr>
            <a:xfrm>
              <a:off x="6216041" y="4427483"/>
              <a:ext cx="64688" cy="42313"/>
            </a:xfrm>
            <a:custGeom>
              <a:avLst/>
              <a:gdLst/>
              <a:ahLst/>
              <a:cxnLst/>
              <a:rect l="l" t="t" r="r" b="b"/>
              <a:pathLst>
                <a:path w="1778" h="1163" extrusionOk="0">
                  <a:moveTo>
                    <a:pt x="1661" y="1"/>
                  </a:moveTo>
                  <a:cubicBezTo>
                    <a:pt x="1643" y="1"/>
                    <a:pt x="1625" y="7"/>
                    <a:pt x="1607" y="22"/>
                  </a:cubicBezTo>
                  <a:cubicBezTo>
                    <a:pt x="1598" y="28"/>
                    <a:pt x="611" y="851"/>
                    <a:pt x="90" y="1006"/>
                  </a:cubicBezTo>
                  <a:cubicBezTo>
                    <a:pt x="0" y="1033"/>
                    <a:pt x="19" y="1163"/>
                    <a:pt x="111" y="1163"/>
                  </a:cubicBezTo>
                  <a:cubicBezTo>
                    <a:pt x="121" y="1163"/>
                    <a:pt x="127" y="1163"/>
                    <a:pt x="136" y="1160"/>
                  </a:cubicBezTo>
                  <a:cubicBezTo>
                    <a:pt x="688" y="1000"/>
                    <a:pt x="1672" y="179"/>
                    <a:pt x="1712" y="145"/>
                  </a:cubicBezTo>
                  <a:cubicBezTo>
                    <a:pt x="1778" y="89"/>
                    <a:pt x="1726" y="1"/>
                    <a:pt x="166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5241;p47">
              <a:extLst>
                <a:ext uri="{FF2B5EF4-FFF2-40B4-BE49-F238E27FC236}">
                  <a16:creationId xmlns:a16="http://schemas.microsoft.com/office/drawing/2014/main" id="{D47BBF80-AA71-0A25-BAE0-B56C6DB1DB52}"/>
                </a:ext>
              </a:extLst>
            </p:cNvPr>
            <p:cNvSpPr/>
            <p:nvPr/>
          </p:nvSpPr>
          <p:spPr>
            <a:xfrm>
              <a:off x="6212003" y="4402707"/>
              <a:ext cx="54610" cy="31762"/>
            </a:xfrm>
            <a:custGeom>
              <a:avLst/>
              <a:gdLst/>
              <a:ahLst/>
              <a:cxnLst/>
              <a:rect l="l" t="t" r="r" b="b"/>
              <a:pathLst>
                <a:path w="1501" h="873" extrusionOk="0">
                  <a:moveTo>
                    <a:pt x="1383" y="0"/>
                  </a:moveTo>
                  <a:cubicBezTo>
                    <a:pt x="1368" y="0"/>
                    <a:pt x="1352" y="5"/>
                    <a:pt x="1336" y="15"/>
                  </a:cubicBezTo>
                  <a:cubicBezTo>
                    <a:pt x="1326" y="21"/>
                    <a:pt x="296" y="629"/>
                    <a:pt x="83" y="715"/>
                  </a:cubicBezTo>
                  <a:cubicBezTo>
                    <a:pt x="0" y="749"/>
                    <a:pt x="25" y="872"/>
                    <a:pt x="114" y="872"/>
                  </a:cubicBezTo>
                  <a:cubicBezTo>
                    <a:pt x="124" y="869"/>
                    <a:pt x="133" y="869"/>
                    <a:pt x="142" y="866"/>
                  </a:cubicBezTo>
                  <a:cubicBezTo>
                    <a:pt x="367" y="774"/>
                    <a:pt x="1376" y="178"/>
                    <a:pt x="1419" y="154"/>
                  </a:cubicBezTo>
                  <a:cubicBezTo>
                    <a:pt x="1501" y="108"/>
                    <a:pt x="1455" y="0"/>
                    <a:pt x="138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5242;p47">
              <a:extLst>
                <a:ext uri="{FF2B5EF4-FFF2-40B4-BE49-F238E27FC236}">
                  <a16:creationId xmlns:a16="http://schemas.microsoft.com/office/drawing/2014/main" id="{1ECEDC3F-05E1-BD33-8FF4-D0A01675D20A}"/>
                </a:ext>
              </a:extLst>
            </p:cNvPr>
            <p:cNvSpPr/>
            <p:nvPr/>
          </p:nvSpPr>
          <p:spPr>
            <a:xfrm>
              <a:off x="6261482" y="4476635"/>
              <a:ext cx="66616" cy="16409"/>
            </a:xfrm>
            <a:custGeom>
              <a:avLst/>
              <a:gdLst/>
              <a:ahLst/>
              <a:cxnLst/>
              <a:rect l="l" t="t" r="r" b="b"/>
              <a:pathLst>
                <a:path w="1831" h="451" extrusionOk="0">
                  <a:moveTo>
                    <a:pt x="117" y="1"/>
                  </a:moveTo>
                  <a:cubicBezTo>
                    <a:pt x="54" y="1"/>
                    <a:pt x="0" y="80"/>
                    <a:pt x="59" y="139"/>
                  </a:cubicBezTo>
                  <a:cubicBezTo>
                    <a:pt x="74" y="154"/>
                    <a:pt x="370" y="450"/>
                    <a:pt x="1052" y="450"/>
                  </a:cubicBezTo>
                  <a:cubicBezTo>
                    <a:pt x="1280" y="450"/>
                    <a:pt x="1512" y="420"/>
                    <a:pt x="1734" y="367"/>
                  </a:cubicBezTo>
                  <a:cubicBezTo>
                    <a:pt x="1830" y="342"/>
                    <a:pt x="1804" y="207"/>
                    <a:pt x="1720" y="207"/>
                  </a:cubicBezTo>
                  <a:cubicBezTo>
                    <a:pt x="1713" y="207"/>
                    <a:pt x="1705" y="208"/>
                    <a:pt x="1697" y="210"/>
                  </a:cubicBezTo>
                  <a:cubicBezTo>
                    <a:pt x="1454" y="267"/>
                    <a:pt x="1243" y="289"/>
                    <a:pt x="1062" y="289"/>
                  </a:cubicBezTo>
                  <a:cubicBezTo>
                    <a:pt x="445" y="289"/>
                    <a:pt x="179" y="30"/>
                    <a:pt x="176" y="28"/>
                  </a:cubicBezTo>
                  <a:cubicBezTo>
                    <a:pt x="158" y="9"/>
                    <a:pt x="137" y="1"/>
                    <a:pt x="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5243;p47">
              <a:extLst>
                <a:ext uri="{FF2B5EF4-FFF2-40B4-BE49-F238E27FC236}">
                  <a16:creationId xmlns:a16="http://schemas.microsoft.com/office/drawing/2014/main" id="{A9BF4517-BB8E-EDB7-5E68-078A3BF4DAA5}"/>
                </a:ext>
              </a:extLst>
            </p:cNvPr>
            <p:cNvSpPr/>
            <p:nvPr/>
          </p:nvSpPr>
          <p:spPr>
            <a:xfrm>
              <a:off x="6239726" y="4491770"/>
              <a:ext cx="104309" cy="25832"/>
            </a:xfrm>
            <a:custGeom>
              <a:avLst/>
              <a:gdLst/>
              <a:ahLst/>
              <a:cxnLst/>
              <a:rect l="l" t="t" r="r" b="b"/>
              <a:pathLst>
                <a:path w="2867" h="710" extrusionOk="0">
                  <a:moveTo>
                    <a:pt x="87" y="1"/>
                  </a:moveTo>
                  <a:cubicBezTo>
                    <a:pt x="52" y="1"/>
                    <a:pt x="20" y="26"/>
                    <a:pt x="12" y="59"/>
                  </a:cubicBezTo>
                  <a:cubicBezTo>
                    <a:pt x="0" y="102"/>
                    <a:pt x="22" y="145"/>
                    <a:pt x="65" y="161"/>
                  </a:cubicBezTo>
                  <a:cubicBezTo>
                    <a:pt x="102" y="179"/>
                    <a:pt x="139" y="201"/>
                    <a:pt x="176" y="226"/>
                  </a:cubicBezTo>
                  <a:cubicBezTo>
                    <a:pt x="416" y="380"/>
                    <a:pt x="925" y="710"/>
                    <a:pt x="1647" y="710"/>
                  </a:cubicBezTo>
                  <a:cubicBezTo>
                    <a:pt x="2039" y="704"/>
                    <a:pt x="2424" y="614"/>
                    <a:pt x="2779" y="445"/>
                  </a:cubicBezTo>
                  <a:cubicBezTo>
                    <a:pt x="2866" y="410"/>
                    <a:pt x="2826" y="289"/>
                    <a:pt x="2751" y="289"/>
                  </a:cubicBezTo>
                  <a:cubicBezTo>
                    <a:pt x="2738" y="289"/>
                    <a:pt x="2725" y="292"/>
                    <a:pt x="2711" y="300"/>
                  </a:cubicBezTo>
                  <a:cubicBezTo>
                    <a:pt x="2319" y="479"/>
                    <a:pt x="1963" y="545"/>
                    <a:pt x="1649" y="545"/>
                  </a:cubicBezTo>
                  <a:cubicBezTo>
                    <a:pt x="970" y="545"/>
                    <a:pt x="488" y="235"/>
                    <a:pt x="262" y="90"/>
                  </a:cubicBezTo>
                  <a:cubicBezTo>
                    <a:pt x="216" y="56"/>
                    <a:pt x="163" y="25"/>
                    <a:pt x="108" y="4"/>
                  </a:cubicBezTo>
                  <a:cubicBezTo>
                    <a:pt x="101" y="2"/>
                    <a:pt x="94" y="1"/>
                    <a:pt x="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5244;p47">
              <a:extLst>
                <a:ext uri="{FF2B5EF4-FFF2-40B4-BE49-F238E27FC236}">
                  <a16:creationId xmlns:a16="http://schemas.microsoft.com/office/drawing/2014/main" id="{A72BAEEF-409B-D8DC-628D-F8E5455416C0}"/>
                </a:ext>
              </a:extLst>
            </p:cNvPr>
            <p:cNvSpPr/>
            <p:nvPr/>
          </p:nvSpPr>
          <p:spPr>
            <a:xfrm>
              <a:off x="6348908" y="4389282"/>
              <a:ext cx="32089" cy="25759"/>
            </a:xfrm>
            <a:custGeom>
              <a:avLst/>
              <a:gdLst/>
              <a:ahLst/>
              <a:cxnLst/>
              <a:rect l="l" t="t" r="r" b="b"/>
              <a:pathLst>
                <a:path w="882" h="708" extrusionOk="0">
                  <a:moveTo>
                    <a:pt x="763" y="1"/>
                  </a:moveTo>
                  <a:cubicBezTo>
                    <a:pt x="748" y="1"/>
                    <a:pt x="732" y="6"/>
                    <a:pt x="716" y="17"/>
                  </a:cubicBezTo>
                  <a:cubicBezTo>
                    <a:pt x="694" y="32"/>
                    <a:pt x="176" y="409"/>
                    <a:pt x="31" y="572"/>
                  </a:cubicBezTo>
                  <a:cubicBezTo>
                    <a:pt x="0" y="606"/>
                    <a:pt x="3" y="659"/>
                    <a:pt x="37" y="689"/>
                  </a:cubicBezTo>
                  <a:cubicBezTo>
                    <a:pt x="52" y="702"/>
                    <a:pt x="71" y="708"/>
                    <a:pt x="93" y="708"/>
                  </a:cubicBezTo>
                  <a:cubicBezTo>
                    <a:pt x="114" y="708"/>
                    <a:pt x="136" y="699"/>
                    <a:pt x="151" y="680"/>
                  </a:cubicBezTo>
                  <a:cubicBezTo>
                    <a:pt x="284" y="529"/>
                    <a:pt x="805" y="153"/>
                    <a:pt x="808" y="147"/>
                  </a:cubicBezTo>
                  <a:cubicBezTo>
                    <a:pt x="881" y="96"/>
                    <a:pt x="831" y="1"/>
                    <a:pt x="7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5245;p47">
              <a:extLst>
                <a:ext uri="{FF2B5EF4-FFF2-40B4-BE49-F238E27FC236}">
                  <a16:creationId xmlns:a16="http://schemas.microsoft.com/office/drawing/2014/main" id="{384F232A-CFC5-B890-287E-D67E5A67BD58}"/>
                </a:ext>
              </a:extLst>
            </p:cNvPr>
            <p:cNvSpPr/>
            <p:nvPr/>
          </p:nvSpPr>
          <p:spPr>
            <a:xfrm>
              <a:off x="6363606" y="4408564"/>
              <a:ext cx="31253" cy="22994"/>
            </a:xfrm>
            <a:custGeom>
              <a:avLst/>
              <a:gdLst/>
              <a:ahLst/>
              <a:cxnLst/>
              <a:rect l="l" t="t" r="r" b="b"/>
              <a:pathLst>
                <a:path w="859" h="632" extrusionOk="0">
                  <a:moveTo>
                    <a:pt x="742" y="1"/>
                  </a:moveTo>
                  <a:cubicBezTo>
                    <a:pt x="727" y="1"/>
                    <a:pt x="712" y="5"/>
                    <a:pt x="697" y="14"/>
                  </a:cubicBezTo>
                  <a:cubicBezTo>
                    <a:pt x="676" y="30"/>
                    <a:pt x="160" y="378"/>
                    <a:pt x="37" y="489"/>
                  </a:cubicBezTo>
                  <a:cubicBezTo>
                    <a:pt x="3" y="520"/>
                    <a:pt x="0" y="573"/>
                    <a:pt x="31" y="607"/>
                  </a:cubicBezTo>
                  <a:cubicBezTo>
                    <a:pt x="46" y="622"/>
                    <a:pt x="68" y="631"/>
                    <a:pt x="93" y="631"/>
                  </a:cubicBezTo>
                  <a:cubicBezTo>
                    <a:pt x="111" y="631"/>
                    <a:pt x="133" y="625"/>
                    <a:pt x="145" y="610"/>
                  </a:cubicBezTo>
                  <a:cubicBezTo>
                    <a:pt x="259" y="508"/>
                    <a:pt x="783" y="153"/>
                    <a:pt x="787" y="150"/>
                  </a:cubicBezTo>
                  <a:cubicBezTo>
                    <a:pt x="858" y="99"/>
                    <a:pt x="811" y="1"/>
                    <a:pt x="7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5246;p47">
              <a:extLst>
                <a:ext uri="{FF2B5EF4-FFF2-40B4-BE49-F238E27FC236}">
                  <a16:creationId xmlns:a16="http://schemas.microsoft.com/office/drawing/2014/main" id="{E57B8A2E-87B8-7808-915A-30D41029585E}"/>
                </a:ext>
              </a:extLst>
            </p:cNvPr>
            <p:cNvSpPr/>
            <p:nvPr/>
          </p:nvSpPr>
          <p:spPr>
            <a:xfrm>
              <a:off x="6333955" y="4372728"/>
              <a:ext cx="32526" cy="23139"/>
            </a:xfrm>
            <a:custGeom>
              <a:avLst/>
              <a:gdLst/>
              <a:ahLst/>
              <a:cxnLst/>
              <a:rect l="l" t="t" r="r" b="b"/>
              <a:pathLst>
                <a:path w="894" h="636" extrusionOk="0">
                  <a:moveTo>
                    <a:pt x="773" y="1"/>
                  </a:moveTo>
                  <a:cubicBezTo>
                    <a:pt x="759" y="1"/>
                    <a:pt x="744" y="5"/>
                    <a:pt x="729" y="16"/>
                  </a:cubicBezTo>
                  <a:cubicBezTo>
                    <a:pt x="627" y="74"/>
                    <a:pt x="124" y="370"/>
                    <a:pt x="25" y="509"/>
                  </a:cubicBezTo>
                  <a:cubicBezTo>
                    <a:pt x="1" y="546"/>
                    <a:pt x="10" y="595"/>
                    <a:pt x="47" y="620"/>
                  </a:cubicBezTo>
                  <a:cubicBezTo>
                    <a:pt x="59" y="629"/>
                    <a:pt x="75" y="635"/>
                    <a:pt x="93" y="635"/>
                  </a:cubicBezTo>
                  <a:cubicBezTo>
                    <a:pt x="118" y="635"/>
                    <a:pt x="143" y="623"/>
                    <a:pt x="158" y="602"/>
                  </a:cubicBezTo>
                  <a:cubicBezTo>
                    <a:pt x="217" y="515"/>
                    <a:pt x="590" y="284"/>
                    <a:pt x="809" y="154"/>
                  </a:cubicBezTo>
                  <a:cubicBezTo>
                    <a:pt x="894" y="113"/>
                    <a:pt x="846" y="1"/>
                    <a:pt x="77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5247;p47">
              <a:extLst>
                <a:ext uri="{FF2B5EF4-FFF2-40B4-BE49-F238E27FC236}">
                  <a16:creationId xmlns:a16="http://schemas.microsoft.com/office/drawing/2014/main" id="{7A9AA117-A816-97CF-B77E-9FD7513347B3}"/>
                </a:ext>
              </a:extLst>
            </p:cNvPr>
            <p:cNvSpPr/>
            <p:nvPr/>
          </p:nvSpPr>
          <p:spPr>
            <a:xfrm>
              <a:off x="6266939" y="4361850"/>
              <a:ext cx="117334" cy="135343"/>
            </a:xfrm>
            <a:custGeom>
              <a:avLst/>
              <a:gdLst/>
              <a:ahLst/>
              <a:cxnLst/>
              <a:rect l="l" t="t" r="r" b="b"/>
              <a:pathLst>
                <a:path w="3225" h="3720" extrusionOk="0">
                  <a:moveTo>
                    <a:pt x="90" y="0"/>
                  </a:moveTo>
                  <a:cubicBezTo>
                    <a:pt x="45" y="0"/>
                    <a:pt x="0" y="36"/>
                    <a:pt x="8" y="92"/>
                  </a:cubicBezTo>
                  <a:cubicBezTo>
                    <a:pt x="14" y="117"/>
                    <a:pt x="736" y="2609"/>
                    <a:pt x="3080" y="3713"/>
                  </a:cubicBezTo>
                  <a:cubicBezTo>
                    <a:pt x="3089" y="3716"/>
                    <a:pt x="3100" y="3719"/>
                    <a:pt x="3112" y="3720"/>
                  </a:cubicBezTo>
                  <a:lnTo>
                    <a:pt x="3112" y="3720"/>
                  </a:lnTo>
                  <a:cubicBezTo>
                    <a:pt x="3197" y="3718"/>
                    <a:pt x="3224" y="3602"/>
                    <a:pt x="3147" y="3565"/>
                  </a:cubicBezTo>
                  <a:cubicBezTo>
                    <a:pt x="871" y="2495"/>
                    <a:pt x="168" y="74"/>
                    <a:pt x="162" y="49"/>
                  </a:cubicBezTo>
                  <a:cubicBezTo>
                    <a:pt x="147" y="15"/>
                    <a:pt x="119" y="0"/>
                    <a:pt x="90" y="0"/>
                  </a:cubicBezTo>
                  <a:close/>
                  <a:moveTo>
                    <a:pt x="3112" y="3720"/>
                  </a:moveTo>
                  <a:lnTo>
                    <a:pt x="3112" y="3720"/>
                  </a:lnTo>
                  <a:cubicBezTo>
                    <a:pt x="3112" y="3720"/>
                    <a:pt x="3111" y="3720"/>
                    <a:pt x="3110" y="3720"/>
                  </a:cubicBezTo>
                  <a:lnTo>
                    <a:pt x="3114" y="3720"/>
                  </a:lnTo>
                  <a:cubicBezTo>
                    <a:pt x="3113" y="3720"/>
                    <a:pt x="3113" y="3720"/>
                    <a:pt x="3112" y="372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5248;p47">
              <a:extLst>
                <a:ext uri="{FF2B5EF4-FFF2-40B4-BE49-F238E27FC236}">
                  <a16:creationId xmlns:a16="http://schemas.microsoft.com/office/drawing/2014/main" id="{D8EAC2BB-5FE8-EF6F-D922-68885C07F27A}"/>
                </a:ext>
              </a:extLst>
            </p:cNvPr>
            <p:cNvSpPr/>
            <p:nvPr/>
          </p:nvSpPr>
          <p:spPr>
            <a:xfrm>
              <a:off x="6282635" y="3597290"/>
              <a:ext cx="1557862" cy="898066"/>
            </a:xfrm>
            <a:custGeom>
              <a:avLst/>
              <a:gdLst/>
              <a:ahLst/>
              <a:cxnLst/>
              <a:rect l="l" t="t" r="r" b="b"/>
              <a:pathLst>
                <a:path w="42819" h="24684" extrusionOk="0">
                  <a:moveTo>
                    <a:pt x="29066" y="1"/>
                  </a:moveTo>
                  <a:cubicBezTo>
                    <a:pt x="25399" y="1"/>
                    <a:pt x="21373" y="2208"/>
                    <a:pt x="18042" y="4311"/>
                  </a:cubicBezTo>
                  <a:cubicBezTo>
                    <a:pt x="13460" y="7206"/>
                    <a:pt x="11441" y="7470"/>
                    <a:pt x="10857" y="7470"/>
                  </a:cubicBezTo>
                  <a:cubicBezTo>
                    <a:pt x="10726" y="7470"/>
                    <a:pt x="10668" y="7456"/>
                    <a:pt x="10668" y="7456"/>
                  </a:cubicBezTo>
                  <a:cubicBezTo>
                    <a:pt x="9095" y="9819"/>
                    <a:pt x="1523" y="14732"/>
                    <a:pt x="440" y="16210"/>
                  </a:cubicBezTo>
                  <a:cubicBezTo>
                    <a:pt x="0" y="16809"/>
                    <a:pt x="481" y="17014"/>
                    <a:pt x="1306" y="17014"/>
                  </a:cubicBezTo>
                  <a:cubicBezTo>
                    <a:pt x="2512" y="17014"/>
                    <a:pt x="4453" y="16575"/>
                    <a:pt x="5329" y="16284"/>
                  </a:cubicBezTo>
                  <a:cubicBezTo>
                    <a:pt x="5557" y="16207"/>
                    <a:pt x="5810" y="16173"/>
                    <a:pt x="6076" y="16173"/>
                  </a:cubicBezTo>
                  <a:cubicBezTo>
                    <a:pt x="7528" y="16173"/>
                    <a:pt x="9338" y="17189"/>
                    <a:pt x="9255" y="17854"/>
                  </a:cubicBezTo>
                  <a:cubicBezTo>
                    <a:pt x="9159" y="18640"/>
                    <a:pt x="3685" y="21320"/>
                    <a:pt x="6538" y="21419"/>
                  </a:cubicBezTo>
                  <a:cubicBezTo>
                    <a:pt x="6588" y="21421"/>
                    <a:pt x="6639" y="21422"/>
                    <a:pt x="6691" y="21422"/>
                  </a:cubicBezTo>
                  <a:cubicBezTo>
                    <a:pt x="9561" y="21422"/>
                    <a:pt x="14352" y="18692"/>
                    <a:pt x="17351" y="18668"/>
                  </a:cubicBezTo>
                  <a:cubicBezTo>
                    <a:pt x="20624" y="18640"/>
                    <a:pt x="35712" y="17937"/>
                    <a:pt x="37285" y="17838"/>
                  </a:cubicBezTo>
                  <a:cubicBezTo>
                    <a:pt x="37309" y="17837"/>
                    <a:pt x="37332" y="17836"/>
                    <a:pt x="37354" y="17836"/>
                  </a:cubicBezTo>
                  <a:cubicBezTo>
                    <a:pt x="38822" y="17836"/>
                    <a:pt x="37627" y="20965"/>
                    <a:pt x="34361" y="21320"/>
                  </a:cubicBezTo>
                  <a:cubicBezTo>
                    <a:pt x="33910" y="21369"/>
                    <a:pt x="33433" y="21398"/>
                    <a:pt x="32918" y="21398"/>
                  </a:cubicBezTo>
                  <a:cubicBezTo>
                    <a:pt x="30974" y="21398"/>
                    <a:pt x="28498" y="20991"/>
                    <a:pt x="24923" y="19747"/>
                  </a:cubicBezTo>
                  <a:cubicBezTo>
                    <a:pt x="23962" y="19413"/>
                    <a:pt x="23094" y="19265"/>
                    <a:pt x="22310" y="19265"/>
                  </a:cubicBezTo>
                  <a:cubicBezTo>
                    <a:pt x="19404" y="19265"/>
                    <a:pt x="17650" y="21295"/>
                    <a:pt x="16565" y="23387"/>
                  </a:cubicBezTo>
                  <a:cubicBezTo>
                    <a:pt x="16071" y="24339"/>
                    <a:pt x="16134" y="24684"/>
                    <a:pt x="16683" y="24684"/>
                  </a:cubicBezTo>
                  <a:cubicBezTo>
                    <a:pt x="17662" y="24684"/>
                    <a:pt x="20186" y="23587"/>
                    <a:pt x="23841" y="22893"/>
                  </a:cubicBezTo>
                  <a:cubicBezTo>
                    <a:pt x="24562" y="22757"/>
                    <a:pt x="25226" y="22700"/>
                    <a:pt x="25845" y="22700"/>
                  </a:cubicBezTo>
                  <a:cubicBezTo>
                    <a:pt x="28767" y="22700"/>
                    <a:pt x="30718" y="23953"/>
                    <a:pt x="33220" y="23953"/>
                  </a:cubicBezTo>
                  <a:cubicBezTo>
                    <a:pt x="34382" y="23953"/>
                    <a:pt x="35662" y="23683"/>
                    <a:pt x="37214" y="22893"/>
                  </a:cubicBezTo>
                  <a:cubicBezTo>
                    <a:pt x="42818" y="20043"/>
                    <a:pt x="40258" y="10701"/>
                    <a:pt x="35737" y="3820"/>
                  </a:cubicBezTo>
                  <a:cubicBezTo>
                    <a:pt x="33904" y="1029"/>
                    <a:pt x="31568" y="1"/>
                    <a:pt x="290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5249;p47">
              <a:extLst>
                <a:ext uri="{FF2B5EF4-FFF2-40B4-BE49-F238E27FC236}">
                  <a16:creationId xmlns:a16="http://schemas.microsoft.com/office/drawing/2014/main" id="{CE5A1CD6-264C-52FB-3E8F-BCA56870A5EF}"/>
                </a:ext>
              </a:extLst>
            </p:cNvPr>
            <p:cNvSpPr/>
            <p:nvPr/>
          </p:nvSpPr>
          <p:spPr>
            <a:xfrm>
              <a:off x="6364277" y="3724045"/>
              <a:ext cx="676569" cy="513248"/>
            </a:xfrm>
            <a:custGeom>
              <a:avLst/>
              <a:gdLst/>
              <a:ahLst/>
              <a:cxnLst/>
              <a:rect l="l" t="t" r="r" b="b"/>
              <a:pathLst>
                <a:path w="18596" h="14107" extrusionOk="0">
                  <a:moveTo>
                    <a:pt x="5289" y="1"/>
                  </a:moveTo>
                  <a:cubicBezTo>
                    <a:pt x="5243" y="1"/>
                    <a:pt x="5206" y="13"/>
                    <a:pt x="5179" y="40"/>
                  </a:cubicBezTo>
                  <a:cubicBezTo>
                    <a:pt x="4784" y="435"/>
                    <a:pt x="4762" y="3584"/>
                    <a:pt x="4762" y="3584"/>
                  </a:cubicBezTo>
                  <a:cubicBezTo>
                    <a:pt x="4762" y="3584"/>
                    <a:pt x="0" y="6005"/>
                    <a:pt x="4491" y="11742"/>
                  </a:cubicBezTo>
                  <a:cubicBezTo>
                    <a:pt x="5473" y="12995"/>
                    <a:pt x="9443" y="14106"/>
                    <a:pt x="12850" y="14106"/>
                  </a:cubicBezTo>
                  <a:cubicBezTo>
                    <a:pt x="15126" y="14106"/>
                    <a:pt x="17151" y="13611"/>
                    <a:pt x="17865" y="12331"/>
                  </a:cubicBezTo>
                  <a:cubicBezTo>
                    <a:pt x="18595" y="11020"/>
                    <a:pt x="18161" y="3090"/>
                    <a:pt x="18161" y="3090"/>
                  </a:cubicBezTo>
                  <a:cubicBezTo>
                    <a:pt x="18161" y="3090"/>
                    <a:pt x="18552" y="731"/>
                    <a:pt x="17766" y="632"/>
                  </a:cubicBezTo>
                  <a:cubicBezTo>
                    <a:pt x="17751" y="630"/>
                    <a:pt x="17736" y="629"/>
                    <a:pt x="17720" y="629"/>
                  </a:cubicBezTo>
                  <a:cubicBezTo>
                    <a:pt x="16902" y="629"/>
                    <a:pt x="14913" y="3090"/>
                    <a:pt x="14913" y="3090"/>
                  </a:cubicBezTo>
                  <a:lnTo>
                    <a:pt x="8127" y="2304"/>
                  </a:lnTo>
                  <a:cubicBezTo>
                    <a:pt x="8127" y="2304"/>
                    <a:pt x="5912" y="1"/>
                    <a:pt x="528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5250;p47">
              <a:extLst>
                <a:ext uri="{FF2B5EF4-FFF2-40B4-BE49-F238E27FC236}">
                  <a16:creationId xmlns:a16="http://schemas.microsoft.com/office/drawing/2014/main" id="{C0331621-AC2D-8793-5305-2AC2312C6127}"/>
                </a:ext>
              </a:extLst>
            </p:cNvPr>
            <p:cNvSpPr/>
            <p:nvPr/>
          </p:nvSpPr>
          <p:spPr>
            <a:xfrm>
              <a:off x="6923649" y="3819584"/>
              <a:ext cx="70073" cy="78404"/>
            </a:xfrm>
            <a:custGeom>
              <a:avLst/>
              <a:gdLst/>
              <a:ahLst/>
              <a:cxnLst/>
              <a:rect l="l" t="t" r="r" b="b"/>
              <a:pathLst>
                <a:path w="1926" h="2155" extrusionOk="0">
                  <a:moveTo>
                    <a:pt x="1741" y="1"/>
                  </a:moveTo>
                  <a:cubicBezTo>
                    <a:pt x="1505" y="1"/>
                    <a:pt x="0" y="1322"/>
                    <a:pt x="0" y="1322"/>
                  </a:cubicBezTo>
                  <a:cubicBezTo>
                    <a:pt x="469" y="1738"/>
                    <a:pt x="1925" y="2155"/>
                    <a:pt x="1925" y="2155"/>
                  </a:cubicBezTo>
                  <a:cubicBezTo>
                    <a:pt x="1925" y="2155"/>
                    <a:pt x="1823" y="230"/>
                    <a:pt x="1771" y="20"/>
                  </a:cubicBezTo>
                  <a:cubicBezTo>
                    <a:pt x="1768" y="7"/>
                    <a:pt x="1757" y="1"/>
                    <a:pt x="174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5251;p47">
              <a:extLst>
                <a:ext uri="{FF2B5EF4-FFF2-40B4-BE49-F238E27FC236}">
                  <a16:creationId xmlns:a16="http://schemas.microsoft.com/office/drawing/2014/main" id="{234F004B-09DB-3E7B-C3EF-C19886C58C32}"/>
                </a:ext>
              </a:extLst>
            </p:cNvPr>
            <p:cNvSpPr/>
            <p:nvPr/>
          </p:nvSpPr>
          <p:spPr>
            <a:xfrm>
              <a:off x="6571763" y="3773015"/>
              <a:ext cx="69927" cy="73929"/>
            </a:xfrm>
            <a:custGeom>
              <a:avLst/>
              <a:gdLst/>
              <a:ahLst/>
              <a:cxnLst/>
              <a:rect l="l" t="t" r="r" b="b"/>
              <a:pathLst>
                <a:path w="1922" h="2032" extrusionOk="0">
                  <a:moveTo>
                    <a:pt x="146" y="1"/>
                  </a:moveTo>
                  <a:cubicBezTo>
                    <a:pt x="1" y="1"/>
                    <a:pt x="151" y="2031"/>
                    <a:pt x="151" y="2031"/>
                  </a:cubicBezTo>
                  <a:cubicBezTo>
                    <a:pt x="151" y="2031"/>
                    <a:pt x="1922" y="1615"/>
                    <a:pt x="1922" y="1458"/>
                  </a:cubicBezTo>
                  <a:cubicBezTo>
                    <a:pt x="1922" y="1303"/>
                    <a:pt x="309" y="54"/>
                    <a:pt x="151" y="2"/>
                  </a:cubicBezTo>
                  <a:cubicBezTo>
                    <a:pt x="149" y="1"/>
                    <a:pt x="148" y="1"/>
                    <a:pt x="14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5252;p47">
              <a:extLst>
                <a:ext uri="{FF2B5EF4-FFF2-40B4-BE49-F238E27FC236}">
                  <a16:creationId xmlns:a16="http://schemas.microsoft.com/office/drawing/2014/main" id="{1FEC4560-D3BB-7CA4-88CB-9EAB13B52025}"/>
                </a:ext>
              </a:extLst>
            </p:cNvPr>
            <p:cNvSpPr/>
            <p:nvPr/>
          </p:nvSpPr>
          <p:spPr>
            <a:xfrm>
              <a:off x="6961341" y="4122501"/>
              <a:ext cx="479994" cy="152734"/>
            </a:xfrm>
            <a:custGeom>
              <a:avLst/>
              <a:gdLst/>
              <a:ahLst/>
              <a:cxnLst/>
              <a:rect l="l" t="t" r="r" b="b"/>
              <a:pathLst>
                <a:path w="13193" h="4198" extrusionOk="0">
                  <a:moveTo>
                    <a:pt x="6922" y="0"/>
                  </a:moveTo>
                  <a:cubicBezTo>
                    <a:pt x="6922" y="0"/>
                    <a:pt x="6379" y="1144"/>
                    <a:pt x="4948" y="1218"/>
                  </a:cubicBezTo>
                  <a:cubicBezTo>
                    <a:pt x="1725" y="1382"/>
                    <a:pt x="1" y="4198"/>
                    <a:pt x="1" y="4198"/>
                  </a:cubicBezTo>
                  <a:cubicBezTo>
                    <a:pt x="1" y="4198"/>
                    <a:pt x="13192" y="3837"/>
                    <a:pt x="12594" y="3606"/>
                  </a:cubicBezTo>
                  <a:cubicBezTo>
                    <a:pt x="8430" y="1993"/>
                    <a:pt x="6922" y="0"/>
                    <a:pt x="6922" y="0"/>
                  </a:cubicBezTo>
                  <a:close/>
                </a:path>
              </a:pathLst>
            </a:custGeom>
            <a:solidFill>
              <a:srgbClr val="000000">
                <a:alpha val="89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5253;p47">
              <a:extLst>
                <a:ext uri="{FF2B5EF4-FFF2-40B4-BE49-F238E27FC236}">
                  <a16:creationId xmlns:a16="http://schemas.microsoft.com/office/drawing/2014/main" id="{4BF5E8E0-58E4-0255-AA1B-934E88ECD0A3}"/>
                </a:ext>
              </a:extLst>
            </p:cNvPr>
            <p:cNvSpPr/>
            <p:nvPr/>
          </p:nvSpPr>
          <p:spPr>
            <a:xfrm>
              <a:off x="7228676" y="4181913"/>
              <a:ext cx="204688" cy="84917"/>
            </a:xfrm>
            <a:custGeom>
              <a:avLst/>
              <a:gdLst/>
              <a:ahLst/>
              <a:cxnLst/>
              <a:rect l="l" t="t" r="r" b="b"/>
              <a:pathLst>
                <a:path w="5626" h="2334" extrusionOk="0">
                  <a:moveTo>
                    <a:pt x="3483" y="1"/>
                  </a:moveTo>
                  <a:cubicBezTo>
                    <a:pt x="3465" y="1"/>
                    <a:pt x="3447" y="1"/>
                    <a:pt x="3429" y="2"/>
                  </a:cubicBezTo>
                  <a:cubicBezTo>
                    <a:pt x="3429" y="2"/>
                    <a:pt x="512" y="221"/>
                    <a:pt x="46" y="2084"/>
                  </a:cubicBezTo>
                  <a:cubicBezTo>
                    <a:pt x="0" y="2268"/>
                    <a:pt x="471" y="2333"/>
                    <a:pt x="1156" y="2333"/>
                  </a:cubicBezTo>
                  <a:cubicBezTo>
                    <a:pt x="2785" y="2333"/>
                    <a:pt x="5625" y="1967"/>
                    <a:pt x="5625" y="1967"/>
                  </a:cubicBezTo>
                  <a:cubicBezTo>
                    <a:pt x="5625" y="1967"/>
                    <a:pt x="4853" y="1"/>
                    <a:pt x="34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5254;p47">
              <a:extLst>
                <a:ext uri="{FF2B5EF4-FFF2-40B4-BE49-F238E27FC236}">
                  <a16:creationId xmlns:a16="http://schemas.microsoft.com/office/drawing/2014/main" id="{9FD4AF9F-0A72-7B51-CCDE-44BA69BC49B9}"/>
                </a:ext>
              </a:extLst>
            </p:cNvPr>
            <p:cNvSpPr/>
            <p:nvPr/>
          </p:nvSpPr>
          <p:spPr>
            <a:xfrm>
              <a:off x="7159405" y="3774871"/>
              <a:ext cx="341050" cy="461912"/>
            </a:xfrm>
            <a:custGeom>
              <a:avLst/>
              <a:gdLst/>
              <a:ahLst/>
              <a:cxnLst/>
              <a:rect l="l" t="t" r="r" b="b"/>
              <a:pathLst>
                <a:path w="9374" h="12696" extrusionOk="0">
                  <a:moveTo>
                    <a:pt x="6243" y="0"/>
                  </a:moveTo>
                  <a:cubicBezTo>
                    <a:pt x="5611" y="22"/>
                    <a:pt x="4982" y="105"/>
                    <a:pt x="4365" y="253"/>
                  </a:cubicBezTo>
                  <a:cubicBezTo>
                    <a:pt x="3406" y="481"/>
                    <a:pt x="2073" y="965"/>
                    <a:pt x="1166" y="1977"/>
                  </a:cubicBezTo>
                  <a:cubicBezTo>
                    <a:pt x="343" y="2899"/>
                    <a:pt x="1" y="4102"/>
                    <a:pt x="155" y="5552"/>
                  </a:cubicBezTo>
                  <a:cubicBezTo>
                    <a:pt x="408" y="7951"/>
                    <a:pt x="1324" y="9787"/>
                    <a:pt x="2878" y="11008"/>
                  </a:cubicBezTo>
                  <a:cubicBezTo>
                    <a:pt x="4732" y="12467"/>
                    <a:pt x="7073" y="12695"/>
                    <a:pt x="8353" y="12695"/>
                  </a:cubicBezTo>
                  <a:cubicBezTo>
                    <a:pt x="8379" y="12695"/>
                    <a:pt x="8406" y="12695"/>
                    <a:pt x="8432" y="12695"/>
                  </a:cubicBezTo>
                  <a:cubicBezTo>
                    <a:pt x="8723" y="12695"/>
                    <a:pt x="9011" y="12680"/>
                    <a:pt x="9297" y="12649"/>
                  </a:cubicBezTo>
                  <a:cubicBezTo>
                    <a:pt x="9343" y="12643"/>
                    <a:pt x="9374" y="12602"/>
                    <a:pt x="9368" y="12556"/>
                  </a:cubicBezTo>
                  <a:cubicBezTo>
                    <a:pt x="9362" y="12517"/>
                    <a:pt x="9328" y="12488"/>
                    <a:pt x="9289" y="12488"/>
                  </a:cubicBezTo>
                  <a:cubicBezTo>
                    <a:pt x="9286" y="12488"/>
                    <a:pt x="9282" y="12488"/>
                    <a:pt x="9278" y="12488"/>
                  </a:cubicBezTo>
                  <a:cubicBezTo>
                    <a:pt x="9267" y="12489"/>
                    <a:pt x="8914" y="12533"/>
                    <a:pt x="8354" y="12533"/>
                  </a:cubicBezTo>
                  <a:cubicBezTo>
                    <a:pt x="7097" y="12533"/>
                    <a:pt x="4795" y="12311"/>
                    <a:pt x="2977" y="10881"/>
                  </a:cubicBezTo>
                  <a:cubicBezTo>
                    <a:pt x="1459" y="9688"/>
                    <a:pt x="565" y="7887"/>
                    <a:pt x="315" y="5536"/>
                  </a:cubicBezTo>
                  <a:cubicBezTo>
                    <a:pt x="167" y="4133"/>
                    <a:pt x="494" y="2973"/>
                    <a:pt x="1287" y="2085"/>
                  </a:cubicBezTo>
                  <a:cubicBezTo>
                    <a:pt x="2968" y="204"/>
                    <a:pt x="6212" y="160"/>
                    <a:pt x="6243" y="160"/>
                  </a:cubicBezTo>
                  <a:cubicBezTo>
                    <a:pt x="6351" y="160"/>
                    <a:pt x="6351" y="0"/>
                    <a:pt x="624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5255;p47">
              <a:extLst>
                <a:ext uri="{FF2B5EF4-FFF2-40B4-BE49-F238E27FC236}">
                  <a16:creationId xmlns:a16="http://schemas.microsoft.com/office/drawing/2014/main" id="{A069AEB7-D6E6-0BAE-DE2B-EDDE974C85B9}"/>
                </a:ext>
              </a:extLst>
            </p:cNvPr>
            <p:cNvSpPr/>
            <p:nvPr/>
          </p:nvSpPr>
          <p:spPr>
            <a:xfrm>
              <a:off x="7238390" y="4208435"/>
              <a:ext cx="67089" cy="55047"/>
            </a:xfrm>
            <a:custGeom>
              <a:avLst/>
              <a:gdLst/>
              <a:ahLst/>
              <a:cxnLst/>
              <a:rect l="l" t="t" r="r" b="b"/>
              <a:pathLst>
                <a:path w="1844" h="1513" extrusionOk="0">
                  <a:moveTo>
                    <a:pt x="1402" y="0"/>
                  </a:moveTo>
                  <a:cubicBezTo>
                    <a:pt x="1344" y="0"/>
                    <a:pt x="1286" y="8"/>
                    <a:pt x="1228" y="22"/>
                  </a:cubicBezTo>
                  <a:cubicBezTo>
                    <a:pt x="797" y="124"/>
                    <a:pt x="390" y="587"/>
                    <a:pt x="19" y="1398"/>
                  </a:cubicBezTo>
                  <a:cubicBezTo>
                    <a:pt x="1" y="1438"/>
                    <a:pt x="16" y="1484"/>
                    <a:pt x="56" y="1506"/>
                  </a:cubicBezTo>
                  <a:cubicBezTo>
                    <a:pt x="69" y="1509"/>
                    <a:pt x="78" y="1512"/>
                    <a:pt x="90" y="1512"/>
                  </a:cubicBezTo>
                  <a:cubicBezTo>
                    <a:pt x="124" y="1512"/>
                    <a:pt x="152" y="1494"/>
                    <a:pt x="167" y="1463"/>
                  </a:cubicBezTo>
                  <a:cubicBezTo>
                    <a:pt x="599" y="519"/>
                    <a:pt x="1000" y="244"/>
                    <a:pt x="1262" y="180"/>
                  </a:cubicBezTo>
                  <a:cubicBezTo>
                    <a:pt x="1307" y="167"/>
                    <a:pt x="1353" y="161"/>
                    <a:pt x="1400" y="161"/>
                  </a:cubicBezTo>
                  <a:cubicBezTo>
                    <a:pt x="1499" y="161"/>
                    <a:pt x="1598" y="190"/>
                    <a:pt x="1682" y="244"/>
                  </a:cubicBezTo>
                  <a:cubicBezTo>
                    <a:pt x="1698" y="256"/>
                    <a:pt x="1714" y="260"/>
                    <a:pt x="1729" y="260"/>
                  </a:cubicBezTo>
                  <a:cubicBezTo>
                    <a:pt x="1794" y="260"/>
                    <a:pt x="1844" y="173"/>
                    <a:pt x="1784" y="118"/>
                  </a:cubicBezTo>
                  <a:cubicBezTo>
                    <a:pt x="1669" y="40"/>
                    <a:pt x="1537" y="0"/>
                    <a:pt x="14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5256;p47">
              <a:extLst>
                <a:ext uri="{FF2B5EF4-FFF2-40B4-BE49-F238E27FC236}">
                  <a16:creationId xmlns:a16="http://schemas.microsoft.com/office/drawing/2014/main" id="{4DB5BE57-BA83-6BE9-7696-4F6C9D24D329}"/>
                </a:ext>
              </a:extLst>
            </p:cNvPr>
            <p:cNvSpPr/>
            <p:nvPr/>
          </p:nvSpPr>
          <p:spPr>
            <a:xfrm>
              <a:off x="7263894" y="4228991"/>
              <a:ext cx="77458" cy="34491"/>
            </a:xfrm>
            <a:custGeom>
              <a:avLst/>
              <a:gdLst/>
              <a:ahLst/>
              <a:cxnLst/>
              <a:rect l="l" t="t" r="r" b="b"/>
              <a:pathLst>
                <a:path w="2129" h="948" extrusionOk="0">
                  <a:moveTo>
                    <a:pt x="1951" y="1"/>
                  </a:moveTo>
                  <a:cubicBezTo>
                    <a:pt x="1637" y="1"/>
                    <a:pt x="643" y="63"/>
                    <a:pt x="31" y="811"/>
                  </a:cubicBezTo>
                  <a:cubicBezTo>
                    <a:pt x="0" y="848"/>
                    <a:pt x="6" y="901"/>
                    <a:pt x="43" y="929"/>
                  </a:cubicBezTo>
                  <a:cubicBezTo>
                    <a:pt x="56" y="941"/>
                    <a:pt x="74" y="947"/>
                    <a:pt x="93" y="947"/>
                  </a:cubicBezTo>
                  <a:cubicBezTo>
                    <a:pt x="117" y="947"/>
                    <a:pt x="142" y="935"/>
                    <a:pt x="157" y="916"/>
                  </a:cubicBezTo>
                  <a:cubicBezTo>
                    <a:pt x="732" y="214"/>
                    <a:pt x="1709" y="166"/>
                    <a:pt x="1972" y="166"/>
                  </a:cubicBezTo>
                  <a:cubicBezTo>
                    <a:pt x="2014" y="166"/>
                    <a:pt x="2037" y="167"/>
                    <a:pt x="2039" y="167"/>
                  </a:cubicBezTo>
                  <a:cubicBezTo>
                    <a:pt x="2041" y="167"/>
                    <a:pt x="2043" y="167"/>
                    <a:pt x="2045" y="167"/>
                  </a:cubicBezTo>
                  <a:cubicBezTo>
                    <a:pt x="2088" y="167"/>
                    <a:pt x="2125" y="134"/>
                    <a:pt x="2125" y="90"/>
                  </a:cubicBezTo>
                  <a:cubicBezTo>
                    <a:pt x="2128" y="43"/>
                    <a:pt x="2094" y="6"/>
                    <a:pt x="2048" y="3"/>
                  </a:cubicBezTo>
                  <a:cubicBezTo>
                    <a:pt x="2040" y="3"/>
                    <a:pt x="2006" y="1"/>
                    <a:pt x="195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5257;p47">
              <a:extLst>
                <a:ext uri="{FF2B5EF4-FFF2-40B4-BE49-F238E27FC236}">
                  <a16:creationId xmlns:a16="http://schemas.microsoft.com/office/drawing/2014/main" id="{FE522DA7-A6E2-9FA6-1E47-1C91E13708B7}"/>
                </a:ext>
              </a:extLst>
            </p:cNvPr>
            <p:cNvSpPr/>
            <p:nvPr/>
          </p:nvSpPr>
          <p:spPr>
            <a:xfrm>
              <a:off x="6448137" y="3961656"/>
              <a:ext cx="512884" cy="274615"/>
            </a:xfrm>
            <a:custGeom>
              <a:avLst/>
              <a:gdLst/>
              <a:ahLst/>
              <a:cxnLst/>
              <a:rect l="l" t="t" r="r" b="b"/>
              <a:pathLst>
                <a:path w="14097" h="7548" extrusionOk="0">
                  <a:moveTo>
                    <a:pt x="7597" y="0"/>
                  </a:moveTo>
                  <a:cubicBezTo>
                    <a:pt x="6642" y="0"/>
                    <a:pt x="6549" y="1151"/>
                    <a:pt x="4564" y="2750"/>
                  </a:cubicBezTo>
                  <a:cubicBezTo>
                    <a:pt x="3813" y="3356"/>
                    <a:pt x="3168" y="3572"/>
                    <a:pt x="2631" y="3572"/>
                  </a:cubicBezTo>
                  <a:cubicBezTo>
                    <a:pt x="1297" y="3572"/>
                    <a:pt x="622" y="2244"/>
                    <a:pt x="622" y="2244"/>
                  </a:cubicBezTo>
                  <a:cubicBezTo>
                    <a:pt x="591" y="2229"/>
                    <a:pt x="564" y="2222"/>
                    <a:pt x="540" y="2222"/>
                  </a:cubicBezTo>
                  <a:cubicBezTo>
                    <a:pt x="1" y="2222"/>
                    <a:pt x="1433" y="5926"/>
                    <a:pt x="6556" y="7120"/>
                  </a:cubicBezTo>
                  <a:cubicBezTo>
                    <a:pt x="7858" y="7424"/>
                    <a:pt x="8968" y="7548"/>
                    <a:pt x="9903" y="7548"/>
                  </a:cubicBezTo>
                  <a:cubicBezTo>
                    <a:pt x="12807" y="7548"/>
                    <a:pt x="14027" y="6355"/>
                    <a:pt x="14085" y="5677"/>
                  </a:cubicBezTo>
                  <a:cubicBezTo>
                    <a:pt x="14097" y="5546"/>
                    <a:pt x="14075" y="5494"/>
                    <a:pt x="14024" y="5494"/>
                  </a:cubicBezTo>
                  <a:cubicBezTo>
                    <a:pt x="13837" y="5494"/>
                    <a:pt x="13256" y="6160"/>
                    <a:pt x="12417" y="6160"/>
                  </a:cubicBezTo>
                  <a:cubicBezTo>
                    <a:pt x="11893" y="6160"/>
                    <a:pt x="11268" y="5900"/>
                    <a:pt x="10575" y="5053"/>
                  </a:cubicBezTo>
                  <a:cubicBezTo>
                    <a:pt x="9311" y="3508"/>
                    <a:pt x="10418" y="1072"/>
                    <a:pt x="8857" y="372"/>
                  </a:cubicBezTo>
                  <a:cubicBezTo>
                    <a:pt x="8291" y="116"/>
                    <a:pt x="7901" y="0"/>
                    <a:pt x="7597" y="0"/>
                  </a:cubicBezTo>
                  <a:close/>
                </a:path>
              </a:pathLst>
            </a:custGeom>
            <a:solidFill>
              <a:srgbClr val="000000">
                <a:alpha val="89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5258;p47">
              <a:extLst>
                <a:ext uri="{FF2B5EF4-FFF2-40B4-BE49-F238E27FC236}">
                  <a16:creationId xmlns:a16="http://schemas.microsoft.com/office/drawing/2014/main" id="{8116B802-9A65-71EB-FD25-FAEB0805F59F}"/>
                </a:ext>
              </a:extLst>
            </p:cNvPr>
            <p:cNvSpPr/>
            <p:nvPr/>
          </p:nvSpPr>
          <p:spPr>
            <a:xfrm>
              <a:off x="6688804" y="3991380"/>
              <a:ext cx="82043" cy="88737"/>
            </a:xfrm>
            <a:custGeom>
              <a:avLst/>
              <a:gdLst/>
              <a:ahLst/>
              <a:cxnLst/>
              <a:rect l="l" t="t" r="r" b="b"/>
              <a:pathLst>
                <a:path w="2255" h="2439" extrusionOk="0">
                  <a:moveTo>
                    <a:pt x="1342" y="0"/>
                  </a:moveTo>
                  <a:cubicBezTo>
                    <a:pt x="1312" y="0"/>
                    <a:pt x="1282" y="16"/>
                    <a:pt x="1268" y="51"/>
                  </a:cubicBezTo>
                  <a:lnTo>
                    <a:pt x="598" y="2192"/>
                  </a:lnTo>
                  <a:cubicBezTo>
                    <a:pt x="238" y="1880"/>
                    <a:pt x="170" y="835"/>
                    <a:pt x="176" y="430"/>
                  </a:cubicBezTo>
                  <a:cubicBezTo>
                    <a:pt x="176" y="384"/>
                    <a:pt x="139" y="347"/>
                    <a:pt x="96" y="347"/>
                  </a:cubicBezTo>
                  <a:cubicBezTo>
                    <a:pt x="49" y="347"/>
                    <a:pt x="12" y="381"/>
                    <a:pt x="16" y="427"/>
                  </a:cubicBezTo>
                  <a:cubicBezTo>
                    <a:pt x="16" y="495"/>
                    <a:pt x="0" y="2084"/>
                    <a:pt x="602" y="2392"/>
                  </a:cubicBezTo>
                  <a:lnTo>
                    <a:pt x="605" y="2392"/>
                  </a:lnTo>
                  <a:cubicBezTo>
                    <a:pt x="669" y="2423"/>
                    <a:pt x="740" y="2438"/>
                    <a:pt x="814" y="2438"/>
                  </a:cubicBezTo>
                  <a:cubicBezTo>
                    <a:pt x="1407" y="2438"/>
                    <a:pt x="2141" y="1427"/>
                    <a:pt x="2230" y="1297"/>
                  </a:cubicBezTo>
                  <a:cubicBezTo>
                    <a:pt x="2255" y="1263"/>
                    <a:pt x="2245" y="1214"/>
                    <a:pt x="2212" y="1189"/>
                  </a:cubicBezTo>
                  <a:cubicBezTo>
                    <a:pt x="2197" y="1178"/>
                    <a:pt x="2180" y="1173"/>
                    <a:pt x="2164" y="1173"/>
                  </a:cubicBezTo>
                  <a:cubicBezTo>
                    <a:pt x="2139" y="1173"/>
                    <a:pt x="2115" y="1185"/>
                    <a:pt x="2100" y="1208"/>
                  </a:cubicBezTo>
                  <a:cubicBezTo>
                    <a:pt x="1870" y="1531"/>
                    <a:pt x="1240" y="2280"/>
                    <a:pt x="815" y="2280"/>
                  </a:cubicBezTo>
                  <a:cubicBezTo>
                    <a:pt x="790" y="2280"/>
                    <a:pt x="766" y="2277"/>
                    <a:pt x="743" y="2272"/>
                  </a:cubicBezTo>
                  <a:lnTo>
                    <a:pt x="1422" y="100"/>
                  </a:lnTo>
                  <a:cubicBezTo>
                    <a:pt x="1437" y="40"/>
                    <a:pt x="1389" y="0"/>
                    <a:pt x="134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5259;p47">
              <a:extLst>
                <a:ext uri="{FF2B5EF4-FFF2-40B4-BE49-F238E27FC236}">
                  <a16:creationId xmlns:a16="http://schemas.microsoft.com/office/drawing/2014/main" id="{269BCDDD-F139-AD59-7100-E7EDC7D05AF5}"/>
                </a:ext>
              </a:extLst>
            </p:cNvPr>
            <p:cNvSpPr/>
            <p:nvPr/>
          </p:nvSpPr>
          <p:spPr>
            <a:xfrm>
              <a:off x="6718964" y="3970424"/>
              <a:ext cx="46715" cy="23867"/>
            </a:xfrm>
            <a:custGeom>
              <a:avLst/>
              <a:gdLst/>
              <a:ahLst/>
              <a:cxnLst/>
              <a:rect l="l" t="t" r="r" b="b"/>
              <a:pathLst>
                <a:path w="1284" h="656" extrusionOk="0">
                  <a:moveTo>
                    <a:pt x="259" y="0"/>
                  </a:moveTo>
                  <a:cubicBezTo>
                    <a:pt x="105" y="0"/>
                    <a:pt x="1" y="16"/>
                    <a:pt x="1" y="16"/>
                  </a:cubicBezTo>
                  <a:cubicBezTo>
                    <a:pt x="1" y="16"/>
                    <a:pt x="485" y="609"/>
                    <a:pt x="565" y="652"/>
                  </a:cubicBezTo>
                  <a:cubicBezTo>
                    <a:pt x="570" y="655"/>
                    <a:pt x="578" y="656"/>
                    <a:pt x="587" y="656"/>
                  </a:cubicBezTo>
                  <a:cubicBezTo>
                    <a:pt x="724" y="656"/>
                    <a:pt x="1284" y="377"/>
                    <a:pt x="1284" y="377"/>
                  </a:cubicBezTo>
                  <a:cubicBezTo>
                    <a:pt x="1005" y="56"/>
                    <a:pt x="546" y="0"/>
                    <a:pt x="259" y="0"/>
                  </a:cubicBezTo>
                  <a:close/>
                </a:path>
              </a:pathLst>
            </a:custGeom>
            <a:solidFill>
              <a:srgbClr val="CA7A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5260;p47">
              <a:extLst>
                <a:ext uri="{FF2B5EF4-FFF2-40B4-BE49-F238E27FC236}">
                  <a16:creationId xmlns:a16="http://schemas.microsoft.com/office/drawing/2014/main" id="{A47FFC84-9D93-5252-1274-F7C7B5972EAA}"/>
                </a:ext>
              </a:extLst>
            </p:cNvPr>
            <p:cNvSpPr/>
            <p:nvPr/>
          </p:nvSpPr>
          <p:spPr>
            <a:xfrm>
              <a:off x="6578857" y="3907956"/>
              <a:ext cx="71382" cy="70145"/>
            </a:xfrm>
            <a:custGeom>
              <a:avLst/>
              <a:gdLst/>
              <a:ahLst/>
              <a:cxnLst/>
              <a:rect l="l" t="t" r="r" b="b"/>
              <a:pathLst>
                <a:path w="1962" h="1928" extrusionOk="0">
                  <a:moveTo>
                    <a:pt x="294" y="0"/>
                  </a:moveTo>
                  <a:cubicBezTo>
                    <a:pt x="185" y="0"/>
                    <a:pt x="114" y="8"/>
                    <a:pt x="104" y="9"/>
                  </a:cubicBezTo>
                  <a:cubicBezTo>
                    <a:pt x="0" y="24"/>
                    <a:pt x="14" y="173"/>
                    <a:pt x="111" y="173"/>
                  </a:cubicBezTo>
                  <a:cubicBezTo>
                    <a:pt x="115" y="173"/>
                    <a:pt x="119" y="173"/>
                    <a:pt x="123" y="173"/>
                  </a:cubicBezTo>
                  <a:cubicBezTo>
                    <a:pt x="125" y="172"/>
                    <a:pt x="189" y="164"/>
                    <a:pt x="290" y="164"/>
                  </a:cubicBezTo>
                  <a:cubicBezTo>
                    <a:pt x="543" y="164"/>
                    <a:pt x="1030" y="212"/>
                    <a:pt x="1372" y="537"/>
                  </a:cubicBezTo>
                  <a:cubicBezTo>
                    <a:pt x="1668" y="824"/>
                    <a:pt x="1795" y="1262"/>
                    <a:pt x="1751" y="1841"/>
                  </a:cubicBezTo>
                  <a:cubicBezTo>
                    <a:pt x="1745" y="1885"/>
                    <a:pt x="1779" y="1925"/>
                    <a:pt x="1825" y="1928"/>
                  </a:cubicBezTo>
                  <a:lnTo>
                    <a:pt x="1832" y="1928"/>
                  </a:lnTo>
                  <a:cubicBezTo>
                    <a:pt x="1872" y="1928"/>
                    <a:pt x="1909" y="1894"/>
                    <a:pt x="1912" y="1854"/>
                  </a:cubicBezTo>
                  <a:cubicBezTo>
                    <a:pt x="1961" y="1221"/>
                    <a:pt x="1816" y="740"/>
                    <a:pt x="1483" y="420"/>
                  </a:cubicBezTo>
                  <a:cubicBezTo>
                    <a:pt x="1099" y="54"/>
                    <a:pt x="573" y="0"/>
                    <a:pt x="2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5261;p47">
              <a:extLst>
                <a:ext uri="{FF2B5EF4-FFF2-40B4-BE49-F238E27FC236}">
                  <a16:creationId xmlns:a16="http://schemas.microsoft.com/office/drawing/2014/main" id="{AB644B46-249D-D38B-8175-15E9587B6957}"/>
                </a:ext>
              </a:extLst>
            </p:cNvPr>
            <p:cNvSpPr/>
            <p:nvPr/>
          </p:nvSpPr>
          <p:spPr>
            <a:xfrm>
              <a:off x="6846556" y="3957836"/>
              <a:ext cx="98087" cy="59995"/>
            </a:xfrm>
            <a:custGeom>
              <a:avLst/>
              <a:gdLst/>
              <a:ahLst/>
              <a:cxnLst/>
              <a:rect l="l" t="t" r="r" b="b"/>
              <a:pathLst>
                <a:path w="2696" h="1649" extrusionOk="0">
                  <a:moveTo>
                    <a:pt x="2469" y="1"/>
                  </a:moveTo>
                  <a:cubicBezTo>
                    <a:pt x="2030" y="1"/>
                    <a:pt x="559" y="114"/>
                    <a:pt x="16" y="1541"/>
                  </a:cubicBezTo>
                  <a:cubicBezTo>
                    <a:pt x="1" y="1581"/>
                    <a:pt x="22" y="1627"/>
                    <a:pt x="62" y="1642"/>
                  </a:cubicBezTo>
                  <a:cubicBezTo>
                    <a:pt x="72" y="1649"/>
                    <a:pt x="81" y="1649"/>
                    <a:pt x="93" y="1649"/>
                  </a:cubicBezTo>
                  <a:cubicBezTo>
                    <a:pt x="124" y="1649"/>
                    <a:pt x="155" y="1627"/>
                    <a:pt x="167" y="1596"/>
                  </a:cubicBezTo>
                  <a:cubicBezTo>
                    <a:pt x="672" y="274"/>
                    <a:pt x="2002" y="160"/>
                    <a:pt x="2442" y="160"/>
                  </a:cubicBezTo>
                  <a:cubicBezTo>
                    <a:pt x="2521" y="160"/>
                    <a:pt x="2571" y="164"/>
                    <a:pt x="2582" y="165"/>
                  </a:cubicBezTo>
                  <a:cubicBezTo>
                    <a:pt x="2583" y="165"/>
                    <a:pt x="2584" y="165"/>
                    <a:pt x="2585" y="165"/>
                  </a:cubicBezTo>
                  <a:cubicBezTo>
                    <a:pt x="2684" y="165"/>
                    <a:pt x="2695" y="17"/>
                    <a:pt x="2594" y="5"/>
                  </a:cubicBezTo>
                  <a:cubicBezTo>
                    <a:pt x="2592" y="4"/>
                    <a:pt x="2546" y="1"/>
                    <a:pt x="24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5262;p47">
              <a:extLst>
                <a:ext uri="{FF2B5EF4-FFF2-40B4-BE49-F238E27FC236}">
                  <a16:creationId xmlns:a16="http://schemas.microsoft.com/office/drawing/2014/main" id="{F0A3E1A3-D50D-A020-9037-A5509C130E0D}"/>
                </a:ext>
              </a:extLst>
            </p:cNvPr>
            <p:cNvSpPr/>
            <p:nvPr/>
          </p:nvSpPr>
          <p:spPr>
            <a:xfrm>
              <a:off x="6290894" y="4180930"/>
              <a:ext cx="59485" cy="27214"/>
            </a:xfrm>
            <a:custGeom>
              <a:avLst/>
              <a:gdLst/>
              <a:ahLst/>
              <a:cxnLst/>
              <a:rect l="l" t="t" r="r" b="b"/>
              <a:pathLst>
                <a:path w="1635" h="748" extrusionOk="0">
                  <a:moveTo>
                    <a:pt x="1550" y="0"/>
                  </a:moveTo>
                  <a:cubicBezTo>
                    <a:pt x="1547" y="0"/>
                    <a:pt x="1543" y="1"/>
                    <a:pt x="1539" y="1"/>
                  </a:cubicBezTo>
                  <a:cubicBezTo>
                    <a:pt x="1493" y="7"/>
                    <a:pt x="410" y="165"/>
                    <a:pt x="43" y="615"/>
                  </a:cubicBezTo>
                  <a:cubicBezTo>
                    <a:pt x="0" y="667"/>
                    <a:pt x="37" y="744"/>
                    <a:pt x="105" y="748"/>
                  </a:cubicBezTo>
                  <a:cubicBezTo>
                    <a:pt x="130" y="748"/>
                    <a:pt x="151" y="735"/>
                    <a:pt x="167" y="717"/>
                  </a:cubicBezTo>
                  <a:cubicBezTo>
                    <a:pt x="494" y="316"/>
                    <a:pt x="1552" y="158"/>
                    <a:pt x="1561" y="158"/>
                  </a:cubicBezTo>
                  <a:cubicBezTo>
                    <a:pt x="1604" y="152"/>
                    <a:pt x="1635" y="112"/>
                    <a:pt x="1629" y="69"/>
                  </a:cubicBezTo>
                  <a:cubicBezTo>
                    <a:pt x="1623" y="29"/>
                    <a:pt x="1589" y="0"/>
                    <a:pt x="15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5263;p47">
              <a:extLst>
                <a:ext uri="{FF2B5EF4-FFF2-40B4-BE49-F238E27FC236}">
                  <a16:creationId xmlns:a16="http://schemas.microsoft.com/office/drawing/2014/main" id="{0DF6248C-1AA7-56A6-1DF1-A2B9473A8E05}"/>
                </a:ext>
              </a:extLst>
            </p:cNvPr>
            <p:cNvSpPr/>
            <p:nvPr/>
          </p:nvSpPr>
          <p:spPr>
            <a:xfrm>
              <a:off x="6306466" y="4196393"/>
              <a:ext cx="45624" cy="17354"/>
            </a:xfrm>
            <a:custGeom>
              <a:avLst/>
              <a:gdLst/>
              <a:ahLst/>
              <a:cxnLst/>
              <a:rect l="l" t="t" r="r" b="b"/>
              <a:pathLst>
                <a:path w="1254" h="477" extrusionOk="0">
                  <a:moveTo>
                    <a:pt x="1164" y="0"/>
                  </a:moveTo>
                  <a:cubicBezTo>
                    <a:pt x="1135" y="0"/>
                    <a:pt x="1106" y="15"/>
                    <a:pt x="1093" y="42"/>
                  </a:cubicBezTo>
                  <a:cubicBezTo>
                    <a:pt x="1090" y="45"/>
                    <a:pt x="951" y="245"/>
                    <a:pt x="103" y="316"/>
                  </a:cubicBezTo>
                  <a:cubicBezTo>
                    <a:pt x="1" y="326"/>
                    <a:pt x="7" y="477"/>
                    <a:pt x="109" y="477"/>
                  </a:cubicBezTo>
                  <a:lnTo>
                    <a:pt x="115" y="477"/>
                  </a:lnTo>
                  <a:cubicBezTo>
                    <a:pt x="1050" y="400"/>
                    <a:pt x="1210" y="165"/>
                    <a:pt x="1235" y="119"/>
                  </a:cubicBezTo>
                  <a:cubicBezTo>
                    <a:pt x="1253" y="79"/>
                    <a:pt x="1238" y="29"/>
                    <a:pt x="1198" y="8"/>
                  </a:cubicBezTo>
                  <a:cubicBezTo>
                    <a:pt x="1187" y="3"/>
                    <a:pt x="1175" y="0"/>
                    <a:pt x="11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5264;p47">
              <a:extLst>
                <a:ext uri="{FF2B5EF4-FFF2-40B4-BE49-F238E27FC236}">
                  <a16:creationId xmlns:a16="http://schemas.microsoft.com/office/drawing/2014/main" id="{2CE58D47-36EF-BC55-6434-D992E5BE1948}"/>
                </a:ext>
              </a:extLst>
            </p:cNvPr>
            <p:cNvSpPr/>
            <p:nvPr/>
          </p:nvSpPr>
          <p:spPr>
            <a:xfrm>
              <a:off x="6496343" y="4341775"/>
              <a:ext cx="50062" cy="27723"/>
            </a:xfrm>
            <a:custGeom>
              <a:avLst/>
              <a:gdLst/>
              <a:ahLst/>
              <a:cxnLst/>
              <a:rect l="l" t="t" r="r" b="b"/>
              <a:pathLst>
                <a:path w="1376" h="762" extrusionOk="0">
                  <a:moveTo>
                    <a:pt x="1259" y="1"/>
                  </a:moveTo>
                  <a:cubicBezTo>
                    <a:pt x="1247" y="1"/>
                    <a:pt x="1235" y="3"/>
                    <a:pt x="1222" y="9"/>
                  </a:cubicBezTo>
                  <a:cubicBezTo>
                    <a:pt x="1191" y="21"/>
                    <a:pt x="420" y="314"/>
                    <a:pt x="41" y="620"/>
                  </a:cubicBezTo>
                  <a:cubicBezTo>
                    <a:pt x="7" y="648"/>
                    <a:pt x="1" y="697"/>
                    <a:pt x="28" y="734"/>
                  </a:cubicBezTo>
                  <a:cubicBezTo>
                    <a:pt x="44" y="752"/>
                    <a:pt x="68" y="762"/>
                    <a:pt x="93" y="762"/>
                  </a:cubicBezTo>
                  <a:cubicBezTo>
                    <a:pt x="112" y="762"/>
                    <a:pt x="127" y="756"/>
                    <a:pt x="142" y="746"/>
                  </a:cubicBezTo>
                  <a:cubicBezTo>
                    <a:pt x="503" y="456"/>
                    <a:pt x="1271" y="163"/>
                    <a:pt x="1281" y="160"/>
                  </a:cubicBezTo>
                  <a:cubicBezTo>
                    <a:pt x="1375" y="128"/>
                    <a:pt x="1339" y="1"/>
                    <a:pt x="12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5265;p47">
              <a:extLst>
                <a:ext uri="{FF2B5EF4-FFF2-40B4-BE49-F238E27FC236}">
                  <a16:creationId xmlns:a16="http://schemas.microsoft.com/office/drawing/2014/main" id="{8668BC35-72FA-02D8-6B83-EA519BEDF0A7}"/>
                </a:ext>
              </a:extLst>
            </p:cNvPr>
            <p:cNvSpPr/>
            <p:nvPr/>
          </p:nvSpPr>
          <p:spPr>
            <a:xfrm>
              <a:off x="6517554" y="4351489"/>
              <a:ext cx="43113" cy="28015"/>
            </a:xfrm>
            <a:custGeom>
              <a:avLst/>
              <a:gdLst/>
              <a:ahLst/>
              <a:cxnLst/>
              <a:rect l="l" t="t" r="r" b="b"/>
              <a:pathLst>
                <a:path w="1185" h="770" extrusionOk="0">
                  <a:moveTo>
                    <a:pt x="1076" y="0"/>
                  </a:moveTo>
                  <a:cubicBezTo>
                    <a:pt x="1053" y="0"/>
                    <a:pt x="1029" y="10"/>
                    <a:pt x="1012" y="35"/>
                  </a:cubicBezTo>
                  <a:cubicBezTo>
                    <a:pt x="1009" y="41"/>
                    <a:pt x="645" y="609"/>
                    <a:pt x="99" y="609"/>
                  </a:cubicBezTo>
                  <a:lnTo>
                    <a:pt x="84" y="609"/>
                  </a:lnTo>
                  <a:cubicBezTo>
                    <a:pt x="37" y="609"/>
                    <a:pt x="4" y="643"/>
                    <a:pt x="0" y="689"/>
                  </a:cubicBezTo>
                  <a:cubicBezTo>
                    <a:pt x="0" y="732"/>
                    <a:pt x="34" y="769"/>
                    <a:pt x="81" y="769"/>
                  </a:cubicBezTo>
                  <a:lnTo>
                    <a:pt x="99" y="769"/>
                  </a:lnTo>
                  <a:cubicBezTo>
                    <a:pt x="738" y="769"/>
                    <a:pt x="1132" y="149"/>
                    <a:pt x="1148" y="122"/>
                  </a:cubicBezTo>
                  <a:cubicBezTo>
                    <a:pt x="1185" y="59"/>
                    <a:pt x="1131" y="0"/>
                    <a:pt x="10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5266;p47">
              <a:extLst>
                <a:ext uri="{FF2B5EF4-FFF2-40B4-BE49-F238E27FC236}">
                  <a16:creationId xmlns:a16="http://schemas.microsoft.com/office/drawing/2014/main" id="{2719D5C7-9A80-1E0D-C445-B56D4467AF96}"/>
                </a:ext>
              </a:extLst>
            </p:cNvPr>
            <p:cNvSpPr/>
            <p:nvPr/>
          </p:nvSpPr>
          <p:spPr>
            <a:xfrm>
              <a:off x="6425326" y="3911049"/>
              <a:ext cx="164522" cy="116788"/>
            </a:xfrm>
            <a:custGeom>
              <a:avLst/>
              <a:gdLst/>
              <a:ahLst/>
              <a:cxnLst/>
              <a:rect l="l" t="t" r="r" b="b"/>
              <a:pathLst>
                <a:path w="4522" h="3210" extrusionOk="0">
                  <a:moveTo>
                    <a:pt x="119" y="1"/>
                  </a:moveTo>
                  <a:cubicBezTo>
                    <a:pt x="50" y="1"/>
                    <a:pt x="1" y="99"/>
                    <a:pt x="74" y="149"/>
                  </a:cubicBezTo>
                  <a:lnTo>
                    <a:pt x="4364" y="3194"/>
                  </a:lnTo>
                  <a:cubicBezTo>
                    <a:pt x="4377" y="3203"/>
                    <a:pt x="4395" y="3209"/>
                    <a:pt x="4411" y="3209"/>
                  </a:cubicBezTo>
                  <a:lnTo>
                    <a:pt x="4414" y="3209"/>
                  </a:lnTo>
                  <a:cubicBezTo>
                    <a:pt x="4491" y="3209"/>
                    <a:pt x="4522" y="3107"/>
                    <a:pt x="4460" y="3061"/>
                  </a:cubicBezTo>
                  <a:lnTo>
                    <a:pt x="167" y="17"/>
                  </a:lnTo>
                  <a:cubicBezTo>
                    <a:pt x="151" y="6"/>
                    <a:pt x="134" y="1"/>
                    <a:pt x="11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5267;p47">
              <a:extLst>
                <a:ext uri="{FF2B5EF4-FFF2-40B4-BE49-F238E27FC236}">
                  <a16:creationId xmlns:a16="http://schemas.microsoft.com/office/drawing/2014/main" id="{E88723F0-F480-6A1D-78EF-E5F6BC10E44C}"/>
                </a:ext>
              </a:extLst>
            </p:cNvPr>
            <p:cNvSpPr/>
            <p:nvPr/>
          </p:nvSpPr>
          <p:spPr>
            <a:xfrm>
              <a:off x="6372353" y="3965112"/>
              <a:ext cx="203378" cy="79750"/>
            </a:xfrm>
            <a:custGeom>
              <a:avLst/>
              <a:gdLst/>
              <a:ahLst/>
              <a:cxnLst/>
              <a:rect l="l" t="t" r="r" b="b"/>
              <a:pathLst>
                <a:path w="5590" h="2192" extrusionOk="0">
                  <a:moveTo>
                    <a:pt x="92" y="0"/>
                  </a:moveTo>
                  <a:cubicBezTo>
                    <a:pt x="59" y="0"/>
                    <a:pt x="28" y="20"/>
                    <a:pt x="16" y="51"/>
                  </a:cubicBezTo>
                  <a:cubicBezTo>
                    <a:pt x="0" y="95"/>
                    <a:pt x="22" y="141"/>
                    <a:pt x="65" y="156"/>
                  </a:cubicBezTo>
                  <a:lnTo>
                    <a:pt x="5447" y="2186"/>
                  </a:lnTo>
                  <a:cubicBezTo>
                    <a:pt x="5456" y="2189"/>
                    <a:pt x="5469" y="2192"/>
                    <a:pt x="5478" y="2192"/>
                  </a:cubicBezTo>
                  <a:cubicBezTo>
                    <a:pt x="5568" y="2189"/>
                    <a:pt x="5589" y="2065"/>
                    <a:pt x="5506" y="2035"/>
                  </a:cubicBezTo>
                  <a:lnTo>
                    <a:pt x="121" y="5"/>
                  </a:lnTo>
                  <a:cubicBezTo>
                    <a:pt x="111" y="2"/>
                    <a:pt x="101" y="0"/>
                    <a:pt x="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5268;p47">
              <a:extLst>
                <a:ext uri="{FF2B5EF4-FFF2-40B4-BE49-F238E27FC236}">
                  <a16:creationId xmlns:a16="http://schemas.microsoft.com/office/drawing/2014/main" id="{49E8531F-E806-4741-24F5-87B71223475A}"/>
                </a:ext>
              </a:extLst>
            </p:cNvPr>
            <p:cNvSpPr/>
            <p:nvPr/>
          </p:nvSpPr>
          <p:spPr>
            <a:xfrm>
              <a:off x="6381085" y="4030454"/>
              <a:ext cx="171835" cy="28560"/>
            </a:xfrm>
            <a:custGeom>
              <a:avLst/>
              <a:gdLst/>
              <a:ahLst/>
              <a:cxnLst/>
              <a:rect l="l" t="t" r="r" b="b"/>
              <a:pathLst>
                <a:path w="4723" h="785" extrusionOk="0">
                  <a:moveTo>
                    <a:pt x="86" y="0"/>
                  </a:moveTo>
                  <a:cubicBezTo>
                    <a:pt x="47" y="0"/>
                    <a:pt x="13" y="29"/>
                    <a:pt x="7" y="69"/>
                  </a:cubicBezTo>
                  <a:cubicBezTo>
                    <a:pt x="1" y="112"/>
                    <a:pt x="32" y="155"/>
                    <a:pt x="75" y="161"/>
                  </a:cubicBezTo>
                  <a:lnTo>
                    <a:pt x="4603" y="784"/>
                  </a:lnTo>
                  <a:lnTo>
                    <a:pt x="4612" y="784"/>
                  </a:lnTo>
                  <a:cubicBezTo>
                    <a:pt x="4714" y="784"/>
                    <a:pt x="4723" y="640"/>
                    <a:pt x="4624" y="624"/>
                  </a:cubicBezTo>
                  <a:lnTo>
                    <a:pt x="97" y="1"/>
                  </a:lnTo>
                  <a:cubicBezTo>
                    <a:pt x="93" y="1"/>
                    <a:pt x="89" y="0"/>
                    <a:pt x="8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5269;p47">
              <a:extLst>
                <a:ext uri="{FF2B5EF4-FFF2-40B4-BE49-F238E27FC236}">
                  <a16:creationId xmlns:a16="http://schemas.microsoft.com/office/drawing/2014/main" id="{3C20651B-4B8B-AD3B-A5D8-9CF56B854DB0}"/>
                </a:ext>
              </a:extLst>
            </p:cNvPr>
            <p:cNvSpPr/>
            <p:nvPr/>
          </p:nvSpPr>
          <p:spPr>
            <a:xfrm>
              <a:off x="6871368" y="4024670"/>
              <a:ext cx="187188" cy="40057"/>
            </a:xfrm>
            <a:custGeom>
              <a:avLst/>
              <a:gdLst/>
              <a:ahLst/>
              <a:cxnLst/>
              <a:rect l="l" t="t" r="r" b="b"/>
              <a:pathLst>
                <a:path w="5145" h="1101" extrusionOk="0">
                  <a:moveTo>
                    <a:pt x="5032" y="1"/>
                  </a:moveTo>
                  <a:cubicBezTo>
                    <a:pt x="5025" y="1"/>
                    <a:pt x="5019" y="1"/>
                    <a:pt x="5012" y="3"/>
                  </a:cubicBezTo>
                  <a:lnTo>
                    <a:pt x="96" y="940"/>
                  </a:lnTo>
                  <a:cubicBezTo>
                    <a:pt x="0" y="959"/>
                    <a:pt x="13" y="1098"/>
                    <a:pt x="111" y="1101"/>
                  </a:cubicBezTo>
                  <a:cubicBezTo>
                    <a:pt x="117" y="1101"/>
                    <a:pt x="121" y="1101"/>
                    <a:pt x="127" y="1098"/>
                  </a:cubicBezTo>
                  <a:lnTo>
                    <a:pt x="5043" y="163"/>
                  </a:lnTo>
                  <a:cubicBezTo>
                    <a:pt x="5144" y="143"/>
                    <a:pt x="5123" y="1"/>
                    <a:pt x="50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5270;p47">
              <a:extLst>
                <a:ext uri="{FF2B5EF4-FFF2-40B4-BE49-F238E27FC236}">
                  <a16:creationId xmlns:a16="http://schemas.microsoft.com/office/drawing/2014/main" id="{49AA1E22-790F-210F-EEB2-2EAA18FB92CF}"/>
                </a:ext>
              </a:extLst>
            </p:cNvPr>
            <p:cNvSpPr/>
            <p:nvPr/>
          </p:nvSpPr>
          <p:spPr>
            <a:xfrm>
              <a:off x="6879991" y="4075823"/>
              <a:ext cx="189589" cy="5967"/>
            </a:xfrm>
            <a:custGeom>
              <a:avLst/>
              <a:gdLst/>
              <a:ahLst/>
              <a:cxnLst/>
              <a:rect l="l" t="t" r="r" b="b"/>
              <a:pathLst>
                <a:path w="5211" h="164" extrusionOk="0">
                  <a:moveTo>
                    <a:pt x="109" y="0"/>
                  </a:moveTo>
                  <a:cubicBezTo>
                    <a:pt x="1" y="0"/>
                    <a:pt x="1" y="164"/>
                    <a:pt x="109" y="164"/>
                  </a:cubicBezTo>
                  <a:lnTo>
                    <a:pt x="5105" y="164"/>
                  </a:lnTo>
                  <a:cubicBezTo>
                    <a:pt x="5210" y="164"/>
                    <a:pt x="5210" y="0"/>
                    <a:pt x="51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5271;p47">
              <a:extLst>
                <a:ext uri="{FF2B5EF4-FFF2-40B4-BE49-F238E27FC236}">
                  <a16:creationId xmlns:a16="http://schemas.microsoft.com/office/drawing/2014/main" id="{F8F1B035-B8E4-75EB-30D6-955C14AF037C}"/>
                </a:ext>
              </a:extLst>
            </p:cNvPr>
            <p:cNvSpPr/>
            <p:nvPr/>
          </p:nvSpPr>
          <p:spPr>
            <a:xfrm>
              <a:off x="6874315" y="4104273"/>
              <a:ext cx="181294" cy="34309"/>
            </a:xfrm>
            <a:custGeom>
              <a:avLst/>
              <a:gdLst/>
              <a:ahLst/>
              <a:cxnLst/>
              <a:rect l="l" t="t" r="r" b="b"/>
              <a:pathLst>
                <a:path w="4983" h="943" extrusionOk="0">
                  <a:moveTo>
                    <a:pt x="111" y="1"/>
                  </a:moveTo>
                  <a:cubicBezTo>
                    <a:pt x="19" y="1"/>
                    <a:pt x="0" y="138"/>
                    <a:pt x="95" y="159"/>
                  </a:cubicBezTo>
                  <a:lnTo>
                    <a:pt x="4857" y="942"/>
                  </a:lnTo>
                  <a:lnTo>
                    <a:pt x="4869" y="942"/>
                  </a:lnTo>
                  <a:cubicBezTo>
                    <a:pt x="4871" y="942"/>
                    <a:pt x="4872" y="942"/>
                    <a:pt x="4873" y="942"/>
                  </a:cubicBezTo>
                  <a:cubicBezTo>
                    <a:pt x="4972" y="942"/>
                    <a:pt x="4983" y="794"/>
                    <a:pt x="4882" y="782"/>
                  </a:cubicBezTo>
                  <a:lnTo>
                    <a:pt x="123" y="2"/>
                  </a:lnTo>
                  <a:cubicBezTo>
                    <a:pt x="119" y="1"/>
                    <a:pt x="115" y="1"/>
                    <a:pt x="1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5272;p47">
              <a:extLst>
                <a:ext uri="{FF2B5EF4-FFF2-40B4-BE49-F238E27FC236}">
                  <a16:creationId xmlns:a16="http://schemas.microsoft.com/office/drawing/2014/main" id="{344C0727-2F48-8A12-5C7B-5A8422973B0C}"/>
                </a:ext>
              </a:extLst>
            </p:cNvPr>
            <p:cNvSpPr/>
            <p:nvPr/>
          </p:nvSpPr>
          <p:spPr>
            <a:xfrm>
              <a:off x="6812575" y="3768650"/>
              <a:ext cx="279672" cy="446559"/>
            </a:xfrm>
            <a:custGeom>
              <a:avLst/>
              <a:gdLst/>
              <a:ahLst/>
              <a:cxnLst/>
              <a:rect l="l" t="t" r="r" b="b"/>
              <a:pathLst>
                <a:path w="7687" h="12274" extrusionOk="0">
                  <a:moveTo>
                    <a:pt x="5307" y="1"/>
                  </a:moveTo>
                  <a:cubicBezTo>
                    <a:pt x="4915" y="1"/>
                    <a:pt x="4184" y="609"/>
                    <a:pt x="3408" y="1291"/>
                  </a:cubicBezTo>
                  <a:cubicBezTo>
                    <a:pt x="3158" y="1513"/>
                    <a:pt x="2939" y="1701"/>
                    <a:pt x="2862" y="1741"/>
                  </a:cubicBezTo>
                  <a:cubicBezTo>
                    <a:pt x="2832" y="1756"/>
                    <a:pt x="2773" y="1763"/>
                    <a:pt x="2691" y="1763"/>
                  </a:cubicBezTo>
                  <a:cubicBezTo>
                    <a:pt x="2206" y="1763"/>
                    <a:pt x="923" y="1523"/>
                    <a:pt x="108" y="1343"/>
                  </a:cubicBezTo>
                  <a:cubicBezTo>
                    <a:pt x="102" y="1342"/>
                    <a:pt x="97" y="1341"/>
                    <a:pt x="91" y="1341"/>
                  </a:cubicBezTo>
                  <a:cubicBezTo>
                    <a:pt x="54" y="1341"/>
                    <a:pt x="20" y="1367"/>
                    <a:pt x="12" y="1405"/>
                  </a:cubicBezTo>
                  <a:cubicBezTo>
                    <a:pt x="0" y="1448"/>
                    <a:pt x="28" y="1491"/>
                    <a:pt x="74" y="1504"/>
                  </a:cubicBezTo>
                  <a:cubicBezTo>
                    <a:pt x="431" y="1580"/>
                    <a:pt x="2022" y="1920"/>
                    <a:pt x="2686" y="1920"/>
                  </a:cubicBezTo>
                  <a:cubicBezTo>
                    <a:pt x="2801" y="1920"/>
                    <a:pt x="2888" y="1910"/>
                    <a:pt x="2936" y="1886"/>
                  </a:cubicBezTo>
                  <a:cubicBezTo>
                    <a:pt x="3026" y="1840"/>
                    <a:pt x="3205" y="1685"/>
                    <a:pt x="3513" y="1411"/>
                  </a:cubicBezTo>
                  <a:cubicBezTo>
                    <a:pt x="4051" y="939"/>
                    <a:pt x="4934" y="163"/>
                    <a:pt x="5296" y="163"/>
                  </a:cubicBezTo>
                  <a:cubicBezTo>
                    <a:pt x="5308" y="163"/>
                    <a:pt x="5319" y="163"/>
                    <a:pt x="5330" y="165"/>
                  </a:cubicBezTo>
                  <a:cubicBezTo>
                    <a:pt x="5361" y="168"/>
                    <a:pt x="5388" y="187"/>
                    <a:pt x="5404" y="214"/>
                  </a:cubicBezTo>
                  <a:cubicBezTo>
                    <a:pt x="5650" y="646"/>
                    <a:pt x="5647" y="2922"/>
                    <a:pt x="5626" y="3761"/>
                  </a:cubicBezTo>
                  <a:cubicBezTo>
                    <a:pt x="5626" y="3770"/>
                    <a:pt x="5629" y="3780"/>
                    <a:pt x="5632" y="3789"/>
                  </a:cubicBezTo>
                  <a:cubicBezTo>
                    <a:pt x="5650" y="3848"/>
                    <a:pt x="7590" y="9689"/>
                    <a:pt x="3482" y="12123"/>
                  </a:cubicBezTo>
                  <a:cubicBezTo>
                    <a:pt x="3411" y="12166"/>
                    <a:pt x="3442" y="12274"/>
                    <a:pt x="3522" y="12274"/>
                  </a:cubicBezTo>
                  <a:cubicBezTo>
                    <a:pt x="3538" y="12274"/>
                    <a:pt x="3553" y="12271"/>
                    <a:pt x="3565" y="12261"/>
                  </a:cubicBezTo>
                  <a:cubicBezTo>
                    <a:pt x="7686" y="9822"/>
                    <a:pt x="5897" y="4079"/>
                    <a:pt x="5789" y="3752"/>
                  </a:cubicBezTo>
                  <a:cubicBezTo>
                    <a:pt x="5795" y="3499"/>
                    <a:pt x="5857" y="680"/>
                    <a:pt x="5546" y="134"/>
                  </a:cubicBezTo>
                  <a:cubicBezTo>
                    <a:pt x="5506" y="63"/>
                    <a:pt x="5438" y="17"/>
                    <a:pt x="5357" y="5"/>
                  </a:cubicBezTo>
                  <a:cubicBezTo>
                    <a:pt x="5341" y="2"/>
                    <a:pt x="5324" y="1"/>
                    <a:pt x="53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5273;p47">
              <a:extLst>
                <a:ext uri="{FF2B5EF4-FFF2-40B4-BE49-F238E27FC236}">
                  <a16:creationId xmlns:a16="http://schemas.microsoft.com/office/drawing/2014/main" id="{DD05A53D-7A67-5E04-C5C5-AFD7931376D1}"/>
                </a:ext>
              </a:extLst>
            </p:cNvPr>
            <p:cNvSpPr/>
            <p:nvPr/>
          </p:nvSpPr>
          <p:spPr>
            <a:xfrm>
              <a:off x="6578748" y="3802303"/>
              <a:ext cx="34673" cy="35764"/>
            </a:xfrm>
            <a:custGeom>
              <a:avLst/>
              <a:gdLst/>
              <a:ahLst/>
              <a:cxnLst/>
              <a:rect l="l" t="t" r="r" b="b"/>
              <a:pathLst>
                <a:path w="953" h="983" extrusionOk="0">
                  <a:moveTo>
                    <a:pt x="691" y="0"/>
                  </a:moveTo>
                  <a:cubicBezTo>
                    <a:pt x="682" y="0"/>
                    <a:pt x="674" y="2"/>
                    <a:pt x="666" y="5"/>
                  </a:cubicBezTo>
                  <a:cubicBezTo>
                    <a:pt x="622" y="17"/>
                    <a:pt x="598" y="63"/>
                    <a:pt x="613" y="107"/>
                  </a:cubicBezTo>
                  <a:cubicBezTo>
                    <a:pt x="675" y="301"/>
                    <a:pt x="758" y="640"/>
                    <a:pt x="746" y="804"/>
                  </a:cubicBezTo>
                  <a:cubicBezTo>
                    <a:pt x="666" y="733"/>
                    <a:pt x="585" y="659"/>
                    <a:pt x="514" y="582"/>
                  </a:cubicBezTo>
                  <a:cubicBezTo>
                    <a:pt x="379" y="440"/>
                    <a:pt x="249" y="304"/>
                    <a:pt x="144" y="267"/>
                  </a:cubicBezTo>
                  <a:cubicBezTo>
                    <a:pt x="134" y="263"/>
                    <a:pt x="123" y="261"/>
                    <a:pt x="114" y="261"/>
                  </a:cubicBezTo>
                  <a:cubicBezTo>
                    <a:pt x="35" y="261"/>
                    <a:pt x="1" y="382"/>
                    <a:pt x="89" y="418"/>
                  </a:cubicBezTo>
                  <a:cubicBezTo>
                    <a:pt x="160" y="443"/>
                    <a:pt x="292" y="582"/>
                    <a:pt x="397" y="693"/>
                  </a:cubicBezTo>
                  <a:cubicBezTo>
                    <a:pt x="576" y="878"/>
                    <a:pt x="684" y="983"/>
                    <a:pt x="777" y="983"/>
                  </a:cubicBezTo>
                  <a:cubicBezTo>
                    <a:pt x="786" y="983"/>
                    <a:pt x="798" y="983"/>
                    <a:pt x="811" y="979"/>
                  </a:cubicBezTo>
                  <a:cubicBezTo>
                    <a:pt x="854" y="967"/>
                    <a:pt x="891" y="927"/>
                    <a:pt x="897" y="881"/>
                  </a:cubicBezTo>
                  <a:cubicBezTo>
                    <a:pt x="952" y="656"/>
                    <a:pt x="786" y="116"/>
                    <a:pt x="767" y="57"/>
                  </a:cubicBezTo>
                  <a:cubicBezTo>
                    <a:pt x="755" y="23"/>
                    <a:pt x="723" y="0"/>
                    <a:pt x="69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5274;p47">
              <a:extLst>
                <a:ext uri="{FF2B5EF4-FFF2-40B4-BE49-F238E27FC236}">
                  <a16:creationId xmlns:a16="http://schemas.microsoft.com/office/drawing/2014/main" id="{77AEFE6A-91F1-E867-7997-A4D1DCB39378}"/>
                </a:ext>
              </a:extLst>
            </p:cNvPr>
            <p:cNvSpPr/>
            <p:nvPr/>
          </p:nvSpPr>
          <p:spPr>
            <a:xfrm>
              <a:off x="6951700" y="3842141"/>
              <a:ext cx="35728" cy="41039"/>
            </a:xfrm>
            <a:custGeom>
              <a:avLst/>
              <a:gdLst/>
              <a:ahLst/>
              <a:cxnLst/>
              <a:rect l="l" t="t" r="r" b="b"/>
              <a:pathLst>
                <a:path w="982" h="1128" extrusionOk="0">
                  <a:moveTo>
                    <a:pt x="659" y="0"/>
                  </a:moveTo>
                  <a:cubicBezTo>
                    <a:pt x="640" y="0"/>
                    <a:pt x="620" y="8"/>
                    <a:pt x="602" y="26"/>
                  </a:cubicBezTo>
                  <a:cubicBezTo>
                    <a:pt x="543" y="91"/>
                    <a:pt x="38" y="677"/>
                    <a:pt x="10" y="955"/>
                  </a:cubicBezTo>
                  <a:cubicBezTo>
                    <a:pt x="1" y="1007"/>
                    <a:pt x="22" y="1063"/>
                    <a:pt x="65" y="1097"/>
                  </a:cubicBezTo>
                  <a:cubicBezTo>
                    <a:pt x="96" y="1118"/>
                    <a:pt x="133" y="1127"/>
                    <a:pt x="173" y="1127"/>
                  </a:cubicBezTo>
                  <a:cubicBezTo>
                    <a:pt x="287" y="1127"/>
                    <a:pt x="451" y="1060"/>
                    <a:pt x="664" y="964"/>
                  </a:cubicBezTo>
                  <a:cubicBezTo>
                    <a:pt x="725" y="933"/>
                    <a:pt x="793" y="908"/>
                    <a:pt x="858" y="887"/>
                  </a:cubicBezTo>
                  <a:cubicBezTo>
                    <a:pt x="861" y="887"/>
                    <a:pt x="864" y="887"/>
                    <a:pt x="867" y="887"/>
                  </a:cubicBezTo>
                  <a:cubicBezTo>
                    <a:pt x="958" y="887"/>
                    <a:pt x="982" y="759"/>
                    <a:pt x="895" y="730"/>
                  </a:cubicBezTo>
                  <a:cubicBezTo>
                    <a:pt x="885" y="727"/>
                    <a:pt x="874" y="725"/>
                    <a:pt x="862" y="725"/>
                  </a:cubicBezTo>
                  <a:cubicBezTo>
                    <a:pt x="814" y="725"/>
                    <a:pt x="745" y="752"/>
                    <a:pt x="599" y="819"/>
                  </a:cubicBezTo>
                  <a:cubicBezTo>
                    <a:pt x="495" y="863"/>
                    <a:pt x="267" y="965"/>
                    <a:pt x="180" y="965"/>
                  </a:cubicBezTo>
                  <a:cubicBezTo>
                    <a:pt x="177" y="965"/>
                    <a:pt x="173" y="964"/>
                    <a:pt x="170" y="964"/>
                  </a:cubicBezTo>
                  <a:cubicBezTo>
                    <a:pt x="195" y="791"/>
                    <a:pt x="519" y="363"/>
                    <a:pt x="722" y="131"/>
                  </a:cubicBezTo>
                  <a:cubicBezTo>
                    <a:pt x="771" y="71"/>
                    <a:pt x="719" y="0"/>
                    <a:pt x="6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5275;p47">
              <a:extLst>
                <a:ext uri="{FF2B5EF4-FFF2-40B4-BE49-F238E27FC236}">
                  <a16:creationId xmlns:a16="http://schemas.microsoft.com/office/drawing/2014/main" id="{30B191FB-5BB5-579C-C1BA-FF2C593DF266}"/>
                </a:ext>
              </a:extLst>
            </p:cNvPr>
            <p:cNvSpPr/>
            <p:nvPr/>
          </p:nvSpPr>
          <p:spPr>
            <a:xfrm>
              <a:off x="6744796" y="3858440"/>
              <a:ext cx="12370" cy="25977"/>
            </a:xfrm>
            <a:custGeom>
              <a:avLst/>
              <a:gdLst/>
              <a:ahLst/>
              <a:cxnLst/>
              <a:rect l="l" t="t" r="r" b="b"/>
              <a:pathLst>
                <a:path w="340" h="714" extrusionOk="0">
                  <a:moveTo>
                    <a:pt x="140" y="0"/>
                  </a:moveTo>
                  <a:cubicBezTo>
                    <a:pt x="101" y="0"/>
                    <a:pt x="64" y="29"/>
                    <a:pt x="59" y="69"/>
                  </a:cubicBezTo>
                  <a:cubicBezTo>
                    <a:pt x="56" y="84"/>
                    <a:pt x="0" y="436"/>
                    <a:pt x="182" y="683"/>
                  </a:cubicBezTo>
                  <a:cubicBezTo>
                    <a:pt x="198" y="701"/>
                    <a:pt x="222" y="713"/>
                    <a:pt x="247" y="713"/>
                  </a:cubicBezTo>
                  <a:cubicBezTo>
                    <a:pt x="265" y="713"/>
                    <a:pt x="281" y="707"/>
                    <a:pt x="296" y="698"/>
                  </a:cubicBezTo>
                  <a:cubicBezTo>
                    <a:pt x="330" y="670"/>
                    <a:pt x="339" y="621"/>
                    <a:pt x="312" y="584"/>
                  </a:cubicBezTo>
                  <a:cubicBezTo>
                    <a:pt x="170" y="396"/>
                    <a:pt x="216" y="100"/>
                    <a:pt x="216" y="97"/>
                  </a:cubicBezTo>
                  <a:cubicBezTo>
                    <a:pt x="225" y="50"/>
                    <a:pt x="194" y="10"/>
                    <a:pt x="151" y="1"/>
                  </a:cubicBezTo>
                  <a:cubicBezTo>
                    <a:pt x="148" y="0"/>
                    <a:pt x="144" y="0"/>
                    <a:pt x="1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5276;p47">
              <a:extLst>
                <a:ext uri="{FF2B5EF4-FFF2-40B4-BE49-F238E27FC236}">
                  <a16:creationId xmlns:a16="http://schemas.microsoft.com/office/drawing/2014/main" id="{62C67943-130D-2130-C3F3-5EEED4F62D92}"/>
                </a:ext>
              </a:extLst>
            </p:cNvPr>
            <p:cNvSpPr/>
            <p:nvPr/>
          </p:nvSpPr>
          <p:spPr>
            <a:xfrm>
              <a:off x="6738720" y="3825442"/>
              <a:ext cx="12843" cy="25977"/>
            </a:xfrm>
            <a:custGeom>
              <a:avLst/>
              <a:gdLst/>
              <a:ahLst/>
              <a:cxnLst/>
              <a:rect l="l" t="t" r="r" b="b"/>
              <a:pathLst>
                <a:path w="353" h="714" extrusionOk="0">
                  <a:moveTo>
                    <a:pt x="140" y="0"/>
                  </a:moveTo>
                  <a:cubicBezTo>
                    <a:pt x="101" y="0"/>
                    <a:pt x="65" y="27"/>
                    <a:pt x="59" y="69"/>
                  </a:cubicBezTo>
                  <a:cubicBezTo>
                    <a:pt x="56" y="81"/>
                    <a:pt x="1" y="436"/>
                    <a:pt x="186" y="680"/>
                  </a:cubicBezTo>
                  <a:cubicBezTo>
                    <a:pt x="201" y="701"/>
                    <a:pt x="223" y="714"/>
                    <a:pt x="250" y="714"/>
                  </a:cubicBezTo>
                  <a:cubicBezTo>
                    <a:pt x="315" y="714"/>
                    <a:pt x="352" y="636"/>
                    <a:pt x="312" y="584"/>
                  </a:cubicBezTo>
                  <a:cubicBezTo>
                    <a:pt x="170" y="393"/>
                    <a:pt x="220" y="97"/>
                    <a:pt x="220" y="94"/>
                  </a:cubicBezTo>
                  <a:cubicBezTo>
                    <a:pt x="226" y="50"/>
                    <a:pt x="195" y="7"/>
                    <a:pt x="152" y="1"/>
                  </a:cubicBezTo>
                  <a:cubicBezTo>
                    <a:pt x="148" y="1"/>
                    <a:pt x="144" y="0"/>
                    <a:pt x="1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5277;p47">
              <a:extLst>
                <a:ext uri="{FF2B5EF4-FFF2-40B4-BE49-F238E27FC236}">
                  <a16:creationId xmlns:a16="http://schemas.microsoft.com/office/drawing/2014/main" id="{E1D7CD2B-0B79-70AC-4E91-D273DBCA7A29}"/>
                </a:ext>
              </a:extLst>
            </p:cNvPr>
            <p:cNvSpPr/>
            <p:nvPr/>
          </p:nvSpPr>
          <p:spPr>
            <a:xfrm>
              <a:off x="6761058" y="3833410"/>
              <a:ext cx="11460" cy="26414"/>
            </a:xfrm>
            <a:custGeom>
              <a:avLst/>
              <a:gdLst/>
              <a:ahLst/>
              <a:cxnLst/>
              <a:rect l="l" t="t" r="r" b="b"/>
              <a:pathLst>
                <a:path w="315" h="726" extrusionOk="0">
                  <a:moveTo>
                    <a:pt x="211" y="0"/>
                  </a:moveTo>
                  <a:cubicBezTo>
                    <a:pt x="182" y="0"/>
                    <a:pt x="153" y="15"/>
                    <a:pt x="139" y="50"/>
                  </a:cubicBezTo>
                  <a:cubicBezTo>
                    <a:pt x="133" y="66"/>
                    <a:pt x="0" y="396"/>
                    <a:pt x="124" y="677"/>
                  </a:cubicBezTo>
                  <a:cubicBezTo>
                    <a:pt x="139" y="704"/>
                    <a:pt x="167" y="726"/>
                    <a:pt x="198" y="726"/>
                  </a:cubicBezTo>
                  <a:cubicBezTo>
                    <a:pt x="210" y="723"/>
                    <a:pt x="222" y="723"/>
                    <a:pt x="232" y="717"/>
                  </a:cubicBezTo>
                  <a:cubicBezTo>
                    <a:pt x="272" y="698"/>
                    <a:pt x="290" y="652"/>
                    <a:pt x="272" y="612"/>
                  </a:cubicBezTo>
                  <a:cubicBezTo>
                    <a:pt x="176" y="396"/>
                    <a:pt x="287" y="115"/>
                    <a:pt x="287" y="112"/>
                  </a:cubicBezTo>
                  <a:cubicBezTo>
                    <a:pt x="315" y="49"/>
                    <a:pt x="262" y="0"/>
                    <a:pt x="21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5278;p47">
              <a:extLst>
                <a:ext uri="{FF2B5EF4-FFF2-40B4-BE49-F238E27FC236}">
                  <a16:creationId xmlns:a16="http://schemas.microsoft.com/office/drawing/2014/main" id="{C06C0039-437A-CCD8-F0C3-47B17DB223F7}"/>
                </a:ext>
              </a:extLst>
            </p:cNvPr>
            <p:cNvSpPr/>
            <p:nvPr/>
          </p:nvSpPr>
          <p:spPr>
            <a:xfrm>
              <a:off x="6779358" y="3832245"/>
              <a:ext cx="11460" cy="26341"/>
            </a:xfrm>
            <a:custGeom>
              <a:avLst/>
              <a:gdLst/>
              <a:ahLst/>
              <a:cxnLst/>
              <a:rect l="l" t="t" r="r" b="b"/>
              <a:pathLst>
                <a:path w="315" h="724" extrusionOk="0">
                  <a:moveTo>
                    <a:pt x="211" y="1"/>
                  </a:moveTo>
                  <a:cubicBezTo>
                    <a:pt x="182" y="1"/>
                    <a:pt x="153" y="16"/>
                    <a:pt x="139" y="52"/>
                  </a:cubicBezTo>
                  <a:cubicBezTo>
                    <a:pt x="133" y="67"/>
                    <a:pt x="0" y="397"/>
                    <a:pt x="123" y="678"/>
                  </a:cubicBezTo>
                  <a:cubicBezTo>
                    <a:pt x="139" y="705"/>
                    <a:pt x="167" y="724"/>
                    <a:pt x="197" y="724"/>
                  </a:cubicBezTo>
                  <a:cubicBezTo>
                    <a:pt x="210" y="724"/>
                    <a:pt x="222" y="721"/>
                    <a:pt x="231" y="718"/>
                  </a:cubicBezTo>
                  <a:cubicBezTo>
                    <a:pt x="272" y="699"/>
                    <a:pt x="290" y="650"/>
                    <a:pt x="272" y="610"/>
                  </a:cubicBezTo>
                  <a:cubicBezTo>
                    <a:pt x="176" y="394"/>
                    <a:pt x="287" y="116"/>
                    <a:pt x="287" y="113"/>
                  </a:cubicBezTo>
                  <a:cubicBezTo>
                    <a:pt x="315" y="48"/>
                    <a:pt x="263" y="1"/>
                    <a:pt x="2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5279;p47">
              <a:extLst>
                <a:ext uri="{FF2B5EF4-FFF2-40B4-BE49-F238E27FC236}">
                  <a16:creationId xmlns:a16="http://schemas.microsoft.com/office/drawing/2014/main" id="{E340F62A-C2CA-6975-2A85-DB388E2E1545}"/>
                </a:ext>
              </a:extLst>
            </p:cNvPr>
            <p:cNvSpPr/>
            <p:nvPr/>
          </p:nvSpPr>
          <p:spPr>
            <a:xfrm>
              <a:off x="6797622" y="3835447"/>
              <a:ext cx="13934" cy="25722"/>
            </a:xfrm>
            <a:custGeom>
              <a:avLst/>
              <a:gdLst/>
              <a:ahLst/>
              <a:cxnLst/>
              <a:rect l="l" t="t" r="r" b="b"/>
              <a:pathLst>
                <a:path w="383" h="707" extrusionOk="0">
                  <a:moveTo>
                    <a:pt x="273" y="1"/>
                  </a:moveTo>
                  <a:cubicBezTo>
                    <a:pt x="251" y="1"/>
                    <a:pt x="228" y="11"/>
                    <a:pt x="211" y="35"/>
                  </a:cubicBezTo>
                  <a:cubicBezTo>
                    <a:pt x="201" y="47"/>
                    <a:pt x="1" y="340"/>
                    <a:pt x="63" y="642"/>
                  </a:cubicBezTo>
                  <a:cubicBezTo>
                    <a:pt x="69" y="676"/>
                    <a:pt x="103" y="704"/>
                    <a:pt x="140" y="707"/>
                  </a:cubicBezTo>
                  <a:cubicBezTo>
                    <a:pt x="146" y="707"/>
                    <a:pt x="152" y="704"/>
                    <a:pt x="158" y="704"/>
                  </a:cubicBezTo>
                  <a:cubicBezTo>
                    <a:pt x="201" y="695"/>
                    <a:pt x="229" y="651"/>
                    <a:pt x="220" y="608"/>
                  </a:cubicBezTo>
                  <a:cubicBezTo>
                    <a:pt x="174" y="377"/>
                    <a:pt x="343" y="127"/>
                    <a:pt x="343" y="127"/>
                  </a:cubicBezTo>
                  <a:cubicBezTo>
                    <a:pt x="383" y="63"/>
                    <a:pt x="330" y="1"/>
                    <a:pt x="27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5280;p47">
              <a:extLst>
                <a:ext uri="{FF2B5EF4-FFF2-40B4-BE49-F238E27FC236}">
                  <a16:creationId xmlns:a16="http://schemas.microsoft.com/office/drawing/2014/main" id="{E2F3D116-E128-1791-2B1D-FFE7CC3592B5}"/>
                </a:ext>
              </a:extLst>
            </p:cNvPr>
            <p:cNvSpPr/>
            <p:nvPr/>
          </p:nvSpPr>
          <p:spPr>
            <a:xfrm>
              <a:off x="6771282" y="3860623"/>
              <a:ext cx="13862" cy="25795"/>
            </a:xfrm>
            <a:custGeom>
              <a:avLst/>
              <a:gdLst/>
              <a:ahLst/>
              <a:cxnLst/>
              <a:rect l="l" t="t" r="r" b="b"/>
              <a:pathLst>
                <a:path w="381" h="709" extrusionOk="0">
                  <a:moveTo>
                    <a:pt x="270" y="1"/>
                  </a:moveTo>
                  <a:cubicBezTo>
                    <a:pt x="247" y="1"/>
                    <a:pt x="224" y="11"/>
                    <a:pt x="207" y="37"/>
                  </a:cubicBezTo>
                  <a:cubicBezTo>
                    <a:pt x="197" y="49"/>
                    <a:pt x="0" y="345"/>
                    <a:pt x="65" y="644"/>
                  </a:cubicBezTo>
                  <a:cubicBezTo>
                    <a:pt x="71" y="681"/>
                    <a:pt x="105" y="709"/>
                    <a:pt x="142" y="709"/>
                  </a:cubicBezTo>
                  <a:cubicBezTo>
                    <a:pt x="148" y="709"/>
                    <a:pt x="154" y="709"/>
                    <a:pt x="164" y="706"/>
                  </a:cubicBezTo>
                  <a:cubicBezTo>
                    <a:pt x="207" y="697"/>
                    <a:pt x="234" y="653"/>
                    <a:pt x="225" y="610"/>
                  </a:cubicBezTo>
                  <a:cubicBezTo>
                    <a:pt x="173" y="379"/>
                    <a:pt x="339" y="129"/>
                    <a:pt x="339" y="126"/>
                  </a:cubicBezTo>
                  <a:cubicBezTo>
                    <a:pt x="381" y="63"/>
                    <a:pt x="326" y="1"/>
                    <a:pt x="2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5281;p47">
              <a:extLst>
                <a:ext uri="{FF2B5EF4-FFF2-40B4-BE49-F238E27FC236}">
                  <a16:creationId xmlns:a16="http://schemas.microsoft.com/office/drawing/2014/main" id="{5297FDF7-07B3-BB27-92D2-EBA0DF5F4761}"/>
                </a:ext>
              </a:extLst>
            </p:cNvPr>
            <p:cNvSpPr/>
            <p:nvPr/>
          </p:nvSpPr>
          <p:spPr>
            <a:xfrm>
              <a:off x="6721657" y="3833337"/>
              <a:ext cx="12516" cy="26050"/>
            </a:xfrm>
            <a:custGeom>
              <a:avLst/>
              <a:gdLst/>
              <a:ahLst/>
              <a:cxnLst/>
              <a:rect l="l" t="t" r="r" b="b"/>
              <a:pathLst>
                <a:path w="344" h="716" extrusionOk="0">
                  <a:moveTo>
                    <a:pt x="140" y="0"/>
                  </a:moveTo>
                  <a:cubicBezTo>
                    <a:pt x="103" y="0"/>
                    <a:pt x="66" y="22"/>
                    <a:pt x="59" y="71"/>
                  </a:cubicBezTo>
                  <a:cubicBezTo>
                    <a:pt x="59" y="86"/>
                    <a:pt x="1" y="438"/>
                    <a:pt x="186" y="685"/>
                  </a:cubicBezTo>
                  <a:cubicBezTo>
                    <a:pt x="201" y="703"/>
                    <a:pt x="226" y="716"/>
                    <a:pt x="251" y="716"/>
                  </a:cubicBezTo>
                  <a:cubicBezTo>
                    <a:pt x="269" y="716"/>
                    <a:pt x="285" y="709"/>
                    <a:pt x="300" y="700"/>
                  </a:cubicBezTo>
                  <a:cubicBezTo>
                    <a:pt x="334" y="672"/>
                    <a:pt x="343" y="623"/>
                    <a:pt x="315" y="586"/>
                  </a:cubicBezTo>
                  <a:cubicBezTo>
                    <a:pt x="173" y="398"/>
                    <a:pt x="220" y="99"/>
                    <a:pt x="220" y="96"/>
                  </a:cubicBezTo>
                  <a:cubicBezTo>
                    <a:pt x="234" y="35"/>
                    <a:pt x="187" y="0"/>
                    <a:pt x="1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5282;p47">
              <a:extLst>
                <a:ext uri="{FF2B5EF4-FFF2-40B4-BE49-F238E27FC236}">
                  <a16:creationId xmlns:a16="http://schemas.microsoft.com/office/drawing/2014/main" id="{DA0AB6DF-A993-9C29-24AD-A99F7B920696}"/>
                </a:ext>
              </a:extLst>
            </p:cNvPr>
            <p:cNvSpPr/>
            <p:nvPr/>
          </p:nvSpPr>
          <p:spPr>
            <a:xfrm>
              <a:off x="6910843" y="4254677"/>
              <a:ext cx="322676" cy="25941"/>
            </a:xfrm>
            <a:custGeom>
              <a:avLst/>
              <a:gdLst/>
              <a:ahLst/>
              <a:cxnLst/>
              <a:rect l="l" t="t" r="r" b="b"/>
              <a:pathLst>
                <a:path w="8869" h="713" extrusionOk="0">
                  <a:moveTo>
                    <a:pt x="8779" y="0"/>
                  </a:moveTo>
                  <a:cubicBezTo>
                    <a:pt x="8777" y="0"/>
                    <a:pt x="8775" y="0"/>
                    <a:pt x="8773" y="0"/>
                  </a:cubicBezTo>
                  <a:cubicBezTo>
                    <a:pt x="8719" y="9"/>
                    <a:pt x="4101" y="551"/>
                    <a:pt x="1202" y="551"/>
                  </a:cubicBezTo>
                  <a:cubicBezTo>
                    <a:pt x="791" y="551"/>
                    <a:pt x="414" y="540"/>
                    <a:pt x="90" y="516"/>
                  </a:cubicBezTo>
                  <a:cubicBezTo>
                    <a:pt x="89" y="515"/>
                    <a:pt x="87" y="515"/>
                    <a:pt x="85" y="515"/>
                  </a:cubicBezTo>
                  <a:cubicBezTo>
                    <a:pt x="44" y="515"/>
                    <a:pt x="10" y="548"/>
                    <a:pt x="4" y="593"/>
                  </a:cubicBezTo>
                  <a:cubicBezTo>
                    <a:pt x="1" y="636"/>
                    <a:pt x="35" y="676"/>
                    <a:pt x="81" y="679"/>
                  </a:cubicBezTo>
                  <a:cubicBezTo>
                    <a:pt x="405" y="704"/>
                    <a:pt x="784" y="713"/>
                    <a:pt x="1198" y="713"/>
                  </a:cubicBezTo>
                  <a:cubicBezTo>
                    <a:pt x="4109" y="713"/>
                    <a:pt x="8739" y="170"/>
                    <a:pt x="8791" y="161"/>
                  </a:cubicBezTo>
                  <a:cubicBezTo>
                    <a:pt x="8834" y="158"/>
                    <a:pt x="8868" y="118"/>
                    <a:pt x="8862" y="71"/>
                  </a:cubicBezTo>
                  <a:cubicBezTo>
                    <a:pt x="8856" y="30"/>
                    <a:pt x="8819" y="0"/>
                    <a:pt x="87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5283;p47">
              <a:extLst>
                <a:ext uri="{FF2B5EF4-FFF2-40B4-BE49-F238E27FC236}">
                  <a16:creationId xmlns:a16="http://schemas.microsoft.com/office/drawing/2014/main" id="{CABDB7E3-85D0-3CB6-FC23-A2AE41423DE3}"/>
                </a:ext>
              </a:extLst>
            </p:cNvPr>
            <p:cNvSpPr/>
            <p:nvPr/>
          </p:nvSpPr>
          <p:spPr>
            <a:xfrm>
              <a:off x="7677593" y="4011354"/>
              <a:ext cx="21575" cy="28015"/>
            </a:xfrm>
            <a:custGeom>
              <a:avLst/>
              <a:gdLst/>
              <a:ahLst/>
              <a:cxnLst/>
              <a:rect l="l" t="t" r="r" b="b"/>
              <a:pathLst>
                <a:path w="593" h="770" extrusionOk="0">
                  <a:moveTo>
                    <a:pt x="113" y="0"/>
                  </a:moveTo>
                  <a:cubicBezTo>
                    <a:pt x="25" y="0"/>
                    <a:pt x="0" y="130"/>
                    <a:pt x="90" y="156"/>
                  </a:cubicBezTo>
                  <a:cubicBezTo>
                    <a:pt x="103" y="162"/>
                    <a:pt x="408" y="245"/>
                    <a:pt x="340" y="680"/>
                  </a:cubicBezTo>
                  <a:cubicBezTo>
                    <a:pt x="334" y="723"/>
                    <a:pt x="365" y="764"/>
                    <a:pt x="408" y="770"/>
                  </a:cubicBezTo>
                  <a:lnTo>
                    <a:pt x="420" y="770"/>
                  </a:lnTo>
                  <a:cubicBezTo>
                    <a:pt x="460" y="770"/>
                    <a:pt x="494" y="742"/>
                    <a:pt x="500" y="705"/>
                  </a:cubicBezTo>
                  <a:cubicBezTo>
                    <a:pt x="593" y="125"/>
                    <a:pt x="133" y="2"/>
                    <a:pt x="130" y="2"/>
                  </a:cubicBezTo>
                  <a:cubicBezTo>
                    <a:pt x="124" y="1"/>
                    <a:pt x="118" y="0"/>
                    <a:pt x="1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5284;p47">
              <a:extLst>
                <a:ext uri="{FF2B5EF4-FFF2-40B4-BE49-F238E27FC236}">
                  <a16:creationId xmlns:a16="http://schemas.microsoft.com/office/drawing/2014/main" id="{4AAF4C3E-16FE-955C-DA98-62F972E23B40}"/>
                </a:ext>
              </a:extLst>
            </p:cNvPr>
            <p:cNvSpPr/>
            <p:nvPr/>
          </p:nvSpPr>
          <p:spPr>
            <a:xfrm>
              <a:off x="7664350" y="3975336"/>
              <a:ext cx="21466" cy="28124"/>
            </a:xfrm>
            <a:custGeom>
              <a:avLst/>
              <a:gdLst/>
              <a:ahLst/>
              <a:cxnLst/>
              <a:rect l="l" t="t" r="r" b="b"/>
              <a:pathLst>
                <a:path w="590" h="773" extrusionOk="0">
                  <a:moveTo>
                    <a:pt x="110" y="0"/>
                  </a:moveTo>
                  <a:cubicBezTo>
                    <a:pt x="25" y="0"/>
                    <a:pt x="0" y="130"/>
                    <a:pt x="90" y="159"/>
                  </a:cubicBezTo>
                  <a:cubicBezTo>
                    <a:pt x="103" y="162"/>
                    <a:pt x="408" y="245"/>
                    <a:pt x="340" y="680"/>
                  </a:cubicBezTo>
                  <a:cubicBezTo>
                    <a:pt x="334" y="723"/>
                    <a:pt x="365" y="767"/>
                    <a:pt x="408" y="773"/>
                  </a:cubicBezTo>
                  <a:lnTo>
                    <a:pt x="420" y="773"/>
                  </a:lnTo>
                  <a:cubicBezTo>
                    <a:pt x="460" y="773"/>
                    <a:pt x="494" y="745"/>
                    <a:pt x="501" y="705"/>
                  </a:cubicBezTo>
                  <a:cubicBezTo>
                    <a:pt x="590" y="128"/>
                    <a:pt x="134" y="2"/>
                    <a:pt x="127" y="2"/>
                  </a:cubicBezTo>
                  <a:cubicBezTo>
                    <a:pt x="121" y="1"/>
                    <a:pt x="116" y="0"/>
                    <a:pt x="1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5285;p47">
              <a:extLst>
                <a:ext uri="{FF2B5EF4-FFF2-40B4-BE49-F238E27FC236}">
                  <a16:creationId xmlns:a16="http://schemas.microsoft.com/office/drawing/2014/main" id="{165E7783-66B3-A938-AEBA-B4C2A3983812}"/>
                </a:ext>
              </a:extLst>
            </p:cNvPr>
            <p:cNvSpPr/>
            <p:nvPr/>
          </p:nvSpPr>
          <p:spPr>
            <a:xfrm>
              <a:off x="7635353" y="3960055"/>
              <a:ext cx="22084" cy="28269"/>
            </a:xfrm>
            <a:custGeom>
              <a:avLst/>
              <a:gdLst/>
              <a:ahLst/>
              <a:cxnLst/>
              <a:rect l="l" t="t" r="r" b="b"/>
              <a:pathLst>
                <a:path w="607" h="777" extrusionOk="0">
                  <a:moveTo>
                    <a:pt x="114" y="0"/>
                  </a:moveTo>
                  <a:cubicBezTo>
                    <a:pt x="26" y="0"/>
                    <a:pt x="1" y="146"/>
                    <a:pt x="107" y="163"/>
                  </a:cubicBezTo>
                  <a:cubicBezTo>
                    <a:pt x="119" y="166"/>
                    <a:pt x="425" y="249"/>
                    <a:pt x="357" y="684"/>
                  </a:cubicBezTo>
                  <a:cubicBezTo>
                    <a:pt x="351" y="727"/>
                    <a:pt x="381" y="770"/>
                    <a:pt x="425" y="776"/>
                  </a:cubicBezTo>
                  <a:lnTo>
                    <a:pt x="437" y="776"/>
                  </a:lnTo>
                  <a:cubicBezTo>
                    <a:pt x="477" y="776"/>
                    <a:pt x="508" y="749"/>
                    <a:pt x="517" y="709"/>
                  </a:cubicBezTo>
                  <a:cubicBezTo>
                    <a:pt x="607" y="132"/>
                    <a:pt x="150" y="5"/>
                    <a:pt x="144" y="5"/>
                  </a:cubicBezTo>
                  <a:cubicBezTo>
                    <a:pt x="133" y="2"/>
                    <a:pt x="124" y="0"/>
                    <a:pt x="11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5286;p47">
              <a:extLst>
                <a:ext uri="{FF2B5EF4-FFF2-40B4-BE49-F238E27FC236}">
                  <a16:creationId xmlns:a16="http://schemas.microsoft.com/office/drawing/2014/main" id="{2254E1B4-A780-59C3-BFAA-D250E0A7BE20}"/>
                </a:ext>
              </a:extLst>
            </p:cNvPr>
            <p:cNvSpPr/>
            <p:nvPr/>
          </p:nvSpPr>
          <p:spPr>
            <a:xfrm>
              <a:off x="7652890" y="3933678"/>
              <a:ext cx="21611" cy="28160"/>
            </a:xfrm>
            <a:custGeom>
              <a:avLst/>
              <a:gdLst/>
              <a:ahLst/>
              <a:cxnLst/>
              <a:rect l="l" t="t" r="r" b="b"/>
              <a:pathLst>
                <a:path w="594" h="774" extrusionOk="0">
                  <a:moveTo>
                    <a:pt x="114" y="1"/>
                  </a:moveTo>
                  <a:cubicBezTo>
                    <a:pt x="28" y="1"/>
                    <a:pt x="1" y="131"/>
                    <a:pt x="94" y="160"/>
                  </a:cubicBezTo>
                  <a:cubicBezTo>
                    <a:pt x="106" y="163"/>
                    <a:pt x="411" y="246"/>
                    <a:pt x="344" y="681"/>
                  </a:cubicBezTo>
                  <a:cubicBezTo>
                    <a:pt x="337" y="724"/>
                    <a:pt x="368" y="767"/>
                    <a:pt x="411" y="774"/>
                  </a:cubicBezTo>
                  <a:lnTo>
                    <a:pt x="424" y="774"/>
                  </a:lnTo>
                  <a:cubicBezTo>
                    <a:pt x="464" y="774"/>
                    <a:pt x="495" y="743"/>
                    <a:pt x="504" y="706"/>
                  </a:cubicBezTo>
                  <a:cubicBezTo>
                    <a:pt x="593" y="126"/>
                    <a:pt x="137" y="2"/>
                    <a:pt x="131" y="2"/>
                  </a:cubicBezTo>
                  <a:cubicBezTo>
                    <a:pt x="125" y="1"/>
                    <a:pt x="119" y="1"/>
                    <a:pt x="1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5287;p47">
              <a:extLst>
                <a:ext uri="{FF2B5EF4-FFF2-40B4-BE49-F238E27FC236}">
                  <a16:creationId xmlns:a16="http://schemas.microsoft.com/office/drawing/2014/main" id="{69C4BDD0-0B96-07D5-0853-AC2FA6361822}"/>
                </a:ext>
              </a:extLst>
            </p:cNvPr>
            <p:cNvSpPr/>
            <p:nvPr/>
          </p:nvSpPr>
          <p:spPr>
            <a:xfrm>
              <a:off x="7629678" y="3930731"/>
              <a:ext cx="22157" cy="28306"/>
            </a:xfrm>
            <a:custGeom>
              <a:avLst/>
              <a:gdLst/>
              <a:ahLst/>
              <a:cxnLst/>
              <a:rect l="l" t="t" r="r" b="b"/>
              <a:pathLst>
                <a:path w="609" h="778" extrusionOk="0">
                  <a:moveTo>
                    <a:pt x="114" y="0"/>
                  </a:moveTo>
                  <a:cubicBezTo>
                    <a:pt x="25" y="0"/>
                    <a:pt x="0" y="147"/>
                    <a:pt x="106" y="164"/>
                  </a:cubicBezTo>
                  <a:cubicBezTo>
                    <a:pt x="121" y="167"/>
                    <a:pt x="426" y="250"/>
                    <a:pt x="359" y="685"/>
                  </a:cubicBezTo>
                  <a:cubicBezTo>
                    <a:pt x="352" y="728"/>
                    <a:pt x="380" y="768"/>
                    <a:pt x="426" y="777"/>
                  </a:cubicBezTo>
                  <a:lnTo>
                    <a:pt x="439" y="777"/>
                  </a:lnTo>
                  <a:cubicBezTo>
                    <a:pt x="476" y="774"/>
                    <a:pt x="510" y="747"/>
                    <a:pt x="516" y="710"/>
                  </a:cubicBezTo>
                  <a:cubicBezTo>
                    <a:pt x="608" y="130"/>
                    <a:pt x="149" y="6"/>
                    <a:pt x="146" y="6"/>
                  </a:cubicBezTo>
                  <a:cubicBezTo>
                    <a:pt x="134" y="2"/>
                    <a:pt x="124" y="0"/>
                    <a:pt x="11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5288;p47">
              <a:extLst>
                <a:ext uri="{FF2B5EF4-FFF2-40B4-BE49-F238E27FC236}">
                  <a16:creationId xmlns:a16="http://schemas.microsoft.com/office/drawing/2014/main" id="{A0C80E40-6287-2B27-2CA2-BEAD84099F4C}"/>
                </a:ext>
              </a:extLst>
            </p:cNvPr>
            <p:cNvSpPr/>
            <p:nvPr/>
          </p:nvSpPr>
          <p:spPr>
            <a:xfrm>
              <a:off x="7182653" y="3936116"/>
              <a:ext cx="23248" cy="29543"/>
            </a:xfrm>
            <a:custGeom>
              <a:avLst/>
              <a:gdLst/>
              <a:ahLst/>
              <a:cxnLst/>
              <a:rect l="l" t="t" r="r" b="b"/>
              <a:pathLst>
                <a:path w="639" h="812" extrusionOk="0">
                  <a:moveTo>
                    <a:pt x="524" y="1"/>
                  </a:moveTo>
                  <a:cubicBezTo>
                    <a:pt x="509" y="1"/>
                    <a:pt x="494" y="5"/>
                    <a:pt x="478" y="16"/>
                  </a:cubicBezTo>
                  <a:cubicBezTo>
                    <a:pt x="0" y="352"/>
                    <a:pt x="231" y="765"/>
                    <a:pt x="231" y="771"/>
                  </a:cubicBezTo>
                  <a:cubicBezTo>
                    <a:pt x="247" y="796"/>
                    <a:pt x="275" y="811"/>
                    <a:pt x="302" y="811"/>
                  </a:cubicBezTo>
                  <a:cubicBezTo>
                    <a:pt x="318" y="811"/>
                    <a:pt x="330" y="808"/>
                    <a:pt x="342" y="799"/>
                  </a:cubicBezTo>
                  <a:cubicBezTo>
                    <a:pt x="382" y="777"/>
                    <a:pt x="395" y="728"/>
                    <a:pt x="373" y="691"/>
                  </a:cubicBezTo>
                  <a:cubicBezTo>
                    <a:pt x="358" y="660"/>
                    <a:pt x="222" y="395"/>
                    <a:pt x="571" y="145"/>
                  </a:cubicBezTo>
                  <a:cubicBezTo>
                    <a:pt x="639" y="95"/>
                    <a:pt x="591" y="1"/>
                    <a:pt x="5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5289;p47">
              <a:extLst>
                <a:ext uri="{FF2B5EF4-FFF2-40B4-BE49-F238E27FC236}">
                  <a16:creationId xmlns:a16="http://schemas.microsoft.com/office/drawing/2014/main" id="{2C196458-3A5D-5DF1-297E-E48B2D8F9E6D}"/>
                </a:ext>
              </a:extLst>
            </p:cNvPr>
            <p:cNvSpPr/>
            <p:nvPr/>
          </p:nvSpPr>
          <p:spPr>
            <a:xfrm>
              <a:off x="7183089" y="3902826"/>
              <a:ext cx="24413" cy="28269"/>
            </a:xfrm>
            <a:custGeom>
              <a:avLst/>
              <a:gdLst/>
              <a:ahLst/>
              <a:cxnLst/>
              <a:rect l="l" t="t" r="r" b="b"/>
              <a:pathLst>
                <a:path w="671" h="777" extrusionOk="0">
                  <a:moveTo>
                    <a:pt x="554" y="0"/>
                  </a:moveTo>
                  <a:cubicBezTo>
                    <a:pt x="543" y="0"/>
                    <a:pt x="531" y="3"/>
                    <a:pt x="519" y="8"/>
                  </a:cubicBezTo>
                  <a:cubicBezTo>
                    <a:pt x="0" y="280"/>
                    <a:pt x="170" y="721"/>
                    <a:pt x="173" y="724"/>
                  </a:cubicBezTo>
                  <a:cubicBezTo>
                    <a:pt x="185" y="755"/>
                    <a:pt x="216" y="776"/>
                    <a:pt x="247" y="776"/>
                  </a:cubicBezTo>
                  <a:cubicBezTo>
                    <a:pt x="259" y="776"/>
                    <a:pt x="269" y="773"/>
                    <a:pt x="278" y="770"/>
                  </a:cubicBezTo>
                  <a:cubicBezTo>
                    <a:pt x="321" y="752"/>
                    <a:pt x="340" y="705"/>
                    <a:pt x="324" y="665"/>
                  </a:cubicBezTo>
                  <a:cubicBezTo>
                    <a:pt x="318" y="650"/>
                    <a:pt x="204" y="357"/>
                    <a:pt x="593" y="153"/>
                  </a:cubicBezTo>
                  <a:cubicBezTo>
                    <a:pt x="670" y="108"/>
                    <a:pt x="627" y="0"/>
                    <a:pt x="5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5290;p47">
              <a:extLst>
                <a:ext uri="{FF2B5EF4-FFF2-40B4-BE49-F238E27FC236}">
                  <a16:creationId xmlns:a16="http://schemas.microsoft.com/office/drawing/2014/main" id="{12AA1D4B-196B-B3F0-D336-73B719508C0C}"/>
                </a:ext>
              </a:extLst>
            </p:cNvPr>
            <p:cNvSpPr/>
            <p:nvPr/>
          </p:nvSpPr>
          <p:spPr>
            <a:xfrm>
              <a:off x="7204846" y="3908175"/>
              <a:ext cx="24849" cy="28415"/>
            </a:xfrm>
            <a:custGeom>
              <a:avLst/>
              <a:gdLst/>
              <a:ahLst/>
              <a:cxnLst/>
              <a:rect l="l" t="t" r="r" b="b"/>
              <a:pathLst>
                <a:path w="683" h="781" extrusionOk="0">
                  <a:moveTo>
                    <a:pt x="562" y="0"/>
                  </a:moveTo>
                  <a:cubicBezTo>
                    <a:pt x="548" y="0"/>
                    <a:pt x="534" y="4"/>
                    <a:pt x="519" y="13"/>
                  </a:cubicBezTo>
                  <a:cubicBezTo>
                    <a:pt x="1" y="284"/>
                    <a:pt x="173" y="725"/>
                    <a:pt x="177" y="728"/>
                  </a:cubicBezTo>
                  <a:cubicBezTo>
                    <a:pt x="189" y="759"/>
                    <a:pt x="217" y="777"/>
                    <a:pt x="251" y="781"/>
                  </a:cubicBezTo>
                  <a:cubicBezTo>
                    <a:pt x="260" y="777"/>
                    <a:pt x="272" y="777"/>
                    <a:pt x="281" y="774"/>
                  </a:cubicBezTo>
                  <a:cubicBezTo>
                    <a:pt x="321" y="756"/>
                    <a:pt x="343" y="710"/>
                    <a:pt x="325" y="666"/>
                  </a:cubicBezTo>
                  <a:cubicBezTo>
                    <a:pt x="321" y="654"/>
                    <a:pt x="204" y="361"/>
                    <a:pt x="596" y="154"/>
                  </a:cubicBezTo>
                  <a:cubicBezTo>
                    <a:pt x="682" y="115"/>
                    <a:pt x="638" y="0"/>
                    <a:pt x="5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6" name="Google Shape;5291;p47">
              <a:extLst>
                <a:ext uri="{FF2B5EF4-FFF2-40B4-BE49-F238E27FC236}">
                  <a16:creationId xmlns:a16="http://schemas.microsoft.com/office/drawing/2014/main" id="{EE716EEE-CF47-8B1C-6105-2EE31A5C9EEB}"/>
                </a:ext>
              </a:extLst>
            </p:cNvPr>
            <p:cNvSpPr/>
            <p:nvPr/>
          </p:nvSpPr>
          <p:spPr>
            <a:xfrm>
              <a:off x="7557096" y="4425563"/>
              <a:ext cx="27505" cy="20120"/>
            </a:xfrm>
            <a:custGeom>
              <a:avLst/>
              <a:gdLst/>
              <a:ahLst/>
              <a:cxnLst/>
              <a:rect l="l" t="t" r="r" b="b"/>
              <a:pathLst>
                <a:path w="756" h="553" extrusionOk="0">
                  <a:moveTo>
                    <a:pt x="670" y="0"/>
                  </a:moveTo>
                  <a:cubicBezTo>
                    <a:pt x="630" y="0"/>
                    <a:pt x="598" y="29"/>
                    <a:pt x="592" y="72"/>
                  </a:cubicBezTo>
                  <a:cubicBezTo>
                    <a:pt x="589" y="84"/>
                    <a:pt x="549" y="389"/>
                    <a:pt x="127" y="389"/>
                  </a:cubicBezTo>
                  <a:lnTo>
                    <a:pt x="108" y="389"/>
                  </a:lnTo>
                  <a:cubicBezTo>
                    <a:pt x="0" y="389"/>
                    <a:pt x="0" y="553"/>
                    <a:pt x="108" y="553"/>
                  </a:cubicBezTo>
                  <a:lnTo>
                    <a:pt x="127" y="553"/>
                  </a:lnTo>
                  <a:cubicBezTo>
                    <a:pt x="694" y="553"/>
                    <a:pt x="753" y="93"/>
                    <a:pt x="753" y="90"/>
                  </a:cubicBezTo>
                  <a:cubicBezTo>
                    <a:pt x="756" y="44"/>
                    <a:pt x="725" y="4"/>
                    <a:pt x="682" y="1"/>
                  </a:cubicBezTo>
                  <a:cubicBezTo>
                    <a:pt x="678" y="0"/>
                    <a:pt x="674" y="0"/>
                    <a:pt x="6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7" name="Google Shape;5292;p47">
              <a:extLst>
                <a:ext uri="{FF2B5EF4-FFF2-40B4-BE49-F238E27FC236}">
                  <a16:creationId xmlns:a16="http://schemas.microsoft.com/office/drawing/2014/main" id="{973A6911-5049-B238-DD5C-645C663AE4FC}"/>
                </a:ext>
              </a:extLst>
            </p:cNvPr>
            <p:cNvSpPr/>
            <p:nvPr/>
          </p:nvSpPr>
          <p:spPr>
            <a:xfrm>
              <a:off x="7582891" y="4395729"/>
              <a:ext cx="27323" cy="20120"/>
            </a:xfrm>
            <a:custGeom>
              <a:avLst/>
              <a:gdLst/>
              <a:ahLst/>
              <a:cxnLst/>
              <a:rect l="l" t="t" r="r" b="b"/>
              <a:pathLst>
                <a:path w="751" h="553" extrusionOk="0">
                  <a:moveTo>
                    <a:pt x="670" y="0"/>
                  </a:moveTo>
                  <a:cubicBezTo>
                    <a:pt x="627" y="0"/>
                    <a:pt x="593" y="30"/>
                    <a:pt x="587" y="71"/>
                  </a:cubicBezTo>
                  <a:cubicBezTo>
                    <a:pt x="584" y="84"/>
                    <a:pt x="544" y="392"/>
                    <a:pt x="121" y="392"/>
                  </a:cubicBezTo>
                  <a:lnTo>
                    <a:pt x="102" y="392"/>
                  </a:lnTo>
                  <a:cubicBezTo>
                    <a:pt x="1" y="398"/>
                    <a:pt x="1" y="546"/>
                    <a:pt x="102" y="553"/>
                  </a:cubicBezTo>
                  <a:lnTo>
                    <a:pt x="121" y="553"/>
                  </a:lnTo>
                  <a:cubicBezTo>
                    <a:pt x="688" y="553"/>
                    <a:pt x="747" y="96"/>
                    <a:pt x="747" y="90"/>
                  </a:cubicBezTo>
                  <a:cubicBezTo>
                    <a:pt x="750" y="47"/>
                    <a:pt x="719" y="7"/>
                    <a:pt x="676" y="0"/>
                  </a:cubicBezTo>
                  <a:cubicBezTo>
                    <a:pt x="674" y="0"/>
                    <a:pt x="672" y="0"/>
                    <a:pt x="6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8" name="Google Shape;5293;p47">
              <a:extLst>
                <a:ext uri="{FF2B5EF4-FFF2-40B4-BE49-F238E27FC236}">
                  <a16:creationId xmlns:a16="http://schemas.microsoft.com/office/drawing/2014/main" id="{4FFC6BAE-F352-2D24-41B5-A621D4C08BD4}"/>
                </a:ext>
              </a:extLst>
            </p:cNvPr>
            <p:cNvSpPr/>
            <p:nvPr/>
          </p:nvSpPr>
          <p:spPr>
            <a:xfrm>
              <a:off x="7602209" y="4409918"/>
              <a:ext cx="26632" cy="20192"/>
            </a:xfrm>
            <a:custGeom>
              <a:avLst/>
              <a:gdLst/>
              <a:ahLst/>
              <a:cxnLst/>
              <a:rect l="l" t="t" r="r" b="b"/>
              <a:pathLst>
                <a:path w="732" h="555" extrusionOk="0">
                  <a:moveTo>
                    <a:pt x="640" y="1"/>
                  </a:moveTo>
                  <a:cubicBezTo>
                    <a:pt x="602" y="1"/>
                    <a:pt x="567" y="32"/>
                    <a:pt x="565" y="70"/>
                  </a:cubicBezTo>
                  <a:cubicBezTo>
                    <a:pt x="562" y="103"/>
                    <a:pt x="514" y="391"/>
                    <a:pt x="109" y="391"/>
                  </a:cubicBezTo>
                  <a:cubicBezTo>
                    <a:pt x="101" y="391"/>
                    <a:pt x="92" y="391"/>
                    <a:pt x="83" y="391"/>
                  </a:cubicBezTo>
                  <a:cubicBezTo>
                    <a:pt x="40" y="394"/>
                    <a:pt x="3" y="428"/>
                    <a:pt x="0" y="471"/>
                  </a:cubicBezTo>
                  <a:cubicBezTo>
                    <a:pt x="0" y="514"/>
                    <a:pt x="34" y="551"/>
                    <a:pt x="77" y="554"/>
                  </a:cubicBezTo>
                  <a:lnTo>
                    <a:pt x="99" y="554"/>
                  </a:lnTo>
                  <a:cubicBezTo>
                    <a:pt x="663" y="554"/>
                    <a:pt x="722" y="95"/>
                    <a:pt x="725" y="92"/>
                  </a:cubicBezTo>
                  <a:cubicBezTo>
                    <a:pt x="731" y="45"/>
                    <a:pt x="700" y="5"/>
                    <a:pt x="654" y="2"/>
                  </a:cubicBezTo>
                  <a:cubicBezTo>
                    <a:pt x="649" y="1"/>
                    <a:pt x="644" y="1"/>
                    <a:pt x="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9" name="Google Shape;5294;p47">
              <a:extLst>
                <a:ext uri="{FF2B5EF4-FFF2-40B4-BE49-F238E27FC236}">
                  <a16:creationId xmlns:a16="http://schemas.microsoft.com/office/drawing/2014/main" id="{6B9A1FB2-4BAA-5A25-E91A-DC89F3AAD618}"/>
                </a:ext>
              </a:extLst>
            </p:cNvPr>
            <p:cNvSpPr/>
            <p:nvPr/>
          </p:nvSpPr>
          <p:spPr>
            <a:xfrm>
              <a:off x="7535922" y="4410573"/>
              <a:ext cx="30379" cy="16627"/>
            </a:xfrm>
            <a:custGeom>
              <a:avLst/>
              <a:gdLst/>
              <a:ahLst/>
              <a:cxnLst/>
              <a:rect l="l" t="t" r="r" b="b"/>
              <a:pathLst>
                <a:path w="835" h="457" extrusionOk="0">
                  <a:moveTo>
                    <a:pt x="740" y="1"/>
                  </a:moveTo>
                  <a:cubicBezTo>
                    <a:pt x="710" y="1"/>
                    <a:pt x="680" y="16"/>
                    <a:pt x="666" y="52"/>
                  </a:cubicBezTo>
                  <a:cubicBezTo>
                    <a:pt x="663" y="63"/>
                    <a:pt x="588" y="294"/>
                    <a:pt x="283" y="294"/>
                  </a:cubicBezTo>
                  <a:cubicBezTo>
                    <a:pt x="238" y="294"/>
                    <a:pt x="188" y="289"/>
                    <a:pt x="132" y="277"/>
                  </a:cubicBezTo>
                  <a:cubicBezTo>
                    <a:pt x="125" y="275"/>
                    <a:pt x="117" y="275"/>
                    <a:pt x="111" y="275"/>
                  </a:cubicBezTo>
                  <a:cubicBezTo>
                    <a:pt x="23" y="275"/>
                    <a:pt x="1" y="414"/>
                    <a:pt x="101" y="434"/>
                  </a:cubicBezTo>
                  <a:cubicBezTo>
                    <a:pt x="160" y="447"/>
                    <a:pt x="221" y="453"/>
                    <a:pt x="286" y="456"/>
                  </a:cubicBezTo>
                  <a:cubicBezTo>
                    <a:pt x="706" y="456"/>
                    <a:pt x="820" y="104"/>
                    <a:pt x="820" y="98"/>
                  </a:cubicBezTo>
                  <a:cubicBezTo>
                    <a:pt x="835" y="40"/>
                    <a:pt x="787" y="1"/>
                    <a:pt x="7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0" name="Google Shape;5295;p47">
              <a:extLst>
                <a:ext uri="{FF2B5EF4-FFF2-40B4-BE49-F238E27FC236}">
                  <a16:creationId xmlns:a16="http://schemas.microsoft.com/office/drawing/2014/main" id="{5D2D52A6-812D-5164-FF43-03345848EACD}"/>
                </a:ext>
              </a:extLst>
            </p:cNvPr>
            <p:cNvSpPr/>
            <p:nvPr/>
          </p:nvSpPr>
          <p:spPr>
            <a:xfrm>
              <a:off x="7142560" y="4329805"/>
              <a:ext cx="32380" cy="11861"/>
            </a:xfrm>
            <a:custGeom>
              <a:avLst/>
              <a:gdLst/>
              <a:ahLst/>
              <a:cxnLst/>
              <a:rect l="l" t="t" r="r" b="b"/>
              <a:pathLst>
                <a:path w="890" h="326" extrusionOk="0">
                  <a:moveTo>
                    <a:pt x="414" y="1"/>
                  </a:moveTo>
                  <a:cubicBezTo>
                    <a:pt x="200" y="1"/>
                    <a:pt x="61" y="133"/>
                    <a:pt x="60" y="135"/>
                  </a:cubicBezTo>
                  <a:cubicBezTo>
                    <a:pt x="0" y="192"/>
                    <a:pt x="53" y="273"/>
                    <a:pt x="115" y="273"/>
                  </a:cubicBezTo>
                  <a:cubicBezTo>
                    <a:pt x="134" y="273"/>
                    <a:pt x="153" y="266"/>
                    <a:pt x="171" y="249"/>
                  </a:cubicBezTo>
                  <a:cubicBezTo>
                    <a:pt x="176" y="243"/>
                    <a:pt x="264" y="161"/>
                    <a:pt x="406" y="161"/>
                  </a:cubicBezTo>
                  <a:cubicBezTo>
                    <a:pt x="499" y="161"/>
                    <a:pt x="615" y="196"/>
                    <a:pt x="747" y="307"/>
                  </a:cubicBezTo>
                  <a:cubicBezTo>
                    <a:pt x="763" y="320"/>
                    <a:pt x="781" y="326"/>
                    <a:pt x="800" y="326"/>
                  </a:cubicBezTo>
                  <a:cubicBezTo>
                    <a:pt x="821" y="326"/>
                    <a:pt x="846" y="317"/>
                    <a:pt x="861" y="298"/>
                  </a:cubicBezTo>
                  <a:cubicBezTo>
                    <a:pt x="889" y="264"/>
                    <a:pt x="886" y="212"/>
                    <a:pt x="852" y="184"/>
                  </a:cubicBezTo>
                  <a:cubicBezTo>
                    <a:pt x="688" y="45"/>
                    <a:pt x="538" y="1"/>
                    <a:pt x="4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1" name="Google Shape;5296;p47">
              <a:extLst>
                <a:ext uri="{FF2B5EF4-FFF2-40B4-BE49-F238E27FC236}">
                  <a16:creationId xmlns:a16="http://schemas.microsoft.com/office/drawing/2014/main" id="{51EA3E19-CF16-7E09-0A31-8D2630F4B947}"/>
                </a:ext>
              </a:extLst>
            </p:cNvPr>
            <p:cNvSpPr/>
            <p:nvPr/>
          </p:nvSpPr>
          <p:spPr>
            <a:xfrm>
              <a:off x="7110580" y="4342575"/>
              <a:ext cx="32853" cy="12552"/>
            </a:xfrm>
            <a:custGeom>
              <a:avLst/>
              <a:gdLst/>
              <a:ahLst/>
              <a:cxnLst/>
              <a:rect l="l" t="t" r="r" b="b"/>
              <a:pathLst>
                <a:path w="903" h="345" extrusionOk="0">
                  <a:moveTo>
                    <a:pt x="470" y="1"/>
                  </a:moveTo>
                  <a:cubicBezTo>
                    <a:pt x="184" y="1"/>
                    <a:pt x="38" y="217"/>
                    <a:pt x="38" y="222"/>
                  </a:cubicBezTo>
                  <a:cubicBezTo>
                    <a:pt x="1" y="274"/>
                    <a:pt x="41" y="345"/>
                    <a:pt x="103" y="345"/>
                  </a:cubicBezTo>
                  <a:cubicBezTo>
                    <a:pt x="130" y="345"/>
                    <a:pt x="155" y="333"/>
                    <a:pt x="171" y="311"/>
                  </a:cubicBezTo>
                  <a:cubicBezTo>
                    <a:pt x="184" y="289"/>
                    <a:pt x="277" y="162"/>
                    <a:pt x="466" y="162"/>
                  </a:cubicBezTo>
                  <a:cubicBezTo>
                    <a:pt x="542" y="162"/>
                    <a:pt x="635" y="183"/>
                    <a:pt x="744" y="240"/>
                  </a:cubicBezTo>
                  <a:cubicBezTo>
                    <a:pt x="759" y="248"/>
                    <a:pt x="772" y="251"/>
                    <a:pt x="785" y="251"/>
                  </a:cubicBezTo>
                  <a:cubicBezTo>
                    <a:pt x="859" y="251"/>
                    <a:pt x="903" y="140"/>
                    <a:pt x="821" y="98"/>
                  </a:cubicBezTo>
                  <a:cubicBezTo>
                    <a:pt x="687" y="27"/>
                    <a:pt x="570" y="1"/>
                    <a:pt x="4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2" name="Google Shape;5297;p47">
              <a:extLst>
                <a:ext uri="{FF2B5EF4-FFF2-40B4-BE49-F238E27FC236}">
                  <a16:creationId xmlns:a16="http://schemas.microsoft.com/office/drawing/2014/main" id="{1D4CE459-4621-A79E-4A16-F08D6DE65593}"/>
                </a:ext>
              </a:extLst>
            </p:cNvPr>
            <p:cNvSpPr/>
            <p:nvPr/>
          </p:nvSpPr>
          <p:spPr>
            <a:xfrm>
              <a:off x="7098246" y="4319873"/>
              <a:ext cx="32417" cy="12588"/>
            </a:xfrm>
            <a:custGeom>
              <a:avLst/>
              <a:gdLst/>
              <a:ahLst/>
              <a:cxnLst/>
              <a:rect l="l" t="t" r="r" b="b"/>
              <a:pathLst>
                <a:path w="891" h="346" extrusionOk="0">
                  <a:moveTo>
                    <a:pt x="459" y="0"/>
                  </a:moveTo>
                  <a:cubicBezTo>
                    <a:pt x="172" y="0"/>
                    <a:pt x="25" y="217"/>
                    <a:pt x="25" y="219"/>
                  </a:cubicBezTo>
                  <a:cubicBezTo>
                    <a:pt x="1" y="256"/>
                    <a:pt x="10" y="306"/>
                    <a:pt x="47" y="330"/>
                  </a:cubicBezTo>
                  <a:cubicBezTo>
                    <a:pt x="59" y="340"/>
                    <a:pt x="75" y="346"/>
                    <a:pt x="93" y="346"/>
                  </a:cubicBezTo>
                  <a:cubicBezTo>
                    <a:pt x="118" y="346"/>
                    <a:pt x="143" y="330"/>
                    <a:pt x="158" y="309"/>
                  </a:cubicBezTo>
                  <a:cubicBezTo>
                    <a:pt x="162" y="300"/>
                    <a:pt x="256" y="162"/>
                    <a:pt x="453" y="162"/>
                  </a:cubicBezTo>
                  <a:cubicBezTo>
                    <a:pt x="530" y="162"/>
                    <a:pt x="622" y="183"/>
                    <a:pt x="732" y="241"/>
                  </a:cubicBezTo>
                  <a:cubicBezTo>
                    <a:pt x="745" y="248"/>
                    <a:pt x="759" y="251"/>
                    <a:pt x="771" y="251"/>
                  </a:cubicBezTo>
                  <a:cubicBezTo>
                    <a:pt x="846" y="251"/>
                    <a:pt x="891" y="141"/>
                    <a:pt x="809" y="96"/>
                  </a:cubicBezTo>
                  <a:cubicBezTo>
                    <a:pt x="676" y="26"/>
                    <a:pt x="559" y="0"/>
                    <a:pt x="4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3" name="Google Shape;5298;p47">
              <a:extLst>
                <a:ext uri="{FF2B5EF4-FFF2-40B4-BE49-F238E27FC236}">
                  <a16:creationId xmlns:a16="http://schemas.microsoft.com/office/drawing/2014/main" id="{381551F2-C901-277A-2D7A-841DDCE1B127}"/>
                </a:ext>
              </a:extLst>
            </p:cNvPr>
            <p:cNvSpPr/>
            <p:nvPr/>
          </p:nvSpPr>
          <p:spPr>
            <a:xfrm>
              <a:off x="7072670" y="4336936"/>
              <a:ext cx="32380" cy="12479"/>
            </a:xfrm>
            <a:custGeom>
              <a:avLst/>
              <a:gdLst/>
              <a:ahLst/>
              <a:cxnLst/>
              <a:rect l="l" t="t" r="r" b="b"/>
              <a:pathLst>
                <a:path w="890" h="343" extrusionOk="0">
                  <a:moveTo>
                    <a:pt x="460" y="0"/>
                  </a:moveTo>
                  <a:cubicBezTo>
                    <a:pt x="173" y="0"/>
                    <a:pt x="27" y="217"/>
                    <a:pt x="25" y="219"/>
                  </a:cubicBezTo>
                  <a:cubicBezTo>
                    <a:pt x="0" y="256"/>
                    <a:pt x="10" y="306"/>
                    <a:pt x="47" y="330"/>
                  </a:cubicBezTo>
                  <a:cubicBezTo>
                    <a:pt x="59" y="340"/>
                    <a:pt x="74" y="343"/>
                    <a:pt x="93" y="343"/>
                  </a:cubicBezTo>
                  <a:cubicBezTo>
                    <a:pt x="118" y="343"/>
                    <a:pt x="142" y="330"/>
                    <a:pt x="158" y="309"/>
                  </a:cubicBezTo>
                  <a:cubicBezTo>
                    <a:pt x="171" y="289"/>
                    <a:pt x="264" y="161"/>
                    <a:pt x="455" y="161"/>
                  </a:cubicBezTo>
                  <a:cubicBezTo>
                    <a:pt x="531" y="161"/>
                    <a:pt x="623" y="181"/>
                    <a:pt x="731" y="238"/>
                  </a:cubicBezTo>
                  <a:cubicBezTo>
                    <a:pt x="746" y="246"/>
                    <a:pt x="760" y="249"/>
                    <a:pt x="773" y="249"/>
                  </a:cubicBezTo>
                  <a:cubicBezTo>
                    <a:pt x="846" y="249"/>
                    <a:pt x="890" y="140"/>
                    <a:pt x="809" y="96"/>
                  </a:cubicBezTo>
                  <a:cubicBezTo>
                    <a:pt x="675" y="26"/>
                    <a:pt x="559" y="0"/>
                    <a:pt x="4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4" name="Google Shape;5299;p47">
              <a:extLst>
                <a:ext uri="{FF2B5EF4-FFF2-40B4-BE49-F238E27FC236}">
                  <a16:creationId xmlns:a16="http://schemas.microsoft.com/office/drawing/2014/main" id="{434CA30F-0532-7C12-1FF9-5CC39AF92D62}"/>
                </a:ext>
              </a:extLst>
            </p:cNvPr>
            <p:cNvSpPr/>
            <p:nvPr/>
          </p:nvSpPr>
          <p:spPr>
            <a:xfrm>
              <a:off x="7048549" y="4316999"/>
              <a:ext cx="32380" cy="12552"/>
            </a:xfrm>
            <a:custGeom>
              <a:avLst/>
              <a:gdLst/>
              <a:ahLst/>
              <a:cxnLst/>
              <a:rect l="l" t="t" r="r" b="b"/>
              <a:pathLst>
                <a:path w="890" h="345" extrusionOk="0">
                  <a:moveTo>
                    <a:pt x="459" y="1"/>
                  </a:moveTo>
                  <a:cubicBezTo>
                    <a:pt x="172" y="1"/>
                    <a:pt x="27" y="219"/>
                    <a:pt x="25" y="221"/>
                  </a:cubicBezTo>
                  <a:cubicBezTo>
                    <a:pt x="0" y="258"/>
                    <a:pt x="10" y="308"/>
                    <a:pt x="47" y="332"/>
                  </a:cubicBezTo>
                  <a:cubicBezTo>
                    <a:pt x="62" y="342"/>
                    <a:pt x="77" y="345"/>
                    <a:pt x="93" y="345"/>
                  </a:cubicBezTo>
                  <a:cubicBezTo>
                    <a:pt x="118" y="345"/>
                    <a:pt x="142" y="332"/>
                    <a:pt x="158" y="311"/>
                  </a:cubicBezTo>
                  <a:cubicBezTo>
                    <a:pt x="164" y="302"/>
                    <a:pt x="258" y="163"/>
                    <a:pt x="456" y="163"/>
                  </a:cubicBezTo>
                  <a:cubicBezTo>
                    <a:pt x="532" y="163"/>
                    <a:pt x="623" y="183"/>
                    <a:pt x="731" y="240"/>
                  </a:cubicBezTo>
                  <a:cubicBezTo>
                    <a:pt x="746" y="248"/>
                    <a:pt x="760" y="251"/>
                    <a:pt x="773" y="251"/>
                  </a:cubicBezTo>
                  <a:cubicBezTo>
                    <a:pt x="846" y="251"/>
                    <a:pt x="889" y="142"/>
                    <a:pt x="808" y="98"/>
                  </a:cubicBezTo>
                  <a:cubicBezTo>
                    <a:pt x="675" y="27"/>
                    <a:pt x="558" y="1"/>
                    <a:pt x="4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5" name="Google Shape;5300;p47">
              <a:extLst>
                <a:ext uri="{FF2B5EF4-FFF2-40B4-BE49-F238E27FC236}">
                  <a16:creationId xmlns:a16="http://schemas.microsoft.com/office/drawing/2014/main" id="{EC562BC2-4395-5959-3BE1-22FFF8E74F86}"/>
                </a:ext>
              </a:extLst>
            </p:cNvPr>
            <p:cNvSpPr/>
            <p:nvPr/>
          </p:nvSpPr>
          <p:spPr>
            <a:xfrm>
              <a:off x="7031486" y="4336936"/>
              <a:ext cx="32744" cy="12479"/>
            </a:xfrm>
            <a:custGeom>
              <a:avLst/>
              <a:gdLst/>
              <a:ahLst/>
              <a:cxnLst/>
              <a:rect l="l" t="t" r="r" b="b"/>
              <a:pathLst>
                <a:path w="900" h="343" extrusionOk="0">
                  <a:moveTo>
                    <a:pt x="462" y="0"/>
                  </a:moveTo>
                  <a:cubicBezTo>
                    <a:pt x="174" y="0"/>
                    <a:pt x="27" y="217"/>
                    <a:pt x="25" y="219"/>
                  </a:cubicBezTo>
                  <a:cubicBezTo>
                    <a:pt x="0" y="256"/>
                    <a:pt x="10" y="306"/>
                    <a:pt x="50" y="330"/>
                  </a:cubicBezTo>
                  <a:cubicBezTo>
                    <a:pt x="62" y="340"/>
                    <a:pt x="78" y="343"/>
                    <a:pt x="93" y="343"/>
                  </a:cubicBezTo>
                  <a:cubicBezTo>
                    <a:pt x="121" y="343"/>
                    <a:pt x="145" y="330"/>
                    <a:pt x="161" y="309"/>
                  </a:cubicBezTo>
                  <a:cubicBezTo>
                    <a:pt x="174" y="289"/>
                    <a:pt x="267" y="161"/>
                    <a:pt x="458" y="161"/>
                  </a:cubicBezTo>
                  <a:cubicBezTo>
                    <a:pt x="534" y="161"/>
                    <a:pt x="626" y="181"/>
                    <a:pt x="735" y="238"/>
                  </a:cubicBezTo>
                  <a:cubicBezTo>
                    <a:pt x="750" y="248"/>
                    <a:pt x="766" y="252"/>
                    <a:pt x="780" y="252"/>
                  </a:cubicBezTo>
                  <a:cubicBezTo>
                    <a:pt x="855" y="252"/>
                    <a:pt x="900" y="135"/>
                    <a:pt x="812" y="96"/>
                  </a:cubicBezTo>
                  <a:cubicBezTo>
                    <a:pt x="678" y="26"/>
                    <a:pt x="562" y="0"/>
                    <a:pt x="4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6" name="Google Shape;5301;p47">
              <a:extLst>
                <a:ext uri="{FF2B5EF4-FFF2-40B4-BE49-F238E27FC236}">
                  <a16:creationId xmlns:a16="http://schemas.microsoft.com/office/drawing/2014/main" id="{81AD2D38-18FE-64FE-6144-DC7E2A977349}"/>
                </a:ext>
              </a:extLst>
            </p:cNvPr>
            <p:cNvSpPr/>
            <p:nvPr/>
          </p:nvSpPr>
          <p:spPr>
            <a:xfrm>
              <a:off x="7512455" y="4438624"/>
              <a:ext cx="32853" cy="13134"/>
            </a:xfrm>
            <a:custGeom>
              <a:avLst/>
              <a:gdLst/>
              <a:ahLst/>
              <a:cxnLst/>
              <a:rect l="l" t="t" r="r" b="b"/>
              <a:pathLst>
                <a:path w="903" h="361" extrusionOk="0">
                  <a:moveTo>
                    <a:pt x="790" y="0"/>
                  </a:moveTo>
                  <a:cubicBezTo>
                    <a:pt x="766" y="0"/>
                    <a:pt x="741" y="12"/>
                    <a:pt x="725" y="40"/>
                  </a:cubicBezTo>
                  <a:cubicBezTo>
                    <a:pt x="713" y="60"/>
                    <a:pt x="620" y="199"/>
                    <a:pt x="420" y="199"/>
                  </a:cubicBezTo>
                  <a:cubicBezTo>
                    <a:pt x="346" y="199"/>
                    <a:pt x="258" y="180"/>
                    <a:pt x="154" y="129"/>
                  </a:cubicBezTo>
                  <a:cubicBezTo>
                    <a:pt x="141" y="123"/>
                    <a:pt x="128" y="120"/>
                    <a:pt x="117" y="120"/>
                  </a:cubicBezTo>
                  <a:cubicBezTo>
                    <a:pt x="40" y="120"/>
                    <a:pt x="0" y="237"/>
                    <a:pt x="83" y="277"/>
                  </a:cubicBezTo>
                  <a:cubicBezTo>
                    <a:pt x="185" y="330"/>
                    <a:pt x="299" y="357"/>
                    <a:pt x="416" y="360"/>
                  </a:cubicBezTo>
                  <a:cubicBezTo>
                    <a:pt x="595" y="360"/>
                    <a:pt x="762" y="271"/>
                    <a:pt x="863" y="126"/>
                  </a:cubicBezTo>
                  <a:cubicBezTo>
                    <a:pt x="902" y="62"/>
                    <a:pt x="846" y="0"/>
                    <a:pt x="7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7" name="Google Shape;5302;p47">
              <a:extLst>
                <a:ext uri="{FF2B5EF4-FFF2-40B4-BE49-F238E27FC236}">
                  <a16:creationId xmlns:a16="http://schemas.microsoft.com/office/drawing/2014/main" id="{AF174A4D-23FB-DDC0-AF67-CF8FCA333FC4}"/>
                </a:ext>
              </a:extLst>
            </p:cNvPr>
            <p:cNvSpPr/>
            <p:nvPr/>
          </p:nvSpPr>
          <p:spPr>
            <a:xfrm>
              <a:off x="7203827" y="3874303"/>
              <a:ext cx="24849" cy="28415"/>
            </a:xfrm>
            <a:custGeom>
              <a:avLst/>
              <a:gdLst/>
              <a:ahLst/>
              <a:cxnLst/>
              <a:rect l="l" t="t" r="r" b="b"/>
              <a:pathLst>
                <a:path w="683" h="781" extrusionOk="0">
                  <a:moveTo>
                    <a:pt x="562" y="0"/>
                  </a:moveTo>
                  <a:cubicBezTo>
                    <a:pt x="549" y="0"/>
                    <a:pt x="534" y="4"/>
                    <a:pt x="519" y="12"/>
                  </a:cubicBezTo>
                  <a:cubicBezTo>
                    <a:pt x="1" y="284"/>
                    <a:pt x="174" y="725"/>
                    <a:pt x="177" y="728"/>
                  </a:cubicBezTo>
                  <a:cubicBezTo>
                    <a:pt x="186" y="759"/>
                    <a:pt x="217" y="780"/>
                    <a:pt x="251" y="780"/>
                  </a:cubicBezTo>
                  <a:cubicBezTo>
                    <a:pt x="260" y="780"/>
                    <a:pt x="272" y="777"/>
                    <a:pt x="282" y="774"/>
                  </a:cubicBezTo>
                  <a:cubicBezTo>
                    <a:pt x="322" y="755"/>
                    <a:pt x="343" y="709"/>
                    <a:pt x="325" y="666"/>
                  </a:cubicBezTo>
                  <a:cubicBezTo>
                    <a:pt x="319" y="654"/>
                    <a:pt x="205" y="361"/>
                    <a:pt x="596" y="157"/>
                  </a:cubicBezTo>
                  <a:cubicBezTo>
                    <a:pt x="683" y="115"/>
                    <a:pt x="638" y="0"/>
                    <a:pt x="5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8" name="Google Shape;5303;p47">
              <a:extLst>
                <a:ext uri="{FF2B5EF4-FFF2-40B4-BE49-F238E27FC236}">
                  <a16:creationId xmlns:a16="http://schemas.microsoft.com/office/drawing/2014/main" id="{DE209D35-57E0-425D-37B9-7B0A90FAE3AD}"/>
                </a:ext>
              </a:extLst>
            </p:cNvPr>
            <p:cNvSpPr/>
            <p:nvPr/>
          </p:nvSpPr>
          <p:spPr>
            <a:xfrm>
              <a:off x="7193058" y="3956781"/>
              <a:ext cx="19828" cy="31107"/>
            </a:xfrm>
            <a:custGeom>
              <a:avLst/>
              <a:gdLst/>
              <a:ahLst/>
              <a:cxnLst/>
              <a:rect l="l" t="t" r="r" b="b"/>
              <a:pathLst>
                <a:path w="545" h="855" extrusionOk="0">
                  <a:moveTo>
                    <a:pt x="429" y="1"/>
                  </a:moveTo>
                  <a:cubicBezTo>
                    <a:pt x="406" y="1"/>
                    <a:pt x="383" y="11"/>
                    <a:pt x="365" y="37"/>
                  </a:cubicBezTo>
                  <a:cubicBezTo>
                    <a:pt x="1" y="496"/>
                    <a:pt x="340" y="826"/>
                    <a:pt x="343" y="829"/>
                  </a:cubicBezTo>
                  <a:cubicBezTo>
                    <a:pt x="359" y="845"/>
                    <a:pt x="377" y="851"/>
                    <a:pt x="399" y="851"/>
                  </a:cubicBezTo>
                  <a:lnTo>
                    <a:pt x="399" y="854"/>
                  </a:lnTo>
                  <a:cubicBezTo>
                    <a:pt x="473" y="854"/>
                    <a:pt x="507" y="765"/>
                    <a:pt x="454" y="712"/>
                  </a:cubicBezTo>
                  <a:cubicBezTo>
                    <a:pt x="445" y="703"/>
                    <a:pt x="220" y="481"/>
                    <a:pt x="491" y="135"/>
                  </a:cubicBezTo>
                  <a:cubicBezTo>
                    <a:pt x="545" y="73"/>
                    <a:pt x="489" y="1"/>
                    <a:pt x="4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9" name="Google Shape;5304;p47">
              <a:extLst>
                <a:ext uri="{FF2B5EF4-FFF2-40B4-BE49-F238E27FC236}">
                  <a16:creationId xmlns:a16="http://schemas.microsoft.com/office/drawing/2014/main" id="{6B02FC7F-B1C8-7014-50A0-FB72DD8B505D}"/>
                </a:ext>
              </a:extLst>
            </p:cNvPr>
            <p:cNvSpPr/>
            <p:nvPr/>
          </p:nvSpPr>
          <p:spPr>
            <a:xfrm>
              <a:off x="7674537" y="4042060"/>
              <a:ext cx="20847" cy="30416"/>
            </a:xfrm>
            <a:custGeom>
              <a:avLst/>
              <a:gdLst/>
              <a:ahLst/>
              <a:cxnLst/>
              <a:rect l="l" t="t" r="r" b="b"/>
              <a:pathLst>
                <a:path w="573" h="836" extrusionOk="0">
                  <a:moveTo>
                    <a:pt x="117" y="1"/>
                  </a:moveTo>
                  <a:cubicBezTo>
                    <a:pt x="44" y="1"/>
                    <a:pt x="0" y="110"/>
                    <a:pt x="79" y="154"/>
                  </a:cubicBezTo>
                  <a:cubicBezTo>
                    <a:pt x="106" y="169"/>
                    <a:pt x="359" y="330"/>
                    <a:pt x="187" y="721"/>
                  </a:cubicBezTo>
                  <a:cubicBezTo>
                    <a:pt x="162" y="777"/>
                    <a:pt x="202" y="836"/>
                    <a:pt x="261" y="836"/>
                  </a:cubicBezTo>
                  <a:cubicBezTo>
                    <a:pt x="295" y="836"/>
                    <a:pt x="322" y="817"/>
                    <a:pt x="335" y="786"/>
                  </a:cubicBezTo>
                  <a:cubicBezTo>
                    <a:pt x="572" y="253"/>
                    <a:pt x="162" y="15"/>
                    <a:pt x="159" y="12"/>
                  </a:cubicBezTo>
                  <a:cubicBezTo>
                    <a:pt x="144" y="4"/>
                    <a:pt x="130" y="1"/>
                    <a:pt x="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0" name="Google Shape;5305;p47">
              <a:extLst>
                <a:ext uri="{FF2B5EF4-FFF2-40B4-BE49-F238E27FC236}">
                  <a16:creationId xmlns:a16="http://schemas.microsoft.com/office/drawing/2014/main" id="{C2904D9B-CD27-09EA-3624-53F144B5FC10}"/>
                </a:ext>
              </a:extLst>
            </p:cNvPr>
            <p:cNvSpPr/>
            <p:nvPr/>
          </p:nvSpPr>
          <p:spPr>
            <a:xfrm>
              <a:off x="7654345" y="4003568"/>
              <a:ext cx="22048" cy="28306"/>
            </a:xfrm>
            <a:custGeom>
              <a:avLst/>
              <a:gdLst/>
              <a:ahLst/>
              <a:cxnLst/>
              <a:rect l="l" t="t" r="r" b="b"/>
              <a:pathLst>
                <a:path w="606" h="778" extrusionOk="0">
                  <a:moveTo>
                    <a:pt x="114" y="1"/>
                  </a:moveTo>
                  <a:cubicBezTo>
                    <a:pt x="25" y="1"/>
                    <a:pt x="0" y="147"/>
                    <a:pt x="106" y="163"/>
                  </a:cubicBezTo>
                  <a:cubicBezTo>
                    <a:pt x="119" y="166"/>
                    <a:pt x="424" y="250"/>
                    <a:pt x="356" y="685"/>
                  </a:cubicBezTo>
                  <a:cubicBezTo>
                    <a:pt x="350" y="731"/>
                    <a:pt x="381" y="771"/>
                    <a:pt x="424" y="777"/>
                  </a:cubicBezTo>
                  <a:lnTo>
                    <a:pt x="436" y="777"/>
                  </a:lnTo>
                  <a:cubicBezTo>
                    <a:pt x="476" y="777"/>
                    <a:pt x="507" y="749"/>
                    <a:pt x="513" y="709"/>
                  </a:cubicBezTo>
                  <a:cubicBezTo>
                    <a:pt x="606" y="132"/>
                    <a:pt x="149" y="6"/>
                    <a:pt x="143" y="6"/>
                  </a:cubicBezTo>
                  <a:cubicBezTo>
                    <a:pt x="133" y="3"/>
                    <a:pt x="123" y="1"/>
                    <a:pt x="1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1" name="Google Shape;5306;p47">
              <a:extLst>
                <a:ext uri="{FF2B5EF4-FFF2-40B4-BE49-F238E27FC236}">
                  <a16:creationId xmlns:a16="http://schemas.microsoft.com/office/drawing/2014/main" id="{C558DE10-FEA8-3C24-079A-85A8E8C386AE}"/>
                </a:ext>
              </a:extLst>
            </p:cNvPr>
            <p:cNvSpPr/>
            <p:nvPr/>
          </p:nvSpPr>
          <p:spPr>
            <a:xfrm>
              <a:off x="7317618" y="3634173"/>
              <a:ext cx="33035" cy="10842"/>
            </a:xfrm>
            <a:custGeom>
              <a:avLst/>
              <a:gdLst/>
              <a:ahLst/>
              <a:cxnLst/>
              <a:rect l="l" t="t" r="r" b="b"/>
              <a:pathLst>
                <a:path w="908" h="298" extrusionOk="0">
                  <a:moveTo>
                    <a:pt x="431" y="0"/>
                  </a:moveTo>
                  <a:cubicBezTo>
                    <a:pt x="195" y="0"/>
                    <a:pt x="52" y="157"/>
                    <a:pt x="50" y="159"/>
                  </a:cubicBezTo>
                  <a:cubicBezTo>
                    <a:pt x="1" y="220"/>
                    <a:pt x="53" y="291"/>
                    <a:pt x="113" y="291"/>
                  </a:cubicBezTo>
                  <a:cubicBezTo>
                    <a:pt x="132" y="291"/>
                    <a:pt x="152" y="284"/>
                    <a:pt x="170" y="267"/>
                  </a:cubicBezTo>
                  <a:cubicBezTo>
                    <a:pt x="184" y="253"/>
                    <a:pt x="274" y="161"/>
                    <a:pt x="427" y="161"/>
                  </a:cubicBezTo>
                  <a:cubicBezTo>
                    <a:pt x="514" y="161"/>
                    <a:pt x="621" y="191"/>
                    <a:pt x="747" y="283"/>
                  </a:cubicBezTo>
                  <a:cubicBezTo>
                    <a:pt x="762" y="295"/>
                    <a:pt x="778" y="298"/>
                    <a:pt x="796" y="298"/>
                  </a:cubicBezTo>
                  <a:cubicBezTo>
                    <a:pt x="873" y="298"/>
                    <a:pt x="907" y="199"/>
                    <a:pt x="845" y="153"/>
                  </a:cubicBezTo>
                  <a:cubicBezTo>
                    <a:pt x="688" y="39"/>
                    <a:pt x="548" y="0"/>
                    <a:pt x="4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2" name="Google Shape;5307;p47">
              <a:extLst>
                <a:ext uri="{FF2B5EF4-FFF2-40B4-BE49-F238E27FC236}">
                  <a16:creationId xmlns:a16="http://schemas.microsoft.com/office/drawing/2014/main" id="{78377ACB-11BA-A348-5F9D-B87D9D40461D}"/>
                </a:ext>
              </a:extLst>
            </p:cNvPr>
            <p:cNvSpPr/>
            <p:nvPr/>
          </p:nvSpPr>
          <p:spPr>
            <a:xfrm>
              <a:off x="7360221" y="3630390"/>
              <a:ext cx="32963" cy="10951"/>
            </a:xfrm>
            <a:custGeom>
              <a:avLst/>
              <a:gdLst/>
              <a:ahLst/>
              <a:cxnLst/>
              <a:rect l="l" t="t" r="r" b="b"/>
              <a:pathLst>
                <a:path w="906" h="301" extrusionOk="0">
                  <a:moveTo>
                    <a:pt x="433" y="0"/>
                  </a:moveTo>
                  <a:cubicBezTo>
                    <a:pt x="195" y="0"/>
                    <a:pt x="50" y="159"/>
                    <a:pt x="48" y="161"/>
                  </a:cubicBezTo>
                  <a:cubicBezTo>
                    <a:pt x="1" y="222"/>
                    <a:pt x="53" y="294"/>
                    <a:pt x="113" y="294"/>
                  </a:cubicBezTo>
                  <a:cubicBezTo>
                    <a:pt x="131" y="294"/>
                    <a:pt x="151" y="286"/>
                    <a:pt x="168" y="269"/>
                  </a:cubicBezTo>
                  <a:cubicBezTo>
                    <a:pt x="184" y="254"/>
                    <a:pt x="273" y="162"/>
                    <a:pt x="425" y="162"/>
                  </a:cubicBezTo>
                  <a:cubicBezTo>
                    <a:pt x="512" y="162"/>
                    <a:pt x="621" y="192"/>
                    <a:pt x="748" y="285"/>
                  </a:cubicBezTo>
                  <a:cubicBezTo>
                    <a:pt x="760" y="294"/>
                    <a:pt x="779" y="300"/>
                    <a:pt x="794" y="300"/>
                  </a:cubicBezTo>
                  <a:lnTo>
                    <a:pt x="797" y="300"/>
                  </a:lnTo>
                  <a:cubicBezTo>
                    <a:pt x="874" y="300"/>
                    <a:pt x="905" y="198"/>
                    <a:pt x="843" y="152"/>
                  </a:cubicBezTo>
                  <a:cubicBezTo>
                    <a:pt x="688" y="38"/>
                    <a:pt x="549" y="0"/>
                    <a:pt x="4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8" name="Google Shape;5308;p47">
              <a:extLst>
                <a:ext uri="{FF2B5EF4-FFF2-40B4-BE49-F238E27FC236}">
                  <a16:creationId xmlns:a16="http://schemas.microsoft.com/office/drawing/2014/main" id="{A7E6D727-5C0F-73A0-AFC3-F6238B8D8792}"/>
                </a:ext>
              </a:extLst>
            </p:cNvPr>
            <p:cNvSpPr/>
            <p:nvPr/>
          </p:nvSpPr>
          <p:spPr>
            <a:xfrm>
              <a:off x="7375174" y="3650218"/>
              <a:ext cx="32926" cy="12079"/>
            </a:xfrm>
            <a:custGeom>
              <a:avLst/>
              <a:gdLst/>
              <a:ahLst/>
              <a:cxnLst/>
              <a:rect l="l" t="t" r="r" b="b"/>
              <a:pathLst>
                <a:path w="905" h="332" extrusionOk="0">
                  <a:moveTo>
                    <a:pt x="403" y="0"/>
                  </a:moveTo>
                  <a:cubicBezTo>
                    <a:pt x="196" y="0"/>
                    <a:pt x="60" y="123"/>
                    <a:pt x="56" y="125"/>
                  </a:cubicBezTo>
                  <a:cubicBezTo>
                    <a:pt x="1" y="183"/>
                    <a:pt x="53" y="264"/>
                    <a:pt x="115" y="264"/>
                  </a:cubicBezTo>
                  <a:cubicBezTo>
                    <a:pt x="132" y="264"/>
                    <a:pt x="150" y="257"/>
                    <a:pt x="167" y="242"/>
                  </a:cubicBezTo>
                  <a:cubicBezTo>
                    <a:pt x="173" y="239"/>
                    <a:pt x="259" y="160"/>
                    <a:pt x="398" y="160"/>
                  </a:cubicBezTo>
                  <a:cubicBezTo>
                    <a:pt x="492" y="160"/>
                    <a:pt x="610" y="196"/>
                    <a:pt x="744" y="313"/>
                  </a:cubicBezTo>
                  <a:cubicBezTo>
                    <a:pt x="756" y="326"/>
                    <a:pt x="775" y="332"/>
                    <a:pt x="796" y="332"/>
                  </a:cubicBezTo>
                  <a:cubicBezTo>
                    <a:pt x="870" y="332"/>
                    <a:pt x="904" y="242"/>
                    <a:pt x="849" y="193"/>
                  </a:cubicBezTo>
                  <a:cubicBezTo>
                    <a:pt x="683" y="46"/>
                    <a:pt x="530" y="0"/>
                    <a:pt x="4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9" name="Google Shape;5309;p47">
              <a:extLst>
                <a:ext uri="{FF2B5EF4-FFF2-40B4-BE49-F238E27FC236}">
                  <a16:creationId xmlns:a16="http://schemas.microsoft.com/office/drawing/2014/main" id="{4F8A0168-7611-B245-ACC1-AEE95F4D666A}"/>
                </a:ext>
              </a:extLst>
            </p:cNvPr>
            <p:cNvSpPr/>
            <p:nvPr/>
          </p:nvSpPr>
          <p:spPr>
            <a:xfrm>
              <a:off x="7266283" y="3635192"/>
              <a:ext cx="33181" cy="10842"/>
            </a:xfrm>
            <a:custGeom>
              <a:avLst/>
              <a:gdLst/>
              <a:ahLst/>
              <a:cxnLst/>
              <a:rect l="l" t="t" r="r" b="b"/>
              <a:pathLst>
                <a:path w="912" h="298" extrusionOk="0">
                  <a:moveTo>
                    <a:pt x="436" y="0"/>
                  </a:moveTo>
                  <a:cubicBezTo>
                    <a:pt x="199" y="0"/>
                    <a:pt x="56" y="157"/>
                    <a:pt x="54" y="159"/>
                  </a:cubicBezTo>
                  <a:cubicBezTo>
                    <a:pt x="1" y="219"/>
                    <a:pt x="56" y="295"/>
                    <a:pt x="116" y="295"/>
                  </a:cubicBezTo>
                  <a:cubicBezTo>
                    <a:pt x="136" y="295"/>
                    <a:pt x="157" y="287"/>
                    <a:pt x="175" y="267"/>
                  </a:cubicBezTo>
                  <a:cubicBezTo>
                    <a:pt x="181" y="261"/>
                    <a:pt x="272" y="161"/>
                    <a:pt x="432" y="161"/>
                  </a:cubicBezTo>
                  <a:cubicBezTo>
                    <a:pt x="520" y="161"/>
                    <a:pt x="628" y="191"/>
                    <a:pt x="754" y="282"/>
                  </a:cubicBezTo>
                  <a:cubicBezTo>
                    <a:pt x="767" y="292"/>
                    <a:pt x="785" y="298"/>
                    <a:pt x="801" y="298"/>
                  </a:cubicBezTo>
                  <a:cubicBezTo>
                    <a:pt x="881" y="298"/>
                    <a:pt x="912" y="196"/>
                    <a:pt x="850" y="153"/>
                  </a:cubicBezTo>
                  <a:cubicBezTo>
                    <a:pt x="693" y="38"/>
                    <a:pt x="553" y="0"/>
                    <a:pt x="4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0" name="Google Shape;5310;p47">
              <a:extLst>
                <a:ext uri="{FF2B5EF4-FFF2-40B4-BE49-F238E27FC236}">
                  <a16:creationId xmlns:a16="http://schemas.microsoft.com/office/drawing/2014/main" id="{82C640D0-9F77-1AB4-C9AF-24196DA90B3A}"/>
                </a:ext>
              </a:extLst>
            </p:cNvPr>
            <p:cNvSpPr/>
            <p:nvPr/>
          </p:nvSpPr>
          <p:spPr>
            <a:xfrm>
              <a:off x="7294770" y="3654038"/>
              <a:ext cx="33217" cy="10951"/>
            </a:xfrm>
            <a:custGeom>
              <a:avLst/>
              <a:gdLst/>
              <a:ahLst/>
              <a:cxnLst/>
              <a:rect l="l" t="t" r="r" b="b"/>
              <a:pathLst>
                <a:path w="913" h="301" extrusionOk="0">
                  <a:moveTo>
                    <a:pt x="435" y="0"/>
                  </a:moveTo>
                  <a:cubicBezTo>
                    <a:pt x="198" y="0"/>
                    <a:pt x="54" y="157"/>
                    <a:pt x="52" y="159"/>
                  </a:cubicBezTo>
                  <a:cubicBezTo>
                    <a:pt x="0" y="222"/>
                    <a:pt x="55" y="297"/>
                    <a:pt x="115" y="297"/>
                  </a:cubicBezTo>
                  <a:cubicBezTo>
                    <a:pt x="134" y="297"/>
                    <a:pt x="154" y="289"/>
                    <a:pt x="172" y="270"/>
                  </a:cubicBezTo>
                  <a:cubicBezTo>
                    <a:pt x="188" y="254"/>
                    <a:pt x="277" y="163"/>
                    <a:pt x="429" y="163"/>
                  </a:cubicBezTo>
                  <a:cubicBezTo>
                    <a:pt x="516" y="163"/>
                    <a:pt x="624" y="193"/>
                    <a:pt x="752" y="286"/>
                  </a:cubicBezTo>
                  <a:cubicBezTo>
                    <a:pt x="764" y="295"/>
                    <a:pt x="783" y="301"/>
                    <a:pt x="798" y="301"/>
                  </a:cubicBezTo>
                  <a:lnTo>
                    <a:pt x="801" y="301"/>
                  </a:lnTo>
                  <a:cubicBezTo>
                    <a:pt x="878" y="301"/>
                    <a:pt x="912" y="199"/>
                    <a:pt x="847" y="153"/>
                  </a:cubicBezTo>
                  <a:cubicBezTo>
                    <a:pt x="691" y="39"/>
                    <a:pt x="552" y="0"/>
                    <a:pt x="4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1" name="Google Shape;5311;p47">
              <a:extLst>
                <a:ext uri="{FF2B5EF4-FFF2-40B4-BE49-F238E27FC236}">
                  <a16:creationId xmlns:a16="http://schemas.microsoft.com/office/drawing/2014/main" id="{8125C3D5-883F-9A65-C13C-59E29849021F}"/>
                </a:ext>
              </a:extLst>
            </p:cNvPr>
            <p:cNvSpPr/>
            <p:nvPr/>
          </p:nvSpPr>
          <p:spPr>
            <a:xfrm>
              <a:off x="7253950" y="3655930"/>
              <a:ext cx="33181" cy="10878"/>
            </a:xfrm>
            <a:custGeom>
              <a:avLst/>
              <a:gdLst/>
              <a:ahLst/>
              <a:cxnLst/>
              <a:rect l="l" t="t" r="r" b="b"/>
              <a:pathLst>
                <a:path w="912" h="299" extrusionOk="0">
                  <a:moveTo>
                    <a:pt x="437" y="1"/>
                  </a:moveTo>
                  <a:cubicBezTo>
                    <a:pt x="200" y="1"/>
                    <a:pt x="56" y="157"/>
                    <a:pt x="54" y="160"/>
                  </a:cubicBezTo>
                  <a:cubicBezTo>
                    <a:pt x="1" y="222"/>
                    <a:pt x="55" y="296"/>
                    <a:pt x="116" y="296"/>
                  </a:cubicBezTo>
                  <a:cubicBezTo>
                    <a:pt x="137" y="296"/>
                    <a:pt x="159" y="288"/>
                    <a:pt x="177" y="267"/>
                  </a:cubicBezTo>
                  <a:cubicBezTo>
                    <a:pt x="183" y="261"/>
                    <a:pt x="274" y="161"/>
                    <a:pt x="434" y="161"/>
                  </a:cubicBezTo>
                  <a:cubicBezTo>
                    <a:pt x="521" y="161"/>
                    <a:pt x="629" y="191"/>
                    <a:pt x="754" y="283"/>
                  </a:cubicBezTo>
                  <a:cubicBezTo>
                    <a:pt x="770" y="295"/>
                    <a:pt x="785" y="298"/>
                    <a:pt x="803" y="298"/>
                  </a:cubicBezTo>
                  <a:cubicBezTo>
                    <a:pt x="881" y="298"/>
                    <a:pt x="911" y="200"/>
                    <a:pt x="850" y="153"/>
                  </a:cubicBezTo>
                  <a:cubicBezTo>
                    <a:pt x="694" y="39"/>
                    <a:pt x="554" y="1"/>
                    <a:pt x="4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2" name="Google Shape;5312;p47">
              <a:extLst>
                <a:ext uri="{FF2B5EF4-FFF2-40B4-BE49-F238E27FC236}">
                  <a16:creationId xmlns:a16="http://schemas.microsoft.com/office/drawing/2014/main" id="{87E9979F-2788-0D58-3B97-EAA1C3D5CAD2}"/>
                </a:ext>
              </a:extLst>
            </p:cNvPr>
            <p:cNvSpPr/>
            <p:nvPr/>
          </p:nvSpPr>
          <p:spPr>
            <a:xfrm>
              <a:off x="7340284" y="3658804"/>
              <a:ext cx="33035" cy="10915"/>
            </a:xfrm>
            <a:custGeom>
              <a:avLst/>
              <a:gdLst/>
              <a:ahLst/>
              <a:cxnLst/>
              <a:rect l="l" t="t" r="r" b="b"/>
              <a:pathLst>
                <a:path w="908" h="300" extrusionOk="0">
                  <a:moveTo>
                    <a:pt x="433" y="1"/>
                  </a:moveTo>
                  <a:cubicBezTo>
                    <a:pt x="196" y="1"/>
                    <a:pt x="52" y="159"/>
                    <a:pt x="50" y="161"/>
                  </a:cubicBezTo>
                  <a:cubicBezTo>
                    <a:pt x="1" y="222"/>
                    <a:pt x="54" y="293"/>
                    <a:pt x="114" y="293"/>
                  </a:cubicBezTo>
                  <a:cubicBezTo>
                    <a:pt x="133" y="293"/>
                    <a:pt x="153" y="286"/>
                    <a:pt x="170" y="269"/>
                  </a:cubicBezTo>
                  <a:cubicBezTo>
                    <a:pt x="176" y="261"/>
                    <a:pt x="267" y="160"/>
                    <a:pt x="426" y="160"/>
                  </a:cubicBezTo>
                  <a:cubicBezTo>
                    <a:pt x="514" y="160"/>
                    <a:pt x="623" y="191"/>
                    <a:pt x="750" y="284"/>
                  </a:cubicBezTo>
                  <a:cubicBezTo>
                    <a:pt x="762" y="293"/>
                    <a:pt x="781" y="299"/>
                    <a:pt x="796" y="299"/>
                  </a:cubicBezTo>
                  <a:cubicBezTo>
                    <a:pt x="873" y="299"/>
                    <a:pt x="907" y="198"/>
                    <a:pt x="845" y="151"/>
                  </a:cubicBezTo>
                  <a:cubicBezTo>
                    <a:pt x="689" y="39"/>
                    <a:pt x="550" y="1"/>
                    <a:pt x="43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338A7-BEBA-12EB-7BF3-0B5AA26B9669}"/>
              </a:ext>
            </a:extLst>
          </p:cNvPr>
          <p:cNvSpPr>
            <a:spLocks noGrp="1"/>
          </p:cNvSpPr>
          <p:nvPr>
            <p:ph type="title"/>
          </p:nvPr>
        </p:nvSpPr>
        <p:spPr>
          <a:xfrm>
            <a:off x="612210" y="533400"/>
            <a:ext cx="5392350" cy="843750"/>
          </a:xfrm>
        </p:spPr>
        <p:txBody>
          <a:bodyPr/>
          <a:lstStyle/>
          <a:p>
            <a:r>
              <a:rPr lang="en-US" sz="3200" dirty="0"/>
              <a:t>Ultrasonic Sensor’s Setup</a:t>
            </a:r>
          </a:p>
        </p:txBody>
      </p:sp>
      <p:pic>
        <p:nvPicPr>
          <p:cNvPr id="3074" name="Picture 2">
            <a:extLst>
              <a:ext uri="{FF2B5EF4-FFF2-40B4-BE49-F238E27FC236}">
                <a16:creationId xmlns:a16="http://schemas.microsoft.com/office/drawing/2014/main" id="{49F7DE81-4FA1-900A-DF44-77AC8976F4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9926" y="1442251"/>
            <a:ext cx="3821959" cy="24003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09E8E84-426E-40DD-AFC4-6F175D3DCCD1}">
              <a14:hiddenFill xmlns:a14="http://schemas.microsoft.com/office/drawing/2010/main">
                <a:solidFill>
                  <a:srgbClr val="FFFFFF"/>
                </a:solidFill>
              </a14:hiddenFill>
            </a:ext>
          </a:extLst>
        </p:spPr>
      </p:pic>
      <p:grpSp>
        <p:nvGrpSpPr>
          <p:cNvPr id="3" name="Google Shape;4870;p45">
            <a:extLst>
              <a:ext uri="{FF2B5EF4-FFF2-40B4-BE49-F238E27FC236}">
                <a16:creationId xmlns:a16="http://schemas.microsoft.com/office/drawing/2014/main" id="{248FB17B-7C0E-2889-16E1-EA1E5F361457}"/>
              </a:ext>
            </a:extLst>
          </p:cNvPr>
          <p:cNvGrpSpPr/>
          <p:nvPr/>
        </p:nvGrpSpPr>
        <p:grpSpPr>
          <a:xfrm>
            <a:off x="5056493" y="747759"/>
            <a:ext cx="3144844" cy="3388898"/>
            <a:chOff x="1569600" y="1600550"/>
            <a:chExt cx="744800" cy="802600"/>
          </a:xfrm>
        </p:grpSpPr>
        <p:sp>
          <p:nvSpPr>
            <p:cNvPr id="4" name="Google Shape;4871;p45">
              <a:extLst>
                <a:ext uri="{FF2B5EF4-FFF2-40B4-BE49-F238E27FC236}">
                  <a16:creationId xmlns:a16="http://schemas.microsoft.com/office/drawing/2014/main" id="{5AC8AFE5-894C-A893-AA9E-50EDD649C637}"/>
                </a:ext>
              </a:extLst>
            </p:cNvPr>
            <p:cNvSpPr/>
            <p:nvPr/>
          </p:nvSpPr>
          <p:spPr>
            <a:xfrm>
              <a:off x="1572375" y="1600550"/>
              <a:ext cx="742025" cy="802600"/>
            </a:xfrm>
            <a:custGeom>
              <a:avLst/>
              <a:gdLst/>
              <a:ahLst/>
              <a:cxnLst/>
              <a:rect l="l" t="t" r="r" b="b"/>
              <a:pathLst>
                <a:path w="29681" h="32104" extrusionOk="0">
                  <a:moveTo>
                    <a:pt x="19913" y="0"/>
                  </a:moveTo>
                  <a:cubicBezTo>
                    <a:pt x="17010" y="0"/>
                    <a:pt x="13726" y="2733"/>
                    <a:pt x="13726" y="2733"/>
                  </a:cubicBezTo>
                  <a:cubicBezTo>
                    <a:pt x="13433" y="3029"/>
                    <a:pt x="13195" y="3411"/>
                    <a:pt x="13013" y="3856"/>
                  </a:cubicBezTo>
                  <a:lnTo>
                    <a:pt x="12001" y="2468"/>
                  </a:lnTo>
                  <a:cubicBezTo>
                    <a:pt x="11986" y="2448"/>
                    <a:pt x="11966" y="2440"/>
                    <a:pt x="11947" y="2440"/>
                  </a:cubicBezTo>
                  <a:cubicBezTo>
                    <a:pt x="11898" y="2440"/>
                    <a:pt x="11852" y="2495"/>
                    <a:pt x="11887" y="2551"/>
                  </a:cubicBezTo>
                  <a:lnTo>
                    <a:pt x="12862" y="3886"/>
                  </a:lnTo>
                  <a:cubicBezTo>
                    <a:pt x="12862" y="3902"/>
                    <a:pt x="12868" y="3917"/>
                    <a:pt x="12877" y="3930"/>
                  </a:cubicBezTo>
                  <a:lnTo>
                    <a:pt x="12948" y="4025"/>
                  </a:lnTo>
                  <a:cubicBezTo>
                    <a:pt x="12874" y="4238"/>
                    <a:pt x="12810" y="4457"/>
                    <a:pt x="12763" y="4679"/>
                  </a:cubicBezTo>
                  <a:cubicBezTo>
                    <a:pt x="12757" y="4673"/>
                    <a:pt x="12751" y="4670"/>
                    <a:pt x="12745" y="4667"/>
                  </a:cubicBezTo>
                  <a:lnTo>
                    <a:pt x="10191" y="2353"/>
                  </a:lnTo>
                  <a:cubicBezTo>
                    <a:pt x="10175" y="2339"/>
                    <a:pt x="10158" y="2333"/>
                    <a:pt x="10142" y="2333"/>
                  </a:cubicBezTo>
                  <a:cubicBezTo>
                    <a:pt x="10086" y="2333"/>
                    <a:pt x="10040" y="2407"/>
                    <a:pt x="10095" y="2455"/>
                  </a:cubicBezTo>
                  <a:lnTo>
                    <a:pt x="12729" y="4846"/>
                  </a:lnTo>
                  <a:cubicBezTo>
                    <a:pt x="12689" y="5071"/>
                    <a:pt x="12661" y="5296"/>
                    <a:pt x="12643" y="5521"/>
                  </a:cubicBezTo>
                  <a:lnTo>
                    <a:pt x="9855" y="4142"/>
                  </a:lnTo>
                  <a:lnTo>
                    <a:pt x="9849" y="4139"/>
                  </a:lnTo>
                  <a:cubicBezTo>
                    <a:pt x="9838" y="4135"/>
                    <a:pt x="9827" y="4133"/>
                    <a:pt x="9818" y="4133"/>
                  </a:cubicBezTo>
                  <a:cubicBezTo>
                    <a:pt x="9748" y="4133"/>
                    <a:pt x="9717" y="4236"/>
                    <a:pt x="9793" y="4269"/>
                  </a:cubicBezTo>
                  <a:lnTo>
                    <a:pt x="12591" y="5654"/>
                  </a:lnTo>
                  <a:cubicBezTo>
                    <a:pt x="12597" y="5666"/>
                    <a:pt x="12609" y="5675"/>
                    <a:pt x="12621" y="5681"/>
                  </a:cubicBezTo>
                  <a:lnTo>
                    <a:pt x="12634" y="5688"/>
                  </a:lnTo>
                  <a:cubicBezTo>
                    <a:pt x="12594" y="6542"/>
                    <a:pt x="12705" y="7393"/>
                    <a:pt x="12958" y="8207"/>
                  </a:cubicBezTo>
                  <a:cubicBezTo>
                    <a:pt x="12930" y="8932"/>
                    <a:pt x="13448" y="10305"/>
                    <a:pt x="14629" y="10989"/>
                  </a:cubicBezTo>
                  <a:cubicBezTo>
                    <a:pt x="15306" y="11384"/>
                    <a:pt x="16060" y="11628"/>
                    <a:pt x="16476" y="11628"/>
                  </a:cubicBezTo>
                  <a:cubicBezTo>
                    <a:pt x="16542" y="11628"/>
                    <a:pt x="16599" y="11622"/>
                    <a:pt x="16646" y="11609"/>
                  </a:cubicBezTo>
                  <a:cubicBezTo>
                    <a:pt x="16677" y="11616"/>
                    <a:pt x="16708" y="11622"/>
                    <a:pt x="16739" y="11625"/>
                  </a:cubicBezTo>
                  <a:lnTo>
                    <a:pt x="16751" y="11625"/>
                  </a:lnTo>
                  <a:cubicBezTo>
                    <a:pt x="16779" y="11625"/>
                    <a:pt x="16807" y="11606"/>
                    <a:pt x="16816" y="11579"/>
                  </a:cubicBezTo>
                  <a:cubicBezTo>
                    <a:pt x="17072" y="11631"/>
                    <a:pt x="17331" y="11671"/>
                    <a:pt x="17599" y="11708"/>
                  </a:cubicBezTo>
                  <a:cubicBezTo>
                    <a:pt x="17603" y="11730"/>
                    <a:pt x="17615" y="11748"/>
                    <a:pt x="17636" y="11761"/>
                  </a:cubicBezTo>
                  <a:cubicBezTo>
                    <a:pt x="17646" y="11798"/>
                    <a:pt x="17658" y="11835"/>
                    <a:pt x="17667" y="11875"/>
                  </a:cubicBezTo>
                  <a:cubicBezTo>
                    <a:pt x="18534" y="14718"/>
                    <a:pt x="17371" y="16128"/>
                    <a:pt x="15823" y="17349"/>
                  </a:cubicBezTo>
                  <a:cubicBezTo>
                    <a:pt x="15147" y="17750"/>
                    <a:pt x="14404" y="18234"/>
                    <a:pt x="13599" y="18814"/>
                  </a:cubicBezTo>
                  <a:cubicBezTo>
                    <a:pt x="13568" y="18836"/>
                    <a:pt x="13562" y="18879"/>
                    <a:pt x="13584" y="18913"/>
                  </a:cubicBezTo>
                  <a:cubicBezTo>
                    <a:pt x="13596" y="18928"/>
                    <a:pt x="13618" y="18941"/>
                    <a:pt x="13639" y="18941"/>
                  </a:cubicBezTo>
                  <a:cubicBezTo>
                    <a:pt x="13655" y="18941"/>
                    <a:pt x="13670" y="18938"/>
                    <a:pt x="13682" y="18928"/>
                  </a:cubicBezTo>
                  <a:cubicBezTo>
                    <a:pt x="13834" y="18820"/>
                    <a:pt x="13982" y="18716"/>
                    <a:pt x="14127" y="18614"/>
                  </a:cubicBezTo>
                  <a:lnTo>
                    <a:pt x="14127" y="18614"/>
                  </a:lnTo>
                  <a:cubicBezTo>
                    <a:pt x="12618" y="19770"/>
                    <a:pt x="11277" y="21143"/>
                    <a:pt x="11449" y="23746"/>
                  </a:cubicBezTo>
                  <a:cubicBezTo>
                    <a:pt x="11811" y="29146"/>
                    <a:pt x="13493" y="29554"/>
                    <a:pt x="13995" y="29554"/>
                  </a:cubicBezTo>
                  <a:cubicBezTo>
                    <a:pt x="14084" y="29554"/>
                    <a:pt x="14136" y="29541"/>
                    <a:pt x="14136" y="29541"/>
                  </a:cubicBezTo>
                  <a:lnTo>
                    <a:pt x="14136" y="29541"/>
                  </a:lnTo>
                  <a:cubicBezTo>
                    <a:pt x="14136" y="29541"/>
                    <a:pt x="14022" y="29610"/>
                    <a:pt x="13541" y="29610"/>
                  </a:cubicBezTo>
                  <a:cubicBezTo>
                    <a:pt x="12821" y="29610"/>
                    <a:pt x="11277" y="29457"/>
                    <a:pt x="8057" y="28693"/>
                  </a:cubicBezTo>
                  <a:cubicBezTo>
                    <a:pt x="1697" y="27188"/>
                    <a:pt x="10179" y="21343"/>
                    <a:pt x="10179" y="16819"/>
                  </a:cubicBezTo>
                  <a:cubicBezTo>
                    <a:pt x="10179" y="12494"/>
                    <a:pt x="6563" y="9592"/>
                    <a:pt x="3526" y="9592"/>
                  </a:cubicBezTo>
                  <a:cubicBezTo>
                    <a:pt x="3386" y="9592"/>
                    <a:pt x="3247" y="9598"/>
                    <a:pt x="3109" y="9611"/>
                  </a:cubicBezTo>
                  <a:cubicBezTo>
                    <a:pt x="0" y="9891"/>
                    <a:pt x="3251" y="10317"/>
                    <a:pt x="5373" y="15548"/>
                  </a:cubicBezTo>
                  <a:cubicBezTo>
                    <a:pt x="7492" y="20779"/>
                    <a:pt x="426" y="25584"/>
                    <a:pt x="5515" y="29400"/>
                  </a:cubicBezTo>
                  <a:cubicBezTo>
                    <a:pt x="8089" y="31331"/>
                    <a:pt x="12072" y="32104"/>
                    <a:pt x="15929" y="32104"/>
                  </a:cubicBezTo>
                  <a:cubicBezTo>
                    <a:pt x="19699" y="32104"/>
                    <a:pt x="23348" y="31365"/>
                    <a:pt x="25443" y="30248"/>
                  </a:cubicBezTo>
                  <a:cubicBezTo>
                    <a:pt x="29681" y="27987"/>
                    <a:pt x="24595" y="9895"/>
                    <a:pt x="24595" y="9895"/>
                  </a:cubicBezTo>
                  <a:lnTo>
                    <a:pt x="24539" y="9867"/>
                  </a:lnTo>
                  <a:cubicBezTo>
                    <a:pt x="25153" y="7532"/>
                    <a:pt x="24965" y="2899"/>
                    <a:pt x="24730" y="2662"/>
                  </a:cubicBezTo>
                  <a:cubicBezTo>
                    <a:pt x="24707" y="2639"/>
                    <a:pt x="24672" y="2628"/>
                    <a:pt x="24627" y="2628"/>
                  </a:cubicBezTo>
                  <a:cubicBezTo>
                    <a:pt x="24131" y="2628"/>
                    <a:pt x="22409" y="3895"/>
                    <a:pt x="21852" y="3895"/>
                  </a:cubicBezTo>
                  <a:cubicBezTo>
                    <a:pt x="21826" y="3895"/>
                    <a:pt x="21802" y="3892"/>
                    <a:pt x="21782" y="3886"/>
                  </a:cubicBezTo>
                  <a:cubicBezTo>
                    <a:pt x="21279" y="3741"/>
                    <a:pt x="18617" y="2014"/>
                    <a:pt x="18617" y="2014"/>
                  </a:cubicBezTo>
                  <a:cubicBezTo>
                    <a:pt x="18617" y="2014"/>
                    <a:pt x="20270" y="0"/>
                    <a:pt x="19913" y="0"/>
                  </a:cubicBezTo>
                  <a:close/>
                </a:path>
              </a:pathLst>
            </a:custGeom>
            <a:solidFill>
              <a:srgbClr val="261D2A"/>
            </a:solidFill>
            <a:ln w="76200" cap="flat" cmpd="sng">
              <a:solidFill>
                <a:srgbClr val="FFFFF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4872;p45">
              <a:extLst>
                <a:ext uri="{FF2B5EF4-FFF2-40B4-BE49-F238E27FC236}">
                  <a16:creationId xmlns:a16="http://schemas.microsoft.com/office/drawing/2014/main" id="{4A2F5901-80D9-3669-F66C-6E5D0764787F}"/>
                </a:ext>
              </a:extLst>
            </p:cNvPr>
            <p:cNvSpPr/>
            <p:nvPr/>
          </p:nvSpPr>
          <p:spPr>
            <a:xfrm>
              <a:off x="1816575" y="2156300"/>
              <a:ext cx="700" cy="475"/>
            </a:xfrm>
            <a:custGeom>
              <a:avLst/>
              <a:gdLst/>
              <a:ahLst/>
              <a:cxnLst/>
              <a:rect l="l" t="t" r="r" b="b"/>
              <a:pathLst>
                <a:path w="28" h="19" extrusionOk="0">
                  <a:moveTo>
                    <a:pt x="9" y="0"/>
                  </a:moveTo>
                  <a:cubicBezTo>
                    <a:pt x="5" y="0"/>
                    <a:pt x="0" y="5"/>
                    <a:pt x="0" y="18"/>
                  </a:cubicBezTo>
                  <a:cubicBezTo>
                    <a:pt x="27" y="18"/>
                    <a:pt x="18" y="0"/>
                    <a:pt x="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4873;p45">
              <a:extLst>
                <a:ext uri="{FF2B5EF4-FFF2-40B4-BE49-F238E27FC236}">
                  <a16:creationId xmlns:a16="http://schemas.microsoft.com/office/drawing/2014/main" id="{666264D9-01E7-F3E5-8C53-E9AE9FBF0206}"/>
                </a:ext>
              </a:extLst>
            </p:cNvPr>
            <p:cNvSpPr/>
            <p:nvPr/>
          </p:nvSpPr>
          <p:spPr>
            <a:xfrm>
              <a:off x="2302350" y="1606800"/>
              <a:ext cx="7500" cy="4575"/>
            </a:xfrm>
            <a:custGeom>
              <a:avLst/>
              <a:gdLst/>
              <a:ahLst/>
              <a:cxnLst/>
              <a:rect l="l" t="t" r="r" b="b"/>
              <a:pathLst>
                <a:path w="300" h="183" extrusionOk="0">
                  <a:moveTo>
                    <a:pt x="0" y="1"/>
                  </a:moveTo>
                  <a:lnTo>
                    <a:pt x="300" y="183"/>
                  </a:lnTo>
                  <a:cubicBezTo>
                    <a:pt x="263" y="57"/>
                    <a:pt x="1"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4874;p45">
              <a:extLst>
                <a:ext uri="{FF2B5EF4-FFF2-40B4-BE49-F238E27FC236}">
                  <a16:creationId xmlns:a16="http://schemas.microsoft.com/office/drawing/2014/main" id="{EC8D2333-8AB5-E842-656E-DC3DF1AF9DF1}"/>
                </a:ext>
              </a:extLst>
            </p:cNvPr>
            <p:cNvSpPr/>
            <p:nvPr/>
          </p:nvSpPr>
          <p:spPr>
            <a:xfrm>
              <a:off x="1569600" y="1600575"/>
              <a:ext cx="742025" cy="802575"/>
            </a:xfrm>
            <a:custGeom>
              <a:avLst/>
              <a:gdLst/>
              <a:ahLst/>
              <a:cxnLst/>
              <a:rect l="l" t="t" r="r" b="b"/>
              <a:pathLst>
                <a:path w="29681" h="32103" extrusionOk="0">
                  <a:moveTo>
                    <a:pt x="19913" y="0"/>
                  </a:moveTo>
                  <a:cubicBezTo>
                    <a:pt x="17010" y="0"/>
                    <a:pt x="13726" y="2736"/>
                    <a:pt x="13726" y="2736"/>
                  </a:cubicBezTo>
                  <a:cubicBezTo>
                    <a:pt x="12298" y="4170"/>
                    <a:pt x="12143" y="7699"/>
                    <a:pt x="13941" y="10215"/>
                  </a:cubicBezTo>
                  <a:cubicBezTo>
                    <a:pt x="14509" y="11011"/>
                    <a:pt x="15974" y="11492"/>
                    <a:pt x="17621" y="11711"/>
                  </a:cubicBezTo>
                  <a:cubicBezTo>
                    <a:pt x="17636" y="11764"/>
                    <a:pt x="17652" y="11819"/>
                    <a:pt x="17667" y="11872"/>
                  </a:cubicBezTo>
                  <a:cubicBezTo>
                    <a:pt x="19647" y="18376"/>
                    <a:pt x="11027" y="17386"/>
                    <a:pt x="11449" y="23746"/>
                  </a:cubicBezTo>
                  <a:cubicBezTo>
                    <a:pt x="11811" y="29146"/>
                    <a:pt x="13493" y="29554"/>
                    <a:pt x="13995" y="29554"/>
                  </a:cubicBezTo>
                  <a:cubicBezTo>
                    <a:pt x="14084" y="29554"/>
                    <a:pt x="14136" y="29541"/>
                    <a:pt x="14136" y="29541"/>
                  </a:cubicBezTo>
                  <a:lnTo>
                    <a:pt x="14136" y="29541"/>
                  </a:lnTo>
                  <a:cubicBezTo>
                    <a:pt x="14136" y="29541"/>
                    <a:pt x="14022" y="29610"/>
                    <a:pt x="13541" y="29610"/>
                  </a:cubicBezTo>
                  <a:cubicBezTo>
                    <a:pt x="12821" y="29610"/>
                    <a:pt x="11277" y="29457"/>
                    <a:pt x="8057" y="28693"/>
                  </a:cubicBezTo>
                  <a:cubicBezTo>
                    <a:pt x="1697" y="27188"/>
                    <a:pt x="10179" y="21343"/>
                    <a:pt x="10179" y="16819"/>
                  </a:cubicBezTo>
                  <a:cubicBezTo>
                    <a:pt x="10179" y="12492"/>
                    <a:pt x="6560" y="9592"/>
                    <a:pt x="3522" y="9592"/>
                  </a:cubicBezTo>
                  <a:cubicBezTo>
                    <a:pt x="3383" y="9592"/>
                    <a:pt x="3246" y="9599"/>
                    <a:pt x="3109" y="9611"/>
                  </a:cubicBezTo>
                  <a:cubicBezTo>
                    <a:pt x="0" y="9891"/>
                    <a:pt x="3251" y="10317"/>
                    <a:pt x="5373" y="15548"/>
                  </a:cubicBezTo>
                  <a:cubicBezTo>
                    <a:pt x="7492" y="20779"/>
                    <a:pt x="426" y="25584"/>
                    <a:pt x="5515" y="29400"/>
                  </a:cubicBezTo>
                  <a:cubicBezTo>
                    <a:pt x="8088" y="31329"/>
                    <a:pt x="12073" y="32102"/>
                    <a:pt x="15931" y="32102"/>
                  </a:cubicBezTo>
                  <a:cubicBezTo>
                    <a:pt x="19700" y="32102"/>
                    <a:pt x="23349" y="31365"/>
                    <a:pt x="25443" y="30248"/>
                  </a:cubicBezTo>
                  <a:cubicBezTo>
                    <a:pt x="29681" y="27987"/>
                    <a:pt x="24595" y="9895"/>
                    <a:pt x="24595" y="9895"/>
                  </a:cubicBezTo>
                  <a:lnTo>
                    <a:pt x="24539" y="9870"/>
                  </a:lnTo>
                  <a:cubicBezTo>
                    <a:pt x="25153" y="7532"/>
                    <a:pt x="24965" y="2899"/>
                    <a:pt x="24730" y="2662"/>
                  </a:cubicBezTo>
                  <a:cubicBezTo>
                    <a:pt x="24707" y="2639"/>
                    <a:pt x="24672" y="2628"/>
                    <a:pt x="24627" y="2628"/>
                  </a:cubicBezTo>
                  <a:cubicBezTo>
                    <a:pt x="24131" y="2628"/>
                    <a:pt x="22409" y="3895"/>
                    <a:pt x="21852" y="3895"/>
                  </a:cubicBezTo>
                  <a:cubicBezTo>
                    <a:pt x="21826" y="3895"/>
                    <a:pt x="21802" y="3892"/>
                    <a:pt x="21782" y="3886"/>
                  </a:cubicBezTo>
                  <a:cubicBezTo>
                    <a:pt x="21279" y="3741"/>
                    <a:pt x="18617" y="2014"/>
                    <a:pt x="18617" y="2014"/>
                  </a:cubicBezTo>
                  <a:cubicBezTo>
                    <a:pt x="18617" y="2014"/>
                    <a:pt x="20270" y="0"/>
                    <a:pt x="199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4875;p45">
              <a:extLst>
                <a:ext uri="{FF2B5EF4-FFF2-40B4-BE49-F238E27FC236}">
                  <a16:creationId xmlns:a16="http://schemas.microsoft.com/office/drawing/2014/main" id="{024B764C-E316-DB99-1583-2E3D16AD7B70}"/>
                </a:ext>
              </a:extLst>
            </p:cNvPr>
            <p:cNvSpPr/>
            <p:nvPr/>
          </p:nvSpPr>
          <p:spPr>
            <a:xfrm>
              <a:off x="1886750" y="1756500"/>
              <a:ext cx="107800" cy="134825"/>
            </a:xfrm>
            <a:custGeom>
              <a:avLst/>
              <a:gdLst/>
              <a:ahLst/>
              <a:cxnLst/>
              <a:rect l="l" t="t" r="r" b="b"/>
              <a:pathLst>
                <a:path w="4312" h="5393" extrusionOk="0">
                  <a:moveTo>
                    <a:pt x="3063" y="0"/>
                  </a:moveTo>
                  <a:cubicBezTo>
                    <a:pt x="1994" y="0"/>
                    <a:pt x="426" y="1539"/>
                    <a:pt x="426" y="1539"/>
                  </a:cubicBezTo>
                  <a:cubicBezTo>
                    <a:pt x="0" y="1856"/>
                    <a:pt x="426" y="3870"/>
                    <a:pt x="1943" y="4756"/>
                  </a:cubicBezTo>
                  <a:cubicBezTo>
                    <a:pt x="2620" y="5149"/>
                    <a:pt x="3375" y="5393"/>
                    <a:pt x="3793" y="5393"/>
                  </a:cubicBezTo>
                  <a:cubicBezTo>
                    <a:pt x="4161" y="5393"/>
                    <a:pt x="4265" y="5202"/>
                    <a:pt x="3819" y="4756"/>
                  </a:cubicBezTo>
                  <a:cubicBezTo>
                    <a:pt x="2862" y="3799"/>
                    <a:pt x="4312" y="231"/>
                    <a:pt x="3251" y="18"/>
                  </a:cubicBezTo>
                  <a:cubicBezTo>
                    <a:pt x="3190" y="6"/>
                    <a:pt x="3127" y="0"/>
                    <a:pt x="30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876;p45">
              <a:extLst>
                <a:ext uri="{FF2B5EF4-FFF2-40B4-BE49-F238E27FC236}">
                  <a16:creationId xmlns:a16="http://schemas.microsoft.com/office/drawing/2014/main" id="{1E800C89-1306-F2C1-5575-A65DDB116707}"/>
                </a:ext>
              </a:extLst>
            </p:cNvPr>
            <p:cNvSpPr/>
            <p:nvPr/>
          </p:nvSpPr>
          <p:spPr>
            <a:xfrm>
              <a:off x="1942175" y="1680875"/>
              <a:ext cx="23400" cy="68150"/>
            </a:xfrm>
            <a:custGeom>
              <a:avLst/>
              <a:gdLst/>
              <a:ahLst/>
              <a:cxnLst/>
              <a:rect l="l" t="t" r="r" b="b"/>
              <a:pathLst>
                <a:path w="936" h="2726" extrusionOk="0">
                  <a:moveTo>
                    <a:pt x="223" y="1"/>
                  </a:moveTo>
                  <a:cubicBezTo>
                    <a:pt x="173" y="1"/>
                    <a:pt x="123" y="57"/>
                    <a:pt x="164" y="113"/>
                  </a:cubicBezTo>
                  <a:cubicBezTo>
                    <a:pt x="170" y="122"/>
                    <a:pt x="772" y="1072"/>
                    <a:pt x="16" y="2624"/>
                  </a:cubicBezTo>
                  <a:cubicBezTo>
                    <a:pt x="1" y="2658"/>
                    <a:pt x="13" y="2701"/>
                    <a:pt x="50" y="2719"/>
                  </a:cubicBezTo>
                  <a:cubicBezTo>
                    <a:pt x="59" y="2722"/>
                    <a:pt x="69" y="2725"/>
                    <a:pt x="81" y="2725"/>
                  </a:cubicBezTo>
                  <a:cubicBezTo>
                    <a:pt x="106" y="2725"/>
                    <a:pt x="133" y="2710"/>
                    <a:pt x="143" y="2685"/>
                  </a:cubicBezTo>
                  <a:cubicBezTo>
                    <a:pt x="935" y="1063"/>
                    <a:pt x="309" y="79"/>
                    <a:pt x="281" y="36"/>
                  </a:cubicBezTo>
                  <a:cubicBezTo>
                    <a:pt x="267" y="11"/>
                    <a:pt x="245" y="1"/>
                    <a:pt x="2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877;p45">
              <a:extLst>
                <a:ext uri="{FF2B5EF4-FFF2-40B4-BE49-F238E27FC236}">
                  <a16:creationId xmlns:a16="http://schemas.microsoft.com/office/drawing/2014/main" id="{FE80E92C-4120-A943-4696-B5BCB886E287}"/>
                </a:ext>
              </a:extLst>
            </p:cNvPr>
            <p:cNvSpPr/>
            <p:nvPr/>
          </p:nvSpPr>
          <p:spPr>
            <a:xfrm>
              <a:off x="1918050" y="1769875"/>
              <a:ext cx="50675" cy="66425"/>
            </a:xfrm>
            <a:custGeom>
              <a:avLst/>
              <a:gdLst/>
              <a:ahLst/>
              <a:cxnLst/>
              <a:rect l="l" t="t" r="r" b="b"/>
              <a:pathLst>
                <a:path w="2027" h="2657" extrusionOk="0">
                  <a:moveTo>
                    <a:pt x="1042" y="0"/>
                  </a:moveTo>
                  <a:cubicBezTo>
                    <a:pt x="805" y="0"/>
                    <a:pt x="620" y="51"/>
                    <a:pt x="620" y="51"/>
                  </a:cubicBezTo>
                  <a:cubicBezTo>
                    <a:pt x="620" y="51"/>
                    <a:pt x="935" y="362"/>
                    <a:pt x="1092" y="492"/>
                  </a:cubicBezTo>
                  <a:cubicBezTo>
                    <a:pt x="1074" y="501"/>
                    <a:pt x="1061" y="519"/>
                    <a:pt x="1058" y="541"/>
                  </a:cubicBezTo>
                  <a:lnTo>
                    <a:pt x="676" y="2462"/>
                  </a:lnTo>
                  <a:cubicBezTo>
                    <a:pt x="333" y="2225"/>
                    <a:pt x="176" y="1321"/>
                    <a:pt x="142" y="970"/>
                  </a:cubicBezTo>
                  <a:cubicBezTo>
                    <a:pt x="137" y="928"/>
                    <a:pt x="105" y="908"/>
                    <a:pt x="73" y="908"/>
                  </a:cubicBezTo>
                  <a:cubicBezTo>
                    <a:pt x="36" y="908"/>
                    <a:pt x="0" y="934"/>
                    <a:pt x="3" y="982"/>
                  </a:cubicBezTo>
                  <a:cubicBezTo>
                    <a:pt x="10" y="1041"/>
                    <a:pt x="142" y="2419"/>
                    <a:pt x="697" y="2632"/>
                  </a:cubicBezTo>
                  <a:cubicBezTo>
                    <a:pt x="744" y="2651"/>
                    <a:pt x="790" y="2657"/>
                    <a:pt x="836" y="2657"/>
                  </a:cubicBezTo>
                  <a:cubicBezTo>
                    <a:pt x="1367" y="2657"/>
                    <a:pt x="1940" y="1654"/>
                    <a:pt x="2008" y="1531"/>
                  </a:cubicBezTo>
                  <a:cubicBezTo>
                    <a:pt x="2027" y="1500"/>
                    <a:pt x="2018" y="1457"/>
                    <a:pt x="1987" y="1439"/>
                  </a:cubicBezTo>
                  <a:cubicBezTo>
                    <a:pt x="1976" y="1433"/>
                    <a:pt x="1964" y="1430"/>
                    <a:pt x="1953" y="1430"/>
                  </a:cubicBezTo>
                  <a:cubicBezTo>
                    <a:pt x="1928" y="1430"/>
                    <a:pt x="1904" y="1443"/>
                    <a:pt x="1891" y="1466"/>
                  </a:cubicBezTo>
                  <a:cubicBezTo>
                    <a:pt x="1717" y="1775"/>
                    <a:pt x="1218" y="2517"/>
                    <a:pt x="844" y="2517"/>
                  </a:cubicBezTo>
                  <a:cubicBezTo>
                    <a:pt x="833" y="2517"/>
                    <a:pt x="822" y="2516"/>
                    <a:pt x="812" y="2515"/>
                  </a:cubicBezTo>
                  <a:lnTo>
                    <a:pt x="1197" y="566"/>
                  </a:lnTo>
                  <a:cubicBezTo>
                    <a:pt x="1197" y="559"/>
                    <a:pt x="1197" y="553"/>
                    <a:pt x="1197" y="547"/>
                  </a:cubicBezTo>
                  <a:cubicBezTo>
                    <a:pt x="1327" y="522"/>
                    <a:pt x="1768" y="242"/>
                    <a:pt x="1768" y="242"/>
                  </a:cubicBezTo>
                  <a:cubicBezTo>
                    <a:pt x="1560" y="49"/>
                    <a:pt x="1276" y="0"/>
                    <a:pt x="10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878;p45">
              <a:extLst>
                <a:ext uri="{FF2B5EF4-FFF2-40B4-BE49-F238E27FC236}">
                  <a16:creationId xmlns:a16="http://schemas.microsoft.com/office/drawing/2014/main" id="{A8728E6C-8A3F-E643-B4AF-5085E18488AA}"/>
                </a:ext>
              </a:extLst>
            </p:cNvPr>
            <p:cNvSpPr/>
            <p:nvPr/>
          </p:nvSpPr>
          <p:spPr>
            <a:xfrm>
              <a:off x="2013350" y="1759525"/>
              <a:ext cx="86025" cy="24800"/>
            </a:xfrm>
            <a:custGeom>
              <a:avLst/>
              <a:gdLst/>
              <a:ahLst/>
              <a:cxnLst/>
              <a:rect l="l" t="t" r="r" b="b"/>
              <a:pathLst>
                <a:path w="3441" h="992" extrusionOk="0">
                  <a:moveTo>
                    <a:pt x="2211" y="0"/>
                  </a:moveTo>
                  <a:cubicBezTo>
                    <a:pt x="1208" y="0"/>
                    <a:pt x="103" y="826"/>
                    <a:pt x="53" y="866"/>
                  </a:cubicBezTo>
                  <a:cubicBezTo>
                    <a:pt x="1" y="906"/>
                    <a:pt x="28" y="992"/>
                    <a:pt x="96" y="992"/>
                  </a:cubicBezTo>
                  <a:cubicBezTo>
                    <a:pt x="112" y="992"/>
                    <a:pt x="127" y="989"/>
                    <a:pt x="139" y="977"/>
                  </a:cubicBezTo>
                  <a:cubicBezTo>
                    <a:pt x="151" y="971"/>
                    <a:pt x="1255" y="142"/>
                    <a:pt x="2214" y="142"/>
                  </a:cubicBezTo>
                  <a:cubicBezTo>
                    <a:pt x="2310" y="142"/>
                    <a:pt x="2404" y="150"/>
                    <a:pt x="2496" y="168"/>
                  </a:cubicBezTo>
                  <a:cubicBezTo>
                    <a:pt x="2832" y="233"/>
                    <a:pt x="3097" y="428"/>
                    <a:pt x="3285" y="745"/>
                  </a:cubicBezTo>
                  <a:cubicBezTo>
                    <a:pt x="3301" y="771"/>
                    <a:pt x="3323" y="782"/>
                    <a:pt x="3345" y="782"/>
                  </a:cubicBezTo>
                  <a:cubicBezTo>
                    <a:pt x="3393" y="782"/>
                    <a:pt x="3441" y="730"/>
                    <a:pt x="3409" y="674"/>
                  </a:cubicBezTo>
                  <a:cubicBezTo>
                    <a:pt x="3199" y="320"/>
                    <a:pt x="2900" y="104"/>
                    <a:pt x="2524" y="30"/>
                  </a:cubicBezTo>
                  <a:cubicBezTo>
                    <a:pt x="2421" y="9"/>
                    <a:pt x="2317" y="0"/>
                    <a:pt x="22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879;p45">
              <a:extLst>
                <a:ext uri="{FF2B5EF4-FFF2-40B4-BE49-F238E27FC236}">
                  <a16:creationId xmlns:a16="http://schemas.microsoft.com/office/drawing/2014/main" id="{2F4113BD-EBD4-1297-B773-052DB487F930}"/>
                </a:ext>
              </a:extLst>
            </p:cNvPr>
            <p:cNvSpPr/>
            <p:nvPr/>
          </p:nvSpPr>
          <p:spPr>
            <a:xfrm>
              <a:off x="1908575" y="1985700"/>
              <a:ext cx="167275" cy="88400"/>
            </a:xfrm>
            <a:custGeom>
              <a:avLst/>
              <a:gdLst/>
              <a:ahLst/>
              <a:cxnLst/>
              <a:rect l="l" t="t" r="r" b="b"/>
              <a:pathLst>
                <a:path w="6691" h="3536" extrusionOk="0">
                  <a:moveTo>
                    <a:pt x="6592" y="1"/>
                  </a:moveTo>
                  <a:cubicBezTo>
                    <a:pt x="6585" y="1"/>
                    <a:pt x="6578" y="2"/>
                    <a:pt x="6570" y="4"/>
                  </a:cubicBezTo>
                  <a:cubicBezTo>
                    <a:pt x="6545" y="10"/>
                    <a:pt x="4034" y="535"/>
                    <a:pt x="40" y="3409"/>
                  </a:cubicBezTo>
                  <a:cubicBezTo>
                    <a:pt x="9" y="3431"/>
                    <a:pt x="0" y="3477"/>
                    <a:pt x="25" y="3508"/>
                  </a:cubicBezTo>
                  <a:cubicBezTo>
                    <a:pt x="37" y="3526"/>
                    <a:pt x="59" y="3536"/>
                    <a:pt x="80" y="3536"/>
                  </a:cubicBezTo>
                  <a:cubicBezTo>
                    <a:pt x="96" y="3536"/>
                    <a:pt x="111" y="3533"/>
                    <a:pt x="123" y="3523"/>
                  </a:cubicBezTo>
                  <a:cubicBezTo>
                    <a:pt x="4090" y="670"/>
                    <a:pt x="6573" y="149"/>
                    <a:pt x="6597" y="143"/>
                  </a:cubicBezTo>
                  <a:cubicBezTo>
                    <a:pt x="6691" y="132"/>
                    <a:pt x="6672" y="1"/>
                    <a:pt x="65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880;p45">
              <a:extLst>
                <a:ext uri="{FF2B5EF4-FFF2-40B4-BE49-F238E27FC236}">
                  <a16:creationId xmlns:a16="http://schemas.microsoft.com/office/drawing/2014/main" id="{D0075337-4C92-F362-5E49-4C660959F97E}"/>
                </a:ext>
              </a:extLst>
            </p:cNvPr>
            <p:cNvSpPr/>
            <p:nvPr/>
          </p:nvSpPr>
          <p:spPr>
            <a:xfrm>
              <a:off x="1865775" y="1661475"/>
              <a:ext cx="52450" cy="69050"/>
            </a:xfrm>
            <a:custGeom>
              <a:avLst/>
              <a:gdLst/>
              <a:ahLst/>
              <a:cxnLst/>
              <a:rect l="l" t="t" r="r" b="b"/>
              <a:pathLst>
                <a:path w="2098" h="2762" extrusionOk="0">
                  <a:moveTo>
                    <a:pt x="101" y="1"/>
                  </a:moveTo>
                  <a:cubicBezTo>
                    <a:pt x="50" y="1"/>
                    <a:pt x="0" y="59"/>
                    <a:pt x="40" y="115"/>
                  </a:cubicBezTo>
                  <a:lnTo>
                    <a:pt x="1950" y="2730"/>
                  </a:lnTo>
                  <a:cubicBezTo>
                    <a:pt x="1962" y="2749"/>
                    <a:pt x="1983" y="2758"/>
                    <a:pt x="2005" y="2761"/>
                  </a:cubicBezTo>
                  <a:lnTo>
                    <a:pt x="2008" y="2761"/>
                  </a:lnTo>
                  <a:cubicBezTo>
                    <a:pt x="2064" y="2761"/>
                    <a:pt x="2098" y="2693"/>
                    <a:pt x="2064" y="2647"/>
                  </a:cubicBezTo>
                  <a:lnTo>
                    <a:pt x="158" y="32"/>
                  </a:lnTo>
                  <a:cubicBezTo>
                    <a:pt x="142" y="10"/>
                    <a:pt x="121" y="1"/>
                    <a:pt x="1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881;p45">
              <a:extLst>
                <a:ext uri="{FF2B5EF4-FFF2-40B4-BE49-F238E27FC236}">
                  <a16:creationId xmlns:a16="http://schemas.microsoft.com/office/drawing/2014/main" id="{F0741ECD-B7CD-6A66-C872-F6A6D0C0D9F7}"/>
                </a:ext>
              </a:extLst>
            </p:cNvPr>
            <p:cNvSpPr/>
            <p:nvPr/>
          </p:nvSpPr>
          <p:spPr>
            <a:xfrm>
              <a:off x="1820575" y="1658850"/>
              <a:ext cx="90625" cy="81325"/>
            </a:xfrm>
            <a:custGeom>
              <a:avLst/>
              <a:gdLst/>
              <a:ahLst/>
              <a:cxnLst/>
              <a:rect l="l" t="t" r="r" b="b"/>
              <a:pathLst>
                <a:path w="3625" h="3253" extrusionOk="0">
                  <a:moveTo>
                    <a:pt x="105" y="1"/>
                  </a:moveTo>
                  <a:cubicBezTo>
                    <a:pt x="48" y="1"/>
                    <a:pt x="1" y="76"/>
                    <a:pt x="56" y="124"/>
                  </a:cubicBezTo>
                  <a:lnTo>
                    <a:pt x="3483" y="3236"/>
                  </a:lnTo>
                  <a:cubicBezTo>
                    <a:pt x="3494" y="3244"/>
                    <a:pt x="3509" y="3252"/>
                    <a:pt x="3525" y="3252"/>
                  </a:cubicBezTo>
                  <a:cubicBezTo>
                    <a:pt x="3527" y="3252"/>
                    <a:pt x="3530" y="3252"/>
                    <a:pt x="3532" y="3252"/>
                  </a:cubicBezTo>
                  <a:cubicBezTo>
                    <a:pt x="3534" y="3252"/>
                    <a:pt x="3535" y="3252"/>
                    <a:pt x="3536" y="3252"/>
                  </a:cubicBezTo>
                  <a:cubicBezTo>
                    <a:pt x="3595" y="3252"/>
                    <a:pt x="3624" y="3174"/>
                    <a:pt x="3579" y="3131"/>
                  </a:cubicBezTo>
                  <a:lnTo>
                    <a:pt x="152" y="19"/>
                  </a:lnTo>
                  <a:cubicBezTo>
                    <a:pt x="137" y="6"/>
                    <a:pt x="120" y="1"/>
                    <a:pt x="1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882;p45">
              <a:extLst>
                <a:ext uri="{FF2B5EF4-FFF2-40B4-BE49-F238E27FC236}">
                  <a16:creationId xmlns:a16="http://schemas.microsoft.com/office/drawing/2014/main" id="{9A9BBD8F-8536-1A3C-6133-1E756692FCEC}"/>
                </a:ext>
              </a:extLst>
            </p:cNvPr>
            <p:cNvSpPr/>
            <p:nvPr/>
          </p:nvSpPr>
          <p:spPr>
            <a:xfrm>
              <a:off x="1812450" y="1703850"/>
              <a:ext cx="94450" cy="47875"/>
            </a:xfrm>
            <a:custGeom>
              <a:avLst/>
              <a:gdLst/>
              <a:ahLst/>
              <a:cxnLst/>
              <a:rect l="l" t="t" r="r" b="b"/>
              <a:pathLst>
                <a:path w="3778" h="1915" extrusionOk="0">
                  <a:moveTo>
                    <a:pt x="104" y="1"/>
                  </a:moveTo>
                  <a:cubicBezTo>
                    <a:pt x="38" y="1"/>
                    <a:pt x="0" y="106"/>
                    <a:pt x="79" y="138"/>
                  </a:cubicBezTo>
                  <a:lnTo>
                    <a:pt x="3648" y="1905"/>
                  </a:lnTo>
                  <a:cubicBezTo>
                    <a:pt x="3657" y="1911"/>
                    <a:pt x="3669" y="1914"/>
                    <a:pt x="3678" y="1914"/>
                  </a:cubicBezTo>
                  <a:cubicBezTo>
                    <a:pt x="3752" y="1911"/>
                    <a:pt x="3777" y="1813"/>
                    <a:pt x="3709" y="1779"/>
                  </a:cubicBezTo>
                  <a:lnTo>
                    <a:pt x="141" y="11"/>
                  </a:lnTo>
                  <a:cubicBezTo>
                    <a:pt x="128" y="4"/>
                    <a:pt x="116" y="1"/>
                    <a:pt x="10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883;p45">
              <a:extLst>
                <a:ext uri="{FF2B5EF4-FFF2-40B4-BE49-F238E27FC236}">
                  <a16:creationId xmlns:a16="http://schemas.microsoft.com/office/drawing/2014/main" id="{E87597F7-B450-0BBC-762A-3254A9B50FA4}"/>
                </a:ext>
              </a:extLst>
            </p:cNvPr>
            <p:cNvSpPr/>
            <p:nvPr/>
          </p:nvSpPr>
          <p:spPr>
            <a:xfrm>
              <a:off x="2023100" y="1802900"/>
              <a:ext cx="73775" cy="12425"/>
            </a:xfrm>
            <a:custGeom>
              <a:avLst/>
              <a:gdLst/>
              <a:ahLst/>
              <a:cxnLst/>
              <a:rect l="l" t="t" r="r" b="b"/>
              <a:pathLst>
                <a:path w="2951" h="497" extrusionOk="0">
                  <a:moveTo>
                    <a:pt x="101" y="0"/>
                  </a:moveTo>
                  <a:cubicBezTo>
                    <a:pt x="14" y="0"/>
                    <a:pt x="0" y="124"/>
                    <a:pt x="86" y="142"/>
                  </a:cubicBezTo>
                  <a:lnTo>
                    <a:pt x="2843" y="494"/>
                  </a:lnTo>
                  <a:lnTo>
                    <a:pt x="2852" y="494"/>
                  </a:lnTo>
                  <a:lnTo>
                    <a:pt x="2852" y="497"/>
                  </a:lnTo>
                  <a:cubicBezTo>
                    <a:pt x="2942" y="497"/>
                    <a:pt x="2951" y="364"/>
                    <a:pt x="2858" y="355"/>
                  </a:cubicBezTo>
                  <a:lnTo>
                    <a:pt x="104" y="0"/>
                  </a:lnTo>
                  <a:cubicBezTo>
                    <a:pt x="103" y="0"/>
                    <a:pt x="102" y="0"/>
                    <a:pt x="1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4884;p45">
              <a:extLst>
                <a:ext uri="{FF2B5EF4-FFF2-40B4-BE49-F238E27FC236}">
                  <a16:creationId xmlns:a16="http://schemas.microsoft.com/office/drawing/2014/main" id="{60F97DAA-8C94-1857-253A-F60189F3403B}"/>
                </a:ext>
              </a:extLst>
            </p:cNvPr>
            <p:cNvSpPr/>
            <p:nvPr/>
          </p:nvSpPr>
          <p:spPr>
            <a:xfrm>
              <a:off x="2019400" y="1812625"/>
              <a:ext cx="87175" cy="23850"/>
            </a:xfrm>
            <a:custGeom>
              <a:avLst/>
              <a:gdLst/>
              <a:ahLst/>
              <a:cxnLst/>
              <a:rect l="l" t="t" r="r" b="b"/>
              <a:pathLst>
                <a:path w="3487" h="954" extrusionOk="0">
                  <a:moveTo>
                    <a:pt x="98" y="0"/>
                  </a:moveTo>
                  <a:cubicBezTo>
                    <a:pt x="22" y="0"/>
                    <a:pt x="0" y="119"/>
                    <a:pt x="85" y="139"/>
                  </a:cubicBezTo>
                  <a:lnTo>
                    <a:pt x="3373" y="953"/>
                  </a:lnTo>
                  <a:lnTo>
                    <a:pt x="3389" y="953"/>
                  </a:lnTo>
                  <a:cubicBezTo>
                    <a:pt x="3390" y="953"/>
                    <a:pt x="3391" y="953"/>
                    <a:pt x="3392" y="953"/>
                  </a:cubicBezTo>
                  <a:cubicBezTo>
                    <a:pt x="3472" y="953"/>
                    <a:pt x="3486" y="835"/>
                    <a:pt x="3407" y="814"/>
                  </a:cubicBezTo>
                  <a:lnTo>
                    <a:pt x="119" y="3"/>
                  </a:lnTo>
                  <a:cubicBezTo>
                    <a:pt x="112" y="1"/>
                    <a:pt x="105" y="0"/>
                    <a:pt x="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4885;p45">
              <a:extLst>
                <a:ext uri="{FF2B5EF4-FFF2-40B4-BE49-F238E27FC236}">
                  <a16:creationId xmlns:a16="http://schemas.microsoft.com/office/drawing/2014/main" id="{6C7CBF05-7A14-E180-6C86-975E28626CC2}"/>
                </a:ext>
              </a:extLst>
            </p:cNvPr>
            <p:cNvSpPr/>
            <p:nvPr/>
          </p:nvSpPr>
          <p:spPr>
            <a:xfrm>
              <a:off x="2015850" y="1825800"/>
              <a:ext cx="60675" cy="45125"/>
            </a:xfrm>
            <a:custGeom>
              <a:avLst/>
              <a:gdLst/>
              <a:ahLst/>
              <a:cxnLst/>
              <a:rect l="l" t="t" r="r" b="b"/>
              <a:pathLst>
                <a:path w="2427" h="1805" extrusionOk="0">
                  <a:moveTo>
                    <a:pt x="103" y="1"/>
                  </a:moveTo>
                  <a:cubicBezTo>
                    <a:pt x="45" y="1"/>
                    <a:pt x="1" y="85"/>
                    <a:pt x="61" y="130"/>
                  </a:cubicBezTo>
                  <a:lnTo>
                    <a:pt x="2285" y="1792"/>
                  </a:lnTo>
                  <a:cubicBezTo>
                    <a:pt x="2297" y="1802"/>
                    <a:pt x="2312" y="1805"/>
                    <a:pt x="2328" y="1805"/>
                  </a:cubicBezTo>
                  <a:lnTo>
                    <a:pt x="2331" y="1805"/>
                  </a:lnTo>
                  <a:cubicBezTo>
                    <a:pt x="2399" y="1805"/>
                    <a:pt x="2427" y="1718"/>
                    <a:pt x="2371" y="1678"/>
                  </a:cubicBezTo>
                  <a:lnTo>
                    <a:pt x="144" y="16"/>
                  </a:lnTo>
                  <a:cubicBezTo>
                    <a:pt x="130" y="5"/>
                    <a:pt x="116" y="1"/>
                    <a:pt x="1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886;p45">
              <a:extLst>
                <a:ext uri="{FF2B5EF4-FFF2-40B4-BE49-F238E27FC236}">
                  <a16:creationId xmlns:a16="http://schemas.microsoft.com/office/drawing/2014/main" id="{755C911D-17B7-010D-1D35-97E3C3D91A2B}"/>
                </a:ext>
              </a:extLst>
            </p:cNvPr>
            <p:cNvSpPr/>
            <p:nvPr/>
          </p:nvSpPr>
          <p:spPr>
            <a:xfrm>
              <a:off x="1891900" y="1797550"/>
              <a:ext cx="98925" cy="93725"/>
            </a:xfrm>
            <a:custGeom>
              <a:avLst/>
              <a:gdLst/>
              <a:ahLst/>
              <a:cxnLst/>
              <a:rect l="l" t="t" r="r" b="b"/>
              <a:pathLst>
                <a:path w="3957" h="3749" extrusionOk="0">
                  <a:moveTo>
                    <a:pt x="77" y="1"/>
                  </a:moveTo>
                  <a:cubicBezTo>
                    <a:pt x="73" y="1"/>
                    <a:pt x="69" y="1"/>
                    <a:pt x="66" y="1"/>
                  </a:cubicBezTo>
                  <a:cubicBezTo>
                    <a:pt x="25" y="11"/>
                    <a:pt x="1" y="48"/>
                    <a:pt x="7" y="85"/>
                  </a:cubicBezTo>
                  <a:cubicBezTo>
                    <a:pt x="13" y="119"/>
                    <a:pt x="621" y="3215"/>
                    <a:pt x="3847" y="3749"/>
                  </a:cubicBezTo>
                  <a:lnTo>
                    <a:pt x="3859" y="3749"/>
                  </a:lnTo>
                  <a:lnTo>
                    <a:pt x="3859" y="3746"/>
                  </a:lnTo>
                  <a:cubicBezTo>
                    <a:pt x="3860" y="3746"/>
                    <a:pt x="3861" y="3746"/>
                    <a:pt x="3862" y="3746"/>
                  </a:cubicBezTo>
                  <a:cubicBezTo>
                    <a:pt x="3946" y="3746"/>
                    <a:pt x="3957" y="3619"/>
                    <a:pt x="3869" y="3607"/>
                  </a:cubicBezTo>
                  <a:cubicBezTo>
                    <a:pt x="741" y="3092"/>
                    <a:pt x="152" y="88"/>
                    <a:pt x="146" y="60"/>
                  </a:cubicBezTo>
                  <a:cubicBezTo>
                    <a:pt x="140" y="24"/>
                    <a:pt x="110" y="1"/>
                    <a:pt x="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887;p45">
              <a:extLst>
                <a:ext uri="{FF2B5EF4-FFF2-40B4-BE49-F238E27FC236}">
                  <a16:creationId xmlns:a16="http://schemas.microsoft.com/office/drawing/2014/main" id="{9FE7AD89-8483-B45B-E1F5-A75BA8ACD4D9}"/>
                </a:ext>
              </a:extLst>
            </p:cNvPr>
            <p:cNvSpPr/>
            <p:nvPr/>
          </p:nvSpPr>
          <p:spPr>
            <a:xfrm>
              <a:off x="2008725" y="1860325"/>
              <a:ext cx="121725" cy="38600"/>
            </a:xfrm>
            <a:custGeom>
              <a:avLst/>
              <a:gdLst/>
              <a:ahLst/>
              <a:cxnLst/>
              <a:rect l="l" t="t" r="r" b="b"/>
              <a:pathLst>
                <a:path w="4869" h="1544" extrusionOk="0">
                  <a:moveTo>
                    <a:pt x="4767" y="0"/>
                  </a:moveTo>
                  <a:cubicBezTo>
                    <a:pt x="4751" y="0"/>
                    <a:pt x="4735" y="6"/>
                    <a:pt x="4719" y="20"/>
                  </a:cubicBezTo>
                  <a:cubicBezTo>
                    <a:pt x="3491" y="1151"/>
                    <a:pt x="2212" y="1404"/>
                    <a:pt x="1317" y="1404"/>
                  </a:cubicBezTo>
                  <a:cubicBezTo>
                    <a:pt x="607" y="1404"/>
                    <a:pt x="138" y="1245"/>
                    <a:pt x="127" y="1241"/>
                  </a:cubicBezTo>
                  <a:cubicBezTo>
                    <a:pt x="118" y="1238"/>
                    <a:pt x="109" y="1236"/>
                    <a:pt x="101" y="1236"/>
                  </a:cubicBezTo>
                  <a:cubicBezTo>
                    <a:pt x="29" y="1236"/>
                    <a:pt x="0" y="1346"/>
                    <a:pt x="81" y="1374"/>
                  </a:cubicBezTo>
                  <a:cubicBezTo>
                    <a:pt x="90" y="1380"/>
                    <a:pt x="580" y="1543"/>
                    <a:pt x="1317" y="1543"/>
                  </a:cubicBezTo>
                  <a:cubicBezTo>
                    <a:pt x="2243" y="1543"/>
                    <a:pt x="3557" y="1284"/>
                    <a:pt x="4815" y="121"/>
                  </a:cubicBezTo>
                  <a:cubicBezTo>
                    <a:pt x="4868" y="73"/>
                    <a:pt x="4823" y="0"/>
                    <a:pt x="47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888;p45">
              <a:extLst>
                <a:ext uri="{FF2B5EF4-FFF2-40B4-BE49-F238E27FC236}">
                  <a16:creationId xmlns:a16="http://schemas.microsoft.com/office/drawing/2014/main" id="{F40B69B2-860D-C4BF-75B3-88F94ED9B138}"/>
                </a:ext>
              </a:extLst>
            </p:cNvPr>
            <p:cNvSpPr/>
            <p:nvPr/>
          </p:nvSpPr>
          <p:spPr>
            <a:xfrm>
              <a:off x="1883300" y="1739275"/>
              <a:ext cx="23600" cy="12450"/>
            </a:xfrm>
            <a:custGeom>
              <a:avLst/>
              <a:gdLst/>
              <a:ahLst/>
              <a:cxnLst/>
              <a:rect l="l" t="t" r="r" b="b"/>
              <a:pathLst>
                <a:path w="944" h="498" extrusionOk="0">
                  <a:moveTo>
                    <a:pt x="104" y="0"/>
                  </a:moveTo>
                  <a:cubicBezTo>
                    <a:pt x="36" y="0"/>
                    <a:pt x="1" y="99"/>
                    <a:pt x="73" y="136"/>
                  </a:cubicBezTo>
                  <a:lnTo>
                    <a:pt x="814" y="488"/>
                  </a:lnTo>
                  <a:cubicBezTo>
                    <a:pt x="823" y="494"/>
                    <a:pt x="835" y="494"/>
                    <a:pt x="844" y="497"/>
                  </a:cubicBezTo>
                  <a:cubicBezTo>
                    <a:pt x="918" y="494"/>
                    <a:pt x="943" y="396"/>
                    <a:pt x="875" y="362"/>
                  </a:cubicBezTo>
                  <a:lnTo>
                    <a:pt x="135" y="7"/>
                  </a:lnTo>
                  <a:cubicBezTo>
                    <a:pt x="124" y="2"/>
                    <a:pt x="113" y="0"/>
                    <a:pt x="1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889;p45">
              <a:extLst>
                <a:ext uri="{FF2B5EF4-FFF2-40B4-BE49-F238E27FC236}">
                  <a16:creationId xmlns:a16="http://schemas.microsoft.com/office/drawing/2014/main" id="{320E26C2-7C3B-B146-D146-672C7215A999}"/>
                </a:ext>
              </a:extLst>
            </p:cNvPr>
            <p:cNvSpPr/>
            <p:nvPr/>
          </p:nvSpPr>
          <p:spPr>
            <a:xfrm>
              <a:off x="1885050" y="1717150"/>
              <a:ext cx="26150" cy="23025"/>
            </a:xfrm>
            <a:custGeom>
              <a:avLst/>
              <a:gdLst/>
              <a:ahLst/>
              <a:cxnLst/>
              <a:rect l="l" t="t" r="r" b="b"/>
              <a:pathLst>
                <a:path w="1046" h="921" extrusionOk="0">
                  <a:moveTo>
                    <a:pt x="102" y="1"/>
                  </a:moveTo>
                  <a:cubicBezTo>
                    <a:pt x="46" y="1"/>
                    <a:pt x="1" y="76"/>
                    <a:pt x="56" y="124"/>
                  </a:cubicBezTo>
                  <a:lnTo>
                    <a:pt x="904" y="901"/>
                  </a:lnTo>
                  <a:cubicBezTo>
                    <a:pt x="915" y="912"/>
                    <a:pt x="930" y="920"/>
                    <a:pt x="946" y="920"/>
                  </a:cubicBezTo>
                  <a:cubicBezTo>
                    <a:pt x="948" y="920"/>
                    <a:pt x="951" y="920"/>
                    <a:pt x="953" y="920"/>
                  </a:cubicBezTo>
                  <a:lnTo>
                    <a:pt x="953" y="920"/>
                  </a:lnTo>
                  <a:cubicBezTo>
                    <a:pt x="953" y="920"/>
                    <a:pt x="954" y="920"/>
                    <a:pt x="954" y="920"/>
                  </a:cubicBezTo>
                  <a:cubicBezTo>
                    <a:pt x="1016" y="920"/>
                    <a:pt x="1045" y="842"/>
                    <a:pt x="1000" y="799"/>
                  </a:cubicBezTo>
                  <a:lnTo>
                    <a:pt x="151" y="22"/>
                  </a:lnTo>
                  <a:cubicBezTo>
                    <a:pt x="135" y="7"/>
                    <a:pt x="118" y="1"/>
                    <a:pt x="1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890;p45">
              <a:extLst>
                <a:ext uri="{FF2B5EF4-FFF2-40B4-BE49-F238E27FC236}">
                  <a16:creationId xmlns:a16="http://schemas.microsoft.com/office/drawing/2014/main" id="{F31D9090-EFB9-9940-8140-5C63F301D9E7}"/>
                </a:ext>
              </a:extLst>
            </p:cNvPr>
            <p:cNvSpPr/>
            <p:nvPr/>
          </p:nvSpPr>
          <p:spPr>
            <a:xfrm>
              <a:off x="1890525" y="1696000"/>
              <a:ext cx="27400" cy="34525"/>
            </a:xfrm>
            <a:custGeom>
              <a:avLst/>
              <a:gdLst/>
              <a:ahLst/>
              <a:cxnLst/>
              <a:rect l="l" t="t" r="r" b="b"/>
              <a:pathLst>
                <a:path w="1096" h="1381" extrusionOk="0">
                  <a:moveTo>
                    <a:pt x="99" y="0"/>
                  </a:moveTo>
                  <a:cubicBezTo>
                    <a:pt x="47" y="0"/>
                    <a:pt x="0" y="59"/>
                    <a:pt x="40" y="113"/>
                  </a:cubicBezTo>
                  <a:lnTo>
                    <a:pt x="960" y="1349"/>
                  </a:lnTo>
                  <a:cubicBezTo>
                    <a:pt x="972" y="1368"/>
                    <a:pt x="993" y="1380"/>
                    <a:pt x="1015" y="1380"/>
                  </a:cubicBezTo>
                  <a:cubicBezTo>
                    <a:pt x="1030" y="1380"/>
                    <a:pt x="1046" y="1374"/>
                    <a:pt x="1058" y="1365"/>
                  </a:cubicBezTo>
                  <a:cubicBezTo>
                    <a:pt x="1089" y="1340"/>
                    <a:pt x="1095" y="1297"/>
                    <a:pt x="1074" y="1266"/>
                  </a:cubicBezTo>
                  <a:lnTo>
                    <a:pt x="155" y="29"/>
                  </a:lnTo>
                  <a:cubicBezTo>
                    <a:pt x="138" y="9"/>
                    <a:pt x="118" y="0"/>
                    <a:pt x="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891;p45">
              <a:extLst>
                <a:ext uri="{FF2B5EF4-FFF2-40B4-BE49-F238E27FC236}">
                  <a16:creationId xmlns:a16="http://schemas.microsoft.com/office/drawing/2014/main" id="{B84B9F47-D871-C2CE-30A1-0A88D675A914}"/>
                </a:ext>
              </a:extLst>
            </p:cNvPr>
            <p:cNvSpPr/>
            <p:nvPr/>
          </p:nvSpPr>
          <p:spPr>
            <a:xfrm>
              <a:off x="2134100" y="1687475"/>
              <a:ext cx="49525" cy="53675"/>
            </a:xfrm>
            <a:custGeom>
              <a:avLst/>
              <a:gdLst/>
              <a:ahLst/>
              <a:cxnLst/>
              <a:rect l="l" t="t" r="r" b="b"/>
              <a:pathLst>
                <a:path w="1981" h="2147" extrusionOk="0">
                  <a:moveTo>
                    <a:pt x="1818" y="0"/>
                  </a:moveTo>
                  <a:cubicBezTo>
                    <a:pt x="1499" y="0"/>
                    <a:pt x="1" y="1049"/>
                    <a:pt x="1" y="1049"/>
                  </a:cubicBezTo>
                  <a:cubicBezTo>
                    <a:pt x="1" y="1049"/>
                    <a:pt x="1264" y="2147"/>
                    <a:pt x="1437" y="2147"/>
                  </a:cubicBezTo>
                  <a:cubicBezTo>
                    <a:pt x="1443" y="2147"/>
                    <a:pt x="1447" y="2146"/>
                    <a:pt x="1450" y="2144"/>
                  </a:cubicBezTo>
                  <a:cubicBezTo>
                    <a:pt x="1555" y="2073"/>
                    <a:pt x="1981" y="235"/>
                    <a:pt x="1873" y="25"/>
                  </a:cubicBezTo>
                  <a:cubicBezTo>
                    <a:pt x="1864" y="8"/>
                    <a:pt x="1846" y="0"/>
                    <a:pt x="18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892;p45">
              <a:extLst>
                <a:ext uri="{FF2B5EF4-FFF2-40B4-BE49-F238E27FC236}">
                  <a16:creationId xmlns:a16="http://schemas.microsoft.com/office/drawing/2014/main" id="{D1780BCB-C1BE-4E5E-936C-7325EC816D96}"/>
                </a:ext>
              </a:extLst>
            </p:cNvPr>
            <p:cNvSpPr/>
            <p:nvPr/>
          </p:nvSpPr>
          <p:spPr>
            <a:xfrm>
              <a:off x="1996300" y="1617375"/>
              <a:ext cx="51225" cy="26550"/>
            </a:xfrm>
            <a:custGeom>
              <a:avLst/>
              <a:gdLst/>
              <a:ahLst/>
              <a:cxnLst/>
              <a:rect l="l" t="t" r="r" b="b"/>
              <a:pathLst>
                <a:path w="2049" h="1062" extrusionOk="0">
                  <a:moveTo>
                    <a:pt x="1839" y="1"/>
                  </a:moveTo>
                  <a:cubicBezTo>
                    <a:pt x="1626" y="1"/>
                    <a:pt x="1" y="247"/>
                    <a:pt x="106" y="460"/>
                  </a:cubicBezTo>
                  <a:cubicBezTo>
                    <a:pt x="214" y="673"/>
                    <a:pt x="991" y="1062"/>
                    <a:pt x="991" y="1062"/>
                  </a:cubicBezTo>
                  <a:cubicBezTo>
                    <a:pt x="991" y="1062"/>
                    <a:pt x="2049" y="1"/>
                    <a:pt x="18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893;p45">
              <a:extLst>
                <a:ext uri="{FF2B5EF4-FFF2-40B4-BE49-F238E27FC236}">
                  <a16:creationId xmlns:a16="http://schemas.microsoft.com/office/drawing/2014/main" id="{2FED5FD5-E788-C6AA-3B36-3EDA7F9BF20B}"/>
                </a:ext>
              </a:extLst>
            </p:cNvPr>
            <p:cNvSpPr/>
            <p:nvPr/>
          </p:nvSpPr>
          <p:spPr>
            <a:xfrm>
              <a:off x="1778350" y="1941625"/>
              <a:ext cx="16200" cy="19450"/>
            </a:xfrm>
            <a:custGeom>
              <a:avLst/>
              <a:gdLst/>
              <a:ahLst/>
              <a:cxnLst/>
              <a:rect l="l" t="t" r="r" b="b"/>
              <a:pathLst>
                <a:path w="648" h="778" extrusionOk="0">
                  <a:moveTo>
                    <a:pt x="101" y="1"/>
                  </a:moveTo>
                  <a:cubicBezTo>
                    <a:pt x="23" y="1"/>
                    <a:pt x="0" y="119"/>
                    <a:pt x="83" y="142"/>
                  </a:cubicBezTo>
                  <a:cubicBezTo>
                    <a:pt x="101" y="145"/>
                    <a:pt x="478" y="244"/>
                    <a:pt x="379" y="694"/>
                  </a:cubicBezTo>
                  <a:cubicBezTo>
                    <a:pt x="370" y="731"/>
                    <a:pt x="394" y="768"/>
                    <a:pt x="435" y="777"/>
                  </a:cubicBezTo>
                  <a:lnTo>
                    <a:pt x="450" y="777"/>
                  </a:lnTo>
                  <a:cubicBezTo>
                    <a:pt x="481" y="777"/>
                    <a:pt x="509" y="756"/>
                    <a:pt x="518" y="725"/>
                  </a:cubicBezTo>
                  <a:cubicBezTo>
                    <a:pt x="647" y="142"/>
                    <a:pt x="123" y="3"/>
                    <a:pt x="120" y="3"/>
                  </a:cubicBezTo>
                  <a:cubicBezTo>
                    <a:pt x="113" y="1"/>
                    <a:pt x="107" y="1"/>
                    <a:pt x="1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894;p45">
              <a:extLst>
                <a:ext uri="{FF2B5EF4-FFF2-40B4-BE49-F238E27FC236}">
                  <a16:creationId xmlns:a16="http://schemas.microsoft.com/office/drawing/2014/main" id="{B491D803-E514-6EFF-4DB8-B628BA7CCE5B}"/>
                </a:ext>
              </a:extLst>
            </p:cNvPr>
            <p:cNvSpPr/>
            <p:nvPr/>
          </p:nvSpPr>
          <p:spPr>
            <a:xfrm>
              <a:off x="1752550" y="1935775"/>
              <a:ext cx="16100" cy="19400"/>
            </a:xfrm>
            <a:custGeom>
              <a:avLst/>
              <a:gdLst/>
              <a:ahLst/>
              <a:cxnLst/>
              <a:rect l="l" t="t" r="r" b="b"/>
              <a:pathLst>
                <a:path w="644" h="776" extrusionOk="0">
                  <a:moveTo>
                    <a:pt x="96" y="1"/>
                  </a:moveTo>
                  <a:cubicBezTo>
                    <a:pt x="23" y="1"/>
                    <a:pt x="1" y="112"/>
                    <a:pt x="79" y="138"/>
                  </a:cubicBezTo>
                  <a:cubicBezTo>
                    <a:pt x="119" y="148"/>
                    <a:pt x="470" y="252"/>
                    <a:pt x="375" y="690"/>
                  </a:cubicBezTo>
                  <a:cubicBezTo>
                    <a:pt x="365" y="727"/>
                    <a:pt x="390" y="768"/>
                    <a:pt x="427" y="774"/>
                  </a:cubicBezTo>
                  <a:cubicBezTo>
                    <a:pt x="430" y="775"/>
                    <a:pt x="433" y="776"/>
                    <a:pt x="436" y="776"/>
                  </a:cubicBezTo>
                  <a:cubicBezTo>
                    <a:pt x="439" y="776"/>
                    <a:pt x="441" y="775"/>
                    <a:pt x="443" y="774"/>
                  </a:cubicBezTo>
                  <a:cubicBezTo>
                    <a:pt x="476" y="774"/>
                    <a:pt x="504" y="752"/>
                    <a:pt x="513" y="721"/>
                  </a:cubicBezTo>
                  <a:cubicBezTo>
                    <a:pt x="643" y="141"/>
                    <a:pt x="119" y="3"/>
                    <a:pt x="113" y="3"/>
                  </a:cubicBezTo>
                  <a:cubicBezTo>
                    <a:pt x="107" y="1"/>
                    <a:pt x="101" y="1"/>
                    <a:pt x="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895;p45">
              <a:extLst>
                <a:ext uri="{FF2B5EF4-FFF2-40B4-BE49-F238E27FC236}">
                  <a16:creationId xmlns:a16="http://schemas.microsoft.com/office/drawing/2014/main" id="{DABCDC0E-CE93-F508-668B-F251893CEC85}"/>
                </a:ext>
              </a:extLst>
            </p:cNvPr>
            <p:cNvSpPr/>
            <p:nvPr/>
          </p:nvSpPr>
          <p:spPr>
            <a:xfrm>
              <a:off x="1766550" y="1912175"/>
              <a:ext cx="16200" cy="19425"/>
            </a:xfrm>
            <a:custGeom>
              <a:avLst/>
              <a:gdLst/>
              <a:ahLst/>
              <a:cxnLst/>
              <a:rect l="l" t="t" r="r" b="b"/>
              <a:pathLst>
                <a:path w="648" h="777" extrusionOk="0">
                  <a:moveTo>
                    <a:pt x="101" y="1"/>
                  </a:moveTo>
                  <a:cubicBezTo>
                    <a:pt x="23" y="1"/>
                    <a:pt x="0" y="119"/>
                    <a:pt x="86" y="142"/>
                  </a:cubicBezTo>
                  <a:cubicBezTo>
                    <a:pt x="102" y="145"/>
                    <a:pt x="481" y="243"/>
                    <a:pt x="379" y="694"/>
                  </a:cubicBezTo>
                  <a:cubicBezTo>
                    <a:pt x="373" y="731"/>
                    <a:pt x="395" y="768"/>
                    <a:pt x="435" y="777"/>
                  </a:cubicBezTo>
                  <a:lnTo>
                    <a:pt x="450" y="777"/>
                  </a:lnTo>
                  <a:cubicBezTo>
                    <a:pt x="481" y="777"/>
                    <a:pt x="509" y="755"/>
                    <a:pt x="518" y="725"/>
                  </a:cubicBezTo>
                  <a:cubicBezTo>
                    <a:pt x="647" y="142"/>
                    <a:pt x="126" y="3"/>
                    <a:pt x="120" y="3"/>
                  </a:cubicBezTo>
                  <a:cubicBezTo>
                    <a:pt x="113" y="1"/>
                    <a:pt x="107" y="1"/>
                    <a:pt x="1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896;p45">
              <a:extLst>
                <a:ext uri="{FF2B5EF4-FFF2-40B4-BE49-F238E27FC236}">
                  <a16:creationId xmlns:a16="http://schemas.microsoft.com/office/drawing/2014/main" id="{12ABD030-52E7-FEB4-4822-F95507B6C006}"/>
                </a:ext>
              </a:extLst>
            </p:cNvPr>
            <p:cNvSpPr/>
            <p:nvPr/>
          </p:nvSpPr>
          <p:spPr>
            <a:xfrm>
              <a:off x="1957525" y="2058525"/>
              <a:ext cx="21500" cy="11025"/>
            </a:xfrm>
            <a:custGeom>
              <a:avLst/>
              <a:gdLst/>
              <a:ahLst/>
              <a:cxnLst/>
              <a:rect l="l" t="t" r="r" b="b"/>
              <a:pathLst>
                <a:path w="860" h="441" extrusionOk="0">
                  <a:moveTo>
                    <a:pt x="526" y="0"/>
                  </a:moveTo>
                  <a:cubicBezTo>
                    <a:pt x="161" y="0"/>
                    <a:pt x="16" y="340"/>
                    <a:pt x="16" y="342"/>
                  </a:cubicBezTo>
                  <a:cubicBezTo>
                    <a:pt x="1" y="379"/>
                    <a:pt x="19" y="419"/>
                    <a:pt x="53" y="435"/>
                  </a:cubicBezTo>
                  <a:cubicBezTo>
                    <a:pt x="62" y="438"/>
                    <a:pt x="71" y="441"/>
                    <a:pt x="81" y="441"/>
                  </a:cubicBezTo>
                  <a:cubicBezTo>
                    <a:pt x="108" y="441"/>
                    <a:pt x="136" y="422"/>
                    <a:pt x="149" y="398"/>
                  </a:cubicBezTo>
                  <a:cubicBezTo>
                    <a:pt x="161" y="365"/>
                    <a:pt x="264" y="141"/>
                    <a:pt x="523" y="141"/>
                  </a:cubicBezTo>
                  <a:cubicBezTo>
                    <a:pt x="585" y="141"/>
                    <a:pt x="655" y="154"/>
                    <a:pt x="735" y="185"/>
                  </a:cubicBezTo>
                  <a:cubicBezTo>
                    <a:pt x="743" y="187"/>
                    <a:pt x="750" y="188"/>
                    <a:pt x="757" y="188"/>
                  </a:cubicBezTo>
                  <a:cubicBezTo>
                    <a:pt x="828" y="188"/>
                    <a:pt x="860" y="86"/>
                    <a:pt x="787" y="52"/>
                  </a:cubicBezTo>
                  <a:cubicBezTo>
                    <a:pt x="690" y="16"/>
                    <a:pt x="603" y="0"/>
                    <a:pt x="5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897;p45">
              <a:extLst>
                <a:ext uri="{FF2B5EF4-FFF2-40B4-BE49-F238E27FC236}">
                  <a16:creationId xmlns:a16="http://schemas.microsoft.com/office/drawing/2014/main" id="{E46F4CB0-ABBA-2EC0-674C-6B925D2BA603}"/>
                </a:ext>
              </a:extLst>
            </p:cNvPr>
            <p:cNvSpPr/>
            <p:nvPr/>
          </p:nvSpPr>
          <p:spPr>
            <a:xfrm>
              <a:off x="1946875" y="2083275"/>
              <a:ext cx="21525" cy="11025"/>
            </a:xfrm>
            <a:custGeom>
              <a:avLst/>
              <a:gdLst/>
              <a:ahLst/>
              <a:cxnLst/>
              <a:rect l="l" t="t" r="r" b="b"/>
              <a:pathLst>
                <a:path w="861" h="441" extrusionOk="0">
                  <a:moveTo>
                    <a:pt x="526" y="0"/>
                  </a:moveTo>
                  <a:cubicBezTo>
                    <a:pt x="163" y="0"/>
                    <a:pt x="16" y="337"/>
                    <a:pt x="16" y="342"/>
                  </a:cubicBezTo>
                  <a:cubicBezTo>
                    <a:pt x="1" y="379"/>
                    <a:pt x="19" y="419"/>
                    <a:pt x="56" y="435"/>
                  </a:cubicBezTo>
                  <a:cubicBezTo>
                    <a:pt x="66" y="438"/>
                    <a:pt x="72" y="441"/>
                    <a:pt x="84" y="441"/>
                  </a:cubicBezTo>
                  <a:cubicBezTo>
                    <a:pt x="112" y="441"/>
                    <a:pt x="137" y="422"/>
                    <a:pt x="149" y="398"/>
                  </a:cubicBezTo>
                  <a:cubicBezTo>
                    <a:pt x="161" y="365"/>
                    <a:pt x="265" y="141"/>
                    <a:pt x="525" y="141"/>
                  </a:cubicBezTo>
                  <a:cubicBezTo>
                    <a:pt x="587" y="141"/>
                    <a:pt x="658" y="154"/>
                    <a:pt x="738" y="185"/>
                  </a:cubicBezTo>
                  <a:cubicBezTo>
                    <a:pt x="746" y="187"/>
                    <a:pt x="753" y="188"/>
                    <a:pt x="760" y="188"/>
                  </a:cubicBezTo>
                  <a:cubicBezTo>
                    <a:pt x="829" y="188"/>
                    <a:pt x="860" y="86"/>
                    <a:pt x="787" y="52"/>
                  </a:cubicBezTo>
                  <a:cubicBezTo>
                    <a:pt x="690" y="15"/>
                    <a:pt x="603" y="0"/>
                    <a:pt x="5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898;p45">
              <a:extLst>
                <a:ext uri="{FF2B5EF4-FFF2-40B4-BE49-F238E27FC236}">
                  <a16:creationId xmlns:a16="http://schemas.microsoft.com/office/drawing/2014/main" id="{9B1862B9-7DAD-9832-4588-4777E7724423}"/>
                </a:ext>
              </a:extLst>
            </p:cNvPr>
            <p:cNvSpPr/>
            <p:nvPr/>
          </p:nvSpPr>
          <p:spPr>
            <a:xfrm>
              <a:off x="1968775" y="2067625"/>
              <a:ext cx="21625" cy="11025"/>
            </a:xfrm>
            <a:custGeom>
              <a:avLst/>
              <a:gdLst/>
              <a:ahLst/>
              <a:cxnLst/>
              <a:rect l="l" t="t" r="r" b="b"/>
              <a:pathLst>
                <a:path w="865" h="441" extrusionOk="0">
                  <a:moveTo>
                    <a:pt x="526" y="0"/>
                  </a:moveTo>
                  <a:cubicBezTo>
                    <a:pt x="161" y="0"/>
                    <a:pt x="16" y="339"/>
                    <a:pt x="16" y="342"/>
                  </a:cubicBezTo>
                  <a:cubicBezTo>
                    <a:pt x="1" y="379"/>
                    <a:pt x="16" y="419"/>
                    <a:pt x="53" y="435"/>
                  </a:cubicBezTo>
                  <a:cubicBezTo>
                    <a:pt x="63" y="438"/>
                    <a:pt x="72" y="441"/>
                    <a:pt x="81" y="441"/>
                  </a:cubicBezTo>
                  <a:cubicBezTo>
                    <a:pt x="109" y="441"/>
                    <a:pt x="137" y="425"/>
                    <a:pt x="146" y="398"/>
                  </a:cubicBezTo>
                  <a:cubicBezTo>
                    <a:pt x="161" y="365"/>
                    <a:pt x="262" y="141"/>
                    <a:pt x="522" y="141"/>
                  </a:cubicBezTo>
                  <a:cubicBezTo>
                    <a:pt x="584" y="141"/>
                    <a:pt x="654" y="154"/>
                    <a:pt x="735" y="185"/>
                  </a:cubicBezTo>
                  <a:cubicBezTo>
                    <a:pt x="745" y="188"/>
                    <a:pt x="754" y="190"/>
                    <a:pt x="763" y="190"/>
                  </a:cubicBezTo>
                  <a:cubicBezTo>
                    <a:pt x="834" y="190"/>
                    <a:pt x="864" y="82"/>
                    <a:pt x="787" y="52"/>
                  </a:cubicBezTo>
                  <a:cubicBezTo>
                    <a:pt x="690" y="16"/>
                    <a:pt x="603" y="0"/>
                    <a:pt x="5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899;p45">
              <a:extLst>
                <a:ext uri="{FF2B5EF4-FFF2-40B4-BE49-F238E27FC236}">
                  <a16:creationId xmlns:a16="http://schemas.microsoft.com/office/drawing/2014/main" id="{09E06F54-5C1A-D114-BAE8-5AD99003305D}"/>
                </a:ext>
              </a:extLst>
            </p:cNvPr>
            <p:cNvSpPr/>
            <p:nvPr/>
          </p:nvSpPr>
          <p:spPr>
            <a:xfrm>
              <a:off x="2164950" y="2333150"/>
              <a:ext cx="18625" cy="14000"/>
            </a:xfrm>
            <a:custGeom>
              <a:avLst/>
              <a:gdLst/>
              <a:ahLst/>
              <a:cxnLst/>
              <a:rect l="l" t="t" r="r" b="b"/>
              <a:pathLst>
                <a:path w="745" h="560" extrusionOk="0">
                  <a:moveTo>
                    <a:pt x="666" y="0"/>
                  </a:moveTo>
                  <a:cubicBezTo>
                    <a:pt x="635" y="0"/>
                    <a:pt x="604" y="20"/>
                    <a:pt x="599" y="63"/>
                  </a:cubicBezTo>
                  <a:cubicBezTo>
                    <a:pt x="593" y="103"/>
                    <a:pt x="533" y="419"/>
                    <a:pt x="162" y="419"/>
                  </a:cubicBezTo>
                  <a:cubicBezTo>
                    <a:pt x="136" y="419"/>
                    <a:pt x="109" y="417"/>
                    <a:pt x="80" y="414"/>
                  </a:cubicBezTo>
                  <a:cubicBezTo>
                    <a:pt x="78" y="414"/>
                    <a:pt x="76" y="414"/>
                    <a:pt x="74" y="414"/>
                  </a:cubicBezTo>
                  <a:cubicBezTo>
                    <a:pt x="37" y="414"/>
                    <a:pt x="6" y="441"/>
                    <a:pt x="3" y="476"/>
                  </a:cubicBezTo>
                  <a:cubicBezTo>
                    <a:pt x="0" y="513"/>
                    <a:pt x="28" y="547"/>
                    <a:pt x="65" y="553"/>
                  </a:cubicBezTo>
                  <a:cubicBezTo>
                    <a:pt x="99" y="556"/>
                    <a:pt x="130" y="559"/>
                    <a:pt x="164" y="559"/>
                  </a:cubicBezTo>
                  <a:cubicBezTo>
                    <a:pt x="666" y="559"/>
                    <a:pt x="737" y="84"/>
                    <a:pt x="737" y="81"/>
                  </a:cubicBezTo>
                  <a:cubicBezTo>
                    <a:pt x="744" y="30"/>
                    <a:pt x="705" y="0"/>
                    <a:pt x="6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900;p45">
              <a:extLst>
                <a:ext uri="{FF2B5EF4-FFF2-40B4-BE49-F238E27FC236}">
                  <a16:creationId xmlns:a16="http://schemas.microsoft.com/office/drawing/2014/main" id="{8F862215-7322-F9AF-D2AA-F2EAB46F9234}"/>
                </a:ext>
              </a:extLst>
            </p:cNvPr>
            <p:cNvSpPr/>
            <p:nvPr/>
          </p:nvSpPr>
          <p:spPr>
            <a:xfrm>
              <a:off x="2192325" y="2318175"/>
              <a:ext cx="18625" cy="14000"/>
            </a:xfrm>
            <a:custGeom>
              <a:avLst/>
              <a:gdLst/>
              <a:ahLst/>
              <a:cxnLst/>
              <a:rect l="l" t="t" r="r" b="b"/>
              <a:pathLst>
                <a:path w="745" h="560" extrusionOk="0">
                  <a:moveTo>
                    <a:pt x="665" y="1"/>
                  </a:moveTo>
                  <a:cubicBezTo>
                    <a:pt x="634" y="1"/>
                    <a:pt x="604" y="19"/>
                    <a:pt x="599" y="60"/>
                  </a:cubicBezTo>
                  <a:cubicBezTo>
                    <a:pt x="593" y="100"/>
                    <a:pt x="536" y="417"/>
                    <a:pt x="166" y="417"/>
                  </a:cubicBezTo>
                  <a:cubicBezTo>
                    <a:pt x="139" y="417"/>
                    <a:pt x="111" y="415"/>
                    <a:pt x="80" y="412"/>
                  </a:cubicBezTo>
                  <a:cubicBezTo>
                    <a:pt x="79" y="412"/>
                    <a:pt x="77" y="412"/>
                    <a:pt x="75" y="412"/>
                  </a:cubicBezTo>
                  <a:cubicBezTo>
                    <a:pt x="40" y="412"/>
                    <a:pt x="9" y="438"/>
                    <a:pt x="3" y="477"/>
                  </a:cubicBezTo>
                  <a:cubicBezTo>
                    <a:pt x="0" y="514"/>
                    <a:pt x="28" y="547"/>
                    <a:pt x="65" y="554"/>
                  </a:cubicBezTo>
                  <a:cubicBezTo>
                    <a:pt x="99" y="557"/>
                    <a:pt x="133" y="557"/>
                    <a:pt x="164" y="560"/>
                  </a:cubicBezTo>
                  <a:cubicBezTo>
                    <a:pt x="666" y="560"/>
                    <a:pt x="737" y="85"/>
                    <a:pt x="737" y="82"/>
                  </a:cubicBezTo>
                  <a:cubicBezTo>
                    <a:pt x="744" y="30"/>
                    <a:pt x="704" y="1"/>
                    <a:pt x="6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901;p45">
              <a:extLst>
                <a:ext uri="{FF2B5EF4-FFF2-40B4-BE49-F238E27FC236}">
                  <a16:creationId xmlns:a16="http://schemas.microsoft.com/office/drawing/2014/main" id="{190B12AA-4654-6D11-5FD8-090D7F9BBC88}"/>
                </a:ext>
              </a:extLst>
            </p:cNvPr>
            <p:cNvSpPr/>
            <p:nvPr/>
          </p:nvSpPr>
          <p:spPr>
            <a:xfrm>
              <a:off x="2197900" y="2295850"/>
              <a:ext cx="17350" cy="15975"/>
            </a:xfrm>
            <a:custGeom>
              <a:avLst/>
              <a:gdLst/>
              <a:ahLst/>
              <a:cxnLst/>
              <a:rect l="l" t="t" r="r" b="b"/>
              <a:pathLst>
                <a:path w="694" h="639" extrusionOk="0">
                  <a:moveTo>
                    <a:pt x="622" y="0"/>
                  </a:moveTo>
                  <a:cubicBezTo>
                    <a:pt x="582" y="0"/>
                    <a:pt x="551" y="34"/>
                    <a:pt x="551" y="71"/>
                  </a:cubicBezTo>
                  <a:cubicBezTo>
                    <a:pt x="551" y="90"/>
                    <a:pt x="551" y="481"/>
                    <a:pt x="92" y="500"/>
                  </a:cubicBezTo>
                  <a:cubicBezTo>
                    <a:pt x="0" y="500"/>
                    <a:pt x="2" y="639"/>
                    <a:pt x="92" y="639"/>
                  </a:cubicBezTo>
                  <a:cubicBezTo>
                    <a:pt x="93" y="639"/>
                    <a:pt x="94" y="639"/>
                    <a:pt x="95" y="639"/>
                  </a:cubicBezTo>
                  <a:lnTo>
                    <a:pt x="98" y="639"/>
                  </a:lnTo>
                  <a:cubicBezTo>
                    <a:pt x="693" y="617"/>
                    <a:pt x="693" y="74"/>
                    <a:pt x="693" y="71"/>
                  </a:cubicBezTo>
                  <a:cubicBezTo>
                    <a:pt x="690" y="31"/>
                    <a:pt x="659" y="0"/>
                    <a:pt x="6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902;p45">
              <a:extLst>
                <a:ext uri="{FF2B5EF4-FFF2-40B4-BE49-F238E27FC236}">
                  <a16:creationId xmlns:a16="http://schemas.microsoft.com/office/drawing/2014/main" id="{8E5628E6-EB95-2AAA-91D3-A0ACB603E6D7}"/>
                </a:ext>
              </a:extLst>
            </p:cNvPr>
            <p:cNvSpPr/>
            <p:nvPr/>
          </p:nvSpPr>
          <p:spPr>
            <a:xfrm>
              <a:off x="2192700" y="2278250"/>
              <a:ext cx="17225" cy="16000"/>
            </a:xfrm>
            <a:custGeom>
              <a:avLst/>
              <a:gdLst/>
              <a:ahLst/>
              <a:cxnLst/>
              <a:rect l="l" t="t" r="r" b="b"/>
              <a:pathLst>
                <a:path w="689" h="640" extrusionOk="0">
                  <a:moveTo>
                    <a:pt x="617" y="1"/>
                  </a:moveTo>
                  <a:cubicBezTo>
                    <a:pt x="577" y="1"/>
                    <a:pt x="547" y="32"/>
                    <a:pt x="547" y="72"/>
                  </a:cubicBezTo>
                  <a:cubicBezTo>
                    <a:pt x="547" y="87"/>
                    <a:pt x="547" y="476"/>
                    <a:pt x="90" y="494"/>
                  </a:cubicBezTo>
                  <a:cubicBezTo>
                    <a:pt x="1" y="504"/>
                    <a:pt x="4" y="633"/>
                    <a:pt x="93" y="636"/>
                  </a:cubicBezTo>
                  <a:lnTo>
                    <a:pt x="93" y="639"/>
                  </a:lnTo>
                  <a:cubicBezTo>
                    <a:pt x="688" y="615"/>
                    <a:pt x="688" y="75"/>
                    <a:pt x="688" y="69"/>
                  </a:cubicBezTo>
                  <a:cubicBezTo>
                    <a:pt x="688" y="32"/>
                    <a:pt x="654" y="1"/>
                    <a:pt x="6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903;p45">
              <a:extLst>
                <a:ext uri="{FF2B5EF4-FFF2-40B4-BE49-F238E27FC236}">
                  <a16:creationId xmlns:a16="http://schemas.microsoft.com/office/drawing/2014/main" id="{8F870DA6-4E86-DCC1-9C18-8CFC65B93A78}"/>
                </a:ext>
              </a:extLst>
            </p:cNvPr>
            <p:cNvSpPr/>
            <p:nvPr/>
          </p:nvSpPr>
          <p:spPr>
            <a:xfrm>
              <a:off x="2221375" y="2266025"/>
              <a:ext cx="15850" cy="20975"/>
            </a:xfrm>
            <a:custGeom>
              <a:avLst/>
              <a:gdLst/>
              <a:ahLst/>
              <a:cxnLst/>
              <a:rect l="l" t="t" r="r" b="b"/>
              <a:pathLst>
                <a:path w="634" h="839" extrusionOk="0">
                  <a:moveTo>
                    <a:pt x="290" y="0"/>
                  </a:moveTo>
                  <a:cubicBezTo>
                    <a:pt x="277" y="0"/>
                    <a:pt x="263" y="4"/>
                    <a:pt x="251" y="12"/>
                  </a:cubicBezTo>
                  <a:cubicBezTo>
                    <a:pt x="220" y="30"/>
                    <a:pt x="208" y="77"/>
                    <a:pt x="229" y="107"/>
                  </a:cubicBezTo>
                  <a:cubicBezTo>
                    <a:pt x="238" y="123"/>
                    <a:pt x="442" y="456"/>
                    <a:pt x="60" y="709"/>
                  </a:cubicBezTo>
                  <a:cubicBezTo>
                    <a:pt x="1" y="749"/>
                    <a:pt x="26" y="838"/>
                    <a:pt x="97" y="838"/>
                  </a:cubicBezTo>
                  <a:cubicBezTo>
                    <a:pt x="112" y="838"/>
                    <a:pt x="124" y="835"/>
                    <a:pt x="137" y="829"/>
                  </a:cubicBezTo>
                  <a:cubicBezTo>
                    <a:pt x="633" y="499"/>
                    <a:pt x="353" y="40"/>
                    <a:pt x="349" y="33"/>
                  </a:cubicBezTo>
                  <a:cubicBezTo>
                    <a:pt x="336" y="12"/>
                    <a:pt x="313" y="0"/>
                    <a:pt x="2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904;p45">
              <a:extLst>
                <a:ext uri="{FF2B5EF4-FFF2-40B4-BE49-F238E27FC236}">
                  <a16:creationId xmlns:a16="http://schemas.microsoft.com/office/drawing/2014/main" id="{8CDD991C-8A34-9EC4-DD94-3EBD09D68699}"/>
                </a:ext>
              </a:extLst>
            </p:cNvPr>
            <p:cNvSpPr/>
            <p:nvPr/>
          </p:nvSpPr>
          <p:spPr>
            <a:xfrm>
              <a:off x="2217850" y="2293350"/>
              <a:ext cx="15825" cy="21100"/>
            </a:xfrm>
            <a:custGeom>
              <a:avLst/>
              <a:gdLst/>
              <a:ahLst/>
              <a:cxnLst/>
              <a:rect l="l" t="t" r="r" b="b"/>
              <a:pathLst>
                <a:path w="633" h="844" extrusionOk="0">
                  <a:moveTo>
                    <a:pt x="291" y="1"/>
                  </a:moveTo>
                  <a:cubicBezTo>
                    <a:pt x="242" y="1"/>
                    <a:pt x="194" y="54"/>
                    <a:pt x="228" y="109"/>
                  </a:cubicBezTo>
                  <a:cubicBezTo>
                    <a:pt x="238" y="125"/>
                    <a:pt x="441" y="461"/>
                    <a:pt x="59" y="714"/>
                  </a:cubicBezTo>
                  <a:cubicBezTo>
                    <a:pt x="0" y="751"/>
                    <a:pt x="28" y="840"/>
                    <a:pt x="96" y="843"/>
                  </a:cubicBezTo>
                  <a:cubicBezTo>
                    <a:pt x="111" y="843"/>
                    <a:pt x="123" y="837"/>
                    <a:pt x="136" y="831"/>
                  </a:cubicBezTo>
                  <a:cubicBezTo>
                    <a:pt x="632" y="504"/>
                    <a:pt x="352" y="42"/>
                    <a:pt x="349" y="35"/>
                  </a:cubicBezTo>
                  <a:cubicBezTo>
                    <a:pt x="334" y="11"/>
                    <a:pt x="312" y="1"/>
                    <a:pt x="2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905;p45">
              <a:extLst>
                <a:ext uri="{FF2B5EF4-FFF2-40B4-BE49-F238E27FC236}">
                  <a16:creationId xmlns:a16="http://schemas.microsoft.com/office/drawing/2014/main" id="{040A8F82-9762-5396-68CA-814F752646FE}"/>
                </a:ext>
              </a:extLst>
            </p:cNvPr>
            <p:cNvSpPr/>
            <p:nvPr/>
          </p:nvSpPr>
          <p:spPr>
            <a:xfrm>
              <a:off x="2169475" y="2310150"/>
              <a:ext cx="19425" cy="14025"/>
            </a:xfrm>
            <a:custGeom>
              <a:avLst/>
              <a:gdLst/>
              <a:ahLst/>
              <a:cxnLst/>
              <a:rect l="l" t="t" r="r" b="b"/>
              <a:pathLst>
                <a:path w="777" h="561" extrusionOk="0">
                  <a:moveTo>
                    <a:pt x="697" y="1"/>
                  </a:moveTo>
                  <a:cubicBezTo>
                    <a:pt x="666" y="1"/>
                    <a:pt x="636" y="19"/>
                    <a:pt x="630" y="60"/>
                  </a:cubicBezTo>
                  <a:cubicBezTo>
                    <a:pt x="625" y="101"/>
                    <a:pt x="568" y="417"/>
                    <a:pt x="198" y="417"/>
                  </a:cubicBezTo>
                  <a:cubicBezTo>
                    <a:pt x="171" y="417"/>
                    <a:pt x="142" y="416"/>
                    <a:pt x="112" y="412"/>
                  </a:cubicBezTo>
                  <a:cubicBezTo>
                    <a:pt x="107" y="411"/>
                    <a:pt x="103" y="411"/>
                    <a:pt x="98" y="411"/>
                  </a:cubicBezTo>
                  <a:cubicBezTo>
                    <a:pt x="12" y="411"/>
                    <a:pt x="0" y="548"/>
                    <a:pt x="97" y="554"/>
                  </a:cubicBezTo>
                  <a:cubicBezTo>
                    <a:pt x="128" y="557"/>
                    <a:pt x="162" y="560"/>
                    <a:pt x="196" y="560"/>
                  </a:cubicBezTo>
                  <a:cubicBezTo>
                    <a:pt x="695" y="560"/>
                    <a:pt x="769" y="88"/>
                    <a:pt x="769" y="82"/>
                  </a:cubicBezTo>
                  <a:cubicBezTo>
                    <a:pt x="776" y="30"/>
                    <a:pt x="736" y="1"/>
                    <a:pt x="6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906;p45">
              <a:extLst>
                <a:ext uri="{FF2B5EF4-FFF2-40B4-BE49-F238E27FC236}">
                  <a16:creationId xmlns:a16="http://schemas.microsoft.com/office/drawing/2014/main" id="{09789B36-FCA1-2E90-EC1D-9B712BFB481A}"/>
                </a:ext>
              </a:extLst>
            </p:cNvPr>
            <p:cNvSpPr/>
            <p:nvPr/>
          </p:nvSpPr>
          <p:spPr>
            <a:xfrm>
              <a:off x="1898625" y="2092125"/>
              <a:ext cx="18225" cy="14975"/>
            </a:xfrm>
            <a:custGeom>
              <a:avLst/>
              <a:gdLst/>
              <a:ahLst/>
              <a:cxnLst/>
              <a:rect l="l" t="t" r="r" b="b"/>
              <a:pathLst>
                <a:path w="729" h="599" extrusionOk="0">
                  <a:moveTo>
                    <a:pt x="605" y="0"/>
                  </a:moveTo>
                  <a:cubicBezTo>
                    <a:pt x="43" y="0"/>
                    <a:pt x="3" y="519"/>
                    <a:pt x="3" y="525"/>
                  </a:cubicBezTo>
                  <a:cubicBezTo>
                    <a:pt x="0" y="565"/>
                    <a:pt x="31" y="599"/>
                    <a:pt x="68" y="599"/>
                  </a:cubicBezTo>
                  <a:lnTo>
                    <a:pt x="74" y="599"/>
                  </a:lnTo>
                  <a:cubicBezTo>
                    <a:pt x="111" y="599"/>
                    <a:pt x="142" y="571"/>
                    <a:pt x="145" y="534"/>
                  </a:cubicBezTo>
                  <a:cubicBezTo>
                    <a:pt x="145" y="516"/>
                    <a:pt x="180" y="142"/>
                    <a:pt x="602" y="142"/>
                  </a:cubicBezTo>
                  <a:cubicBezTo>
                    <a:pt x="612" y="142"/>
                    <a:pt x="622" y="142"/>
                    <a:pt x="632" y="142"/>
                  </a:cubicBezTo>
                  <a:lnTo>
                    <a:pt x="636" y="142"/>
                  </a:lnTo>
                  <a:cubicBezTo>
                    <a:pt x="725" y="139"/>
                    <a:pt x="728" y="10"/>
                    <a:pt x="6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907;p45">
              <a:extLst>
                <a:ext uri="{FF2B5EF4-FFF2-40B4-BE49-F238E27FC236}">
                  <a16:creationId xmlns:a16="http://schemas.microsoft.com/office/drawing/2014/main" id="{02142666-1A95-B2A1-EE0F-FA1EC4A1FCA5}"/>
                </a:ext>
              </a:extLst>
            </p:cNvPr>
            <p:cNvSpPr/>
            <p:nvPr/>
          </p:nvSpPr>
          <p:spPr>
            <a:xfrm>
              <a:off x="1928000" y="2073825"/>
              <a:ext cx="21075" cy="11075"/>
            </a:xfrm>
            <a:custGeom>
              <a:avLst/>
              <a:gdLst/>
              <a:ahLst/>
              <a:cxnLst/>
              <a:rect l="l" t="t" r="r" b="b"/>
              <a:pathLst>
                <a:path w="843" h="443" extrusionOk="0">
                  <a:moveTo>
                    <a:pt x="524" y="1"/>
                  </a:moveTo>
                  <a:cubicBezTo>
                    <a:pt x="162" y="1"/>
                    <a:pt x="16" y="339"/>
                    <a:pt x="16" y="344"/>
                  </a:cubicBezTo>
                  <a:cubicBezTo>
                    <a:pt x="0" y="381"/>
                    <a:pt x="19" y="421"/>
                    <a:pt x="56" y="436"/>
                  </a:cubicBezTo>
                  <a:cubicBezTo>
                    <a:pt x="65" y="439"/>
                    <a:pt x="74" y="439"/>
                    <a:pt x="84" y="443"/>
                  </a:cubicBezTo>
                  <a:cubicBezTo>
                    <a:pt x="111" y="443"/>
                    <a:pt x="136" y="424"/>
                    <a:pt x="148" y="396"/>
                  </a:cubicBezTo>
                  <a:cubicBezTo>
                    <a:pt x="161" y="366"/>
                    <a:pt x="265" y="141"/>
                    <a:pt x="527" y="141"/>
                  </a:cubicBezTo>
                  <a:cubicBezTo>
                    <a:pt x="588" y="141"/>
                    <a:pt x="658" y="154"/>
                    <a:pt x="737" y="183"/>
                  </a:cubicBezTo>
                  <a:cubicBezTo>
                    <a:pt x="746" y="187"/>
                    <a:pt x="755" y="189"/>
                    <a:pt x="764" y="189"/>
                  </a:cubicBezTo>
                  <a:cubicBezTo>
                    <a:pt x="792" y="189"/>
                    <a:pt x="818" y="171"/>
                    <a:pt x="830" y="143"/>
                  </a:cubicBezTo>
                  <a:cubicBezTo>
                    <a:pt x="842" y="106"/>
                    <a:pt x="824" y="66"/>
                    <a:pt x="787" y="54"/>
                  </a:cubicBezTo>
                  <a:cubicBezTo>
                    <a:pt x="689" y="16"/>
                    <a:pt x="602" y="1"/>
                    <a:pt x="5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908;p45">
              <a:extLst>
                <a:ext uri="{FF2B5EF4-FFF2-40B4-BE49-F238E27FC236}">
                  <a16:creationId xmlns:a16="http://schemas.microsoft.com/office/drawing/2014/main" id="{6D354D31-A9FE-831A-F574-4D644D0CB082}"/>
                </a:ext>
              </a:extLst>
            </p:cNvPr>
            <p:cNvSpPr/>
            <p:nvPr/>
          </p:nvSpPr>
          <p:spPr>
            <a:xfrm>
              <a:off x="1921600" y="2094750"/>
              <a:ext cx="18150" cy="15125"/>
            </a:xfrm>
            <a:custGeom>
              <a:avLst/>
              <a:gdLst/>
              <a:ahLst/>
              <a:cxnLst/>
              <a:rect l="l" t="t" r="r" b="b"/>
              <a:pathLst>
                <a:path w="726" h="605" extrusionOk="0">
                  <a:moveTo>
                    <a:pt x="617" y="0"/>
                  </a:moveTo>
                  <a:cubicBezTo>
                    <a:pt x="40" y="0"/>
                    <a:pt x="3" y="525"/>
                    <a:pt x="3" y="531"/>
                  </a:cubicBezTo>
                  <a:cubicBezTo>
                    <a:pt x="0" y="568"/>
                    <a:pt x="31" y="602"/>
                    <a:pt x="68" y="605"/>
                  </a:cubicBezTo>
                  <a:lnTo>
                    <a:pt x="71" y="605"/>
                  </a:lnTo>
                  <a:cubicBezTo>
                    <a:pt x="111" y="605"/>
                    <a:pt x="142" y="577"/>
                    <a:pt x="145" y="537"/>
                  </a:cubicBezTo>
                  <a:cubicBezTo>
                    <a:pt x="148" y="497"/>
                    <a:pt x="182" y="142"/>
                    <a:pt x="611" y="142"/>
                  </a:cubicBezTo>
                  <a:lnTo>
                    <a:pt x="633" y="142"/>
                  </a:lnTo>
                  <a:cubicBezTo>
                    <a:pt x="725" y="142"/>
                    <a:pt x="725" y="0"/>
                    <a:pt x="633" y="0"/>
                  </a:cubicBezTo>
                  <a:cubicBezTo>
                    <a:pt x="627" y="0"/>
                    <a:pt x="622" y="0"/>
                    <a:pt x="61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909;p45">
              <a:extLst>
                <a:ext uri="{FF2B5EF4-FFF2-40B4-BE49-F238E27FC236}">
                  <a16:creationId xmlns:a16="http://schemas.microsoft.com/office/drawing/2014/main" id="{395163F4-5A05-467A-24B8-19A75D2E6EAD}"/>
                </a:ext>
              </a:extLst>
            </p:cNvPr>
            <p:cNvSpPr/>
            <p:nvPr/>
          </p:nvSpPr>
          <p:spPr>
            <a:xfrm>
              <a:off x="1898925" y="2111700"/>
              <a:ext cx="17375" cy="17625"/>
            </a:xfrm>
            <a:custGeom>
              <a:avLst/>
              <a:gdLst/>
              <a:ahLst/>
              <a:cxnLst/>
              <a:rect l="l" t="t" r="r" b="b"/>
              <a:pathLst>
                <a:path w="695" h="705" extrusionOk="0">
                  <a:moveTo>
                    <a:pt x="595" y="0"/>
                  </a:moveTo>
                  <a:cubicBezTo>
                    <a:pt x="593" y="0"/>
                    <a:pt x="590" y="1"/>
                    <a:pt x="586" y="1"/>
                  </a:cubicBezTo>
                  <a:cubicBezTo>
                    <a:pt x="0" y="106"/>
                    <a:pt x="74" y="639"/>
                    <a:pt x="74" y="645"/>
                  </a:cubicBezTo>
                  <a:cubicBezTo>
                    <a:pt x="78" y="679"/>
                    <a:pt x="108" y="704"/>
                    <a:pt x="142" y="704"/>
                  </a:cubicBezTo>
                  <a:lnTo>
                    <a:pt x="152" y="704"/>
                  </a:lnTo>
                  <a:cubicBezTo>
                    <a:pt x="192" y="698"/>
                    <a:pt x="219" y="661"/>
                    <a:pt x="213" y="624"/>
                  </a:cubicBezTo>
                  <a:cubicBezTo>
                    <a:pt x="207" y="584"/>
                    <a:pt x="170" y="217"/>
                    <a:pt x="611" y="140"/>
                  </a:cubicBezTo>
                  <a:cubicBezTo>
                    <a:pt x="695" y="122"/>
                    <a:pt x="677" y="0"/>
                    <a:pt x="5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910;p45">
              <a:extLst>
                <a:ext uri="{FF2B5EF4-FFF2-40B4-BE49-F238E27FC236}">
                  <a16:creationId xmlns:a16="http://schemas.microsoft.com/office/drawing/2014/main" id="{2E4C31FF-D8B9-8984-DBA6-2E0B54AE856C}"/>
                </a:ext>
              </a:extLst>
            </p:cNvPr>
            <p:cNvSpPr/>
            <p:nvPr/>
          </p:nvSpPr>
          <p:spPr>
            <a:xfrm>
              <a:off x="1746500" y="1912175"/>
              <a:ext cx="16200" cy="19425"/>
            </a:xfrm>
            <a:custGeom>
              <a:avLst/>
              <a:gdLst/>
              <a:ahLst/>
              <a:cxnLst/>
              <a:rect l="l" t="t" r="r" b="b"/>
              <a:pathLst>
                <a:path w="648" h="777" extrusionOk="0">
                  <a:moveTo>
                    <a:pt x="101" y="1"/>
                  </a:moveTo>
                  <a:cubicBezTo>
                    <a:pt x="23" y="1"/>
                    <a:pt x="0" y="119"/>
                    <a:pt x="86" y="142"/>
                  </a:cubicBezTo>
                  <a:cubicBezTo>
                    <a:pt x="102" y="145"/>
                    <a:pt x="481" y="243"/>
                    <a:pt x="382" y="694"/>
                  </a:cubicBezTo>
                  <a:cubicBezTo>
                    <a:pt x="373" y="731"/>
                    <a:pt x="398" y="768"/>
                    <a:pt x="435" y="777"/>
                  </a:cubicBezTo>
                  <a:lnTo>
                    <a:pt x="450" y="777"/>
                  </a:lnTo>
                  <a:cubicBezTo>
                    <a:pt x="484" y="777"/>
                    <a:pt x="512" y="755"/>
                    <a:pt x="518" y="725"/>
                  </a:cubicBezTo>
                  <a:cubicBezTo>
                    <a:pt x="648" y="142"/>
                    <a:pt x="126" y="3"/>
                    <a:pt x="120" y="3"/>
                  </a:cubicBezTo>
                  <a:cubicBezTo>
                    <a:pt x="113" y="1"/>
                    <a:pt x="107" y="1"/>
                    <a:pt x="1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911;p45">
              <a:extLst>
                <a:ext uri="{FF2B5EF4-FFF2-40B4-BE49-F238E27FC236}">
                  <a16:creationId xmlns:a16="http://schemas.microsoft.com/office/drawing/2014/main" id="{96B74DBF-298A-B376-73BB-D189C4180015}"/>
                </a:ext>
              </a:extLst>
            </p:cNvPr>
            <p:cNvSpPr/>
            <p:nvPr/>
          </p:nvSpPr>
          <p:spPr>
            <a:xfrm>
              <a:off x="1743050" y="1886250"/>
              <a:ext cx="16175" cy="19450"/>
            </a:xfrm>
            <a:custGeom>
              <a:avLst/>
              <a:gdLst/>
              <a:ahLst/>
              <a:cxnLst/>
              <a:rect l="l" t="t" r="r" b="b"/>
              <a:pathLst>
                <a:path w="647" h="778" extrusionOk="0">
                  <a:moveTo>
                    <a:pt x="98" y="1"/>
                  </a:moveTo>
                  <a:cubicBezTo>
                    <a:pt x="22" y="1"/>
                    <a:pt x="0" y="119"/>
                    <a:pt x="82" y="139"/>
                  </a:cubicBezTo>
                  <a:cubicBezTo>
                    <a:pt x="101" y="145"/>
                    <a:pt x="477" y="244"/>
                    <a:pt x="378" y="691"/>
                  </a:cubicBezTo>
                  <a:cubicBezTo>
                    <a:pt x="369" y="731"/>
                    <a:pt x="394" y="768"/>
                    <a:pt x="434" y="778"/>
                  </a:cubicBezTo>
                  <a:lnTo>
                    <a:pt x="449" y="778"/>
                  </a:lnTo>
                  <a:cubicBezTo>
                    <a:pt x="480" y="778"/>
                    <a:pt x="508" y="756"/>
                    <a:pt x="517" y="722"/>
                  </a:cubicBezTo>
                  <a:cubicBezTo>
                    <a:pt x="647" y="142"/>
                    <a:pt x="122" y="4"/>
                    <a:pt x="119" y="4"/>
                  </a:cubicBezTo>
                  <a:cubicBezTo>
                    <a:pt x="112" y="2"/>
                    <a:pt x="105" y="1"/>
                    <a:pt x="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912;p45">
              <a:extLst>
                <a:ext uri="{FF2B5EF4-FFF2-40B4-BE49-F238E27FC236}">
                  <a16:creationId xmlns:a16="http://schemas.microsoft.com/office/drawing/2014/main" id="{53FEFB7C-B3F9-FFE7-CB2F-AC70A7969E02}"/>
                </a:ext>
              </a:extLst>
            </p:cNvPr>
            <p:cNvSpPr/>
            <p:nvPr/>
          </p:nvSpPr>
          <p:spPr>
            <a:xfrm>
              <a:off x="1724250" y="1886300"/>
              <a:ext cx="16100" cy="19400"/>
            </a:xfrm>
            <a:custGeom>
              <a:avLst/>
              <a:gdLst/>
              <a:ahLst/>
              <a:cxnLst/>
              <a:rect l="l" t="t" r="r" b="b"/>
              <a:pathLst>
                <a:path w="644" h="776" extrusionOk="0">
                  <a:moveTo>
                    <a:pt x="101" y="0"/>
                  </a:moveTo>
                  <a:cubicBezTo>
                    <a:pt x="26" y="0"/>
                    <a:pt x="0" y="114"/>
                    <a:pt x="82" y="137"/>
                  </a:cubicBezTo>
                  <a:cubicBezTo>
                    <a:pt x="122" y="150"/>
                    <a:pt x="473" y="254"/>
                    <a:pt x="375" y="689"/>
                  </a:cubicBezTo>
                  <a:cubicBezTo>
                    <a:pt x="369" y="729"/>
                    <a:pt x="390" y="766"/>
                    <a:pt x="430" y="776"/>
                  </a:cubicBezTo>
                  <a:lnTo>
                    <a:pt x="446" y="776"/>
                  </a:lnTo>
                  <a:cubicBezTo>
                    <a:pt x="477" y="776"/>
                    <a:pt x="507" y="754"/>
                    <a:pt x="514" y="720"/>
                  </a:cubicBezTo>
                  <a:cubicBezTo>
                    <a:pt x="643" y="140"/>
                    <a:pt x="122" y="2"/>
                    <a:pt x="116" y="2"/>
                  </a:cubicBezTo>
                  <a:cubicBezTo>
                    <a:pt x="111" y="1"/>
                    <a:pt x="106" y="0"/>
                    <a:pt x="1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913;p45">
              <a:extLst>
                <a:ext uri="{FF2B5EF4-FFF2-40B4-BE49-F238E27FC236}">
                  <a16:creationId xmlns:a16="http://schemas.microsoft.com/office/drawing/2014/main" id="{747E2DCC-E4EB-5FDC-FB74-0CC8F0913E16}"/>
                </a:ext>
              </a:extLst>
            </p:cNvPr>
            <p:cNvSpPr/>
            <p:nvPr/>
          </p:nvSpPr>
          <p:spPr>
            <a:xfrm>
              <a:off x="1777075" y="1963475"/>
              <a:ext cx="15775" cy="20425"/>
            </a:xfrm>
            <a:custGeom>
              <a:avLst/>
              <a:gdLst/>
              <a:ahLst/>
              <a:cxnLst/>
              <a:rect l="l" t="t" r="r" b="b"/>
              <a:pathLst>
                <a:path w="631" h="817" extrusionOk="0">
                  <a:moveTo>
                    <a:pt x="100" y="1"/>
                  </a:moveTo>
                  <a:cubicBezTo>
                    <a:pt x="30" y="1"/>
                    <a:pt x="0" y="104"/>
                    <a:pt x="72" y="138"/>
                  </a:cubicBezTo>
                  <a:cubicBezTo>
                    <a:pt x="88" y="144"/>
                    <a:pt x="452" y="289"/>
                    <a:pt x="297" y="721"/>
                  </a:cubicBezTo>
                  <a:cubicBezTo>
                    <a:pt x="285" y="758"/>
                    <a:pt x="304" y="798"/>
                    <a:pt x="341" y="813"/>
                  </a:cubicBezTo>
                  <a:cubicBezTo>
                    <a:pt x="350" y="813"/>
                    <a:pt x="356" y="816"/>
                    <a:pt x="365" y="816"/>
                  </a:cubicBezTo>
                  <a:cubicBezTo>
                    <a:pt x="396" y="816"/>
                    <a:pt x="421" y="798"/>
                    <a:pt x="433" y="770"/>
                  </a:cubicBezTo>
                  <a:cubicBezTo>
                    <a:pt x="630" y="209"/>
                    <a:pt x="128" y="5"/>
                    <a:pt x="125" y="5"/>
                  </a:cubicBezTo>
                  <a:cubicBezTo>
                    <a:pt x="116" y="2"/>
                    <a:pt x="108" y="1"/>
                    <a:pt x="1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914;p45">
              <a:extLst>
                <a:ext uri="{FF2B5EF4-FFF2-40B4-BE49-F238E27FC236}">
                  <a16:creationId xmlns:a16="http://schemas.microsoft.com/office/drawing/2014/main" id="{D5070BC3-CCC1-11A5-4764-F2B2CDFC76D0}"/>
                </a:ext>
              </a:extLst>
            </p:cNvPr>
            <p:cNvSpPr/>
            <p:nvPr/>
          </p:nvSpPr>
          <p:spPr>
            <a:xfrm>
              <a:off x="2148200" y="1704125"/>
              <a:ext cx="26325" cy="25475"/>
            </a:xfrm>
            <a:custGeom>
              <a:avLst/>
              <a:gdLst/>
              <a:ahLst/>
              <a:cxnLst/>
              <a:rect l="l" t="t" r="r" b="b"/>
              <a:pathLst>
                <a:path w="1053" h="1019" extrusionOk="0">
                  <a:moveTo>
                    <a:pt x="485" y="0"/>
                  </a:moveTo>
                  <a:cubicBezTo>
                    <a:pt x="461" y="0"/>
                    <a:pt x="437" y="13"/>
                    <a:pt x="424" y="44"/>
                  </a:cubicBezTo>
                  <a:cubicBezTo>
                    <a:pt x="1" y="842"/>
                    <a:pt x="44" y="938"/>
                    <a:pt x="56" y="969"/>
                  </a:cubicBezTo>
                  <a:cubicBezTo>
                    <a:pt x="69" y="990"/>
                    <a:pt x="90" y="1009"/>
                    <a:pt x="115" y="1015"/>
                  </a:cubicBezTo>
                  <a:cubicBezTo>
                    <a:pt x="121" y="1018"/>
                    <a:pt x="127" y="1018"/>
                    <a:pt x="134" y="1018"/>
                  </a:cubicBezTo>
                  <a:cubicBezTo>
                    <a:pt x="189" y="1018"/>
                    <a:pt x="346" y="960"/>
                    <a:pt x="1003" y="389"/>
                  </a:cubicBezTo>
                  <a:cubicBezTo>
                    <a:pt x="1053" y="337"/>
                    <a:pt x="1008" y="266"/>
                    <a:pt x="953" y="266"/>
                  </a:cubicBezTo>
                  <a:cubicBezTo>
                    <a:pt x="939" y="266"/>
                    <a:pt x="925" y="270"/>
                    <a:pt x="911" y="281"/>
                  </a:cubicBezTo>
                  <a:cubicBezTo>
                    <a:pt x="655" y="503"/>
                    <a:pt x="356" y="744"/>
                    <a:pt x="208" y="839"/>
                  </a:cubicBezTo>
                  <a:cubicBezTo>
                    <a:pt x="260" y="688"/>
                    <a:pt x="408" y="374"/>
                    <a:pt x="547" y="108"/>
                  </a:cubicBezTo>
                  <a:cubicBezTo>
                    <a:pt x="582" y="51"/>
                    <a:pt x="533" y="0"/>
                    <a:pt x="4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915;p45">
              <a:extLst>
                <a:ext uri="{FF2B5EF4-FFF2-40B4-BE49-F238E27FC236}">
                  <a16:creationId xmlns:a16="http://schemas.microsoft.com/office/drawing/2014/main" id="{4BBC9F64-45B0-AD60-A475-63CF26F90D76}"/>
                </a:ext>
              </a:extLst>
            </p:cNvPr>
            <p:cNvSpPr/>
            <p:nvPr/>
          </p:nvSpPr>
          <p:spPr>
            <a:xfrm>
              <a:off x="2009575" y="1623575"/>
              <a:ext cx="17300" cy="15650"/>
            </a:xfrm>
            <a:custGeom>
              <a:avLst/>
              <a:gdLst/>
              <a:ahLst/>
              <a:cxnLst/>
              <a:rect l="l" t="t" r="r" b="b"/>
              <a:pathLst>
                <a:path w="692" h="626" extrusionOk="0">
                  <a:moveTo>
                    <a:pt x="277" y="1"/>
                  </a:moveTo>
                  <a:cubicBezTo>
                    <a:pt x="256" y="1"/>
                    <a:pt x="235" y="10"/>
                    <a:pt x="219" y="33"/>
                  </a:cubicBezTo>
                  <a:cubicBezTo>
                    <a:pt x="170" y="126"/>
                    <a:pt x="0" y="434"/>
                    <a:pt x="0" y="539"/>
                  </a:cubicBezTo>
                  <a:cubicBezTo>
                    <a:pt x="0" y="573"/>
                    <a:pt x="19" y="601"/>
                    <a:pt x="47" y="616"/>
                  </a:cubicBezTo>
                  <a:cubicBezTo>
                    <a:pt x="56" y="622"/>
                    <a:pt x="68" y="625"/>
                    <a:pt x="78" y="625"/>
                  </a:cubicBezTo>
                  <a:cubicBezTo>
                    <a:pt x="130" y="625"/>
                    <a:pt x="250" y="564"/>
                    <a:pt x="660" y="166"/>
                  </a:cubicBezTo>
                  <a:cubicBezTo>
                    <a:pt x="688" y="141"/>
                    <a:pt x="691" y="95"/>
                    <a:pt x="664" y="67"/>
                  </a:cubicBezTo>
                  <a:cubicBezTo>
                    <a:pt x="649" y="53"/>
                    <a:pt x="630" y="46"/>
                    <a:pt x="611" y="46"/>
                  </a:cubicBezTo>
                  <a:cubicBezTo>
                    <a:pt x="593" y="46"/>
                    <a:pt x="575" y="52"/>
                    <a:pt x="562" y="64"/>
                  </a:cubicBezTo>
                  <a:cubicBezTo>
                    <a:pt x="438" y="184"/>
                    <a:pt x="297" y="311"/>
                    <a:pt x="195" y="394"/>
                  </a:cubicBezTo>
                  <a:cubicBezTo>
                    <a:pt x="235" y="308"/>
                    <a:pt x="290" y="200"/>
                    <a:pt x="343" y="104"/>
                  </a:cubicBezTo>
                  <a:cubicBezTo>
                    <a:pt x="370" y="49"/>
                    <a:pt x="325" y="1"/>
                    <a:pt x="2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16;p45">
              <a:extLst>
                <a:ext uri="{FF2B5EF4-FFF2-40B4-BE49-F238E27FC236}">
                  <a16:creationId xmlns:a16="http://schemas.microsoft.com/office/drawing/2014/main" id="{938AB21C-872E-F02F-F74A-B8D69E0E0CAD}"/>
                </a:ext>
              </a:extLst>
            </p:cNvPr>
            <p:cNvSpPr/>
            <p:nvPr/>
          </p:nvSpPr>
          <p:spPr>
            <a:xfrm>
              <a:off x="2031175" y="1667800"/>
              <a:ext cx="14275" cy="12900"/>
            </a:xfrm>
            <a:custGeom>
              <a:avLst/>
              <a:gdLst/>
              <a:ahLst/>
              <a:cxnLst/>
              <a:rect l="l" t="t" r="r" b="b"/>
              <a:pathLst>
                <a:path w="571" h="516" extrusionOk="0">
                  <a:moveTo>
                    <a:pt x="478" y="1"/>
                  </a:moveTo>
                  <a:cubicBezTo>
                    <a:pt x="342" y="1"/>
                    <a:pt x="74" y="90"/>
                    <a:pt x="9" y="432"/>
                  </a:cubicBezTo>
                  <a:cubicBezTo>
                    <a:pt x="0" y="473"/>
                    <a:pt x="28" y="510"/>
                    <a:pt x="65" y="516"/>
                  </a:cubicBezTo>
                  <a:lnTo>
                    <a:pt x="77" y="516"/>
                  </a:lnTo>
                  <a:cubicBezTo>
                    <a:pt x="111" y="516"/>
                    <a:pt x="139" y="491"/>
                    <a:pt x="148" y="460"/>
                  </a:cubicBezTo>
                  <a:cubicBezTo>
                    <a:pt x="207" y="149"/>
                    <a:pt x="466" y="139"/>
                    <a:pt x="478" y="139"/>
                  </a:cubicBezTo>
                  <a:cubicBezTo>
                    <a:pt x="571" y="139"/>
                    <a:pt x="571" y="1"/>
                    <a:pt x="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4917;p45">
              <a:extLst>
                <a:ext uri="{FF2B5EF4-FFF2-40B4-BE49-F238E27FC236}">
                  <a16:creationId xmlns:a16="http://schemas.microsoft.com/office/drawing/2014/main" id="{2BE5B4C2-075B-B553-9B76-2FC8027CFD6E}"/>
                </a:ext>
              </a:extLst>
            </p:cNvPr>
            <p:cNvSpPr/>
            <p:nvPr/>
          </p:nvSpPr>
          <p:spPr>
            <a:xfrm>
              <a:off x="2036475" y="1681925"/>
              <a:ext cx="14150" cy="12900"/>
            </a:xfrm>
            <a:custGeom>
              <a:avLst/>
              <a:gdLst/>
              <a:ahLst/>
              <a:cxnLst/>
              <a:rect l="l" t="t" r="r" b="b"/>
              <a:pathLst>
                <a:path w="566" h="516" extrusionOk="0">
                  <a:moveTo>
                    <a:pt x="479" y="0"/>
                  </a:moveTo>
                  <a:cubicBezTo>
                    <a:pt x="343" y="0"/>
                    <a:pt x="72" y="90"/>
                    <a:pt x="7" y="435"/>
                  </a:cubicBezTo>
                  <a:cubicBezTo>
                    <a:pt x="1" y="472"/>
                    <a:pt x="26" y="509"/>
                    <a:pt x="66" y="515"/>
                  </a:cubicBezTo>
                  <a:lnTo>
                    <a:pt x="78" y="515"/>
                  </a:lnTo>
                  <a:cubicBezTo>
                    <a:pt x="112" y="515"/>
                    <a:pt x="140" y="494"/>
                    <a:pt x="146" y="460"/>
                  </a:cubicBezTo>
                  <a:cubicBezTo>
                    <a:pt x="204" y="148"/>
                    <a:pt x="467" y="142"/>
                    <a:pt x="479" y="142"/>
                  </a:cubicBezTo>
                  <a:cubicBezTo>
                    <a:pt x="565" y="136"/>
                    <a:pt x="565" y="6"/>
                    <a:pt x="4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4918;p45">
              <a:extLst>
                <a:ext uri="{FF2B5EF4-FFF2-40B4-BE49-F238E27FC236}">
                  <a16:creationId xmlns:a16="http://schemas.microsoft.com/office/drawing/2014/main" id="{7C245A08-7F61-AF4A-F5ED-100C9B31BFBD}"/>
                </a:ext>
              </a:extLst>
            </p:cNvPr>
            <p:cNvSpPr/>
            <p:nvPr/>
          </p:nvSpPr>
          <p:spPr>
            <a:xfrm>
              <a:off x="2056525" y="1680675"/>
              <a:ext cx="14400" cy="12975"/>
            </a:xfrm>
            <a:custGeom>
              <a:avLst/>
              <a:gdLst/>
              <a:ahLst/>
              <a:cxnLst/>
              <a:rect l="l" t="t" r="r" b="b"/>
              <a:pathLst>
                <a:path w="576" h="519" extrusionOk="0">
                  <a:moveTo>
                    <a:pt x="482" y="1"/>
                  </a:moveTo>
                  <a:cubicBezTo>
                    <a:pt x="480" y="1"/>
                    <a:pt x="478" y="1"/>
                    <a:pt x="476" y="1"/>
                  </a:cubicBezTo>
                  <a:cubicBezTo>
                    <a:pt x="343" y="1"/>
                    <a:pt x="72" y="93"/>
                    <a:pt x="7" y="436"/>
                  </a:cubicBezTo>
                  <a:cubicBezTo>
                    <a:pt x="1" y="476"/>
                    <a:pt x="25" y="513"/>
                    <a:pt x="62" y="519"/>
                  </a:cubicBezTo>
                  <a:lnTo>
                    <a:pt x="78" y="519"/>
                  </a:lnTo>
                  <a:cubicBezTo>
                    <a:pt x="109" y="519"/>
                    <a:pt x="140" y="494"/>
                    <a:pt x="146" y="463"/>
                  </a:cubicBezTo>
                  <a:cubicBezTo>
                    <a:pt x="204" y="152"/>
                    <a:pt x="466" y="143"/>
                    <a:pt x="476" y="143"/>
                  </a:cubicBezTo>
                  <a:cubicBezTo>
                    <a:pt x="479" y="143"/>
                    <a:pt x="481" y="143"/>
                    <a:pt x="484" y="143"/>
                  </a:cubicBezTo>
                  <a:cubicBezTo>
                    <a:pt x="576" y="143"/>
                    <a:pt x="575" y="1"/>
                    <a:pt x="4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919;p45">
              <a:extLst>
                <a:ext uri="{FF2B5EF4-FFF2-40B4-BE49-F238E27FC236}">
                  <a16:creationId xmlns:a16="http://schemas.microsoft.com/office/drawing/2014/main" id="{4F818C15-CE57-77B8-94DC-01C033208626}"/>
                </a:ext>
              </a:extLst>
            </p:cNvPr>
            <p:cNvSpPr/>
            <p:nvPr/>
          </p:nvSpPr>
          <p:spPr>
            <a:xfrm>
              <a:off x="2037650" y="1698425"/>
              <a:ext cx="14125" cy="12900"/>
            </a:xfrm>
            <a:custGeom>
              <a:avLst/>
              <a:gdLst/>
              <a:ahLst/>
              <a:cxnLst/>
              <a:rect l="l" t="t" r="r" b="b"/>
              <a:pathLst>
                <a:path w="565" h="516" extrusionOk="0">
                  <a:moveTo>
                    <a:pt x="478" y="0"/>
                  </a:moveTo>
                  <a:cubicBezTo>
                    <a:pt x="342" y="0"/>
                    <a:pt x="74" y="90"/>
                    <a:pt x="9" y="435"/>
                  </a:cubicBezTo>
                  <a:cubicBezTo>
                    <a:pt x="0" y="472"/>
                    <a:pt x="28" y="509"/>
                    <a:pt x="65" y="515"/>
                  </a:cubicBezTo>
                  <a:lnTo>
                    <a:pt x="77" y="515"/>
                  </a:lnTo>
                  <a:cubicBezTo>
                    <a:pt x="111" y="515"/>
                    <a:pt x="139" y="491"/>
                    <a:pt x="148" y="460"/>
                  </a:cubicBezTo>
                  <a:cubicBezTo>
                    <a:pt x="207" y="148"/>
                    <a:pt x="466" y="142"/>
                    <a:pt x="478" y="142"/>
                  </a:cubicBezTo>
                  <a:cubicBezTo>
                    <a:pt x="565" y="133"/>
                    <a:pt x="565" y="6"/>
                    <a:pt x="4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4920;p45">
              <a:extLst>
                <a:ext uri="{FF2B5EF4-FFF2-40B4-BE49-F238E27FC236}">
                  <a16:creationId xmlns:a16="http://schemas.microsoft.com/office/drawing/2014/main" id="{6BCC589F-D703-AD07-D035-8619C1B52CD9}"/>
                </a:ext>
              </a:extLst>
            </p:cNvPr>
            <p:cNvSpPr/>
            <p:nvPr/>
          </p:nvSpPr>
          <p:spPr>
            <a:xfrm>
              <a:off x="2057075" y="1693625"/>
              <a:ext cx="14475" cy="13000"/>
            </a:xfrm>
            <a:custGeom>
              <a:avLst/>
              <a:gdLst/>
              <a:ahLst/>
              <a:cxnLst/>
              <a:rect l="l" t="t" r="r" b="b"/>
              <a:pathLst>
                <a:path w="579" h="520" extrusionOk="0">
                  <a:moveTo>
                    <a:pt x="484" y="1"/>
                  </a:moveTo>
                  <a:cubicBezTo>
                    <a:pt x="482" y="1"/>
                    <a:pt x="480" y="1"/>
                    <a:pt x="478" y="1"/>
                  </a:cubicBezTo>
                  <a:cubicBezTo>
                    <a:pt x="346" y="1"/>
                    <a:pt x="74" y="93"/>
                    <a:pt x="10" y="436"/>
                  </a:cubicBezTo>
                  <a:cubicBezTo>
                    <a:pt x="0" y="476"/>
                    <a:pt x="28" y="513"/>
                    <a:pt x="65" y="519"/>
                  </a:cubicBezTo>
                  <a:lnTo>
                    <a:pt x="77" y="519"/>
                  </a:lnTo>
                  <a:cubicBezTo>
                    <a:pt x="111" y="519"/>
                    <a:pt x="139" y="494"/>
                    <a:pt x="148" y="464"/>
                  </a:cubicBezTo>
                  <a:cubicBezTo>
                    <a:pt x="207" y="152"/>
                    <a:pt x="466" y="143"/>
                    <a:pt x="478" y="143"/>
                  </a:cubicBezTo>
                  <a:cubicBezTo>
                    <a:pt x="481" y="143"/>
                    <a:pt x="484" y="143"/>
                    <a:pt x="487" y="143"/>
                  </a:cubicBezTo>
                  <a:cubicBezTo>
                    <a:pt x="578" y="143"/>
                    <a:pt x="577" y="1"/>
                    <a:pt x="4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4921;p45">
              <a:extLst>
                <a:ext uri="{FF2B5EF4-FFF2-40B4-BE49-F238E27FC236}">
                  <a16:creationId xmlns:a16="http://schemas.microsoft.com/office/drawing/2014/main" id="{46A558E0-8064-2A2B-02ED-0329F6359D9E}"/>
                </a:ext>
              </a:extLst>
            </p:cNvPr>
            <p:cNvSpPr/>
            <p:nvPr/>
          </p:nvSpPr>
          <p:spPr>
            <a:xfrm>
              <a:off x="2185750" y="1945375"/>
              <a:ext cx="11150" cy="16000"/>
            </a:xfrm>
            <a:custGeom>
              <a:avLst/>
              <a:gdLst/>
              <a:ahLst/>
              <a:cxnLst/>
              <a:rect l="l" t="t" r="r" b="b"/>
              <a:pathLst>
                <a:path w="446" h="640" extrusionOk="0">
                  <a:moveTo>
                    <a:pt x="101" y="0"/>
                  </a:moveTo>
                  <a:cubicBezTo>
                    <a:pt x="39" y="0"/>
                    <a:pt x="1" y="95"/>
                    <a:pt x="69" y="134"/>
                  </a:cubicBezTo>
                  <a:cubicBezTo>
                    <a:pt x="346" y="285"/>
                    <a:pt x="272" y="535"/>
                    <a:pt x="269" y="547"/>
                  </a:cubicBezTo>
                  <a:cubicBezTo>
                    <a:pt x="257" y="584"/>
                    <a:pt x="276" y="624"/>
                    <a:pt x="313" y="636"/>
                  </a:cubicBezTo>
                  <a:cubicBezTo>
                    <a:pt x="322" y="640"/>
                    <a:pt x="328" y="640"/>
                    <a:pt x="337" y="640"/>
                  </a:cubicBezTo>
                  <a:cubicBezTo>
                    <a:pt x="368" y="640"/>
                    <a:pt x="393" y="621"/>
                    <a:pt x="402" y="593"/>
                  </a:cubicBezTo>
                  <a:cubicBezTo>
                    <a:pt x="445" y="464"/>
                    <a:pt x="445" y="177"/>
                    <a:pt x="137" y="10"/>
                  </a:cubicBezTo>
                  <a:cubicBezTo>
                    <a:pt x="124" y="3"/>
                    <a:pt x="112" y="0"/>
                    <a:pt x="1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4922;p45">
              <a:extLst>
                <a:ext uri="{FF2B5EF4-FFF2-40B4-BE49-F238E27FC236}">
                  <a16:creationId xmlns:a16="http://schemas.microsoft.com/office/drawing/2014/main" id="{FCD95070-FE89-9C8B-0854-F3A27CFF3057}"/>
                </a:ext>
              </a:extLst>
            </p:cNvPr>
            <p:cNvSpPr/>
            <p:nvPr/>
          </p:nvSpPr>
          <p:spPr>
            <a:xfrm>
              <a:off x="2177900" y="1960275"/>
              <a:ext cx="10200" cy="16900"/>
            </a:xfrm>
            <a:custGeom>
              <a:avLst/>
              <a:gdLst/>
              <a:ahLst/>
              <a:cxnLst/>
              <a:rect l="l" t="t" r="r" b="b"/>
              <a:pathLst>
                <a:path w="408" h="676" extrusionOk="0">
                  <a:moveTo>
                    <a:pt x="100" y="1"/>
                  </a:moveTo>
                  <a:cubicBezTo>
                    <a:pt x="46" y="1"/>
                    <a:pt x="1" y="71"/>
                    <a:pt x="50" y="121"/>
                  </a:cubicBezTo>
                  <a:cubicBezTo>
                    <a:pt x="287" y="330"/>
                    <a:pt x="164" y="559"/>
                    <a:pt x="158" y="571"/>
                  </a:cubicBezTo>
                  <a:cubicBezTo>
                    <a:pt x="136" y="602"/>
                    <a:pt x="148" y="645"/>
                    <a:pt x="182" y="667"/>
                  </a:cubicBezTo>
                  <a:cubicBezTo>
                    <a:pt x="192" y="673"/>
                    <a:pt x="204" y="676"/>
                    <a:pt x="216" y="676"/>
                  </a:cubicBezTo>
                  <a:cubicBezTo>
                    <a:pt x="241" y="676"/>
                    <a:pt x="266" y="663"/>
                    <a:pt x="278" y="642"/>
                  </a:cubicBezTo>
                  <a:cubicBezTo>
                    <a:pt x="346" y="525"/>
                    <a:pt x="408" y="247"/>
                    <a:pt x="142" y="16"/>
                  </a:cubicBezTo>
                  <a:cubicBezTo>
                    <a:pt x="129" y="5"/>
                    <a:pt x="114" y="1"/>
                    <a:pt x="1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4923;p45">
              <a:extLst>
                <a:ext uri="{FF2B5EF4-FFF2-40B4-BE49-F238E27FC236}">
                  <a16:creationId xmlns:a16="http://schemas.microsoft.com/office/drawing/2014/main" id="{C668B64A-2333-0183-707D-9B7CAB3D7FE1}"/>
                </a:ext>
              </a:extLst>
            </p:cNvPr>
            <p:cNvSpPr/>
            <p:nvPr/>
          </p:nvSpPr>
          <p:spPr>
            <a:xfrm>
              <a:off x="2197150" y="1970750"/>
              <a:ext cx="10375" cy="17075"/>
            </a:xfrm>
            <a:custGeom>
              <a:avLst/>
              <a:gdLst/>
              <a:ahLst/>
              <a:cxnLst/>
              <a:rect l="l" t="t" r="r" b="b"/>
              <a:pathLst>
                <a:path w="415" h="683" extrusionOk="0">
                  <a:moveTo>
                    <a:pt x="104" y="1"/>
                  </a:moveTo>
                  <a:cubicBezTo>
                    <a:pt x="47" y="1"/>
                    <a:pt x="1" y="79"/>
                    <a:pt x="57" y="127"/>
                  </a:cubicBezTo>
                  <a:cubicBezTo>
                    <a:pt x="295" y="337"/>
                    <a:pt x="168" y="565"/>
                    <a:pt x="162" y="574"/>
                  </a:cubicBezTo>
                  <a:cubicBezTo>
                    <a:pt x="143" y="608"/>
                    <a:pt x="156" y="652"/>
                    <a:pt x="190" y="670"/>
                  </a:cubicBezTo>
                  <a:cubicBezTo>
                    <a:pt x="199" y="676"/>
                    <a:pt x="211" y="682"/>
                    <a:pt x="224" y="682"/>
                  </a:cubicBezTo>
                  <a:cubicBezTo>
                    <a:pt x="248" y="682"/>
                    <a:pt x="273" y="667"/>
                    <a:pt x="285" y="645"/>
                  </a:cubicBezTo>
                  <a:cubicBezTo>
                    <a:pt x="353" y="531"/>
                    <a:pt x="415" y="251"/>
                    <a:pt x="150" y="19"/>
                  </a:cubicBezTo>
                  <a:cubicBezTo>
                    <a:pt x="135" y="6"/>
                    <a:pt x="119" y="1"/>
                    <a:pt x="1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4924;p45">
              <a:extLst>
                <a:ext uri="{FF2B5EF4-FFF2-40B4-BE49-F238E27FC236}">
                  <a16:creationId xmlns:a16="http://schemas.microsoft.com/office/drawing/2014/main" id="{2A212057-AC8F-4630-5E87-FBAA9CFF9DEF}"/>
                </a:ext>
              </a:extLst>
            </p:cNvPr>
            <p:cNvSpPr/>
            <p:nvPr/>
          </p:nvSpPr>
          <p:spPr>
            <a:xfrm>
              <a:off x="2202050" y="1995025"/>
              <a:ext cx="10175" cy="16925"/>
            </a:xfrm>
            <a:custGeom>
              <a:avLst/>
              <a:gdLst/>
              <a:ahLst/>
              <a:cxnLst/>
              <a:rect l="l" t="t" r="r" b="b"/>
              <a:pathLst>
                <a:path w="407" h="677" extrusionOk="0">
                  <a:moveTo>
                    <a:pt x="100" y="0"/>
                  </a:moveTo>
                  <a:cubicBezTo>
                    <a:pt x="44" y="0"/>
                    <a:pt x="0" y="73"/>
                    <a:pt x="49" y="122"/>
                  </a:cubicBezTo>
                  <a:cubicBezTo>
                    <a:pt x="290" y="331"/>
                    <a:pt x="160" y="560"/>
                    <a:pt x="157" y="569"/>
                  </a:cubicBezTo>
                  <a:cubicBezTo>
                    <a:pt x="129" y="615"/>
                    <a:pt x="163" y="677"/>
                    <a:pt x="216" y="677"/>
                  </a:cubicBezTo>
                  <a:cubicBezTo>
                    <a:pt x="240" y="677"/>
                    <a:pt x="265" y="661"/>
                    <a:pt x="277" y="640"/>
                  </a:cubicBezTo>
                  <a:cubicBezTo>
                    <a:pt x="345" y="526"/>
                    <a:pt x="407" y="248"/>
                    <a:pt x="145" y="17"/>
                  </a:cubicBezTo>
                  <a:cubicBezTo>
                    <a:pt x="130" y="5"/>
                    <a:pt x="115" y="0"/>
                    <a:pt x="1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4925;p45">
              <a:extLst>
                <a:ext uri="{FF2B5EF4-FFF2-40B4-BE49-F238E27FC236}">
                  <a16:creationId xmlns:a16="http://schemas.microsoft.com/office/drawing/2014/main" id="{875F690A-AB34-7159-6B6C-12DCC0DE8344}"/>
                </a:ext>
              </a:extLst>
            </p:cNvPr>
            <p:cNvSpPr/>
            <p:nvPr/>
          </p:nvSpPr>
          <p:spPr>
            <a:xfrm>
              <a:off x="2194075" y="2007175"/>
              <a:ext cx="10450" cy="17125"/>
            </a:xfrm>
            <a:custGeom>
              <a:avLst/>
              <a:gdLst/>
              <a:ahLst/>
              <a:cxnLst/>
              <a:rect l="l" t="t" r="r" b="b"/>
              <a:pathLst>
                <a:path w="418" h="685" extrusionOk="0">
                  <a:moveTo>
                    <a:pt x="105" y="1"/>
                  </a:moveTo>
                  <a:cubicBezTo>
                    <a:pt x="48" y="1"/>
                    <a:pt x="1" y="81"/>
                    <a:pt x="63" y="129"/>
                  </a:cubicBezTo>
                  <a:cubicBezTo>
                    <a:pt x="300" y="339"/>
                    <a:pt x="174" y="567"/>
                    <a:pt x="168" y="579"/>
                  </a:cubicBezTo>
                  <a:cubicBezTo>
                    <a:pt x="149" y="610"/>
                    <a:pt x="162" y="653"/>
                    <a:pt x="192" y="675"/>
                  </a:cubicBezTo>
                  <a:cubicBezTo>
                    <a:pt x="205" y="681"/>
                    <a:pt x="217" y="684"/>
                    <a:pt x="229" y="684"/>
                  </a:cubicBezTo>
                  <a:cubicBezTo>
                    <a:pt x="254" y="684"/>
                    <a:pt x="279" y="672"/>
                    <a:pt x="291" y="650"/>
                  </a:cubicBezTo>
                  <a:cubicBezTo>
                    <a:pt x="359" y="533"/>
                    <a:pt x="418" y="256"/>
                    <a:pt x="155" y="24"/>
                  </a:cubicBezTo>
                  <a:cubicBezTo>
                    <a:pt x="139" y="7"/>
                    <a:pt x="122" y="1"/>
                    <a:pt x="1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4926;p45">
              <a:extLst>
                <a:ext uri="{FF2B5EF4-FFF2-40B4-BE49-F238E27FC236}">
                  <a16:creationId xmlns:a16="http://schemas.microsoft.com/office/drawing/2014/main" id="{ECA239D1-680F-81F5-3A77-6C5AB9F886FC}"/>
                </a:ext>
              </a:extLst>
            </p:cNvPr>
            <p:cNvSpPr/>
            <p:nvPr/>
          </p:nvSpPr>
          <p:spPr>
            <a:xfrm>
              <a:off x="2183050" y="1987875"/>
              <a:ext cx="10300" cy="17000"/>
            </a:xfrm>
            <a:custGeom>
              <a:avLst/>
              <a:gdLst/>
              <a:ahLst/>
              <a:cxnLst/>
              <a:rect l="l" t="t" r="r" b="b"/>
              <a:pathLst>
                <a:path w="412" h="680" extrusionOk="0">
                  <a:moveTo>
                    <a:pt x="102" y="0"/>
                  </a:moveTo>
                  <a:cubicBezTo>
                    <a:pt x="46" y="0"/>
                    <a:pt x="1" y="75"/>
                    <a:pt x="57" y="124"/>
                  </a:cubicBezTo>
                  <a:cubicBezTo>
                    <a:pt x="294" y="334"/>
                    <a:pt x="168" y="562"/>
                    <a:pt x="161" y="574"/>
                  </a:cubicBezTo>
                  <a:cubicBezTo>
                    <a:pt x="143" y="605"/>
                    <a:pt x="152" y="648"/>
                    <a:pt x="186" y="670"/>
                  </a:cubicBezTo>
                  <a:cubicBezTo>
                    <a:pt x="198" y="676"/>
                    <a:pt x="211" y="679"/>
                    <a:pt x="223" y="679"/>
                  </a:cubicBezTo>
                  <a:cubicBezTo>
                    <a:pt x="248" y="679"/>
                    <a:pt x="272" y="667"/>
                    <a:pt x="285" y="645"/>
                  </a:cubicBezTo>
                  <a:cubicBezTo>
                    <a:pt x="353" y="528"/>
                    <a:pt x="411" y="250"/>
                    <a:pt x="149" y="19"/>
                  </a:cubicBezTo>
                  <a:cubicBezTo>
                    <a:pt x="134" y="6"/>
                    <a:pt x="118" y="0"/>
                    <a:pt x="1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4927;p45">
              <a:extLst>
                <a:ext uri="{FF2B5EF4-FFF2-40B4-BE49-F238E27FC236}">
                  <a16:creationId xmlns:a16="http://schemas.microsoft.com/office/drawing/2014/main" id="{EF87C305-E5B7-BE25-6322-2F05A7E82CA1}"/>
                </a:ext>
              </a:extLst>
            </p:cNvPr>
            <p:cNvSpPr/>
            <p:nvPr/>
          </p:nvSpPr>
          <p:spPr>
            <a:xfrm>
              <a:off x="2021600" y="1687050"/>
              <a:ext cx="11275" cy="16700"/>
            </a:xfrm>
            <a:custGeom>
              <a:avLst/>
              <a:gdLst/>
              <a:ahLst/>
              <a:cxnLst/>
              <a:rect l="l" t="t" r="r" b="b"/>
              <a:pathLst>
                <a:path w="451" h="668" extrusionOk="0">
                  <a:moveTo>
                    <a:pt x="349" y="1"/>
                  </a:moveTo>
                  <a:cubicBezTo>
                    <a:pt x="337" y="1"/>
                    <a:pt x="325" y="4"/>
                    <a:pt x="312" y="11"/>
                  </a:cubicBezTo>
                  <a:cubicBezTo>
                    <a:pt x="195" y="76"/>
                    <a:pt x="1" y="285"/>
                    <a:pt x="112" y="619"/>
                  </a:cubicBezTo>
                  <a:cubicBezTo>
                    <a:pt x="121" y="646"/>
                    <a:pt x="149" y="668"/>
                    <a:pt x="179" y="668"/>
                  </a:cubicBezTo>
                  <a:cubicBezTo>
                    <a:pt x="186" y="668"/>
                    <a:pt x="192" y="665"/>
                    <a:pt x="201" y="662"/>
                  </a:cubicBezTo>
                  <a:cubicBezTo>
                    <a:pt x="238" y="649"/>
                    <a:pt x="257" y="609"/>
                    <a:pt x="244" y="572"/>
                  </a:cubicBezTo>
                  <a:cubicBezTo>
                    <a:pt x="146" y="273"/>
                    <a:pt x="371" y="141"/>
                    <a:pt x="380" y="134"/>
                  </a:cubicBezTo>
                  <a:cubicBezTo>
                    <a:pt x="450" y="95"/>
                    <a:pt x="413" y="1"/>
                    <a:pt x="3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5701357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FAF81-AD46-1F3A-7D0B-72D2836F4D48}"/>
              </a:ext>
            </a:extLst>
          </p:cNvPr>
          <p:cNvSpPr>
            <a:spLocks noGrp="1"/>
          </p:cNvSpPr>
          <p:nvPr>
            <p:ph type="title"/>
          </p:nvPr>
        </p:nvSpPr>
        <p:spPr>
          <a:xfrm>
            <a:off x="4688011" y="838200"/>
            <a:ext cx="2946330" cy="508470"/>
          </a:xfrm>
        </p:spPr>
        <p:txBody>
          <a:bodyPr/>
          <a:lstStyle/>
          <a:p>
            <a:r>
              <a:rPr lang="en-US" sz="3600" dirty="0"/>
              <a:t>Main Loop</a:t>
            </a:r>
          </a:p>
        </p:txBody>
      </p:sp>
      <p:pic>
        <p:nvPicPr>
          <p:cNvPr id="4098" name="Picture 2">
            <a:extLst>
              <a:ext uri="{FF2B5EF4-FFF2-40B4-BE49-F238E27FC236}">
                <a16:creationId xmlns:a16="http://schemas.microsoft.com/office/drawing/2014/main" id="{16ACEB03-CA77-3CFD-FD07-87001DFEDA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02430" y="1594796"/>
            <a:ext cx="4115612" cy="174402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09E8E84-426E-40DD-AFC4-6F175D3DCCD1}">
              <a14:hiddenFill xmlns:a14="http://schemas.microsoft.com/office/drawing/2010/main">
                <a:solidFill>
                  <a:srgbClr val="FFFFFF"/>
                </a:solidFill>
              </a14:hiddenFill>
            </a:ext>
          </a:extLst>
        </p:spPr>
      </p:pic>
      <p:grpSp>
        <p:nvGrpSpPr>
          <p:cNvPr id="3" name="Google Shape;4956;p46">
            <a:extLst>
              <a:ext uri="{FF2B5EF4-FFF2-40B4-BE49-F238E27FC236}">
                <a16:creationId xmlns:a16="http://schemas.microsoft.com/office/drawing/2014/main" id="{5265D7DF-97C7-EE88-ABBB-855716AA4CFF}"/>
              </a:ext>
            </a:extLst>
          </p:cNvPr>
          <p:cNvGrpSpPr/>
          <p:nvPr/>
        </p:nvGrpSpPr>
        <p:grpSpPr>
          <a:xfrm>
            <a:off x="825958" y="716624"/>
            <a:ext cx="2641742" cy="3710252"/>
            <a:chOff x="839536" y="1522748"/>
            <a:chExt cx="2028832" cy="2849437"/>
          </a:xfrm>
        </p:grpSpPr>
        <p:sp>
          <p:nvSpPr>
            <p:cNvPr id="4" name="Google Shape;4957;p46">
              <a:extLst>
                <a:ext uri="{FF2B5EF4-FFF2-40B4-BE49-F238E27FC236}">
                  <a16:creationId xmlns:a16="http://schemas.microsoft.com/office/drawing/2014/main" id="{F335A87A-4313-9BB8-F1E9-17E6A68EF483}"/>
                </a:ext>
              </a:extLst>
            </p:cNvPr>
            <p:cNvSpPr/>
            <p:nvPr/>
          </p:nvSpPr>
          <p:spPr>
            <a:xfrm>
              <a:off x="897704" y="1522748"/>
              <a:ext cx="1913370" cy="2849328"/>
            </a:xfrm>
            <a:custGeom>
              <a:avLst/>
              <a:gdLst/>
              <a:ahLst/>
              <a:cxnLst/>
              <a:rect l="l" t="t" r="r" b="b"/>
              <a:pathLst>
                <a:path w="27371" h="40760" extrusionOk="0">
                  <a:moveTo>
                    <a:pt x="19571" y="30195"/>
                  </a:moveTo>
                  <a:lnTo>
                    <a:pt x="19571" y="30195"/>
                  </a:lnTo>
                  <a:cubicBezTo>
                    <a:pt x="19490" y="30235"/>
                    <a:pt x="19407" y="30272"/>
                    <a:pt x="19324" y="30309"/>
                  </a:cubicBezTo>
                  <a:lnTo>
                    <a:pt x="19324" y="30306"/>
                  </a:lnTo>
                  <a:cubicBezTo>
                    <a:pt x="19330" y="30278"/>
                    <a:pt x="19336" y="30247"/>
                    <a:pt x="19345" y="30217"/>
                  </a:cubicBezTo>
                  <a:cubicBezTo>
                    <a:pt x="19423" y="30210"/>
                    <a:pt x="19493" y="30201"/>
                    <a:pt x="19571" y="30195"/>
                  </a:cubicBezTo>
                  <a:close/>
                  <a:moveTo>
                    <a:pt x="17541" y="30349"/>
                  </a:moveTo>
                  <a:cubicBezTo>
                    <a:pt x="17483" y="30362"/>
                    <a:pt x="17424" y="30371"/>
                    <a:pt x="17365" y="30377"/>
                  </a:cubicBezTo>
                  <a:cubicBezTo>
                    <a:pt x="17368" y="30371"/>
                    <a:pt x="17368" y="30365"/>
                    <a:pt x="17365" y="30359"/>
                  </a:cubicBezTo>
                  <a:lnTo>
                    <a:pt x="17541" y="30349"/>
                  </a:lnTo>
                  <a:close/>
                  <a:moveTo>
                    <a:pt x="17196" y="30365"/>
                  </a:moveTo>
                  <a:lnTo>
                    <a:pt x="17196" y="30371"/>
                  </a:lnTo>
                  <a:cubicBezTo>
                    <a:pt x="17199" y="30377"/>
                    <a:pt x="17199" y="30380"/>
                    <a:pt x="17199" y="30386"/>
                  </a:cubicBezTo>
                  <a:cubicBezTo>
                    <a:pt x="17103" y="30386"/>
                    <a:pt x="17008" y="30386"/>
                    <a:pt x="16912" y="30377"/>
                  </a:cubicBezTo>
                  <a:lnTo>
                    <a:pt x="17196" y="30365"/>
                  </a:lnTo>
                  <a:close/>
                  <a:moveTo>
                    <a:pt x="19170" y="30235"/>
                  </a:moveTo>
                  <a:lnTo>
                    <a:pt x="19170" y="30235"/>
                  </a:lnTo>
                  <a:cubicBezTo>
                    <a:pt x="19157" y="30278"/>
                    <a:pt x="19151" y="30325"/>
                    <a:pt x="19148" y="30371"/>
                  </a:cubicBezTo>
                  <a:cubicBezTo>
                    <a:pt x="19049" y="30408"/>
                    <a:pt x="18951" y="30436"/>
                    <a:pt x="18849" y="30454"/>
                  </a:cubicBezTo>
                  <a:cubicBezTo>
                    <a:pt x="18849" y="30448"/>
                    <a:pt x="18849" y="30442"/>
                    <a:pt x="18849" y="30433"/>
                  </a:cubicBezTo>
                  <a:cubicBezTo>
                    <a:pt x="18843" y="30377"/>
                    <a:pt x="18840" y="30321"/>
                    <a:pt x="18843" y="30263"/>
                  </a:cubicBezTo>
                  <a:cubicBezTo>
                    <a:pt x="18951" y="30254"/>
                    <a:pt x="19062" y="30244"/>
                    <a:pt x="19170" y="30235"/>
                  </a:cubicBezTo>
                  <a:close/>
                  <a:moveTo>
                    <a:pt x="18673" y="30278"/>
                  </a:moveTo>
                  <a:cubicBezTo>
                    <a:pt x="18673" y="30337"/>
                    <a:pt x="18673" y="30392"/>
                    <a:pt x="18682" y="30451"/>
                  </a:cubicBezTo>
                  <a:cubicBezTo>
                    <a:pt x="18682" y="30460"/>
                    <a:pt x="18685" y="30466"/>
                    <a:pt x="18688" y="30476"/>
                  </a:cubicBezTo>
                  <a:cubicBezTo>
                    <a:pt x="18683" y="30476"/>
                    <a:pt x="18677" y="30476"/>
                    <a:pt x="18671" y="30476"/>
                  </a:cubicBezTo>
                  <a:cubicBezTo>
                    <a:pt x="18644" y="30476"/>
                    <a:pt x="18619" y="30471"/>
                    <a:pt x="18596" y="30460"/>
                  </a:cubicBezTo>
                  <a:lnTo>
                    <a:pt x="18596" y="30457"/>
                  </a:lnTo>
                  <a:cubicBezTo>
                    <a:pt x="18571" y="30405"/>
                    <a:pt x="18556" y="30346"/>
                    <a:pt x="18553" y="30288"/>
                  </a:cubicBezTo>
                  <a:lnTo>
                    <a:pt x="18673" y="30278"/>
                  </a:lnTo>
                  <a:close/>
                  <a:moveTo>
                    <a:pt x="20047" y="1"/>
                  </a:moveTo>
                  <a:cubicBezTo>
                    <a:pt x="19795" y="1"/>
                    <a:pt x="19496" y="483"/>
                    <a:pt x="19234" y="1049"/>
                  </a:cubicBezTo>
                  <a:lnTo>
                    <a:pt x="19231" y="1055"/>
                  </a:lnTo>
                  <a:cubicBezTo>
                    <a:pt x="18867" y="1844"/>
                    <a:pt x="18571" y="2788"/>
                    <a:pt x="18571" y="2788"/>
                  </a:cubicBezTo>
                  <a:lnTo>
                    <a:pt x="17597" y="2976"/>
                  </a:lnTo>
                  <a:lnTo>
                    <a:pt x="16381" y="2998"/>
                  </a:lnTo>
                  <a:cubicBezTo>
                    <a:pt x="16378" y="2958"/>
                    <a:pt x="16375" y="2936"/>
                    <a:pt x="16375" y="2936"/>
                  </a:cubicBezTo>
                  <a:lnTo>
                    <a:pt x="14858" y="2819"/>
                  </a:lnTo>
                  <a:cubicBezTo>
                    <a:pt x="14858" y="2819"/>
                    <a:pt x="13622" y="419"/>
                    <a:pt x="12761" y="419"/>
                  </a:cubicBezTo>
                  <a:cubicBezTo>
                    <a:pt x="12524" y="419"/>
                    <a:pt x="12315" y="602"/>
                    <a:pt x="12168" y="1070"/>
                  </a:cubicBezTo>
                  <a:cubicBezTo>
                    <a:pt x="12005" y="1595"/>
                    <a:pt x="11243" y="3026"/>
                    <a:pt x="10382" y="4568"/>
                  </a:cubicBezTo>
                  <a:lnTo>
                    <a:pt x="10373" y="4565"/>
                  </a:lnTo>
                  <a:cubicBezTo>
                    <a:pt x="9220" y="5956"/>
                    <a:pt x="7955" y="8241"/>
                    <a:pt x="7366" y="9358"/>
                  </a:cubicBezTo>
                  <a:lnTo>
                    <a:pt x="6897" y="9099"/>
                  </a:lnTo>
                  <a:cubicBezTo>
                    <a:pt x="6884" y="9092"/>
                    <a:pt x="6871" y="9089"/>
                    <a:pt x="6859" y="9089"/>
                  </a:cubicBezTo>
                  <a:cubicBezTo>
                    <a:pt x="6783" y="9089"/>
                    <a:pt x="6737" y="9199"/>
                    <a:pt x="6817" y="9247"/>
                  </a:cubicBezTo>
                  <a:lnTo>
                    <a:pt x="7286" y="9509"/>
                  </a:lnTo>
                  <a:cubicBezTo>
                    <a:pt x="7122" y="9823"/>
                    <a:pt x="7027" y="10012"/>
                    <a:pt x="7027" y="10012"/>
                  </a:cubicBezTo>
                  <a:lnTo>
                    <a:pt x="7042" y="10018"/>
                  </a:lnTo>
                  <a:cubicBezTo>
                    <a:pt x="6746" y="10326"/>
                    <a:pt x="6450" y="10622"/>
                    <a:pt x="6157" y="10921"/>
                  </a:cubicBezTo>
                  <a:lnTo>
                    <a:pt x="6138" y="10912"/>
                  </a:lnTo>
                  <a:cubicBezTo>
                    <a:pt x="3514" y="12565"/>
                    <a:pt x="2724" y="14317"/>
                    <a:pt x="2496" y="15048"/>
                  </a:cubicBezTo>
                  <a:cubicBezTo>
                    <a:pt x="1" y="19594"/>
                    <a:pt x="1583" y="24048"/>
                    <a:pt x="1583" y="24048"/>
                  </a:cubicBezTo>
                  <a:cubicBezTo>
                    <a:pt x="1583" y="24048"/>
                    <a:pt x="1639" y="24051"/>
                    <a:pt x="1734" y="24051"/>
                  </a:cubicBezTo>
                  <a:cubicBezTo>
                    <a:pt x="1861" y="24418"/>
                    <a:pt x="2006" y="24776"/>
                    <a:pt x="2160" y="25118"/>
                  </a:cubicBezTo>
                  <a:cubicBezTo>
                    <a:pt x="2104" y="25137"/>
                    <a:pt x="2070" y="25149"/>
                    <a:pt x="2070" y="25149"/>
                  </a:cubicBezTo>
                  <a:cubicBezTo>
                    <a:pt x="2542" y="26065"/>
                    <a:pt x="3014" y="26815"/>
                    <a:pt x="3471" y="27425"/>
                  </a:cubicBezTo>
                  <a:cubicBezTo>
                    <a:pt x="3190" y="27919"/>
                    <a:pt x="1586" y="30985"/>
                    <a:pt x="3236" y="33779"/>
                  </a:cubicBezTo>
                  <a:lnTo>
                    <a:pt x="3215" y="33791"/>
                  </a:lnTo>
                  <a:cubicBezTo>
                    <a:pt x="3215" y="33791"/>
                    <a:pt x="4233" y="36052"/>
                    <a:pt x="6683" y="36052"/>
                  </a:cubicBezTo>
                  <a:cubicBezTo>
                    <a:pt x="7071" y="36052"/>
                    <a:pt x="7494" y="35995"/>
                    <a:pt x="7955" y="35864"/>
                  </a:cubicBezTo>
                  <a:cubicBezTo>
                    <a:pt x="10272" y="35818"/>
                    <a:pt x="12876" y="35147"/>
                    <a:pt x="14532" y="35147"/>
                  </a:cubicBezTo>
                  <a:cubicBezTo>
                    <a:pt x="15420" y="35147"/>
                    <a:pt x="16035" y="35340"/>
                    <a:pt x="16187" y="35926"/>
                  </a:cubicBezTo>
                  <a:cubicBezTo>
                    <a:pt x="16351" y="36549"/>
                    <a:pt x="16088" y="36882"/>
                    <a:pt x="15620" y="37070"/>
                  </a:cubicBezTo>
                  <a:cubicBezTo>
                    <a:pt x="15598" y="37063"/>
                    <a:pt x="15581" y="37060"/>
                    <a:pt x="15567" y="37060"/>
                  </a:cubicBezTo>
                  <a:cubicBezTo>
                    <a:pt x="15515" y="37060"/>
                    <a:pt x="15505" y="37098"/>
                    <a:pt x="15505" y="37098"/>
                  </a:cubicBezTo>
                  <a:cubicBezTo>
                    <a:pt x="14700" y="37267"/>
                    <a:pt x="12199" y="37310"/>
                    <a:pt x="11690" y="37819"/>
                  </a:cubicBezTo>
                  <a:cubicBezTo>
                    <a:pt x="11397" y="38112"/>
                    <a:pt x="11132" y="38991"/>
                    <a:pt x="11749" y="39670"/>
                  </a:cubicBezTo>
                  <a:cubicBezTo>
                    <a:pt x="11718" y="39661"/>
                    <a:pt x="11684" y="39651"/>
                    <a:pt x="11650" y="39642"/>
                  </a:cubicBezTo>
                  <a:lnTo>
                    <a:pt x="11650" y="39642"/>
                  </a:lnTo>
                  <a:cubicBezTo>
                    <a:pt x="11650" y="39642"/>
                    <a:pt x="12682" y="40760"/>
                    <a:pt x="14516" y="40760"/>
                  </a:cubicBezTo>
                  <a:cubicBezTo>
                    <a:pt x="15136" y="40760"/>
                    <a:pt x="15848" y="40632"/>
                    <a:pt x="16644" y="40290"/>
                  </a:cubicBezTo>
                  <a:cubicBezTo>
                    <a:pt x="19210" y="39581"/>
                    <a:pt x="19913" y="37563"/>
                    <a:pt x="19913" y="37563"/>
                  </a:cubicBezTo>
                  <a:lnTo>
                    <a:pt x="19898" y="37551"/>
                  </a:lnTo>
                  <a:cubicBezTo>
                    <a:pt x="20129" y="36913"/>
                    <a:pt x="20049" y="36175"/>
                    <a:pt x="19509" y="35355"/>
                  </a:cubicBezTo>
                  <a:lnTo>
                    <a:pt x="19509" y="35355"/>
                  </a:lnTo>
                  <a:cubicBezTo>
                    <a:pt x="19530" y="35370"/>
                    <a:pt x="19552" y="35386"/>
                    <a:pt x="19574" y="35401"/>
                  </a:cubicBezTo>
                  <a:cubicBezTo>
                    <a:pt x="19574" y="35401"/>
                    <a:pt x="18793" y="33511"/>
                    <a:pt x="16141" y="33211"/>
                  </a:cubicBezTo>
                  <a:cubicBezTo>
                    <a:pt x="15884" y="33140"/>
                    <a:pt x="15374" y="33044"/>
                    <a:pt x="14502" y="33044"/>
                  </a:cubicBezTo>
                  <a:cubicBezTo>
                    <a:pt x="13634" y="33044"/>
                    <a:pt x="12407" y="33140"/>
                    <a:pt x="10716" y="33452"/>
                  </a:cubicBezTo>
                  <a:cubicBezTo>
                    <a:pt x="10716" y="33455"/>
                    <a:pt x="10716" y="33455"/>
                    <a:pt x="10716" y="33458"/>
                  </a:cubicBezTo>
                  <a:cubicBezTo>
                    <a:pt x="10325" y="33484"/>
                    <a:pt x="9933" y="33501"/>
                    <a:pt x="9543" y="33501"/>
                  </a:cubicBezTo>
                  <a:cubicBezTo>
                    <a:pt x="8136" y="33501"/>
                    <a:pt x="6741" y="33285"/>
                    <a:pt x="5445" y="32514"/>
                  </a:cubicBezTo>
                  <a:cubicBezTo>
                    <a:pt x="5235" y="32394"/>
                    <a:pt x="5047" y="32246"/>
                    <a:pt x="4883" y="32070"/>
                  </a:cubicBezTo>
                  <a:cubicBezTo>
                    <a:pt x="4892" y="32064"/>
                    <a:pt x="4902" y="32061"/>
                    <a:pt x="4914" y="32058"/>
                  </a:cubicBezTo>
                  <a:cubicBezTo>
                    <a:pt x="4914" y="32058"/>
                    <a:pt x="4217" y="30911"/>
                    <a:pt x="5845" y="29581"/>
                  </a:cubicBezTo>
                  <a:cubicBezTo>
                    <a:pt x="6522" y="29935"/>
                    <a:pt x="7094" y="30024"/>
                    <a:pt x="7497" y="30024"/>
                  </a:cubicBezTo>
                  <a:cubicBezTo>
                    <a:pt x="7768" y="30024"/>
                    <a:pt x="7962" y="29984"/>
                    <a:pt x="8060" y="29958"/>
                  </a:cubicBezTo>
                  <a:cubicBezTo>
                    <a:pt x="8800" y="30069"/>
                    <a:pt x="9645" y="30158"/>
                    <a:pt x="10555" y="30232"/>
                  </a:cubicBezTo>
                  <a:cubicBezTo>
                    <a:pt x="10608" y="30300"/>
                    <a:pt x="10654" y="30374"/>
                    <a:pt x="10694" y="30451"/>
                  </a:cubicBezTo>
                  <a:cubicBezTo>
                    <a:pt x="10711" y="30479"/>
                    <a:pt x="10740" y="30495"/>
                    <a:pt x="10771" y="30495"/>
                  </a:cubicBezTo>
                  <a:cubicBezTo>
                    <a:pt x="10784" y="30495"/>
                    <a:pt x="10798" y="30492"/>
                    <a:pt x="10811" y="30485"/>
                  </a:cubicBezTo>
                  <a:cubicBezTo>
                    <a:pt x="10851" y="30463"/>
                    <a:pt x="10867" y="30411"/>
                    <a:pt x="10845" y="30371"/>
                  </a:cubicBezTo>
                  <a:cubicBezTo>
                    <a:pt x="10820" y="30328"/>
                    <a:pt x="10799" y="30288"/>
                    <a:pt x="10771" y="30247"/>
                  </a:cubicBezTo>
                  <a:lnTo>
                    <a:pt x="10771" y="30247"/>
                  </a:lnTo>
                  <a:lnTo>
                    <a:pt x="11064" y="30269"/>
                  </a:lnTo>
                  <a:cubicBezTo>
                    <a:pt x="11080" y="30306"/>
                    <a:pt x="11092" y="30346"/>
                    <a:pt x="11101" y="30383"/>
                  </a:cubicBezTo>
                  <a:cubicBezTo>
                    <a:pt x="11113" y="30420"/>
                    <a:pt x="11147" y="30445"/>
                    <a:pt x="11184" y="30445"/>
                  </a:cubicBezTo>
                  <a:cubicBezTo>
                    <a:pt x="11194" y="30445"/>
                    <a:pt x="11200" y="30442"/>
                    <a:pt x="11206" y="30442"/>
                  </a:cubicBezTo>
                  <a:cubicBezTo>
                    <a:pt x="11252" y="30426"/>
                    <a:pt x="11277" y="30380"/>
                    <a:pt x="11265" y="30337"/>
                  </a:cubicBezTo>
                  <a:cubicBezTo>
                    <a:pt x="11258" y="30318"/>
                    <a:pt x="11255" y="30300"/>
                    <a:pt x="11249" y="30281"/>
                  </a:cubicBezTo>
                  <a:lnTo>
                    <a:pt x="11249" y="30281"/>
                  </a:lnTo>
                  <a:cubicBezTo>
                    <a:pt x="11397" y="30291"/>
                    <a:pt x="11548" y="30300"/>
                    <a:pt x="11699" y="30309"/>
                  </a:cubicBezTo>
                  <a:cubicBezTo>
                    <a:pt x="11712" y="30315"/>
                    <a:pt x="11721" y="30318"/>
                    <a:pt x="11733" y="30318"/>
                  </a:cubicBezTo>
                  <a:cubicBezTo>
                    <a:pt x="11743" y="30318"/>
                    <a:pt x="11752" y="30315"/>
                    <a:pt x="11758" y="30312"/>
                  </a:cubicBezTo>
                  <a:cubicBezTo>
                    <a:pt x="12845" y="30373"/>
                    <a:pt x="13987" y="30407"/>
                    <a:pt x="15117" y="30407"/>
                  </a:cubicBezTo>
                  <a:cubicBezTo>
                    <a:pt x="15430" y="30407"/>
                    <a:pt x="15742" y="30404"/>
                    <a:pt x="16051" y="30399"/>
                  </a:cubicBezTo>
                  <a:cubicBezTo>
                    <a:pt x="16243" y="30445"/>
                    <a:pt x="16440" y="30485"/>
                    <a:pt x="16637" y="30513"/>
                  </a:cubicBezTo>
                  <a:cubicBezTo>
                    <a:pt x="16650" y="30522"/>
                    <a:pt x="16662" y="30528"/>
                    <a:pt x="16678" y="30531"/>
                  </a:cubicBezTo>
                  <a:lnTo>
                    <a:pt x="16687" y="30531"/>
                  </a:lnTo>
                  <a:cubicBezTo>
                    <a:pt x="16699" y="30531"/>
                    <a:pt x="16711" y="30528"/>
                    <a:pt x="16721" y="30525"/>
                  </a:cubicBezTo>
                  <a:cubicBezTo>
                    <a:pt x="16866" y="30544"/>
                    <a:pt x="17014" y="30553"/>
                    <a:pt x="17162" y="30553"/>
                  </a:cubicBezTo>
                  <a:cubicBezTo>
                    <a:pt x="17510" y="30553"/>
                    <a:pt x="17772" y="30491"/>
                    <a:pt x="17899" y="30359"/>
                  </a:cubicBezTo>
                  <a:cubicBezTo>
                    <a:pt x="17908" y="30349"/>
                    <a:pt x="17914" y="30340"/>
                    <a:pt x="17924" y="30328"/>
                  </a:cubicBezTo>
                  <a:cubicBezTo>
                    <a:pt x="18081" y="30318"/>
                    <a:pt x="18238" y="30309"/>
                    <a:pt x="18392" y="30300"/>
                  </a:cubicBezTo>
                  <a:cubicBezTo>
                    <a:pt x="18411" y="30420"/>
                    <a:pt x="18429" y="30507"/>
                    <a:pt x="18454" y="30547"/>
                  </a:cubicBezTo>
                  <a:cubicBezTo>
                    <a:pt x="18497" y="30618"/>
                    <a:pt x="18584" y="30642"/>
                    <a:pt x="18692" y="30642"/>
                  </a:cubicBezTo>
                  <a:cubicBezTo>
                    <a:pt x="18855" y="30642"/>
                    <a:pt x="19062" y="30584"/>
                    <a:pt x="19222" y="30528"/>
                  </a:cubicBezTo>
                  <a:lnTo>
                    <a:pt x="19244" y="30528"/>
                  </a:lnTo>
                  <a:cubicBezTo>
                    <a:pt x="19265" y="30525"/>
                    <a:pt x="19284" y="30513"/>
                    <a:pt x="19299" y="30497"/>
                  </a:cubicBezTo>
                  <a:cubicBezTo>
                    <a:pt x="19324" y="30488"/>
                    <a:pt x="19348" y="30479"/>
                    <a:pt x="19370" y="30470"/>
                  </a:cubicBezTo>
                  <a:cubicBezTo>
                    <a:pt x="19589" y="30377"/>
                    <a:pt x="19799" y="30269"/>
                    <a:pt x="19999" y="30143"/>
                  </a:cubicBezTo>
                  <a:cubicBezTo>
                    <a:pt x="21535" y="29951"/>
                    <a:pt x="22763" y="29643"/>
                    <a:pt x="23386" y="29199"/>
                  </a:cubicBezTo>
                  <a:cubicBezTo>
                    <a:pt x="23611" y="29029"/>
                    <a:pt x="23811" y="28832"/>
                    <a:pt x="23984" y="28607"/>
                  </a:cubicBezTo>
                  <a:cubicBezTo>
                    <a:pt x="23997" y="28628"/>
                    <a:pt x="24009" y="28647"/>
                    <a:pt x="24021" y="28668"/>
                  </a:cubicBezTo>
                  <a:cubicBezTo>
                    <a:pt x="24021" y="28668"/>
                    <a:pt x="25866" y="26093"/>
                    <a:pt x="26119" y="22870"/>
                  </a:cubicBezTo>
                  <a:cubicBezTo>
                    <a:pt x="26307" y="21858"/>
                    <a:pt x="26442" y="20837"/>
                    <a:pt x="26523" y="19813"/>
                  </a:cubicBezTo>
                  <a:cubicBezTo>
                    <a:pt x="26575" y="19835"/>
                    <a:pt x="26634" y="19857"/>
                    <a:pt x="26692" y="19878"/>
                  </a:cubicBezTo>
                  <a:cubicBezTo>
                    <a:pt x="26692" y="19878"/>
                    <a:pt x="27371" y="13157"/>
                    <a:pt x="26069" y="11628"/>
                  </a:cubicBezTo>
                  <a:lnTo>
                    <a:pt x="26007" y="11696"/>
                  </a:lnTo>
                  <a:cubicBezTo>
                    <a:pt x="25863" y="11057"/>
                    <a:pt x="25690" y="10428"/>
                    <a:pt x="25486" y="9817"/>
                  </a:cubicBezTo>
                  <a:cubicBezTo>
                    <a:pt x="25523" y="9768"/>
                    <a:pt x="25499" y="9700"/>
                    <a:pt x="25443" y="9685"/>
                  </a:cubicBezTo>
                  <a:cubicBezTo>
                    <a:pt x="25357" y="9432"/>
                    <a:pt x="25267" y="9185"/>
                    <a:pt x="25169" y="8941"/>
                  </a:cubicBezTo>
                  <a:cubicBezTo>
                    <a:pt x="25388" y="8793"/>
                    <a:pt x="25517" y="8654"/>
                    <a:pt x="25532" y="8543"/>
                  </a:cubicBezTo>
                  <a:cubicBezTo>
                    <a:pt x="25628" y="7890"/>
                    <a:pt x="21745" y="1385"/>
                    <a:pt x="20184" y="55"/>
                  </a:cubicBezTo>
                  <a:cubicBezTo>
                    <a:pt x="20141" y="18"/>
                    <a:pt x="20095" y="1"/>
                    <a:pt x="20047"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 name="Google Shape;4958;p46">
              <a:extLst>
                <a:ext uri="{FF2B5EF4-FFF2-40B4-BE49-F238E27FC236}">
                  <a16:creationId xmlns:a16="http://schemas.microsoft.com/office/drawing/2014/main" id="{1216177B-96AD-DFE7-96AD-45A9BFD63C55}"/>
                </a:ext>
              </a:extLst>
            </p:cNvPr>
            <p:cNvGrpSpPr/>
            <p:nvPr/>
          </p:nvGrpSpPr>
          <p:grpSpPr>
            <a:xfrm>
              <a:off x="2479501" y="3684823"/>
              <a:ext cx="372309" cy="363450"/>
              <a:chOff x="2479501" y="3684823"/>
              <a:chExt cx="372309" cy="363450"/>
            </a:xfrm>
          </p:grpSpPr>
          <p:sp>
            <p:nvSpPr>
              <p:cNvPr id="41" name="Google Shape;4959;p46">
                <a:extLst>
                  <a:ext uri="{FF2B5EF4-FFF2-40B4-BE49-F238E27FC236}">
                    <a16:creationId xmlns:a16="http://schemas.microsoft.com/office/drawing/2014/main" id="{59CBB0A2-CE89-6BC7-2B16-01D95DBF35FD}"/>
                  </a:ext>
                </a:extLst>
              </p:cNvPr>
              <p:cNvSpPr/>
              <p:nvPr/>
            </p:nvSpPr>
            <p:spPr>
              <a:xfrm>
                <a:off x="2490525" y="3687000"/>
                <a:ext cx="359100" cy="359100"/>
              </a:xfrm>
              <a:prstGeom prst="ellipse">
                <a:avLst/>
              </a:prstGeom>
              <a:solidFill>
                <a:schemeClr val="lt2"/>
              </a:solidFill>
              <a:ln w="76200" cap="flat" cmpd="sng">
                <a:solidFill>
                  <a:srgbClr val="FFFFF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960;p46">
                <a:extLst>
                  <a:ext uri="{FF2B5EF4-FFF2-40B4-BE49-F238E27FC236}">
                    <a16:creationId xmlns:a16="http://schemas.microsoft.com/office/drawing/2014/main" id="{8E5077EF-3F8D-9C85-E9C6-0D71DD139123}"/>
                  </a:ext>
                </a:extLst>
              </p:cNvPr>
              <p:cNvSpPr/>
              <p:nvPr/>
            </p:nvSpPr>
            <p:spPr>
              <a:xfrm>
                <a:off x="2488361" y="3684823"/>
                <a:ext cx="363450" cy="363450"/>
              </a:xfrm>
              <a:custGeom>
                <a:avLst/>
                <a:gdLst/>
                <a:ahLst/>
                <a:cxnLst/>
                <a:rect l="l" t="t" r="r" b="b"/>
                <a:pathLst>
                  <a:path w="5210" h="5210" extrusionOk="0">
                    <a:moveTo>
                      <a:pt x="2607" y="1"/>
                    </a:moveTo>
                    <a:cubicBezTo>
                      <a:pt x="1166" y="1"/>
                      <a:pt x="0" y="1166"/>
                      <a:pt x="0" y="2607"/>
                    </a:cubicBezTo>
                    <a:cubicBezTo>
                      <a:pt x="0" y="4044"/>
                      <a:pt x="1166" y="5210"/>
                      <a:pt x="2607" y="5210"/>
                    </a:cubicBezTo>
                    <a:cubicBezTo>
                      <a:pt x="4044" y="5210"/>
                      <a:pt x="5210" y="4044"/>
                      <a:pt x="5210" y="2607"/>
                    </a:cubicBezTo>
                    <a:cubicBezTo>
                      <a:pt x="5210" y="1166"/>
                      <a:pt x="4044" y="1"/>
                      <a:pt x="26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961;p46">
                <a:extLst>
                  <a:ext uri="{FF2B5EF4-FFF2-40B4-BE49-F238E27FC236}">
                    <a16:creationId xmlns:a16="http://schemas.microsoft.com/office/drawing/2014/main" id="{A7AE2444-73EC-A34C-F2C4-DB4D5604DE0A}"/>
                  </a:ext>
                </a:extLst>
              </p:cNvPr>
              <p:cNvSpPr/>
              <p:nvPr/>
            </p:nvSpPr>
            <p:spPr>
              <a:xfrm>
                <a:off x="2487942" y="3829649"/>
                <a:ext cx="129754" cy="84828"/>
              </a:xfrm>
              <a:custGeom>
                <a:avLst/>
                <a:gdLst/>
                <a:ahLst/>
                <a:cxnLst/>
                <a:rect l="l" t="t" r="r" b="b"/>
                <a:pathLst>
                  <a:path w="1860" h="1216" extrusionOk="0">
                    <a:moveTo>
                      <a:pt x="1739" y="0"/>
                    </a:moveTo>
                    <a:cubicBezTo>
                      <a:pt x="1722" y="0"/>
                      <a:pt x="1704" y="6"/>
                      <a:pt x="1687" y="19"/>
                    </a:cubicBezTo>
                    <a:cubicBezTo>
                      <a:pt x="1675" y="28"/>
                      <a:pt x="642" y="892"/>
                      <a:pt x="96" y="1049"/>
                    </a:cubicBezTo>
                    <a:cubicBezTo>
                      <a:pt x="0" y="1077"/>
                      <a:pt x="22" y="1215"/>
                      <a:pt x="117" y="1215"/>
                    </a:cubicBezTo>
                    <a:cubicBezTo>
                      <a:pt x="127" y="1215"/>
                      <a:pt x="133" y="1215"/>
                      <a:pt x="142" y="1212"/>
                    </a:cubicBezTo>
                    <a:cubicBezTo>
                      <a:pt x="722" y="1043"/>
                      <a:pt x="1752" y="185"/>
                      <a:pt x="1795" y="148"/>
                    </a:cubicBezTo>
                    <a:cubicBezTo>
                      <a:pt x="1859" y="89"/>
                      <a:pt x="1807" y="0"/>
                      <a:pt x="17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962;p46">
                <a:extLst>
                  <a:ext uri="{FF2B5EF4-FFF2-40B4-BE49-F238E27FC236}">
                    <a16:creationId xmlns:a16="http://schemas.microsoft.com/office/drawing/2014/main" id="{DDAC1A6A-EEB9-190A-391C-210CD19195AD}"/>
                  </a:ext>
                </a:extLst>
              </p:cNvPr>
              <p:cNvSpPr/>
              <p:nvPr/>
            </p:nvSpPr>
            <p:spPr>
              <a:xfrm>
                <a:off x="2683904" y="3704775"/>
                <a:ext cx="167145" cy="186887"/>
              </a:xfrm>
              <a:custGeom>
                <a:avLst/>
                <a:gdLst/>
                <a:ahLst/>
                <a:cxnLst/>
                <a:rect l="l" t="t" r="r" b="b"/>
                <a:pathLst>
                  <a:path w="2396" h="2679" extrusionOk="0">
                    <a:moveTo>
                      <a:pt x="116" y="1"/>
                    </a:moveTo>
                    <a:cubicBezTo>
                      <a:pt x="57" y="1"/>
                      <a:pt x="0" y="64"/>
                      <a:pt x="41" y="131"/>
                    </a:cubicBezTo>
                    <a:cubicBezTo>
                      <a:pt x="84" y="202"/>
                      <a:pt x="1114" y="1827"/>
                      <a:pt x="2219" y="2660"/>
                    </a:cubicBezTo>
                    <a:cubicBezTo>
                      <a:pt x="2236" y="2673"/>
                      <a:pt x="2254" y="2678"/>
                      <a:pt x="2271" y="2678"/>
                    </a:cubicBezTo>
                    <a:cubicBezTo>
                      <a:pt x="2343" y="2678"/>
                      <a:pt x="2395" y="2579"/>
                      <a:pt x="2320" y="2524"/>
                    </a:cubicBezTo>
                    <a:lnTo>
                      <a:pt x="2323" y="2524"/>
                    </a:lnTo>
                    <a:cubicBezTo>
                      <a:pt x="2064" y="2327"/>
                      <a:pt x="1827" y="2108"/>
                      <a:pt x="1605" y="1874"/>
                    </a:cubicBezTo>
                    <a:cubicBezTo>
                      <a:pt x="1744" y="1753"/>
                      <a:pt x="2262" y="1402"/>
                      <a:pt x="2268" y="1399"/>
                    </a:cubicBezTo>
                    <a:cubicBezTo>
                      <a:pt x="2344" y="1348"/>
                      <a:pt x="2295" y="1243"/>
                      <a:pt x="2222" y="1243"/>
                    </a:cubicBezTo>
                    <a:cubicBezTo>
                      <a:pt x="2206" y="1243"/>
                      <a:pt x="2189" y="1248"/>
                      <a:pt x="2172" y="1260"/>
                    </a:cubicBezTo>
                    <a:cubicBezTo>
                      <a:pt x="2151" y="1275"/>
                      <a:pt x="1632" y="1627"/>
                      <a:pt x="1491" y="1750"/>
                    </a:cubicBezTo>
                    <a:cubicBezTo>
                      <a:pt x="1383" y="1633"/>
                      <a:pt x="1281" y="1513"/>
                      <a:pt x="1182" y="1395"/>
                    </a:cubicBezTo>
                    <a:cubicBezTo>
                      <a:pt x="1327" y="1235"/>
                      <a:pt x="1861" y="846"/>
                      <a:pt x="1867" y="843"/>
                    </a:cubicBezTo>
                    <a:cubicBezTo>
                      <a:pt x="1942" y="788"/>
                      <a:pt x="1889" y="687"/>
                      <a:pt x="1818" y="687"/>
                    </a:cubicBezTo>
                    <a:cubicBezTo>
                      <a:pt x="1802" y="687"/>
                      <a:pt x="1785" y="693"/>
                      <a:pt x="1768" y="705"/>
                    </a:cubicBezTo>
                    <a:cubicBezTo>
                      <a:pt x="1747" y="720"/>
                      <a:pt x="1250" y="1081"/>
                      <a:pt x="1074" y="1263"/>
                    </a:cubicBezTo>
                    <a:cubicBezTo>
                      <a:pt x="957" y="1121"/>
                      <a:pt x="846" y="979"/>
                      <a:pt x="747" y="846"/>
                    </a:cubicBezTo>
                    <a:cubicBezTo>
                      <a:pt x="750" y="843"/>
                      <a:pt x="750" y="840"/>
                      <a:pt x="753" y="840"/>
                    </a:cubicBezTo>
                    <a:cubicBezTo>
                      <a:pt x="815" y="751"/>
                      <a:pt x="1204" y="504"/>
                      <a:pt x="1435" y="371"/>
                    </a:cubicBezTo>
                    <a:cubicBezTo>
                      <a:pt x="1516" y="325"/>
                      <a:pt x="1469" y="214"/>
                      <a:pt x="1393" y="214"/>
                    </a:cubicBezTo>
                    <a:cubicBezTo>
                      <a:pt x="1379" y="214"/>
                      <a:pt x="1364" y="218"/>
                      <a:pt x="1349" y="226"/>
                    </a:cubicBezTo>
                    <a:cubicBezTo>
                      <a:pt x="1253" y="282"/>
                      <a:pt x="794" y="553"/>
                      <a:pt x="646" y="708"/>
                    </a:cubicBezTo>
                    <a:cubicBezTo>
                      <a:pt x="365" y="325"/>
                      <a:pt x="189" y="48"/>
                      <a:pt x="186" y="41"/>
                    </a:cubicBezTo>
                    <a:cubicBezTo>
                      <a:pt x="167" y="13"/>
                      <a:pt x="141" y="1"/>
                      <a:pt x="1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963;p46">
                <a:extLst>
                  <a:ext uri="{FF2B5EF4-FFF2-40B4-BE49-F238E27FC236}">
                    <a16:creationId xmlns:a16="http://schemas.microsoft.com/office/drawing/2014/main" id="{89467E98-8869-A65F-4ED8-84FB3EDD6B78}"/>
                  </a:ext>
                </a:extLst>
              </p:cNvPr>
              <p:cNvSpPr/>
              <p:nvPr/>
            </p:nvSpPr>
            <p:spPr>
              <a:xfrm>
                <a:off x="2621885" y="3689776"/>
                <a:ext cx="221139" cy="245555"/>
              </a:xfrm>
              <a:custGeom>
                <a:avLst/>
                <a:gdLst/>
                <a:ahLst/>
                <a:cxnLst/>
                <a:rect l="l" t="t" r="r" b="b"/>
                <a:pathLst>
                  <a:path w="3170" h="3520" extrusionOk="0">
                    <a:moveTo>
                      <a:pt x="108" y="1"/>
                    </a:moveTo>
                    <a:cubicBezTo>
                      <a:pt x="54" y="1"/>
                      <a:pt x="0" y="54"/>
                      <a:pt x="29" y="121"/>
                    </a:cubicBezTo>
                    <a:cubicBezTo>
                      <a:pt x="82" y="229"/>
                      <a:pt x="1377" y="2736"/>
                      <a:pt x="3015" y="3510"/>
                    </a:cubicBezTo>
                    <a:cubicBezTo>
                      <a:pt x="3024" y="3517"/>
                      <a:pt x="3037" y="3520"/>
                      <a:pt x="3049" y="3520"/>
                    </a:cubicBezTo>
                    <a:cubicBezTo>
                      <a:pt x="3141" y="3520"/>
                      <a:pt x="3169" y="3396"/>
                      <a:pt x="3086" y="3359"/>
                    </a:cubicBezTo>
                    <a:cubicBezTo>
                      <a:pt x="1504" y="2610"/>
                      <a:pt x="193" y="71"/>
                      <a:pt x="181" y="44"/>
                    </a:cubicBezTo>
                    <a:cubicBezTo>
                      <a:pt x="162" y="13"/>
                      <a:pt x="135" y="1"/>
                      <a:pt x="1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964;p46">
                <a:extLst>
                  <a:ext uri="{FF2B5EF4-FFF2-40B4-BE49-F238E27FC236}">
                    <a16:creationId xmlns:a16="http://schemas.microsoft.com/office/drawing/2014/main" id="{B1628B84-F48D-42E5-9A17-49081230B896}"/>
                  </a:ext>
                </a:extLst>
              </p:cNvPr>
              <p:cNvSpPr/>
              <p:nvPr/>
            </p:nvSpPr>
            <p:spPr>
              <a:xfrm>
                <a:off x="2479501" y="3737074"/>
                <a:ext cx="310990" cy="273110"/>
              </a:xfrm>
              <a:custGeom>
                <a:avLst/>
                <a:gdLst/>
                <a:ahLst/>
                <a:cxnLst/>
                <a:rect l="l" t="t" r="r" b="b"/>
                <a:pathLst>
                  <a:path w="4458" h="3915" extrusionOk="0">
                    <a:moveTo>
                      <a:pt x="2354" y="2222"/>
                    </a:moveTo>
                    <a:cubicBezTo>
                      <a:pt x="2585" y="2496"/>
                      <a:pt x="2845" y="2749"/>
                      <a:pt x="3128" y="2974"/>
                    </a:cubicBezTo>
                    <a:cubicBezTo>
                      <a:pt x="2905" y="3023"/>
                      <a:pt x="2709" y="3042"/>
                      <a:pt x="2538" y="3042"/>
                    </a:cubicBezTo>
                    <a:cubicBezTo>
                      <a:pt x="2012" y="3042"/>
                      <a:pt x="1731" y="2860"/>
                      <a:pt x="1645" y="2792"/>
                    </a:cubicBezTo>
                    <a:cubicBezTo>
                      <a:pt x="1935" y="2613"/>
                      <a:pt x="2215" y="2410"/>
                      <a:pt x="2354" y="2222"/>
                    </a:cubicBezTo>
                    <a:close/>
                    <a:moveTo>
                      <a:pt x="1178" y="0"/>
                    </a:moveTo>
                    <a:cubicBezTo>
                      <a:pt x="1127" y="0"/>
                      <a:pt x="1076" y="45"/>
                      <a:pt x="1096" y="109"/>
                    </a:cubicBezTo>
                    <a:cubicBezTo>
                      <a:pt x="1105" y="140"/>
                      <a:pt x="1188" y="353"/>
                      <a:pt x="1339" y="664"/>
                    </a:cubicBezTo>
                    <a:cubicBezTo>
                      <a:pt x="1099" y="803"/>
                      <a:pt x="285" y="1281"/>
                      <a:pt x="93" y="1358"/>
                    </a:cubicBezTo>
                    <a:cubicBezTo>
                      <a:pt x="0" y="1394"/>
                      <a:pt x="38" y="1522"/>
                      <a:pt x="122" y="1522"/>
                    </a:cubicBezTo>
                    <a:cubicBezTo>
                      <a:pt x="132" y="1522"/>
                      <a:pt x="143" y="1520"/>
                      <a:pt x="155" y="1515"/>
                    </a:cubicBezTo>
                    <a:cubicBezTo>
                      <a:pt x="359" y="1432"/>
                      <a:pt x="1164" y="963"/>
                      <a:pt x="1417" y="812"/>
                    </a:cubicBezTo>
                    <a:cubicBezTo>
                      <a:pt x="1651" y="1262"/>
                      <a:pt x="1925" y="1688"/>
                      <a:pt x="2243" y="2086"/>
                    </a:cubicBezTo>
                    <a:cubicBezTo>
                      <a:pt x="2240" y="2089"/>
                      <a:pt x="2234" y="2092"/>
                      <a:pt x="2234" y="2098"/>
                    </a:cubicBezTo>
                    <a:cubicBezTo>
                      <a:pt x="1935" y="2539"/>
                      <a:pt x="633" y="3138"/>
                      <a:pt x="621" y="3144"/>
                    </a:cubicBezTo>
                    <a:cubicBezTo>
                      <a:pt x="537" y="3181"/>
                      <a:pt x="565" y="3304"/>
                      <a:pt x="655" y="3304"/>
                    </a:cubicBezTo>
                    <a:cubicBezTo>
                      <a:pt x="658" y="3305"/>
                      <a:pt x="661" y="3305"/>
                      <a:pt x="665" y="3305"/>
                    </a:cubicBezTo>
                    <a:cubicBezTo>
                      <a:pt x="674" y="3305"/>
                      <a:pt x="683" y="3303"/>
                      <a:pt x="692" y="3298"/>
                    </a:cubicBezTo>
                    <a:cubicBezTo>
                      <a:pt x="701" y="3295"/>
                      <a:pt x="744" y="3273"/>
                      <a:pt x="815" y="3239"/>
                    </a:cubicBezTo>
                    <a:lnTo>
                      <a:pt x="815" y="3239"/>
                    </a:lnTo>
                    <a:cubicBezTo>
                      <a:pt x="806" y="3283"/>
                      <a:pt x="831" y="3326"/>
                      <a:pt x="871" y="3341"/>
                    </a:cubicBezTo>
                    <a:cubicBezTo>
                      <a:pt x="911" y="3363"/>
                      <a:pt x="951" y="3384"/>
                      <a:pt x="988" y="3409"/>
                    </a:cubicBezTo>
                    <a:cubicBezTo>
                      <a:pt x="1238" y="3573"/>
                      <a:pt x="1774" y="3915"/>
                      <a:pt x="2530" y="3915"/>
                    </a:cubicBezTo>
                    <a:cubicBezTo>
                      <a:pt x="2940" y="3912"/>
                      <a:pt x="3344" y="3816"/>
                      <a:pt x="3717" y="3640"/>
                    </a:cubicBezTo>
                    <a:cubicBezTo>
                      <a:pt x="3804" y="3597"/>
                      <a:pt x="3763" y="3478"/>
                      <a:pt x="3683" y="3478"/>
                    </a:cubicBezTo>
                    <a:cubicBezTo>
                      <a:pt x="3671" y="3478"/>
                      <a:pt x="3659" y="3481"/>
                      <a:pt x="3646" y="3486"/>
                    </a:cubicBezTo>
                    <a:cubicBezTo>
                      <a:pt x="3236" y="3674"/>
                      <a:pt x="2863" y="3744"/>
                      <a:pt x="2534" y="3744"/>
                    </a:cubicBezTo>
                    <a:cubicBezTo>
                      <a:pt x="1822" y="3744"/>
                      <a:pt x="1317" y="3419"/>
                      <a:pt x="1080" y="3267"/>
                    </a:cubicBezTo>
                    <a:cubicBezTo>
                      <a:pt x="1034" y="3233"/>
                      <a:pt x="985" y="3206"/>
                      <a:pt x="932" y="3181"/>
                    </a:cubicBezTo>
                    <a:cubicBezTo>
                      <a:pt x="1080" y="3107"/>
                      <a:pt x="1284" y="3002"/>
                      <a:pt x="1494" y="2882"/>
                    </a:cubicBezTo>
                    <a:cubicBezTo>
                      <a:pt x="1509" y="2897"/>
                      <a:pt x="1817" y="3209"/>
                      <a:pt x="2533" y="3209"/>
                    </a:cubicBezTo>
                    <a:cubicBezTo>
                      <a:pt x="2774" y="3209"/>
                      <a:pt x="3014" y="3178"/>
                      <a:pt x="3249" y="3119"/>
                    </a:cubicBezTo>
                    <a:cubicBezTo>
                      <a:pt x="3264" y="3116"/>
                      <a:pt x="3279" y="3107"/>
                      <a:pt x="3292" y="3095"/>
                    </a:cubicBezTo>
                    <a:cubicBezTo>
                      <a:pt x="3603" y="3320"/>
                      <a:pt x="3949" y="3502"/>
                      <a:pt x="4313" y="3628"/>
                    </a:cubicBezTo>
                    <a:cubicBezTo>
                      <a:pt x="4322" y="3631"/>
                      <a:pt x="4331" y="3634"/>
                      <a:pt x="4340" y="3634"/>
                    </a:cubicBezTo>
                    <a:cubicBezTo>
                      <a:pt x="4436" y="3634"/>
                      <a:pt x="4458" y="3499"/>
                      <a:pt x="4368" y="3468"/>
                    </a:cubicBezTo>
                    <a:lnTo>
                      <a:pt x="4368" y="3468"/>
                    </a:lnTo>
                    <a:lnTo>
                      <a:pt x="4368" y="3471"/>
                    </a:lnTo>
                    <a:cubicBezTo>
                      <a:pt x="2277" y="2755"/>
                      <a:pt x="1265" y="78"/>
                      <a:pt x="1253" y="50"/>
                    </a:cubicBezTo>
                    <a:cubicBezTo>
                      <a:pt x="1237" y="15"/>
                      <a:pt x="1207" y="0"/>
                      <a:pt x="117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965;p46">
                <a:extLst>
                  <a:ext uri="{FF2B5EF4-FFF2-40B4-BE49-F238E27FC236}">
                    <a16:creationId xmlns:a16="http://schemas.microsoft.com/office/drawing/2014/main" id="{B348448F-4AC1-DB21-8329-3EE9F0A68C7F}"/>
                  </a:ext>
                </a:extLst>
              </p:cNvPr>
              <p:cNvSpPr/>
              <p:nvPr/>
            </p:nvSpPr>
            <p:spPr>
              <a:xfrm>
                <a:off x="2589097" y="3696264"/>
                <a:ext cx="237463" cy="273320"/>
              </a:xfrm>
              <a:custGeom>
                <a:avLst/>
                <a:gdLst/>
                <a:ahLst/>
                <a:cxnLst/>
                <a:rect l="l" t="t" r="r" b="b"/>
                <a:pathLst>
                  <a:path w="3404" h="3918" extrusionOk="0">
                    <a:moveTo>
                      <a:pt x="108" y="1"/>
                    </a:moveTo>
                    <a:cubicBezTo>
                      <a:pt x="55" y="1"/>
                      <a:pt x="0" y="46"/>
                      <a:pt x="24" y="114"/>
                    </a:cubicBezTo>
                    <a:cubicBezTo>
                      <a:pt x="34" y="142"/>
                      <a:pt x="789" y="2754"/>
                      <a:pt x="3244" y="3908"/>
                    </a:cubicBezTo>
                    <a:cubicBezTo>
                      <a:pt x="3258" y="3914"/>
                      <a:pt x="3271" y="3917"/>
                      <a:pt x="3284" y="3917"/>
                    </a:cubicBezTo>
                    <a:cubicBezTo>
                      <a:pt x="3362" y="3917"/>
                      <a:pt x="3403" y="3796"/>
                      <a:pt x="3315" y="3754"/>
                    </a:cubicBezTo>
                    <a:cubicBezTo>
                      <a:pt x="931" y="2634"/>
                      <a:pt x="197" y="93"/>
                      <a:pt x="188" y="68"/>
                    </a:cubicBezTo>
                    <a:cubicBezTo>
                      <a:pt x="178" y="21"/>
                      <a:pt x="143" y="1"/>
                      <a:pt x="1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Google Shape;4966;p46">
              <a:extLst>
                <a:ext uri="{FF2B5EF4-FFF2-40B4-BE49-F238E27FC236}">
                  <a16:creationId xmlns:a16="http://schemas.microsoft.com/office/drawing/2014/main" id="{5A5A37FA-6E81-E71E-72D9-B64C5EBB99D2}"/>
                </a:ext>
              </a:extLst>
            </p:cNvPr>
            <p:cNvSpPr/>
            <p:nvPr/>
          </p:nvSpPr>
          <p:spPr>
            <a:xfrm>
              <a:off x="905391" y="1583514"/>
              <a:ext cx="1962977" cy="2750846"/>
            </a:xfrm>
            <a:custGeom>
              <a:avLst/>
              <a:gdLst/>
              <a:ahLst/>
              <a:cxnLst/>
              <a:rect l="l" t="t" r="r" b="b"/>
              <a:pathLst>
                <a:path w="28139" h="39433" extrusionOk="0">
                  <a:moveTo>
                    <a:pt x="19424" y="1"/>
                  </a:moveTo>
                  <a:cubicBezTo>
                    <a:pt x="19142" y="1"/>
                    <a:pt x="18642" y="2178"/>
                    <a:pt x="18642" y="2178"/>
                  </a:cubicBezTo>
                  <a:lnTo>
                    <a:pt x="14302" y="2246"/>
                  </a:lnTo>
                  <a:cubicBezTo>
                    <a:pt x="14302" y="2246"/>
                    <a:pt x="13645" y="846"/>
                    <a:pt x="13179" y="377"/>
                  </a:cubicBezTo>
                  <a:cubicBezTo>
                    <a:pt x="13145" y="342"/>
                    <a:pt x="13104" y="326"/>
                    <a:pt x="13058" y="326"/>
                  </a:cubicBezTo>
                  <a:cubicBezTo>
                    <a:pt x="12486" y="326"/>
                    <a:pt x="11125" y="2807"/>
                    <a:pt x="11125" y="2807"/>
                  </a:cubicBezTo>
                  <a:cubicBezTo>
                    <a:pt x="8602" y="9630"/>
                    <a:pt x="4583" y="10003"/>
                    <a:pt x="1965" y="15798"/>
                  </a:cubicBezTo>
                  <a:cubicBezTo>
                    <a:pt x="0" y="20153"/>
                    <a:pt x="1783" y="24456"/>
                    <a:pt x="3661" y="26840"/>
                  </a:cubicBezTo>
                  <a:cubicBezTo>
                    <a:pt x="2850" y="28222"/>
                    <a:pt x="1875" y="30797"/>
                    <a:pt x="3649" y="33459"/>
                  </a:cubicBezTo>
                  <a:cubicBezTo>
                    <a:pt x="4485" y="34713"/>
                    <a:pt x="6001" y="35079"/>
                    <a:pt x="7696" y="35079"/>
                  </a:cubicBezTo>
                  <a:cubicBezTo>
                    <a:pt x="10072" y="35079"/>
                    <a:pt x="12802" y="34361"/>
                    <a:pt x="14516" y="34361"/>
                  </a:cubicBezTo>
                  <a:cubicBezTo>
                    <a:pt x="15404" y="34361"/>
                    <a:pt x="16019" y="34554"/>
                    <a:pt x="16171" y="35140"/>
                  </a:cubicBezTo>
                  <a:cubicBezTo>
                    <a:pt x="16825" y="37663"/>
                    <a:pt x="10564" y="35420"/>
                    <a:pt x="11591" y="38224"/>
                  </a:cubicBezTo>
                  <a:cubicBezTo>
                    <a:pt x="11896" y="39054"/>
                    <a:pt x="13033" y="39432"/>
                    <a:pt x="14377" y="39432"/>
                  </a:cubicBezTo>
                  <a:cubicBezTo>
                    <a:pt x="17572" y="39432"/>
                    <a:pt x="21935" y="37296"/>
                    <a:pt x="19067" y="34020"/>
                  </a:cubicBezTo>
                  <a:cubicBezTo>
                    <a:pt x="17912" y="32699"/>
                    <a:pt x="16439" y="32364"/>
                    <a:pt x="14817" y="32364"/>
                  </a:cubicBezTo>
                  <a:cubicBezTo>
                    <a:pt x="13153" y="32364"/>
                    <a:pt x="11332" y="32716"/>
                    <a:pt x="9532" y="32716"/>
                  </a:cubicBezTo>
                  <a:cubicBezTo>
                    <a:pt x="8121" y="32716"/>
                    <a:pt x="6723" y="32500"/>
                    <a:pt x="5425" y="31728"/>
                  </a:cubicBezTo>
                  <a:cubicBezTo>
                    <a:pt x="3812" y="30772"/>
                    <a:pt x="4864" y="29690"/>
                    <a:pt x="5765" y="28663"/>
                  </a:cubicBezTo>
                  <a:cubicBezTo>
                    <a:pt x="7248" y="29232"/>
                    <a:pt x="11217" y="29623"/>
                    <a:pt x="15056" y="29623"/>
                  </a:cubicBezTo>
                  <a:cubicBezTo>
                    <a:pt x="18662" y="29623"/>
                    <a:pt x="22155" y="29278"/>
                    <a:pt x="23367" y="28413"/>
                  </a:cubicBezTo>
                  <a:cubicBezTo>
                    <a:pt x="25982" y="26544"/>
                    <a:pt x="28138" y="15736"/>
                    <a:pt x="25143" y="8134"/>
                  </a:cubicBezTo>
                  <a:cubicBezTo>
                    <a:pt x="22963" y="2610"/>
                    <a:pt x="19721" y="96"/>
                    <a:pt x="19440" y="4"/>
                  </a:cubicBezTo>
                  <a:cubicBezTo>
                    <a:pt x="19435" y="2"/>
                    <a:pt x="19429" y="1"/>
                    <a:pt x="194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4967;p46">
              <a:extLst>
                <a:ext uri="{FF2B5EF4-FFF2-40B4-BE49-F238E27FC236}">
                  <a16:creationId xmlns:a16="http://schemas.microsoft.com/office/drawing/2014/main" id="{C88A9B00-269F-1FAF-237B-9B71C0C568C9}"/>
                </a:ext>
              </a:extLst>
            </p:cNvPr>
            <p:cNvSpPr/>
            <p:nvPr/>
          </p:nvSpPr>
          <p:spPr>
            <a:xfrm>
              <a:off x="1607964" y="3540066"/>
              <a:ext cx="82805" cy="112523"/>
            </a:xfrm>
            <a:custGeom>
              <a:avLst/>
              <a:gdLst/>
              <a:ahLst/>
              <a:cxnLst/>
              <a:rect l="l" t="t" r="r" b="b"/>
              <a:pathLst>
                <a:path w="1187" h="1613" extrusionOk="0">
                  <a:moveTo>
                    <a:pt x="121" y="1"/>
                  </a:moveTo>
                  <a:cubicBezTo>
                    <a:pt x="56" y="1"/>
                    <a:pt x="1" y="83"/>
                    <a:pt x="58" y="145"/>
                  </a:cubicBezTo>
                  <a:cubicBezTo>
                    <a:pt x="67" y="154"/>
                    <a:pt x="832" y="928"/>
                    <a:pt x="1011" y="1551"/>
                  </a:cubicBezTo>
                  <a:cubicBezTo>
                    <a:pt x="1020" y="1588"/>
                    <a:pt x="1054" y="1613"/>
                    <a:pt x="1094" y="1613"/>
                  </a:cubicBezTo>
                  <a:cubicBezTo>
                    <a:pt x="1100" y="1613"/>
                    <a:pt x="1110" y="1613"/>
                    <a:pt x="1116" y="1610"/>
                  </a:cubicBezTo>
                  <a:cubicBezTo>
                    <a:pt x="1162" y="1597"/>
                    <a:pt x="1187" y="1551"/>
                    <a:pt x="1174" y="1505"/>
                  </a:cubicBezTo>
                  <a:cubicBezTo>
                    <a:pt x="983" y="839"/>
                    <a:pt x="212" y="58"/>
                    <a:pt x="178" y="24"/>
                  </a:cubicBezTo>
                  <a:cubicBezTo>
                    <a:pt x="160" y="8"/>
                    <a:pt x="140" y="1"/>
                    <a:pt x="1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4968;p46">
              <a:extLst>
                <a:ext uri="{FF2B5EF4-FFF2-40B4-BE49-F238E27FC236}">
                  <a16:creationId xmlns:a16="http://schemas.microsoft.com/office/drawing/2014/main" id="{7DF92DD2-7CC5-3614-3B05-6933BF4CC81E}"/>
                </a:ext>
              </a:extLst>
            </p:cNvPr>
            <p:cNvSpPr/>
            <p:nvPr/>
          </p:nvSpPr>
          <p:spPr>
            <a:xfrm>
              <a:off x="1502833" y="3589876"/>
              <a:ext cx="159332" cy="66412"/>
            </a:xfrm>
            <a:custGeom>
              <a:avLst/>
              <a:gdLst/>
              <a:ahLst/>
              <a:cxnLst/>
              <a:rect l="l" t="t" r="r" b="b"/>
              <a:pathLst>
                <a:path w="2284" h="952" extrusionOk="0">
                  <a:moveTo>
                    <a:pt x="860" y="0"/>
                  </a:moveTo>
                  <a:cubicBezTo>
                    <a:pt x="439" y="0"/>
                    <a:pt x="106" y="129"/>
                    <a:pt x="100" y="131"/>
                  </a:cubicBezTo>
                  <a:cubicBezTo>
                    <a:pt x="1" y="166"/>
                    <a:pt x="39" y="298"/>
                    <a:pt x="121" y="298"/>
                  </a:cubicBezTo>
                  <a:cubicBezTo>
                    <a:pt x="134" y="298"/>
                    <a:pt x="147" y="295"/>
                    <a:pt x="162" y="288"/>
                  </a:cubicBezTo>
                  <a:cubicBezTo>
                    <a:pt x="188" y="279"/>
                    <a:pt x="489" y="163"/>
                    <a:pt x="864" y="163"/>
                  </a:cubicBezTo>
                  <a:cubicBezTo>
                    <a:pt x="1281" y="163"/>
                    <a:pt x="1789" y="307"/>
                    <a:pt x="2111" y="905"/>
                  </a:cubicBezTo>
                  <a:cubicBezTo>
                    <a:pt x="2126" y="933"/>
                    <a:pt x="2154" y="951"/>
                    <a:pt x="2185" y="951"/>
                  </a:cubicBezTo>
                  <a:cubicBezTo>
                    <a:pt x="2200" y="951"/>
                    <a:pt x="2213" y="948"/>
                    <a:pt x="2225" y="942"/>
                  </a:cubicBezTo>
                  <a:cubicBezTo>
                    <a:pt x="2268" y="920"/>
                    <a:pt x="2284" y="868"/>
                    <a:pt x="2262" y="825"/>
                  </a:cubicBezTo>
                  <a:cubicBezTo>
                    <a:pt x="1902" y="159"/>
                    <a:pt x="1327" y="0"/>
                    <a:pt x="8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969;p46">
              <a:extLst>
                <a:ext uri="{FF2B5EF4-FFF2-40B4-BE49-F238E27FC236}">
                  <a16:creationId xmlns:a16="http://schemas.microsoft.com/office/drawing/2014/main" id="{3A26EC64-C7D2-F07A-1472-4B4B0D789D0C}"/>
                </a:ext>
              </a:extLst>
            </p:cNvPr>
            <p:cNvSpPr/>
            <p:nvPr/>
          </p:nvSpPr>
          <p:spPr>
            <a:xfrm>
              <a:off x="1404678" y="1557842"/>
              <a:ext cx="694042" cy="785637"/>
            </a:xfrm>
            <a:custGeom>
              <a:avLst/>
              <a:gdLst/>
              <a:ahLst/>
              <a:cxnLst/>
              <a:rect l="l" t="t" r="r" b="b"/>
              <a:pathLst>
                <a:path w="9949" h="11262" extrusionOk="0">
                  <a:moveTo>
                    <a:pt x="5588" y="1"/>
                  </a:moveTo>
                  <a:cubicBezTo>
                    <a:pt x="5351" y="1"/>
                    <a:pt x="5142" y="184"/>
                    <a:pt x="4995" y="652"/>
                  </a:cubicBezTo>
                  <a:cubicBezTo>
                    <a:pt x="4616" y="1867"/>
                    <a:pt x="1007" y="7977"/>
                    <a:pt x="446" y="9004"/>
                  </a:cubicBezTo>
                  <a:cubicBezTo>
                    <a:pt x="1" y="9819"/>
                    <a:pt x="3657" y="11262"/>
                    <a:pt x="6212" y="11262"/>
                  </a:cubicBezTo>
                  <a:cubicBezTo>
                    <a:pt x="6877" y="11262"/>
                    <a:pt x="7467" y="11164"/>
                    <a:pt x="7891" y="10932"/>
                  </a:cubicBezTo>
                  <a:cubicBezTo>
                    <a:pt x="9949" y="9809"/>
                    <a:pt x="9199" y="2521"/>
                    <a:pt x="9199" y="2521"/>
                  </a:cubicBezTo>
                  <a:lnTo>
                    <a:pt x="7685" y="2401"/>
                  </a:lnTo>
                  <a:cubicBezTo>
                    <a:pt x="7685" y="2401"/>
                    <a:pt x="6449" y="1"/>
                    <a:pt x="558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970;p46">
              <a:extLst>
                <a:ext uri="{FF2B5EF4-FFF2-40B4-BE49-F238E27FC236}">
                  <a16:creationId xmlns:a16="http://schemas.microsoft.com/office/drawing/2014/main" id="{91DF92F1-5108-729B-E23B-9DAA92680C1C}"/>
                </a:ext>
              </a:extLst>
            </p:cNvPr>
            <p:cNvSpPr/>
            <p:nvPr/>
          </p:nvSpPr>
          <p:spPr>
            <a:xfrm>
              <a:off x="2124691" y="1528751"/>
              <a:ext cx="567288" cy="728992"/>
            </a:xfrm>
            <a:custGeom>
              <a:avLst/>
              <a:gdLst/>
              <a:ahLst/>
              <a:cxnLst/>
              <a:rect l="l" t="t" r="r" b="b"/>
              <a:pathLst>
                <a:path w="8132" h="10450" extrusionOk="0">
                  <a:moveTo>
                    <a:pt x="2550" y="0"/>
                  </a:moveTo>
                  <a:cubicBezTo>
                    <a:pt x="1944" y="0"/>
                    <a:pt x="1074" y="2790"/>
                    <a:pt x="1074" y="2790"/>
                  </a:cubicBezTo>
                  <a:lnTo>
                    <a:pt x="41" y="2991"/>
                  </a:lnTo>
                  <a:cubicBezTo>
                    <a:pt x="41" y="2991"/>
                    <a:pt x="1" y="10134"/>
                    <a:pt x="1962" y="10415"/>
                  </a:cubicBezTo>
                  <a:cubicBezTo>
                    <a:pt x="2128" y="10438"/>
                    <a:pt x="2307" y="10449"/>
                    <a:pt x="2498" y="10449"/>
                  </a:cubicBezTo>
                  <a:cubicBezTo>
                    <a:pt x="4573" y="10449"/>
                    <a:pt x="7951" y="9144"/>
                    <a:pt x="8035" y="8545"/>
                  </a:cubicBezTo>
                  <a:cubicBezTo>
                    <a:pt x="8131" y="7892"/>
                    <a:pt x="4245" y="1384"/>
                    <a:pt x="2687" y="54"/>
                  </a:cubicBezTo>
                  <a:cubicBezTo>
                    <a:pt x="2644" y="17"/>
                    <a:pt x="2598" y="0"/>
                    <a:pt x="25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971;p46">
              <a:extLst>
                <a:ext uri="{FF2B5EF4-FFF2-40B4-BE49-F238E27FC236}">
                  <a16:creationId xmlns:a16="http://schemas.microsoft.com/office/drawing/2014/main" id="{0D65C0D1-F4F7-BB98-2832-4452B5CA169D}"/>
                </a:ext>
              </a:extLst>
            </p:cNvPr>
            <p:cNvSpPr/>
            <p:nvPr/>
          </p:nvSpPr>
          <p:spPr>
            <a:xfrm>
              <a:off x="839536" y="2336807"/>
              <a:ext cx="667254" cy="869698"/>
            </a:xfrm>
            <a:custGeom>
              <a:avLst/>
              <a:gdLst/>
              <a:ahLst/>
              <a:cxnLst/>
              <a:rect l="l" t="t" r="r" b="b"/>
              <a:pathLst>
                <a:path w="9565" h="12467" extrusionOk="0">
                  <a:moveTo>
                    <a:pt x="6274" y="0"/>
                  </a:moveTo>
                  <a:lnTo>
                    <a:pt x="6274" y="0"/>
                  </a:lnTo>
                  <a:cubicBezTo>
                    <a:pt x="0" y="5410"/>
                    <a:pt x="2511" y="12464"/>
                    <a:pt x="2511" y="12464"/>
                  </a:cubicBezTo>
                  <a:cubicBezTo>
                    <a:pt x="2511" y="12464"/>
                    <a:pt x="2557" y="12466"/>
                    <a:pt x="2639" y="12466"/>
                  </a:cubicBezTo>
                  <a:cubicBezTo>
                    <a:pt x="3350" y="12466"/>
                    <a:pt x="6736" y="12297"/>
                    <a:pt x="5333" y="9016"/>
                  </a:cubicBezTo>
                  <a:cubicBezTo>
                    <a:pt x="4741" y="7631"/>
                    <a:pt x="9565" y="5253"/>
                    <a:pt x="7841" y="2980"/>
                  </a:cubicBezTo>
                  <a:cubicBezTo>
                    <a:pt x="6117" y="707"/>
                    <a:pt x="6274" y="1"/>
                    <a:pt x="62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972;p46">
              <a:extLst>
                <a:ext uri="{FF2B5EF4-FFF2-40B4-BE49-F238E27FC236}">
                  <a16:creationId xmlns:a16="http://schemas.microsoft.com/office/drawing/2014/main" id="{830D5461-3DC1-F537-4A6F-5C9AA93F978E}"/>
                </a:ext>
              </a:extLst>
            </p:cNvPr>
            <p:cNvSpPr/>
            <p:nvPr/>
          </p:nvSpPr>
          <p:spPr>
            <a:xfrm>
              <a:off x="1727955" y="2065083"/>
              <a:ext cx="233696" cy="162890"/>
            </a:xfrm>
            <a:custGeom>
              <a:avLst/>
              <a:gdLst/>
              <a:ahLst/>
              <a:cxnLst/>
              <a:rect l="l" t="t" r="r" b="b"/>
              <a:pathLst>
                <a:path w="3350" h="2335" extrusionOk="0">
                  <a:moveTo>
                    <a:pt x="715" y="1"/>
                  </a:moveTo>
                  <a:cubicBezTo>
                    <a:pt x="371" y="1"/>
                    <a:pt x="129" y="46"/>
                    <a:pt x="105" y="49"/>
                  </a:cubicBezTo>
                  <a:cubicBezTo>
                    <a:pt x="1" y="70"/>
                    <a:pt x="25" y="218"/>
                    <a:pt x="120" y="218"/>
                  </a:cubicBezTo>
                  <a:cubicBezTo>
                    <a:pt x="126" y="218"/>
                    <a:pt x="132" y="217"/>
                    <a:pt x="139" y="216"/>
                  </a:cubicBezTo>
                  <a:cubicBezTo>
                    <a:pt x="144" y="215"/>
                    <a:pt x="375" y="171"/>
                    <a:pt x="708" y="171"/>
                  </a:cubicBezTo>
                  <a:cubicBezTo>
                    <a:pt x="1161" y="171"/>
                    <a:pt x="1804" y="252"/>
                    <a:pt x="2320" y="629"/>
                  </a:cubicBezTo>
                  <a:cubicBezTo>
                    <a:pt x="2801" y="981"/>
                    <a:pt x="3088" y="1530"/>
                    <a:pt x="3174" y="2258"/>
                  </a:cubicBezTo>
                  <a:cubicBezTo>
                    <a:pt x="3177" y="2301"/>
                    <a:pt x="3214" y="2335"/>
                    <a:pt x="3257" y="2335"/>
                  </a:cubicBezTo>
                  <a:lnTo>
                    <a:pt x="3270" y="2335"/>
                  </a:lnTo>
                  <a:cubicBezTo>
                    <a:pt x="3316" y="2329"/>
                    <a:pt x="3350" y="2285"/>
                    <a:pt x="3344" y="2239"/>
                  </a:cubicBezTo>
                  <a:cubicBezTo>
                    <a:pt x="3251" y="1459"/>
                    <a:pt x="2940" y="873"/>
                    <a:pt x="2418" y="490"/>
                  </a:cubicBezTo>
                  <a:cubicBezTo>
                    <a:pt x="1865" y="87"/>
                    <a:pt x="1192" y="1"/>
                    <a:pt x="7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973;p46">
              <a:extLst>
                <a:ext uri="{FF2B5EF4-FFF2-40B4-BE49-F238E27FC236}">
                  <a16:creationId xmlns:a16="http://schemas.microsoft.com/office/drawing/2014/main" id="{265C5D25-E9BF-BC3F-B822-3F71D1ACB17B}"/>
                </a:ext>
              </a:extLst>
            </p:cNvPr>
            <p:cNvSpPr/>
            <p:nvPr/>
          </p:nvSpPr>
          <p:spPr>
            <a:xfrm>
              <a:off x="2260239" y="2037945"/>
              <a:ext cx="223581" cy="179074"/>
            </a:xfrm>
            <a:custGeom>
              <a:avLst/>
              <a:gdLst/>
              <a:ahLst/>
              <a:cxnLst/>
              <a:rect l="l" t="t" r="r" b="b"/>
              <a:pathLst>
                <a:path w="3205" h="2567" extrusionOk="0">
                  <a:moveTo>
                    <a:pt x="2195" y="0"/>
                  </a:moveTo>
                  <a:cubicBezTo>
                    <a:pt x="2054" y="0"/>
                    <a:pt x="1904" y="21"/>
                    <a:pt x="1747" y="71"/>
                  </a:cubicBezTo>
                  <a:cubicBezTo>
                    <a:pt x="1016" y="309"/>
                    <a:pt x="433" y="1111"/>
                    <a:pt x="13" y="2456"/>
                  </a:cubicBezTo>
                  <a:cubicBezTo>
                    <a:pt x="1" y="2502"/>
                    <a:pt x="26" y="2548"/>
                    <a:pt x="72" y="2563"/>
                  </a:cubicBezTo>
                  <a:cubicBezTo>
                    <a:pt x="78" y="2563"/>
                    <a:pt x="87" y="2567"/>
                    <a:pt x="97" y="2567"/>
                  </a:cubicBezTo>
                  <a:cubicBezTo>
                    <a:pt x="134" y="2567"/>
                    <a:pt x="164" y="2542"/>
                    <a:pt x="177" y="2508"/>
                  </a:cubicBezTo>
                  <a:cubicBezTo>
                    <a:pt x="578" y="1219"/>
                    <a:pt x="1124" y="454"/>
                    <a:pt x="1796" y="235"/>
                  </a:cubicBezTo>
                  <a:cubicBezTo>
                    <a:pt x="1933" y="190"/>
                    <a:pt x="2067" y="172"/>
                    <a:pt x="2191" y="172"/>
                  </a:cubicBezTo>
                  <a:cubicBezTo>
                    <a:pt x="2666" y="172"/>
                    <a:pt x="3019" y="430"/>
                    <a:pt x="3024" y="432"/>
                  </a:cubicBezTo>
                  <a:cubicBezTo>
                    <a:pt x="3042" y="448"/>
                    <a:pt x="3061" y="454"/>
                    <a:pt x="3079" y="454"/>
                  </a:cubicBezTo>
                  <a:cubicBezTo>
                    <a:pt x="3151" y="454"/>
                    <a:pt x="3204" y="351"/>
                    <a:pt x="3125" y="297"/>
                  </a:cubicBezTo>
                  <a:cubicBezTo>
                    <a:pt x="3106" y="282"/>
                    <a:pt x="2722" y="0"/>
                    <a:pt x="2195" y="0"/>
                  </a:cubicBezTo>
                  <a:close/>
                </a:path>
              </a:pathLst>
            </a:custGeom>
            <a:solidFill>
              <a:srgbClr val="FCF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974;p46">
              <a:extLst>
                <a:ext uri="{FF2B5EF4-FFF2-40B4-BE49-F238E27FC236}">
                  <a16:creationId xmlns:a16="http://schemas.microsoft.com/office/drawing/2014/main" id="{87888DCA-2D39-39AC-918D-AF9A6E8DBF6F}"/>
                </a:ext>
              </a:extLst>
            </p:cNvPr>
            <p:cNvSpPr/>
            <p:nvPr/>
          </p:nvSpPr>
          <p:spPr>
            <a:xfrm>
              <a:off x="1751186" y="1616442"/>
              <a:ext cx="137567" cy="114964"/>
            </a:xfrm>
            <a:custGeom>
              <a:avLst/>
              <a:gdLst/>
              <a:ahLst/>
              <a:cxnLst/>
              <a:rect l="l" t="t" r="r" b="b"/>
              <a:pathLst>
                <a:path w="1972" h="1648" extrusionOk="0">
                  <a:moveTo>
                    <a:pt x="805" y="1"/>
                  </a:moveTo>
                  <a:cubicBezTo>
                    <a:pt x="632" y="1"/>
                    <a:pt x="1" y="1555"/>
                    <a:pt x="1" y="1555"/>
                  </a:cubicBezTo>
                  <a:cubicBezTo>
                    <a:pt x="1" y="1555"/>
                    <a:pt x="1740" y="1647"/>
                    <a:pt x="1854" y="1647"/>
                  </a:cubicBezTo>
                  <a:cubicBezTo>
                    <a:pt x="1971" y="1647"/>
                    <a:pt x="963" y="121"/>
                    <a:pt x="821" y="6"/>
                  </a:cubicBezTo>
                  <a:cubicBezTo>
                    <a:pt x="816" y="3"/>
                    <a:pt x="811" y="1"/>
                    <a:pt x="805" y="1"/>
                  </a:cubicBezTo>
                  <a:close/>
                </a:path>
              </a:pathLst>
            </a:custGeom>
            <a:solidFill>
              <a:srgbClr val="F6F7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975;p46">
              <a:extLst>
                <a:ext uri="{FF2B5EF4-FFF2-40B4-BE49-F238E27FC236}">
                  <a16:creationId xmlns:a16="http://schemas.microsoft.com/office/drawing/2014/main" id="{493F1F02-800A-7002-F36C-15864133D589}"/>
                </a:ext>
              </a:extLst>
            </p:cNvPr>
            <p:cNvSpPr/>
            <p:nvPr/>
          </p:nvSpPr>
          <p:spPr>
            <a:xfrm>
              <a:off x="2263936" y="1602489"/>
              <a:ext cx="122499" cy="106733"/>
            </a:xfrm>
            <a:custGeom>
              <a:avLst/>
              <a:gdLst/>
              <a:ahLst/>
              <a:cxnLst/>
              <a:rect l="l" t="t" r="r" b="b"/>
              <a:pathLst>
                <a:path w="1756" h="1530" extrusionOk="0">
                  <a:moveTo>
                    <a:pt x="819" y="0"/>
                  </a:moveTo>
                  <a:cubicBezTo>
                    <a:pt x="644" y="0"/>
                    <a:pt x="0" y="1530"/>
                    <a:pt x="0" y="1530"/>
                  </a:cubicBezTo>
                  <a:lnTo>
                    <a:pt x="1755" y="1443"/>
                  </a:lnTo>
                  <a:cubicBezTo>
                    <a:pt x="1755" y="1443"/>
                    <a:pt x="978" y="120"/>
                    <a:pt x="836" y="6"/>
                  </a:cubicBezTo>
                  <a:cubicBezTo>
                    <a:pt x="831" y="2"/>
                    <a:pt x="826" y="0"/>
                    <a:pt x="819" y="0"/>
                  </a:cubicBezTo>
                  <a:close/>
                </a:path>
              </a:pathLst>
            </a:custGeom>
            <a:solidFill>
              <a:srgbClr val="F6F7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976;p46">
              <a:extLst>
                <a:ext uri="{FF2B5EF4-FFF2-40B4-BE49-F238E27FC236}">
                  <a16:creationId xmlns:a16="http://schemas.microsoft.com/office/drawing/2014/main" id="{4CF1EECE-E0F7-DDD8-6DF7-E69EDBA18FF5}"/>
                </a:ext>
              </a:extLst>
            </p:cNvPr>
            <p:cNvSpPr/>
            <p:nvPr/>
          </p:nvSpPr>
          <p:spPr>
            <a:xfrm>
              <a:off x="1645078" y="3057800"/>
              <a:ext cx="515387" cy="602308"/>
            </a:xfrm>
            <a:custGeom>
              <a:avLst/>
              <a:gdLst/>
              <a:ahLst/>
              <a:cxnLst/>
              <a:rect l="l" t="t" r="r" b="b"/>
              <a:pathLst>
                <a:path w="7388" h="8634" extrusionOk="0">
                  <a:moveTo>
                    <a:pt x="6222" y="1"/>
                  </a:moveTo>
                  <a:cubicBezTo>
                    <a:pt x="6220" y="1"/>
                    <a:pt x="6218" y="1"/>
                    <a:pt x="6216" y="1"/>
                  </a:cubicBezTo>
                  <a:cubicBezTo>
                    <a:pt x="6170" y="4"/>
                    <a:pt x="6136" y="44"/>
                    <a:pt x="6139" y="90"/>
                  </a:cubicBezTo>
                  <a:cubicBezTo>
                    <a:pt x="6157" y="371"/>
                    <a:pt x="6614" y="6941"/>
                    <a:pt x="7175" y="8156"/>
                  </a:cubicBezTo>
                  <a:cubicBezTo>
                    <a:pt x="7215" y="8248"/>
                    <a:pt x="7187" y="8295"/>
                    <a:pt x="7160" y="8322"/>
                  </a:cubicBezTo>
                  <a:cubicBezTo>
                    <a:pt x="7095" y="8390"/>
                    <a:pt x="6953" y="8440"/>
                    <a:pt x="6746" y="8458"/>
                  </a:cubicBezTo>
                  <a:cubicBezTo>
                    <a:pt x="6749" y="8449"/>
                    <a:pt x="6749" y="8443"/>
                    <a:pt x="6746" y="8433"/>
                  </a:cubicBezTo>
                  <a:cubicBezTo>
                    <a:pt x="6740" y="8372"/>
                    <a:pt x="6564" y="6860"/>
                    <a:pt x="5818" y="6422"/>
                  </a:cubicBezTo>
                  <a:cubicBezTo>
                    <a:pt x="5801" y="6411"/>
                    <a:pt x="5784" y="6407"/>
                    <a:pt x="5768" y="6407"/>
                  </a:cubicBezTo>
                  <a:cubicBezTo>
                    <a:pt x="5692" y="6407"/>
                    <a:pt x="5644" y="6521"/>
                    <a:pt x="5732" y="6567"/>
                  </a:cubicBezTo>
                  <a:cubicBezTo>
                    <a:pt x="6407" y="6965"/>
                    <a:pt x="6580" y="8440"/>
                    <a:pt x="6580" y="8452"/>
                  </a:cubicBezTo>
                  <a:cubicBezTo>
                    <a:pt x="6580" y="8458"/>
                    <a:pt x="6580" y="8461"/>
                    <a:pt x="6583" y="8467"/>
                  </a:cubicBezTo>
                  <a:cubicBezTo>
                    <a:pt x="6441" y="8467"/>
                    <a:pt x="6299" y="8461"/>
                    <a:pt x="6157" y="8446"/>
                  </a:cubicBezTo>
                  <a:cubicBezTo>
                    <a:pt x="6139" y="7764"/>
                    <a:pt x="5075" y="6694"/>
                    <a:pt x="5028" y="6648"/>
                  </a:cubicBezTo>
                  <a:cubicBezTo>
                    <a:pt x="5009" y="6627"/>
                    <a:pt x="4988" y="6619"/>
                    <a:pt x="4967" y="6619"/>
                  </a:cubicBezTo>
                  <a:cubicBezTo>
                    <a:pt x="4901" y="6619"/>
                    <a:pt x="4845" y="6706"/>
                    <a:pt x="4908" y="6765"/>
                  </a:cubicBezTo>
                  <a:cubicBezTo>
                    <a:pt x="5210" y="7067"/>
                    <a:pt x="5951" y="7915"/>
                    <a:pt x="5988" y="8424"/>
                  </a:cubicBezTo>
                  <a:cubicBezTo>
                    <a:pt x="5472" y="8341"/>
                    <a:pt x="4967" y="8196"/>
                    <a:pt x="4482" y="7995"/>
                  </a:cubicBezTo>
                  <a:cubicBezTo>
                    <a:pt x="3184" y="7462"/>
                    <a:pt x="171" y="5781"/>
                    <a:pt x="229" y="1676"/>
                  </a:cubicBezTo>
                  <a:cubicBezTo>
                    <a:pt x="232" y="1629"/>
                    <a:pt x="195" y="1589"/>
                    <a:pt x="146" y="1589"/>
                  </a:cubicBezTo>
                  <a:cubicBezTo>
                    <a:pt x="144" y="1589"/>
                    <a:pt x="143" y="1589"/>
                    <a:pt x="141" y="1589"/>
                  </a:cubicBezTo>
                  <a:cubicBezTo>
                    <a:pt x="97" y="1589"/>
                    <a:pt x="60" y="1628"/>
                    <a:pt x="60" y="1673"/>
                  </a:cubicBezTo>
                  <a:cubicBezTo>
                    <a:pt x="1" y="5883"/>
                    <a:pt x="3088" y="7607"/>
                    <a:pt x="4418" y="8150"/>
                  </a:cubicBezTo>
                  <a:cubicBezTo>
                    <a:pt x="4930" y="8362"/>
                    <a:pt x="5466" y="8514"/>
                    <a:pt x="6015" y="8597"/>
                  </a:cubicBezTo>
                  <a:cubicBezTo>
                    <a:pt x="6028" y="8603"/>
                    <a:pt x="6040" y="8609"/>
                    <a:pt x="6055" y="8612"/>
                  </a:cubicBezTo>
                  <a:lnTo>
                    <a:pt x="6065" y="8612"/>
                  </a:lnTo>
                  <a:cubicBezTo>
                    <a:pt x="6077" y="8612"/>
                    <a:pt x="6086" y="8609"/>
                    <a:pt x="6099" y="8606"/>
                  </a:cubicBezTo>
                  <a:cubicBezTo>
                    <a:pt x="6244" y="8625"/>
                    <a:pt x="6392" y="8634"/>
                    <a:pt x="6540" y="8634"/>
                  </a:cubicBezTo>
                  <a:cubicBezTo>
                    <a:pt x="6888" y="8634"/>
                    <a:pt x="7147" y="8572"/>
                    <a:pt x="7277" y="8440"/>
                  </a:cubicBezTo>
                  <a:cubicBezTo>
                    <a:pt x="7372" y="8344"/>
                    <a:pt x="7388" y="8217"/>
                    <a:pt x="7326" y="8085"/>
                  </a:cubicBezTo>
                  <a:cubicBezTo>
                    <a:pt x="6777" y="6897"/>
                    <a:pt x="6311" y="146"/>
                    <a:pt x="6305" y="78"/>
                  </a:cubicBezTo>
                  <a:cubicBezTo>
                    <a:pt x="6299" y="34"/>
                    <a:pt x="6265" y="1"/>
                    <a:pt x="62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4977;p46">
              <a:extLst>
                <a:ext uri="{FF2B5EF4-FFF2-40B4-BE49-F238E27FC236}">
                  <a16:creationId xmlns:a16="http://schemas.microsoft.com/office/drawing/2014/main" id="{C0C3C4B1-7A05-8605-39AC-DC8E6D52AFF9}"/>
                </a:ext>
              </a:extLst>
            </p:cNvPr>
            <p:cNvSpPr/>
            <p:nvPr/>
          </p:nvSpPr>
          <p:spPr>
            <a:xfrm>
              <a:off x="2171432" y="2992083"/>
              <a:ext cx="461741" cy="674300"/>
            </a:xfrm>
            <a:custGeom>
              <a:avLst/>
              <a:gdLst/>
              <a:ahLst/>
              <a:cxnLst/>
              <a:rect l="l" t="t" r="r" b="b"/>
              <a:pathLst>
                <a:path w="6619" h="9666" extrusionOk="0">
                  <a:moveTo>
                    <a:pt x="4846" y="1"/>
                  </a:moveTo>
                  <a:cubicBezTo>
                    <a:pt x="4795" y="1"/>
                    <a:pt x="4742" y="43"/>
                    <a:pt x="4762" y="110"/>
                  </a:cubicBezTo>
                  <a:cubicBezTo>
                    <a:pt x="6150" y="5952"/>
                    <a:pt x="2785" y="8428"/>
                    <a:pt x="1724" y="9045"/>
                  </a:cubicBezTo>
                  <a:cubicBezTo>
                    <a:pt x="1542" y="9153"/>
                    <a:pt x="1354" y="9249"/>
                    <a:pt x="1160" y="9329"/>
                  </a:cubicBezTo>
                  <a:cubicBezTo>
                    <a:pt x="1228" y="8959"/>
                    <a:pt x="1613" y="8228"/>
                    <a:pt x="1777" y="7941"/>
                  </a:cubicBezTo>
                  <a:cubicBezTo>
                    <a:pt x="1815" y="7874"/>
                    <a:pt x="1759" y="7814"/>
                    <a:pt x="1702" y="7814"/>
                  </a:cubicBezTo>
                  <a:cubicBezTo>
                    <a:pt x="1676" y="7814"/>
                    <a:pt x="1649" y="7827"/>
                    <a:pt x="1632" y="7858"/>
                  </a:cubicBezTo>
                  <a:cubicBezTo>
                    <a:pt x="1564" y="7972"/>
                    <a:pt x="1015" y="8950"/>
                    <a:pt x="984" y="9397"/>
                  </a:cubicBezTo>
                  <a:cubicBezTo>
                    <a:pt x="885" y="9431"/>
                    <a:pt x="787" y="9459"/>
                    <a:pt x="685" y="9480"/>
                  </a:cubicBezTo>
                  <a:cubicBezTo>
                    <a:pt x="685" y="9471"/>
                    <a:pt x="685" y="9465"/>
                    <a:pt x="685" y="9456"/>
                  </a:cubicBezTo>
                  <a:cubicBezTo>
                    <a:pt x="605" y="8771"/>
                    <a:pt x="1178" y="7694"/>
                    <a:pt x="1184" y="7682"/>
                  </a:cubicBezTo>
                  <a:cubicBezTo>
                    <a:pt x="1216" y="7617"/>
                    <a:pt x="1161" y="7562"/>
                    <a:pt x="1106" y="7562"/>
                  </a:cubicBezTo>
                  <a:cubicBezTo>
                    <a:pt x="1080" y="7562"/>
                    <a:pt x="1054" y="7573"/>
                    <a:pt x="1036" y="7602"/>
                  </a:cubicBezTo>
                  <a:cubicBezTo>
                    <a:pt x="1012" y="7648"/>
                    <a:pt x="429" y="8737"/>
                    <a:pt x="518" y="9474"/>
                  </a:cubicBezTo>
                  <a:cubicBezTo>
                    <a:pt x="518" y="9483"/>
                    <a:pt x="521" y="9489"/>
                    <a:pt x="524" y="9499"/>
                  </a:cubicBezTo>
                  <a:cubicBezTo>
                    <a:pt x="519" y="9499"/>
                    <a:pt x="513" y="9499"/>
                    <a:pt x="507" y="9499"/>
                  </a:cubicBezTo>
                  <a:cubicBezTo>
                    <a:pt x="480" y="9499"/>
                    <a:pt x="455" y="9494"/>
                    <a:pt x="432" y="9483"/>
                  </a:cubicBezTo>
                  <a:cubicBezTo>
                    <a:pt x="235" y="9153"/>
                    <a:pt x="275" y="4188"/>
                    <a:pt x="349" y="931"/>
                  </a:cubicBezTo>
                  <a:cubicBezTo>
                    <a:pt x="352" y="884"/>
                    <a:pt x="315" y="844"/>
                    <a:pt x="268" y="844"/>
                  </a:cubicBezTo>
                  <a:lnTo>
                    <a:pt x="265" y="844"/>
                  </a:lnTo>
                  <a:cubicBezTo>
                    <a:pt x="219" y="844"/>
                    <a:pt x="182" y="881"/>
                    <a:pt x="179" y="927"/>
                  </a:cubicBezTo>
                  <a:cubicBezTo>
                    <a:pt x="161" y="1760"/>
                    <a:pt x="0" y="9095"/>
                    <a:pt x="287" y="9570"/>
                  </a:cubicBezTo>
                  <a:cubicBezTo>
                    <a:pt x="327" y="9641"/>
                    <a:pt x="417" y="9665"/>
                    <a:pt x="524" y="9665"/>
                  </a:cubicBezTo>
                  <a:cubicBezTo>
                    <a:pt x="688" y="9665"/>
                    <a:pt x="895" y="9607"/>
                    <a:pt x="1055" y="9551"/>
                  </a:cubicBezTo>
                  <a:lnTo>
                    <a:pt x="1077" y="9551"/>
                  </a:lnTo>
                  <a:cubicBezTo>
                    <a:pt x="1098" y="9548"/>
                    <a:pt x="1117" y="9539"/>
                    <a:pt x="1132" y="9520"/>
                  </a:cubicBezTo>
                  <a:cubicBezTo>
                    <a:pt x="1157" y="9511"/>
                    <a:pt x="1181" y="9502"/>
                    <a:pt x="1200" y="9493"/>
                  </a:cubicBezTo>
                  <a:cubicBezTo>
                    <a:pt x="1422" y="9409"/>
                    <a:pt x="6619" y="7201"/>
                    <a:pt x="4926" y="70"/>
                  </a:cubicBezTo>
                  <a:cubicBezTo>
                    <a:pt x="4917" y="22"/>
                    <a:pt x="4882" y="1"/>
                    <a:pt x="48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4978;p46">
              <a:extLst>
                <a:ext uri="{FF2B5EF4-FFF2-40B4-BE49-F238E27FC236}">
                  <a16:creationId xmlns:a16="http://schemas.microsoft.com/office/drawing/2014/main" id="{5E59E3B8-7884-329E-4D7C-01185E4885E8}"/>
                </a:ext>
              </a:extLst>
            </p:cNvPr>
            <p:cNvSpPr/>
            <p:nvPr/>
          </p:nvSpPr>
          <p:spPr>
            <a:xfrm>
              <a:off x="1672703" y="3534206"/>
              <a:ext cx="80503" cy="109593"/>
            </a:xfrm>
            <a:custGeom>
              <a:avLst/>
              <a:gdLst/>
              <a:ahLst/>
              <a:cxnLst/>
              <a:rect l="l" t="t" r="r" b="b"/>
              <a:pathLst>
                <a:path w="1154" h="1571" extrusionOk="0">
                  <a:moveTo>
                    <a:pt x="124" y="0"/>
                  </a:moveTo>
                  <a:cubicBezTo>
                    <a:pt x="60" y="0"/>
                    <a:pt x="1" y="78"/>
                    <a:pt x="58" y="142"/>
                  </a:cubicBezTo>
                  <a:cubicBezTo>
                    <a:pt x="422" y="574"/>
                    <a:pt x="851" y="1256"/>
                    <a:pt x="660" y="1422"/>
                  </a:cubicBezTo>
                  <a:cubicBezTo>
                    <a:pt x="626" y="1453"/>
                    <a:pt x="620" y="1506"/>
                    <a:pt x="651" y="1543"/>
                  </a:cubicBezTo>
                  <a:cubicBezTo>
                    <a:pt x="669" y="1561"/>
                    <a:pt x="691" y="1570"/>
                    <a:pt x="715" y="1570"/>
                  </a:cubicBezTo>
                  <a:cubicBezTo>
                    <a:pt x="737" y="1570"/>
                    <a:pt x="755" y="1564"/>
                    <a:pt x="771" y="1549"/>
                  </a:cubicBezTo>
                  <a:cubicBezTo>
                    <a:pt x="1153" y="1216"/>
                    <a:pt x="351" y="226"/>
                    <a:pt x="188" y="31"/>
                  </a:cubicBezTo>
                  <a:cubicBezTo>
                    <a:pt x="169" y="9"/>
                    <a:pt x="146" y="0"/>
                    <a:pt x="1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979;p46">
              <a:extLst>
                <a:ext uri="{FF2B5EF4-FFF2-40B4-BE49-F238E27FC236}">
                  <a16:creationId xmlns:a16="http://schemas.microsoft.com/office/drawing/2014/main" id="{8A021141-2699-5A28-6130-B8EB9D371D84}"/>
                </a:ext>
              </a:extLst>
            </p:cNvPr>
            <p:cNvSpPr/>
            <p:nvPr/>
          </p:nvSpPr>
          <p:spPr>
            <a:xfrm>
              <a:off x="984990" y="3257389"/>
              <a:ext cx="486297" cy="699902"/>
            </a:xfrm>
            <a:custGeom>
              <a:avLst/>
              <a:gdLst/>
              <a:ahLst/>
              <a:cxnLst/>
              <a:rect l="l" t="t" r="r" b="b"/>
              <a:pathLst>
                <a:path w="6971" h="10033" extrusionOk="0">
                  <a:moveTo>
                    <a:pt x="2958" y="1"/>
                  </a:moveTo>
                  <a:cubicBezTo>
                    <a:pt x="1867" y="1"/>
                    <a:pt x="913" y="369"/>
                    <a:pt x="913" y="369"/>
                  </a:cubicBezTo>
                  <a:cubicBezTo>
                    <a:pt x="1385" y="1285"/>
                    <a:pt x="1854" y="2035"/>
                    <a:pt x="2314" y="2645"/>
                  </a:cubicBezTo>
                  <a:cubicBezTo>
                    <a:pt x="1996" y="3204"/>
                    <a:pt x="0" y="7016"/>
                    <a:pt x="2863" y="10032"/>
                  </a:cubicBezTo>
                  <a:cubicBezTo>
                    <a:pt x="2863" y="10032"/>
                    <a:pt x="4260" y="9906"/>
                    <a:pt x="3794" y="8635"/>
                  </a:cubicBezTo>
                  <a:cubicBezTo>
                    <a:pt x="3328" y="7364"/>
                    <a:pt x="3751" y="7278"/>
                    <a:pt x="3751" y="7278"/>
                  </a:cubicBezTo>
                  <a:cubicBezTo>
                    <a:pt x="3751" y="7278"/>
                    <a:pt x="3054" y="6131"/>
                    <a:pt x="4682" y="4804"/>
                  </a:cubicBezTo>
                  <a:cubicBezTo>
                    <a:pt x="5359" y="5157"/>
                    <a:pt x="5930" y="5245"/>
                    <a:pt x="6333" y="5245"/>
                  </a:cubicBezTo>
                  <a:cubicBezTo>
                    <a:pt x="6737" y="5245"/>
                    <a:pt x="6971" y="5156"/>
                    <a:pt x="6971" y="5156"/>
                  </a:cubicBezTo>
                  <a:cubicBezTo>
                    <a:pt x="6971" y="5156"/>
                    <a:pt x="6931" y="3759"/>
                    <a:pt x="5574" y="3759"/>
                  </a:cubicBezTo>
                  <a:cubicBezTo>
                    <a:pt x="4217" y="3759"/>
                    <a:pt x="6039" y="1088"/>
                    <a:pt x="4516" y="329"/>
                  </a:cubicBezTo>
                  <a:cubicBezTo>
                    <a:pt x="4024" y="84"/>
                    <a:pt x="3476" y="1"/>
                    <a:pt x="295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980;p46">
              <a:extLst>
                <a:ext uri="{FF2B5EF4-FFF2-40B4-BE49-F238E27FC236}">
                  <a16:creationId xmlns:a16="http://schemas.microsoft.com/office/drawing/2014/main" id="{B02CAF20-1C00-0C50-7335-408966BFC440}"/>
                </a:ext>
              </a:extLst>
            </p:cNvPr>
            <p:cNvSpPr/>
            <p:nvPr/>
          </p:nvSpPr>
          <p:spPr>
            <a:xfrm>
              <a:off x="1128281" y="3863414"/>
              <a:ext cx="372728" cy="180399"/>
            </a:xfrm>
            <a:custGeom>
              <a:avLst/>
              <a:gdLst/>
              <a:ahLst/>
              <a:cxnLst/>
              <a:rect l="l" t="t" r="r" b="b"/>
              <a:pathLst>
                <a:path w="5343" h="2586" extrusionOk="0">
                  <a:moveTo>
                    <a:pt x="953" y="0"/>
                  </a:moveTo>
                  <a:cubicBezTo>
                    <a:pt x="676" y="0"/>
                    <a:pt x="363" y="94"/>
                    <a:pt x="1" y="324"/>
                  </a:cubicBezTo>
                  <a:cubicBezTo>
                    <a:pt x="3" y="327"/>
                    <a:pt x="1019" y="2585"/>
                    <a:pt x="3466" y="2585"/>
                  </a:cubicBezTo>
                  <a:cubicBezTo>
                    <a:pt x="4017" y="2585"/>
                    <a:pt x="4641" y="2471"/>
                    <a:pt x="5342" y="2190"/>
                  </a:cubicBezTo>
                  <a:cubicBezTo>
                    <a:pt x="5342" y="2190"/>
                    <a:pt x="5299" y="1302"/>
                    <a:pt x="4368" y="1046"/>
                  </a:cubicBezTo>
                  <a:cubicBezTo>
                    <a:pt x="4278" y="1022"/>
                    <a:pt x="4196" y="1011"/>
                    <a:pt x="4119" y="1011"/>
                  </a:cubicBezTo>
                  <a:cubicBezTo>
                    <a:pt x="3585" y="1011"/>
                    <a:pt x="3343" y="1529"/>
                    <a:pt x="3033" y="1529"/>
                  </a:cubicBezTo>
                  <a:cubicBezTo>
                    <a:pt x="2926" y="1529"/>
                    <a:pt x="2810" y="1467"/>
                    <a:pt x="2671" y="1299"/>
                  </a:cubicBezTo>
                  <a:cubicBezTo>
                    <a:pt x="2230" y="767"/>
                    <a:pt x="1744" y="0"/>
                    <a:pt x="9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981;p46">
              <a:extLst>
                <a:ext uri="{FF2B5EF4-FFF2-40B4-BE49-F238E27FC236}">
                  <a16:creationId xmlns:a16="http://schemas.microsoft.com/office/drawing/2014/main" id="{792CF4FC-2F18-7DE5-789B-DFB71ECC1517}"/>
                </a:ext>
              </a:extLst>
            </p:cNvPr>
            <p:cNvSpPr/>
            <p:nvPr/>
          </p:nvSpPr>
          <p:spPr>
            <a:xfrm>
              <a:off x="1630916" y="3834114"/>
              <a:ext cx="414026" cy="102826"/>
            </a:xfrm>
            <a:custGeom>
              <a:avLst/>
              <a:gdLst/>
              <a:ahLst/>
              <a:cxnLst/>
              <a:rect l="l" t="t" r="r" b="b"/>
              <a:pathLst>
                <a:path w="5935" h="1474" extrusionOk="0">
                  <a:moveTo>
                    <a:pt x="4087" y="0"/>
                  </a:moveTo>
                  <a:cubicBezTo>
                    <a:pt x="3218" y="0"/>
                    <a:pt x="1990" y="96"/>
                    <a:pt x="296" y="408"/>
                  </a:cubicBezTo>
                  <a:cubicBezTo>
                    <a:pt x="296" y="408"/>
                    <a:pt x="0" y="1340"/>
                    <a:pt x="1697" y="1466"/>
                  </a:cubicBezTo>
                  <a:cubicBezTo>
                    <a:pt x="1767" y="1471"/>
                    <a:pt x="1834" y="1474"/>
                    <a:pt x="1898" y="1474"/>
                  </a:cubicBezTo>
                  <a:cubicBezTo>
                    <a:pt x="3123" y="1474"/>
                    <a:pt x="3446" y="585"/>
                    <a:pt x="3853" y="585"/>
                  </a:cubicBezTo>
                  <a:cubicBezTo>
                    <a:pt x="3945" y="585"/>
                    <a:pt x="4042" y="631"/>
                    <a:pt x="4155" y="744"/>
                  </a:cubicBezTo>
                  <a:cubicBezTo>
                    <a:pt x="4293" y="883"/>
                    <a:pt x="4456" y="937"/>
                    <a:pt x="4625" y="937"/>
                  </a:cubicBezTo>
                  <a:cubicBezTo>
                    <a:pt x="5234" y="937"/>
                    <a:pt x="5935" y="238"/>
                    <a:pt x="5935" y="238"/>
                  </a:cubicBezTo>
                  <a:cubicBezTo>
                    <a:pt x="5935" y="238"/>
                    <a:pt x="5458" y="0"/>
                    <a:pt x="408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982;p46">
              <a:extLst>
                <a:ext uri="{FF2B5EF4-FFF2-40B4-BE49-F238E27FC236}">
                  <a16:creationId xmlns:a16="http://schemas.microsoft.com/office/drawing/2014/main" id="{43CA7469-CA76-C0C0-002C-20EE4EE26EA9}"/>
                </a:ext>
              </a:extLst>
            </p:cNvPr>
            <p:cNvSpPr/>
            <p:nvPr/>
          </p:nvSpPr>
          <p:spPr>
            <a:xfrm>
              <a:off x="1655123" y="4114000"/>
              <a:ext cx="638095" cy="242276"/>
            </a:xfrm>
            <a:custGeom>
              <a:avLst/>
              <a:gdLst/>
              <a:ahLst/>
              <a:cxnLst/>
              <a:rect l="l" t="t" r="r" b="b"/>
              <a:pathLst>
                <a:path w="9147" h="3473" extrusionOk="0">
                  <a:moveTo>
                    <a:pt x="4801" y="1"/>
                  </a:moveTo>
                  <a:cubicBezTo>
                    <a:pt x="4750" y="1"/>
                    <a:pt x="4739" y="39"/>
                    <a:pt x="4739" y="39"/>
                  </a:cubicBezTo>
                  <a:cubicBezTo>
                    <a:pt x="3934" y="208"/>
                    <a:pt x="1433" y="251"/>
                    <a:pt x="924" y="760"/>
                  </a:cubicBezTo>
                  <a:cubicBezTo>
                    <a:pt x="423" y="1264"/>
                    <a:pt x="1" y="3472"/>
                    <a:pt x="3946" y="3472"/>
                  </a:cubicBezTo>
                  <a:cubicBezTo>
                    <a:pt x="3984" y="3472"/>
                    <a:pt x="4022" y="3472"/>
                    <a:pt x="4061" y="3471"/>
                  </a:cubicBezTo>
                  <a:cubicBezTo>
                    <a:pt x="8129" y="3428"/>
                    <a:pt x="9147" y="504"/>
                    <a:pt x="9147" y="504"/>
                  </a:cubicBezTo>
                  <a:cubicBezTo>
                    <a:pt x="8796" y="172"/>
                    <a:pt x="8469" y="49"/>
                    <a:pt x="8164" y="49"/>
                  </a:cubicBezTo>
                  <a:cubicBezTo>
                    <a:pt x="7297" y="49"/>
                    <a:pt x="6606" y="1043"/>
                    <a:pt x="6044" y="1043"/>
                  </a:cubicBezTo>
                  <a:cubicBezTo>
                    <a:pt x="5897" y="1043"/>
                    <a:pt x="5758" y="975"/>
                    <a:pt x="5628" y="804"/>
                  </a:cubicBezTo>
                  <a:cubicBezTo>
                    <a:pt x="5111" y="123"/>
                    <a:pt x="4892" y="1"/>
                    <a:pt x="480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983;p46">
              <a:extLst>
                <a:ext uri="{FF2B5EF4-FFF2-40B4-BE49-F238E27FC236}">
                  <a16:creationId xmlns:a16="http://schemas.microsoft.com/office/drawing/2014/main" id="{E0E28232-68E8-DD21-3366-B61C85317FCB}"/>
                </a:ext>
              </a:extLst>
            </p:cNvPr>
            <p:cNvSpPr/>
            <p:nvPr/>
          </p:nvSpPr>
          <p:spPr>
            <a:xfrm>
              <a:off x="1716793" y="4220248"/>
              <a:ext cx="381308" cy="151937"/>
            </a:xfrm>
            <a:custGeom>
              <a:avLst/>
              <a:gdLst/>
              <a:ahLst/>
              <a:cxnLst/>
              <a:rect l="l" t="t" r="r" b="b"/>
              <a:pathLst>
                <a:path w="5466" h="2178" extrusionOk="0">
                  <a:moveTo>
                    <a:pt x="3380" y="1"/>
                  </a:moveTo>
                  <a:cubicBezTo>
                    <a:pt x="3114" y="1"/>
                    <a:pt x="2820" y="51"/>
                    <a:pt x="2498" y="169"/>
                  </a:cubicBezTo>
                  <a:cubicBezTo>
                    <a:pt x="1468" y="548"/>
                    <a:pt x="1302" y="1160"/>
                    <a:pt x="579" y="1160"/>
                  </a:cubicBezTo>
                  <a:cubicBezTo>
                    <a:pt x="418" y="1160"/>
                    <a:pt x="231" y="1130"/>
                    <a:pt x="0" y="1060"/>
                  </a:cubicBezTo>
                  <a:lnTo>
                    <a:pt x="0" y="1060"/>
                  </a:lnTo>
                  <a:cubicBezTo>
                    <a:pt x="0" y="1060"/>
                    <a:pt x="1031" y="2177"/>
                    <a:pt x="2865" y="2177"/>
                  </a:cubicBezTo>
                  <a:cubicBezTo>
                    <a:pt x="3606" y="2177"/>
                    <a:pt x="4477" y="1995"/>
                    <a:pt x="5465" y="1483"/>
                  </a:cubicBezTo>
                  <a:cubicBezTo>
                    <a:pt x="5465" y="1483"/>
                    <a:pt x="4829" y="1"/>
                    <a:pt x="33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984;p46">
              <a:extLst>
                <a:ext uri="{FF2B5EF4-FFF2-40B4-BE49-F238E27FC236}">
                  <a16:creationId xmlns:a16="http://schemas.microsoft.com/office/drawing/2014/main" id="{B4931B27-6B58-18D9-137D-1E8F60D956AC}"/>
                </a:ext>
              </a:extLst>
            </p:cNvPr>
            <p:cNvSpPr/>
            <p:nvPr/>
          </p:nvSpPr>
          <p:spPr>
            <a:xfrm>
              <a:off x="2000585" y="3844718"/>
              <a:ext cx="268995" cy="153681"/>
            </a:xfrm>
            <a:custGeom>
              <a:avLst/>
              <a:gdLst/>
              <a:ahLst/>
              <a:cxnLst/>
              <a:rect l="l" t="t" r="r" b="b"/>
              <a:pathLst>
                <a:path w="3856" h="2203" extrusionOk="0">
                  <a:moveTo>
                    <a:pt x="296" y="0"/>
                  </a:moveTo>
                  <a:cubicBezTo>
                    <a:pt x="296" y="0"/>
                    <a:pt x="0" y="1567"/>
                    <a:pt x="1481" y="1823"/>
                  </a:cubicBezTo>
                  <a:cubicBezTo>
                    <a:pt x="2964" y="2076"/>
                    <a:pt x="3303" y="1780"/>
                    <a:pt x="3856" y="2202"/>
                  </a:cubicBezTo>
                  <a:lnTo>
                    <a:pt x="3856" y="2202"/>
                  </a:lnTo>
                  <a:cubicBezTo>
                    <a:pt x="3852" y="2196"/>
                    <a:pt x="3044" y="256"/>
                    <a:pt x="296" y="0"/>
                  </a:cubicBezTo>
                  <a:close/>
                  <a:moveTo>
                    <a:pt x="3856" y="2202"/>
                  </a:moveTo>
                  <a:cubicBezTo>
                    <a:pt x="3856" y="2202"/>
                    <a:pt x="3856" y="2202"/>
                    <a:pt x="3856" y="2202"/>
                  </a:cubicBezTo>
                  <a:cubicBezTo>
                    <a:pt x="3856" y="2202"/>
                    <a:pt x="3856" y="2202"/>
                    <a:pt x="3856" y="2202"/>
                  </a:cubicBezTo>
                  <a:cubicBezTo>
                    <a:pt x="3856" y="2202"/>
                    <a:pt x="3856" y="2202"/>
                    <a:pt x="3856" y="220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985;p46">
              <a:extLst>
                <a:ext uri="{FF2B5EF4-FFF2-40B4-BE49-F238E27FC236}">
                  <a16:creationId xmlns:a16="http://schemas.microsoft.com/office/drawing/2014/main" id="{C371CF31-DEB3-C0AC-D0B2-DBEA31E162E3}"/>
                </a:ext>
              </a:extLst>
            </p:cNvPr>
            <p:cNvSpPr/>
            <p:nvPr/>
          </p:nvSpPr>
          <p:spPr>
            <a:xfrm>
              <a:off x="1072332" y="2289927"/>
              <a:ext cx="337011" cy="315524"/>
            </a:xfrm>
            <a:custGeom>
              <a:avLst/>
              <a:gdLst/>
              <a:ahLst/>
              <a:cxnLst/>
              <a:rect l="l" t="t" r="r" b="b"/>
              <a:pathLst>
                <a:path w="4831" h="4523" extrusionOk="0">
                  <a:moveTo>
                    <a:pt x="3729" y="0"/>
                  </a:moveTo>
                  <a:cubicBezTo>
                    <a:pt x="297" y="2159"/>
                    <a:pt x="1" y="4491"/>
                    <a:pt x="1" y="4491"/>
                  </a:cubicBezTo>
                  <a:cubicBezTo>
                    <a:pt x="1" y="4491"/>
                    <a:pt x="297" y="4522"/>
                    <a:pt x="686" y="4522"/>
                  </a:cubicBezTo>
                  <a:cubicBezTo>
                    <a:pt x="1492" y="4522"/>
                    <a:pt x="2699" y="4387"/>
                    <a:pt x="2499" y="3559"/>
                  </a:cubicBezTo>
                  <a:cubicBezTo>
                    <a:pt x="2203" y="2329"/>
                    <a:pt x="4831" y="3134"/>
                    <a:pt x="4744" y="1820"/>
                  </a:cubicBezTo>
                  <a:cubicBezTo>
                    <a:pt x="4661" y="509"/>
                    <a:pt x="3729" y="0"/>
                    <a:pt x="372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986;p46">
              <a:extLst>
                <a:ext uri="{FF2B5EF4-FFF2-40B4-BE49-F238E27FC236}">
                  <a16:creationId xmlns:a16="http://schemas.microsoft.com/office/drawing/2014/main" id="{48D95BD3-5B34-D007-6793-6258753315C3}"/>
                </a:ext>
              </a:extLst>
            </p:cNvPr>
            <p:cNvSpPr/>
            <p:nvPr/>
          </p:nvSpPr>
          <p:spPr>
            <a:xfrm>
              <a:off x="2580865" y="2340016"/>
              <a:ext cx="232650" cy="575660"/>
            </a:xfrm>
            <a:custGeom>
              <a:avLst/>
              <a:gdLst/>
              <a:ahLst/>
              <a:cxnLst/>
              <a:rect l="l" t="t" r="r" b="b"/>
              <a:pathLst>
                <a:path w="3335" h="8252" extrusionOk="0">
                  <a:moveTo>
                    <a:pt x="2033" y="1"/>
                  </a:moveTo>
                  <a:cubicBezTo>
                    <a:pt x="2033" y="1"/>
                    <a:pt x="1" y="2147"/>
                    <a:pt x="395" y="3165"/>
                  </a:cubicBezTo>
                  <a:cubicBezTo>
                    <a:pt x="790" y="4183"/>
                    <a:pt x="1638" y="4408"/>
                    <a:pt x="1697" y="5087"/>
                  </a:cubicBezTo>
                  <a:cubicBezTo>
                    <a:pt x="1752" y="5765"/>
                    <a:pt x="340" y="7403"/>
                    <a:pt x="2656" y="8251"/>
                  </a:cubicBezTo>
                  <a:cubicBezTo>
                    <a:pt x="2656" y="8251"/>
                    <a:pt x="3335" y="1527"/>
                    <a:pt x="203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987;p46">
              <a:extLst>
                <a:ext uri="{FF2B5EF4-FFF2-40B4-BE49-F238E27FC236}">
                  <a16:creationId xmlns:a16="http://schemas.microsoft.com/office/drawing/2014/main" id="{C7730787-9711-7C97-F5FC-5CDA4474211A}"/>
                </a:ext>
              </a:extLst>
            </p:cNvPr>
            <p:cNvSpPr/>
            <p:nvPr/>
          </p:nvSpPr>
          <p:spPr>
            <a:xfrm>
              <a:off x="2473292" y="3052428"/>
              <a:ext cx="263414" cy="476252"/>
            </a:xfrm>
            <a:custGeom>
              <a:avLst/>
              <a:gdLst/>
              <a:ahLst/>
              <a:cxnLst/>
              <a:rect l="l" t="t" r="r" b="b"/>
              <a:pathLst>
                <a:path w="3776" h="6827" extrusionOk="0">
                  <a:moveTo>
                    <a:pt x="3646" y="1"/>
                  </a:moveTo>
                  <a:cubicBezTo>
                    <a:pt x="3646" y="1"/>
                    <a:pt x="2971" y="214"/>
                    <a:pt x="2375" y="1315"/>
                  </a:cubicBezTo>
                  <a:cubicBezTo>
                    <a:pt x="1780" y="2416"/>
                    <a:pt x="2249" y="3221"/>
                    <a:pt x="2459" y="3859"/>
                  </a:cubicBezTo>
                  <a:cubicBezTo>
                    <a:pt x="2671" y="4498"/>
                    <a:pt x="0" y="4581"/>
                    <a:pt x="1527" y="6826"/>
                  </a:cubicBezTo>
                  <a:cubicBezTo>
                    <a:pt x="1527" y="6823"/>
                    <a:pt x="3776" y="3690"/>
                    <a:pt x="364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988;p46">
              <a:extLst>
                <a:ext uri="{FF2B5EF4-FFF2-40B4-BE49-F238E27FC236}">
                  <a16:creationId xmlns:a16="http://schemas.microsoft.com/office/drawing/2014/main" id="{5FCEB4DE-D2AA-84D0-A5F0-81662364ECB2}"/>
                </a:ext>
              </a:extLst>
            </p:cNvPr>
            <p:cNvSpPr/>
            <p:nvPr/>
          </p:nvSpPr>
          <p:spPr>
            <a:xfrm>
              <a:off x="1711979" y="2576440"/>
              <a:ext cx="501644" cy="378936"/>
            </a:xfrm>
            <a:custGeom>
              <a:avLst/>
              <a:gdLst/>
              <a:ahLst/>
              <a:cxnLst/>
              <a:rect l="l" t="t" r="r" b="b"/>
              <a:pathLst>
                <a:path w="7191" h="5432" extrusionOk="0">
                  <a:moveTo>
                    <a:pt x="3982" y="1"/>
                  </a:moveTo>
                  <a:cubicBezTo>
                    <a:pt x="2268" y="1"/>
                    <a:pt x="1682" y="1800"/>
                    <a:pt x="1682" y="1800"/>
                  </a:cubicBezTo>
                  <a:cubicBezTo>
                    <a:pt x="1" y="2624"/>
                    <a:pt x="1141" y="4891"/>
                    <a:pt x="2431" y="4891"/>
                  </a:cubicBezTo>
                  <a:cubicBezTo>
                    <a:pt x="2579" y="4891"/>
                    <a:pt x="2730" y="4860"/>
                    <a:pt x="2879" y="4794"/>
                  </a:cubicBezTo>
                  <a:cubicBezTo>
                    <a:pt x="3102" y="4695"/>
                    <a:pt x="3275" y="4655"/>
                    <a:pt x="3415" y="4655"/>
                  </a:cubicBezTo>
                  <a:cubicBezTo>
                    <a:pt x="4028" y="4655"/>
                    <a:pt x="4001" y="5431"/>
                    <a:pt x="4746" y="5431"/>
                  </a:cubicBezTo>
                  <a:cubicBezTo>
                    <a:pt x="4925" y="5431"/>
                    <a:pt x="5148" y="5386"/>
                    <a:pt x="5436" y="5275"/>
                  </a:cubicBezTo>
                  <a:cubicBezTo>
                    <a:pt x="7191" y="4594"/>
                    <a:pt x="7110" y="2716"/>
                    <a:pt x="6352" y="1960"/>
                  </a:cubicBezTo>
                  <a:cubicBezTo>
                    <a:pt x="5596" y="1201"/>
                    <a:pt x="5793" y="41"/>
                    <a:pt x="4039" y="1"/>
                  </a:cubicBezTo>
                  <a:cubicBezTo>
                    <a:pt x="4020" y="1"/>
                    <a:pt x="4001" y="1"/>
                    <a:pt x="398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989;p46">
              <a:extLst>
                <a:ext uri="{FF2B5EF4-FFF2-40B4-BE49-F238E27FC236}">
                  <a16:creationId xmlns:a16="http://schemas.microsoft.com/office/drawing/2014/main" id="{9FF0FE7A-4452-1034-DE81-348A74794FA8}"/>
                </a:ext>
              </a:extLst>
            </p:cNvPr>
            <p:cNvSpPr/>
            <p:nvPr/>
          </p:nvSpPr>
          <p:spPr>
            <a:xfrm>
              <a:off x="2156084" y="2657015"/>
              <a:ext cx="247299" cy="179492"/>
            </a:xfrm>
            <a:custGeom>
              <a:avLst/>
              <a:gdLst/>
              <a:ahLst/>
              <a:cxnLst/>
              <a:rect l="l" t="t" r="r" b="b"/>
              <a:pathLst>
                <a:path w="3545" h="2573" extrusionOk="0">
                  <a:moveTo>
                    <a:pt x="2424" y="1"/>
                  </a:moveTo>
                  <a:cubicBezTo>
                    <a:pt x="1763" y="1"/>
                    <a:pt x="828" y="934"/>
                    <a:pt x="828" y="934"/>
                  </a:cubicBezTo>
                  <a:cubicBezTo>
                    <a:pt x="464" y="1154"/>
                    <a:pt x="0" y="2572"/>
                    <a:pt x="653" y="2572"/>
                  </a:cubicBezTo>
                  <a:cubicBezTo>
                    <a:pt x="714" y="2572"/>
                    <a:pt x="786" y="2559"/>
                    <a:pt x="868" y="2532"/>
                  </a:cubicBezTo>
                  <a:cubicBezTo>
                    <a:pt x="1214" y="2417"/>
                    <a:pt x="1367" y="2384"/>
                    <a:pt x="1475" y="2384"/>
                  </a:cubicBezTo>
                  <a:cubicBezTo>
                    <a:pt x="1615" y="2384"/>
                    <a:pt x="1677" y="2439"/>
                    <a:pt x="1981" y="2439"/>
                  </a:cubicBezTo>
                  <a:cubicBezTo>
                    <a:pt x="2092" y="2439"/>
                    <a:pt x="2235" y="2432"/>
                    <a:pt x="2425" y="2412"/>
                  </a:cubicBezTo>
                  <a:cubicBezTo>
                    <a:pt x="3545" y="2292"/>
                    <a:pt x="3385" y="697"/>
                    <a:pt x="2786" y="136"/>
                  </a:cubicBezTo>
                  <a:cubicBezTo>
                    <a:pt x="2684" y="40"/>
                    <a:pt x="2560" y="1"/>
                    <a:pt x="24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990;p46">
              <a:extLst>
                <a:ext uri="{FF2B5EF4-FFF2-40B4-BE49-F238E27FC236}">
                  <a16:creationId xmlns:a16="http://schemas.microsoft.com/office/drawing/2014/main" id="{C457C795-3D30-D04F-0B5A-1C30522EBEA5}"/>
                </a:ext>
              </a:extLst>
            </p:cNvPr>
            <p:cNvSpPr/>
            <p:nvPr/>
          </p:nvSpPr>
          <p:spPr>
            <a:xfrm>
              <a:off x="2013002" y="2256580"/>
              <a:ext cx="186887" cy="195188"/>
            </a:xfrm>
            <a:custGeom>
              <a:avLst/>
              <a:gdLst/>
              <a:ahLst/>
              <a:cxnLst/>
              <a:rect l="l" t="t" r="r" b="b"/>
              <a:pathLst>
                <a:path w="2679" h="2798" extrusionOk="0">
                  <a:moveTo>
                    <a:pt x="1276" y="0"/>
                  </a:moveTo>
                  <a:cubicBezTo>
                    <a:pt x="1231" y="0"/>
                    <a:pt x="1185" y="32"/>
                    <a:pt x="1192" y="93"/>
                  </a:cubicBezTo>
                  <a:lnTo>
                    <a:pt x="1306" y="2603"/>
                  </a:lnTo>
                  <a:cubicBezTo>
                    <a:pt x="803" y="2418"/>
                    <a:pt x="328" y="1336"/>
                    <a:pt x="180" y="907"/>
                  </a:cubicBezTo>
                  <a:cubicBezTo>
                    <a:pt x="165" y="868"/>
                    <a:pt x="134" y="852"/>
                    <a:pt x="103" y="852"/>
                  </a:cubicBezTo>
                  <a:cubicBezTo>
                    <a:pt x="52" y="852"/>
                    <a:pt x="0" y="897"/>
                    <a:pt x="20" y="962"/>
                  </a:cubicBezTo>
                  <a:cubicBezTo>
                    <a:pt x="44" y="1033"/>
                    <a:pt x="636" y="2708"/>
                    <a:pt x="1383" y="2794"/>
                  </a:cubicBezTo>
                  <a:lnTo>
                    <a:pt x="1392" y="2794"/>
                  </a:lnTo>
                  <a:cubicBezTo>
                    <a:pt x="1411" y="2794"/>
                    <a:pt x="1426" y="2797"/>
                    <a:pt x="1441" y="2797"/>
                  </a:cubicBezTo>
                  <a:cubicBezTo>
                    <a:pt x="2163" y="2797"/>
                    <a:pt x="2617" y="1215"/>
                    <a:pt x="2666" y="1033"/>
                  </a:cubicBezTo>
                  <a:cubicBezTo>
                    <a:pt x="2678" y="990"/>
                    <a:pt x="2654" y="944"/>
                    <a:pt x="2610" y="932"/>
                  </a:cubicBezTo>
                  <a:cubicBezTo>
                    <a:pt x="2602" y="929"/>
                    <a:pt x="2594" y="928"/>
                    <a:pt x="2587" y="928"/>
                  </a:cubicBezTo>
                  <a:cubicBezTo>
                    <a:pt x="2549" y="928"/>
                    <a:pt x="2516" y="952"/>
                    <a:pt x="2506" y="990"/>
                  </a:cubicBezTo>
                  <a:cubicBezTo>
                    <a:pt x="2382" y="1444"/>
                    <a:pt x="1966" y="2575"/>
                    <a:pt x="1475" y="2628"/>
                  </a:cubicBezTo>
                  <a:lnTo>
                    <a:pt x="1361" y="86"/>
                  </a:lnTo>
                  <a:cubicBezTo>
                    <a:pt x="1361" y="28"/>
                    <a:pt x="1319" y="0"/>
                    <a:pt x="12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991;p46">
              <a:extLst>
                <a:ext uri="{FF2B5EF4-FFF2-40B4-BE49-F238E27FC236}">
                  <a16:creationId xmlns:a16="http://schemas.microsoft.com/office/drawing/2014/main" id="{C87CB5E4-3F73-03D3-4B56-0656E68D20A3}"/>
                </a:ext>
              </a:extLst>
            </p:cNvPr>
            <p:cNvSpPr/>
            <p:nvPr/>
          </p:nvSpPr>
          <p:spPr>
            <a:xfrm>
              <a:off x="2047674" y="2212909"/>
              <a:ext cx="103384" cy="48692"/>
            </a:xfrm>
            <a:custGeom>
              <a:avLst/>
              <a:gdLst/>
              <a:ahLst/>
              <a:cxnLst/>
              <a:rect l="l" t="t" r="r" b="b"/>
              <a:pathLst>
                <a:path w="1482" h="698" extrusionOk="0">
                  <a:moveTo>
                    <a:pt x="925" y="1"/>
                  </a:moveTo>
                  <a:cubicBezTo>
                    <a:pt x="440" y="1"/>
                    <a:pt x="1" y="244"/>
                    <a:pt x="1" y="244"/>
                  </a:cubicBezTo>
                  <a:cubicBezTo>
                    <a:pt x="1" y="244"/>
                    <a:pt x="732" y="678"/>
                    <a:pt x="830" y="697"/>
                  </a:cubicBezTo>
                  <a:cubicBezTo>
                    <a:pt x="832" y="697"/>
                    <a:pt x="833" y="697"/>
                    <a:pt x="835" y="697"/>
                  </a:cubicBezTo>
                  <a:cubicBezTo>
                    <a:pt x="947" y="697"/>
                    <a:pt x="1481" y="136"/>
                    <a:pt x="1481" y="136"/>
                  </a:cubicBezTo>
                  <a:cubicBezTo>
                    <a:pt x="1304" y="36"/>
                    <a:pt x="1111" y="1"/>
                    <a:pt x="9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992;p46">
              <a:extLst>
                <a:ext uri="{FF2B5EF4-FFF2-40B4-BE49-F238E27FC236}">
                  <a16:creationId xmlns:a16="http://schemas.microsoft.com/office/drawing/2014/main" id="{298FBB52-9287-41F4-F5D6-A7C9FC9F1B82}"/>
                </a:ext>
              </a:extLst>
            </p:cNvPr>
            <p:cNvSpPr/>
            <p:nvPr/>
          </p:nvSpPr>
          <p:spPr>
            <a:xfrm>
              <a:off x="2349813" y="2204049"/>
              <a:ext cx="336173" cy="136032"/>
            </a:xfrm>
            <a:custGeom>
              <a:avLst/>
              <a:gdLst/>
              <a:ahLst/>
              <a:cxnLst/>
              <a:rect l="l" t="t" r="r" b="b"/>
              <a:pathLst>
                <a:path w="4819" h="1950" extrusionOk="0">
                  <a:moveTo>
                    <a:pt x="4697" y="0"/>
                  </a:moveTo>
                  <a:cubicBezTo>
                    <a:pt x="4686" y="0"/>
                    <a:pt x="4675" y="2"/>
                    <a:pt x="4663" y="7"/>
                  </a:cubicBezTo>
                  <a:lnTo>
                    <a:pt x="89" y="1786"/>
                  </a:lnTo>
                  <a:cubicBezTo>
                    <a:pt x="0" y="1820"/>
                    <a:pt x="25" y="1950"/>
                    <a:pt x="120" y="1950"/>
                  </a:cubicBezTo>
                  <a:cubicBezTo>
                    <a:pt x="130" y="1950"/>
                    <a:pt x="139" y="1950"/>
                    <a:pt x="151" y="1944"/>
                  </a:cubicBezTo>
                  <a:lnTo>
                    <a:pt x="4725" y="164"/>
                  </a:lnTo>
                  <a:cubicBezTo>
                    <a:pt x="4818" y="128"/>
                    <a:pt x="4780" y="0"/>
                    <a:pt x="4697"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993;p46">
              <a:extLst>
                <a:ext uri="{FF2B5EF4-FFF2-40B4-BE49-F238E27FC236}">
                  <a16:creationId xmlns:a16="http://schemas.microsoft.com/office/drawing/2014/main" id="{1F878460-9A23-751F-0F5F-BA22A2867DFC}"/>
                </a:ext>
              </a:extLst>
            </p:cNvPr>
            <p:cNvSpPr/>
            <p:nvPr/>
          </p:nvSpPr>
          <p:spPr>
            <a:xfrm>
              <a:off x="2379462" y="2316436"/>
              <a:ext cx="294736" cy="65226"/>
            </a:xfrm>
            <a:custGeom>
              <a:avLst/>
              <a:gdLst/>
              <a:ahLst/>
              <a:cxnLst/>
              <a:rect l="l" t="t" r="r" b="b"/>
              <a:pathLst>
                <a:path w="4225" h="935" extrusionOk="0">
                  <a:moveTo>
                    <a:pt x="4106" y="0"/>
                  </a:moveTo>
                  <a:cubicBezTo>
                    <a:pt x="4099" y="0"/>
                    <a:pt x="4092" y="1"/>
                    <a:pt x="4084" y="3"/>
                  </a:cubicBezTo>
                  <a:lnTo>
                    <a:pt x="102" y="767"/>
                  </a:lnTo>
                  <a:cubicBezTo>
                    <a:pt x="1" y="786"/>
                    <a:pt x="16" y="934"/>
                    <a:pt x="118" y="934"/>
                  </a:cubicBezTo>
                  <a:lnTo>
                    <a:pt x="133" y="934"/>
                  </a:lnTo>
                  <a:lnTo>
                    <a:pt x="4118" y="169"/>
                  </a:lnTo>
                  <a:cubicBezTo>
                    <a:pt x="4225" y="155"/>
                    <a:pt x="4202" y="0"/>
                    <a:pt x="4106" y="0"/>
                  </a:cubicBezTo>
                  <a:close/>
                </a:path>
              </a:pathLst>
            </a:custGeom>
            <a:solidFill>
              <a:srgbClr val="261D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994;p46">
              <a:extLst>
                <a:ext uri="{FF2B5EF4-FFF2-40B4-BE49-F238E27FC236}">
                  <a16:creationId xmlns:a16="http://schemas.microsoft.com/office/drawing/2014/main" id="{FF9B2CCC-0051-5964-DEBB-2EC10B22CD58}"/>
                </a:ext>
              </a:extLst>
            </p:cNvPr>
            <p:cNvSpPr/>
            <p:nvPr/>
          </p:nvSpPr>
          <p:spPr>
            <a:xfrm>
              <a:off x="2393484" y="2417033"/>
              <a:ext cx="297805" cy="35578"/>
            </a:xfrm>
            <a:custGeom>
              <a:avLst/>
              <a:gdLst/>
              <a:ahLst/>
              <a:cxnLst/>
              <a:rect l="l" t="t" r="r" b="b"/>
              <a:pathLst>
                <a:path w="4269" h="510" extrusionOk="0">
                  <a:moveTo>
                    <a:pt x="85" y="0"/>
                  </a:moveTo>
                  <a:cubicBezTo>
                    <a:pt x="41" y="0"/>
                    <a:pt x="6" y="35"/>
                    <a:pt x="3" y="78"/>
                  </a:cubicBezTo>
                  <a:cubicBezTo>
                    <a:pt x="0" y="124"/>
                    <a:pt x="34" y="164"/>
                    <a:pt x="80" y="167"/>
                  </a:cubicBezTo>
                  <a:lnTo>
                    <a:pt x="4148" y="507"/>
                  </a:lnTo>
                  <a:lnTo>
                    <a:pt x="4155" y="507"/>
                  </a:lnTo>
                  <a:lnTo>
                    <a:pt x="4155" y="510"/>
                  </a:lnTo>
                  <a:cubicBezTo>
                    <a:pt x="4263" y="507"/>
                    <a:pt x="4269" y="349"/>
                    <a:pt x="4164" y="340"/>
                  </a:cubicBezTo>
                  <a:lnTo>
                    <a:pt x="96" y="1"/>
                  </a:lnTo>
                  <a:cubicBezTo>
                    <a:pt x="92" y="0"/>
                    <a:pt x="89" y="0"/>
                    <a:pt x="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995;p46">
              <a:extLst>
                <a:ext uri="{FF2B5EF4-FFF2-40B4-BE49-F238E27FC236}">
                  <a16:creationId xmlns:a16="http://schemas.microsoft.com/office/drawing/2014/main" id="{E00C7A3F-0F2F-F13B-AB22-D66A8E5DA00C}"/>
                </a:ext>
              </a:extLst>
            </p:cNvPr>
            <p:cNvSpPr/>
            <p:nvPr/>
          </p:nvSpPr>
          <p:spPr>
            <a:xfrm>
              <a:off x="1394423" y="1847076"/>
              <a:ext cx="291388" cy="391423"/>
            </a:xfrm>
            <a:custGeom>
              <a:avLst/>
              <a:gdLst/>
              <a:ahLst/>
              <a:cxnLst/>
              <a:rect l="l" t="t" r="r" b="b"/>
              <a:pathLst>
                <a:path w="4177" h="5611" extrusionOk="0">
                  <a:moveTo>
                    <a:pt x="3347" y="1"/>
                  </a:moveTo>
                  <a:cubicBezTo>
                    <a:pt x="1777" y="1894"/>
                    <a:pt x="1" y="5448"/>
                    <a:pt x="1" y="5448"/>
                  </a:cubicBezTo>
                  <a:cubicBezTo>
                    <a:pt x="457" y="5561"/>
                    <a:pt x="836" y="5611"/>
                    <a:pt x="1148" y="5611"/>
                  </a:cubicBezTo>
                  <a:cubicBezTo>
                    <a:pt x="2965" y="5611"/>
                    <a:pt x="2550" y="3922"/>
                    <a:pt x="2221" y="3137"/>
                  </a:cubicBezTo>
                  <a:cubicBezTo>
                    <a:pt x="1836" y="2221"/>
                    <a:pt x="2755" y="2989"/>
                    <a:pt x="3464" y="1719"/>
                  </a:cubicBezTo>
                  <a:cubicBezTo>
                    <a:pt x="4177" y="445"/>
                    <a:pt x="3347" y="1"/>
                    <a:pt x="33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996;p46">
              <a:extLst>
                <a:ext uri="{FF2B5EF4-FFF2-40B4-BE49-F238E27FC236}">
                  <a16:creationId xmlns:a16="http://schemas.microsoft.com/office/drawing/2014/main" id="{090578B5-84B4-5C61-0400-979E3EECEBD0}"/>
                </a:ext>
              </a:extLst>
            </p:cNvPr>
            <p:cNvSpPr/>
            <p:nvPr/>
          </p:nvSpPr>
          <p:spPr>
            <a:xfrm>
              <a:off x="1374262" y="2162750"/>
              <a:ext cx="412700" cy="230696"/>
            </a:xfrm>
            <a:custGeom>
              <a:avLst/>
              <a:gdLst/>
              <a:ahLst/>
              <a:cxnLst/>
              <a:rect l="l" t="t" r="r" b="b"/>
              <a:pathLst>
                <a:path w="5916" h="3307" extrusionOk="0">
                  <a:moveTo>
                    <a:pt x="122" y="0"/>
                  </a:moveTo>
                  <a:cubicBezTo>
                    <a:pt x="46" y="0"/>
                    <a:pt x="0" y="110"/>
                    <a:pt x="80" y="158"/>
                  </a:cubicBezTo>
                  <a:lnTo>
                    <a:pt x="5758" y="3294"/>
                  </a:lnTo>
                  <a:cubicBezTo>
                    <a:pt x="5771" y="3300"/>
                    <a:pt x="5783" y="3307"/>
                    <a:pt x="5798" y="3307"/>
                  </a:cubicBezTo>
                  <a:cubicBezTo>
                    <a:pt x="5885" y="3304"/>
                    <a:pt x="5916" y="3189"/>
                    <a:pt x="5838" y="3146"/>
                  </a:cubicBezTo>
                  <a:lnTo>
                    <a:pt x="160" y="10"/>
                  </a:lnTo>
                  <a:cubicBezTo>
                    <a:pt x="147" y="3"/>
                    <a:pt x="134" y="0"/>
                    <a:pt x="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997;p46">
              <a:extLst>
                <a:ext uri="{FF2B5EF4-FFF2-40B4-BE49-F238E27FC236}">
                  <a16:creationId xmlns:a16="http://schemas.microsoft.com/office/drawing/2014/main" id="{F7B05C41-6074-A654-0003-A9D05E2AD90D}"/>
                </a:ext>
              </a:extLst>
            </p:cNvPr>
            <p:cNvSpPr/>
            <p:nvPr/>
          </p:nvSpPr>
          <p:spPr>
            <a:xfrm>
              <a:off x="1397771" y="2340086"/>
              <a:ext cx="401050" cy="94874"/>
            </a:xfrm>
            <a:custGeom>
              <a:avLst/>
              <a:gdLst/>
              <a:ahLst/>
              <a:cxnLst/>
              <a:rect l="l" t="t" r="r" b="b"/>
              <a:pathLst>
                <a:path w="5749" h="1360" extrusionOk="0">
                  <a:moveTo>
                    <a:pt x="119" y="0"/>
                  </a:moveTo>
                  <a:cubicBezTo>
                    <a:pt x="23" y="0"/>
                    <a:pt x="0" y="149"/>
                    <a:pt x="104" y="169"/>
                  </a:cubicBezTo>
                  <a:lnTo>
                    <a:pt x="5612" y="1357"/>
                  </a:lnTo>
                  <a:lnTo>
                    <a:pt x="5631" y="1357"/>
                  </a:lnTo>
                  <a:lnTo>
                    <a:pt x="5631" y="1360"/>
                  </a:lnTo>
                  <a:cubicBezTo>
                    <a:pt x="5733" y="1357"/>
                    <a:pt x="5748" y="1212"/>
                    <a:pt x="5649" y="1190"/>
                  </a:cubicBezTo>
                  <a:lnTo>
                    <a:pt x="141" y="3"/>
                  </a:lnTo>
                  <a:cubicBezTo>
                    <a:pt x="133" y="1"/>
                    <a:pt x="126" y="0"/>
                    <a:pt x="1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998;p46">
              <a:extLst>
                <a:ext uri="{FF2B5EF4-FFF2-40B4-BE49-F238E27FC236}">
                  <a16:creationId xmlns:a16="http://schemas.microsoft.com/office/drawing/2014/main" id="{F1CF7D37-15FB-A30F-EBAE-B85DB02A84A6}"/>
                </a:ext>
              </a:extLst>
            </p:cNvPr>
            <p:cNvSpPr/>
            <p:nvPr/>
          </p:nvSpPr>
          <p:spPr>
            <a:xfrm>
              <a:off x="1416398" y="2464193"/>
              <a:ext cx="316780" cy="23718"/>
            </a:xfrm>
            <a:custGeom>
              <a:avLst/>
              <a:gdLst/>
              <a:ahLst/>
              <a:cxnLst/>
              <a:rect l="l" t="t" r="r" b="b"/>
              <a:pathLst>
                <a:path w="4541" h="340" extrusionOk="0">
                  <a:moveTo>
                    <a:pt x="4429" y="0"/>
                  </a:moveTo>
                  <a:lnTo>
                    <a:pt x="105" y="170"/>
                  </a:lnTo>
                  <a:cubicBezTo>
                    <a:pt x="0" y="179"/>
                    <a:pt x="3" y="337"/>
                    <a:pt x="111" y="340"/>
                  </a:cubicBezTo>
                  <a:lnTo>
                    <a:pt x="114" y="340"/>
                  </a:lnTo>
                  <a:lnTo>
                    <a:pt x="4436" y="170"/>
                  </a:lnTo>
                  <a:cubicBezTo>
                    <a:pt x="4540" y="161"/>
                    <a:pt x="4534" y="3"/>
                    <a:pt x="44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999;p46">
              <a:extLst>
                <a:ext uri="{FF2B5EF4-FFF2-40B4-BE49-F238E27FC236}">
                  <a16:creationId xmlns:a16="http://schemas.microsoft.com/office/drawing/2014/main" id="{316BD344-0E3C-97DB-9B74-517E1F52D3D9}"/>
                </a:ext>
              </a:extLst>
            </p:cNvPr>
            <p:cNvSpPr/>
            <p:nvPr/>
          </p:nvSpPr>
          <p:spPr>
            <a:xfrm>
              <a:off x="1792834" y="1664787"/>
              <a:ext cx="42135" cy="61249"/>
            </a:xfrm>
            <a:custGeom>
              <a:avLst/>
              <a:gdLst/>
              <a:ahLst/>
              <a:cxnLst/>
              <a:rect l="l" t="t" r="r" b="b"/>
              <a:pathLst>
                <a:path w="604" h="878" extrusionOk="0">
                  <a:moveTo>
                    <a:pt x="449" y="0"/>
                  </a:moveTo>
                  <a:cubicBezTo>
                    <a:pt x="401" y="0"/>
                    <a:pt x="352" y="38"/>
                    <a:pt x="363" y="100"/>
                  </a:cubicBezTo>
                  <a:cubicBezTo>
                    <a:pt x="406" y="313"/>
                    <a:pt x="332" y="526"/>
                    <a:pt x="270" y="640"/>
                  </a:cubicBezTo>
                  <a:cubicBezTo>
                    <a:pt x="239" y="538"/>
                    <a:pt x="205" y="378"/>
                    <a:pt x="181" y="236"/>
                  </a:cubicBezTo>
                  <a:cubicBezTo>
                    <a:pt x="175" y="185"/>
                    <a:pt x="138" y="162"/>
                    <a:pt x="100" y="162"/>
                  </a:cubicBezTo>
                  <a:cubicBezTo>
                    <a:pt x="51" y="162"/>
                    <a:pt x="0" y="200"/>
                    <a:pt x="14" y="267"/>
                  </a:cubicBezTo>
                  <a:cubicBezTo>
                    <a:pt x="110" y="806"/>
                    <a:pt x="168" y="843"/>
                    <a:pt x="196" y="862"/>
                  </a:cubicBezTo>
                  <a:cubicBezTo>
                    <a:pt x="215" y="874"/>
                    <a:pt x="233" y="877"/>
                    <a:pt x="252" y="877"/>
                  </a:cubicBezTo>
                  <a:cubicBezTo>
                    <a:pt x="258" y="877"/>
                    <a:pt x="264" y="877"/>
                    <a:pt x="273" y="874"/>
                  </a:cubicBezTo>
                  <a:cubicBezTo>
                    <a:pt x="397" y="843"/>
                    <a:pt x="603" y="433"/>
                    <a:pt x="529" y="66"/>
                  </a:cubicBezTo>
                  <a:cubicBezTo>
                    <a:pt x="519" y="20"/>
                    <a:pt x="484"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5000;p46">
              <a:extLst>
                <a:ext uri="{FF2B5EF4-FFF2-40B4-BE49-F238E27FC236}">
                  <a16:creationId xmlns:a16="http://schemas.microsoft.com/office/drawing/2014/main" id="{022CF58C-2D7F-584A-11B9-CFCFD47D8036}"/>
                </a:ext>
              </a:extLst>
            </p:cNvPr>
            <p:cNvSpPr/>
            <p:nvPr/>
          </p:nvSpPr>
          <p:spPr>
            <a:xfrm>
              <a:off x="2315002" y="1642533"/>
              <a:ext cx="49251" cy="54622"/>
            </a:xfrm>
            <a:custGeom>
              <a:avLst/>
              <a:gdLst/>
              <a:ahLst/>
              <a:cxnLst/>
              <a:rect l="l" t="t" r="r" b="b"/>
              <a:pathLst>
                <a:path w="706" h="783" extrusionOk="0">
                  <a:moveTo>
                    <a:pt x="88" y="1"/>
                  </a:moveTo>
                  <a:cubicBezTo>
                    <a:pt x="44" y="1"/>
                    <a:pt x="1" y="31"/>
                    <a:pt x="2" y="89"/>
                  </a:cubicBezTo>
                  <a:cubicBezTo>
                    <a:pt x="6" y="138"/>
                    <a:pt x="33" y="576"/>
                    <a:pt x="76" y="709"/>
                  </a:cubicBezTo>
                  <a:cubicBezTo>
                    <a:pt x="86" y="749"/>
                    <a:pt x="123" y="780"/>
                    <a:pt x="163" y="783"/>
                  </a:cubicBezTo>
                  <a:lnTo>
                    <a:pt x="175" y="783"/>
                  </a:lnTo>
                  <a:cubicBezTo>
                    <a:pt x="246" y="783"/>
                    <a:pt x="286" y="712"/>
                    <a:pt x="360" y="579"/>
                  </a:cubicBezTo>
                  <a:cubicBezTo>
                    <a:pt x="422" y="465"/>
                    <a:pt x="530" y="274"/>
                    <a:pt x="616" y="246"/>
                  </a:cubicBezTo>
                  <a:cubicBezTo>
                    <a:pt x="706" y="210"/>
                    <a:pt x="673" y="82"/>
                    <a:pt x="588" y="82"/>
                  </a:cubicBezTo>
                  <a:cubicBezTo>
                    <a:pt x="579" y="82"/>
                    <a:pt x="570" y="83"/>
                    <a:pt x="561" y="86"/>
                  </a:cubicBezTo>
                  <a:cubicBezTo>
                    <a:pt x="416" y="135"/>
                    <a:pt x="302" y="336"/>
                    <a:pt x="212" y="496"/>
                  </a:cubicBezTo>
                  <a:cubicBezTo>
                    <a:pt x="209" y="499"/>
                    <a:pt x="209" y="499"/>
                    <a:pt x="209" y="502"/>
                  </a:cubicBezTo>
                  <a:cubicBezTo>
                    <a:pt x="194" y="373"/>
                    <a:pt x="178" y="194"/>
                    <a:pt x="172" y="80"/>
                  </a:cubicBezTo>
                  <a:cubicBezTo>
                    <a:pt x="168" y="27"/>
                    <a:pt x="128" y="1"/>
                    <a:pt x="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085025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004"/>
        <p:cNvGrpSpPr/>
        <p:nvPr/>
      </p:nvGrpSpPr>
      <p:grpSpPr>
        <a:xfrm>
          <a:off x="0" y="0"/>
          <a:ext cx="0" cy="0"/>
          <a:chOff x="0" y="0"/>
          <a:chExt cx="0" cy="0"/>
        </a:xfrm>
      </p:grpSpPr>
      <p:sp>
        <p:nvSpPr>
          <p:cNvPr id="5005" name="Google Shape;5005;p47"/>
          <p:cNvSpPr txBox="1">
            <a:spLocks noGrp="1"/>
          </p:cNvSpPr>
          <p:nvPr>
            <p:ph type="title"/>
          </p:nvPr>
        </p:nvSpPr>
        <p:spPr>
          <a:xfrm>
            <a:off x="3107562" y="277294"/>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Conclusions</a:t>
            </a:r>
            <a:endParaRPr dirty="0">
              <a:solidFill>
                <a:schemeClr val="lt1"/>
              </a:solidFill>
            </a:endParaRPr>
          </a:p>
        </p:txBody>
      </p:sp>
      <p:sp>
        <p:nvSpPr>
          <p:cNvPr id="5006" name="Google Shape;5006;p47"/>
          <p:cNvSpPr txBox="1">
            <a:spLocks noGrp="1"/>
          </p:cNvSpPr>
          <p:nvPr>
            <p:ph type="subTitle" idx="1"/>
          </p:nvPr>
        </p:nvSpPr>
        <p:spPr>
          <a:xfrm>
            <a:off x="808877" y="971803"/>
            <a:ext cx="8397240" cy="972066"/>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1800" b="0" i="0" u="none" strike="noStrike" dirty="0">
                <a:solidFill>
                  <a:srgbClr val="000000"/>
                </a:solidFill>
                <a:effectLst/>
                <a:latin typeface="Source Sans Pro" panose="020B0503030403020204" pitchFamily="34" charset="0"/>
              </a:rPr>
              <a:t>In conclusion, this project ensures that your animal has food both day and night without having to get out of bed to feed it.</a:t>
            </a:r>
          </a:p>
        </p:txBody>
      </p:sp>
      <p:grpSp>
        <p:nvGrpSpPr>
          <p:cNvPr id="5007" name="Google Shape;5007;p47"/>
          <p:cNvGrpSpPr/>
          <p:nvPr/>
        </p:nvGrpSpPr>
        <p:grpSpPr>
          <a:xfrm>
            <a:off x="1102675" y="3237235"/>
            <a:ext cx="1254255" cy="1299240"/>
            <a:chOff x="1341825" y="3295222"/>
            <a:chExt cx="1254255" cy="1299240"/>
          </a:xfrm>
        </p:grpSpPr>
        <p:sp>
          <p:nvSpPr>
            <p:cNvPr id="5008" name="Google Shape;5008;p47"/>
            <p:cNvSpPr/>
            <p:nvPr/>
          </p:nvSpPr>
          <p:spPr>
            <a:xfrm>
              <a:off x="1341825" y="3295222"/>
              <a:ext cx="1159412" cy="1298369"/>
            </a:xfrm>
            <a:custGeom>
              <a:avLst/>
              <a:gdLst/>
              <a:ahLst/>
              <a:cxnLst/>
              <a:rect l="l" t="t" r="r" b="b"/>
              <a:pathLst>
                <a:path w="31756" h="35562" extrusionOk="0">
                  <a:moveTo>
                    <a:pt x="21433" y="0"/>
                  </a:moveTo>
                  <a:cubicBezTo>
                    <a:pt x="21408" y="0"/>
                    <a:pt x="21393" y="9"/>
                    <a:pt x="21387" y="28"/>
                  </a:cubicBezTo>
                  <a:cubicBezTo>
                    <a:pt x="21272" y="370"/>
                    <a:pt x="22102" y="5422"/>
                    <a:pt x="22102" y="5422"/>
                  </a:cubicBezTo>
                  <a:cubicBezTo>
                    <a:pt x="21985" y="5882"/>
                    <a:pt x="17534" y="6795"/>
                    <a:pt x="17534" y="6795"/>
                  </a:cubicBezTo>
                  <a:lnTo>
                    <a:pt x="17470" y="6764"/>
                  </a:lnTo>
                  <a:cubicBezTo>
                    <a:pt x="17500" y="6727"/>
                    <a:pt x="17497" y="6699"/>
                    <a:pt x="17463" y="6681"/>
                  </a:cubicBezTo>
                  <a:cubicBezTo>
                    <a:pt x="17030" y="6464"/>
                    <a:pt x="13266" y="2649"/>
                    <a:pt x="12786" y="2649"/>
                  </a:cubicBezTo>
                  <a:cubicBezTo>
                    <a:pt x="12760" y="2649"/>
                    <a:pt x="12744" y="2660"/>
                    <a:pt x="12738" y="2684"/>
                  </a:cubicBezTo>
                  <a:cubicBezTo>
                    <a:pt x="12649" y="3029"/>
                    <a:pt x="12442" y="6542"/>
                    <a:pt x="12498" y="8146"/>
                  </a:cubicBezTo>
                  <a:cubicBezTo>
                    <a:pt x="12433" y="8932"/>
                    <a:pt x="12396" y="9534"/>
                    <a:pt x="12396" y="9534"/>
                  </a:cubicBezTo>
                  <a:cubicBezTo>
                    <a:pt x="12356" y="10292"/>
                    <a:pt x="12251" y="10925"/>
                    <a:pt x="12091" y="11458"/>
                  </a:cubicBezTo>
                  <a:lnTo>
                    <a:pt x="10764" y="11051"/>
                  </a:lnTo>
                  <a:cubicBezTo>
                    <a:pt x="10754" y="11048"/>
                    <a:pt x="10745" y="11047"/>
                    <a:pt x="10736" y="11047"/>
                  </a:cubicBezTo>
                  <a:cubicBezTo>
                    <a:pt x="10648" y="11047"/>
                    <a:pt x="10614" y="11184"/>
                    <a:pt x="10715" y="11215"/>
                  </a:cubicBezTo>
                  <a:lnTo>
                    <a:pt x="12038" y="11622"/>
                  </a:lnTo>
                  <a:cubicBezTo>
                    <a:pt x="11924" y="11973"/>
                    <a:pt x="11764" y="12310"/>
                    <a:pt x="11563" y="12624"/>
                  </a:cubicBezTo>
                  <a:lnTo>
                    <a:pt x="10292" y="12476"/>
                  </a:lnTo>
                  <a:cubicBezTo>
                    <a:pt x="10287" y="12475"/>
                    <a:pt x="10283" y="12475"/>
                    <a:pt x="10278" y="12475"/>
                  </a:cubicBezTo>
                  <a:cubicBezTo>
                    <a:pt x="10177" y="12475"/>
                    <a:pt x="10165" y="12631"/>
                    <a:pt x="10271" y="12646"/>
                  </a:cubicBezTo>
                  <a:lnTo>
                    <a:pt x="11449" y="12781"/>
                  </a:lnTo>
                  <a:cubicBezTo>
                    <a:pt x="11128" y="13210"/>
                    <a:pt x="10709" y="13556"/>
                    <a:pt x="10225" y="13784"/>
                  </a:cubicBezTo>
                  <a:lnTo>
                    <a:pt x="10166" y="13787"/>
                  </a:lnTo>
                  <a:cubicBezTo>
                    <a:pt x="10126" y="13787"/>
                    <a:pt x="10095" y="13812"/>
                    <a:pt x="10086" y="13849"/>
                  </a:cubicBezTo>
                  <a:cubicBezTo>
                    <a:pt x="8248" y="14660"/>
                    <a:pt x="5647" y="14234"/>
                    <a:pt x="3488" y="15246"/>
                  </a:cubicBezTo>
                  <a:cubicBezTo>
                    <a:pt x="0" y="16877"/>
                    <a:pt x="1820" y="29026"/>
                    <a:pt x="3384" y="29924"/>
                  </a:cubicBezTo>
                  <a:cubicBezTo>
                    <a:pt x="3748" y="31815"/>
                    <a:pt x="4374" y="33872"/>
                    <a:pt x="5345" y="34883"/>
                  </a:cubicBezTo>
                  <a:cubicBezTo>
                    <a:pt x="5814" y="35372"/>
                    <a:pt x="6594" y="35561"/>
                    <a:pt x="7568" y="35561"/>
                  </a:cubicBezTo>
                  <a:cubicBezTo>
                    <a:pt x="10862" y="35561"/>
                    <a:pt x="16367" y="33388"/>
                    <a:pt x="19474" y="33255"/>
                  </a:cubicBezTo>
                  <a:cubicBezTo>
                    <a:pt x="19514" y="33253"/>
                    <a:pt x="19556" y="33252"/>
                    <a:pt x="19599" y="33252"/>
                  </a:cubicBezTo>
                  <a:cubicBezTo>
                    <a:pt x="20997" y="33252"/>
                    <a:pt x="23983" y="34100"/>
                    <a:pt x="25401" y="34100"/>
                  </a:cubicBezTo>
                  <a:cubicBezTo>
                    <a:pt x="26139" y="34100"/>
                    <a:pt x="26453" y="33870"/>
                    <a:pt x="25896" y="33172"/>
                  </a:cubicBezTo>
                  <a:cubicBezTo>
                    <a:pt x="24993" y="32034"/>
                    <a:pt x="23438" y="31253"/>
                    <a:pt x="20725" y="31253"/>
                  </a:cubicBezTo>
                  <a:cubicBezTo>
                    <a:pt x="20128" y="31253"/>
                    <a:pt x="19476" y="31290"/>
                    <a:pt x="18762" y="31370"/>
                  </a:cubicBezTo>
                  <a:cubicBezTo>
                    <a:pt x="16384" y="31639"/>
                    <a:pt x="14114" y="32749"/>
                    <a:pt x="8655" y="33542"/>
                  </a:cubicBezTo>
                  <a:cubicBezTo>
                    <a:pt x="8512" y="33562"/>
                    <a:pt x="8375" y="33572"/>
                    <a:pt x="8244" y="33572"/>
                  </a:cubicBezTo>
                  <a:cubicBezTo>
                    <a:pt x="6484" y="33572"/>
                    <a:pt x="5642" y="31795"/>
                    <a:pt x="5243" y="29890"/>
                  </a:cubicBezTo>
                  <a:cubicBezTo>
                    <a:pt x="7325" y="29828"/>
                    <a:pt x="10983" y="29794"/>
                    <a:pt x="14638" y="29776"/>
                  </a:cubicBezTo>
                  <a:lnTo>
                    <a:pt x="14638" y="29776"/>
                  </a:lnTo>
                  <a:cubicBezTo>
                    <a:pt x="14543" y="30032"/>
                    <a:pt x="14484" y="30214"/>
                    <a:pt x="14506" y="30229"/>
                  </a:cubicBezTo>
                  <a:cubicBezTo>
                    <a:pt x="14583" y="30282"/>
                    <a:pt x="17871" y="30427"/>
                    <a:pt x="18469" y="30454"/>
                  </a:cubicBezTo>
                  <a:cubicBezTo>
                    <a:pt x="18472" y="30464"/>
                    <a:pt x="18475" y="30470"/>
                    <a:pt x="18478" y="30482"/>
                  </a:cubicBezTo>
                  <a:cubicBezTo>
                    <a:pt x="18493" y="30521"/>
                    <a:pt x="18525" y="30538"/>
                    <a:pt x="18557" y="30538"/>
                  </a:cubicBezTo>
                  <a:cubicBezTo>
                    <a:pt x="18606" y="30538"/>
                    <a:pt x="18657" y="30497"/>
                    <a:pt x="18642" y="30433"/>
                  </a:cubicBezTo>
                  <a:cubicBezTo>
                    <a:pt x="18623" y="30365"/>
                    <a:pt x="18586" y="30303"/>
                    <a:pt x="18534" y="30254"/>
                  </a:cubicBezTo>
                  <a:cubicBezTo>
                    <a:pt x="18515" y="30149"/>
                    <a:pt x="18487" y="30044"/>
                    <a:pt x="18453" y="29942"/>
                  </a:cubicBezTo>
                  <a:cubicBezTo>
                    <a:pt x="18466" y="29942"/>
                    <a:pt x="18475" y="29939"/>
                    <a:pt x="18484" y="29936"/>
                  </a:cubicBezTo>
                  <a:cubicBezTo>
                    <a:pt x="18527" y="29915"/>
                    <a:pt x="18543" y="29862"/>
                    <a:pt x="18521" y="29819"/>
                  </a:cubicBezTo>
                  <a:cubicBezTo>
                    <a:pt x="18512" y="29801"/>
                    <a:pt x="18503" y="29782"/>
                    <a:pt x="18490" y="29760"/>
                  </a:cubicBezTo>
                  <a:cubicBezTo>
                    <a:pt x="19610" y="29757"/>
                    <a:pt x="20671" y="29757"/>
                    <a:pt x="21615" y="29757"/>
                  </a:cubicBezTo>
                  <a:cubicBezTo>
                    <a:pt x="22856" y="30340"/>
                    <a:pt x="24002" y="30539"/>
                    <a:pt x="24860" y="30539"/>
                  </a:cubicBezTo>
                  <a:cubicBezTo>
                    <a:pt x="24955" y="30539"/>
                    <a:pt x="25046" y="30536"/>
                    <a:pt x="25134" y="30531"/>
                  </a:cubicBezTo>
                  <a:cubicBezTo>
                    <a:pt x="25159" y="30553"/>
                    <a:pt x="25183" y="30578"/>
                    <a:pt x="25205" y="30602"/>
                  </a:cubicBezTo>
                  <a:cubicBezTo>
                    <a:pt x="25223" y="30618"/>
                    <a:pt x="25245" y="30627"/>
                    <a:pt x="25267" y="30627"/>
                  </a:cubicBezTo>
                  <a:cubicBezTo>
                    <a:pt x="25268" y="30627"/>
                    <a:pt x="25270" y="30627"/>
                    <a:pt x="25271" y="30627"/>
                  </a:cubicBezTo>
                  <a:cubicBezTo>
                    <a:pt x="25330" y="30627"/>
                    <a:pt x="25371" y="30567"/>
                    <a:pt x="25350" y="30513"/>
                  </a:cubicBezTo>
                  <a:cubicBezTo>
                    <a:pt x="26158" y="30433"/>
                    <a:pt x="26562" y="30158"/>
                    <a:pt x="26300" y="29945"/>
                  </a:cubicBezTo>
                  <a:cubicBezTo>
                    <a:pt x="26232" y="29887"/>
                    <a:pt x="26158" y="29831"/>
                    <a:pt x="26078" y="29773"/>
                  </a:cubicBezTo>
                  <a:cubicBezTo>
                    <a:pt x="31574" y="29548"/>
                    <a:pt x="31559" y="20020"/>
                    <a:pt x="30470" y="13281"/>
                  </a:cubicBezTo>
                  <a:lnTo>
                    <a:pt x="30470" y="13281"/>
                  </a:lnTo>
                  <a:lnTo>
                    <a:pt x="31633" y="13334"/>
                  </a:lnTo>
                  <a:lnTo>
                    <a:pt x="31639" y="13334"/>
                  </a:lnTo>
                  <a:cubicBezTo>
                    <a:pt x="31753" y="13334"/>
                    <a:pt x="31756" y="13164"/>
                    <a:pt x="31642" y="13161"/>
                  </a:cubicBezTo>
                  <a:lnTo>
                    <a:pt x="30442" y="13108"/>
                  </a:lnTo>
                  <a:cubicBezTo>
                    <a:pt x="30377" y="12726"/>
                    <a:pt x="30313" y="12356"/>
                    <a:pt x="30242" y="11992"/>
                  </a:cubicBezTo>
                  <a:lnTo>
                    <a:pt x="31343" y="11757"/>
                  </a:lnTo>
                  <a:cubicBezTo>
                    <a:pt x="31444" y="11734"/>
                    <a:pt x="31418" y="11589"/>
                    <a:pt x="31325" y="11589"/>
                  </a:cubicBezTo>
                  <a:cubicBezTo>
                    <a:pt x="31319" y="11589"/>
                    <a:pt x="31312" y="11590"/>
                    <a:pt x="31306" y="11591"/>
                  </a:cubicBezTo>
                  <a:lnTo>
                    <a:pt x="30211" y="11825"/>
                  </a:lnTo>
                  <a:cubicBezTo>
                    <a:pt x="30155" y="11557"/>
                    <a:pt x="30103" y="11295"/>
                    <a:pt x="30047" y="11042"/>
                  </a:cubicBezTo>
                  <a:lnTo>
                    <a:pt x="30929" y="10669"/>
                  </a:lnTo>
                  <a:cubicBezTo>
                    <a:pt x="31021" y="10631"/>
                    <a:pt x="30981" y="10503"/>
                    <a:pt x="30899" y="10503"/>
                  </a:cubicBezTo>
                  <a:cubicBezTo>
                    <a:pt x="30887" y="10503"/>
                    <a:pt x="30875" y="10506"/>
                    <a:pt x="30862" y="10511"/>
                  </a:cubicBezTo>
                  <a:lnTo>
                    <a:pt x="30010" y="10869"/>
                  </a:lnTo>
                  <a:cubicBezTo>
                    <a:pt x="29541" y="8744"/>
                    <a:pt x="29002" y="7190"/>
                    <a:pt x="28613" y="6795"/>
                  </a:cubicBezTo>
                  <a:cubicBezTo>
                    <a:pt x="27842" y="6011"/>
                    <a:pt x="26914" y="5123"/>
                    <a:pt x="25991" y="4269"/>
                  </a:cubicBezTo>
                  <a:cubicBezTo>
                    <a:pt x="26010" y="4238"/>
                    <a:pt x="26007" y="4195"/>
                    <a:pt x="25982" y="4167"/>
                  </a:cubicBezTo>
                  <a:cubicBezTo>
                    <a:pt x="24822" y="2683"/>
                    <a:pt x="21851" y="0"/>
                    <a:pt x="21433"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9" name="Google Shape;5009;p47"/>
            <p:cNvSpPr/>
            <p:nvPr/>
          </p:nvSpPr>
          <p:spPr>
            <a:xfrm>
              <a:off x="1447665" y="4220777"/>
              <a:ext cx="861501" cy="373685"/>
            </a:xfrm>
            <a:custGeom>
              <a:avLst/>
              <a:gdLst/>
              <a:ahLst/>
              <a:cxnLst/>
              <a:rect l="l" t="t" r="r" b="b"/>
              <a:pathLst>
                <a:path w="23679" h="10271" extrusionOk="0">
                  <a:moveTo>
                    <a:pt x="2141" y="0"/>
                  </a:moveTo>
                  <a:lnTo>
                    <a:pt x="2141" y="0"/>
                  </a:lnTo>
                  <a:cubicBezTo>
                    <a:pt x="2141" y="0"/>
                    <a:pt x="512" y="602"/>
                    <a:pt x="256" y="602"/>
                  </a:cubicBezTo>
                  <a:cubicBezTo>
                    <a:pt x="0" y="602"/>
                    <a:pt x="512" y="7452"/>
                    <a:pt x="2569" y="9592"/>
                  </a:cubicBezTo>
                  <a:cubicBezTo>
                    <a:pt x="3038" y="10081"/>
                    <a:pt x="3818" y="10270"/>
                    <a:pt x="4792" y="10270"/>
                  </a:cubicBezTo>
                  <a:cubicBezTo>
                    <a:pt x="8086" y="10270"/>
                    <a:pt x="13592" y="8097"/>
                    <a:pt x="16698" y="7964"/>
                  </a:cubicBezTo>
                  <a:cubicBezTo>
                    <a:pt x="16738" y="7962"/>
                    <a:pt x="16780" y="7961"/>
                    <a:pt x="16823" y="7961"/>
                  </a:cubicBezTo>
                  <a:cubicBezTo>
                    <a:pt x="18222" y="7961"/>
                    <a:pt x="21207" y="8809"/>
                    <a:pt x="22626" y="8809"/>
                  </a:cubicBezTo>
                  <a:cubicBezTo>
                    <a:pt x="23365" y="8809"/>
                    <a:pt x="23679" y="8579"/>
                    <a:pt x="23123" y="7881"/>
                  </a:cubicBezTo>
                  <a:cubicBezTo>
                    <a:pt x="22219" y="6744"/>
                    <a:pt x="20665" y="5963"/>
                    <a:pt x="17958" y="5963"/>
                  </a:cubicBezTo>
                  <a:cubicBezTo>
                    <a:pt x="17359" y="5963"/>
                    <a:pt x="16703" y="6001"/>
                    <a:pt x="15986" y="6082"/>
                  </a:cubicBezTo>
                  <a:cubicBezTo>
                    <a:pt x="13611" y="6348"/>
                    <a:pt x="11341" y="7458"/>
                    <a:pt x="5882" y="8251"/>
                  </a:cubicBezTo>
                  <a:cubicBezTo>
                    <a:pt x="5740" y="8271"/>
                    <a:pt x="5603" y="8281"/>
                    <a:pt x="5471" y="8281"/>
                  </a:cubicBezTo>
                  <a:cubicBezTo>
                    <a:pt x="1668" y="8281"/>
                    <a:pt x="2141" y="0"/>
                    <a:pt x="214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0" name="Google Shape;5010;p47"/>
            <p:cNvSpPr/>
            <p:nvPr/>
          </p:nvSpPr>
          <p:spPr>
            <a:xfrm>
              <a:off x="1341830" y="3325962"/>
              <a:ext cx="1254250" cy="1065316"/>
            </a:xfrm>
            <a:custGeom>
              <a:avLst/>
              <a:gdLst/>
              <a:ahLst/>
              <a:cxnLst/>
              <a:rect l="l" t="t" r="r" b="b"/>
              <a:pathLst>
                <a:path w="34474" h="29281" extrusionOk="0">
                  <a:moveTo>
                    <a:pt x="21873" y="0"/>
                  </a:moveTo>
                  <a:cubicBezTo>
                    <a:pt x="21230" y="0"/>
                    <a:pt x="22343" y="4295"/>
                    <a:pt x="22235" y="4726"/>
                  </a:cubicBezTo>
                  <a:cubicBezTo>
                    <a:pt x="22121" y="5186"/>
                    <a:pt x="17667" y="6099"/>
                    <a:pt x="17667" y="6099"/>
                  </a:cubicBezTo>
                  <a:cubicBezTo>
                    <a:pt x="17667" y="6099"/>
                    <a:pt x="13556" y="4156"/>
                    <a:pt x="13214" y="3813"/>
                  </a:cubicBezTo>
                  <a:cubicBezTo>
                    <a:pt x="13203" y="3803"/>
                    <a:pt x="13193" y="3798"/>
                    <a:pt x="13182" y="3798"/>
                  </a:cubicBezTo>
                  <a:cubicBezTo>
                    <a:pt x="12851" y="3798"/>
                    <a:pt x="12529" y="8838"/>
                    <a:pt x="12529" y="8838"/>
                  </a:cubicBezTo>
                  <a:cubicBezTo>
                    <a:pt x="12187" y="15231"/>
                    <a:pt x="7273" y="12838"/>
                    <a:pt x="3622" y="14550"/>
                  </a:cubicBezTo>
                  <a:cubicBezTo>
                    <a:pt x="1" y="16247"/>
                    <a:pt x="2101" y="29280"/>
                    <a:pt x="3695" y="29280"/>
                  </a:cubicBezTo>
                  <a:cubicBezTo>
                    <a:pt x="3708" y="29280"/>
                    <a:pt x="3722" y="29279"/>
                    <a:pt x="3736" y="29277"/>
                  </a:cubicBezTo>
                  <a:cubicBezTo>
                    <a:pt x="4913" y="29109"/>
                    <a:pt x="15828" y="29062"/>
                    <a:pt x="21865" y="29062"/>
                  </a:cubicBezTo>
                  <a:cubicBezTo>
                    <a:pt x="24034" y="29062"/>
                    <a:pt x="25574" y="29068"/>
                    <a:pt x="25804" y="29077"/>
                  </a:cubicBezTo>
                  <a:cubicBezTo>
                    <a:pt x="25872" y="29079"/>
                    <a:pt x="25940" y="29081"/>
                    <a:pt x="26007" y="29081"/>
                  </a:cubicBezTo>
                  <a:cubicBezTo>
                    <a:pt x="34473" y="29081"/>
                    <a:pt x="30356" y="7733"/>
                    <a:pt x="28743" y="6099"/>
                  </a:cubicBezTo>
                  <a:cubicBezTo>
                    <a:pt x="26488" y="3813"/>
                    <a:pt x="22920" y="618"/>
                    <a:pt x="22007" y="48"/>
                  </a:cubicBezTo>
                  <a:cubicBezTo>
                    <a:pt x="21956" y="16"/>
                    <a:pt x="21912" y="0"/>
                    <a:pt x="2187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1" name="Google Shape;5011;p47"/>
            <p:cNvSpPr/>
            <p:nvPr/>
          </p:nvSpPr>
          <p:spPr>
            <a:xfrm>
              <a:off x="1794385" y="3397016"/>
              <a:ext cx="204251" cy="228919"/>
            </a:xfrm>
            <a:custGeom>
              <a:avLst/>
              <a:gdLst/>
              <a:ahLst/>
              <a:cxnLst/>
              <a:rect l="l" t="t" r="r" b="b"/>
              <a:pathLst>
                <a:path w="5614" h="6292" extrusionOk="0">
                  <a:moveTo>
                    <a:pt x="480" y="0"/>
                  </a:moveTo>
                  <a:cubicBezTo>
                    <a:pt x="454" y="0"/>
                    <a:pt x="438" y="11"/>
                    <a:pt x="432" y="35"/>
                  </a:cubicBezTo>
                  <a:cubicBezTo>
                    <a:pt x="319" y="484"/>
                    <a:pt x="1" y="6291"/>
                    <a:pt x="327" y="6291"/>
                  </a:cubicBezTo>
                  <a:cubicBezTo>
                    <a:pt x="330" y="6291"/>
                    <a:pt x="333" y="6291"/>
                    <a:pt x="337" y="6289"/>
                  </a:cubicBezTo>
                  <a:cubicBezTo>
                    <a:pt x="337" y="6289"/>
                    <a:pt x="5614" y="4260"/>
                    <a:pt x="5157" y="4032"/>
                  </a:cubicBezTo>
                  <a:cubicBezTo>
                    <a:pt x="4724" y="3815"/>
                    <a:pt x="960" y="0"/>
                    <a:pt x="480" y="0"/>
                  </a:cubicBezTo>
                  <a:close/>
                </a:path>
              </a:pathLst>
            </a:custGeom>
            <a:solidFill>
              <a:srgbClr val="2124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2" name="Google Shape;5012;p47"/>
            <p:cNvSpPr/>
            <p:nvPr/>
          </p:nvSpPr>
          <p:spPr>
            <a:xfrm>
              <a:off x="2065140" y="3632153"/>
              <a:ext cx="230665" cy="225753"/>
            </a:xfrm>
            <a:custGeom>
              <a:avLst/>
              <a:gdLst/>
              <a:ahLst/>
              <a:cxnLst/>
              <a:rect l="l" t="t" r="r" b="b"/>
              <a:pathLst>
                <a:path w="6340" h="6205" extrusionOk="0">
                  <a:moveTo>
                    <a:pt x="2686" y="1"/>
                  </a:moveTo>
                  <a:cubicBezTo>
                    <a:pt x="1788" y="1"/>
                    <a:pt x="1" y="5511"/>
                    <a:pt x="1" y="5511"/>
                  </a:cubicBezTo>
                  <a:cubicBezTo>
                    <a:pt x="261" y="6018"/>
                    <a:pt x="1206" y="6205"/>
                    <a:pt x="2278" y="6205"/>
                  </a:cubicBezTo>
                  <a:cubicBezTo>
                    <a:pt x="3954" y="6205"/>
                    <a:pt x="5940" y="5749"/>
                    <a:pt x="6092" y="5353"/>
                  </a:cubicBezTo>
                  <a:cubicBezTo>
                    <a:pt x="6339" y="4706"/>
                    <a:pt x="3625" y="308"/>
                    <a:pt x="2752" y="12"/>
                  </a:cubicBezTo>
                  <a:cubicBezTo>
                    <a:pt x="2731" y="4"/>
                    <a:pt x="2708" y="1"/>
                    <a:pt x="26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3" name="Google Shape;5013;p47"/>
            <p:cNvSpPr/>
            <p:nvPr/>
          </p:nvSpPr>
          <p:spPr>
            <a:xfrm>
              <a:off x="2120586" y="3300640"/>
              <a:ext cx="184168" cy="197302"/>
            </a:xfrm>
            <a:custGeom>
              <a:avLst/>
              <a:gdLst/>
              <a:ahLst/>
              <a:cxnLst/>
              <a:rect l="l" t="t" r="r" b="b"/>
              <a:pathLst>
                <a:path w="5062" h="5423" extrusionOk="0">
                  <a:moveTo>
                    <a:pt x="161" y="0"/>
                  </a:moveTo>
                  <a:cubicBezTo>
                    <a:pt x="137" y="0"/>
                    <a:pt x="121" y="9"/>
                    <a:pt x="115" y="28"/>
                  </a:cubicBezTo>
                  <a:cubicBezTo>
                    <a:pt x="1" y="370"/>
                    <a:pt x="827" y="5422"/>
                    <a:pt x="827" y="5422"/>
                  </a:cubicBezTo>
                  <a:cubicBezTo>
                    <a:pt x="827" y="5422"/>
                    <a:pt x="5062" y="4617"/>
                    <a:pt x="4710" y="4167"/>
                  </a:cubicBezTo>
                  <a:cubicBezTo>
                    <a:pt x="3550" y="2683"/>
                    <a:pt x="579" y="0"/>
                    <a:pt x="161" y="0"/>
                  </a:cubicBezTo>
                  <a:close/>
                </a:path>
              </a:pathLst>
            </a:custGeom>
            <a:solidFill>
              <a:srgbClr val="2124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4" name="Google Shape;5014;p47"/>
            <p:cNvSpPr/>
            <p:nvPr/>
          </p:nvSpPr>
          <p:spPr>
            <a:xfrm>
              <a:off x="1888724" y="3653982"/>
              <a:ext cx="166122" cy="58940"/>
            </a:xfrm>
            <a:custGeom>
              <a:avLst/>
              <a:gdLst/>
              <a:ahLst/>
              <a:cxnLst/>
              <a:rect l="l" t="t" r="r" b="b"/>
              <a:pathLst>
                <a:path w="4566" h="1620" extrusionOk="0">
                  <a:moveTo>
                    <a:pt x="1184" y="0"/>
                  </a:moveTo>
                  <a:cubicBezTo>
                    <a:pt x="824" y="0"/>
                    <a:pt x="463" y="27"/>
                    <a:pt x="106" y="81"/>
                  </a:cubicBezTo>
                  <a:cubicBezTo>
                    <a:pt x="1" y="98"/>
                    <a:pt x="21" y="252"/>
                    <a:pt x="118" y="252"/>
                  </a:cubicBezTo>
                  <a:cubicBezTo>
                    <a:pt x="123" y="252"/>
                    <a:pt x="128" y="251"/>
                    <a:pt x="134" y="250"/>
                  </a:cubicBezTo>
                  <a:cubicBezTo>
                    <a:pt x="146" y="248"/>
                    <a:pt x="587" y="175"/>
                    <a:pt x="1189" y="175"/>
                  </a:cubicBezTo>
                  <a:cubicBezTo>
                    <a:pt x="2232" y="175"/>
                    <a:pt x="3759" y="394"/>
                    <a:pt x="4384" y="1577"/>
                  </a:cubicBezTo>
                  <a:cubicBezTo>
                    <a:pt x="4400" y="1604"/>
                    <a:pt x="4427" y="1620"/>
                    <a:pt x="4461" y="1620"/>
                  </a:cubicBezTo>
                  <a:lnTo>
                    <a:pt x="4458" y="1620"/>
                  </a:lnTo>
                  <a:cubicBezTo>
                    <a:pt x="4460" y="1620"/>
                    <a:pt x="4461" y="1620"/>
                    <a:pt x="4462" y="1620"/>
                  </a:cubicBezTo>
                  <a:cubicBezTo>
                    <a:pt x="4525" y="1620"/>
                    <a:pt x="4566" y="1551"/>
                    <a:pt x="4535" y="1496"/>
                  </a:cubicBezTo>
                  <a:cubicBezTo>
                    <a:pt x="4100" y="676"/>
                    <a:pt x="3194" y="170"/>
                    <a:pt x="1914" y="38"/>
                  </a:cubicBezTo>
                  <a:cubicBezTo>
                    <a:pt x="1671" y="13"/>
                    <a:pt x="1428" y="0"/>
                    <a:pt x="11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5" name="Google Shape;5015;p47"/>
            <p:cNvSpPr/>
            <p:nvPr/>
          </p:nvSpPr>
          <p:spPr>
            <a:xfrm>
              <a:off x="2261748" y="3603884"/>
              <a:ext cx="110348" cy="85135"/>
            </a:xfrm>
            <a:custGeom>
              <a:avLst/>
              <a:gdLst/>
              <a:ahLst/>
              <a:cxnLst/>
              <a:rect l="l" t="t" r="r" b="b"/>
              <a:pathLst>
                <a:path w="3033" h="2340" extrusionOk="0">
                  <a:moveTo>
                    <a:pt x="2479" y="0"/>
                  </a:moveTo>
                  <a:cubicBezTo>
                    <a:pt x="2019" y="0"/>
                    <a:pt x="1296" y="85"/>
                    <a:pt x="744" y="542"/>
                  </a:cubicBezTo>
                  <a:cubicBezTo>
                    <a:pt x="275" y="927"/>
                    <a:pt x="28" y="1504"/>
                    <a:pt x="4" y="2254"/>
                  </a:cubicBezTo>
                  <a:cubicBezTo>
                    <a:pt x="1" y="2300"/>
                    <a:pt x="38" y="2340"/>
                    <a:pt x="87" y="2340"/>
                  </a:cubicBezTo>
                  <a:cubicBezTo>
                    <a:pt x="133" y="2340"/>
                    <a:pt x="173" y="2303"/>
                    <a:pt x="173" y="2260"/>
                  </a:cubicBezTo>
                  <a:cubicBezTo>
                    <a:pt x="195" y="1560"/>
                    <a:pt x="426" y="1026"/>
                    <a:pt x="852" y="674"/>
                  </a:cubicBezTo>
                  <a:cubicBezTo>
                    <a:pt x="1362" y="251"/>
                    <a:pt x="2055" y="174"/>
                    <a:pt x="2490" y="174"/>
                  </a:cubicBezTo>
                  <a:cubicBezTo>
                    <a:pt x="2733" y="174"/>
                    <a:pt x="2895" y="198"/>
                    <a:pt x="2900" y="199"/>
                  </a:cubicBezTo>
                  <a:cubicBezTo>
                    <a:pt x="2906" y="200"/>
                    <a:pt x="2911" y="201"/>
                    <a:pt x="2917" y="201"/>
                  </a:cubicBezTo>
                  <a:cubicBezTo>
                    <a:pt x="3016" y="201"/>
                    <a:pt x="3033" y="47"/>
                    <a:pt x="2928" y="30"/>
                  </a:cubicBezTo>
                  <a:cubicBezTo>
                    <a:pt x="2908" y="26"/>
                    <a:pt x="2734" y="0"/>
                    <a:pt x="24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6" name="Google Shape;5016;p47"/>
            <p:cNvSpPr/>
            <p:nvPr/>
          </p:nvSpPr>
          <p:spPr>
            <a:xfrm>
              <a:off x="1843173" y="3492919"/>
              <a:ext cx="85681" cy="98378"/>
            </a:xfrm>
            <a:custGeom>
              <a:avLst/>
              <a:gdLst/>
              <a:ahLst/>
              <a:cxnLst/>
              <a:rect l="l" t="t" r="r" b="b"/>
              <a:pathLst>
                <a:path w="2355" h="2704" extrusionOk="0">
                  <a:moveTo>
                    <a:pt x="436" y="0"/>
                  </a:moveTo>
                  <a:cubicBezTo>
                    <a:pt x="431" y="0"/>
                    <a:pt x="429" y="4"/>
                    <a:pt x="430" y="11"/>
                  </a:cubicBezTo>
                  <a:cubicBezTo>
                    <a:pt x="458" y="192"/>
                    <a:pt x="0" y="2704"/>
                    <a:pt x="399" y="2704"/>
                  </a:cubicBezTo>
                  <a:cubicBezTo>
                    <a:pt x="401" y="2704"/>
                    <a:pt x="403" y="2704"/>
                    <a:pt x="405" y="2703"/>
                  </a:cubicBezTo>
                  <a:cubicBezTo>
                    <a:pt x="815" y="2679"/>
                    <a:pt x="2355" y="1988"/>
                    <a:pt x="2355" y="1988"/>
                  </a:cubicBezTo>
                  <a:cubicBezTo>
                    <a:pt x="2355" y="1988"/>
                    <a:pt x="557" y="0"/>
                    <a:pt x="4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7" name="Google Shape;5017;p47"/>
            <p:cNvSpPr/>
            <p:nvPr/>
          </p:nvSpPr>
          <p:spPr>
            <a:xfrm>
              <a:off x="1859873" y="3526682"/>
              <a:ext cx="47224" cy="58685"/>
            </a:xfrm>
            <a:custGeom>
              <a:avLst/>
              <a:gdLst/>
              <a:ahLst/>
              <a:cxnLst/>
              <a:rect l="l" t="t" r="r" b="b"/>
              <a:pathLst>
                <a:path w="1298" h="1613" extrusionOk="0">
                  <a:moveTo>
                    <a:pt x="233" y="1"/>
                  </a:moveTo>
                  <a:cubicBezTo>
                    <a:pt x="172" y="1"/>
                    <a:pt x="116" y="69"/>
                    <a:pt x="159" y="135"/>
                  </a:cubicBezTo>
                  <a:cubicBezTo>
                    <a:pt x="168" y="144"/>
                    <a:pt x="807" y="1008"/>
                    <a:pt x="1038" y="1393"/>
                  </a:cubicBezTo>
                  <a:cubicBezTo>
                    <a:pt x="844" y="1291"/>
                    <a:pt x="483" y="1057"/>
                    <a:pt x="174" y="835"/>
                  </a:cubicBezTo>
                  <a:cubicBezTo>
                    <a:pt x="157" y="822"/>
                    <a:pt x="140" y="817"/>
                    <a:pt x="124" y="817"/>
                  </a:cubicBezTo>
                  <a:cubicBezTo>
                    <a:pt x="52" y="817"/>
                    <a:pt x="0" y="921"/>
                    <a:pt x="76" y="974"/>
                  </a:cubicBezTo>
                  <a:cubicBezTo>
                    <a:pt x="822" y="1510"/>
                    <a:pt x="1072" y="1612"/>
                    <a:pt x="1171" y="1612"/>
                  </a:cubicBezTo>
                  <a:cubicBezTo>
                    <a:pt x="1192" y="1612"/>
                    <a:pt x="1217" y="1603"/>
                    <a:pt x="1235" y="1587"/>
                  </a:cubicBezTo>
                  <a:cubicBezTo>
                    <a:pt x="1254" y="1572"/>
                    <a:pt x="1297" y="1523"/>
                    <a:pt x="1254" y="1433"/>
                  </a:cubicBezTo>
                  <a:cubicBezTo>
                    <a:pt x="1124" y="1146"/>
                    <a:pt x="332" y="79"/>
                    <a:pt x="298" y="33"/>
                  </a:cubicBezTo>
                  <a:cubicBezTo>
                    <a:pt x="279" y="10"/>
                    <a:pt x="255" y="1"/>
                    <a:pt x="23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8" name="Google Shape;5018;p47"/>
            <p:cNvSpPr/>
            <p:nvPr/>
          </p:nvSpPr>
          <p:spPr>
            <a:xfrm>
              <a:off x="2166282" y="3382245"/>
              <a:ext cx="77895" cy="87864"/>
            </a:xfrm>
            <a:custGeom>
              <a:avLst/>
              <a:gdLst/>
              <a:ahLst/>
              <a:cxnLst/>
              <a:rect l="l" t="t" r="r" b="b"/>
              <a:pathLst>
                <a:path w="2141" h="2415" extrusionOk="0">
                  <a:moveTo>
                    <a:pt x="112" y="1"/>
                  </a:moveTo>
                  <a:cubicBezTo>
                    <a:pt x="1" y="1"/>
                    <a:pt x="426" y="2414"/>
                    <a:pt x="426" y="2414"/>
                  </a:cubicBezTo>
                  <a:cubicBezTo>
                    <a:pt x="426" y="2414"/>
                    <a:pt x="2140" y="2029"/>
                    <a:pt x="2140" y="1952"/>
                  </a:cubicBezTo>
                  <a:cubicBezTo>
                    <a:pt x="2140" y="1875"/>
                    <a:pt x="244" y="80"/>
                    <a:pt x="117" y="3"/>
                  </a:cubicBezTo>
                  <a:cubicBezTo>
                    <a:pt x="115" y="1"/>
                    <a:pt x="113" y="1"/>
                    <a:pt x="1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9" name="Google Shape;5019;p47"/>
            <p:cNvSpPr/>
            <p:nvPr/>
          </p:nvSpPr>
          <p:spPr>
            <a:xfrm>
              <a:off x="2189748" y="3422811"/>
              <a:ext cx="27723" cy="43259"/>
            </a:xfrm>
            <a:custGeom>
              <a:avLst/>
              <a:gdLst/>
              <a:ahLst/>
              <a:cxnLst/>
              <a:rect l="l" t="t" r="r" b="b"/>
              <a:pathLst>
                <a:path w="762" h="1189" extrusionOk="0">
                  <a:moveTo>
                    <a:pt x="114" y="0"/>
                  </a:moveTo>
                  <a:cubicBezTo>
                    <a:pt x="59" y="0"/>
                    <a:pt x="1" y="53"/>
                    <a:pt x="30" y="121"/>
                  </a:cubicBezTo>
                  <a:cubicBezTo>
                    <a:pt x="67" y="214"/>
                    <a:pt x="373" y="1010"/>
                    <a:pt x="481" y="1145"/>
                  </a:cubicBezTo>
                  <a:cubicBezTo>
                    <a:pt x="499" y="1173"/>
                    <a:pt x="533" y="1188"/>
                    <a:pt x="564" y="1188"/>
                  </a:cubicBezTo>
                  <a:cubicBezTo>
                    <a:pt x="576" y="1188"/>
                    <a:pt x="586" y="1185"/>
                    <a:pt x="595" y="1182"/>
                  </a:cubicBezTo>
                  <a:cubicBezTo>
                    <a:pt x="650" y="1164"/>
                    <a:pt x="737" y="1136"/>
                    <a:pt x="761" y="146"/>
                  </a:cubicBezTo>
                  <a:cubicBezTo>
                    <a:pt x="758" y="91"/>
                    <a:pt x="716" y="63"/>
                    <a:pt x="673" y="63"/>
                  </a:cubicBezTo>
                  <a:cubicBezTo>
                    <a:pt x="633" y="63"/>
                    <a:pt x="593" y="88"/>
                    <a:pt x="589" y="140"/>
                  </a:cubicBezTo>
                  <a:cubicBezTo>
                    <a:pt x="582" y="414"/>
                    <a:pt x="564" y="723"/>
                    <a:pt x="539" y="902"/>
                  </a:cubicBezTo>
                  <a:cubicBezTo>
                    <a:pt x="441" y="695"/>
                    <a:pt x="289" y="312"/>
                    <a:pt x="191" y="60"/>
                  </a:cubicBezTo>
                  <a:cubicBezTo>
                    <a:pt x="177" y="18"/>
                    <a:pt x="146" y="0"/>
                    <a:pt x="11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0" name="Google Shape;5020;p47"/>
            <p:cNvSpPr/>
            <p:nvPr/>
          </p:nvSpPr>
          <p:spPr>
            <a:xfrm>
              <a:off x="2079511" y="3543454"/>
              <a:ext cx="24413" cy="23030"/>
            </a:xfrm>
            <a:custGeom>
              <a:avLst/>
              <a:gdLst/>
              <a:ahLst/>
              <a:cxnLst/>
              <a:rect l="l" t="t" r="r" b="b"/>
              <a:pathLst>
                <a:path w="671" h="633" extrusionOk="0">
                  <a:moveTo>
                    <a:pt x="90" y="0"/>
                  </a:moveTo>
                  <a:cubicBezTo>
                    <a:pt x="47" y="0"/>
                    <a:pt x="10" y="33"/>
                    <a:pt x="7" y="78"/>
                  </a:cubicBezTo>
                  <a:cubicBezTo>
                    <a:pt x="1" y="124"/>
                    <a:pt x="35" y="164"/>
                    <a:pt x="84" y="170"/>
                  </a:cubicBezTo>
                  <a:cubicBezTo>
                    <a:pt x="96" y="170"/>
                    <a:pt x="429" y="207"/>
                    <a:pt x="494" y="562"/>
                  </a:cubicBezTo>
                  <a:cubicBezTo>
                    <a:pt x="500" y="602"/>
                    <a:pt x="537" y="633"/>
                    <a:pt x="577" y="633"/>
                  </a:cubicBezTo>
                  <a:cubicBezTo>
                    <a:pt x="584" y="633"/>
                    <a:pt x="587" y="633"/>
                    <a:pt x="593" y="630"/>
                  </a:cubicBezTo>
                  <a:cubicBezTo>
                    <a:pt x="639" y="624"/>
                    <a:pt x="670" y="577"/>
                    <a:pt x="661" y="531"/>
                  </a:cubicBezTo>
                  <a:cubicBezTo>
                    <a:pt x="614" y="247"/>
                    <a:pt x="383" y="31"/>
                    <a:pt x="96" y="1"/>
                  </a:cubicBezTo>
                  <a:cubicBezTo>
                    <a:pt x="94" y="0"/>
                    <a:pt x="92" y="0"/>
                    <a:pt x="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1" name="Google Shape;5021;p47"/>
            <p:cNvSpPr/>
            <p:nvPr/>
          </p:nvSpPr>
          <p:spPr>
            <a:xfrm>
              <a:off x="2123606" y="3524426"/>
              <a:ext cx="20010" cy="27942"/>
            </a:xfrm>
            <a:custGeom>
              <a:avLst/>
              <a:gdLst/>
              <a:ahLst/>
              <a:cxnLst/>
              <a:rect l="l" t="t" r="r" b="b"/>
              <a:pathLst>
                <a:path w="550" h="768" extrusionOk="0">
                  <a:moveTo>
                    <a:pt x="121" y="1"/>
                  </a:moveTo>
                  <a:cubicBezTo>
                    <a:pt x="42" y="1"/>
                    <a:pt x="0" y="113"/>
                    <a:pt x="78" y="160"/>
                  </a:cubicBezTo>
                  <a:cubicBezTo>
                    <a:pt x="81" y="163"/>
                    <a:pt x="393" y="311"/>
                    <a:pt x="331" y="669"/>
                  </a:cubicBezTo>
                  <a:cubicBezTo>
                    <a:pt x="322" y="715"/>
                    <a:pt x="352" y="758"/>
                    <a:pt x="399" y="767"/>
                  </a:cubicBezTo>
                  <a:lnTo>
                    <a:pt x="414" y="767"/>
                  </a:lnTo>
                  <a:cubicBezTo>
                    <a:pt x="454" y="767"/>
                    <a:pt x="491" y="739"/>
                    <a:pt x="500" y="699"/>
                  </a:cubicBezTo>
                  <a:cubicBezTo>
                    <a:pt x="550" y="416"/>
                    <a:pt x="408" y="132"/>
                    <a:pt x="149" y="5"/>
                  </a:cubicBezTo>
                  <a:cubicBezTo>
                    <a:pt x="139" y="2"/>
                    <a:pt x="130" y="1"/>
                    <a:pt x="1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2" name="Google Shape;5022;p47"/>
            <p:cNvSpPr/>
            <p:nvPr/>
          </p:nvSpPr>
          <p:spPr>
            <a:xfrm>
              <a:off x="2070779" y="3562918"/>
              <a:ext cx="20993" cy="27687"/>
            </a:xfrm>
            <a:custGeom>
              <a:avLst/>
              <a:gdLst/>
              <a:ahLst/>
              <a:cxnLst/>
              <a:rect l="l" t="t" r="r" b="b"/>
              <a:pathLst>
                <a:path w="577" h="761" extrusionOk="0">
                  <a:moveTo>
                    <a:pt x="123" y="0"/>
                  </a:moveTo>
                  <a:cubicBezTo>
                    <a:pt x="41" y="0"/>
                    <a:pt x="1" y="128"/>
                    <a:pt x="93" y="166"/>
                  </a:cubicBezTo>
                  <a:cubicBezTo>
                    <a:pt x="284" y="252"/>
                    <a:pt x="395" y="456"/>
                    <a:pt x="364" y="662"/>
                  </a:cubicBezTo>
                  <a:cubicBezTo>
                    <a:pt x="358" y="712"/>
                    <a:pt x="392" y="752"/>
                    <a:pt x="438" y="761"/>
                  </a:cubicBezTo>
                  <a:lnTo>
                    <a:pt x="450" y="761"/>
                  </a:lnTo>
                  <a:cubicBezTo>
                    <a:pt x="494" y="758"/>
                    <a:pt x="528" y="730"/>
                    <a:pt x="537" y="687"/>
                  </a:cubicBezTo>
                  <a:cubicBezTo>
                    <a:pt x="577" y="403"/>
                    <a:pt x="423" y="123"/>
                    <a:pt x="161" y="8"/>
                  </a:cubicBezTo>
                  <a:cubicBezTo>
                    <a:pt x="148" y="3"/>
                    <a:pt x="135" y="0"/>
                    <a:pt x="1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3" name="Google Shape;5023;p47"/>
            <p:cNvSpPr/>
            <p:nvPr/>
          </p:nvSpPr>
          <p:spPr>
            <a:xfrm>
              <a:off x="2112073" y="3541125"/>
              <a:ext cx="20229" cy="27833"/>
            </a:xfrm>
            <a:custGeom>
              <a:avLst/>
              <a:gdLst/>
              <a:ahLst/>
              <a:cxnLst/>
              <a:rect l="l" t="t" r="r" b="b"/>
              <a:pathLst>
                <a:path w="556" h="765" extrusionOk="0">
                  <a:moveTo>
                    <a:pt x="121" y="1"/>
                  </a:moveTo>
                  <a:cubicBezTo>
                    <a:pt x="43" y="1"/>
                    <a:pt x="1" y="111"/>
                    <a:pt x="80" y="160"/>
                  </a:cubicBezTo>
                  <a:cubicBezTo>
                    <a:pt x="93" y="166"/>
                    <a:pt x="395" y="311"/>
                    <a:pt x="333" y="666"/>
                  </a:cubicBezTo>
                  <a:cubicBezTo>
                    <a:pt x="324" y="712"/>
                    <a:pt x="358" y="759"/>
                    <a:pt x="404" y="765"/>
                  </a:cubicBezTo>
                  <a:lnTo>
                    <a:pt x="420" y="765"/>
                  </a:lnTo>
                  <a:cubicBezTo>
                    <a:pt x="460" y="765"/>
                    <a:pt x="494" y="737"/>
                    <a:pt x="503" y="697"/>
                  </a:cubicBezTo>
                  <a:cubicBezTo>
                    <a:pt x="555" y="413"/>
                    <a:pt x="410" y="129"/>
                    <a:pt x="151" y="6"/>
                  </a:cubicBezTo>
                  <a:cubicBezTo>
                    <a:pt x="141" y="2"/>
                    <a:pt x="130" y="1"/>
                    <a:pt x="1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4" name="Google Shape;5024;p47"/>
            <p:cNvSpPr/>
            <p:nvPr/>
          </p:nvSpPr>
          <p:spPr>
            <a:xfrm>
              <a:off x="2103850" y="3571213"/>
              <a:ext cx="20156" cy="27942"/>
            </a:xfrm>
            <a:custGeom>
              <a:avLst/>
              <a:gdLst/>
              <a:ahLst/>
              <a:cxnLst/>
              <a:rect l="l" t="t" r="r" b="b"/>
              <a:pathLst>
                <a:path w="554" h="768" extrusionOk="0">
                  <a:moveTo>
                    <a:pt x="121" y="1"/>
                  </a:moveTo>
                  <a:cubicBezTo>
                    <a:pt x="42" y="1"/>
                    <a:pt x="1" y="113"/>
                    <a:pt x="78" y="160"/>
                  </a:cubicBezTo>
                  <a:cubicBezTo>
                    <a:pt x="81" y="163"/>
                    <a:pt x="393" y="311"/>
                    <a:pt x="331" y="669"/>
                  </a:cubicBezTo>
                  <a:cubicBezTo>
                    <a:pt x="322" y="715"/>
                    <a:pt x="356" y="758"/>
                    <a:pt x="402" y="767"/>
                  </a:cubicBezTo>
                  <a:lnTo>
                    <a:pt x="414" y="767"/>
                  </a:lnTo>
                  <a:cubicBezTo>
                    <a:pt x="454" y="767"/>
                    <a:pt x="491" y="740"/>
                    <a:pt x="501" y="700"/>
                  </a:cubicBezTo>
                  <a:cubicBezTo>
                    <a:pt x="553" y="416"/>
                    <a:pt x="408" y="132"/>
                    <a:pt x="149" y="6"/>
                  </a:cubicBezTo>
                  <a:cubicBezTo>
                    <a:pt x="139" y="2"/>
                    <a:pt x="130" y="1"/>
                    <a:pt x="1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5" name="Google Shape;5025;p47"/>
            <p:cNvSpPr/>
            <p:nvPr/>
          </p:nvSpPr>
          <p:spPr>
            <a:xfrm>
              <a:off x="2147436" y="3559753"/>
              <a:ext cx="20083" cy="27942"/>
            </a:xfrm>
            <a:custGeom>
              <a:avLst/>
              <a:gdLst/>
              <a:ahLst/>
              <a:cxnLst/>
              <a:rect l="l" t="t" r="r" b="b"/>
              <a:pathLst>
                <a:path w="552" h="768" extrusionOk="0">
                  <a:moveTo>
                    <a:pt x="120" y="1"/>
                  </a:moveTo>
                  <a:cubicBezTo>
                    <a:pt x="41" y="1"/>
                    <a:pt x="0" y="113"/>
                    <a:pt x="80" y="160"/>
                  </a:cubicBezTo>
                  <a:cubicBezTo>
                    <a:pt x="92" y="166"/>
                    <a:pt x="391" y="314"/>
                    <a:pt x="333" y="669"/>
                  </a:cubicBezTo>
                  <a:cubicBezTo>
                    <a:pt x="324" y="715"/>
                    <a:pt x="354" y="759"/>
                    <a:pt x="401" y="768"/>
                  </a:cubicBezTo>
                  <a:lnTo>
                    <a:pt x="416" y="768"/>
                  </a:lnTo>
                  <a:cubicBezTo>
                    <a:pt x="456" y="768"/>
                    <a:pt x="493" y="737"/>
                    <a:pt x="499" y="697"/>
                  </a:cubicBezTo>
                  <a:cubicBezTo>
                    <a:pt x="552" y="416"/>
                    <a:pt x="410" y="132"/>
                    <a:pt x="151" y="6"/>
                  </a:cubicBezTo>
                  <a:cubicBezTo>
                    <a:pt x="140" y="2"/>
                    <a:pt x="130" y="1"/>
                    <a:pt x="1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6" name="Google Shape;5026;p47"/>
            <p:cNvSpPr/>
            <p:nvPr/>
          </p:nvSpPr>
          <p:spPr>
            <a:xfrm>
              <a:off x="2149437" y="3525517"/>
              <a:ext cx="20229" cy="27833"/>
            </a:xfrm>
            <a:custGeom>
              <a:avLst/>
              <a:gdLst/>
              <a:ahLst/>
              <a:cxnLst/>
              <a:rect l="l" t="t" r="r" b="b"/>
              <a:pathLst>
                <a:path w="556" h="765" extrusionOk="0">
                  <a:moveTo>
                    <a:pt x="121" y="1"/>
                  </a:moveTo>
                  <a:cubicBezTo>
                    <a:pt x="43" y="1"/>
                    <a:pt x="1" y="111"/>
                    <a:pt x="80" y="160"/>
                  </a:cubicBezTo>
                  <a:cubicBezTo>
                    <a:pt x="93" y="167"/>
                    <a:pt x="395" y="312"/>
                    <a:pt x="333" y="666"/>
                  </a:cubicBezTo>
                  <a:cubicBezTo>
                    <a:pt x="324" y="713"/>
                    <a:pt x="358" y="759"/>
                    <a:pt x="404" y="765"/>
                  </a:cubicBezTo>
                  <a:lnTo>
                    <a:pt x="420" y="765"/>
                  </a:lnTo>
                  <a:cubicBezTo>
                    <a:pt x="460" y="765"/>
                    <a:pt x="494" y="737"/>
                    <a:pt x="503" y="700"/>
                  </a:cubicBezTo>
                  <a:cubicBezTo>
                    <a:pt x="555" y="416"/>
                    <a:pt x="414" y="130"/>
                    <a:pt x="151" y="6"/>
                  </a:cubicBezTo>
                  <a:cubicBezTo>
                    <a:pt x="141" y="3"/>
                    <a:pt x="131" y="1"/>
                    <a:pt x="1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7" name="Google Shape;5027;p47"/>
            <p:cNvSpPr/>
            <p:nvPr/>
          </p:nvSpPr>
          <p:spPr>
            <a:xfrm>
              <a:off x="2136812" y="3575252"/>
              <a:ext cx="17827" cy="29943"/>
            </a:xfrm>
            <a:custGeom>
              <a:avLst/>
              <a:gdLst/>
              <a:ahLst/>
              <a:cxnLst/>
              <a:rect l="l" t="t" r="r" b="b"/>
              <a:pathLst>
                <a:path w="490" h="823" extrusionOk="0">
                  <a:moveTo>
                    <a:pt x="127" y="1"/>
                  </a:moveTo>
                  <a:cubicBezTo>
                    <a:pt x="54" y="1"/>
                    <a:pt x="0" y="101"/>
                    <a:pt x="76" y="157"/>
                  </a:cubicBezTo>
                  <a:cubicBezTo>
                    <a:pt x="79" y="160"/>
                    <a:pt x="353" y="366"/>
                    <a:pt x="224" y="706"/>
                  </a:cubicBezTo>
                  <a:cubicBezTo>
                    <a:pt x="205" y="749"/>
                    <a:pt x="227" y="798"/>
                    <a:pt x="273" y="817"/>
                  </a:cubicBezTo>
                  <a:cubicBezTo>
                    <a:pt x="282" y="820"/>
                    <a:pt x="292" y="820"/>
                    <a:pt x="304" y="823"/>
                  </a:cubicBezTo>
                  <a:cubicBezTo>
                    <a:pt x="338" y="823"/>
                    <a:pt x="372" y="798"/>
                    <a:pt x="384" y="767"/>
                  </a:cubicBezTo>
                  <a:cubicBezTo>
                    <a:pt x="489" y="499"/>
                    <a:pt x="406" y="194"/>
                    <a:pt x="178" y="18"/>
                  </a:cubicBezTo>
                  <a:cubicBezTo>
                    <a:pt x="161" y="6"/>
                    <a:pt x="143" y="1"/>
                    <a:pt x="1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8" name="Google Shape;5028;p47"/>
            <p:cNvSpPr/>
            <p:nvPr/>
          </p:nvSpPr>
          <p:spPr>
            <a:xfrm>
              <a:off x="1732827" y="3702516"/>
              <a:ext cx="226008" cy="72801"/>
            </a:xfrm>
            <a:custGeom>
              <a:avLst/>
              <a:gdLst/>
              <a:ahLst/>
              <a:cxnLst/>
              <a:rect l="l" t="t" r="r" b="b"/>
              <a:pathLst>
                <a:path w="6212" h="2001" extrusionOk="0">
                  <a:moveTo>
                    <a:pt x="122" y="1"/>
                  </a:moveTo>
                  <a:cubicBezTo>
                    <a:pt x="34" y="1"/>
                    <a:pt x="0" y="138"/>
                    <a:pt x="101" y="169"/>
                  </a:cubicBezTo>
                  <a:lnTo>
                    <a:pt x="6066" y="1995"/>
                  </a:lnTo>
                  <a:cubicBezTo>
                    <a:pt x="6075" y="1998"/>
                    <a:pt x="6081" y="2001"/>
                    <a:pt x="6091" y="2001"/>
                  </a:cubicBezTo>
                  <a:cubicBezTo>
                    <a:pt x="6189" y="2001"/>
                    <a:pt x="6211" y="1859"/>
                    <a:pt x="6115" y="1831"/>
                  </a:cubicBezTo>
                  <a:lnTo>
                    <a:pt x="150" y="5"/>
                  </a:lnTo>
                  <a:cubicBezTo>
                    <a:pt x="140" y="2"/>
                    <a:pt x="131"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9" name="Google Shape;5029;p47"/>
            <p:cNvSpPr/>
            <p:nvPr/>
          </p:nvSpPr>
          <p:spPr>
            <a:xfrm>
              <a:off x="1716419" y="3754506"/>
              <a:ext cx="231975" cy="32271"/>
            </a:xfrm>
            <a:custGeom>
              <a:avLst/>
              <a:gdLst/>
              <a:ahLst/>
              <a:cxnLst/>
              <a:rect l="l" t="t" r="r" b="b"/>
              <a:pathLst>
                <a:path w="6376" h="887" extrusionOk="0">
                  <a:moveTo>
                    <a:pt x="118" y="0"/>
                  </a:moveTo>
                  <a:cubicBezTo>
                    <a:pt x="14" y="0"/>
                    <a:pt x="1" y="159"/>
                    <a:pt x="111" y="171"/>
                  </a:cubicBezTo>
                  <a:lnTo>
                    <a:pt x="6246" y="883"/>
                  </a:lnTo>
                  <a:lnTo>
                    <a:pt x="6258" y="883"/>
                  </a:lnTo>
                  <a:lnTo>
                    <a:pt x="6258" y="886"/>
                  </a:lnTo>
                  <a:cubicBezTo>
                    <a:pt x="6366" y="886"/>
                    <a:pt x="6375" y="726"/>
                    <a:pt x="6267" y="714"/>
                  </a:cubicBezTo>
                  <a:lnTo>
                    <a:pt x="130" y="1"/>
                  </a:lnTo>
                  <a:cubicBezTo>
                    <a:pt x="126" y="1"/>
                    <a:pt x="122" y="0"/>
                    <a:pt x="1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0" name="Google Shape;5030;p47"/>
            <p:cNvSpPr/>
            <p:nvPr/>
          </p:nvSpPr>
          <p:spPr>
            <a:xfrm>
              <a:off x="1712344" y="3793907"/>
              <a:ext cx="226627" cy="14626"/>
            </a:xfrm>
            <a:custGeom>
              <a:avLst/>
              <a:gdLst/>
              <a:ahLst/>
              <a:cxnLst/>
              <a:rect l="l" t="t" r="r" b="b"/>
              <a:pathLst>
                <a:path w="6229" h="402" extrusionOk="0">
                  <a:moveTo>
                    <a:pt x="6139" y="1"/>
                  </a:moveTo>
                  <a:lnTo>
                    <a:pt x="115" y="229"/>
                  </a:lnTo>
                  <a:cubicBezTo>
                    <a:pt x="1" y="232"/>
                    <a:pt x="4" y="402"/>
                    <a:pt x="118" y="402"/>
                  </a:cubicBezTo>
                  <a:lnTo>
                    <a:pt x="121" y="402"/>
                  </a:lnTo>
                  <a:lnTo>
                    <a:pt x="6145" y="173"/>
                  </a:lnTo>
                  <a:cubicBezTo>
                    <a:pt x="6191" y="170"/>
                    <a:pt x="6228" y="130"/>
                    <a:pt x="6225" y="84"/>
                  </a:cubicBezTo>
                  <a:cubicBezTo>
                    <a:pt x="6222" y="38"/>
                    <a:pt x="6185" y="1"/>
                    <a:pt x="61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1" name="Google Shape;5031;p47"/>
            <p:cNvSpPr/>
            <p:nvPr/>
          </p:nvSpPr>
          <p:spPr>
            <a:xfrm>
              <a:off x="2313483" y="3682760"/>
              <a:ext cx="161720" cy="70691"/>
            </a:xfrm>
            <a:custGeom>
              <a:avLst/>
              <a:gdLst/>
              <a:ahLst/>
              <a:cxnLst/>
              <a:rect l="l" t="t" r="r" b="b"/>
              <a:pathLst>
                <a:path w="4445" h="1943" extrusionOk="0">
                  <a:moveTo>
                    <a:pt x="4322" y="0"/>
                  </a:moveTo>
                  <a:cubicBezTo>
                    <a:pt x="4310" y="0"/>
                    <a:pt x="4298" y="3"/>
                    <a:pt x="4285" y="8"/>
                  </a:cubicBezTo>
                  <a:lnTo>
                    <a:pt x="90" y="1779"/>
                  </a:lnTo>
                  <a:cubicBezTo>
                    <a:pt x="0" y="1813"/>
                    <a:pt x="28" y="1942"/>
                    <a:pt x="124" y="1942"/>
                  </a:cubicBezTo>
                  <a:cubicBezTo>
                    <a:pt x="133" y="1942"/>
                    <a:pt x="145" y="1939"/>
                    <a:pt x="155" y="1936"/>
                  </a:cubicBezTo>
                  <a:lnTo>
                    <a:pt x="4352" y="166"/>
                  </a:lnTo>
                  <a:cubicBezTo>
                    <a:pt x="4444" y="128"/>
                    <a:pt x="4404" y="0"/>
                    <a:pt x="4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2" name="Google Shape;5032;p47"/>
            <p:cNvSpPr/>
            <p:nvPr/>
          </p:nvSpPr>
          <p:spPr>
            <a:xfrm>
              <a:off x="2325962" y="3722235"/>
              <a:ext cx="164594" cy="39511"/>
            </a:xfrm>
            <a:custGeom>
              <a:avLst/>
              <a:gdLst/>
              <a:ahLst/>
              <a:cxnLst/>
              <a:rect l="l" t="t" r="r" b="b"/>
              <a:pathLst>
                <a:path w="4524" h="1086" extrusionOk="0">
                  <a:moveTo>
                    <a:pt x="4405" y="1"/>
                  </a:moveTo>
                  <a:cubicBezTo>
                    <a:pt x="4399" y="1"/>
                    <a:pt x="4392" y="2"/>
                    <a:pt x="4386" y="3"/>
                  </a:cubicBezTo>
                  <a:lnTo>
                    <a:pt x="105" y="916"/>
                  </a:lnTo>
                  <a:cubicBezTo>
                    <a:pt x="1" y="937"/>
                    <a:pt x="18" y="1086"/>
                    <a:pt x="120" y="1086"/>
                  </a:cubicBezTo>
                  <a:cubicBezTo>
                    <a:pt x="121" y="1086"/>
                    <a:pt x="122" y="1086"/>
                    <a:pt x="123" y="1086"/>
                  </a:cubicBezTo>
                  <a:lnTo>
                    <a:pt x="139" y="1086"/>
                  </a:lnTo>
                  <a:lnTo>
                    <a:pt x="4423" y="169"/>
                  </a:lnTo>
                  <a:cubicBezTo>
                    <a:pt x="4524" y="146"/>
                    <a:pt x="4498" y="1"/>
                    <a:pt x="44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3" name="Google Shape;5033;p47"/>
            <p:cNvSpPr/>
            <p:nvPr/>
          </p:nvSpPr>
          <p:spPr>
            <a:xfrm>
              <a:off x="2330328" y="3772151"/>
              <a:ext cx="171580" cy="13607"/>
            </a:xfrm>
            <a:custGeom>
              <a:avLst/>
              <a:gdLst/>
              <a:ahLst/>
              <a:cxnLst/>
              <a:rect l="l" t="t" r="r" b="b"/>
              <a:pathLst>
                <a:path w="4716" h="374" extrusionOk="0">
                  <a:moveTo>
                    <a:pt x="90" y="0"/>
                  </a:moveTo>
                  <a:cubicBezTo>
                    <a:pt x="43" y="0"/>
                    <a:pt x="6" y="37"/>
                    <a:pt x="0" y="84"/>
                  </a:cubicBezTo>
                  <a:cubicBezTo>
                    <a:pt x="0" y="130"/>
                    <a:pt x="34" y="170"/>
                    <a:pt x="83" y="173"/>
                  </a:cubicBezTo>
                  <a:lnTo>
                    <a:pt x="4593" y="374"/>
                  </a:lnTo>
                  <a:lnTo>
                    <a:pt x="4599" y="374"/>
                  </a:lnTo>
                  <a:cubicBezTo>
                    <a:pt x="4713" y="374"/>
                    <a:pt x="4716" y="204"/>
                    <a:pt x="4602" y="201"/>
                  </a:cubicBezTo>
                  <a:lnTo>
                    <a:pt x="9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4" name="Google Shape;5034;p47"/>
            <p:cNvSpPr/>
            <p:nvPr/>
          </p:nvSpPr>
          <p:spPr>
            <a:xfrm>
              <a:off x="2049277" y="3868090"/>
              <a:ext cx="332172" cy="272723"/>
            </a:xfrm>
            <a:custGeom>
              <a:avLst/>
              <a:gdLst/>
              <a:ahLst/>
              <a:cxnLst/>
              <a:rect l="l" t="t" r="r" b="b"/>
              <a:pathLst>
                <a:path w="9130" h="7496" extrusionOk="0">
                  <a:moveTo>
                    <a:pt x="3334" y="1"/>
                  </a:moveTo>
                  <a:cubicBezTo>
                    <a:pt x="1493" y="1"/>
                    <a:pt x="1" y="1057"/>
                    <a:pt x="961" y="1357"/>
                  </a:cubicBezTo>
                  <a:cubicBezTo>
                    <a:pt x="1825" y="1629"/>
                    <a:pt x="2688" y="2122"/>
                    <a:pt x="3321" y="2489"/>
                  </a:cubicBezTo>
                  <a:cubicBezTo>
                    <a:pt x="4823" y="3433"/>
                    <a:pt x="6578" y="4898"/>
                    <a:pt x="6954" y="7424"/>
                  </a:cubicBezTo>
                  <a:cubicBezTo>
                    <a:pt x="6960" y="7464"/>
                    <a:pt x="6997" y="7495"/>
                    <a:pt x="7040" y="7495"/>
                  </a:cubicBezTo>
                  <a:lnTo>
                    <a:pt x="7053" y="7495"/>
                  </a:lnTo>
                  <a:cubicBezTo>
                    <a:pt x="7099" y="7489"/>
                    <a:pt x="7133" y="7446"/>
                    <a:pt x="7124" y="7400"/>
                  </a:cubicBezTo>
                  <a:cubicBezTo>
                    <a:pt x="6809" y="5296"/>
                    <a:pt x="5572" y="3914"/>
                    <a:pt x="4298" y="2955"/>
                  </a:cubicBezTo>
                  <a:cubicBezTo>
                    <a:pt x="4616" y="2884"/>
                    <a:pt x="4925" y="2181"/>
                    <a:pt x="4869" y="1789"/>
                  </a:cubicBezTo>
                  <a:cubicBezTo>
                    <a:pt x="4820" y="1416"/>
                    <a:pt x="5856" y="1172"/>
                    <a:pt x="6121" y="1117"/>
                  </a:cubicBezTo>
                  <a:cubicBezTo>
                    <a:pt x="7885" y="2277"/>
                    <a:pt x="8919" y="4167"/>
                    <a:pt x="8937" y="4198"/>
                  </a:cubicBezTo>
                  <a:cubicBezTo>
                    <a:pt x="8953" y="4233"/>
                    <a:pt x="8982" y="4248"/>
                    <a:pt x="9010" y="4248"/>
                  </a:cubicBezTo>
                  <a:cubicBezTo>
                    <a:pt x="9069" y="4248"/>
                    <a:pt x="9130" y="4186"/>
                    <a:pt x="9088" y="4118"/>
                  </a:cubicBezTo>
                  <a:lnTo>
                    <a:pt x="9085" y="4115"/>
                  </a:lnTo>
                  <a:cubicBezTo>
                    <a:pt x="9067" y="4081"/>
                    <a:pt x="7694" y="1561"/>
                    <a:pt x="5384" y="509"/>
                  </a:cubicBezTo>
                  <a:cubicBezTo>
                    <a:pt x="4723" y="141"/>
                    <a:pt x="4005" y="1"/>
                    <a:pt x="33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5" name="Google Shape;5035;p47"/>
            <p:cNvSpPr/>
            <p:nvPr/>
          </p:nvSpPr>
          <p:spPr>
            <a:xfrm>
              <a:off x="2075545" y="3903745"/>
              <a:ext cx="80187" cy="15899"/>
            </a:xfrm>
            <a:custGeom>
              <a:avLst/>
              <a:gdLst/>
              <a:ahLst/>
              <a:cxnLst/>
              <a:rect l="l" t="t" r="r" b="b"/>
              <a:pathLst>
                <a:path w="2204" h="437" extrusionOk="0">
                  <a:moveTo>
                    <a:pt x="1070" y="0"/>
                  </a:moveTo>
                  <a:cubicBezTo>
                    <a:pt x="811" y="0"/>
                    <a:pt x="495" y="26"/>
                    <a:pt x="110" y="94"/>
                  </a:cubicBezTo>
                  <a:cubicBezTo>
                    <a:pt x="0" y="111"/>
                    <a:pt x="20" y="266"/>
                    <a:pt x="116" y="266"/>
                  </a:cubicBezTo>
                  <a:cubicBezTo>
                    <a:pt x="123" y="266"/>
                    <a:pt x="130" y="265"/>
                    <a:pt x="137" y="263"/>
                  </a:cubicBezTo>
                  <a:cubicBezTo>
                    <a:pt x="519" y="197"/>
                    <a:pt x="828" y="172"/>
                    <a:pt x="1077" y="172"/>
                  </a:cubicBezTo>
                  <a:cubicBezTo>
                    <a:pt x="1819" y="172"/>
                    <a:pt x="2021" y="395"/>
                    <a:pt x="2028" y="402"/>
                  </a:cubicBezTo>
                  <a:cubicBezTo>
                    <a:pt x="2043" y="423"/>
                    <a:pt x="2067" y="436"/>
                    <a:pt x="2094" y="436"/>
                  </a:cubicBezTo>
                  <a:lnTo>
                    <a:pt x="2094" y="436"/>
                  </a:lnTo>
                  <a:cubicBezTo>
                    <a:pt x="2164" y="435"/>
                    <a:pt x="2204" y="355"/>
                    <a:pt x="2161" y="300"/>
                  </a:cubicBezTo>
                  <a:cubicBezTo>
                    <a:pt x="2149" y="284"/>
                    <a:pt x="1923" y="0"/>
                    <a:pt x="1070" y="0"/>
                  </a:cubicBezTo>
                  <a:close/>
                  <a:moveTo>
                    <a:pt x="2094" y="436"/>
                  </a:moveTo>
                  <a:cubicBezTo>
                    <a:pt x="2094" y="436"/>
                    <a:pt x="2093" y="436"/>
                    <a:pt x="2093" y="436"/>
                  </a:cubicBezTo>
                  <a:lnTo>
                    <a:pt x="2096" y="436"/>
                  </a:lnTo>
                  <a:cubicBezTo>
                    <a:pt x="2095" y="436"/>
                    <a:pt x="2095" y="436"/>
                    <a:pt x="2094" y="43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6" name="Google Shape;5036;p47"/>
            <p:cNvSpPr/>
            <p:nvPr/>
          </p:nvSpPr>
          <p:spPr>
            <a:xfrm>
              <a:off x="2080966" y="3883880"/>
              <a:ext cx="73420" cy="14990"/>
            </a:xfrm>
            <a:custGeom>
              <a:avLst/>
              <a:gdLst/>
              <a:ahLst/>
              <a:cxnLst/>
              <a:rect l="l" t="t" r="r" b="b"/>
              <a:pathLst>
                <a:path w="2018" h="412" extrusionOk="0">
                  <a:moveTo>
                    <a:pt x="1102" y="0"/>
                  </a:moveTo>
                  <a:cubicBezTo>
                    <a:pt x="790" y="0"/>
                    <a:pt x="426" y="58"/>
                    <a:pt x="78" y="251"/>
                  </a:cubicBezTo>
                  <a:cubicBezTo>
                    <a:pt x="1" y="294"/>
                    <a:pt x="32" y="411"/>
                    <a:pt x="118" y="411"/>
                  </a:cubicBezTo>
                  <a:cubicBezTo>
                    <a:pt x="133" y="411"/>
                    <a:pt x="149" y="408"/>
                    <a:pt x="161" y="399"/>
                  </a:cubicBezTo>
                  <a:cubicBezTo>
                    <a:pt x="475" y="227"/>
                    <a:pt x="810" y="175"/>
                    <a:pt x="1098" y="175"/>
                  </a:cubicBezTo>
                  <a:cubicBezTo>
                    <a:pt x="1528" y="175"/>
                    <a:pt x="1855" y="289"/>
                    <a:pt x="1861" y="291"/>
                  </a:cubicBezTo>
                  <a:cubicBezTo>
                    <a:pt x="1873" y="296"/>
                    <a:pt x="1885" y="298"/>
                    <a:pt x="1895" y="298"/>
                  </a:cubicBezTo>
                  <a:cubicBezTo>
                    <a:pt x="1980" y="298"/>
                    <a:pt x="2018" y="164"/>
                    <a:pt x="1919" y="131"/>
                  </a:cubicBezTo>
                  <a:cubicBezTo>
                    <a:pt x="1896" y="122"/>
                    <a:pt x="1554" y="0"/>
                    <a:pt x="11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7" name="Google Shape;5037;p47"/>
            <p:cNvSpPr/>
            <p:nvPr/>
          </p:nvSpPr>
          <p:spPr>
            <a:xfrm>
              <a:off x="2107125" y="3780446"/>
              <a:ext cx="99033" cy="115187"/>
            </a:xfrm>
            <a:custGeom>
              <a:avLst/>
              <a:gdLst/>
              <a:ahLst/>
              <a:cxnLst/>
              <a:rect l="l" t="t" r="r" b="b"/>
              <a:pathLst>
                <a:path w="2722" h="3166" extrusionOk="0">
                  <a:moveTo>
                    <a:pt x="1083" y="1"/>
                  </a:moveTo>
                  <a:cubicBezTo>
                    <a:pt x="1083" y="1"/>
                    <a:pt x="0" y="2826"/>
                    <a:pt x="1370" y="3140"/>
                  </a:cubicBezTo>
                  <a:cubicBezTo>
                    <a:pt x="1445" y="3158"/>
                    <a:pt x="1515" y="3166"/>
                    <a:pt x="1581" y="3166"/>
                  </a:cubicBezTo>
                  <a:cubicBezTo>
                    <a:pt x="2721" y="3166"/>
                    <a:pt x="2571" y="732"/>
                    <a:pt x="2597" y="571"/>
                  </a:cubicBezTo>
                  <a:lnTo>
                    <a:pt x="2597" y="571"/>
                  </a:lnTo>
                  <a:cubicBezTo>
                    <a:pt x="2597" y="571"/>
                    <a:pt x="2288" y="955"/>
                    <a:pt x="1916" y="955"/>
                  </a:cubicBezTo>
                  <a:cubicBezTo>
                    <a:pt x="1639" y="955"/>
                    <a:pt x="1328" y="743"/>
                    <a:pt x="108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8" name="Google Shape;5038;p47"/>
            <p:cNvSpPr/>
            <p:nvPr/>
          </p:nvSpPr>
          <p:spPr>
            <a:xfrm>
              <a:off x="2159078" y="3808460"/>
              <a:ext cx="9969" cy="55047"/>
            </a:xfrm>
            <a:custGeom>
              <a:avLst/>
              <a:gdLst/>
              <a:ahLst/>
              <a:cxnLst/>
              <a:rect l="l" t="t" r="r" b="b"/>
              <a:pathLst>
                <a:path w="274" h="1513" extrusionOk="0">
                  <a:moveTo>
                    <a:pt x="169" y="1"/>
                  </a:moveTo>
                  <a:cubicBezTo>
                    <a:pt x="137" y="1"/>
                    <a:pt x="104" y="19"/>
                    <a:pt x="90" y="60"/>
                  </a:cubicBezTo>
                  <a:cubicBezTo>
                    <a:pt x="0" y="322"/>
                    <a:pt x="25" y="1319"/>
                    <a:pt x="28" y="1430"/>
                  </a:cubicBezTo>
                  <a:cubicBezTo>
                    <a:pt x="28" y="1476"/>
                    <a:pt x="65" y="1513"/>
                    <a:pt x="112" y="1513"/>
                  </a:cubicBezTo>
                  <a:lnTo>
                    <a:pt x="115" y="1513"/>
                  </a:lnTo>
                  <a:cubicBezTo>
                    <a:pt x="161" y="1510"/>
                    <a:pt x="201" y="1473"/>
                    <a:pt x="198" y="1424"/>
                  </a:cubicBezTo>
                  <a:cubicBezTo>
                    <a:pt x="192" y="1127"/>
                    <a:pt x="186" y="313"/>
                    <a:pt x="250" y="113"/>
                  </a:cubicBezTo>
                  <a:cubicBezTo>
                    <a:pt x="273" y="46"/>
                    <a:pt x="221" y="1"/>
                    <a:pt x="1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9" name="Google Shape;5039;p47"/>
            <p:cNvSpPr/>
            <p:nvPr/>
          </p:nvSpPr>
          <p:spPr>
            <a:xfrm>
              <a:off x="2134011" y="3721726"/>
              <a:ext cx="91429" cy="96923"/>
            </a:xfrm>
            <a:custGeom>
              <a:avLst/>
              <a:gdLst/>
              <a:ahLst/>
              <a:cxnLst/>
              <a:rect l="l" t="t" r="r" b="b"/>
              <a:pathLst>
                <a:path w="2513" h="2664" extrusionOk="0">
                  <a:moveTo>
                    <a:pt x="1323" y="1"/>
                  </a:moveTo>
                  <a:cubicBezTo>
                    <a:pt x="1279" y="1"/>
                    <a:pt x="1241" y="36"/>
                    <a:pt x="1238" y="79"/>
                  </a:cubicBezTo>
                  <a:lnTo>
                    <a:pt x="973" y="2441"/>
                  </a:lnTo>
                  <a:cubicBezTo>
                    <a:pt x="535" y="2188"/>
                    <a:pt x="255" y="1112"/>
                    <a:pt x="181" y="692"/>
                  </a:cubicBezTo>
                  <a:cubicBezTo>
                    <a:pt x="170" y="644"/>
                    <a:pt x="133" y="623"/>
                    <a:pt x="96" y="623"/>
                  </a:cubicBezTo>
                  <a:cubicBezTo>
                    <a:pt x="48" y="623"/>
                    <a:pt x="0" y="659"/>
                    <a:pt x="11" y="720"/>
                  </a:cubicBezTo>
                  <a:cubicBezTo>
                    <a:pt x="23" y="791"/>
                    <a:pt x="326" y="2447"/>
                    <a:pt x="1016" y="2645"/>
                  </a:cubicBezTo>
                  <a:lnTo>
                    <a:pt x="1019" y="2645"/>
                  </a:lnTo>
                  <a:cubicBezTo>
                    <a:pt x="1063" y="2657"/>
                    <a:pt x="1106" y="2663"/>
                    <a:pt x="1149" y="2663"/>
                  </a:cubicBezTo>
                  <a:cubicBezTo>
                    <a:pt x="1803" y="2663"/>
                    <a:pt x="2420" y="1343"/>
                    <a:pt x="2491" y="1183"/>
                  </a:cubicBezTo>
                  <a:cubicBezTo>
                    <a:pt x="2512" y="1140"/>
                    <a:pt x="2494" y="1087"/>
                    <a:pt x="2451" y="1069"/>
                  </a:cubicBezTo>
                  <a:cubicBezTo>
                    <a:pt x="2439" y="1063"/>
                    <a:pt x="2427" y="1060"/>
                    <a:pt x="2415" y="1060"/>
                  </a:cubicBezTo>
                  <a:cubicBezTo>
                    <a:pt x="2383" y="1060"/>
                    <a:pt x="2353" y="1080"/>
                    <a:pt x="2340" y="1112"/>
                  </a:cubicBezTo>
                  <a:cubicBezTo>
                    <a:pt x="2156" y="1513"/>
                    <a:pt x="1611" y="2488"/>
                    <a:pt x="1151" y="2488"/>
                  </a:cubicBezTo>
                  <a:cubicBezTo>
                    <a:pt x="1147" y="2488"/>
                    <a:pt x="1143" y="2488"/>
                    <a:pt x="1140" y="2487"/>
                  </a:cubicBezTo>
                  <a:lnTo>
                    <a:pt x="1411" y="97"/>
                  </a:lnTo>
                  <a:cubicBezTo>
                    <a:pt x="1417" y="51"/>
                    <a:pt x="1380" y="8"/>
                    <a:pt x="1334" y="2"/>
                  </a:cubicBezTo>
                  <a:cubicBezTo>
                    <a:pt x="1330" y="1"/>
                    <a:pt x="1327" y="1"/>
                    <a:pt x="13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0" name="Google Shape;5040;p47"/>
            <p:cNvSpPr/>
            <p:nvPr/>
          </p:nvSpPr>
          <p:spPr>
            <a:xfrm>
              <a:off x="2158168" y="3700624"/>
              <a:ext cx="51227" cy="23903"/>
            </a:xfrm>
            <a:custGeom>
              <a:avLst/>
              <a:gdLst/>
              <a:ahLst/>
              <a:cxnLst/>
              <a:rect l="l" t="t" r="r" b="b"/>
              <a:pathLst>
                <a:path w="1408" h="657" extrusionOk="0">
                  <a:moveTo>
                    <a:pt x="662" y="0"/>
                  </a:moveTo>
                  <a:cubicBezTo>
                    <a:pt x="303" y="0"/>
                    <a:pt x="1" y="110"/>
                    <a:pt x="1" y="110"/>
                  </a:cubicBezTo>
                  <a:cubicBezTo>
                    <a:pt x="1" y="110"/>
                    <a:pt x="621" y="625"/>
                    <a:pt x="713" y="656"/>
                  </a:cubicBezTo>
                  <a:cubicBezTo>
                    <a:pt x="716" y="656"/>
                    <a:pt x="719" y="657"/>
                    <a:pt x="723" y="657"/>
                  </a:cubicBezTo>
                  <a:cubicBezTo>
                    <a:pt x="838" y="657"/>
                    <a:pt x="1407" y="227"/>
                    <a:pt x="1407" y="227"/>
                  </a:cubicBezTo>
                  <a:cubicBezTo>
                    <a:pt x="1185" y="52"/>
                    <a:pt x="910" y="0"/>
                    <a:pt x="66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1" name="Google Shape;5041;p47"/>
            <p:cNvSpPr/>
            <p:nvPr/>
          </p:nvSpPr>
          <p:spPr>
            <a:xfrm>
              <a:off x="2225402" y="4363213"/>
              <a:ext cx="65889" cy="40385"/>
            </a:xfrm>
            <a:custGeom>
              <a:avLst/>
              <a:gdLst/>
              <a:ahLst/>
              <a:cxnLst/>
              <a:rect l="l" t="t" r="r" b="b"/>
              <a:pathLst>
                <a:path w="1811" h="1110" extrusionOk="0">
                  <a:moveTo>
                    <a:pt x="124" y="0"/>
                  </a:moveTo>
                  <a:cubicBezTo>
                    <a:pt x="44" y="0"/>
                    <a:pt x="1" y="113"/>
                    <a:pt x="80" y="160"/>
                  </a:cubicBezTo>
                  <a:cubicBezTo>
                    <a:pt x="93" y="166"/>
                    <a:pt x="1354" y="755"/>
                    <a:pt x="1653" y="1082"/>
                  </a:cubicBezTo>
                  <a:cubicBezTo>
                    <a:pt x="1669" y="1100"/>
                    <a:pt x="1690" y="1110"/>
                    <a:pt x="1715" y="1110"/>
                  </a:cubicBezTo>
                  <a:cubicBezTo>
                    <a:pt x="1737" y="1110"/>
                    <a:pt x="1758" y="1103"/>
                    <a:pt x="1774" y="1088"/>
                  </a:cubicBezTo>
                  <a:cubicBezTo>
                    <a:pt x="1808" y="1057"/>
                    <a:pt x="1811" y="1002"/>
                    <a:pt x="1780" y="968"/>
                  </a:cubicBezTo>
                  <a:cubicBezTo>
                    <a:pt x="1456" y="616"/>
                    <a:pt x="207" y="30"/>
                    <a:pt x="155" y="5"/>
                  </a:cubicBezTo>
                  <a:cubicBezTo>
                    <a:pt x="144" y="2"/>
                    <a:pt x="133" y="0"/>
                    <a:pt x="124" y="0"/>
                  </a:cubicBezTo>
                  <a:close/>
                </a:path>
              </a:pathLst>
            </a:custGeom>
            <a:solidFill>
              <a:srgbClr val="FCF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2" name="Google Shape;5042;p47"/>
            <p:cNvSpPr/>
            <p:nvPr/>
          </p:nvSpPr>
          <p:spPr>
            <a:xfrm>
              <a:off x="2212705" y="4382786"/>
              <a:ext cx="57484" cy="32271"/>
            </a:xfrm>
            <a:custGeom>
              <a:avLst/>
              <a:gdLst/>
              <a:ahLst/>
              <a:cxnLst/>
              <a:rect l="l" t="t" r="r" b="b"/>
              <a:pathLst>
                <a:path w="1580" h="887" extrusionOk="0">
                  <a:moveTo>
                    <a:pt x="119" y="0"/>
                  </a:moveTo>
                  <a:cubicBezTo>
                    <a:pt x="29" y="0"/>
                    <a:pt x="1" y="142"/>
                    <a:pt x="103" y="168"/>
                  </a:cubicBezTo>
                  <a:cubicBezTo>
                    <a:pt x="112" y="171"/>
                    <a:pt x="969" y="396"/>
                    <a:pt x="1404" y="858"/>
                  </a:cubicBezTo>
                  <a:cubicBezTo>
                    <a:pt x="1420" y="874"/>
                    <a:pt x="1441" y="886"/>
                    <a:pt x="1466" y="886"/>
                  </a:cubicBezTo>
                  <a:cubicBezTo>
                    <a:pt x="1540" y="886"/>
                    <a:pt x="1580" y="797"/>
                    <a:pt x="1527" y="741"/>
                  </a:cubicBezTo>
                  <a:cubicBezTo>
                    <a:pt x="1059" y="242"/>
                    <a:pt x="183" y="13"/>
                    <a:pt x="146" y="4"/>
                  </a:cubicBezTo>
                  <a:cubicBezTo>
                    <a:pt x="136" y="1"/>
                    <a:pt x="128" y="0"/>
                    <a:pt x="119" y="0"/>
                  </a:cubicBezTo>
                  <a:close/>
                </a:path>
              </a:pathLst>
            </a:custGeom>
            <a:solidFill>
              <a:srgbClr val="FCF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3" name="Google Shape;5043;p47"/>
            <p:cNvSpPr/>
            <p:nvPr/>
          </p:nvSpPr>
          <p:spPr>
            <a:xfrm>
              <a:off x="1972002" y="4106429"/>
              <a:ext cx="342723" cy="305286"/>
            </a:xfrm>
            <a:custGeom>
              <a:avLst/>
              <a:gdLst/>
              <a:ahLst/>
              <a:cxnLst/>
              <a:rect l="l" t="t" r="r" b="b"/>
              <a:pathLst>
                <a:path w="9420" h="8391" extrusionOk="0">
                  <a:moveTo>
                    <a:pt x="3513" y="0"/>
                  </a:moveTo>
                  <a:cubicBezTo>
                    <a:pt x="3459" y="0"/>
                    <a:pt x="3404" y="49"/>
                    <a:pt x="3431" y="118"/>
                  </a:cubicBezTo>
                  <a:cubicBezTo>
                    <a:pt x="3903" y="1379"/>
                    <a:pt x="4495" y="2594"/>
                    <a:pt x="5198" y="3745"/>
                  </a:cubicBezTo>
                  <a:cubicBezTo>
                    <a:pt x="5025" y="3961"/>
                    <a:pt x="4886" y="4852"/>
                    <a:pt x="4140" y="4969"/>
                  </a:cubicBezTo>
                  <a:cubicBezTo>
                    <a:pt x="3122" y="5130"/>
                    <a:pt x="3082" y="6113"/>
                    <a:pt x="3128" y="6610"/>
                  </a:cubicBezTo>
                  <a:cubicBezTo>
                    <a:pt x="1614" y="5518"/>
                    <a:pt x="291" y="3754"/>
                    <a:pt x="174" y="1114"/>
                  </a:cubicBezTo>
                  <a:cubicBezTo>
                    <a:pt x="171" y="1066"/>
                    <a:pt x="134" y="1030"/>
                    <a:pt x="90" y="1030"/>
                  </a:cubicBezTo>
                  <a:cubicBezTo>
                    <a:pt x="88" y="1030"/>
                    <a:pt x="86" y="1030"/>
                    <a:pt x="84" y="1031"/>
                  </a:cubicBezTo>
                  <a:cubicBezTo>
                    <a:pt x="35" y="1034"/>
                    <a:pt x="1" y="1074"/>
                    <a:pt x="1" y="1120"/>
                  </a:cubicBezTo>
                  <a:cubicBezTo>
                    <a:pt x="124" y="3902"/>
                    <a:pt x="1559" y="5731"/>
                    <a:pt x="3159" y="6844"/>
                  </a:cubicBezTo>
                  <a:cubicBezTo>
                    <a:pt x="3165" y="6878"/>
                    <a:pt x="3169" y="6897"/>
                    <a:pt x="3169" y="6897"/>
                  </a:cubicBezTo>
                  <a:cubicBezTo>
                    <a:pt x="4875" y="8041"/>
                    <a:pt x="6529" y="8390"/>
                    <a:pt x="7670" y="8390"/>
                  </a:cubicBezTo>
                  <a:cubicBezTo>
                    <a:pt x="8793" y="8390"/>
                    <a:pt x="9419" y="8051"/>
                    <a:pt x="9109" y="7797"/>
                  </a:cubicBezTo>
                  <a:cubicBezTo>
                    <a:pt x="8915" y="7637"/>
                    <a:pt x="8683" y="7486"/>
                    <a:pt x="8399" y="7261"/>
                  </a:cubicBezTo>
                  <a:cubicBezTo>
                    <a:pt x="8288" y="7116"/>
                    <a:pt x="8162" y="6986"/>
                    <a:pt x="8020" y="6875"/>
                  </a:cubicBezTo>
                  <a:cubicBezTo>
                    <a:pt x="7622" y="6542"/>
                    <a:pt x="7246" y="6178"/>
                    <a:pt x="6904" y="5787"/>
                  </a:cubicBezTo>
                  <a:cubicBezTo>
                    <a:pt x="6608" y="5441"/>
                    <a:pt x="6281" y="5028"/>
                    <a:pt x="5914" y="4525"/>
                  </a:cubicBezTo>
                  <a:cubicBezTo>
                    <a:pt x="4405" y="2372"/>
                    <a:pt x="3603" y="93"/>
                    <a:pt x="3594" y="62"/>
                  </a:cubicBezTo>
                  <a:cubicBezTo>
                    <a:pt x="3580" y="19"/>
                    <a:pt x="3547" y="0"/>
                    <a:pt x="35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4" name="Google Shape;5044;p47"/>
            <p:cNvSpPr/>
            <p:nvPr/>
          </p:nvSpPr>
          <p:spPr>
            <a:xfrm>
              <a:off x="1537710" y="3922154"/>
              <a:ext cx="484287" cy="486616"/>
            </a:xfrm>
            <a:custGeom>
              <a:avLst/>
              <a:gdLst/>
              <a:ahLst/>
              <a:cxnLst/>
              <a:rect l="l" t="t" r="r" b="b"/>
              <a:pathLst>
                <a:path w="13311" h="13375" extrusionOk="0">
                  <a:moveTo>
                    <a:pt x="7215" y="1"/>
                  </a:moveTo>
                  <a:cubicBezTo>
                    <a:pt x="6290" y="1"/>
                    <a:pt x="5176" y="171"/>
                    <a:pt x="3879" y="510"/>
                  </a:cubicBezTo>
                  <a:cubicBezTo>
                    <a:pt x="2586" y="858"/>
                    <a:pt x="1319" y="1296"/>
                    <a:pt x="85" y="1821"/>
                  </a:cubicBezTo>
                  <a:cubicBezTo>
                    <a:pt x="1" y="1864"/>
                    <a:pt x="41" y="1985"/>
                    <a:pt x="122" y="1985"/>
                  </a:cubicBezTo>
                  <a:cubicBezTo>
                    <a:pt x="133" y="1985"/>
                    <a:pt x="144" y="1983"/>
                    <a:pt x="156" y="1978"/>
                  </a:cubicBezTo>
                  <a:cubicBezTo>
                    <a:pt x="208" y="1954"/>
                    <a:pt x="4250" y="178"/>
                    <a:pt x="7220" y="178"/>
                  </a:cubicBezTo>
                  <a:cubicBezTo>
                    <a:pt x="8123" y="178"/>
                    <a:pt x="8926" y="342"/>
                    <a:pt x="9489" y="769"/>
                  </a:cubicBezTo>
                  <a:cubicBezTo>
                    <a:pt x="11303" y="2145"/>
                    <a:pt x="10578" y="8073"/>
                    <a:pt x="10097" y="10975"/>
                  </a:cubicBezTo>
                  <a:cubicBezTo>
                    <a:pt x="9868" y="11502"/>
                    <a:pt x="9184" y="13100"/>
                    <a:pt x="9258" y="13146"/>
                  </a:cubicBezTo>
                  <a:cubicBezTo>
                    <a:pt x="9341" y="13205"/>
                    <a:pt x="13310" y="13374"/>
                    <a:pt x="13310" y="13374"/>
                  </a:cubicBezTo>
                  <a:cubicBezTo>
                    <a:pt x="13310" y="13374"/>
                    <a:pt x="13227" y="11157"/>
                    <a:pt x="10297" y="10821"/>
                  </a:cubicBezTo>
                  <a:cubicBezTo>
                    <a:pt x="10451" y="9871"/>
                    <a:pt x="10624" y="8640"/>
                    <a:pt x="10729" y="7366"/>
                  </a:cubicBezTo>
                  <a:cubicBezTo>
                    <a:pt x="11031" y="3699"/>
                    <a:pt x="10649" y="1432"/>
                    <a:pt x="9594" y="633"/>
                  </a:cubicBezTo>
                  <a:cubicBezTo>
                    <a:pt x="9039" y="211"/>
                    <a:pt x="8243" y="1"/>
                    <a:pt x="72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5" name="Google Shape;5045;p47"/>
            <p:cNvSpPr/>
            <p:nvPr/>
          </p:nvSpPr>
          <p:spPr>
            <a:xfrm>
              <a:off x="1933546" y="4379657"/>
              <a:ext cx="91939" cy="32235"/>
            </a:xfrm>
            <a:custGeom>
              <a:avLst/>
              <a:gdLst/>
              <a:ahLst/>
              <a:cxnLst/>
              <a:rect l="l" t="t" r="r" b="b"/>
              <a:pathLst>
                <a:path w="2527" h="886" extrusionOk="0">
                  <a:moveTo>
                    <a:pt x="87" y="0"/>
                  </a:moveTo>
                  <a:cubicBezTo>
                    <a:pt x="43" y="0"/>
                    <a:pt x="3" y="36"/>
                    <a:pt x="3" y="81"/>
                  </a:cubicBezTo>
                  <a:cubicBezTo>
                    <a:pt x="0" y="130"/>
                    <a:pt x="37" y="170"/>
                    <a:pt x="83" y="170"/>
                  </a:cubicBezTo>
                  <a:cubicBezTo>
                    <a:pt x="901" y="213"/>
                    <a:pt x="2236" y="429"/>
                    <a:pt x="2347" y="824"/>
                  </a:cubicBezTo>
                  <a:cubicBezTo>
                    <a:pt x="2356" y="861"/>
                    <a:pt x="2390" y="886"/>
                    <a:pt x="2430" y="886"/>
                  </a:cubicBezTo>
                  <a:cubicBezTo>
                    <a:pt x="2486" y="886"/>
                    <a:pt x="2526" y="830"/>
                    <a:pt x="2514" y="778"/>
                  </a:cubicBezTo>
                  <a:cubicBezTo>
                    <a:pt x="2329" y="136"/>
                    <a:pt x="321" y="13"/>
                    <a:pt x="93" y="1"/>
                  </a:cubicBezTo>
                  <a:cubicBezTo>
                    <a:pt x="91" y="1"/>
                    <a:pt x="89" y="0"/>
                    <a:pt x="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6" name="Google Shape;5046;p47"/>
            <p:cNvSpPr/>
            <p:nvPr/>
          </p:nvSpPr>
          <p:spPr>
            <a:xfrm>
              <a:off x="1957486" y="4355754"/>
              <a:ext cx="63815" cy="34381"/>
            </a:xfrm>
            <a:custGeom>
              <a:avLst/>
              <a:gdLst/>
              <a:ahLst/>
              <a:cxnLst/>
              <a:rect l="l" t="t" r="r" b="b"/>
              <a:pathLst>
                <a:path w="1754" h="945" extrusionOk="0">
                  <a:moveTo>
                    <a:pt x="116" y="1"/>
                  </a:moveTo>
                  <a:cubicBezTo>
                    <a:pt x="5" y="1"/>
                    <a:pt x="0" y="170"/>
                    <a:pt x="113" y="173"/>
                  </a:cubicBezTo>
                  <a:cubicBezTo>
                    <a:pt x="125" y="173"/>
                    <a:pt x="1236" y="210"/>
                    <a:pt x="1581" y="895"/>
                  </a:cubicBezTo>
                  <a:cubicBezTo>
                    <a:pt x="1594" y="926"/>
                    <a:pt x="1624" y="944"/>
                    <a:pt x="1658" y="944"/>
                  </a:cubicBezTo>
                  <a:cubicBezTo>
                    <a:pt x="1671" y="944"/>
                    <a:pt x="1683" y="941"/>
                    <a:pt x="1695" y="935"/>
                  </a:cubicBezTo>
                  <a:cubicBezTo>
                    <a:pt x="1739" y="914"/>
                    <a:pt x="1754" y="861"/>
                    <a:pt x="1735" y="818"/>
                  </a:cubicBezTo>
                  <a:cubicBezTo>
                    <a:pt x="1344" y="41"/>
                    <a:pt x="169" y="1"/>
                    <a:pt x="119" y="1"/>
                  </a:cubicBezTo>
                  <a:cubicBezTo>
                    <a:pt x="118" y="1"/>
                    <a:pt x="117" y="1"/>
                    <a:pt x="1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7" name="Google Shape;5047;p47"/>
            <p:cNvSpPr/>
            <p:nvPr/>
          </p:nvSpPr>
          <p:spPr>
            <a:xfrm>
              <a:off x="1862201" y="4038722"/>
              <a:ext cx="20629" cy="30489"/>
            </a:xfrm>
            <a:custGeom>
              <a:avLst/>
              <a:gdLst/>
              <a:ahLst/>
              <a:cxnLst/>
              <a:rect l="l" t="t" r="r" b="b"/>
              <a:pathLst>
                <a:path w="567" h="838" extrusionOk="0">
                  <a:moveTo>
                    <a:pt x="123" y="0"/>
                  </a:moveTo>
                  <a:cubicBezTo>
                    <a:pt x="32" y="0"/>
                    <a:pt x="1" y="146"/>
                    <a:pt x="107" y="171"/>
                  </a:cubicBezTo>
                  <a:cubicBezTo>
                    <a:pt x="203" y="202"/>
                    <a:pt x="286" y="267"/>
                    <a:pt x="339" y="353"/>
                  </a:cubicBezTo>
                  <a:cubicBezTo>
                    <a:pt x="391" y="452"/>
                    <a:pt x="391" y="575"/>
                    <a:pt x="342" y="723"/>
                  </a:cubicBezTo>
                  <a:cubicBezTo>
                    <a:pt x="326" y="770"/>
                    <a:pt x="351" y="816"/>
                    <a:pt x="397" y="831"/>
                  </a:cubicBezTo>
                  <a:cubicBezTo>
                    <a:pt x="407" y="834"/>
                    <a:pt x="416" y="837"/>
                    <a:pt x="425" y="837"/>
                  </a:cubicBezTo>
                  <a:cubicBezTo>
                    <a:pt x="459" y="834"/>
                    <a:pt x="493" y="813"/>
                    <a:pt x="502" y="779"/>
                  </a:cubicBezTo>
                  <a:cubicBezTo>
                    <a:pt x="567" y="585"/>
                    <a:pt x="564" y="415"/>
                    <a:pt x="487" y="273"/>
                  </a:cubicBezTo>
                  <a:cubicBezTo>
                    <a:pt x="413" y="143"/>
                    <a:pt x="292" y="48"/>
                    <a:pt x="151" y="5"/>
                  </a:cubicBezTo>
                  <a:cubicBezTo>
                    <a:pt x="141" y="2"/>
                    <a:pt x="131" y="0"/>
                    <a:pt x="1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8" name="Google Shape;5048;p47"/>
            <p:cNvSpPr/>
            <p:nvPr/>
          </p:nvSpPr>
          <p:spPr>
            <a:xfrm>
              <a:off x="1873916" y="4000521"/>
              <a:ext cx="20592" cy="30525"/>
            </a:xfrm>
            <a:custGeom>
              <a:avLst/>
              <a:gdLst/>
              <a:ahLst/>
              <a:cxnLst/>
              <a:rect l="l" t="t" r="r" b="b"/>
              <a:pathLst>
                <a:path w="566" h="839" extrusionOk="0">
                  <a:moveTo>
                    <a:pt x="120" y="1"/>
                  </a:moveTo>
                  <a:cubicBezTo>
                    <a:pt x="30" y="1"/>
                    <a:pt x="0" y="147"/>
                    <a:pt x="106" y="169"/>
                  </a:cubicBezTo>
                  <a:cubicBezTo>
                    <a:pt x="202" y="200"/>
                    <a:pt x="285" y="268"/>
                    <a:pt x="337" y="355"/>
                  </a:cubicBezTo>
                  <a:cubicBezTo>
                    <a:pt x="390" y="453"/>
                    <a:pt x="390" y="577"/>
                    <a:pt x="341" y="725"/>
                  </a:cubicBezTo>
                  <a:cubicBezTo>
                    <a:pt x="325" y="771"/>
                    <a:pt x="350" y="817"/>
                    <a:pt x="396" y="833"/>
                  </a:cubicBezTo>
                  <a:cubicBezTo>
                    <a:pt x="402" y="836"/>
                    <a:pt x="412" y="839"/>
                    <a:pt x="421" y="839"/>
                  </a:cubicBezTo>
                  <a:cubicBezTo>
                    <a:pt x="458" y="836"/>
                    <a:pt x="489" y="814"/>
                    <a:pt x="501" y="780"/>
                  </a:cubicBezTo>
                  <a:cubicBezTo>
                    <a:pt x="566" y="586"/>
                    <a:pt x="563" y="413"/>
                    <a:pt x="486" y="274"/>
                  </a:cubicBezTo>
                  <a:cubicBezTo>
                    <a:pt x="412" y="145"/>
                    <a:pt x="291" y="49"/>
                    <a:pt x="149" y="6"/>
                  </a:cubicBezTo>
                  <a:cubicBezTo>
                    <a:pt x="139" y="3"/>
                    <a:pt x="129" y="1"/>
                    <a:pt x="1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9" name="Google Shape;5049;p47"/>
            <p:cNvSpPr/>
            <p:nvPr/>
          </p:nvSpPr>
          <p:spPr>
            <a:xfrm>
              <a:off x="1892798" y="4047926"/>
              <a:ext cx="16190" cy="32162"/>
            </a:xfrm>
            <a:custGeom>
              <a:avLst/>
              <a:gdLst/>
              <a:ahLst/>
              <a:cxnLst/>
              <a:rect l="l" t="t" r="r" b="b"/>
              <a:pathLst>
                <a:path w="445" h="884" extrusionOk="0">
                  <a:moveTo>
                    <a:pt x="100" y="1"/>
                  </a:moveTo>
                  <a:cubicBezTo>
                    <a:pt x="70" y="1"/>
                    <a:pt x="40" y="17"/>
                    <a:pt x="25" y="45"/>
                  </a:cubicBezTo>
                  <a:cubicBezTo>
                    <a:pt x="0" y="85"/>
                    <a:pt x="16" y="137"/>
                    <a:pt x="56" y="159"/>
                  </a:cubicBezTo>
                  <a:cubicBezTo>
                    <a:pt x="142" y="211"/>
                    <a:pt x="207" y="295"/>
                    <a:pt x="238" y="390"/>
                  </a:cubicBezTo>
                  <a:cubicBezTo>
                    <a:pt x="266" y="498"/>
                    <a:pt x="238" y="618"/>
                    <a:pt x="158" y="751"/>
                  </a:cubicBezTo>
                  <a:cubicBezTo>
                    <a:pt x="133" y="791"/>
                    <a:pt x="145" y="844"/>
                    <a:pt x="186" y="868"/>
                  </a:cubicBezTo>
                  <a:cubicBezTo>
                    <a:pt x="198" y="877"/>
                    <a:pt x="213" y="881"/>
                    <a:pt x="229" y="884"/>
                  </a:cubicBezTo>
                  <a:cubicBezTo>
                    <a:pt x="260" y="884"/>
                    <a:pt x="287" y="868"/>
                    <a:pt x="303" y="844"/>
                  </a:cubicBezTo>
                  <a:cubicBezTo>
                    <a:pt x="411" y="671"/>
                    <a:pt x="445" y="504"/>
                    <a:pt x="405" y="350"/>
                  </a:cubicBezTo>
                  <a:cubicBezTo>
                    <a:pt x="361" y="208"/>
                    <a:pt x="266" y="85"/>
                    <a:pt x="139" y="11"/>
                  </a:cubicBezTo>
                  <a:cubicBezTo>
                    <a:pt x="127" y="4"/>
                    <a:pt x="113" y="1"/>
                    <a:pt x="10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0" name="Google Shape;5050;p47"/>
            <p:cNvSpPr/>
            <p:nvPr/>
          </p:nvSpPr>
          <p:spPr>
            <a:xfrm>
              <a:off x="1879555" y="4075868"/>
              <a:ext cx="16190" cy="32162"/>
            </a:xfrm>
            <a:custGeom>
              <a:avLst/>
              <a:gdLst/>
              <a:ahLst/>
              <a:cxnLst/>
              <a:rect l="l" t="t" r="r" b="b"/>
              <a:pathLst>
                <a:path w="445" h="884" extrusionOk="0">
                  <a:moveTo>
                    <a:pt x="100" y="1"/>
                  </a:moveTo>
                  <a:cubicBezTo>
                    <a:pt x="70" y="1"/>
                    <a:pt x="40" y="17"/>
                    <a:pt x="25" y="45"/>
                  </a:cubicBezTo>
                  <a:cubicBezTo>
                    <a:pt x="1" y="88"/>
                    <a:pt x="16" y="137"/>
                    <a:pt x="56" y="162"/>
                  </a:cubicBezTo>
                  <a:cubicBezTo>
                    <a:pt x="145" y="214"/>
                    <a:pt x="210" y="298"/>
                    <a:pt x="238" y="393"/>
                  </a:cubicBezTo>
                  <a:cubicBezTo>
                    <a:pt x="266" y="501"/>
                    <a:pt x="238" y="621"/>
                    <a:pt x="158" y="754"/>
                  </a:cubicBezTo>
                  <a:cubicBezTo>
                    <a:pt x="133" y="794"/>
                    <a:pt x="145" y="847"/>
                    <a:pt x="186" y="871"/>
                  </a:cubicBezTo>
                  <a:cubicBezTo>
                    <a:pt x="198" y="881"/>
                    <a:pt x="213" y="884"/>
                    <a:pt x="229" y="884"/>
                  </a:cubicBezTo>
                  <a:cubicBezTo>
                    <a:pt x="260" y="884"/>
                    <a:pt x="287" y="871"/>
                    <a:pt x="303" y="847"/>
                  </a:cubicBezTo>
                  <a:cubicBezTo>
                    <a:pt x="411" y="671"/>
                    <a:pt x="445" y="504"/>
                    <a:pt x="405" y="350"/>
                  </a:cubicBezTo>
                  <a:cubicBezTo>
                    <a:pt x="361" y="208"/>
                    <a:pt x="266" y="88"/>
                    <a:pt x="139" y="11"/>
                  </a:cubicBezTo>
                  <a:cubicBezTo>
                    <a:pt x="127" y="4"/>
                    <a:pt x="113" y="1"/>
                    <a:pt x="10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1" name="Google Shape;5051;p47"/>
            <p:cNvSpPr/>
            <p:nvPr/>
          </p:nvSpPr>
          <p:spPr>
            <a:xfrm>
              <a:off x="1847394" y="3997428"/>
              <a:ext cx="20629" cy="30489"/>
            </a:xfrm>
            <a:custGeom>
              <a:avLst/>
              <a:gdLst/>
              <a:ahLst/>
              <a:cxnLst/>
              <a:rect l="l" t="t" r="r" b="b"/>
              <a:pathLst>
                <a:path w="567" h="838" extrusionOk="0">
                  <a:moveTo>
                    <a:pt x="122" y="0"/>
                  </a:moveTo>
                  <a:cubicBezTo>
                    <a:pt x="32" y="0"/>
                    <a:pt x="0" y="146"/>
                    <a:pt x="107" y="171"/>
                  </a:cubicBezTo>
                  <a:cubicBezTo>
                    <a:pt x="203" y="202"/>
                    <a:pt x="286" y="267"/>
                    <a:pt x="339" y="353"/>
                  </a:cubicBezTo>
                  <a:cubicBezTo>
                    <a:pt x="391" y="452"/>
                    <a:pt x="391" y="575"/>
                    <a:pt x="342" y="723"/>
                  </a:cubicBezTo>
                  <a:cubicBezTo>
                    <a:pt x="326" y="770"/>
                    <a:pt x="351" y="819"/>
                    <a:pt x="397" y="831"/>
                  </a:cubicBezTo>
                  <a:cubicBezTo>
                    <a:pt x="403" y="834"/>
                    <a:pt x="413" y="837"/>
                    <a:pt x="422" y="837"/>
                  </a:cubicBezTo>
                  <a:cubicBezTo>
                    <a:pt x="459" y="834"/>
                    <a:pt x="490" y="813"/>
                    <a:pt x="502" y="779"/>
                  </a:cubicBezTo>
                  <a:cubicBezTo>
                    <a:pt x="567" y="585"/>
                    <a:pt x="564" y="415"/>
                    <a:pt x="487" y="273"/>
                  </a:cubicBezTo>
                  <a:cubicBezTo>
                    <a:pt x="413" y="143"/>
                    <a:pt x="292" y="48"/>
                    <a:pt x="150" y="5"/>
                  </a:cubicBezTo>
                  <a:cubicBezTo>
                    <a:pt x="141" y="2"/>
                    <a:pt x="131" y="0"/>
                    <a:pt x="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2" name="Google Shape;5052;p47"/>
            <p:cNvSpPr/>
            <p:nvPr/>
          </p:nvSpPr>
          <p:spPr>
            <a:xfrm>
              <a:off x="1857763" y="3961628"/>
              <a:ext cx="20483" cy="30489"/>
            </a:xfrm>
            <a:custGeom>
              <a:avLst/>
              <a:gdLst/>
              <a:ahLst/>
              <a:cxnLst/>
              <a:rect l="l" t="t" r="r" b="b"/>
              <a:pathLst>
                <a:path w="563" h="838" extrusionOk="0">
                  <a:moveTo>
                    <a:pt x="120" y="1"/>
                  </a:moveTo>
                  <a:cubicBezTo>
                    <a:pt x="29" y="1"/>
                    <a:pt x="1" y="143"/>
                    <a:pt x="100" y="168"/>
                  </a:cubicBezTo>
                  <a:cubicBezTo>
                    <a:pt x="199" y="202"/>
                    <a:pt x="279" y="267"/>
                    <a:pt x="331" y="353"/>
                  </a:cubicBezTo>
                  <a:cubicBezTo>
                    <a:pt x="384" y="452"/>
                    <a:pt x="384" y="575"/>
                    <a:pt x="334" y="723"/>
                  </a:cubicBezTo>
                  <a:cubicBezTo>
                    <a:pt x="322" y="770"/>
                    <a:pt x="344" y="816"/>
                    <a:pt x="390" y="831"/>
                  </a:cubicBezTo>
                  <a:cubicBezTo>
                    <a:pt x="399" y="834"/>
                    <a:pt x="408" y="838"/>
                    <a:pt x="418" y="838"/>
                  </a:cubicBezTo>
                  <a:cubicBezTo>
                    <a:pt x="455" y="834"/>
                    <a:pt x="485" y="813"/>
                    <a:pt x="498" y="776"/>
                  </a:cubicBezTo>
                  <a:cubicBezTo>
                    <a:pt x="563" y="582"/>
                    <a:pt x="559" y="412"/>
                    <a:pt x="482" y="273"/>
                  </a:cubicBezTo>
                  <a:cubicBezTo>
                    <a:pt x="408" y="144"/>
                    <a:pt x="288" y="48"/>
                    <a:pt x="146" y="5"/>
                  </a:cubicBezTo>
                  <a:cubicBezTo>
                    <a:pt x="137" y="2"/>
                    <a:pt x="128" y="1"/>
                    <a:pt x="1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3" name="Google Shape;5053;p47"/>
            <p:cNvSpPr/>
            <p:nvPr/>
          </p:nvSpPr>
          <p:spPr>
            <a:xfrm>
              <a:off x="1449011" y="3889701"/>
              <a:ext cx="24485" cy="26123"/>
            </a:xfrm>
            <a:custGeom>
              <a:avLst/>
              <a:gdLst/>
              <a:ahLst/>
              <a:cxnLst/>
              <a:rect l="l" t="t" r="r" b="b"/>
              <a:pathLst>
                <a:path w="673" h="718" extrusionOk="0">
                  <a:moveTo>
                    <a:pt x="582" y="1"/>
                  </a:moveTo>
                  <a:cubicBezTo>
                    <a:pt x="578" y="1"/>
                    <a:pt x="574" y="1"/>
                    <a:pt x="571" y="2"/>
                  </a:cubicBezTo>
                  <a:cubicBezTo>
                    <a:pt x="367" y="26"/>
                    <a:pt x="216" y="103"/>
                    <a:pt x="120" y="233"/>
                  </a:cubicBezTo>
                  <a:cubicBezTo>
                    <a:pt x="37" y="353"/>
                    <a:pt x="0" y="501"/>
                    <a:pt x="22" y="649"/>
                  </a:cubicBezTo>
                  <a:cubicBezTo>
                    <a:pt x="31" y="688"/>
                    <a:pt x="62" y="717"/>
                    <a:pt x="102" y="717"/>
                  </a:cubicBezTo>
                  <a:cubicBezTo>
                    <a:pt x="104" y="717"/>
                    <a:pt x="106" y="717"/>
                    <a:pt x="108" y="717"/>
                  </a:cubicBezTo>
                  <a:lnTo>
                    <a:pt x="120" y="717"/>
                  </a:lnTo>
                  <a:cubicBezTo>
                    <a:pt x="167" y="711"/>
                    <a:pt x="197" y="665"/>
                    <a:pt x="191" y="619"/>
                  </a:cubicBezTo>
                  <a:cubicBezTo>
                    <a:pt x="176" y="520"/>
                    <a:pt x="201" y="418"/>
                    <a:pt x="259" y="335"/>
                  </a:cubicBezTo>
                  <a:cubicBezTo>
                    <a:pt x="324" y="245"/>
                    <a:pt x="438" y="190"/>
                    <a:pt x="592" y="171"/>
                  </a:cubicBezTo>
                  <a:cubicBezTo>
                    <a:pt x="639" y="165"/>
                    <a:pt x="672" y="122"/>
                    <a:pt x="666" y="76"/>
                  </a:cubicBezTo>
                  <a:cubicBezTo>
                    <a:pt x="661" y="33"/>
                    <a:pt x="624" y="1"/>
                    <a:pt x="58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4" name="Google Shape;5054;p47"/>
            <p:cNvSpPr/>
            <p:nvPr/>
          </p:nvSpPr>
          <p:spPr>
            <a:xfrm>
              <a:off x="1428019" y="3938235"/>
              <a:ext cx="20956" cy="30416"/>
            </a:xfrm>
            <a:custGeom>
              <a:avLst/>
              <a:gdLst/>
              <a:ahLst/>
              <a:cxnLst/>
              <a:rect l="l" t="t" r="r" b="b"/>
              <a:pathLst>
                <a:path w="576" h="836" extrusionOk="0">
                  <a:moveTo>
                    <a:pt x="449" y="0"/>
                  </a:moveTo>
                  <a:cubicBezTo>
                    <a:pt x="437" y="0"/>
                    <a:pt x="424" y="3"/>
                    <a:pt x="411" y="9"/>
                  </a:cubicBezTo>
                  <a:cubicBezTo>
                    <a:pt x="222" y="93"/>
                    <a:pt x="99" y="213"/>
                    <a:pt x="47" y="361"/>
                  </a:cubicBezTo>
                  <a:cubicBezTo>
                    <a:pt x="0" y="503"/>
                    <a:pt x="10" y="657"/>
                    <a:pt x="74" y="790"/>
                  </a:cubicBezTo>
                  <a:cubicBezTo>
                    <a:pt x="90" y="820"/>
                    <a:pt x="118" y="836"/>
                    <a:pt x="151" y="836"/>
                  </a:cubicBezTo>
                  <a:cubicBezTo>
                    <a:pt x="164" y="836"/>
                    <a:pt x="176" y="833"/>
                    <a:pt x="188" y="830"/>
                  </a:cubicBezTo>
                  <a:cubicBezTo>
                    <a:pt x="232" y="808"/>
                    <a:pt x="250" y="756"/>
                    <a:pt x="229" y="713"/>
                  </a:cubicBezTo>
                  <a:cubicBezTo>
                    <a:pt x="185" y="620"/>
                    <a:pt x="179" y="515"/>
                    <a:pt x="210" y="420"/>
                  </a:cubicBezTo>
                  <a:cubicBezTo>
                    <a:pt x="244" y="315"/>
                    <a:pt x="337" y="231"/>
                    <a:pt x="478" y="167"/>
                  </a:cubicBezTo>
                  <a:cubicBezTo>
                    <a:pt x="575" y="129"/>
                    <a:pt x="531" y="0"/>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5" name="Google Shape;5055;p47"/>
            <p:cNvSpPr/>
            <p:nvPr/>
          </p:nvSpPr>
          <p:spPr>
            <a:xfrm>
              <a:off x="1478189" y="3857394"/>
              <a:ext cx="24376" cy="26232"/>
            </a:xfrm>
            <a:custGeom>
              <a:avLst/>
              <a:gdLst/>
              <a:ahLst/>
              <a:cxnLst/>
              <a:rect l="l" t="t" r="r" b="b"/>
              <a:pathLst>
                <a:path w="670" h="721" extrusionOk="0">
                  <a:moveTo>
                    <a:pt x="579" y="1"/>
                  </a:moveTo>
                  <a:cubicBezTo>
                    <a:pt x="575" y="1"/>
                    <a:pt x="571" y="1"/>
                    <a:pt x="568" y="1"/>
                  </a:cubicBezTo>
                  <a:cubicBezTo>
                    <a:pt x="364" y="26"/>
                    <a:pt x="213" y="103"/>
                    <a:pt x="117" y="233"/>
                  </a:cubicBezTo>
                  <a:cubicBezTo>
                    <a:pt x="34" y="356"/>
                    <a:pt x="0" y="504"/>
                    <a:pt x="19" y="652"/>
                  </a:cubicBezTo>
                  <a:cubicBezTo>
                    <a:pt x="28" y="692"/>
                    <a:pt x="62" y="720"/>
                    <a:pt x="105" y="720"/>
                  </a:cubicBezTo>
                  <a:lnTo>
                    <a:pt x="117" y="720"/>
                  </a:lnTo>
                  <a:cubicBezTo>
                    <a:pt x="167" y="711"/>
                    <a:pt x="197" y="668"/>
                    <a:pt x="188" y="621"/>
                  </a:cubicBezTo>
                  <a:cubicBezTo>
                    <a:pt x="176" y="520"/>
                    <a:pt x="200" y="418"/>
                    <a:pt x="256" y="335"/>
                  </a:cubicBezTo>
                  <a:cubicBezTo>
                    <a:pt x="321" y="245"/>
                    <a:pt x="435" y="190"/>
                    <a:pt x="589" y="171"/>
                  </a:cubicBezTo>
                  <a:cubicBezTo>
                    <a:pt x="635" y="165"/>
                    <a:pt x="669" y="125"/>
                    <a:pt x="663" y="75"/>
                  </a:cubicBezTo>
                  <a:cubicBezTo>
                    <a:pt x="660" y="33"/>
                    <a:pt x="623" y="1"/>
                    <a:pt x="5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6" name="Google Shape;5056;p47"/>
            <p:cNvSpPr/>
            <p:nvPr/>
          </p:nvSpPr>
          <p:spPr>
            <a:xfrm>
              <a:off x="1514062" y="3857139"/>
              <a:ext cx="29579" cy="20192"/>
            </a:xfrm>
            <a:custGeom>
              <a:avLst/>
              <a:gdLst/>
              <a:ahLst/>
              <a:cxnLst/>
              <a:rect l="l" t="t" r="r" b="b"/>
              <a:pathLst>
                <a:path w="813" h="555" extrusionOk="0">
                  <a:moveTo>
                    <a:pt x="554" y="0"/>
                  </a:moveTo>
                  <a:cubicBezTo>
                    <a:pt x="431" y="0"/>
                    <a:pt x="326" y="31"/>
                    <a:pt x="235" y="92"/>
                  </a:cubicBezTo>
                  <a:cubicBezTo>
                    <a:pt x="115" y="181"/>
                    <a:pt x="35" y="311"/>
                    <a:pt x="7" y="456"/>
                  </a:cubicBezTo>
                  <a:cubicBezTo>
                    <a:pt x="1" y="502"/>
                    <a:pt x="32" y="545"/>
                    <a:pt x="78" y="554"/>
                  </a:cubicBezTo>
                  <a:lnTo>
                    <a:pt x="94" y="554"/>
                  </a:lnTo>
                  <a:cubicBezTo>
                    <a:pt x="134" y="554"/>
                    <a:pt x="171" y="523"/>
                    <a:pt x="177" y="483"/>
                  </a:cubicBezTo>
                  <a:cubicBezTo>
                    <a:pt x="198" y="382"/>
                    <a:pt x="254" y="292"/>
                    <a:pt x="334" y="234"/>
                  </a:cubicBezTo>
                  <a:cubicBezTo>
                    <a:pt x="395" y="191"/>
                    <a:pt x="469" y="171"/>
                    <a:pt x="555" y="171"/>
                  </a:cubicBezTo>
                  <a:cubicBezTo>
                    <a:pt x="600" y="171"/>
                    <a:pt x="649" y="177"/>
                    <a:pt x="701" y="187"/>
                  </a:cubicBezTo>
                  <a:cubicBezTo>
                    <a:pt x="707" y="188"/>
                    <a:pt x="713" y="189"/>
                    <a:pt x="719" y="189"/>
                  </a:cubicBezTo>
                  <a:cubicBezTo>
                    <a:pt x="759" y="189"/>
                    <a:pt x="795" y="163"/>
                    <a:pt x="803" y="123"/>
                  </a:cubicBezTo>
                  <a:cubicBezTo>
                    <a:pt x="812" y="76"/>
                    <a:pt x="784" y="30"/>
                    <a:pt x="738" y="21"/>
                  </a:cubicBezTo>
                  <a:cubicBezTo>
                    <a:pt x="673" y="7"/>
                    <a:pt x="611" y="0"/>
                    <a:pt x="5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7" name="Google Shape;5057;p47"/>
            <p:cNvSpPr/>
            <p:nvPr/>
          </p:nvSpPr>
          <p:spPr>
            <a:xfrm>
              <a:off x="2389667" y="4272367"/>
              <a:ext cx="19465" cy="31034"/>
            </a:xfrm>
            <a:custGeom>
              <a:avLst/>
              <a:gdLst/>
              <a:ahLst/>
              <a:cxnLst/>
              <a:rect l="l" t="t" r="r" b="b"/>
              <a:pathLst>
                <a:path w="535" h="853" extrusionOk="0">
                  <a:moveTo>
                    <a:pt x="370" y="1"/>
                  </a:moveTo>
                  <a:cubicBezTo>
                    <a:pt x="311" y="1"/>
                    <a:pt x="253" y="63"/>
                    <a:pt x="294" y="131"/>
                  </a:cubicBezTo>
                  <a:cubicBezTo>
                    <a:pt x="343" y="220"/>
                    <a:pt x="355" y="322"/>
                    <a:pt x="334" y="421"/>
                  </a:cubicBezTo>
                  <a:cubicBezTo>
                    <a:pt x="303" y="528"/>
                    <a:pt x="217" y="618"/>
                    <a:pt x="78" y="692"/>
                  </a:cubicBezTo>
                  <a:cubicBezTo>
                    <a:pt x="1" y="732"/>
                    <a:pt x="28" y="852"/>
                    <a:pt x="118" y="852"/>
                  </a:cubicBezTo>
                  <a:cubicBezTo>
                    <a:pt x="130" y="852"/>
                    <a:pt x="146" y="849"/>
                    <a:pt x="158" y="843"/>
                  </a:cubicBezTo>
                  <a:cubicBezTo>
                    <a:pt x="340" y="747"/>
                    <a:pt x="454" y="624"/>
                    <a:pt x="497" y="470"/>
                  </a:cubicBezTo>
                  <a:cubicBezTo>
                    <a:pt x="534" y="325"/>
                    <a:pt x="513" y="174"/>
                    <a:pt x="442" y="44"/>
                  </a:cubicBezTo>
                  <a:cubicBezTo>
                    <a:pt x="423" y="13"/>
                    <a:pt x="396" y="1"/>
                    <a:pt x="3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8" name="Google Shape;5058;p47"/>
            <p:cNvSpPr/>
            <p:nvPr/>
          </p:nvSpPr>
          <p:spPr>
            <a:xfrm>
              <a:off x="2381590" y="4239223"/>
              <a:ext cx="19465" cy="30962"/>
            </a:xfrm>
            <a:custGeom>
              <a:avLst/>
              <a:gdLst/>
              <a:ahLst/>
              <a:cxnLst/>
              <a:rect l="l" t="t" r="r" b="b"/>
              <a:pathLst>
                <a:path w="535" h="851" extrusionOk="0">
                  <a:moveTo>
                    <a:pt x="375" y="0"/>
                  </a:moveTo>
                  <a:cubicBezTo>
                    <a:pt x="317" y="0"/>
                    <a:pt x="262" y="59"/>
                    <a:pt x="297" y="126"/>
                  </a:cubicBezTo>
                  <a:cubicBezTo>
                    <a:pt x="343" y="215"/>
                    <a:pt x="358" y="320"/>
                    <a:pt x="334" y="419"/>
                  </a:cubicBezTo>
                  <a:cubicBezTo>
                    <a:pt x="303" y="527"/>
                    <a:pt x="220" y="619"/>
                    <a:pt x="81" y="690"/>
                  </a:cubicBezTo>
                  <a:cubicBezTo>
                    <a:pt x="1" y="730"/>
                    <a:pt x="31" y="850"/>
                    <a:pt x="121" y="850"/>
                  </a:cubicBezTo>
                  <a:cubicBezTo>
                    <a:pt x="133" y="850"/>
                    <a:pt x="146" y="844"/>
                    <a:pt x="158" y="838"/>
                  </a:cubicBezTo>
                  <a:cubicBezTo>
                    <a:pt x="340" y="742"/>
                    <a:pt x="454" y="616"/>
                    <a:pt x="500" y="462"/>
                  </a:cubicBezTo>
                  <a:cubicBezTo>
                    <a:pt x="534" y="320"/>
                    <a:pt x="516" y="169"/>
                    <a:pt x="445" y="39"/>
                  </a:cubicBezTo>
                  <a:cubicBezTo>
                    <a:pt x="426" y="12"/>
                    <a:pt x="400" y="0"/>
                    <a:pt x="37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9" name="Google Shape;5059;p47"/>
            <p:cNvSpPr/>
            <p:nvPr/>
          </p:nvSpPr>
          <p:spPr>
            <a:xfrm>
              <a:off x="2405057" y="4231837"/>
              <a:ext cx="19319" cy="30925"/>
            </a:xfrm>
            <a:custGeom>
              <a:avLst/>
              <a:gdLst/>
              <a:ahLst/>
              <a:cxnLst/>
              <a:rect l="l" t="t" r="r" b="b"/>
              <a:pathLst>
                <a:path w="531" h="850" extrusionOk="0">
                  <a:moveTo>
                    <a:pt x="372" y="0"/>
                  </a:moveTo>
                  <a:cubicBezTo>
                    <a:pt x="314" y="0"/>
                    <a:pt x="257" y="62"/>
                    <a:pt x="293" y="128"/>
                  </a:cubicBezTo>
                  <a:cubicBezTo>
                    <a:pt x="343" y="218"/>
                    <a:pt x="355" y="322"/>
                    <a:pt x="333" y="421"/>
                  </a:cubicBezTo>
                  <a:cubicBezTo>
                    <a:pt x="302" y="529"/>
                    <a:pt x="216" y="618"/>
                    <a:pt x="77" y="689"/>
                  </a:cubicBezTo>
                  <a:cubicBezTo>
                    <a:pt x="0" y="730"/>
                    <a:pt x="28" y="850"/>
                    <a:pt x="117" y="850"/>
                  </a:cubicBezTo>
                  <a:cubicBezTo>
                    <a:pt x="130" y="850"/>
                    <a:pt x="145" y="847"/>
                    <a:pt x="158" y="841"/>
                  </a:cubicBezTo>
                  <a:cubicBezTo>
                    <a:pt x="340" y="745"/>
                    <a:pt x="454" y="618"/>
                    <a:pt x="497" y="464"/>
                  </a:cubicBezTo>
                  <a:cubicBezTo>
                    <a:pt x="531" y="322"/>
                    <a:pt x="512" y="171"/>
                    <a:pt x="441" y="42"/>
                  </a:cubicBezTo>
                  <a:cubicBezTo>
                    <a:pt x="423" y="12"/>
                    <a:pt x="397" y="0"/>
                    <a:pt x="3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0" name="Google Shape;5060;p47"/>
            <p:cNvSpPr/>
            <p:nvPr/>
          </p:nvSpPr>
          <p:spPr>
            <a:xfrm>
              <a:off x="2398217" y="4191199"/>
              <a:ext cx="19428" cy="31071"/>
            </a:xfrm>
            <a:custGeom>
              <a:avLst/>
              <a:gdLst/>
              <a:ahLst/>
              <a:cxnLst/>
              <a:rect l="l" t="t" r="r" b="b"/>
              <a:pathLst>
                <a:path w="534" h="854" extrusionOk="0">
                  <a:moveTo>
                    <a:pt x="375" y="1"/>
                  </a:moveTo>
                  <a:cubicBezTo>
                    <a:pt x="318" y="1"/>
                    <a:pt x="262" y="62"/>
                    <a:pt x="296" y="129"/>
                  </a:cubicBezTo>
                  <a:cubicBezTo>
                    <a:pt x="342" y="218"/>
                    <a:pt x="358" y="323"/>
                    <a:pt x="333" y="422"/>
                  </a:cubicBezTo>
                  <a:cubicBezTo>
                    <a:pt x="302" y="530"/>
                    <a:pt x="219" y="619"/>
                    <a:pt x="80" y="690"/>
                  </a:cubicBezTo>
                  <a:cubicBezTo>
                    <a:pt x="0" y="733"/>
                    <a:pt x="31" y="850"/>
                    <a:pt x="120" y="853"/>
                  </a:cubicBezTo>
                  <a:cubicBezTo>
                    <a:pt x="133" y="850"/>
                    <a:pt x="148" y="847"/>
                    <a:pt x="157" y="838"/>
                  </a:cubicBezTo>
                  <a:cubicBezTo>
                    <a:pt x="339" y="745"/>
                    <a:pt x="453" y="619"/>
                    <a:pt x="500" y="465"/>
                  </a:cubicBezTo>
                  <a:cubicBezTo>
                    <a:pt x="534" y="320"/>
                    <a:pt x="515" y="169"/>
                    <a:pt x="444" y="39"/>
                  </a:cubicBezTo>
                  <a:cubicBezTo>
                    <a:pt x="426" y="12"/>
                    <a:pt x="400" y="1"/>
                    <a:pt x="3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1" name="Google Shape;5061;p47"/>
            <p:cNvSpPr/>
            <p:nvPr/>
          </p:nvSpPr>
          <p:spPr>
            <a:xfrm>
              <a:off x="2425358" y="4197165"/>
              <a:ext cx="19319" cy="31143"/>
            </a:xfrm>
            <a:custGeom>
              <a:avLst/>
              <a:gdLst/>
              <a:ahLst/>
              <a:cxnLst/>
              <a:rect l="l" t="t" r="r" b="b"/>
              <a:pathLst>
                <a:path w="531" h="856" extrusionOk="0">
                  <a:moveTo>
                    <a:pt x="369" y="0"/>
                  </a:moveTo>
                  <a:cubicBezTo>
                    <a:pt x="309" y="0"/>
                    <a:pt x="249" y="66"/>
                    <a:pt x="293" y="134"/>
                  </a:cubicBezTo>
                  <a:cubicBezTo>
                    <a:pt x="343" y="224"/>
                    <a:pt x="355" y="329"/>
                    <a:pt x="334" y="427"/>
                  </a:cubicBezTo>
                  <a:cubicBezTo>
                    <a:pt x="303" y="532"/>
                    <a:pt x="216" y="625"/>
                    <a:pt x="78" y="696"/>
                  </a:cubicBezTo>
                  <a:cubicBezTo>
                    <a:pt x="0" y="736"/>
                    <a:pt x="28" y="856"/>
                    <a:pt x="118" y="856"/>
                  </a:cubicBezTo>
                  <a:cubicBezTo>
                    <a:pt x="130" y="856"/>
                    <a:pt x="145" y="853"/>
                    <a:pt x="158" y="847"/>
                  </a:cubicBezTo>
                  <a:cubicBezTo>
                    <a:pt x="340" y="751"/>
                    <a:pt x="454" y="625"/>
                    <a:pt x="497" y="470"/>
                  </a:cubicBezTo>
                  <a:cubicBezTo>
                    <a:pt x="531" y="329"/>
                    <a:pt x="512" y="177"/>
                    <a:pt x="442" y="48"/>
                  </a:cubicBezTo>
                  <a:cubicBezTo>
                    <a:pt x="424" y="14"/>
                    <a:pt x="397" y="0"/>
                    <a:pt x="3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2" name="Google Shape;5062;p47"/>
            <p:cNvSpPr/>
            <p:nvPr/>
          </p:nvSpPr>
          <p:spPr>
            <a:xfrm>
              <a:off x="2418518" y="4165877"/>
              <a:ext cx="19428" cy="31143"/>
            </a:xfrm>
            <a:custGeom>
              <a:avLst/>
              <a:gdLst/>
              <a:ahLst/>
              <a:cxnLst/>
              <a:rect l="l" t="t" r="r" b="b"/>
              <a:pathLst>
                <a:path w="534" h="856" extrusionOk="0">
                  <a:moveTo>
                    <a:pt x="371" y="1"/>
                  </a:moveTo>
                  <a:cubicBezTo>
                    <a:pt x="314" y="1"/>
                    <a:pt x="256" y="63"/>
                    <a:pt x="296" y="131"/>
                  </a:cubicBezTo>
                  <a:cubicBezTo>
                    <a:pt x="343" y="220"/>
                    <a:pt x="358" y="325"/>
                    <a:pt x="333" y="424"/>
                  </a:cubicBezTo>
                  <a:cubicBezTo>
                    <a:pt x="303" y="532"/>
                    <a:pt x="219" y="621"/>
                    <a:pt x="81" y="695"/>
                  </a:cubicBezTo>
                  <a:cubicBezTo>
                    <a:pt x="0" y="735"/>
                    <a:pt x="31" y="855"/>
                    <a:pt x="121" y="855"/>
                  </a:cubicBezTo>
                  <a:cubicBezTo>
                    <a:pt x="133" y="855"/>
                    <a:pt x="145" y="849"/>
                    <a:pt x="158" y="843"/>
                  </a:cubicBezTo>
                  <a:cubicBezTo>
                    <a:pt x="340" y="747"/>
                    <a:pt x="454" y="621"/>
                    <a:pt x="497" y="467"/>
                  </a:cubicBezTo>
                  <a:cubicBezTo>
                    <a:pt x="534" y="325"/>
                    <a:pt x="515" y="174"/>
                    <a:pt x="441" y="44"/>
                  </a:cubicBezTo>
                  <a:cubicBezTo>
                    <a:pt x="424" y="13"/>
                    <a:pt x="398" y="1"/>
                    <a:pt x="3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3" name="Google Shape;5063;p47"/>
            <p:cNvSpPr/>
            <p:nvPr/>
          </p:nvSpPr>
          <p:spPr>
            <a:xfrm>
              <a:off x="2365655" y="4285828"/>
              <a:ext cx="19465" cy="31143"/>
            </a:xfrm>
            <a:custGeom>
              <a:avLst/>
              <a:gdLst/>
              <a:ahLst/>
              <a:cxnLst/>
              <a:rect l="l" t="t" r="r" b="b"/>
              <a:pathLst>
                <a:path w="535" h="856" extrusionOk="0">
                  <a:moveTo>
                    <a:pt x="370" y="1"/>
                  </a:moveTo>
                  <a:cubicBezTo>
                    <a:pt x="311" y="1"/>
                    <a:pt x="253" y="63"/>
                    <a:pt x="294" y="131"/>
                  </a:cubicBezTo>
                  <a:cubicBezTo>
                    <a:pt x="343" y="220"/>
                    <a:pt x="355" y="325"/>
                    <a:pt x="334" y="424"/>
                  </a:cubicBezTo>
                  <a:cubicBezTo>
                    <a:pt x="303" y="532"/>
                    <a:pt x="217" y="621"/>
                    <a:pt x="81" y="695"/>
                  </a:cubicBezTo>
                  <a:cubicBezTo>
                    <a:pt x="1" y="735"/>
                    <a:pt x="28" y="856"/>
                    <a:pt x="118" y="856"/>
                  </a:cubicBezTo>
                  <a:cubicBezTo>
                    <a:pt x="133" y="856"/>
                    <a:pt x="146" y="849"/>
                    <a:pt x="158" y="843"/>
                  </a:cubicBezTo>
                  <a:cubicBezTo>
                    <a:pt x="340" y="748"/>
                    <a:pt x="454" y="621"/>
                    <a:pt x="497" y="467"/>
                  </a:cubicBezTo>
                  <a:cubicBezTo>
                    <a:pt x="534" y="325"/>
                    <a:pt x="513" y="174"/>
                    <a:pt x="442" y="44"/>
                  </a:cubicBezTo>
                  <a:cubicBezTo>
                    <a:pt x="423" y="14"/>
                    <a:pt x="396" y="1"/>
                    <a:pt x="3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4" name="Google Shape;5064;p47"/>
            <p:cNvSpPr/>
            <p:nvPr/>
          </p:nvSpPr>
          <p:spPr>
            <a:xfrm>
              <a:off x="1483683" y="3888355"/>
              <a:ext cx="24376" cy="26341"/>
            </a:xfrm>
            <a:custGeom>
              <a:avLst/>
              <a:gdLst/>
              <a:ahLst/>
              <a:cxnLst/>
              <a:rect l="l" t="t" r="r" b="b"/>
              <a:pathLst>
                <a:path w="670" h="724" extrusionOk="0">
                  <a:moveTo>
                    <a:pt x="579" y="1"/>
                  </a:moveTo>
                  <a:cubicBezTo>
                    <a:pt x="575" y="1"/>
                    <a:pt x="572" y="1"/>
                    <a:pt x="568" y="2"/>
                  </a:cubicBezTo>
                  <a:cubicBezTo>
                    <a:pt x="364" y="26"/>
                    <a:pt x="213" y="107"/>
                    <a:pt x="117" y="233"/>
                  </a:cubicBezTo>
                  <a:cubicBezTo>
                    <a:pt x="34" y="356"/>
                    <a:pt x="0" y="504"/>
                    <a:pt x="19" y="652"/>
                  </a:cubicBezTo>
                  <a:cubicBezTo>
                    <a:pt x="28" y="693"/>
                    <a:pt x="62" y="723"/>
                    <a:pt x="105" y="723"/>
                  </a:cubicBezTo>
                  <a:cubicBezTo>
                    <a:pt x="108" y="723"/>
                    <a:pt x="114" y="720"/>
                    <a:pt x="120" y="720"/>
                  </a:cubicBezTo>
                  <a:cubicBezTo>
                    <a:pt x="167" y="711"/>
                    <a:pt x="198" y="668"/>
                    <a:pt x="188" y="622"/>
                  </a:cubicBezTo>
                  <a:cubicBezTo>
                    <a:pt x="176" y="520"/>
                    <a:pt x="201" y="418"/>
                    <a:pt x="256" y="335"/>
                  </a:cubicBezTo>
                  <a:cubicBezTo>
                    <a:pt x="321" y="245"/>
                    <a:pt x="435" y="190"/>
                    <a:pt x="589" y="171"/>
                  </a:cubicBezTo>
                  <a:cubicBezTo>
                    <a:pt x="636" y="168"/>
                    <a:pt x="669" y="125"/>
                    <a:pt x="663" y="79"/>
                  </a:cubicBezTo>
                  <a:cubicBezTo>
                    <a:pt x="660" y="33"/>
                    <a:pt x="624" y="1"/>
                    <a:pt x="5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5" name="Google Shape;5065;p47"/>
            <p:cNvSpPr/>
            <p:nvPr/>
          </p:nvSpPr>
          <p:spPr>
            <a:xfrm>
              <a:off x="1519592" y="3879041"/>
              <a:ext cx="27614" cy="22084"/>
            </a:xfrm>
            <a:custGeom>
              <a:avLst/>
              <a:gdLst/>
              <a:ahLst/>
              <a:cxnLst/>
              <a:rect l="l" t="t" r="r" b="b"/>
              <a:pathLst>
                <a:path w="759" h="607" extrusionOk="0">
                  <a:moveTo>
                    <a:pt x="590" y="1"/>
                  </a:moveTo>
                  <a:cubicBezTo>
                    <a:pt x="426" y="1"/>
                    <a:pt x="291" y="45"/>
                    <a:pt x="188" y="134"/>
                  </a:cubicBezTo>
                  <a:cubicBezTo>
                    <a:pt x="80" y="233"/>
                    <a:pt x="12" y="372"/>
                    <a:pt x="0" y="520"/>
                  </a:cubicBezTo>
                  <a:cubicBezTo>
                    <a:pt x="0" y="566"/>
                    <a:pt x="34" y="606"/>
                    <a:pt x="83" y="606"/>
                  </a:cubicBezTo>
                  <a:lnTo>
                    <a:pt x="86" y="606"/>
                  </a:lnTo>
                  <a:cubicBezTo>
                    <a:pt x="133" y="606"/>
                    <a:pt x="170" y="572"/>
                    <a:pt x="173" y="526"/>
                  </a:cubicBezTo>
                  <a:cubicBezTo>
                    <a:pt x="182" y="424"/>
                    <a:pt x="228" y="332"/>
                    <a:pt x="302" y="261"/>
                  </a:cubicBezTo>
                  <a:cubicBezTo>
                    <a:pt x="371" y="202"/>
                    <a:pt x="464" y="173"/>
                    <a:pt x="581" y="173"/>
                  </a:cubicBezTo>
                  <a:cubicBezTo>
                    <a:pt x="606" y="173"/>
                    <a:pt x="633" y="175"/>
                    <a:pt x="660" y="177"/>
                  </a:cubicBezTo>
                  <a:cubicBezTo>
                    <a:pt x="662" y="178"/>
                    <a:pt x="664" y="178"/>
                    <a:pt x="666" y="178"/>
                  </a:cubicBezTo>
                  <a:cubicBezTo>
                    <a:pt x="710" y="178"/>
                    <a:pt x="750" y="145"/>
                    <a:pt x="756" y="100"/>
                  </a:cubicBezTo>
                  <a:cubicBezTo>
                    <a:pt x="759" y="51"/>
                    <a:pt x="725" y="11"/>
                    <a:pt x="679" y="5"/>
                  </a:cubicBezTo>
                  <a:cubicBezTo>
                    <a:pt x="648" y="2"/>
                    <a:pt x="618" y="1"/>
                    <a:pt x="59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6" name="Google Shape;5066;p47"/>
            <p:cNvSpPr/>
            <p:nvPr/>
          </p:nvSpPr>
          <p:spPr>
            <a:xfrm>
              <a:off x="1435295" y="3966649"/>
              <a:ext cx="21975" cy="29506"/>
            </a:xfrm>
            <a:custGeom>
              <a:avLst/>
              <a:gdLst/>
              <a:ahLst/>
              <a:cxnLst/>
              <a:rect l="l" t="t" r="r" b="b"/>
              <a:pathLst>
                <a:path w="604" h="811" extrusionOk="0">
                  <a:moveTo>
                    <a:pt x="482" y="0"/>
                  </a:moveTo>
                  <a:cubicBezTo>
                    <a:pt x="472" y="0"/>
                    <a:pt x="462" y="2"/>
                    <a:pt x="451" y="6"/>
                  </a:cubicBezTo>
                  <a:cubicBezTo>
                    <a:pt x="257" y="73"/>
                    <a:pt x="127" y="181"/>
                    <a:pt x="59" y="326"/>
                  </a:cubicBezTo>
                  <a:cubicBezTo>
                    <a:pt x="4" y="465"/>
                    <a:pt x="1" y="616"/>
                    <a:pt x="53" y="755"/>
                  </a:cubicBezTo>
                  <a:cubicBezTo>
                    <a:pt x="66" y="789"/>
                    <a:pt x="96" y="811"/>
                    <a:pt x="130" y="811"/>
                  </a:cubicBezTo>
                  <a:cubicBezTo>
                    <a:pt x="143" y="807"/>
                    <a:pt x="152" y="807"/>
                    <a:pt x="164" y="804"/>
                  </a:cubicBezTo>
                  <a:cubicBezTo>
                    <a:pt x="207" y="786"/>
                    <a:pt x="229" y="737"/>
                    <a:pt x="211" y="690"/>
                  </a:cubicBezTo>
                  <a:cubicBezTo>
                    <a:pt x="177" y="595"/>
                    <a:pt x="180" y="490"/>
                    <a:pt x="217" y="397"/>
                  </a:cubicBezTo>
                  <a:cubicBezTo>
                    <a:pt x="263" y="295"/>
                    <a:pt x="362" y="218"/>
                    <a:pt x="507" y="169"/>
                  </a:cubicBezTo>
                  <a:cubicBezTo>
                    <a:pt x="604" y="136"/>
                    <a:pt x="569" y="0"/>
                    <a:pt x="48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7" name="Google Shape;5067;p47"/>
            <p:cNvSpPr/>
            <p:nvPr/>
          </p:nvSpPr>
          <p:spPr>
            <a:xfrm>
              <a:off x="1552336" y="3852082"/>
              <a:ext cx="31471" cy="19174"/>
            </a:xfrm>
            <a:custGeom>
              <a:avLst/>
              <a:gdLst/>
              <a:ahLst/>
              <a:cxnLst/>
              <a:rect l="l" t="t" r="r" b="b"/>
              <a:pathLst>
                <a:path w="865" h="527" extrusionOk="0">
                  <a:moveTo>
                    <a:pt x="542" y="1"/>
                  </a:moveTo>
                  <a:cubicBezTo>
                    <a:pt x="437" y="1"/>
                    <a:pt x="342" y="26"/>
                    <a:pt x="260" y="76"/>
                  </a:cubicBezTo>
                  <a:cubicBezTo>
                    <a:pt x="133" y="157"/>
                    <a:pt x="47" y="283"/>
                    <a:pt x="10" y="425"/>
                  </a:cubicBezTo>
                  <a:cubicBezTo>
                    <a:pt x="1" y="471"/>
                    <a:pt x="28" y="518"/>
                    <a:pt x="75" y="527"/>
                  </a:cubicBezTo>
                  <a:lnTo>
                    <a:pt x="93" y="527"/>
                  </a:lnTo>
                  <a:cubicBezTo>
                    <a:pt x="133" y="527"/>
                    <a:pt x="167" y="499"/>
                    <a:pt x="177" y="462"/>
                  </a:cubicBezTo>
                  <a:cubicBezTo>
                    <a:pt x="204" y="363"/>
                    <a:pt x="263" y="277"/>
                    <a:pt x="349" y="221"/>
                  </a:cubicBezTo>
                  <a:cubicBezTo>
                    <a:pt x="406" y="189"/>
                    <a:pt x="471" y="172"/>
                    <a:pt x="546" y="172"/>
                  </a:cubicBezTo>
                  <a:cubicBezTo>
                    <a:pt x="599" y="172"/>
                    <a:pt x="655" y="180"/>
                    <a:pt x="716" y="197"/>
                  </a:cubicBezTo>
                  <a:cubicBezTo>
                    <a:pt x="726" y="199"/>
                    <a:pt x="735" y="201"/>
                    <a:pt x="743" y="201"/>
                  </a:cubicBezTo>
                  <a:cubicBezTo>
                    <a:pt x="834" y="201"/>
                    <a:pt x="864" y="59"/>
                    <a:pt x="763" y="33"/>
                  </a:cubicBezTo>
                  <a:cubicBezTo>
                    <a:pt x="685" y="11"/>
                    <a:pt x="611" y="1"/>
                    <a:pt x="5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8" name="Google Shape;5068;p47"/>
            <p:cNvSpPr/>
            <p:nvPr/>
          </p:nvSpPr>
          <p:spPr>
            <a:xfrm>
              <a:off x="1457415" y="3925938"/>
              <a:ext cx="21247" cy="29943"/>
            </a:xfrm>
            <a:custGeom>
              <a:avLst/>
              <a:gdLst/>
              <a:ahLst/>
              <a:cxnLst/>
              <a:rect l="l" t="t" r="r" b="b"/>
              <a:pathLst>
                <a:path w="584" h="823" extrusionOk="0">
                  <a:moveTo>
                    <a:pt x="464" y="1"/>
                  </a:moveTo>
                  <a:cubicBezTo>
                    <a:pt x="453" y="1"/>
                    <a:pt x="441" y="3"/>
                    <a:pt x="429" y="8"/>
                  </a:cubicBezTo>
                  <a:cubicBezTo>
                    <a:pt x="238" y="82"/>
                    <a:pt x="111" y="196"/>
                    <a:pt x="50" y="344"/>
                  </a:cubicBezTo>
                  <a:cubicBezTo>
                    <a:pt x="0" y="483"/>
                    <a:pt x="4" y="634"/>
                    <a:pt x="62" y="773"/>
                  </a:cubicBezTo>
                  <a:cubicBezTo>
                    <a:pt x="74" y="804"/>
                    <a:pt x="105" y="822"/>
                    <a:pt x="139" y="822"/>
                  </a:cubicBezTo>
                  <a:cubicBezTo>
                    <a:pt x="201" y="822"/>
                    <a:pt x="241" y="758"/>
                    <a:pt x="216" y="702"/>
                  </a:cubicBezTo>
                  <a:cubicBezTo>
                    <a:pt x="179" y="606"/>
                    <a:pt x="176" y="502"/>
                    <a:pt x="210" y="406"/>
                  </a:cubicBezTo>
                  <a:cubicBezTo>
                    <a:pt x="250" y="304"/>
                    <a:pt x="346" y="224"/>
                    <a:pt x="491" y="165"/>
                  </a:cubicBezTo>
                  <a:cubicBezTo>
                    <a:pt x="583" y="130"/>
                    <a:pt x="546" y="1"/>
                    <a:pt x="4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9" name="Google Shape;5069;p47"/>
            <p:cNvSpPr/>
            <p:nvPr/>
          </p:nvSpPr>
          <p:spPr>
            <a:xfrm>
              <a:off x="1827056" y="3964248"/>
              <a:ext cx="25395" cy="25722"/>
            </a:xfrm>
            <a:custGeom>
              <a:avLst/>
              <a:gdLst/>
              <a:ahLst/>
              <a:cxnLst/>
              <a:rect l="l" t="t" r="r" b="b"/>
              <a:pathLst>
                <a:path w="698" h="707" extrusionOk="0">
                  <a:moveTo>
                    <a:pt x="141" y="0"/>
                  </a:moveTo>
                  <a:cubicBezTo>
                    <a:pt x="133" y="0"/>
                    <a:pt x="125" y="0"/>
                    <a:pt x="117" y="1"/>
                  </a:cubicBezTo>
                  <a:cubicBezTo>
                    <a:pt x="1" y="4"/>
                    <a:pt x="9" y="171"/>
                    <a:pt x="115" y="171"/>
                  </a:cubicBezTo>
                  <a:cubicBezTo>
                    <a:pt x="119" y="171"/>
                    <a:pt x="123" y="171"/>
                    <a:pt x="127" y="170"/>
                  </a:cubicBezTo>
                  <a:cubicBezTo>
                    <a:pt x="228" y="170"/>
                    <a:pt x="324" y="204"/>
                    <a:pt x="401" y="272"/>
                  </a:cubicBezTo>
                  <a:cubicBezTo>
                    <a:pt x="484" y="346"/>
                    <a:pt x="524" y="463"/>
                    <a:pt x="524" y="621"/>
                  </a:cubicBezTo>
                  <a:cubicBezTo>
                    <a:pt x="524" y="667"/>
                    <a:pt x="564" y="707"/>
                    <a:pt x="611" y="707"/>
                  </a:cubicBezTo>
                  <a:cubicBezTo>
                    <a:pt x="657" y="707"/>
                    <a:pt x="697" y="667"/>
                    <a:pt x="697" y="621"/>
                  </a:cubicBezTo>
                  <a:cubicBezTo>
                    <a:pt x="697" y="417"/>
                    <a:pt x="635" y="257"/>
                    <a:pt x="518" y="146"/>
                  </a:cubicBezTo>
                  <a:cubicBezTo>
                    <a:pt x="413" y="52"/>
                    <a:pt x="280" y="0"/>
                    <a:pt x="14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0" name="Google Shape;5070;p47"/>
            <p:cNvSpPr/>
            <p:nvPr/>
          </p:nvSpPr>
          <p:spPr>
            <a:xfrm>
              <a:off x="1557830" y="4551962"/>
              <a:ext cx="31071" cy="17718"/>
            </a:xfrm>
            <a:custGeom>
              <a:avLst/>
              <a:gdLst/>
              <a:ahLst/>
              <a:cxnLst/>
              <a:rect l="l" t="t" r="r" b="b"/>
              <a:pathLst>
                <a:path w="854" h="487" extrusionOk="0">
                  <a:moveTo>
                    <a:pt x="127" y="0"/>
                  </a:moveTo>
                  <a:cubicBezTo>
                    <a:pt x="58" y="0"/>
                    <a:pt x="1" y="93"/>
                    <a:pt x="69" y="153"/>
                  </a:cubicBezTo>
                  <a:cubicBezTo>
                    <a:pt x="164" y="236"/>
                    <a:pt x="457" y="486"/>
                    <a:pt x="670" y="486"/>
                  </a:cubicBezTo>
                  <a:cubicBezTo>
                    <a:pt x="701" y="486"/>
                    <a:pt x="735" y="480"/>
                    <a:pt x="766" y="465"/>
                  </a:cubicBezTo>
                  <a:cubicBezTo>
                    <a:pt x="854" y="422"/>
                    <a:pt x="808" y="301"/>
                    <a:pt x="728" y="301"/>
                  </a:cubicBezTo>
                  <a:cubicBezTo>
                    <a:pt x="716" y="301"/>
                    <a:pt x="702" y="304"/>
                    <a:pt x="689" y="311"/>
                  </a:cubicBezTo>
                  <a:cubicBezTo>
                    <a:pt x="683" y="313"/>
                    <a:pt x="675" y="315"/>
                    <a:pt x="666" y="315"/>
                  </a:cubicBezTo>
                  <a:cubicBezTo>
                    <a:pt x="581" y="315"/>
                    <a:pt x="367" y="188"/>
                    <a:pt x="183" y="24"/>
                  </a:cubicBezTo>
                  <a:cubicBezTo>
                    <a:pt x="165" y="7"/>
                    <a:pt x="145" y="0"/>
                    <a:pt x="1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1" name="Google Shape;5071;p47"/>
            <p:cNvSpPr/>
            <p:nvPr/>
          </p:nvSpPr>
          <p:spPr>
            <a:xfrm>
              <a:off x="1551645" y="4517691"/>
              <a:ext cx="30962" cy="17682"/>
            </a:xfrm>
            <a:custGeom>
              <a:avLst/>
              <a:gdLst/>
              <a:ahLst/>
              <a:cxnLst/>
              <a:rect l="l" t="t" r="r" b="b"/>
              <a:pathLst>
                <a:path w="851" h="486" extrusionOk="0">
                  <a:moveTo>
                    <a:pt x="125" y="1"/>
                  </a:moveTo>
                  <a:cubicBezTo>
                    <a:pt x="56" y="1"/>
                    <a:pt x="1" y="91"/>
                    <a:pt x="66" y="151"/>
                  </a:cubicBezTo>
                  <a:cubicBezTo>
                    <a:pt x="162" y="238"/>
                    <a:pt x="455" y="485"/>
                    <a:pt x="667" y="485"/>
                  </a:cubicBezTo>
                  <a:cubicBezTo>
                    <a:pt x="673" y="485"/>
                    <a:pt x="679" y="485"/>
                    <a:pt x="684" y="485"/>
                  </a:cubicBezTo>
                  <a:cubicBezTo>
                    <a:pt x="712" y="485"/>
                    <a:pt x="737" y="479"/>
                    <a:pt x="763" y="466"/>
                  </a:cubicBezTo>
                  <a:cubicBezTo>
                    <a:pt x="850" y="421"/>
                    <a:pt x="806" y="301"/>
                    <a:pt x="727" y="301"/>
                  </a:cubicBezTo>
                  <a:cubicBezTo>
                    <a:pt x="714" y="301"/>
                    <a:pt x="700" y="304"/>
                    <a:pt x="686" y="312"/>
                  </a:cubicBezTo>
                  <a:cubicBezTo>
                    <a:pt x="680" y="315"/>
                    <a:pt x="672" y="316"/>
                    <a:pt x="663" y="316"/>
                  </a:cubicBezTo>
                  <a:cubicBezTo>
                    <a:pt x="578" y="316"/>
                    <a:pt x="364" y="189"/>
                    <a:pt x="183" y="25"/>
                  </a:cubicBezTo>
                  <a:cubicBezTo>
                    <a:pt x="164" y="8"/>
                    <a:pt x="144" y="1"/>
                    <a:pt x="1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2" name="Google Shape;5072;p47"/>
            <p:cNvSpPr/>
            <p:nvPr/>
          </p:nvSpPr>
          <p:spPr>
            <a:xfrm>
              <a:off x="1590610" y="4538028"/>
              <a:ext cx="31034" cy="17609"/>
            </a:xfrm>
            <a:custGeom>
              <a:avLst/>
              <a:gdLst/>
              <a:ahLst/>
              <a:cxnLst/>
              <a:rect l="l" t="t" r="r" b="b"/>
              <a:pathLst>
                <a:path w="853" h="484" extrusionOk="0">
                  <a:moveTo>
                    <a:pt x="124" y="0"/>
                  </a:moveTo>
                  <a:cubicBezTo>
                    <a:pt x="56" y="0"/>
                    <a:pt x="0" y="90"/>
                    <a:pt x="65" y="151"/>
                  </a:cubicBezTo>
                  <a:cubicBezTo>
                    <a:pt x="161" y="237"/>
                    <a:pt x="454" y="484"/>
                    <a:pt x="667" y="484"/>
                  </a:cubicBezTo>
                  <a:cubicBezTo>
                    <a:pt x="701" y="484"/>
                    <a:pt x="735" y="478"/>
                    <a:pt x="762" y="462"/>
                  </a:cubicBezTo>
                  <a:cubicBezTo>
                    <a:pt x="853" y="420"/>
                    <a:pt x="808" y="298"/>
                    <a:pt x="726" y="298"/>
                  </a:cubicBezTo>
                  <a:cubicBezTo>
                    <a:pt x="713" y="298"/>
                    <a:pt x="699" y="301"/>
                    <a:pt x="685" y="308"/>
                  </a:cubicBezTo>
                  <a:cubicBezTo>
                    <a:pt x="679" y="311"/>
                    <a:pt x="671" y="313"/>
                    <a:pt x="661" y="313"/>
                  </a:cubicBezTo>
                  <a:cubicBezTo>
                    <a:pt x="575" y="313"/>
                    <a:pt x="362" y="185"/>
                    <a:pt x="182" y="24"/>
                  </a:cubicBezTo>
                  <a:cubicBezTo>
                    <a:pt x="164" y="7"/>
                    <a:pt x="143" y="0"/>
                    <a:pt x="1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3" name="Google Shape;5073;p47"/>
            <p:cNvSpPr/>
            <p:nvPr/>
          </p:nvSpPr>
          <p:spPr>
            <a:xfrm>
              <a:off x="1612621" y="4563641"/>
              <a:ext cx="33217" cy="11097"/>
            </a:xfrm>
            <a:custGeom>
              <a:avLst/>
              <a:gdLst/>
              <a:ahLst/>
              <a:cxnLst/>
              <a:rect l="l" t="t" r="r" b="b"/>
              <a:pathLst>
                <a:path w="913" h="305" extrusionOk="0">
                  <a:moveTo>
                    <a:pt x="125" y="1"/>
                  </a:moveTo>
                  <a:cubicBezTo>
                    <a:pt x="42" y="1"/>
                    <a:pt x="0" y="127"/>
                    <a:pt x="93" y="165"/>
                  </a:cubicBezTo>
                  <a:cubicBezTo>
                    <a:pt x="188" y="205"/>
                    <a:pt x="441" y="304"/>
                    <a:pt x="638" y="304"/>
                  </a:cubicBezTo>
                  <a:cubicBezTo>
                    <a:pt x="725" y="304"/>
                    <a:pt x="802" y="286"/>
                    <a:pt x="851" y="236"/>
                  </a:cubicBezTo>
                  <a:cubicBezTo>
                    <a:pt x="913" y="175"/>
                    <a:pt x="854" y="90"/>
                    <a:pt x="789" y="90"/>
                  </a:cubicBezTo>
                  <a:cubicBezTo>
                    <a:pt x="769" y="90"/>
                    <a:pt x="749" y="97"/>
                    <a:pt x="731" y="116"/>
                  </a:cubicBezTo>
                  <a:cubicBezTo>
                    <a:pt x="718" y="129"/>
                    <a:pt x="689" y="135"/>
                    <a:pt x="650" y="135"/>
                  </a:cubicBezTo>
                  <a:cubicBezTo>
                    <a:pt x="540" y="135"/>
                    <a:pt x="344" y="87"/>
                    <a:pt x="160" y="8"/>
                  </a:cubicBezTo>
                  <a:cubicBezTo>
                    <a:pt x="148" y="3"/>
                    <a:pt x="136" y="1"/>
                    <a:pt x="1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4" name="Google Shape;5074;p47"/>
            <p:cNvSpPr/>
            <p:nvPr/>
          </p:nvSpPr>
          <p:spPr>
            <a:xfrm>
              <a:off x="2201063" y="4474578"/>
              <a:ext cx="32017" cy="14735"/>
            </a:xfrm>
            <a:custGeom>
              <a:avLst/>
              <a:gdLst/>
              <a:ahLst/>
              <a:cxnLst/>
              <a:rect l="l" t="t" r="r" b="b"/>
              <a:pathLst>
                <a:path w="880" h="405" extrusionOk="0">
                  <a:moveTo>
                    <a:pt x="212" y="1"/>
                  </a:moveTo>
                  <a:cubicBezTo>
                    <a:pt x="160" y="1"/>
                    <a:pt x="114" y="12"/>
                    <a:pt x="77" y="38"/>
                  </a:cubicBezTo>
                  <a:cubicBezTo>
                    <a:pt x="1" y="94"/>
                    <a:pt x="52" y="195"/>
                    <a:pt x="124" y="195"/>
                  </a:cubicBezTo>
                  <a:cubicBezTo>
                    <a:pt x="140" y="195"/>
                    <a:pt x="156" y="191"/>
                    <a:pt x="173" y="180"/>
                  </a:cubicBezTo>
                  <a:cubicBezTo>
                    <a:pt x="182" y="174"/>
                    <a:pt x="195" y="171"/>
                    <a:pt x="212" y="171"/>
                  </a:cubicBezTo>
                  <a:cubicBezTo>
                    <a:pt x="308" y="171"/>
                    <a:pt x="521" y="261"/>
                    <a:pt x="712" y="390"/>
                  </a:cubicBezTo>
                  <a:cubicBezTo>
                    <a:pt x="728" y="399"/>
                    <a:pt x="743" y="402"/>
                    <a:pt x="762" y="405"/>
                  </a:cubicBezTo>
                  <a:cubicBezTo>
                    <a:pt x="845" y="405"/>
                    <a:pt x="879" y="294"/>
                    <a:pt x="808" y="248"/>
                  </a:cubicBezTo>
                  <a:cubicBezTo>
                    <a:pt x="709" y="181"/>
                    <a:pt x="419" y="1"/>
                    <a:pt x="21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5" name="Google Shape;5075;p47"/>
            <p:cNvSpPr/>
            <p:nvPr/>
          </p:nvSpPr>
          <p:spPr>
            <a:xfrm>
              <a:off x="2162061" y="4480763"/>
              <a:ext cx="32053" cy="14735"/>
            </a:xfrm>
            <a:custGeom>
              <a:avLst/>
              <a:gdLst/>
              <a:ahLst/>
              <a:cxnLst/>
              <a:rect l="l" t="t" r="r" b="b"/>
              <a:pathLst>
                <a:path w="881" h="405" extrusionOk="0">
                  <a:moveTo>
                    <a:pt x="212" y="0"/>
                  </a:moveTo>
                  <a:cubicBezTo>
                    <a:pt x="160" y="0"/>
                    <a:pt x="114" y="11"/>
                    <a:pt x="76" y="38"/>
                  </a:cubicBezTo>
                  <a:cubicBezTo>
                    <a:pt x="0" y="93"/>
                    <a:pt x="52" y="196"/>
                    <a:pt x="125" y="196"/>
                  </a:cubicBezTo>
                  <a:cubicBezTo>
                    <a:pt x="141" y="196"/>
                    <a:pt x="158" y="191"/>
                    <a:pt x="174" y="179"/>
                  </a:cubicBezTo>
                  <a:cubicBezTo>
                    <a:pt x="183" y="173"/>
                    <a:pt x="197" y="170"/>
                    <a:pt x="214" y="170"/>
                  </a:cubicBezTo>
                  <a:cubicBezTo>
                    <a:pt x="310" y="170"/>
                    <a:pt x="523" y="261"/>
                    <a:pt x="714" y="389"/>
                  </a:cubicBezTo>
                  <a:cubicBezTo>
                    <a:pt x="730" y="398"/>
                    <a:pt x="745" y="405"/>
                    <a:pt x="764" y="405"/>
                  </a:cubicBezTo>
                  <a:cubicBezTo>
                    <a:pt x="847" y="402"/>
                    <a:pt x="881" y="294"/>
                    <a:pt x="810" y="247"/>
                  </a:cubicBezTo>
                  <a:cubicBezTo>
                    <a:pt x="711" y="180"/>
                    <a:pt x="421" y="0"/>
                    <a:pt x="21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6" name="Google Shape;5076;p47"/>
            <p:cNvSpPr/>
            <p:nvPr/>
          </p:nvSpPr>
          <p:spPr>
            <a:xfrm>
              <a:off x="2147982" y="4457515"/>
              <a:ext cx="32126" cy="14662"/>
            </a:xfrm>
            <a:custGeom>
              <a:avLst/>
              <a:gdLst/>
              <a:ahLst/>
              <a:cxnLst/>
              <a:rect l="l" t="t" r="r" b="b"/>
              <a:pathLst>
                <a:path w="883" h="403" extrusionOk="0">
                  <a:moveTo>
                    <a:pt x="216" y="1"/>
                  </a:moveTo>
                  <a:cubicBezTo>
                    <a:pt x="165" y="1"/>
                    <a:pt x="118" y="12"/>
                    <a:pt x="80" y="38"/>
                  </a:cubicBezTo>
                  <a:cubicBezTo>
                    <a:pt x="0" y="91"/>
                    <a:pt x="52" y="196"/>
                    <a:pt x="124" y="196"/>
                  </a:cubicBezTo>
                  <a:cubicBezTo>
                    <a:pt x="141" y="196"/>
                    <a:pt x="158" y="190"/>
                    <a:pt x="176" y="177"/>
                  </a:cubicBezTo>
                  <a:cubicBezTo>
                    <a:pt x="184" y="172"/>
                    <a:pt x="197" y="169"/>
                    <a:pt x="212" y="169"/>
                  </a:cubicBezTo>
                  <a:cubicBezTo>
                    <a:pt x="307" y="169"/>
                    <a:pt x="523" y="260"/>
                    <a:pt x="716" y="387"/>
                  </a:cubicBezTo>
                  <a:cubicBezTo>
                    <a:pt x="731" y="396"/>
                    <a:pt x="747" y="402"/>
                    <a:pt x="765" y="402"/>
                  </a:cubicBezTo>
                  <a:cubicBezTo>
                    <a:pt x="848" y="402"/>
                    <a:pt x="882" y="291"/>
                    <a:pt x="811" y="245"/>
                  </a:cubicBezTo>
                  <a:cubicBezTo>
                    <a:pt x="713" y="178"/>
                    <a:pt x="424" y="1"/>
                    <a:pt x="2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7" name="Google Shape;5077;p47"/>
            <p:cNvSpPr/>
            <p:nvPr/>
          </p:nvSpPr>
          <p:spPr>
            <a:xfrm>
              <a:off x="2110253" y="4466465"/>
              <a:ext cx="32926" cy="11642"/>
            </a:xfrm>
            <a:custGeom>
              <a:avLst/>
              <a:gdLst/>
              <a:ahLst/>
              <a:cxnLst/>
              <a:rect l="l" t="t" r="r" b="b"/>
              <a:pathLst>
                <a:path w="905" h="320" extrusionOk="0">
                  <a:moveTo>
                    <a:pt x="263" y="1"/>
                  </a:moveTo>
                  <a:cubicBezTo>
                    <a:pt x="183" y="1"/>
                    <a:pt x="113" y="18"/>
                    <a:pt x="66" y="64"/>
                  </a:cubicBezTo>
                  <a:cubicBezTo>
                    <a:pt x="1" y="123"/>
                    <a:pt x="59" y="211"/>
                    <a:pt x="127" y="211"/>
                  </a:cubicBezTo>
                  <a:cubicBezTo>
                    <a:pt x="147" y="211"/>
                    <a:pt x="167" y="204"/>
                    <a:pt x="186" y="187"/>
                  </a:cubicBezTo>
                  <a:cubicBezTo>
                    <a:pt x="198" y="175"/>
                    <a:pt x="222" y="170"/>
                    <a:pt x="255" y="170"/>
                  </a:cubicBezTo>
                  <a:cubicBezTo>
                    <a:pt x="361" y="170"/>
                    <a:pt x="562" y="226"/>
                    <a:pt x="750" y="313"/>
                  </a:cubicBezTo>
                  <a:cubicBezTo>
                    <a:pt x="763" y="316"/>
                    <a:pt x="775" y="320"/>
                    <a:pt x="787" y="320"/>
                  </a:cubicBezTo>
                  <a:cubicBezTo>
                    <a:pt x="877" y="320"/>
                    <a:pt x="905" y="196"/>
                    <a:pt x="821" y="156"/>
                  </a:cubicBezTo>
                  <a:cubicBezTo>
                    <a:pt x="726" y="112"/>
                    <a:pt x="464" y="1"/>
                    <a:pt x="2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8" name="Google Shape;5078;p47"/>
            <p:cNvSpPr/>
            <p:nvPr/>
          </p:nvSpPr>
          <p:spPr>
            <a:xfrm>
              <a:off x="1524103" y="4516817"/>
              <a:ext cx="26850" cy="22339"/>
            </a:xfrm>
            <a:custGeom>
              <a:avLst/>
              <a:gdLst/>
              <a:ahLst/>
              <a:cxnLst/>
              <a:rect l="l" t="t" r="r" b="b"/>
              <a:pathLst>
                <a:path w="738" h="614" extrusionOk="0">
                  <a:moveTo>
                    <a:pt x="118" y="0"/>
                  </a:moveTo>
                  <a:cubicBezTo>
                    <a:pt x="57" y="0"/>
                    <a:pt x="0" y="67"/>
                    <a:pt x="46" y="132"/>
                  </a:cubicBezTo>
                  <a:cubicBezTo>
                    <a:pt x="123" y="249"/>
                    <a:pt x="382" y="613"/>
                    <a:pt x="601" y="613"/>
                  </a:cubicBezTo>
                  <a:cubicBezTo>
                    <a:pt x="613" y="613"/>
                    <a:pt x="626" y="610"/>
                    <a:pt x="641" y="610"/>
                  </a:cubicBezTo>
                  <a:cubicBezTo>
                    <a:pt x="738" y="581"/>
                    <a:pt x="712" y="440"/>
                    <a:pt x="618" y="440"/>
                  </a:cubicBezTo>
                  <a:cubicBezTo>
                    <a:pt x="614" y="440"/>
                    <a:pt x="609" y="440"/>
                    <a:pt x="604" y="441"/>
                  </a:cubicBezTo>
                  <a:cubicBezTo>
                    <a:pt x="601" y="441"/>
                    <a:pt x="597" y="442"/>
                    <a:pt x="594" y="442"/>
                  </a:cubicBezTo>
                  <a:cubicBezTo>
                    <a:pt x="516" y="442"/>
                    <a:pt x="332" y="255"/>
                    <a:pt x="188" y="40"/>
                  </a:cubicBezTo>
                  <a:cubicBezTo>
                    <a:pt x="169" y="12"/>
                    <a:pt x="143" y="0"/>
                    <a:pt x="1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79" name="Google Shape;5079;p47"/>
          <p:cNvGrpSpPr/>
          <p:nvPr/>
        </p:nvGrpSpPr>
        <p:grpSpPr>
          <a:xfrm>
            <a:off x="2731738" y="3217525"/>
            <a:ext cx="1528588" cy="1370366"/>
            <a:chOff x="2731738" y="3217525"/>
            <a:chExt cx="1528588" cy="1370366"/>
          </a:xfrm>
        </p:grpSpPr>
        <p:sp>
          <p:nvSpPr>
            <p:cNvPr id="5080" name="Google Shape;5080;p47"/>
            <p:cNvSpPr/>
            <p:nvPr/>
          </p:nvSpPr>
          <p:spPr>
            <a:xfrm>
              <a:off x="2731889" y="4420716"/>
              <a:ext cx="286421" cy="136401"/>
            </a:xfrm>
            <a:custGeom>
              <a:avLst/>
              <a:gdLst/>
              <a:ahLst/>
              <a:cxnLst/>
              <a:rect l="l" t="t" r="r" b="b"/>
              <a:pathLst>
                <a:path w="7845" h="3736" extrusionOk="0">
                  <a:moveTo>
                    <a:pt x="6588" y="1"/>
                  </a:moveTo>
                  <a:cubicBezTo>
                    <a:pt x="6498" y="1"/>
                    <a:pt x="6436" y="29"/>
                    <a:pt x="6422" y="72"/>
                  </a:cubicBezTo>
                  <a:cubicBezTo>
                    <a:pt x="6394" y="159"/>
                    <a:pt x="6567" y="298"/>
                    <a:pt x="6737" y="517"/>
                  </a:cubicBezTo>
                  <a:cubicBezTo>
                    <a:pt x="6679" y="574"/>
                    <a:pt x="6726" y="664"/>
                    <a:pt x="6795" y="664"/>
                  </a:cubicBezTo>
                  <a:cubicBezTo>
                    <a:pt x="6807" y="664"/>
                    <a:pt x="6820" y="661"/>
                    <a:pt x="6832" y="655"/>
                  </a:cubicBezTo>
                  <a:cubicBezTo>
                    <a:pt x="6928" y="800"/>
                    <a:pt x="6990" y="967"/>
                    <a:pt x="7020" y="1140"/>
                  </a:cubicBezTo>
                  <a:cubicBezTo>
                    <a:pt x="6919" y="1158"/>
                    <a:pt x="6931" y="1306"/>
                    <a:pt x="7033" y="1309"/>
                  </a:cubicBezTo>
                  <a:cubicBezTo>
                    <a:pt x="7033" y="1417"/>
                    <a:pt x="7020" y="1525"/>
                    <a:pt x="6996" y="1630"/>
                  </a:cubicBezTo>
                  <a:cubicBezTo>
                    <a:pt x="6983" y="1679"/>
                    <a:pt x="6968" y="1729"/>
                    <a:pt x="6949" y="1775"/>
                  </a:cubicBezTo>
                  <a:cubicBezTo>
                    <a:pt x="6943" y="1781"/>
                    <a:pt x="6937" y="1787"/>
                    <a:pt x="6934" y="1793"/>
                  </a:cubicBezTo>
                  <a:cubicBezTo>
                    <a:pt x="6922" y="1809"/>
                    <a:pt x="6919" y="1827"/>
                    <a:pt x="6919" y="1846"/>
                  </a:cubicBezTo>
                  <a:cubicBezTo>
                    <a:pt x="6789" y="2120"/>
                    <a:pt x="6570" y="2290"/>
                    <a:pt x="6342" y="2389"/>
                  </a:cubicBezTo>
                  <a:cubicBezTo>
                    <a:pt x="6328" y="2377"/>
                    <a:pt x="6310" y="2371"/>
                    <a:pt x="6292" y="2371"/>
                  </a:cubicBezTo>
                  <a:cubicBezTo>
                    <a:pt x="6282" y="2371"/>
                    <a:pt x="6272" y="2373"/>
                    <a:pt x="6262" y="2376"/>
                  </a:cubicBezTo>
                  <a:cubicBezTo>
                    <a:pt x="6231" y="2386"/>
                    <a:pt x="6209" y="2410"/>
                    <a:pt x="6206" y="2441"/>
                  </a:cubicBezTo>
                  <a:cubicBezTo>
                    <a:pt x="6024" y="2503"/>
                    <a:pt x="5836" y="2537"/>
                    <a:pt x="5645" y="2543"/>
                  </a:cubicBezTo>
                  <a:cubicBezTo>
                    <a:pt x="5484" y="2083"/>
                    <a:pt x="5201" y="1479"/>
                    <a:pt x="4704" y="1140"/>
                  </a:cubicBezTo>
                  <a:cubicBezTo>
                    <a:pt x="4501" y="1002"/>
                    <a:pt x="4280" y="946"/>
                    <a:pt x="4056" y="946"/>
                  </a:cubicBezTo>
                  <a:cubicBezTo>
                    <a:pt x="3587" y="946"/>
                    <a:pt x="3105" y="1190"/>
                    <a:pt x="2755" y="1445"/>
                  </a:cubicBezTo>
                  <a:cubicBezTo>
                    <a:pt x="3063" y="870"/>
                    <a:pt x="3249" y="64"/>
                    <a:pt x="2672" y="64"/>
                  </a:cubicBezTo>
                  <a:cubicBezTo>
                    <a:pt x="2568" y="64"/>
                    <a:pt x="2438" y="90"/>
                    <a:pt x="2280" y="149"/>
                  </a:cubicBezTo>
                  <a:cubicBezTo>
                    <a:pt x="1873" y="301"/>
                    <a:pt x="1780" y="893"/>
                    <a:pt x="1774" y="1362"/>
                  </a:cubicBezTo>
                  <a:cubicBezTo>
                    <a:pt x="1717" y="1055"/>
                    <a:pt x="1578" y="748"/>
                    <a:pt x="1255" y="748"/>
                  </a:cubicBezTo>
                  <a:cubicBezTo>
                    <a:pt x="1195" y="748"/>
                    <a:pt x="1129" y="759"/>
                    <a:pt x="1055" y="782"/>
                  </a:cubicBezTo>
                  <a:cubicBezTo>
                    <a:pt x="386" y="991"/>
                    <a:pt x="932" y="1861"/>
                    <a:pt x="1425" y="2028"/>
                  </a:cubicBezTo>
                  <a:cubicBezTo>
                    <a:pt x="1336" y="2154"/>
                    <a:pt x="1228" y="2268"/>
                    <a:pt x="1102" y="2364"/>
                  </a:cubicBezTo>
                  <a:cubicBezTo>
                    <a:pt x="971" y="2467"/>
                    <a:pt x="857" y="2503"/>
                    <a:pt x="756" y="2503"/>
                  </a:cubicBezTo>
                  <a:cubicBezTo>
                    <a:pt x="527" y="2503"/>
                    <a:pt x="369" y="2315"/>
                    <a:pt x="239" y="2315"/>
                  </a:cubicBezTo>
                  <a:cubicBezTo>
                    <a:pt x="224" y="2315"/>
                    <a:pt x="209" y="2318"/>
                    <a:pt x="195" y="2324"/>
                  </a:cubicBezTo>
                  <a:cubicBezTo>
                    <a:pt x="1" y="2401"/>
                    <a:pt x="87" y="3252"/>
                    <a:pt x="762" y="3625"/>
                  </a:cubicBezTo>
                  <a:cubicBezTo>
                    <a:pt x="778" y="3635"/>
                    <a:pt x="796" y="3641"/>
                    <a:pt x="815" y="3650"/>
                  </a:cubicBezTo>
                  <a:cubicBezTo>
                    <a:pt x="821" y="3672"/>
                    <a:pt x="833" y="3690"/>
                    <a:pt x="855" y="3703"/>
                  </a:cubicBezTo>
                  <a:cubicBezTo>
                    <a:pt x="867" y="3712"/>
                    <a:pt x="886" y="3718"/>
                    <a:pt x="901" y="3718"/>
                  </a:cubicBezTo>
                  <a:cubicBezTo>
                    <a:pt x="926" y="3718"/>
                    <a:pt x="947" y="3709"/>
                    <a:pt x="966" y="3690"/>
                  </a:cubicBezTo>
                  <a:cubicBezTo>
                    <a:pt x="1126" y="3721"/>
                    <a:pt x="1345" y="3735"/>
                    <a:pt x="1602" y="3735"/>
                  </a:cubicBezTo>
                  <a:cubicBezTo>
                    <a:pt x="3094" y="3735"/>
                    <a:pt x="5871" y="3275"/>
                    <a:pt x="5824" y="3141"/>
                  </a:cubicBezTo>
                  <a:cubicBezTo>
                    <a:pt x="5818" y="3129"/>
                    <a:pt x="5811" y="3107"/>
                    <a:pt x="5805" y="3080"/>
                  </a:cubicBezTo>
                  <a:lnTo>
                    <a:pt x="5805" y="3080"/>
                  </a:lnTo>
                  <a:cubicBezTo>
                    <a:pt x="5811" y="3080"/>
                    <a:pt x="5817" y="3080"/>
                    <a:pt x="5823" y="3080"/>
                  </a:cubicBezTo>
                  <a:cubicBezTo>
                    <a:pt x="6305" y="3080"/>
                    <a:pt x="7844" y="2493"/>
                    <a:pt x="7625" y="1297"/>
                  </a:cubicBezTo>
                  <a:cubicBezTo>
                    <a:pt x="7442" y="289"/>
                    <a:pt x="6874" y="1"/>
                    <a:pt x="6588" y="1"/>
                  </a:cubicBezTo>
                  <a:close/>
                </a:path>
              </a:pathLst>
            </a:custGeom>
            <a:solidFill>
              <a:schemeClr val="lt1"/>
            </a:solidFill>
            <a:ln w="76200" cap="flat" cmpd="sng">
              <a:solidFill>
                <a:srgbClr val="FFFFF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1" name="Google Shape;5081;p47"/>
            <p:cNvSpPr/>
            <p:nvPr/>
          </p:nvSpPr>
          <p:spPr>
            <a:xfrm>
              <a:off x="2858123" y="3217525"/>
              <a:ext cx="1402203" cy="1369527"/>
            </a:xfrm>
            <a:custGeom>
              <a:avLst/>
              <a:gdLst/>
              <a:ahLst/>
              <a:cxnLst/>
              <a:rect l="l" t="t" r="r" b="b"/>
              <a:pathLst>
                <a:path w="38406" h="37511" extrusionOk="0">
                  <a:moveTo>
                    <a:pt x="13019" y="0"/>
                  </a:moveTo>
                  <a:cubicBezTo>
                    <a:pt x="12071" y="0"/>
                    <a:pt x="9463" y="5212"/>
                    <a:pt x="9463" y="5212"/>
                  </a:cubicBezTo>
                  <a:cubicBezTo>
                    <a:pt x="9463" y="5212"/>
                    <a:pt x="5894" y="9352"/>
                    <a:pt x="2212" y="19255"/>
                  </a:cubicBezTo>
                  <a:cubicBezTo>
                    <a:pt x="1638" y="20797"/>
                    <a:pt x="0" y="28490"/>
                    <a:pt x="1798" y="29517"/>
                  </a:cubicBezTo>
                  <a:cubicBezTo>
                    <a:pt x="2312" y="29811"/>
                    <a:pt x="5250" y="29915"/>
                    <a:pt x="9183" y="29915"/>
                  </a:cubicBezTo>
                  <a:cubicBezTo>
                    <a:pt x="10490" y="29915"/>
                    <a:pt x="11908" y="29904"/>
                    <a:pt x="13383" y="29884"/>
                  </a:cubicBezTo>
                  <a:lnTo>
                    <a:pt x="13383" y="29893"/>
                  </a:lnTo>
                  <a:cubicBezTo>
                    <a:pt x="13386" y="29939"/>
                    <a:pt x="13423" y="29973"/>
                    <a:pt x="13469" y="29973"/>
                  </a:cubicBezTo>
                  <a:lnTo>
                    <a:pt x="13475" y="29973"/>
                  </a:lnTo>
                  <a:cubicBezTo>
                    <a:pt x="13522" y="29970"/>
                    <a:pt x="13559" y="29930"/>
                    <a:pt x="13556" y="29884"/>
                  </a:cubicBezTo>
                  <a:cubicBezTo>
                    <a:pt x="21343" y="29773"/>
                    <a:pt x="30676" y="29433"/>
                    <a:pt x="33924" y="29307"/>
                  </a:cubicBezTo>
                  <a:lnTo>
                    <a:pt x="33924" y="29307"/>
                  </a:lnTo>
                  <a:cubicBezTo>
                    <a:pt x="34070" y="31719"/>
                    <a:pt x="31892" y="32836"/>
                    <a:pt x="29615" y="32836"/>
                  </a:cubicBezTo>
                  <a:cubicBezTo>
                    <a:pt x="28185" y="32836"/>
                    <a:pt x="26716" y="32396"/>
                    <a:pt x="25760" y="31558"/>
                  </a:cubicBezTo>
                  <a:cubicBezTo>
                    <a:pt x="24702" y="30633"/>
                    <a:pt x="23618" y="30333"/>
                    <a:pt x="22721" y="30333"/>
                  </a:cubicBezTo>
                  <a:cubicBezTo>
                    <a:pt x="21294" y="30333"/>
                    <a:pt x="20339" y="31092"/>
                    <a:pt x="20708" y="31302"/>
                  </a:cubicBezTo>
                  <a:cubicBezTo>
                    <a:pt x="21235" y="31605"/>
                    <a:pt x="23021" y="32845"/>
                    <a:pt x="23021" y="32845"/>
                  </a:cubicBezTo>
                  <a:cubicBezTo>
                    <a:pt x="23021" y="32845"/>
                    <a:pt x="21654" y="32228"/>
                    <a:pt x="19615" y="32228"/>
                  </a:cubicBezTo>
                  <a:cubicBezTo>
                    <a:pt x="18814" y="32228"/>
                    <a:pt x="17909" y="32323"/>
                    <a:pt x="16942" y="32589"/>
                  </a:cubicBezTo>
                  <a:cubicBezTo>
                    <a:pt x="13970" y="33405"/>
                    <a:pt x="10804" y="36414"/>
                    <a:pt x="13372" y="36414"/>
                  </a:cubicBezTo>
                  <a:cubicBezTo>
                    <a:pt x="13764" y="36414"/>
                    <a:pt x="14290" y="36344"/>
                    <a:pt x="14971" y="36185"/>
                  </a:cubicBezTo>
                  <a:cubicBezTo>
                    <a:pt x="15579" y="36043"/>
                    <a:pt x="16216" y="35984"/>
                    <a:pt x="16875" y="35984"/>
                  </a:cubicBezTo>
                  <a:cubicBezTo>
                    <a:pt x="20222" y="35984"/>
                    <a:pt x="24136" y="37510"/>
                    <a:pt x="27579" y="37510"/>
                  </a:cubicBezTo>
                  <a:cubicBezTo>
                    <a:pt x="29196" y="37510"/>
                    <a:pt x="30709" y="37174"/>
                    <a:pt x="32012" y="36185"/>
                  </a:cubicBezTo>
                  <a:cubicBezTo>
                    <a:pt x="35167" y="33791"/>
                    <a:pt x="35253" y="30877"/>
                    <a:pt x="34988" y="29267"/>
                  </a:cubicBezTo>
                  <a:lnTo>
                    <a:pt x="35109" y="29264"/>
                  </a:lnTo>
                  <a:cubicBezTo>
                    <a:pt x="35109" y="29264"/>
                    <a:pt x="38406" y="21655"/>
                    <a:pt x="31898" y="15033"/>
                  </a:cubicBezTo>
                  <a:cubicBezTo>
                    <a:pt x="28083" y="11147"/>
                    <a:pt x="26633" y="8195"/>
                    <a:pt x="26633" y="8195"/>
                  </a:cubicBezTo>
                  <a:cubicBezTo>
                    <a:pt x="26633" y="8195"/>
                    <a:pt x="25606" y="4599"/>
                    <a:pt x="25606" y="3572"/>
                  </a:cubicBezTo>
                  <a:cubicBezTo>
                    <a:pt x="25606" y="3451"/>
                    <a:pt x="25552" y="3398"/>
                    <a:pt x="25458" y="3398"/>
                  </a:cubicBezTo>
                  <a:cubicBezTo>
                    <a:pt x="24752" y="3398"/>
                    <a:pt x="21750" y="6397"/>
                    <a:pt x="21750" y="6397"/>
                  </a:cubicBezTo>
                  <a:lnTo>
                    <a:pt x="14542" y="4870"/>
                  </a:lnTo>
                  <a:cubicBezTo>
                    <a:pt x="14542" y="4870"/>
                    <a:pt x="13972" y="1329"/>
                    <a:pt x="13229" y="130"/>
                  </a:cubicBezTo>
                  <a:cubicBezTo>
                    <a:pt x="13174" y="41"/>
                    <a:pt x="13103" y="0"/>
                    <a:pt x="13019"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2" name="Google Shape;5082;p47"/>
            <p:cNvSpPr/>
            <p:nvPr/>
          </p:nvSpPr>
          <p:spPr>
            <a:xfrm>
              <a:off x="2930347" y="4422266"/>
              <a:ext cx="86736" cy="112167"/>
            </a:xfrm>
            <a:custGeom>
              <a:avLst/>
              <a:gdLst/>
              <a:ahLst/>
              <a:cxnLst/>
              <a:rect l="l" t="t" r="r" b="b"/>
              <a:pathLst>
                <a:path w="2384" h="3083" extrusionOk="0">
                  <a:moveTo>
                    <a:pt x="1129" y="1"/>
                  </a:moveTo>
                  <a:cubicBezTo>
                    <a:pt x="1039" y="1"/>
                    <a:pt x="977" y="29"/>
                    <a:pt x="963" y="72"/>
                  </a:cubicBezTo>
                  <a:cubicBezTo>
                    <a:pt x="904" y="254"/>
                    <a:pt x="1762" y="686"/>
                    <a:pt x="1537" y="1630"/>
                  </a:cubicBezTo>
                  <a:cubicBezTo>
                    <a:pt x="1325" y="2516"/>
                    <a:pt x="282" y="2543"/>
                    <a:pt x="155" y="2543"/>
                  </a:cubicBezTo>
                  <a:cubicBezTo>
                    <a:pt x="147" y="2543"/>
                    <a:pt x="143" y="2543"/>
                    <a:pt x="143" y="2543"/>
                  </a:cubicBezTo>
                  <a:lnTo>
                    <a:pt x="143" y="2543"/>
                  </a:lnTo>
                  <a:cubicBezTo>
                    <a:pt x="143" y="2543"/>
                    <a:pt x="1" y="2931"/>
                    <a:pt x="251" y="3064"/>
                  </a:cubicBezTo>
                  <a:cubicBezTo>
                    <a:pt x="274" y="3077"/>
                    <a:pt x="311" y="3083"/>
                    <a:pt x="360" y="3083"/>
                  </a:cubicBezTo>
                  <a:cubicBezTo>
                    <a:pt x="836" y="3083"/>
                    <a:pt x="2384" y="2499"/>
                    <a:pt x="2166" y="1297"/>
                  </a:cubicBezTo>
                  <a:cubicBezTo>
                    <a:pt x="1983" y="289"/>
                    <a:pt x="1415" y="1"/>
                    <a:pt x="11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3" name="Google Shape;5083;p47"/>
            <p:cNvSpPr/>
            <p:nvPr/>
          </p:nvSpPr>
          <p:spPr>
            <a:xfrm>
              <a:off x="2956797" y="4508491"/>
              <a:ext cx="13534" cy="19537"/>
            </a:xfrm>
            <a:custGeom>
              <a:avLst/>
              <a:gdLst/>
              <a:ahLst/>
              <a:cxnLst/>
              <a:rect l="l" t="t" r="r" b="b"/>
              <a:pathLst>
                <a:path w="372" h="537" extrusionOk="0">
                  <a:moveTo>
                    <a:pt x="106" y="1"/>
                  </a:moveTo>
                  <a:cubicBezTo>
                    <a:pt x="53" y="1"/>
                    <a:pt x="1" y="51"/>
                    <a:pt x="23" y="114"/>
                  </a:cubicBezTo>
                  <a:lnTo>
                    <a:pt x="199" y="487"/>
                  </a:lnTo>
                  <a:cubicBezTo>
                    <a:pt x="211" y="518"/>
                    <a:pt x="242" y="537"/>
                    <a:pt x="276" y="537"/>
                  </a:cubicBezTo>
                  <a:cubicBezTo>
                    <a:pt x="288" y="537"/>
                    <a:pt x="301" y="534"/>
                    <a:pt x="310" y="531"/>
                  </a:cubicBezTo>
                  <a:cubicBezTo>
                    <a:pt x="353" y="509"/>
                    <a:pt x="372" y="460"/>
                    <a:pt x="353" y="417"/>
                  </a:cubicBezTo>
                  <a:lnTo>
                    <a:pt x="177" y="43"/>
                  </a:lnTo>
                  <a:cubicBezTo>
                    <a:pt x="160" y="13"/>
                    <a:pt x="133" y="1"/>
                    <a:pt x="1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4" name="Google Shape;5084;p47"/>
            <p:cNvSpPr/>
            <p:nvPr/>
          </p:nvSpPr>
          <p:spPr>
            <a:xfrm>
              <a:off x="2982010" y="4486043"/>
              <a:ext cx="22011" cy="15754"/>
            </a:xfrm>
            <a:custGeom>
              <a:avLst/>
              <a:gdLst/>
              <a:ahLst/>
              <a:cxnLst/>
              <a:rect l="l" t="t" r="r" b="b"/>
              <a:pathLst>
                <a:path w="605" h="433" extrusionOk="0">
                  <a:moveTo>
                    <a:pt x="127" y="1"/>
                  </a:moveTo>
                  <a:cubicBezTo>
                    <a:pt x="52" y="1"/>
                    <a:pt x="0" y="107"/>
                    <a:pt x="77" y="158"/>
                  </a:cubicBezTo>
                  <a:lnTo>
                    <a:pt x="459" y="417"/>
                  </a:lnTo>
                  <a:cubicBezTo>
                    <a:pt x="471" y="429"/>
                    <a:pt x="490" y="432"/>
                    <a:pt x="505" y="432"/>
                  </a:cubicBezTo>
                  <a:cubicBezTo>
                    <a:pt x="536" y="432"/>
                    <a:pt x="561" y="420"/>
                    <a:pt x="576" y="395"/>
                  </a:cubicBezTo>
                  <a:cubicBezTo>
                    <a:pt x="604" y="355"/>
                    <a:pt x="595" y="303"/>
                    <a:pt x="555" y="275"/>
                  </a:cubicBezTo>
                  <a:lnTo>
                    <a:pt x="175" y="16"/>
                  </a:lnTo>
                  <a:cubicBezTo>
                    <a:pt x="159" y="5"/>
                    <a:pt x="142" y="1"/>
                    <a:pt x="1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5" name="Google Shape;5085;p47"/>
            <p:cNvSpPr/>
            <p:nvPr/>
          </p:nvSpPr>
          <p:spPr>
            <a:xfrm>
              <a:off x="2983429" y="4461303"/>
              <a:ext cx="24049" cy="8623"/>
            </a:xfrm>
            <a:custGeom>
              <a:avLst/>
              <a:gdLst/>
              <a:ahLst/>
              <a:cxnLst/>
              <a:rect l="l" t="t" r="r" b="b"/>
              <a:pathLst>
                <a:path w="661" h="237" extrusionOk="0">
                  <a:moveTo>
                    <a:pt x="545" y="0"/>
                  </a:moveTo>
                  <a:cubicBezTo>
                    <a:pt x="539" y="0"/>
                    <a:pt x="534" y="1"/>
                    <a:pt x="528" y="2"/>
                  </a:cubicBezTo>
                  <a:lnTo>
                    <a:pt x="102" y="67"/>
                  </a:lnTo>
                  <a:cubicBezTo>
                    <a:pt x="1" y="82"/>
                    <a:pt x="13" y="236"/>
                    <a:pt x="118" y="236"/>
                  </a:cubicBezTo>
                  <a:lnTo>
                    <a:pt x="130" y="236"/>
                  </a:lnTo>
                  <a:lnTo>
                    <a:pt x="553" y="171"/>
                  </a:lnTo>
                  <a:cubicBezTo>
                    <a:pt x="661" y="154"/>
                    <a:pt x="642" y="0"/>
                    <a:pt x="5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6" name="Google Shape;5086;p47"/>
            <p:cNvSpPr/>
            <p:nvPr/>
          </p:nvSpPr>
          <p:spPr>
            <a:xfrm>
              <a:off x="2974806" y="4432307"/>
              <a:ext cx="19465" cy="14044"/>
            </a:xfrm>
            <a:custGeom>
              <a:avLst/>
              <a:gdLst/>
              <a:ahLst/>
              <a:cxnLst/>
              <a:rect l="l" t="t" r="r" b="b"/>
              <a:pathLst>
                <a:path w="535" h="386" extrusionOk="0">
                  <a:moveTo>
                    <a:pt x="412" y="0"/>
                  </a:moveTo>
                  <a:cubicBezTo>
                    <a:pt x="396" y="0"/>
                    <a:pt x="378" y="6"/>
                    <a:pt x="361" y="18"/>
                  </a:cubicBezTo>
                  <a:lnTo>
                    <a:pt x="65" y="231"/>
                  </a:lnTo>
                  <a:cubicBezTo>
                    <a:pt x="0" y="281"/>
                    <a:pt x="34" y="385"/>
                    <a:pt x="117" y="385"/>
                  </a:cubicBezTo>
                  <a:cubicBezTo>
                    <a:pt x="133" y="385"/>
                    <a:pt x="151" y="379"/>
                    <a:pt x="167" y="370"/>
                  </a:cubicBezTo>
                  <a:lnTo>
                    <a:pt x="460" y="157"/>
                  </a:lnTo>
                  <a:cubicBezTo>
                    <a:pt x="535" y="102"/>
                    <a:pt x="484" y="0"/>
                    <a:pt x="4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7" name="Google Shape;5087;p47"/>
            <p:cNvSpPr/>
            <p:nvPr/>
          </p:nvSpPr>
          <p:spPr>
            <a:xfrm>
              <a:off x="2731738" y="4424594"/>
              <a:ext cx="213565" cy="133633"/>
            </a:xfrm>
            <a:custGeom>
              <a:avLst/>
              <a:gdLst/>
              <a:ahLst/>
              <a:cxnLst/>
              <a:rect l="l" t="t" r="r" b="b"/>
              <a:pathLst>
                <a:path w="5870" h="3673" extrusionOk="0">
                  <a:moveTo>
                    <a:pt x="2672" y="1"/>
                  </a:moveTo>
                  <a:cubicBezTo>
                    <a:pt x="2567" y="1"/>
                    <a:pt x="2438" y="27"/>
                    <a:pt x="2280" y="85"/>
                  </a:cubicBezTo>
                  <a:cubicBezTo>
                    <a:pt x="1583" y="341"/>
                    <a:pt x="1808" y="1902"/>
                    <a:pt x="1808" y="1902"/>
                  </a:cubicBezTo>
                  <a:cubicBezTo>
                    <a:pt x="1707" y="1860"/>
                    <a:pt x="1642" y="1841"/>
                    <a:pt x="1593" y="1841"/>
                  </a:cubicBezTo>
                  <a:cubicBezTo>
                    <a:pt x="1445" y="1841"/>
                    <a:pt x="1458" y="2023"/>
                    <a:pt x="1105" y="2300"/>
                  </a:cubicBezTo>
                  <a:cubicBezTo>
                    <a:pt x="973" y="2403"/>
                    <a:pt x="858" y="2439"/>
                    <a:pt x="757" y="2439"/>
                  </a:cubicBezTo>
                  <a:cubicBezTo>
                    <a:pt x="528" y="2439"/>
                    <a:pt x="370" y="2254"/>
                    <a:pt x="241" y="2254"/>
                  </a:cubicBezTo>
                  <a:cubicBezTo>
                    <a:pt x="225" y="2254"/>
                    <a:pt x="210" y="2257"/>
                    <a:pt x="195" y="2263"/>
                  </a:cubicBezTo>
                  <a:cubicBezTo>
                    <a:pt x="1" y="2343"/>
                    <a:pt x="87" y="3191"/>
                    <a:pt x="762" y="3565"/>
                  </a:cubicBezTo>
                  <a:cubicBezTo>
                    <a:pt x="903" y="3641"/>
                    <a:pt x="1206" y="3673"/>
                    <a:pt x="1597" y="3673"/>
                  </a:cubicBezTo>
                  <a:cubicBezTo>
                    <a:pt x="3090" y="3673"/>
                    <a:pt x="5869" y="3215"/>
                    <a:pt x="5821" y="3080"/>
                  </a:cubicBezTo>
                  <a:cubicBezTo>
                    <a:pt x="5762" y="2911"/>
                    <a:pt x="5524" y="1634"/>
                    <a:pt x="4704" y="1076"/>
                  </a:cubicBezTo>
                  <a:cubicBezTo>
                    <a:pt x="4501" y="937"/>
                    <a:pt x="4279" y="881"/>
                    <a:pt x="4055" y="881"/>
                  </a:cubicBezTo>
                  <a:cubicBezTo>
                    <a:pt x="3588" y="881"/>
                    <a:pt x="3109" y="1125"/>
                    <a:pt x="2758" y="1379"/>
                  </a:cubicBezTo>
                  <a:lnTo>
                    <a:pt x="2758" y="1379"/>
                  </a:lnTo>
                  <a:cubicBezTo>
                    <a:pt x="3065" y="805"/>
                    <a:pt x="3251" y="1"/>
                    <a:pt x="26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8" name="Google Shape;5088;p47"/>
            <p:cNvSpPr/>
            <p:nvPr/>
          </p:nvSpPr>
          <p:spPr>
            <a:xfrm>
              <a:off x="2743271" y="4449479"/>
              <a:ext cx="57557" cy="47588"/>
            </a:xfrm>
            <a:custGeom>
              <a:avLst/>
              <a:gdLst/>
              <a:ahLst/>
              <a:cxnLst/>
              <a:rect l="l" t="t" r="r" b="b"/>
              <a:pathLst>
                <a:path w="1582" h="1308" extrusionOk="0">
                  <a:moveTo>
                    <a:pt x="938" y="0"/>
                  </a:moveTo>
                  <a:cubicBezTo>
                    <a:pt x="878" y="0"/>
                    <a:pt x="812" y="11"/>
                    <a:pt x="738" y="34"/>
                  </a:cubicBezTo>
                  <a:cubicBezTo>
                    <a:pt x="0" y="265"/>
                    <a:pt x="748" y="1307"/>
                    <a:pt x="1266" y="1307"/>
                  </a:cubicBezTo>
                  <a:cubicBezTo>
                    <a:pt x="1349" y="1307"/>
                    <a:pt x="1427" y="1280"/>
                    <a:pt x="1491" y="1218"/>
                  </a:cubicBezTo>
                  <a:cubicBezTo>
                    <a:pt x="1491" y="1218"/>
                    <a:pt x="1581" y="0"/>
                    <a:pt x="93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9" name="Google Shape;5089;p47"/>
            <p:cNvSpPr/>
            <p:nvPr/>
          </p:nvSpPr>
          <p:spPr>
            <a:xfrm>
              <a:off x="2859002" y="4467961"/>
              <a:ext cx="20411" cy="10260"/>
            </a:xfrm>
            <a:custGeom>
              <a:avLst/>
              <a:gdLst/>
              <a:ahLst/>
              <a:cxnLst/>
              <a:rect l="l" t="t" r="r" b="b"/>
              <a:pathLst>
                <a:path w="561" h="282" extrusionOk="0">
                  <a:moveTo>
                    <a:pt x="320" y="0"/>
                  </a:moveTo>
                  <a:cubicBezTo>
                    <a:pt x="204" y="0"/>
                    <a:pt x="93" y="75"/>
                    <a:pt x="34" y="133"/>
                  </a:cubicBezTo>
                  <a:cubicBezTo>
                    <a:pt x="0" y="167"/>
                    <a:pt x="0" y="223"/>
                    <a:pt x="34" y="254"/>
                  </a:cubicBezTo>
                  <a:cubicBezTo>
                    <a:pt x="49" y="272"/>
                    <a:pt x="74" y="281"/>
                    <a:pt x="96" y="281"/>
                  </a:cubicBezTo>
                  <a:cubicBezTo>
                    <a:pt x="117" y="281"/>
                    <a:pt x="139" y="272"/>
                    <a:pt x="154" y="257"/>
                  </a:cubicBezTo>
                  <a:cubicBezTo>
                    <a:pt x="157" y="254"/>
                    <a:pt x="242" y="173"/>
                    <a:pt x="318" y="173"/>
                  </a:cubicBezTo>
                  <a:cubicBezTo>
                    <a:pt x="340" y="173"/>
                    <a:pt x="361" y="180"/>
                    <a:pt x="379" y="198"/>
                  </a:cubicBezTo>
                  <a:cubicBezTo>
                    <a:pt x="398" y="216"/>
                    <a:pt x="418" y="224"/>
                    <a:pt x="438" y="224"/>
                  </a:cubicBezTo>
                  <a:cubicBezTo>
                    <a:pt x="504" y="224"/>
                    <a:pt x="561" y="137"/>
                    <a:pt x="497" y="75"/>
                  </a:cubicBezTo>
                  <a:cubicBezTo>
                    <a:pt x="442" y="21"/>
                    <a:pt x="380" y="0"/>
                    <a:pt x="320" y="0"/>
                  </a:cubicBezTo>
                  <a:close/>
                </a:path>
              </a:pathLst>
            </a:custGeom>
            <a:solidFill>
              <a:srgbClr val="FCF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0" name="Google Shape;5090;p47"/>
            <p:cNvSpPr/>
            <p:nvPr/>
          </p:nvSpPr>
          <p:spPr>
            <a:xfrm>
              <a:off x="2872354" y="4486189"/>
              <a:ext cx="20120" cy="10878"/>
            </a:xfrm>
            <a:custGeom>
              <a:avLst/>
              <a:gdLst/>
              <a:ahLst/>
              <a:cxnLst/>
              <a:rect l="l" t="t" r="r" b="b"/>
              <a:pathLst>
                <a:path w="553" h="299" extrusionOk="0">
                  <a:moveTo>
                    <a:pt x="243" y="0"/>
                  </a:moveTo>
                  <a:cubicBezTo>
                    <a:pt x="189" y="0"/>
                    <a:pt x="138" y="9"/>
                    <a:pt x="99" y="21"/>
                  </a:cubicBezTo>
                  <a:cubicBezTo>
                    <a:pt x="0" y="49"/>
                    <a:pt x="30" y="188"/>
                    <a:pt x="121" y="188"/>
                  </a:cubicBezTo>
                  <a:cubicBezTo>
                    <a:pt x="130" y="188"/>
                    <a:pt x="139" y="187"/>
                    <a:pt x="148" y="184"/>
                  </a:cubicBezTo>
                  <a:cubicBezTo>
                    <a:pt x="148" y="184"/>
                    <a:pt x="194" y="172"/>
                    <a:pt x="245" y="172"/>
                  </a:cubicBezTo>
                  <a:cubicBezTo>
                    <a:pt x="297" y="172"/>
                    <a:pt x="355" y="185"/>
                    <a:pt x="373" y="240"/>
                  </a:cubicBezTo>
                  <a:cubicBezTo>
                    <a:pt x="383" y="274"/>
                    <a:pt x="417" y="299"/>
                    <a:pt x="454" y="299"/>
                  </a:cubicBezTo>
                  <a:cubicBezTo>
                    <a:pt x="512" y="299"/>
                    <a:pt x="552" y="243"/>
                    <a:pt x="534" y="188"/>
                  </a:cubicBezTo>
                  <a:cubicBezTo>
                    <a:pt x="489" y="42"/>
                    <a:pt x="360" y="0"/>
                    <a:pt x="243" y="0"/>
                  </a:cubicBezTo>
                  <a:close/>
                </a:path>
              </a:pathLst>
            </a:custGeom>
            <a:solidFill>
              <a:srgbClr val="FCF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1" name="Google Shape;5091;p47"/>
            <p:cNvSpPr/>
            <p:nvPr/>
          </p:nvSpPr>
          <p:spPr>
            <a:xfrm>
              <a:off x="2885598" y="4472327"/>
              <a:ext cx="16627" cy="13534"/>
            </a:xfrm>
            <a:custGeom>
              <a:avLst/>
              <a:gdLst/>
              <a:ahLst/>
              <a:cxnLst/>
              <a:rect l="l" t="t" r="r" b="b"/>
              <a:pathLst>
                <a:path w="457" h="372" extrusionOk="0">
                  <a:moveTo>
                    <a:pt x="81" y="1"/>
                  </a:moveTo>
                  <a:cubicBezTo>
                    <a:pt x="37" y="1"/>
                    <a:pt x="0" y="40"/>
                    <a:pt x="0" y="84"/>
                  </a:cubicBezTo>
                  <a:cubicBezTo>
                    <a:pt x="0" y="131"/>
                    <a:pt x="37" y="171"/>
                    <a:pt x="86" y="171"/>
                  </a:cubicBezTo>
                  <a:cubicBezTo>
                    <a:pt x="86" y="171"/>
                    <a:pt x="284" y="174"/>
                    <a:pt x="284" y="288"/>
                  </a:cubicBezTo>
                  <a:cubicBezTo>
                    <a:pt x="287" y="334"/>
                    <a:pt x="324" y="371"/>
                    <a:pt x="370" y="371"/>
                  </a:cubicBezTo>
                  <a:cubicBezTo>
                    <a:pt x="420" y="371"/>
                    <a:pt x="457" y="331"/>
                    <a:pt x="457" y="285"/>
                  </a:cubicBezTo>
                  <a:cubicBezTo>
                    <a:pt x="453" y="63"/>
                    <a:pt x="213" y="1"/>
                    <a:pt x="86" y="1"/>
                  </a:cubicBezTo>
                  <a:cubicBezTo>
                    <a:pt x="85" y="1"/>
                    <a:pt x="83" y="1"/>
                    <a:pt x="81" y="1"/>
                  </a:cubicBezTo>
                  <a:close/>
                </a:path>
              </a:pathLst>
            </a:custGeom>
            <a:solidFill>
              <a:srgbClr val="FCF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2" name="Google Shape;5092;p47"/>
            <p:cNvSpPr/>
            <p:nvPr/>
          </p:nvSpPr>
          <p:spPr>
            <a:xfrm>
              <a:off x="2781800" y="4505799"/>
              <a:ext cx="24522" cy="22121"/>
            </a:xfrm>
            <a:custGeom>
              <a:avLst/>
              <a:gdLst/>
              <a:ahLst/>
              <a:cxnLst/>
              <a:rect l="l" t="t" r="r" b="b"/>
              <a:pathLst>
                <a:path w="674" h="608" extrusionOk="0">
                  <a:moveTo>
                    <a:pt x="305" y="0"/>
                  </a:moveTo>
                  <a:cubicBezTo>
                    <a:pt x="262" y="0"/>
                    <a:pt x="220" y="9"/>
                    <a:pt x="179" y="31"/>
                  </a:cubicBezTo>
                  <a:cubicBezTo>
                    <a:pt x="53" y="102"/>
                    <a:pt x="0" y="262"/>
                    <a:pt x="19" y="528"/>
                  </a:cubicBezTo>
                  <a:cubicBezTo>
                    <a:pt x="22" y="574"/>
                    <a:pt x="59" y="608"/>
                    <a:pt x="105" y="608"/>
                  </a:cubicBezTo>
                  <a:lnTo>
                    <a:pt x="111" y="608"/>
                  </a:lnTo>
                  <a:cubicBezTo>
                    <a:pt x="157" y="605"/>
                    <a:pt x="194" y="565"/>
                    <a:pt x="191" y="518"/>
                  </a:cubicBezTo>
                  <a:cubicBezTo>
                    <a:pt x="173" y="259"/>
                    <a:pt x="235" y="198"/>
                    <a:pt x="262" y="182"/>
                  </a:cubicBezTo>
                  <a:cubicBezTo>
                    <a:pt x="275" y="175"/>
                    <a:pt x="290" y="172"/>
                    <a:pt x="306" y="172"/>
                  </a:cubicBezTo>
                  <a:cubicBezTo>
                    <a:pt x="371" y="172"/>
                    <a:pt x="457" y="217"/>
                    <a:pt x="497" y="247"/>
                  </a:cubicBezTo>
                  <a:cubicBezTo>
                    <a:pt x="514" y="260"/>
                    <a:pt x="532" y="265"/>
                    <a:pt x="548" y="265"/>
                  </a:cubicBezTo>
                  <a:cubicBezTo>
                    <a:pt x="621" y="265"/>
                    <a:pt x="674" y="163"/>
                    <a:pt x="598" y="108"/>
                  </a:cubicBezTo>
                  <a:cubicBezTo>
                    <a:pt x="579" y="96"/>
                    <a:pt x="445" y="0"/>
                    <a:pt x="305" y="0"/>
                  </a:cubicBezTo>
                  <a:close/>
                </a:path>
              </a:pathLst>
            </a:custGeom>
            <a:solidFill>
              <a:srgbClr val="FCF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3" name="Google Shape;5093;p47"/>
            <p:cNvSpPr/>
            <p:nvPr/>
          </p:nvSpPr>
          <p:spPr>
            <a:xfrm>
              <a:off x="2757788" y="4536687"/>
              <a:ext cx="14153" cy="20993"/>
            </a:xfrm>
            <a:custGeom>
              <a:avLst/>
              <a:gdLst/>
              <a:ahLst/>
              <a:cxnLst/>
              <a:rect l="l" t="t" r="r" b="b"/>
              <a:pathLst>
                <a:path w="389" h="577" extrusionOk="0">
                  <a:moveTo>
                    <a:pt x="120" y="0"/>
                  </a:moveTo>
                  <a:cubicBezTo>
                    <a:pt x="59" y="0"/>
                    <a:pt x="0" y="69"/>
                    <a:pt x="46" y="135"/>
                  </a:cubicBezTo>
                  <a:cubicBezTo>
                    <a:pt x="83" y="187"/>
                    <a:pt x="173" y="354"/>
                    <a:pt x="114" y="443"/>
                  </a:cubicBezTo>
                  <a:cubicBezTo>
                    <a:pt x="86" y="480"/>
                    <a:pt x="99" y="536"/>
                    <a:pt x="136" y="561"/>
                  </a:cubicBezTo>
                  <a:cubicBezTo>
                    <a:pt x="151" y="570"/>
                    <a:pt x="167" y="576"/>
                    <a:pt x="185" y="576"/>
                  </a:cubicBezTo>
                  <a:cubicBezTo>
                    <a:pt x="213" y="576"/>
                    <a:pt x="241" y="561"/>
                    <a:pt x="256" y="536"/>
                  </a:cubicBezTo>
                  <a:cubicBezTo>
                    <a:pt x="389" y="335"/>
                    <a:pt x="210" y="67"/>
                    <a:pt x="188" y="39"/>
                  </a:cubicBezTo>
                  <a:cubicBezTo>
                    <a:pt x="170" y="12"/>
                    <a:pt x="144" y="0"/>
                    <a:pt x="120" y="0"/>
                  </a:cubicBezTo>
                  <a:close/>
                </a:path>
              </a:pathLst>
            </a:custGeom>
            <a:solidFill>
              <a:srgbClr val="FCF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4" name="Google Shape;5094;p47"/>
            <p:cNvSpPr/>
            <p:nvPr/>
          </p:nvSpPr>
          <p:spPr>
            <a:xfrm>
              <a:off x="2738505" y="4515840"/>
              <a:ext cx="13680" cy="10187"/>
            </a:xfrm>
            <a:custGeom>
              <a:avLst/>
              <a:gdLst/>
              <a:ahLst/>
              <a:cxnLst/>
              <a:rect l="l" t="t" r="r" b="b"/>
              <a:pathLst>
                <a:path w="376" h="280" extrusionOk="0">
                  <a:moveTo>
                    <a:pt x="124" y="0"/>
                  </a:moveTo>
                  <a:cubicBezTo>
                    <a:pt x="39" y="0"/>
                    <a:pt x="0" y="127"/>
                    <a:pt x="95" y="165"/>
                  </a:cubicBezTo>
                  <a:cubicBezTo>
                    <a:pt x="135" y="184"/>
                    <a:pt x="175" y="208"/>
                    <a:pt x="206" y="239"/>
                  </a:cubicBezTo>
                  <a:cubicBezTo>
                    <a:pt x="222" y="264"/>
                    <a:pt x="249" y="279"/>
                    <a:pt x="280" y="279"/>
                  </a:cubicBezTo>
                  <a:cubicBezTo>
                    <a:pt x="296" y="279"/>
                    <a:pt x="311" y="273"/>
                    <a:pt x="323" y="267"/>
                  </a:cubicBezTo>
                  <a:cubicBezTo>
                    <a:pt x="364" y="242"/>
                    <a:pt x="376" y="190"/>
                    <a:pt x="351" y="150"/>
                  </a:cubicBezTo>
                  <a:cubicBezTo>
                    <a:pt x="305" y="70"/>
                    <a:pt x="182" y="17"/>
                    <a:pt x="160" y="8"/>
                  </a:cubicBezTo>
                  <a:cubicBezTo>
                    <a:pt x="147" y="3"/>
                    <a:pt x="135" y="0"/>
                    <a:pt x="124" y="0"/>
                  </a:cubicBezTo>
                  <a:close/>
                </a:path>
              </a:pathLst>
            </a:custGeom>
            <a:solidFill>
              <a:srgbClr val="FCF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5" name="Google Shape;5095;p47"/>
            <p:cNvSpPr/>
            <p:nvPr/>
          </p:nvSpPr>
          <p:spPr>
            <a:xfrm>
              <a:off x="2857503" y="3223220"/>
              <a:ext cx="1397306" cy="1364671"/>
            </a:xfrm>
            <a:custGeom>
              <a:avLst/>
              <a:gdLst/>
              <a:ahLst/>
              <a:cxnLst/>
              <a:rect l="l" t="t" r="r" b="b"/>
              <a:pathLst>
                <a:path w="38406" h="37509" extrusionOk="0">
                  <a:moveTo>
                    <a:pt x="13019" y="0"/>
                  </a:moveTo>
                  <a:cubicBezTo>
                    <a:pt x="12071" y="0"/>
                    <a:pt x="9463" y="5212"/>
                    <a:pt x="9463" y="5212"/>
                  </a:cubicBezTo>
                  <a:cubicBezTo>
                    <a:pt x="9463" y="5212"/>
                    <a:pt x="5894" y="9352"/>
                    <a:pt x="2212" y="19255"/>
                  </a:cubicBezTo>
                  <a:cubicBezTo>
                    <a:pt x="1638" y="20797"/>
                    <a:pt x="0" y="28490"/>
                    <a:pt x="1798" y="29517"/>
                  </a:cubicBezTo>
                  <a:cubicBezTo>
                    <a:pt x="2312" y="29811"/>
                    <a:pt x="5248" y="29916"/>
                    <a:pt x="9182" y="29916"/>
                  </a:cubicBezTo>
                  <a:cubicBezTo>
                    <a:pt x="17422" y="29916"/>
                    <a:pt x="30038" y="29455"/>
                    <a:pt x="33927" y="29307"/>
                  </a:cubicBezTo>
                  <a:lnTo>
                    <a:pt x="33927" y="29307"/>
                  </a:lnTo>
                  <a:cubicBezTo>
                    <a:pt x="34071" y="31719"/>
                    <a:pt x="31893" y="32836"/>
                    <a:pt x="29616" y="32836"/>
                  </a:cubicBezTo>
                  <a:cubicBezTo>
                    <a:pt x="28186" y="32836"/>
                    <a:pt x="26718" y="32396"/>
                    <a:pt x="25760" y="31558"/>
                  </a:cubicBezTo>
                  <a:cubicBezTo>
                    <a:pt x="24703" y="30632"/>
                    <a:pt x="23620" y="30332"/>
                    <a:pt x="22724" y="30332"/>
                  </a:cubicBezTo>
                  <a:cubicBezTo>
                    <a:pt x="21297" y="30332"/>
                    <a:pt x="20342" y="31092"/>
                    <a:pt x="20711" y="31302"/>
                  </a:cubicBezTo>
                  <a:cubicBezTo>
                    <a:pt x="21235" y="31602"/>
                    <a:pt x="23024" y="32845"/>
                    <a:pt x="23024" y="32845"/>
                  </a:cubicBezTo>
                  <a:cubicBezTo>
                    <a:pt x="23024" y="32845"/>
                    <a:pt x="21654" y="32225"/>
                    <a:pt x="19612" y="32225"/>
                  </a:cubicBezTo>
                  <a:cubicBezTo>
                    <a:pt x="18811" y="32225"/>
                    <a:pt x="17907" y="32321"/>
                    <a:pt x="16942" y="32585"/>
                  </a:cubicBezTo>
                  <a:cubicBezTo>
                    <a:pt x="13972" y="33404"/>
                    <a:pt x="10808" y="36411"/>
                    <a:pt x="13374" y="36411"/>
                  </a:cubicBezTo>
                  <a:cubicBezTo>
                    <a:pt x="13767" y="36411"/>
                    <a:pt x="14293" y="36341"/>
                    <a:pt x="14974" y="36182"/>
                  </a:cubicBezTo>
                  <a:cubicBezTo>
                    <a:pt x="15580" y="36041"/>
                    <a:pt x="16216" y="35982"/>
                    <a:pt x="16874" y="35982"/>
                  </a:cubicBezTo>
                  <a:cubicBezTo>
                    <a:pt x="20221" y="35982"/>
                    <a:pt x="24135" y="37509"/>
                    <a:pt x="27580" y="37509"/>
                  </a:cubicBezTo>
                  <a:cubicBezTo>
                    <a:pt x="29198" y="37509"/>
                    <a:pt x="30712" y="37172"/>
                    <a:pt x="32015" y="36182"/>
                  </a:cubicBezTo>
                  <a:cubicBezTo>
                    <a:pt x="35167" y="33788"/>
                    <a:pt x="35253" y="30874"/>
                    <a:pt x="34991" y="29267"/>
                  </a:cubicBezTo>
                  <a:lnTo>
                    <a:pt x="35112" y="29261"/>
                  </a:lnTo>
                  <a:cubicBezTo>
                    <a:pt x="35112" y="29261"/>
                    <a:pt x="38406" y="21655"/>
                    <a:pt x="31901" y="15030"/>
                  </a:cubicBezTo>
                  <a:cubicBezTo>
                    <a:pt x="28083" y="11147"/>
                    <a:pt x="26633" y="8195"/>
                    <a:pt x="26633" y="8195"/>
                  </a:cubicBezTo>
                  <a:cubicBezTo>
                    <a:pt x="26633" y="8195"/>
                    <a:pt x="25606" y="4599"/>
                    <a:pt x="25606" y="3572"/>
                  </a:cubicBezTo>
                  <a:cubicBezTo>
                    <a:pt x="25606" y="3451"/>
                    <a:pt x="25552" y="3398"/>
                    <a:pt x="25458" y="3398"/>
                  </a:cubicBezTo>
                  <a:cubicBezTo>
                    <a:pt x="24752" y="3398"/>
                    <a:pt x="21750" y="6397"/>
                    <a:pt x="21750" y="6397"/>
                  </a:cubicBezTo>
                  <a:lnTo>
                    <a:pt x="14542" y="4870"/>
                  </a:lnTo>
                  <a:cubicBezTo>
                    <a:pt x="14542" y="4870"/>
                    <a:pt x="13972" y="1329"/>
                    <a:pt x="13229" y="130"/>
                  </a:cubicBezTo>
                  <a:cubicBezTo>
                    <a:pt x="13174" y="41"/>
                    <a:pt x="13103" y="0"/>
                    <a:pt x="1301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6" name="Google Shape;5096;p47"/>
            <p:cNvSpPr/>
            <p:nvPr/>
          </p:nvSpPr>
          <p:spPr>
            <a:xfrm>
              <a:off x="3325338" y="3576889"/>
              <a:ext cx="277053" cy="222188"/>
            </a:xfrm>
            <a:custGeom>
              <a:avLst/>
              <a:gdLst/>
              <a:ahLst/>
              <a:cxnLst/>
              <a:rect l="l" t="t" r="r" b="b"/>
              <a:pathLst>
                <a:path w="7615" h="6107" extrusionOk="0">
                  <a:moveTo>
                    <a:pt x="3901" y="1"/>
                  </a:moveTo>
                  <a:cubicBezTo>
                    <a:pt x="2694" y="1"/>
                    <a:pt x="542" y="4911"/>
                    <a:pt x="542" y="4911"/>
                  </a:cubicBezTo>
                  <a:cubicBezTo>
                    <a:pt x="1" y="5771"/>
                    <a:pt x="2294" y="6106"/>
                    <a:pt x="4398" y="6106"/>
                  </a:cubicBezTo>
                  <a:cubicBezTo>
                    <a:pt x="6066" y="6106"/>
                    <a:pt x="7615" y="5895"/>
                    <a:pt x="7534" y="5568"/>
                  </a:cubicBezTo>
                  <a:cubicBezTo>
                    <a:pt x="6964" y="3227"/>
                    <a:pt x="5366" y="28"/>
                    <a:pt x="3910" y="1"/>
                  </a:cubicBezTo>
                  <a:cubicBezTo>
                    <a:pt x="3907" y="1"/>
                    <a:pt x="3904" y="1"/>
                    <a:pt x="39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7" name="Google Shape;5097;p47"/>
            <p:cNvSpPr/>
            <p:nvPr/>
          </p:nvSpPr>
          <p:spPr>
            <a:xfrm>
              <a:off x="3434011" y="3655074"/>
              <a:ext cx="93212" cy="96814"/>
            </a:xfrm>
            <a:custGeom>
              <a:avLst/>
              <a:gdLst/>
              <a:ahLst/>
              <a:cxnLst/>
              <a:rect l="l" t="t" r="r" b="b"/>
              <a:pathLst>
                <a:path w="2562" h="2661" extrusionOk="0">
                  <a:moveTo>
                    <a:pt x="1214" y="1"/>
                  </a:moveTo>
                  <a:cubicBezTo>
                    <a:pt x="1211" y="1"/>
                    <a:pt x="1207" y="1"/>
                    <a:pt x="1204" y="1"/>
                  </a:cubicBezTo>
                  <a:cubicBezTo>
                    <a:pt x="1158" y="1"/>
                    <a:pt x="1121" y="45"/>
                    <a:pt x="1124" y="91"/>
                  </a:cubicBezTo>
                  <a:lnTo>
                    <a:pt x="1269" y="2463"/>
                  </a:lnTo>
                  <a:cubicBezTo>
                    <a:pt x="797" y="2290"/>
                    <a:pt x="334" y="1278"/>
                    <a:pt x="186" y="877"/>
                  </a:cubicBezTo>
                  <a:cubicBezTo>
                    <a:pt x="171" y="837"/>
                    <a:pt x="140" y="820"/>
                    <a:pt x="108" y="820"/>
                  </a:cubicBezTo>
                  <a:cubicBezTo>
                    <a:pt x="54" y="820"/>
                    <a:pt x="1" y="868"/>
                    <a:pt x="26" y="936"/>
                  </a:cubicBezTo>
                  <a:cubicBezTo>
                    <a:pt x="51" y="1004"/>
                    <a:pt x="640" y="2586"/>
                    <a:pt x="1355" y="2657"/>
                  </a:cubicBezTo>
                  <a:cubicBezTo>
                    <a:pt x="1371" y="2657"/>
                    <a:pt x="1386" y="2660"/>
                    <a:pt x="1401" y="2660"/>
                  </a:cubicBezTo>
                  <a:cubicBezTo>
                    <a:pt x="2095" y="2660"/>
                    <a:pt x="2506" y="1140"/>
                    <a:pt x="2549" y="964"/>
                  </a:cubicBezTo>
                  <a:cubicBezTo>
                    <a:pt x="2561" y="917"/>
                    <a:pt x="2533" y="868"/>
                    <a:pt x="2487" y="856"/>
                  </a:cubicBezTo>
                  <a:cubicBezTo>
                    <a:pt x="2481" y="854"/>
                    <a:pt x="2474" y="854"/>
                    <a:pt x="2468" y="854"/>
                  </a:cubicBezTo>
                  <a:cubicBezTo>
                    <a:pt x="2429" y="854"/>
                    <a:pt x="2393" y="878"/>
                    <a:pt x="2382" y="917"/>
                  </a:cubicBezTo>
                  <a:cubicBezTo>
                    <a:pt x="2274" y="1349"/>
                    <a:pt x="1907" y="2426"/>
                    <a:pt x="1445" y="2484"/>
                  </a:cubicBezTo>
                  <a:lnTo>
                    <a:pt x="1293" y="82"/>
                  </a:lnTo>
                  <a:cubicBezTo>
                    <a:pt x="1293" y="36"/>
                    <a:pt x="1256" y="1"/>
                    <a:pt x="12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8" name="Google Shape;5098;p47"/>
            <p:cNvSpPr/>
            <p:nvPr/>
          </p:nvSpPr>
          <p:spPr>
            <a:xfrm>
              <a:off x="3450747" y="3633390"/>
              <a:ext cx="51227" cy="24122"/>
            </a:xfrm>
            <a:custGeom>
              <a:avLst/>
              <a:gdLst/>
              <a:ahLst/>
              <a:cxnLst/>
              <a:rect l="l" t="t" r="r" b="b"/>
              <a:pathLst>
                <a:path w="1408" h="663" extrusionOk="0">
                  <a:moveTo>
                    <a:pt x="900" y="1"/>
                  </a:moveTo>
                  <a:cubicBezTo>
                    <a:pt x="429" y="1"/>
                    <a:pt x="1" y="246"/>
                    <a:pt x="1" y="246"/>
                  </a:cubicBezTo>
                  <a:cubicBezTo>
                    <a:pt x="1" y="246"/>
                    <a:pt x="701" y="650"/>
                    <a:pt x="796" y="662"/>
                  </a:cubicBezTo>
                  <a:cubicBezTo>
                    <a:pt x="798" y="662"/>
                    <a:pt x="799" y="662"/>
                    <a:pt x="800" y="662"/>
                  </a:cubicBezTo>
                  <a:cubicBezTo>
                    <a:pt x="903" y="662"/>
                    <a:pt x="1407" y="119"/>
                    <a:pt x="1407" y="119"/>
                  </a:cubicBezTo>
                  <a:cubicBezTo>
                    <a:pt x="1244" y="33"/>
                    <a:pt x="1069" y="1"/>
                    <a:pt x="9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9" name="Google Shape;5099;p47"/>
            <p:cNvSpPr/>
            <p:nvPr/>
          </p:nvSpPr>
          <p:spPr>
            <a:xfrm>
              <a:off x="3631093" y="3897669"/>
              <a:ext cx="412250" cy="317983"/>
            </a:xfrm>
            <a:custGeom>
              <a:avLst/>
              <a:gdLst/>
              <a:ahLst/>
              <a:cxnLst/>
              <a:rect l="l" t="t" r="r" b="b"/>
              <a:pathLst>
                <a:path w="11331" h="8740" extrusionOk="0">
                  <a:moveTo>
                    <a:pt x="7671" y="0"/>
                  </a:moveTo>
                  <a:cubicBezTo>
                    <a:pt x="6220" y="0"/>
                    <a:pt x="4558" y="282"/>
                    <a:pt x="3158" y="1260"/>
                  </a:cubicBezTo>
                  <a:cubicBezTo>
                    <a:pt x="1166" y="2651"/>
                    <a:pt x="105" y="5137"/>
                    <a:pt x="3" y="8650"/>
                  </a:cubicBezTo>
                  <a:cubicBezTo>
                    <a:pt x="0" y="8696"/>
                    <a:pt x="37" y="8736"/>
                    <a:pt x="87" y="8739"/>
                  </a:cubicBezTo>
                  <a:cubicBezTo>
                    <a:pt x="133" y="8739"/>
                    <a:pt x="173" y="8702"/>
                    <a:pt x="173" y="8656"/>
                  </a:cubicBezTo>
                  <a:cubicBezTo>
                    <a:pt x="275" y="5199"/>
                    <a:pt x="1311" y="2759"/>
                    <a:pt x="3254" y="1402"/>
                  </a:cubicBezTo>
                  <a:cubicBezTo>
                    <a:pt x="4622" y="446"/>
                    <a:pt x="6250" y="170"/>
                    <a:pt x="7674" y="170"/>
                  </a:cubicBezTo>
                  <a:cubicBezTo>
                    <a:pt x="9600" y="170"/>
                    <a:pt x="11151" y="674"/>
                    <a:pt x="11178" y="683"/>
                  </a:cubicBezTo>
                  <a:cubicBezTo>
                    <a:pt x="11188" y="687"/>
                    <a:pt x="11199" y="689"/>
                    <a:pt x="11209" y="689"/>
                  </a:cubicBezTo>
                  <a:cubicBezTo>
                    <a:pt x="11295" y="689"/>
                    <a:pt x="11330" y="553"/>
                    <a:pt x="11233" y="523"/>
                  </a:cubicBezTo>
                  <a:cubicBezTo>
                    <a:pt x="11207" y="514"/>
                    <a:pt x="9631" y="0"/>
                    <a:pt x="76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0" name="Google Shape;5100;p47"/>
            <p:cNvSpPr/>
            <p:nvPr/>
          </p:nvSpPr>
          <p:spPr>
            <a:xfrm>
              <a:off x="2979382" y="3928121"/>
              <a:ext cx="329698" cy="303139"/>
            </a:xfrm>
            <a:custGeom>
              <a:avLst/>
              <a:gdLst/>
              <a:ahLst/>
              <a:cxnLst/>
              <a:rect l="l" t="t" r="r" b="b"/>
              <a:pathLst>
                <a:path w="9062" h="8332" extrusionOk="0">
                  <a:moveTo>
                    <a:pt x="2051" y="1"/>
                  </a:moveTo>
                  <a:cubicBezTo>
                    <a:pt x="902" y="1"/>
                    <a:pt x="91" y="368"/>
                    <a:pt x="80" y="374"/>
                  </a:cubicBezTo>
                  <a:cubicBezTo>
                    <a:pt x="0" y="423"/>
                    <a:pt x="43" y="533"/>
                    <a:pt x="120" y="533"/>
                  </a:cubicBezTo>
                  <a:cubicBezTo>
                    <a:pt x="130" y="533"/>
                    <a:pt x="140" y="532"/>
                    <a:pt x="151" y="528"/>
                  </a:cubicBezTo>
                  <a:cubicBezTo>
                    <a:pt x="162" y="524"/>
                    <a:pt x="944" y="172"/>
                    <a:pt x="2052" y="172"/>
                  </a:cubicBezTo>
                  <a:cubicBezTo>
                    <a:pt x="2701" y="172"/>
                    <a:pt x="3462" y="293"/>
                    <a:pt x="4247" y="676"/>
                  </a:cubicBezTo>
                  <a:cubicBezTo>
                    <a:pt x="6387" y="1722"/>
                    <a:pt x="7948" y="4272"/>
                    <a:pt x="8882" y="8263"/>
                  </a:cubicBezTo>
                  <a:cubicBezTo>
                    <a:pt x="8889" y="8303"/>
                    <a:pt x="8926" y="8328"/>
                    <a:pt x="8966" y="8331"/>
                  </a:cubicBezTo>
                  <a:cubicBezTo>
                    <a:pt x="9021" y="8331"/>
                    <a:pt x="9061" y="8279"/>
                    <a:pt x="9049" y="8226"/>
                  </a:cubicBezTo>
                  <a:cubicBezTo>
                    <a:pt x="8102" y="4180"/>
                    <a:pt x="6517" y="1592"/>
                    <a:pt x="4321" y="522"/>
                  </a:cubicBezTo>
                  <a:cubicBezTo>
                    <a:pt x="3510" y="126"/>
                    <a:pt x="2723" y="1"/>
                    <a:pt x="205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1" name="Google Shape;5101;p47"/>
            <p:cNvSpPr/>
            <p:nvPr/>
          </p:nvSpPr>
          <p:spPr>
            <a:xfrm>
              <a:off x="3264944" y="3528064"/>
              <a:ext cx="98087" cy="91393"/>
            </a:xfrm>
            <a:custGeom>
              <a:avLst/>
              <a:gdLst/>
              <a:ahLst/>
              <a:cxnLst/>
              <a:rect l="l" t="t" r="r" b="b"/>
              <a:pathLst>
                <a:path w="2696" h="2512" extrusionOk="0">
                  <a:moveTo>
                    <a:pt x="120" y="0"/>
                  </a:moveTo>
                  <a:cubicBezTo>
                    <a:pt x="98" y="0"/>
                    <a:pt x="85" y="1"/>
                    <a:pt x="83" y="1"/>
                  </a:cubicBezTo>
                  <a:cubicBezTo>
                    <a:pt x="37" y="4"/>
                    <a:pt x="0" y="44"/>
                    <a:pt x="3" y="90"/>
                  </a:cubicBezTo>
                  <a:cubicBezTo>
                    <a:pt x="6" y="135"/>
                    <a:pt x="43" y="171"/>
                    <a:pt x="87" y="171"/>
                  </a:cubicBezTo>
                  <a:cubicBezTo>
                    <a:pt x="89" y="171"/>
                    <a:pt x="91" y="171"/>
                    <a:pt x="93" y="171"/>
                  </a:cubicBezTo>
                  <a:cubicBezTo>
                    <a:pt x="98" y="170"/>
                    <a:pt x="112" y="170"/>
                    <a:pt x="134" y="170"/>
                  </a:cubicBezTo>
                  <a:cubicBezTo>
                    <a:pt x="410" y="170"/>
                    <a:pt x="1908" y="267"/>
                    <a:pt x="2520" y="2450"/>
                  </a:cubicBezTo>
                  <a:cubicBezTo>
                    <a:pt x="2529" y="2487"/>
                    <a:pt x="2563" y="2512"/>
                    <a:pt x="2600" y="2512"/>
                  </a:cubicBezTo>
                  <a:cubicBezTo>
                    <a:pt x="2609" y="2512"/>
                    <a:pt x="2616" y="2512"/>
                    <a:pt x="2625" y="2509"/>
                  </a:cubicBezTo>
                  <a:cubicBezTo>
                    <a:pt x="2671" y="2496"/>
                    <a:pt x="2696" y="2450"/>
                    <a:pt x="2683" y="2404"/>
                  </a:cubicBezTo>
                  <a:cubicBezTo>
                    <a:pt x="2043" y="105"/>
                    <a:pt x="387" y="0"/>
                    <a:pt x="1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2" name="Google Shape;5102;p47"/>
            <p:cNvSpPr/>
            <p:nvPr/>
          </p:nvSpPr>
          <p:spPr>
            <a:xfrm>
              <a:off x="3270220" y="3301659"/>
              <a:ext cx="95613" cy="100780"/>
            </a:xfrm>
            <a:custGeom>
              <a:avLst/>
              <a:gdLst/>
              <a:ahLst/>
              <a:cxnLst/>
              <a:rect l="l" t="t" r="r" b="b"/>
              <a:pathLst>
                <a:path w="2628" h="2770" extrusionOk="0">
                  <a:moveTo>
                    <a:pt x="1369" y="1"/>
                  </a:moveTo>
                  <a:cubicBezTo>
                    <a:pt x="1010" y="1"/>
                    <a:pt x="0" y="2427"/>
                    <a:pt x="0" y="2427"/>
                  </a:cubicBezTo>
                  <a:cubicBezTo>
                    <a:pt x="0" y="2427"/>
                    <a:pt x="2054" y="2770"/>
                    <a:pt x="2341" y="2770"/>
                  </a:cubicBezTo>
                  <a:cubicBezTo>
                    <a:pt x="2628" y="2770"/>
                    <a:pt x="1712" y="373"/>
                    <a:pt x="1428" y="31"/>
                  </a:cubicBezTo>
                  <a:cubicBezTo>
                    <a:pt x="1411" y="10"/>
                    <a:pt x="1391" y="1"/>
                    <a:pt x="13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3" name="Google Shape;5103;p47"/>
            <p:cNvSpPr/>
            <p:nvPr/>
          </p:nvSpPr>
          <p:spPr>
            <a:xfrm>
              <a:off x="3702328" y="3385229"/>
              <a:ext cx="70618" cy="103654"/>
            </a:xfrm>
            <a:custGeom>
              <a:avLst/>
              <a:gdLst/>
              <a:ahLst/>
              <a:cxnLst/>
              <a:rect l="l" t="t" r="r" b="b"/>
              <a:pathLst>
                <a:path w="1941" h="2849" extrusionOk="0">
                  <a:moveTo>
                    <a:pt x="1734" y="0"/>
                  </a:moveTo>
                  <a:cubicBezTo>
                    <a:pt x="1450" y="0"/>
                    <a:pt x="1" y="2070"/>
                    <a:pt x="1" y="2070"/>
                  </a:cubicBezTo>
                  <a:cubicBezTo>
                    <a:pt x="1" y="2070"/>
                    <a:pt x="1372" y="2848"/>
                    <a:pt x="1741" y="2848"/>
                  </a:cubicBezTo>
                  <a:cubicBezTo>
                    <a:pt x="1785" y="2848"/>
                    <a:pt x="1815" y="2838"/>
                    <a:pt x="1827" y="2814"/>
                  </a:cubicBezTo>
                  <a:cubicBezTo>
                    <a:pt x="1941" y="2585"/>
                    <a:pt x="1941" y="244"/>
                    <a:pt x="1768" y="16"/>
                  </a:cubicBezTo>
                  <a:cubicBezTo>
                    <a:pt x="1760" y="5"/>
                    <a:pt x="1749" y="0"/>
                    <a:pt x="17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4" name="Google Shape;5104;p47"/>
            <p:cNvSpPr/>
            <p:nvPr/>
          </p:nvSpPr>
          <p:spPr>
            <a:xfrm>
              <a:off x="3265818" y="4031227"/>
              <a:ext cx="238378" cy="274870"/>
            </a:xfrm>
            <a:custGeom>
              <a:avLst/>
              <a:gdLst/>
              <a:ahLst/>
              <a:cxnLst/>
              <a:rect l="l" t="t" r="r" b="b"/>
              <a:pathLst>
                <a:path w="6552" h="7555" extrusionOk="0">
                  <a:moveTo>
                    <a:pt x="5314" y="0"/>
                  </a:moveTo>
                  <a:cubicBezTo>
                    <a:pt x="5311" y="0"/>
                    <a:pt x="5307" y="0"/>
                    <a:pt x="5303" y="1"/>
                  </a:cubicBezTo>
                  <a:cubicBezTo>
                    <a:pt x="5256" y="10"/>
                    <a:pt x="5226" y="56"/>
                    <a:pt x="5235" y="103"/>
                  </a:cubicBezTo>
                  <a:cubicBezTo>
                    <a:pt x="5697" y="2672"/>
                    <a:pt x="6296" y="6644"/>
                    <a:pt x="6058" y="7067"/>
                  </a:cubicBezTo>
                  <a:cubicBezTo>
                    <a:pt x="6043" y="7092"/>
                    <a:pt x="6031" y="7113"/>
                    <a:pt x="6015" y="7135"/>
                  </a:cubicBezTo>
                  <a:cubicBezTo>
                    <a:pt x="6046" y="6626"/>
                    <a:pt x="5799" y="5596"/>
                    <a:pt x="5787" y="5546"/>
                  </a:cubicBezTo>
                  <a:cubicBezTo>
                    <a:pt x="5774" y="5503"/>
                    <a:pt x="5741" y="5484"/>
                    <a:pt x="5707" y="5484"/>
                  </a:cubicBezTo>
                  <a:cubicBezTo>
                    <a:pt x="5658" y="5484"/>
                    <a:pt x="5609" y="5523"/>
                    <a:pt x="5620" y="5587"/>
                  </a:cubicBezTo>
                  <a:cubicBezTo>
                    <a:pt x="5623" y="5599"/>
                    <a:pt x="5913" y="6814"/>
                    <a:pt x="5833" y="7218"/>
                  </a:cubicBezTo>
                  <a:cubicBezTo>
                    <a:pt x="5827" y="7252"/>
                    <a:pt x="5839" y="7286"/>
                    <a:pt x="5867" y="7305"/>
                  </a:cubicBezTo>
                  <a:cubicBezTo>
                    <a:pt x="5815" y="7348"/>
                    <a:pt x="5750" y="7375"/>
                    <a:pt x="5682" y="7382"/>
                  </a:cubicBezTo>
                  <a:lnTo>
                    <a:pt x="5679" y="7382"/>
                  </a:lnTo>
                  <a:cubicBezTo>
                    <a:pt x="5697" y="7363"/>
                    <a:pt x="5707" y="7338"/>
                    <a:pt x="5704" y="7314"/>
                  </a:cubicBezTo>
                  <a:cubicBezTo>
                    <a:pt x="5660" y="6879"/>
                    <a:pt x="5287" y="5799"/>
                    <a:pt x="5272" y="5753"/>
                  </a:cubicBezTo>
                  <a:cubicBezTo>
                    <a:pt x="5258" y="5712"/>
                    <a:pt x="5226" y="5695"/>
                    <a:pt x="5193" y="5695"/>
                  </a:cubicBezTo>
                  <a:cubicBezTo>
                    <a:pt x="5140" y="5695"/>
                    <a:pt x="5085" y="5742"/>
                    <a:pt x="5108" y="5809"/>
                  </a:cubicBezTo>
                  <a:cubicBezTo>
                    <a:pt x="5111" y="5821"/>
                    <a:pt x="5491" y="6916"/>
                    <a:pt x="5534" y="7329"/>
                  </a:cubicBezTo>
                  <a:cubicBezTo>
                    <a:pt x="5534" y="7342"/>
                    <a:pt x="5537" y="7351"/>
                    <a:pt x="5540" y="7357"/>
                  </a:cubicBezTo>
                  <a:cubicBezTo>
                    <a:pt x="5124" y="7218"/>
                    <a:pt x="4553" y="6429"/>
                    <a:pt x="3791" y="5371"/>
                  </a:cubicBezTo>
                  <a:cubicBezTo>
                    <a:pt x="2928" y="4180"/>
                    <a:pt x="1750" y="2545"/>
                    <a:pt x="183" y="1050"/>
                  </a:cubicBezTo>
                  <a:cubicBezTo>
                    <a:pt x="164" y="1032"/>
                    <a:pt x="144" y="1025"/>
                    <a:pt x="125" y="1025"/>
                  </a:cubicBezTo>
                  <a:cubicBezTo>
                    <a:pt x="57" y="1025"/>
                    <a:pt x="1" y="1114"/>
                    <a:pt x="66" y="1176"/>
                  </a:cubicBezTo>
                  <a:cubicBezTo>
                    <a:pt x="1620" y="2660"/>
                    <a:pt x="2795" y="4285"/>
                    <a:pt x="3650" y="5472"/>
                  </a:cubicBezTo>
                  <a:cubicBezTo>
                    <a:pt x="4550" y="6722"/>
                    <a:pt x="5155" y="7554"/>
                    <a:pt x="5664" y="7554"/>
                  </a:cubicBezTo>
                  <a:lnTo>
                    <a:pt x="5688" y="7554"/>
                  </a:lnTo>
                  <a:cubicBezTo>
                    <a:pt x="5889" y="7545"/>
                    <a:pt x="6055" y="7412"/>
                    <a:pt x="6206" y="7153"/>
                  </a:cubicBezTo>
                  <a:cubicBezTo>
                    <a:pt x="6552" y="6543"/>
                    <a:pt x="5522" y="732"/>
                    <a:pt x="5401" y="72"/>
                  </a:cubicBezTo>
                  <a:cubicBezTo>
                    <a:pt x="5393" y="30"/>
                    <a:pt x="5356" y="0"/>
                    <a:pt x="531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5" name="Google Shape;5105;p47"/>
            <p:cNvSpPr/>
            <p:nvPr/>
          </p:nvSpPr>
          <p:spPr>
            <a:xfrm>
              <a:off x="3493387" y="3995318"/>
              <a:ext cx="161284" cy="309542"/>
            </a:xfrm>
            <a:custGeom>
              <a:avLst/>
              <a:gdLst/>
              <a:ahLst/>
              <a:cxnLst/>
              <a:rect l="l" t="t" r="r" b="b"/>
              <a:pathLst>
                <a:path w="4433" h="8508" extrusionOk="0">
                  <a:moveTo>
                    <a:pt x="492" y="1"/>
                  </a:moveTo>
                  <a:cubicBezTo>
                    <a:pt x="445" y="1"/>
                    <a:pt x="405" y="37"/>
                    <a:pt x="405" y="84"/>
                  </a:cubicBezTo>
                  <a:cubicBezTo>
                    <a:pt x="362" y="874"/>
                    <a:pt x="1" y="7829"/>
                    <a:pt x="581" y="8443"/>
                  </a:cubicBezTo>
                  <a:cubicBezTo>
                    <a:pt x="618" y="8483"/>
                    <a:pt x="667" y="8507"/>
                    <a:pt x="719" y="8507"/>
                  </a:cubicBezTo>
                  <a:cubicBezTo>
                    <a:pt x="886" y="8507"/>
                    <a:pt x="1130" y="8344"/>
                    <a:pt x="1441" y="8023"/>
                  </a:cubicBezTo>
                  <a:cubicBezTo>
                    <a:pt x="2662" y="6759"/>
                    <a:pt x="4433" y="3650"/>
                    <a:pt x="4343" y="1000"/>
                  </a:cubicBezTo>
                  <a:cubicBezTo>
                    <a:pt x="4340" y="954"/>
                    <a:pt x="4303" y="917"/>
                    <a:pt x="4257" y="917"/>
                  </a:cubicBezTo>
                  <a:lnTo>
                    <a:pt x="4254" y="917"/>
                  </a:lnTo>
                  <a:cubicBezTo>
                    <a:pt x="4208" y="917"/>
                    <a:pt x="4171" y="957"/>
                    <a:pt x="4174" y="1006"/>
                  </a:cubicBezTo>
                  <a:cubicBezTo>
                    <a:pt x="4260" y="3607"/>
                    <a:pt x="2518" y="6660"/>
                    <a:pt x="1315" y="7903"/>
                  </a:cubicBezTo>
                  <a:lnTo>
                    <a:pt x="1281" y="7940"/>
                  </a:lnTo>
                  <a:cubicBezTo>
                    <a:pt x="1463" y="7446"/>
                    <a:pt x="1756" y="6598"/>
                    <a:pt x="1771" y="6552"/>
                  </a:cubicBezTo>
                  <a:cubicBezTo>
                    <a:pt x="1792" y="6485"/>
                    <a:pt x="1738" y="6438"/>
                    <a:pt x="1686" y="6438"/>
                  </a:cubicBezTo>
                  <a:cubicBezTo>
                    <a:pt x="1653" y="6438"/>
                    <a:pt x="1622" y="6456"/>
                    <a:pt x="1608" y="6496"/>
                  </a:cubicBezTo>
                  <a:cubicBezTo>
                    <a:pt x="1605" y="6509"/>
                    <a:pt x="1136" y="7866"/>
                    <a:pt x="1009" y="8162"/>
                  </a:cubicBezTo>
                  <a:cubicBezTo>
                    <a:pt x="1006" y="8168"/>
                    <a:pt x="1003" y="8177"/>
                    <a:pt x="1003" y="8190"/>
                  </a:cubicBezTo>
                  <a:cubicBezTo>
                    <a:pt x="843" y="8313"/>
                    <a:pt x="756" y="8335"/>
                    <a:pt x="726" y="8338"/>
                  </a:cubicBezTo>
                  <a:cubicBezTo>
                    <a:pt x="741" y="8316"/>
                    <a:pt x="750" y="8292"/>
                    <a:pt x="747" y="8267"/>
                  </a:cubicBezTo>
                  <a:cubicBezTo>
                    <a:pt x="716" y="8094"/>
                    <a:pt x="1043" y="7045"/>
                    <a:pt x="1256" y="6422"/>
                  </a:cubicBezTo>
                  <a:cubicBezTo>
                    <a:pt x="1279" y="6355"/>
                    <a:pt x="1225" y="6309"/>
                    <a:pt x="1171" y="6309"/>
                  </a:cubicBezTo>
                  <a:cubicBezTo>
                    <a:pt x="1139" y="6309"/>
                    <a:pt x="1107" y="6326"/>
                    <a:pt x="1093" y="6367"/>
                  </a:cubicBezTo>
                  <a:cubicBezTo>
                    <a:pt x="1015" y="6598"/>
                    <a:pt x="673" y="7616"/>
                    <a:pt x="593" y="8091"/>
                  </a:cubicBezTo>
                  <a:cubicBezTo>
                    <a:pt x="359" y="7129"/>
                    <a:pt x="389" y="3542"/>
                    <a:pt x="578" y="94"/>
                  </a:cubicBezTo>
                  <a:cubicBezTo>
                    <a:pt x="581" y="44"/>
                    <a:pt x="544" y="4"/>
                    <a:pt x="497" y="1"/>
                  </a:cubicBezTo>
                  <a:cubicBezTo>
                    <a:pt x="495" y="1"/>
                    <a:pt x="493" y="1"/>
                    <a:pt x="4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6" name="Google Shape;5106;p47"/>
            <p:cNvSpPr/>
            <p:nvPr/>
          </p:nvSpPr>
          <p:spPr>
            <a:xfrm>
              <a:off x="3561603" y="3558916"/>
              <a:ext cx="112240" cy="60540"/>
            </a:xfrm>
            <a:custGeom>
              <a:avLst/>
              <a:gdLst/>
              <a:ahLst/>
              <a:cxnLst/>
              <a:rect l="l" t="t" r="r" b="b"/>
              <a:pathLst>
                <a:path w="3085" h="1664" extrusionOk="0">
                  <a:moveTo>
                    <a:pt x="2058" y="0"/>
                  </a:moveTo>
                  <a:cubicBezTo>
                    <a:pt x="1776" y="0"/>
                    <a:pt x="1509" y="57"/>
                    <a:pt x="1259" y="171"/>
                  </a:cubicBezTo>
                  <a:cubicBezTo>
                    <a:pt x="387" y="569"/>
                    <a:pt x="35" y="1513"/>
                    <a:pt x="19" y="1550"/>
                  </a:cubicBezTo>
                  <a:cubicBezTo>
                    <a:pt x="1" y="1593"/>
                    <a:pt x="26" y="1642"/>
                    <a:pt x="69" y="1661"/>
                  </a:cubicBezTo>
                  <a:cubicBezTo>
                    <a:pt x="78" y="1664"/>
                    <a:pt x="90" y="1664"/>
                    <a:pt x="100" y="1664"/>
                  </a:cubicBezTo>
                  <a:cubicBezTo>
                    <a:pt x="137" y="1664"/>
                    <a:pt x="168" y="1642"/>
                    <a:pt x="180" y="1608"/>
                  </a:cubicBezTo>
                  <a:cubicBezTo>
                    <a:pt x="183" y="1599"/>
                    <a:pt x="519" y="695"/>
                    <a:pt x="1330" y="325"/>
                  </a:cubicBezTo>
                  <a:cubicBezTo>
                    <a:pt x="1557" y="223"/>
                    <a:pt x="1800" y="171"/>
                    <a:pt x="2057" y="171"/>
                  </a:cubicBezTo>
                  <a:cubicBezTo>
                    <a:pt x="2330" y="171"/>
                    <a:pt x="2619" y="229"/>
                    <a:pt x="2922" y="347"/>
                  </a:cubicBezTo>
                  <a:cubicBezTo>
                    <a:pt x="2935" y="352"/>
                    <a:pt x="2947" y="355"/>
                    <a:pt x="2959" y="355"/>
                  </a:cubicBezTo>
                  <a:cubicBezTo>
                    <a:pt x="3046" y="355"/>
                    <a:pt x="3084" y="219"/>
                    <a:pt x="2983" y="186"/>
                  </a:cubicBezTo>
                  <a:cubicBezTo>
                    <a:pt x="2661" y="62"/>
                    <a:pt x="2352" y="0"/>
                    <a:pt x="205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7" name="Google Shape;5107;p47"/>
            <p:cNvSpPr/>
            <p:nvPr/>
          </p:nvSpPr>
          <p:spPr>
            <a:xfrm>
              <a:off x="3310349" y="4237367"/>
              <a:ext cx="62360" cy="71746"/>
            </a:xfrm>
            <a:custGeom>
              <a:avLst/>
              <a:gdLst/>
              <a:ahLst/>
              <a:cxnLst/>
              <a:rect l="l" t="t" r="r" b="b"/>
              <a:pathLst>
                <a:path w="1714" h="1972" extrusionOk="0">
                  <a:moveTo>
                    <a:pt x="124" y="0"/>
                  </a:moveTo>
                  <a:cubicBezTo>
                    <a:pt x="41" y="0"/>
                    <a:pt x="1" y="123"/>
                    <a:pt x="91" y="164"/>
                  </a:cubicBezTo>
                  <a:cubicBezTo>
                    <a:pt x="106" y="173"/>
                    <a:pt x="1528" y="797"/>
                    <a:pt x="1411" y="1876"/>
                  </a:cubicBezTo>
                  <a:cubicBezTo>
                    <a:pt x="1405" y="1922"/>
                    <a:pt x="1439" y="1965"/>
                    <a:pt x="1488" y="1972"/>
                  </a:cubicBezTo>
                  <a:lnTo>
                    <a:pt x="1497" y="1972"/>
                  </a:lnTo>
                  <a:cubicBezTo>
                    <a:pt x="1540" y="1969"/>
                    <a:pt x="1574" y="1938"/>
                    <a:pt x="1580" y="1895"/>
                  </a:cubicBezTo>
                  <a:cubicBezTo>
                    <a:pt x="1713" y="689"/>
                    <a:pt x="220" y="35"/>
                    <a:pt x="159" y="7"/>
                  </a:cubicBezTo>
                  <a:cubicBezTo>
                    <a:pt x="146" y="2"/>
                    <a:pt x="135" y="0"/>
                    <a:pt x="1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8" name="Google Shape;5108;p47"/>
            <p:cNvSpPr/>
            <p:nvPr/>
          </p:nvSpPr>
          <p:spPr>
            <a:xfrm>
              <a:off x="3302636" y="4245080"/>
              <a:ext cx="48170" cy="68654"/>
            </a:xfrm>
            <a:custGeom>
              <a:avLst/>
              <a:gdLst/>
              <a:ahLst/>
              <a:cxnLst/>
              <a:rect l="l" t="t" r="r" b="b"/>
              <a:pathLst>
                <a:path w="1324" h="1887" extrusionOk="0">
                  <a:moveTo>
                    <a:pt x="123" y="0"/>
                  </a:moveTo>
                  <a:cubicBezTo>
                    <a:pt x="56" y="0"/>
                    <a:pt x="0" y="88"/>
                    <a:pt x="62" y="150"/>
                  </a:cubicBezTo>
                  <a:cubicBezTo>
                    <a:pt x="74" y="162"/>
                    <a:pt x="1111" y="1161"/>
                    <a:pt x="1151" y="1806"/>
                  </a:cubicBezTo>
                  <a:cubicBezTo>
                    <a:pt x="1154" y="1852"/>
                    <a:pt x="1191" y="1886"/>
                    <a:pt x="1237" y="1886"/>
                  </a:cubicBezTo>
                  <a:lnTo>
                    <a:pt x="1240" y="1886"/>
                  </a:lnTo>
                  <a:cubicBezTo>
                    <a:pt x="1290" y="1883"/>
                    <a:pt x="1324" y="1843"/>
                    <a:pt x="1321" y="1794"/>
                  </a:cubicBezTo>
                  <a:cubicBezTo>
                    <a:pt x="1277" y="1084"/>
                    <a:pt x="226" y="69"/>
                    <a:pt x="182" y="26"/>
                  </a:cubicBezTo>
                  <a:cubicBezTo>
                    <a:pt x="163" y="8"/>
                    <a:pt x="143" y="0"/>
                    <a:pt x="1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9" name="Google Shape;5109;p47"/>
            <p:cNvSpPr/>
            <p:nvPr/>
          </p:nvSpPr>
          <p:spPr>
            <a:xfrm>
              <a:off x="3582486" y="4224961"/>
              <a:ext cx="51518" cy="74730"/>
            </a:xfrm>
            <a:custGeom>
              <a:avLst/>
              <a:gdLst/>
              <a:ahLst/>
              <a:cxnLst/>
              <a:rect l="l" t="t" r="r" b="b"/>
              <a:pathLst>
                <a:path w="1416" h="2054" extrusionOk="0">
                  <a:moveTo>
                    <a:pt x="1294" y="0"/>
                  </a:moveTo>
                  <a:cubicBezTo>
                    <a:pt x="1278" y="0"/>
                    <a:pt x="1261" y="6"/>
                    <a:pt x="1244" y="18"/>
                  </a:cubicBezTo>
                  <a:cubicBezTo>
                    <a:pt x="1191" y="55"/>
                    <a:pt x="1" y="965"/>
                    <a:pt x="315" y="1995"/>
                  </a:cubicBezTo>
                  <a:cubicBezTo>
                    <a:pt x="325" y="2029"/>
                    <a:pt x="358" y="2054"/>
                    <a:pt x="395" y="2054"/>
                  </a:cubicBezTo>
                  <a:cubicBezTo>
                    <a:pt x="405" y="2054"/>
                    <a:pt x="414" y="2054"/>
                    <a:pt x="420" y="2050"/>
                  </a:cubicBezTo>
                  <a:cubicBezTo>
                    <a:pt x="466" y="2038"/>
                    <a:pt x="491" y="1989"/>
                    <a:pt x="479" y="1946"/>
                  </a:cubicBezTo>
                  <a:cubicBezTo>
                    <a:pt x="198" y="1030"/>
                    <a:pt x="1336" y="163"/>
                    <a:pt x="1345" y="154"/>
                  </a:cubicBezTo>
                  <a:cubicBezTo>
                    <a:pt x="1415" y="96"/>
                    <a:pt x="1364" y="0"/>
                    <a:pt x="12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0" name="Google Shape;5110;p47"/>
            <p:cNvSpPr/>
            <p:nvPr/>
          </p:nvSpPr>
          <p:spPr>
            <a:xfrm>
              <a:off x="3603042" y="4234239"/>
              <a:ext cx="46570" cy="59267"/>
            </a:xfrm>
            <a:custGeom>
              <a:avLst/>
              <a:gdLst/>
              <a:ahLst/>
              <a:cxnLst/>
              <a:rect l="l" t="t" r="r" b="b"/>
              <a:pathLst>
                <a:path w="1280" h="1629" extrusionOk="0">
                  <a:moveTo>
                    <a:pt x="1158" y="1"/>
                  </a:moveTo>
                  <a:cubicBezTo>
                    <a:pt x="1137" y="1"/>
                    <a:pt x="1114" y="10"/>
                    <a:pt x="1095" y="31"/>
                  </a:cubicBezTo>
                  <a:cubicBezTo>
                    <a:pt x="836" y="318"/>
                    <a:pt x="0" y="1280"/>
                    <a:pt x="46" y="1558"/>
                  </a:cubicBezTo>
                  <a:cubicBezTo>
                    <a:pt x="53" y="1598"/>
                    <a:pt x="90" y="1629"/>
                    <a:pt x="130" y="1629"/>
                  </a:cubicBezTo>
                  <a:lnTo>
                    <a:pt x="145" y="1629"/>
                  </a:lnTo>
                  <a:cubicBezTo>
                    <a:pt x="191" y="1620"/>
                    <a:pt x="222" y="1576"/>
                    <a:pt x="216" y="1530"/>
                  </a:cubicBezTo>
                  <a:cubicBezTo>
                    <a:pt x="194" y="1395"/>
                    <a:pt x="722" y="704"/>
                    <a:pt x="1221" y="145"/>
                  </a:cubicBezTo>
                  <a:cubicBezTo>
                    <a:pt x="1279" y="81"/>
                    <a:pt x="1223" y="1"/>
                    <a:pt x="115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1" name="Google Shape;5111;p47"/>
            <p:cNvSpPr/>
            <p:nvPr/>
          </p:nvSpPr>
          <p:spPr>
            <a:xfrm>
              <a:off x="3040177" y="3632917"/>
              <a:ext cx="842873" cy="320057"/>
            </a:xfrm>
            <a:custGeom>
              <a:avLst/>
              <a:gdLst/>
              <a:ahLst/>
              <a:cxnLst/>
              <a:rect l="l" t="t" r="r" b="b"/>
              <a:pathLst>
                <a:path w="23167" h="8797" extrusionOk="0">
                  <a:moveTo>
                    <a:pt x="1040" y="1"/>
                  </a:moveTo>
                  <a:cubicBezTo>
                    <a:pt x="1006" y="1"/>
                    <a:pt x="972" y="20"/>
                    <a:pt x="960" y="65"/>
                  </a:cubicBezTo>
                  <a:cubicBezTo>
                    <a:pt x="950" y="102"/>
                    <a:pt x="0" y="3679"/>
                    <a:pt x="2135" y="5292"/>
                  </a:cubicBezTo>
                  <a:cubicBezTo>
                    <a:pt x="2194" y="5338"/>
                    <a:pt x="2245" y="5354"/>
                    <a:pt x="2287" y="5354"/>
                  </a:cubicBezTo>
                  <a:cubicBezTo>
                    <a:pt x="2321" y="5354"/>
                    <a:pt x="2350" y="5343"/>
                    <a:pt x="2372" y="5329"/>
                  </a:cubicBezTo>
                  <a:cubicBezTo>
                    <a:pt x="2563" y="5218"/>
                    <a:pt x="2548" y="4645"/>
                    <a:pt x="2499" y="4176"/>
                  </a:cubicBezTo>
                  <a:lnTo>
                    <a:pt x="2499" y="4176"/>
                  </a:lnTo>
                  <a:cubicBezTo>
                    <a:pt x="2875" y="4811"/>
                    <a:pt x="3745" y="6054"/>
                    <a:pt x="5111" y="6841"/>
                  </a:cubicBezTo>
                  <a:cubicBezTo>
                    <a:pt x="5514" y="7072"/>
                    <a:pt x="5850" y="7188"/>
                    <a:pt x="6116" y="7188"/>
                  </a:cubicBezTo>
                  <a:cubicBezTo>
                    <a:pt x="6265" y="7188"/>
                    <a:pt x="6392" y="7151"/>
                    <a:pt x="6496" y="7078"/>
                  </a:cubicBezTo>
                  <a:cubicBezTo>
                    <a:pt x="6795" y="6868"/>
                    <a:pt x="6820" y="6421"/>
                    <a:pt x="6804" y="6159"/>
                  </a:cubicBezTo>
                  <a:lnTo>
                    <a:pt x="6804" y="6159"/>
                  </a:lnTo>
                  <a:cubicBezTo>
                    <a:pt x="7514" y="6699"/>
                    <a:pt x="10348" y="8796"/>
                    <a:pt x="11585" y="8796"/>
                  </a:cubicBezTo>
                  <a:cubicBezTo>
                    <a:pt x="11613" y="8796"/>
                    <a:pt x="11643" y="8796"/>
                    <a:pt x="11668" y="8793"/>
                  </a:cubicBezTo>
                  <a:cubicBezTo>
                    <a:pt x="12868" y="8688"/>
                    <a:pt x="15752" y="6690"/>
                    <a:pt x="16387" y="6236"/>
                  </a:cubicBezTo>
                  <a:cubicBezTo>
                    <a:pt x="16415" y="6449"/>
                    <a:pt x="16486" y="6813"/>
                    <a:pt x="16662" y="6933"/>
                  </a:cubicBezTo>
                  <a:cubicBezTo>
                    <a:pt x="16702" y="6962"/>
                    <a:pt x="16750" y="6977"/>
                    <a:pt x="16798" y="6977"/>
                  </a:cubicBezTo>
                  <a:cubicBezTo>
                    <a:pt x="16827" y="6977"/>
                    <a:pt x="16856" y="6971"/>
                    <a:pt x="16884" y="6961"/>
                  </a:cubicBezTo>
                  <a:cubicBezTo>
                    <a:pt x="17112" y="6887"/>
                    <a:pt x="19601" y="5684"/>
                    <a:pt x="20511" y="4318"/>
                  </a:cubicBezTo>
                  <a:lnTo>
                    <a:pt x="20511" y="4318"/>
                  </a:lnTo>
                  <a:cubicBezTo>
                    <a:pt x="20483" y="4602"/>
                    <a:pt x="20489" y="4898"/>
                    <a:pt x="20613" y="4999"/>
                  </a:cubicBezTo>
                  <a:cubicBezTo>
                    <a:pt x="20648" y="5028"/>
                    <a:pt x="20691" y="5042"/>
                    <a:pt x="20735" y="5042"/>
                  </a:cubicBezTo>
                  <a:cubicBezTo>
                    <a:pt x="20768" y="5042"/>
                    <a:pt x="20801" y="5034"/>
                    <a:pt x="20832" y="5018"/>
                  </a:cubicBezTo>
                  <a:cubicBezTo>
                    <a:pt x="21310" y="4814"/>
                    <a:pt x="23166" y="3207"/>
                    <a:pt x="23108" y="940"/>
                  </a:cubicBezTo>
                  <a:cubicBezTo>
                    <a:pt x="23108" y="894"/>
                    <a:pt x="23071" y="857"/>
                    <a:pt x="23025" y="857"/>
                  </a:cubicBezTo>
                  <a:lnTo>
                    <a:pt x="23021" y="857"/>
                  </a:lnTo>
                  <a:cubicBezTo>
                    <a:pt x="22975" y="860"/>
                    <a:pt x="22935" y="897"/>
                    <a:pt x="22938" y="947"/>
                  </a:cubicBezTo>
                  <a:cubicBezTo>
                    <a:pt x="22997" y="3275"/>
                    <a:pt x="21029" y="4746"/>
                    <a:pt x="20764" y="4861"/>
                  </a:cubicBezTo>
                  <a:cubicBezTo>
                    <a:pt x="20753" y="4865"/>
                    <a:pt x="20740" y="4869"/>
                    <a:pt x="20731" y="4869"/>
                  </a:cubicBezTo>
                  <a:cubicBezTo>
                    <a:pt x="20727" y="4869"/>
                    <a:pt x="20723" y="4869"/>
                    <a:pt x="20721" y="4867"/>
                  </a:cubicBezTo>
                  <a:cubicBezTo>
                    <a:pt x="20628" y="4790"/>
                    <a:pt x="20671" y="4262"/>
                    <a:pt x="20767" y="3815"/>
                  </a:cubicBezTo>
                  <a:cubicBezTo>
                    <a:pt x="20785" y="3750"/>
                    <a:pt x="20732" y="3707"/>
                    <a:pt x="20680" y="3707"/>
                  </a:cubicBezTo>
                  <a:cubicBezTo>
                    <a:pt x="20646" y="3707"/>
                    <a:pt x="20613" y="3726"/>
                    <a:pt x="20600" y="3769"/>
                  </a:cubicBezTo>
                  <a:cubicBezTo>
                    <a:pt x="20116" y="5169"/>
                    <a:pt x="17251" y="6659"/>
                    <a:pt x="16831" y="6801"/>
                  </a:cubicBezTo>
                  <a:cubicBezTo>
                    <a:pt x="16822" y="6804"/>
                    <a:pt x="16812" y="6806"/>
                    <a:pt x="16803" y="6806"/>
                  </a:cubicBezTo>
                  <a:cubicBezTo>
                    <a:pt x="16787" y="6806"/>
                    <a:pt x="16771" y="6801"/>
                    <a:pt x="16757" y="6791"/>
                  </a:cubicBezTo>
                  <a:cubicBezTo>
                    <a:pt x="16628" y="6705"/>
                    <a:pt x="16557" y="6307"/>
                    <a:pt x="16544" y="6076"/>
                  </a:cubicBezTo>
                  <a:cubicBezTo>
                    <a:pt x="16540" y="6027"/>
                    <a:pt x="16499" y="5996"/>
                    <a:pt x="16457" y="5996"/>
                  </a:cubicBezTo>
                  <a:cubicBezTo>
                    <a:pt x="16440" y="5996"/>
                    <a:pt x="16423" y="6001"/>
                    <a:pt x="16409" y="6011"/>
                  </a:cubicBezTo>
                  <a:cubicBezTo>
                    <a:pt x="16372" y="6039"/>
                    <a:pt x="12930" y="8512"/>
                    <a:pt x="11656" y="8623"/>
                  </a:cubicBezTo>
                  <a:cubicBezTo>
                    <a:pt x="11631" y="8626"/>
                    <a:pt x="11606" y="8627"/>
                    <a:pt x="11579" y="8627"/>
                  </a:cubicBezTo>
                  <a:cubicBezTo>
                    <a:pt x="10250" y="8627"/>
                    <a:pt x="6785" y="5927"/>
                    <a:pt x="6749" y="5900"/>
                  </a:cubicBezTo>
                  <a:cubicBezTo>
                    <a:pt x="6733" y="5887"/>
                    <a:pt x="6714" y="5881"/>
                    <a:pt x="6697" y="5881"/>
                  </a:cubicBezTo>
                  <a:cubicBezTo>
                    <a:pt x="6647" y="5881"/>
                    <a:pt x="6601" y="5926"/>
                    <a:pt x="6610" y="5983"/>
                  </a:cubicBezTo>
                  <a:cubicBezTo>
                    <a:pt x="6613" y="5989"/>
                    <a:pt x="6736" y="6699"/>
                    <a:pt x="6397" y="6936"/>
                  </a:cubicBezTo>
                  <a:cubicBezTo>
                    <a:pt x="6322" y="6990"/>
                    <a:pt x="6226" y="7017"/>
                    <a:pt x="6112" y="7017"/>
                  </a:cubicBezTo>
                  <a:cubicBezTo>
                    <a:pt x="5880" y="7017"/>
                    <a:pt x="5571" y="6907"/>
                    <a:pt x="5197" y="6693"/>
                  </a:cubicBezTo>
                  <a:cubicBezTo>
                    <a:pt x="3359" y="5635"/>
                    <a:pt x="2443" y="3722"/>
                    <a:pt x="2434" y="3704"/>
                  </a:cubicBezTo>
                  <a:cubicBezTo>
                    <a:pt x="2417" y="3670"/>
                    <a:pt x="2388" y="3655"/>
                    <a:pt x="2358" y="3655"/>
                  </a:cubicBezTo>
                  <a:cubicBezTo>
                    <a:pt x="2311" y="3655"/>
                    <a:pt x="2263" y="3694"/>
                    <a:pt x="2270" y="3753"/>
                  </a:cubicBezTo>
                  <a:cubicBezTo>
                    <a:pt x="2378" y="4450"/>
                    <a:pt x="2384" y="5132"/>
                    <a:pt x="2286" y="5181"/>
                  </a:cubicBezTo>
                  <a:cubicBezTo>
                    <a:pt x="2286" y="5181"/>
                    <a:pt x="2285" y="5181"/>
                    <a:pt x="2284" y="5181"/>
                  </a:cubicBezTo>
                  <a:cubicBezTo>
                    <a:pt x="2280" y="5181"/>
                    <a:pt x="2267" y="5179"/>
                    <a:pt x="2236" y="5157"/>
                  </a:cubicBezTo>
                  <a:cubicBezTo>
                    <a:pt x="195" y="3611"/>
                    <a:pt x="1117" y="145"/>
                    <a:pt x="1126" y="111"/>
                  </a:cubicBezTo>
                  <a:cubicBezTo>
                    <a:pt x="1145" y="44"/>
                    <a:pt x="1092" y="1"/>
                    <a:pt x="10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2" name="Google Shape;5112;p47"/>
            <p:cNvSpPr/>
            <p:nvPr/>
          </p:nvSpPr>
          <p:spPr>
            <a:xfrm>
              <a:off x="3175226" y="3585075"/>
              <a:ext cx="152370" cy="93649"/>
            </a:xfrm>
            <a:custGeom>
              <a:avLst/>
              <a:gdLst/>
              <a:ahLst/>
              <a:cxnLst/>
              <a:rect l="l" t="t" r="r" b="b"/>
              <a:pathLst>
                <a:path w="4188" h="2574" extrusionOk="0">
                  <a:moveTo>
                    <a:pt x="125" y="0"/>
                  </a:moveTo>
                  <a:cubicBezTo>
                    <a:pt x="50" y="0"/>
                    <a:pt x="1" y="113"/>
                    <a:pt x="85" y="161"/>
                  </a:cubicBezTo>
                  <a:lnTo>
                    <a:pt x="4024" y="2561"/>
                  </a:lnTo>
                  <a:cubicBezTo>
                    <a:pt x="4036" y="2567"/>
                    <a:pt x="4051" y="2573"/>
                    <a:pt x="4067" y="2573"/>
                  </a:cubicBezTo>
                  <a:cubicBezTo>
                    <a:pt x="4153" y="2573"/>
                    <a:pt x="4187" y="2459"/>
                    <a:pt x="4113" y="2413"/>
                  </a:cubicBezTo>
                  <a:lnTo>
                    <a:pt x="175" y="16"/>
                  </a:lnTo>
                  <a:cubicBezTo>
                    <a:pt x="158" y="5"/>
                    <a:pt x="141" y="0"/>
                    <a:pt x="1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3" name="Google Shape;5113;p47"/>
            <p:cNvSpPr/>
            <p:nvPr/>
          </p:nvSpPr>
          <p:spPr>
            <a:xfrm>
              <a:off x="3160819" y="3634954"/>
              <a:ext cx="157536" cy="54064"/>
            </a:xfrm>
            <a:custGeom>
              <a:avLst/>
              <a:gdLst/>
              <a:ahLst/>
              <a:cxnLst/>
              <a:rect l="l" t="t" r="r" b="b"/>
              <a:pathLst>
                <a:path w="4330" h="1486" extrusionOk="0">
                  <a:moveTo>
                    <a:pt x="125" y="1"/>
                  </a:moveTo>
                  <a:cubicBezTo>
                    <a:pt x="35" y="1"/>
                    <a:pt x="1" y="138"/>
                    <a:pt x="102" y="169"/>
                  </a:cubicBezTo>
                  <a:lnTo>
                    <a:pt x="4182" y="1483"/>
                  </a:lnTo>
                  <a:cubicBezTo>
                    <a:pt x="4191" y="1486"/>
                    <a:pt x="4201" y="1486"/>
                    <a:pt x="4210" y="1486"/>
                  </a:cubicBezTo>
                  <a:cubicBezTo>
                    <a:pt x="4211" y="1486"/>
                    <a:pt x="4212" y="1486"/>
                    <a:pt x="4213" y="1486"/>
                  </a:cubicBezTo>
                  <a:cubicBezTo>
                    <a:pt x="4309" y="1486"/>
                    <a:pt x="4329" y="1350"/>
                    <a:pt x="4235" y="1319"/>
                  </a:cubicBezTo>
                  <a:lnTo>
                    <a:pt x="154" y="5"/>
                  </a:lnTo>
                  <a:cubicBezTo>
                    <a:pt x="144" y="2"/>
                    <a:pt x="134" y="1"/>
                    <a:pt x="1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4" name="Google Shape;5114;p47"/>
            <p:cNvSpPr/>
            <p:nvPr/>
          </p:nvSpPr>
          <p:spPr>
            <a:xfrm>
              <a:off x="3150705" y="3692147"/>
              <a:ext cx="168451" cy="11460"/>
            </a:xfrm>
            <a:custGeom>
              <a:avLst/>
              <a:gdLst/>
              <a:ahLst/>
              <a:cxnLst/>
              <a:rect l="l" t="t" r="r" b="b"/>
              <a:pathLst>
                <a:path w="4630" h="315" extrusionOk="0">
                  <a:moveTo>
                    <a:pt x="4540" y="0"/>
                  </a:moveTo>
                  <a:lnTo>
                    <a:pt x="114" y="142"/>
                  </a:lnTo>
                  <a:cubicBezTo>
                    <a:pt x="0" y="145"/>
                    <a:pt x="3" y="315"/>
                    <a:pt x="118" y="315"/>
                  </a:cubicBezTo>
                  <a:lnTo>
                    <a:pt x="121" y="315"/>
                  </a:lnTo>
                  <a:lnTo>
                    <a:pt x="4547" y="173"/>
                  </a:lnTo>
                  <a:cubicBezTo>
                    <a:pt x="4593" y="170"/>
                    <a:pt x="4630" y="130"/>
                    <a:pt x="4627" y="84"/>
                  </a:cubicBezTo>
                  <a:cubicBezTo>
                    <a:pt x="4627" y="37"/>
                    <a:pt x="4587" y="0"/>
                    <a:pt x="45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5" name="Google Shape;5115;p47"/>
            <p:cNvSpPr/>
            <p:nvPr/>
          </p:nvSpPr>
          <p:spPr>
            <a:xfrm>
              <a:off x="3602351" y="3623567"/>
              <a:ext cx="150223" cy="60322"/>
            </a:xfrm>
            <a:custGeom>
              <a:avLst/>
              <a:gdLst/>
              <a:ahLst/>
              <a:cxnLst/>
              <a:rect l="l" t="t" r="r" b="b"/>
              <a:pathLst>
                <a:path w="4129" h="1658" extrusionOk="0">
                  <a:moveTo>
                    <a:pt x="4006" y="1"/>
                  </a:moveTo>
                  <a:cubicBezTo>
                    <a:pt x="3996" y="1"/>
                    <a:pt x="3985" y="3"/>
                    <a:pt x="3973" y="7"/>
                  </a:cubicBezTo>
                  <a:lnTo>
                    <a:pt x="90" y="1490"/>
                  </a:lnTo>
                  <a:cubicBezTo>
                    <a:pt x="1" y="1524"/>
                    <a:pt x="25" y="1657"/>
                    <a:pt x="121" y="1657"/>
                  </a:cubicBezTo>
                  <a:cubicBezTo>
                    <a:pt x="130" y="1657"/>
                    <a:pt x="142" y="1654"/>
                    <a:pt x="152" y="1651"/>
                  </a:cubicBezTo>
                  <a:lnTo>
                    <a:pt x="4035" y="167"/>
                  </a:lnTo>
                  <a:cubicBezTo>
                    <a:pt x="4128" y="132"/>
                    <a:pt x="4090" y="1"/>
                    <a:pt x="40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6" name="Google Shape;5116;p47"/>
            <p:cNvSpPr/>
            <p:nvPr/>
          </p:nvSpPr>
          <p:spPr>
            <a:xfrm>
              <a:off x="3607626" y="3669335"/>
              <a:ext cx="179002" cy="31143"/>
            </a:xfrm>
            <a:custGeom>
              <a:avLst/>
              <a:gdLst/>
              <a:ahLst/>
              <a:cxnLst/>
              <a:rect l="l" t="t" r="r" b="b"/>
              <a:pathLst>
                <a:path w="4920" h="856" extrusionOk="0">
                  <a:moveTo>
                    <a:pt x="4828" y="0"/>
                  </a:moveTo>
                  <a:cubicBezTo>
                    <a:pt x="4823" y="0"/>
                    <a:pt x="4819" y="1"/>
                    <a:pt x="4815" y="1"/>
                  </a:cubicBezTo>
                  <a:lnTo>
                    <a:pt x="105" y="686"/>
                  </a:lnTo>
                  <a:cubicBezTo>
                    <a:pt x="1" y="701"/>
                    <a:pt x="10" y="855"/>
                    <a:pt x="118" y="855"/>
                  </a:cubicBezTo>
                  <a:lnTo>
                    <a:pt x="130" y="855"/>
                  </a:lnTo>
                  <a:lnTo>
                    <a:pt x="4840" y="171"/>
                  </a:lnTo>
                  <a:cubicBezTo>
                    <a:pt x="4889" y="162"/>
                    <a:pt x="4920" y="118"/>
                    <a:pt x="4914" y="72"/>
                  </a:cubicBezTo>
                  <a:cubicBezTo>
                    <a:pt x="4905" y="30"/>
                    <a:pt x="4871" y="0"/>
                    <a:pt x="48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7" name="Google Shape;5117;p47"/>
            <p:cNvSpPr/>
            <p:nvPr/>
          </p:nvSpPr>
          <p:spPr>
            <a:xfrm>
              <a:off x="3612028" y="3703571"/>
              <a:ext cx="161065" cy="17682"/>
            </a:xfrm>
            <a:custGeom>
              <a:avLst/>
              <a:gdLst/>
              <a:ahLst/>
              <a:cxnLst/>
              <a:rect l="l" t="t" r="r" b="b"/>
              <a:pathLst>
                <a:path w="4427" h="486" extrusionOk="0">
                  <a:moveTo>
                    <a:pt x="114" y="1"/>
                  </a:moveTo>
                  <a:cubicBezTo>
                    <a:pt x="9" y="1"/>
                    <a:pt x="1" y="158"/>
                    <a:pt x="105" y="170"/>
                  </a:cubicBezTo>
                  <a:lnTo>
                    <a:pt x="4302" y="485"/>
                  </a:lnTo>
                  <a:lnTo>
                    <a:pt x="4309" y="485"/>
                  </a:lnTo>
                  <a:cubicBezTo>
                    <a:pt x="4311" y="485"/>
                    <a:pt x="4313" y="485"/>
                    <a:pt x="4314" y="485"/>
                  </a:cubicBezTo>
                  <a:cubicBezTo>
                    <a:pt x="4423" y="485"/>
                    <a:pt x="4427" y="318"/>
                    <a:pt x="4315" y="315"/>
                  </a:cubicBezTo>
                  <a:lnTo>
                    <a:pt x="117" y="1"/>
                  </a:lnTo>
                  <a:cubicBezTo>
                    <a:pt x="116" y="1"/>
                    <a:pt x="115" y="1"/>
                    <a:pt x="1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8" name="Google Shape;5118;p47"/>
            <p:cNvSpPr/>
            <p:nvPr/>
          </p:nvSpPr>
          <p:spPr>
            <a:xfrm>
              <a:off x="3392645" y="3410732"/>
              <a:ext cx="180675" cy="141637"/>
            </a:xfrm>
            <a:custGeom>
              <a:avLst/>
              <a:gdLst/>
              <a:ahLst/>
              <a:cxnLst/>
              <a:rect l="l" t="t" r="r" b="b"/>
              <a:pathLst>
                <a:path w="4966" h="3893" extrusionOk="0">
                  <a:moveTo>
                    <a:pt x="1061" y="1"/>
                  </a:moveTo>
                  <a:cubicBezTo>
                    <a:pt x="1040" y="1"/>
                    <a:pt x="1018" y="10"/>
                    <a:pt x="999" y="31"/>
                  </a:cubicBezTo>
                  <a:cubicBezTo>
                    <a:pt x="959" y="77"/>
                    <a:pt x="0" y="1193"/>
                    <a:pt x="386" y="2119"/>
                  </a:cubicBezTo>
                  <a:cubicBezTo>
                    <a:pt x="488" y="2364"/>
                    <a:pt x="680" y="2495"/>
                    <a:pt x="931" y="2495"/>
                  </a:cubicBezTo>
                  <a:cubicBezTo>
                    <a:pt x="990" y="2495"/>
                    <a:pt x="1052" y="2488"/>
                    <a:pt x="1117" y="2473"/>
                  </a:cubicBezTo>
                  <a:cubicBezTo>
                    <a:pt x="1323" y="2427"/>
                    <a:pt x="1555" y="2304"/>
                    <a:pt x="1746" y="2168"/>
                  </a:cubicBezTo>
                  <a:lnTo>
                    <a:pt x="1746" y="2168"/>
                  </a:lnTo>
                  <a:cubicBezTo>
                    <a:pt x="1659" y="2652"/>
                    <a:pt x="1650" y="3371"/>
                    <a:pt x="1881" y="3698"/>
                  </a:cubicBezTo>
                  <a:cubicBezTo>
                    <a:pt x="1959" y="3818"/>
                    <a:pt x="2088" y="3892"/>
                    <a:pt x="2233" y="3892"/>
                  </a:cubicBezTo>
                  <a:cubicBezTo>
                    <a:pt x="2267" y="3892"/>
                    <a:pt x="2304" y="3886"/>
                    <a:pt x="2338" y="3880"/>
                  </a:cubicBezTo>
                  <a:cubicBezTo>
                    <a:pt x="2816" y="3781"/>
                    <a:pt x="3205" y="3109"/>
                    <a:pt x="3433" y="2538"/>
                  </a:cubicBezTo>
                  <a:cubicBezTo>
                    <a:pt x="3482" y="2733"/>
                    <a:pt x="3559" y="2918"/>
                    <a:pt x="3661" y="3090"/>
                  </a:cubicBezTo>
                  <a:cubicBezTo>
                    <a:pt x="3786" y="3292"/>
                    <a:pt x="3908" y="3349"/>
                    <a:pt x="4004" y="3349"/>
                  </a:cubicBezTo>
                  <a:cubicBezTo>
                    <a:pt x="4036" y="3349"/>
                    <a:pt x="4065" y="3343"/>
                    <a:pt x="4090" y="3334"/>
                  </a:cubicBezTo>
                  <a:cubicBezTo>
                    <a:pt x="4343" y="3245"/>
                    <a:pt x="4719" y="2733"/>
                    <a:pt x="4855" y="2147"/>
                  </a:cubicBezTo>
                  <a:cubicBezTo>
                    <a:pt x="4941" y="1780"/>
                    <a:pt x="4966" y="1252"/>
                    <a:pt x="4580" y="854"/>
                  </a:cubicBezTo>
                  <a:cubicBezTo>
                    <a:pt x="4561" y="834"/>
                    <a:pt x="4539" y="826"/>
                    <a:pt x="4518" y="826"/>
                  </a:cubicBezTo>
                  <a:cubicBezTo>
                    <a:pt x="4452" y="826"/>
                    <a:pt x="4396" y="908"/>
                    <a:pt x="4457" y="971"/>
                  </a:cubicBezTo>
                  <a:cubicBezTo>
                    <a:pt x="4787" y="1317"/>
                    <a:pt x="4765" y="1780"/>
                    <a:pt x="4688" y="2106"/>
                  </a:cubicBezTo>
                  <a:cubicBezTo>
                    <a:pt x="4559" y="2659"/>
                    <a:pt x="4213" y="3109"/>
                    <a:pt x="4031" y="3171"/>
                  </a:cubicBezTo>
                  <a:cubicBezTo>
                    <a:pt x="4022" y="3174"/>
                    <a:pt x="4013" y="3176"/>
                    <a:pt x="4004" y="3176"/>
                  </a:cubicBezTo>
                  <a:cubicBezTo>
                    <a:pt x="3924" y="3176"/>
                    <a:pt x="3839" y="3056"/>
                    <a:pt x="3803" y="3001"/>
                  </a:cubicBezTo>
                  <a:cubicBezTo>
                    <a:pt x="3673" y="2794"/>
                    <a:pt x="3584" y="2492"/>
                    <a:pt x="3544" y="2236"/>
                  </a:cubicBezTo>
                  <a:cubicBezTo>
                    <a:pt x="3593" y="2091"/>
                    <a:pt x="3633" y="1946"/>
                    <a:pt x="3658" y="1798"/>
                  </a:cubicBezTo>
                  <a:cubicBezTo>
                    <a:pt x="3664" y="1739"/>
                    <a:pt x="3680" y="1625"/>
                    <a:pt x="3596" y="1585"/>
                  </a:cubicBezTo>
                  <a:cubicBezTo>
                    <a:pt x="3586" y="1580"/>
                    <a:pt x="3572" y="1575"/>
                    <a:pt x="3553" y="1575"/>
                  </a:cubicBezTo>
                  <a:cubicBezTo>
                    <a:pt x="3527" y="1575"/>
                    <a:pt x="3494" y="1586"/>
                    <a:pt x="3458" y="1622"/>
                  </a:cubicBezTo>
                  <a:cubicBezTo>
                    <a:pt x="3353" y="1727"/>
                    <a:pt x="3334" y="1961"/>
                    <a:pt x="3368" y="2221"/>
                  </a:cubicBezTo>
                  <a:cubicBezTo>
                    <a:pt x="3260" y="2544"/>
                    <a:pt x="3115" y="2853"/>
                    <a:pt x="2936" y="3143"/>
                  </a:cubicBezTo>
                  <a:cubicBezTo>
                    <a:pt x="2727" y="3473"/>
                    <a:pt x="2504" y="3670"/>
                    <a:pt x="2301" y="3710"/>
                  </a:cubicBezTo>
                  <a:cubicBezTo>
                    <a:pt x="2277" y="3716"/>
                    <a:pt x="2254" y="3719"/>
                    <a:pt x="2232" y="3719"/>
                  </a:cubicBezTo>
                  <a:cubicBezTo>
                    <a:pt x="2131" y="3719"/>
                    <a:pt x="2053" y="3660"/>
                    <a:pt x="1989" y="3544"/>
                  </a:cubicBezTo>
                  <a:cubicBezTo>
                    <a:pt x="1789" y="3161"/>
                    <a:pt x="1869" y="2350"/>
                    <a:pt x="1962" y="1989"/>
                  </a:cubicBezTo>
                  <a:cubicBezTo>
                    <a:pt x="2054" y="1900"/>
                    <a:pt x="2113" y="1817"/>
                    <a:pt x="2110" y="1758"/>
                  </a:cubicBezTo>
                  <a:cubicBezTo>
                    <a:pt x="2110" y="1705"/>
                    <a:pt x="2070" y="1662"/>
                    <a:pt x="2017" y="1656"/>
                  </a:cubicBezTo>
                  <a:cubicBezTo>
                    <a:pt x="2013" y="1656"/>
                    <a:pt x="2009" y="1656"/>
                    <a:pt x="2005" y="1656"/>
                  </a:cubicBezTo>
                  <a:cubicBezTo>
                    <a:pt x="1966" y="1656"/>
                    <a:pt x="1920" y="1670"/>
                    <a:pt x="1878" y="1739"/>
                  </a:cubicBezTo>
                  <a:cubicBezTo>
                    <a:pt x="1848" y="1792"/>
                    <a:pt x="1826" y="1844"/>
                    <a:pt x="1811" y="1900"/>
                  </a:cubicBezTo>
                  <a:cubicBezTo>
                    <a:pt x="1619" y="2069"/>
                    <a:pt x="1255" y="2313"/>
                    <a:pt x="947" y="2322"/>
                  </a:cubicBezTo>
                  <a:cubicBezTo>
                    <a:pt x="941" y="2323"/>
                    <a:pt x="935" y="2323"/>
                    <a:pt x="929" y="2323"/>
                  </a:cubicBezTo>
                  <a:cubicBezTo>
                    <a:pt x="750" y="2323"/>
                    <a:pt x="620" y="2233"/>
                    <a:pt x="543" y="2051"/>
                  </a:cubicBezTo>
                  <a:cubicBezTo>
                    <a:pt x="197" y="1224"/>
                    <a:pt x="1120" y="154"/>
                    <a:pt x="1129" y="142"/>
                  </a:cubicBezTo>
                  <a:cubicBezTo>
                    <a:pt x="1180" y="77"/>
                    <a:pt x="1124" y="1"/>
                    <a:pt x="106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9" name="Google Shape;5119;p47"/>
            <p:cNvSpPr/>
            <p:nvPr/>
          </p:nvSpPr>
          <p:spPr>
            <a:xfrm>
              <a:off x="3522129" y="4428227"/>
              <a:ext cx="302011" cy="92739"/>
            </a:xfrm>
            <a:custGeom>
              <a:avLst/>
              <a:gdLst/>
              <a:ahLst/>
              <a:cxnLst/>
              <a:rect l="l" t="t" r="r" b="b"/>
              <a:pathLst>
                <a:path w="8301" h="2549" extrusionOk="0">
                  <a:moveTo>
                    <a:pt x="5733" y="1"/>
                  </a:moveTo>
                  <a:cubicBezTo>
                    <a:pt x="5687" y="1"/>
                    <a:pt x="5642" y="13"/>
                    <a:pt x="5604" y="44"/>
                  </a:cubicBezTo>
                  <a:cubicBezTo>
                    <a:pt x="5450" y="171"/>
                    <a:pt x="5540" y="541"/>
                    <a:pt x="5626" y="794"/>
                  </a:cubicBezTo>
                  <a:cubicBezTo>
                    <a:pt x="5195" y="600"/>
                    <a:pt x="4113" y="169"/>
                    <a:pt x="2995" y="169"/>
                  </a:cubicBezTo>
                  <a:cubicBezTo>
                    <a:pt x="2850" y="169"/>
                    <a:pt x="2705" y="176"/>
                    <a:pt x="2560" y="192"/>
                  </a:cubicBezTo>
                  <a:cubicBezTo>
                    <a:pt x="2113" y="242"/>
                    <a:pt x="1928" y="319"/>
                    <a:pt x="1919" y="458"/>
                  </a:cubicBezTo>
                  <a:cubicBezTo>
                    <a:pt x="1909" y="609"/>
                    <a:pt x="2190" y="744"/>
                    <a:pt x="2536" y="852"/>
                  </a:cubicBezTo>
                  <a:cubicBezTo>
                    <a:pt x="1943" y="908"/>
                    <a:pt x="1021" y="1087"/>
                    <a:pt x="330" y="1670"/>
                  </a:cubicBezTo>
                  <a:cubicBezTo>
                    <a:pt x="185" y="1790"/>
                    <a:pt x="0" y="1972"/>
                    <a:pt x="62" y="2151"/>
                  </a:cubicBezTo>
                  <a:cubicBezTo>
                    <a:pt x="151" y="2404"/>
                    <a:pt x="660" y="2428"/>
                    <a:pt x="1484" y="2444"/>
                  </a:cubicBezTo>
                  <a:cubicBezTo>
                    <a:pt x="1916" y="2453"/>
                    <a:pt x="2360" y="2459"/>
                    <a:pt x="2533" y="2539"/>
                  </a:cubicBezTo>
                  <a:cubicBezTo>
                    <a:pt x="2545" y="2546"/>
                    <a:pt x="2557" y="2549"/>
                    <a:pt x="2570" y="2549"/>
                  </a:cubicBezTo>
                  <a:lnTo>
                    <a:pt x="2573" y="2549"/>
                  </a:lnTo>
                  <a:cubicBezTo>
                    <a:pt x="2662" y="2549"/>
                    <a:pt x="2693" y="2425"/>
                    <a:pt x="2607" y="2385"/>
                  </a:cubicBezTo>
                  <a:cubicBezTo>
                    <a:pt x="2400" y="2290"/>
                    <a:pt x="1959" y="2283"/>
                    <a:pt x="1490" y="2274"/>
                  </a:cubicBezTo>
                  <a:cubicBezTo>
                    <a:pt x="1009" y="2265"/>
                    <a:pt x="284" y="2253"/>
                    <a:pt x="229" y="2095"/>
                  </a:cubicBezTo>
                  <a:cubicBezTo>
                    <a:pt x="213" y="2052"/>
                    <a:pt x="262" y="1953"/>
                    <a:pt x="444" y="1802"/>
                  </a:cubicBezTo>
                  <a:cubicBezTo>
                    <a:pt x="1330" y="1058"/>
                    <a:pt x="2661" y="1005"/>
                    <a:pt x="3028" y="1005"/>
                  </a:cubicBezTo>
                  <a:cubicBezTo>
                    <a:pt x="3088" y="1005"/>
                    <a:pt x="3123" y="1007"/>
                    <a:pt x="3125" y="1007"/>
                  </a:cubicBezTo>
                  <a:cubicBezTo>
                    <a:pt x="3127" y="1007"/>
                    <a:pt x="3129" y="1007"/>
                    <a:pt x="3131" y="1007"/>
                  </a:cubicBezTo>
                  <a:cubicBezTo>
                    <a:pt x="3172" y="1007"/>
                    <a:pt x="3208" y="977"/>
                    <a:pt x="3214" y="933"/>
                  </a:cubicBezTo>
                  <a:cubicBezTo>
                    <a:pt x="3220" y="889"/>
                    <a:pt x="3189" y="849"/>
                    <a:pt x="3146" y="840"/>
                  </a:cubicBezTo>
                  <a:cubicBezTo>
                    <a:pt x="2640" y="726"/>
                    <a:pt x="2178" y="562"/>
                    <a:pt x="2101" y="473"/>
                  </a:cubicBezTo>
                  <a:cubicBezTo>
                    <a:pt x="2132" y="451"/>
                    <a:pt x="2233" y="405"/>
                    <a:pt x="2582" y="365"/>
                  </a:cubicBezTo>
                  <a:cubicBezTo>
                    <a:pt x="2717" y="350"/>
                    <a:pt x="2854" y="343"/>
                    <a:pt x="2990" y="343"/>
                  </a:cubicBezTo>
                  <a:cubicBezTo>
                    <a:pt x="4360" y="343"/>
                    <a:pt x="5726" y="1035"/>
                    <a:pt x="5743" y="1041"/>
                  </a:cubicBezTo>
                  <a:cubicBezTo>
                    <a:pt x="5757" y="1048"/>
                    <a:pt x="5770" y="1051"/>
                    <a:pt x="5783" y="1051"/>
                  </a:cubicBezTo>
                  <a:cubicBezTo>
                    <a:pt x="5839" y="1051"/>
                    <a:pt x="5885" y="993"/>
                    <a:pt x="5860" y="933"/>
                  </a:cubicBezTo>
                  <a:cubicBezTo>
                    <a:pt x="5719" y="590"/>
                    <a:pt x="5651" y="232"/>
                    <a:pt x="5716" y="177"/>
                  </a:cubicBezTo>
                  <a:cubicBezTo>
                    <a:pt x="5719" y="175"/>
                    <a:pt x="5725" y="173"/>
                    <a:pt x="5735" y="173"/>
                  </a:cubicBezTo>
                  <a:cubicBezTo>
                    <a:pt x="5766" y="173"/>
                    <a:pt x="5832" y="190"/>
                    <a:pt x="5950" y="266"/>
                  </a:cubicBezTo>
                  <a:cubicBezTo>
                    <a:pt x="6684" y="741"/>
                    <a:pt x="8106" y="997"/>
                    <a:pt x="8164" y="1007"/>
                  </a:cubicBezTo>
                  <a:cubicBezTo>
                    <a:pt x="8170" y="1008"/>
                    <a:pt x="8176" y="1008"/>
                    <a:pt x="8181" y="1008"/>
                  </a:cubicBezTo>
                  <a:cubicBezTo>
                    <a:pt x="8278" y="1008"/>
                    <a:pt x="8300" y="857"/>
                    <a:pt x="8195" y="837"/>
                  </a:cubicBezTo>
                  <a:cubicBezTo>
                    <a:pt x="8180" y="834"/>
                    <a:pt x="6749" y="578"/>
                    <a:pt x="6042" y="121"/>
                  </a:cubicBezTo>
                  <a:cubicBezTo>
                    <a:pt x="5989" y="86"/>
                    <a:pt x="5855" y="1"/>
                    <a:pt x="573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0" name="Google Shape;5120;p47"/>
            <p:cNvSpPr/>
            <p:nvPr/>
          </p:nvSpPr>
          <p:spPr>
            <a:xfrm>
              <a:off x="3921384" y="4425826"/>
              <a:ext cx="166632" cy="94704"/>
            </a:xfrm>
            <a:custGeom>
              <a:avLst/>
              <a:gdLst/>
              <a:ahLst/>
              <a:cxnLst/>
              <a:rect l="l" t="t" r="r" b="b"/>
              <a:pathLst>
                <a:path w="4580" h="2603" extrusionOk="0">
                  <a:moveTo>
                    <a:pt x="4480" y="0"/>
                  </a:moveTo>
                  <a:cubicBezTo>
                    <a:pt x="4444" y="0"/>
                    <a:pt x="4409" y="21"/>
                    <a:pt x="4398" y="67"/>
                  </a:cubicBezTo>
                  <a:cubicBezTo>
                    <a:pt x="4395" y="79"/>
                    <a:pt x="4093" y="1412"/>
                    <a:pt x="2810" y="2195"/>
                  </a:cubicBezTo>
                  <a:cubicBezTo>
                    <a:pt x="2452" y="2414"/>
                    <a:pt x="2326" y="2433"/>
                    <a:pt x="2289" y="2433"/>
                  </a:cubicBezTo>
                  <a:lnTo>
                    <a:pt x="2280" y="2433"/>
                  </a:lnTo>
                  <a:cubicBezTo>
                    <a:pt x="2242" y="2362"/>
                    <a:pt x="2431" y="2001"/>
                    <a:pt x="2668" y="1677"/>
                  </a:cubicBezTo>
                  <a:cubicBezTo>
                    <a:pt x="2715" y="1611"/>
                    <a:pt x="2656" y="1541"/>
                    <a:pt x="2596" y="1541"/>
                  </a:cubicBezTo>
                  <a:cubicBezTo>
                    <a:pt x="2572" y="1541"/>
                    <a:pt x="2548" y="1552"/>
                    <a:pt x="2529" y="1578"/>
                  </a:cubicBezTo>
                  <a:cubicBezTo>
                    <a:pt x="2520" y="1588"/>
                    <a:pt x="2178" y="2026"/>
                    <a:pt x="784" y="2316"/>
                  </a:cubicBezTo>
                  <a:cubicBezTo>
                    <a:pt x="637" y="2346"/>
                    <a:pt x="535" y="2356"/>
                    <a:pt x="463" y="2356"/>
                  </a:cubicBezTo>
                  <a:cubicBezTo>
                    <a:pt x="324" y="2356"/>
                    <a:pt x="302" y="2318"/>
                    <a:pt x="302" y="2316"/>
                  </a:cubicBezTo>
                  <a:cubicBezTo>
                    <a:pt x="244" y="2189"/>
                    <a:pt x="682" y="1708"/>
                    <a:pt x="1111" y="1353"/>
                  </a:cubicBezTo>
                  <a:cubicBezTo>
                    <a:pt x="1182" y="1295"/>
                    <a:pt x="1128" y="1199"/>
                    <a:pt x="1058" y="1199"/>
                  </a:cubicBezTo>
                  <a:cubicBezTo>
                    <a:pt x="1040" y="1199"/>
                    <a:pt x="1021" y="1205"/>
                    <a:pt x="1003" y="1221"/>
                  </a:cubicBezTo>
                  <a:cubicBezTo>
                    <a:pt x="765" y="1415"/>
                    <a:pt x="0" y="2078"/>
                    <a:pt x="148" y="2387"/>
                  </a:cubicBezTo>
                  <a:cubicBezTo>
                    <a:pt x="200" y="2493"/>
                    <a:pt x="326" y="2527"/>
                    <a:pt x="470" y="2527"/>
                  </a:cubicBezTo>
                  <a:cubicBezTo>
                    <a:pt x="584" y="2527"/>
                    <a:pt x="710" y="2505"/>
                    <a:pt x="818" y="2482"/>
                  </a:cubicBezTo>
                  <a:cubicBezTo>
                    <a:pt x="1527" y="2337"/>
                    <a:pt x="1980" y="2149"/>
                    <a:pt x="2258" y="1992"/>
                  </a:cubicBezTo>
                  <a:lnTo>
                    <a:pt x="2258" y="1992"/>
                  </a:lnTo>
                  <a:cubicBezTo>
                    <a:pt x="2135" y="2217"/>
                    <a:pt x="2054" y="2442"/>
                    <a:pt x="2150" y="2547"/>
                  </a:cubicBezTo>
                  <a:cubicBezTo>
                    <a:pt x="2184" y="2584"/>
                    <a:pt x="2232" y="2603"/>
                    <a:pt x="2281" y="2603"/>
                  </a:cubicBezTo>
                  <a:cubicBezTo>
                    <a:pt x="2284" y="2603"/>
                    <a:pt x="2288" y="2603"/>
                    <a:pt x="2292" y="2602"/>
                  </a:cubicBezTo>
                  <a:cubicBezTo>
                    <a:pt x="2418" y="2602"/>
                    <a:pt x="2616" y="2519"/>
                    <a:pt x="2899" y="2343"/>
                  </a:cubicBezTo>
                  <a:cubicBezTo>
                    <a:pt x="4244" y="1520"/>
                    <a:pt x="4553" y="160"/>
                    <a:pt x="4565" y="104"/>
                  </a:cubicBezTo>
                  <a:cubicBezTo>
                    <a:pt x="4579" y="40"/>
                    <a:pt x="4529" y="0"/>
                    <a:pt x="44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1" name="Google Shape;5121;p47"/>
            <p:cNvSpPr/>
            <p:nvPr/>
          </p:nvSpPr>
          <p:spPr>
            <a:xfrm>
              <a:off x="3289357" y="3335422"/>
              <a:ext cx="34964" cy="58831"/>
            </a:xfrm>
            <a:custGeom>
              <a:avLst/>
              <a:gdLst/>
              <a:ahLst/>
              <a:cxnLst/>
              <a:rect l="l" t="t" r="r" b="b"/>
              <a:pathLst>
                <a:path w="961" h="1617" extrusionOk="0">
                  <a:moveTo>
                    <a:pt x="744" y="0"/>
                  </a:moveTo>
                  <a:cubicBezTo>
                    <a:pt x="743" y="0"/>
                    <a:pt x="741" y="0"/>
                    <a:pt x="739" y="0"/>
                  </a:cubicBezTo>
                  <a:cubicBezTo>
                    <a:pt x="692" y="6"/>
                    <a:pt x="655" y="47"/>
                    <a:pt x="662" y="96"/>
                  </a:cubicBezTo>
                  <a:cubicBezTo>
                    <a:pt x="726" y="642"/>
                    <a:pt x="745" y="1277"/>
                    <a:pt x="686" y="1428"/>
                  </a:cubicBezTo>
                  <a:cubicBezTo>
                    <a:pt x="578" y="1317"/>
                    <a:pt x="350" y="787"/>
                    <a:pt x="187" y="315"/>
                  </a:cubicBezTo>
                  <a:cubicBezTo>
                    <a:pt x="173" y="274"/>
                    <a:pt x="140" y="257"/>
                    <a:pt x="108" y="257"/>
                  </a:cubicBezTo>
                  <a:cubicBezTo>
                    <a:pt x="54" y="257"/>
                    <a:pt x="0" y="303"/>
                    <a:pt x="23" y="370"/>
                  </a:cubicBezTo>
                  <a:cubicBezTo>
                    <a:pt x="146" y="722"/>
                    <a:pt x="449" y="1542"/>
                    <a:pt x="662" y="1607"/>
                  </a:cubicBezTo>
                  <a:cubicBezTo>
                    <a:pt x="674" y="1613"/>
                    <a:pt x="686" y="1613"/>
                    <a:pt x="699" y="1616"/>
                  </a:cubicBezTo>
                  <a:cubicBezTo>
                    <a:pt x="726" y="1616"/>
                    <a:pt x="754" y="1607"/>
                    <a:pt x="779" y="1592"/>
                  </a:cubicBezTo>
                  <a:cubicBezTo>
                    <a:pt x="961" y="1453"/>
                    <a:pt x="893" y="583"/>
                    <a:pt x="834" y="77"/>
                  </a:cubicBezTo>
                  <a:cubicBezTo>
                    <a:pt x="828" y="33"/>
                    <a:pt x="788" y="0"/>
                    <a:pt x="7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2" name="Google Shape;5122;p47"/>
            <p:cNvSpPr/>
            <p:nvPr/>
          </p:nvSpPr>
          <p:spPr>
            <a:xfrm>
              <a:off x="3731725" y="3417172"/>
              <a:ext cx="40785" cy="56975"/>
            </a:xfrm>
            <a:custGeom>
              <a:avLst/>
              <a:gdLst/>
              <a:ahLst/>
              <a:cxnLst/>
              <a:rect l="l" t="t" r="r" b="b"/>
              <a:pathLst>
                <a:path w="1121" h="1566" extrusionOk="0">
                  <a:moveTo>
                    <a:pt x="319" y="1"/>
                  </a:moveTo>
                  <a:cubicBezTo>
                    <a:pt x="277" y="1"/>
                    <a:pt x="241" y="30"/>
                    <a:pt x="232" y="73"/>
                  </a:cubicBezTo>
                  <a:cubicBezTo>
                    <a:pt x="1" y="1442"/>
                    <a:pt x="50" y="1498"/>
                    <a:pt x="78" y="1532"/>
                  </a:cubicBezTo>
                  <a:cubicBezTo>
                    <a:pt x="96" y="1550"/>
                    <a:pt x="121" y="1562"/>
                    <a:pt x="146" y="1565"/>
                  </a:cubicBezTo>
                  <a:cubicBezTo>
                    <a:pt x="195" y="1565"/>
                    <a:pt x="254" y="1565"/>
                    <a:pt x="1071" y="526"/>
                  </a:cubicBezTo>
                  <a:cubicBezTo>
                    <a:pt x="1121" y="460"/>
                    <a:pt x="1062" y="385"/>
                    <a:pt x="1000" y="385"/>
                  </a:cubicBezTo>
                  <a:cubicBezTo>
                    <a:pt x="977" y="385"/>
                    <a:pt x="954" y="394"/>
                    <a:pt x="935" y="418"/>
                  </a:cubicBezTo>
                  <a:cubicBezTo>
                    <a:pt x="676" y="748"/>
                    <a:pt x="389" y="1097"/>
                    <a:pt x="229" y="1279"/>
                  </a:cubicBezTo>
                  <a:cubicBezTo>
                    <a:pt x="254" y="1026"/>
                    <a:pt x="325" y="545"/>
                    <a:pt x="402" y="100"/>
                  </a:cubicBezTo>
                  <a:cubicBezTo>
                    <a:pt x="408" y="54"/>
                    <a:pt x="377" y="11"/>
                    <a:pt x="331" y="2"/>
                  </a:cubicBezTo>
                  <a:cubicBezTo>
                    <a:pt x="327" y="1"/>
                    <a:pt x="323" y="1"/>
                    <a:pt x="31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3" name="Google Shape;5123;p47"/>
            <p:cNvSpPr/>
            <p:nvPr/>
          </p:nvSpPr>
          <p:spPr>
            <a:xfrm>
              <a:off x="3157436" y="4036393"/>
              <a:ext cx="26850" cy="26523"/>
            </a:xfrm>
            <a:custGeom>
              <a:avLst/>
              <a:gdLst/>
              <a:ahLst/>
              <a:cxnLst/>
              <a:rect l="l" t="t" r="r" b="b"/>
              <a:pathLst>
                <a:path w="738" h="729" extrusionOk="0">
                  <a:moveTo>
                    <a:pt x="90" y="1"/>
                  </a:moveTo>
                  <a:cubicBezTo>
                    <a:pt x="46" y="1"/>
                    <a:pt x="9" y="34"/>
                    <a:pt x="3" y="78"/>
                  </a:cubicBezTo>
                  <a:cubicBezTo>
                    <a:pt x="0" y="127"/>
                    <a:pt x="34" y="167"/>
                    <a:pt x="81" y="174"/>
                  </a:cubicBezTo>
                  <a:cubicBezTo>
                    <a:pt x="333" y="207"/>
                    <a:pt x="531" y="405"/>
                    <a:pt x="562" y="658"/>
                  </a:cubicBezTo>
                  <a:cubicBezTo>
                    <a:pt x="568" y="698"/>
                    <a:pt x="605" y="729"/>
                    <a:pt x="645" y="729"/>
                  </a:cubicBezTo>
                  <a:lnTo>
                    <a:pt x="660" y="729"/>
                  </a:lnTo>
                  <a:cubicBezTo>
                    <a:pt x="707" y="719"/>
                    <a:pt x="738" y="676"/>
                    <a:pt x="731" y="630"/>
                  </a:cubicBezTo>
                  <a:cubicBezTo>
                    <a:pt x="685" y="300"/>
                    <a:pt x="426" y="44"/>
                    <a:pt x="96" y="1"/>
                  </a:cubicBezTo>
                  <a:cubicBezTo>
                    <a:pt x="94" y="1"/>
                    <a:pt x="92" y="1"/>
                    <a:pt x="9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4" name="Google Shape;5124;p47"/>
            <p:cNvSpPr/>
            <p:nvPr/>
          </p:nvSpPr>
          <p:spPr>
            <a:xfrm>
              <a:off x="3114578" y="4035629"/>
              <a:ext cx="26959" cy="26523"/>
            </a:xfrm>
            <a:custGeom>
              <a:avLst/>
              <a:gdLst/>
              <a:ahLst/>
              <a:cxnLst/>
              <a:rect l="l" t="t" r="r" b="b"/>
              <a:pathLst>
                <a:path w="741" h="729" extrusionOk="0">
                  <a:moveTo>
                    <a:pt x="93" y="0"/>
                  </a:moveTo>
                  <a:cubicBezTo>
                    <a:pt x="46" y="0"/>
                    <a:pt x="9" y="33"/>
                    <a:pt x="6" y="77"/>
                  </a:cubicBezTo>
                  <a:cubicBezTo>
                    <a:pt x="0" y="127"/>
                    <a:pt x="34" y="167"/>
                    <a:pt x="83" y="173"/>
                  </a:cubicBezTo>
                  <a:cubicBezTo>
                    <a:pt x="333" y="207"/>
                    <a:pt x="531" y="404"/>
                    <a:pt x="562" y="657"/>
                  </a:cubicBezTo>
                  <a:cubicBezTo>
                    <a:pt x="568" y="697"/>
                    <a:pt x="605" y="728"/>
                    <a:pt x="648" y="728"/>
                  </a:cubicBezTo>
                  <a:lnTo>
                    <a:pt x="660" y="728"/>
                  </a:lnTo>
                  <a:cubicBezTo>
                    <a:pt x="706" y="719"/>
                    <a:pt x="740" y="676"/>
                    <a:pt x="731" y="629"/>
                  </a:cubicBezTo>
                  <a:cubicBezTo>
                    <a:pt x="685" y="299"/>
                    <a:pt x="426" y="43"/>
                    <a:pt x="99" y="0"/>
                  </a:cubicBezTo>
                  <a:cubicBezTo>
                    <a:pt x="97" y="0"/>
                    <a:pt x="95" y="0"/>
                    <a:pt x="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5" name="Google Shape;5125;p47"/>
            <p:cNvSpPr/>
            <p:nvPr/>
          </p:nvSpPr>
          <p:spPr>
            <a:xfrm>
              <a:off x="3122327" y="4008343"/>
              <a:ext cx="26959" cy="26523"/>
            </a:xfrm>
            <a:custGeom>
              <a:avLst/>
              <a:gdLst/>
              <a:ahLst/>
              <a:cxnLst/>
              <a:rect l="l" t="t" r="r" b="b"/>
              <a:pathLst>
                <a:path w="741" h="729" extrusionOk="0">
                  <a:moveTo>
                    <a:pt x="99" y="1"/>
                  </a:moveTo>
                  <a:cubicBezTo>
                    <a:pt x="52" y="1"/>
                    <a:pt x="12" y="32"/>
                    <a:pt x="6" y="78"/>
                  </a:cubicBezTo>
                  <a:cubicBezTo>
                    <a:pt x="0" y="127"/>
                    <a:pt x="37" y="167"/>
                    <a:pt x="83" y="173"/>
                  </a:cubicBezTo>
                  <a:cubicBezTo>
                    <a:pt x="336" y="207"/>
                    <a:pt x="534" y="405"/>
                    <a:pt x="564" y="658"/>
                  </a:cubicBezTo>
                  <a:cubicBezTo>
                    <a:pt x="571" y="698"/>
                    <a:pt x="605" y="729"/>
                    <a:pt x="648" y="729"/>
                  </a:cubicBezTo>
                  <a:lnTo>
                    <a:pt x="663" y="729"/>
                  </a:lnTo>
                  <a:cubicBezTo>
                    <a:pt x="709" y="719"/>
                    <a:pt x="740" y="676"/>
                    <a:pt x="731" y="630"/>
                  </a:cubicBezTo>
                  <a:cubicBezTo>
                    <a:pt x="688" y="300"/>
                    <a:pt x="429" y="44"/>
                    <a:pt x="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6" name="Google Shape;5126;p47"/>
            <p:cNvSpPr/>
            <p:nvPr/>
          </p:nvSpPr>
          <p:spPr>
            <a:xfrm>
              <a:off x="3085727" y="4002958"/>
              <a:ext cx="26959" cy="26523"/>
            </a:xfrm>
            <a:custGeom>
              <a:avLst/>
              <a:gdLst/>
              <a:ahLst/>
              <a:cxnLst/>
              <a:rect l="l" t="t" r="r" b="b"/>
              <a:pathLst>
                <a:path w="741" h="729" extrusionOk="0">
                  <a:moveTo>
                    <a:pt x="93" y="1"/>
                  </a:moveTo>
                  <a:cubicBezTo>
                    <a:pt x="50" y="1"/>
                    <a:pt x="13" y="34"/>
                    <a:pt x="7" y="78"/>
                  </a:cubicBezTo>
                  <a:cubicBezTo>
                    <a:pt x="1" y="124"/>
                    <a:pt x="38" y="167"/>
                    <a:pt x="84" y="170"/>
                  </a:cubicBezTo>
                  <a:cubicBezTo>
                    <a:pt x="334" y="204"/>
                    <a:pt x="531" y="405"/>
                    <a:pt x="562" y="658"/>
                  </a:cubicBezTo>
                  <a:cubicBezTo>
                    <a:pt x="571" y="698"/>
                    <a:pt x="605" y="729"/>
                    <a:pt x="648" y="729"/>
                  </a:cubicBezTo>
                  <a:cubicBezTo>
                    <a:pt x="651" y="729"/>
                    <a:pt x="657" y="729"/>
                    <a:pt x="661" y="726"/>
                  </a:cubicBezTo>
                  <a:cubicBezTo>
                    <a:pt x="710" y="719"/>
                    <a:pt x="741" y="676"/>
                    <a:pt x="732" y="627"/>
                  </a:cubicBezTo>
                  <a:cubicBezTo>
                    <a:pt x="688" y="300"/>
                    <a:pt x="429" y="41"/>
                    <a:pt x="99" y="1"/>
                  </a:cubicBezTo>
                  <a:cubicBezTo>
                    <a:pt x="97" y="1"/>
                    <a:pt x="95" y="1"/>
                    <a:pt x="9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7" name="Google Shape;5127;p47"/>
            <p:cNvSpPr/>
            <p:nvPr/>
          </p:nvSpPr>
          <p:spPr>
            <a:xfrm>
              <a:off x="3084926" y="3978837"/>
              <a:ext cx="26996" cy="26523"/>
            </a:xfrm>
            <a:custGeom>
              <a:avLst/>
              <a:gdLst/>
              <a:ahLst/>
              <a:cxnLst/>
              <a:rect l="l" t="t" r="r" b="b"/>
              <a:pathLst>
                <a:path w="742" h="729" extrusionOk="0">
                  <a:moveTo>
                    <a:pt x="94" y="0"/>
                  </a:moveTo>
                  <a:cubicBezTo>
                    <a:pt x="50" y="0"/>
                    <a:pt x="13" y="33"/>
                    <a:pt x="7" y="78"/>
                  </a:cubicBezTo>
                  <a:cubicBezTo>
                    <a:pt x="1" y="124"/>
                    <a:pt x="35" y="164"/>
                    <a:pt x="84" y="170"/>
                  </a:cubicBezTo>
                  <a:cubicBezTo>
                    <a:pt x="334" y="204"/>
                    <a:pt x="531" y="405"/>
                    <a:pt x="565" y="654"/>
                  </a:cubicBezTo>
                  <a:cubicBezTo>
                    <a:pt x="572" y="698"/>
                    <a:pt x="605" y="725"/>
                    <a:pt x="649" y="728"/>
                  </a:cubicBezTo>
                  <a:cubicBezTo>
                    <a:pt x="652" y="725"/>
                    <a:pt x="658" y="725"/>
                    <a:pt x="661" y="725"/>
                  </a:cubicBezTo>
                  <a:cubicBezTo>
                    <a:pt x="707" y="719"/>
                    <a:pt x="741" y="673"/>
                    <a:pt x="732" y="627"/>
                  </a:cubicBezTo>
                  <a:cubicBezTo>
                    <a:pt x="689" y="300"/>
                    <a:pt x="427" y="41"/>
                    <a:pt x="100" y="1"/>
                  </a:cubicBezTo>
                  <a:cubicBezTo>
                    <a:pt x="98" y="0"/>
                    <a:pt x="96" y="0"/>
                    <a:pt x="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8" name="Google Shape;5128;p47"/>
            <p:cNvSpPr/>
            <p:nvPr/>
          </p:nvSpPr>
          <p:spPr>
            <a:xfrm>
              <a:off x="3053056" y="3979601"/>
              <a:ext cx="26887" cy="26559"/>
            </a:xfrm>
            <a:custGeom>
              <a:avLst/>
              <a:gdLst/>
              <a:ahLst/>
              <a:cxnLst/>
              <a:rect l="l" t="t" r="r" b="b"/>
              <a:pathLst>
                <a:path w="739" h="730" extrusionOk="0">
                  <a:moveTo>
                    <a:pt x="91" y="1"/>
                  </a:moveTo>
                  <a:cubicBezTo>
                    <a:pt x="47" y="1"/>
                    <a:pt x="10" y="34"/>
                    <a:pt x="4" y="78"/>
                  </a:cubicBezTo>
                  <a:cubicBezTo>
                    <a:pt x="1" y="125"/>
                    <a:pt x="35" y="165"/>
                    <a:pt x="81" y="171"/>
                  </a:cubicBezTo>
                  <a:cubicBezTo>
                    <a:pt x="334" y="205"/>
                    <a:pt x="531" y="402"/>
                    <a:pt x="562" y="655"/>
                  </a:cubicBezTo>
                  <a:cubicBezTo>
                    <a:pt x="569" y="698"/>
                    <a:pt x="606" y="726"/>
                    <a:pt x="646" y="729"/>
                  </a:cubicBezTo>
                  <a:cubicBezTo>
                    <a:pt x="652" y="726"/>
                    <a:pt x="655" y="726"/>
                    <a:pt x="661" y="726"/>
                  </a:cubicBezTo>
                  <a:cubicBezTo>
                    <a:pt x="707" y="720"/>
                    <a:pt x="738" y="674"/>
                    <a:pt x="732" y="627"/>
                  </a:cubicBezTo>
                  <a:cubicBezTo>
                    <a:pt x="686" y="300"/>
                    <a:pt x="427" y="41"/>
                    <a:pt x="97" y="1"/>
                  </a:cubicBezTo>
                  <a:cubicBezTo>
                    <a:pt x="95" y="1"/>
                    <a:pt x="93" y="1"/>
                    <a:pt x="9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9" name="Google Shape;5129;p47"/>
            <p:cNvSpPr/>
            <p:nvPr/>
          </p:nvSpPr>
          <p:spPr>
            <a:xfrm>
              <a:off x="3158200" y="4062225"/>
              <a:ext cx="26887" cy="26523"/>
            </a:xfrm>
            <a:custGeom>
              <a:avLst/>
              <a:gdLst/>
              <a:ahLst/>
              <a:cxnLst/>
              <a:rect l="l" t="t" r="r" b="b"/>
              <a:pathLst>
                <a:path w="739" h="729" extrusionOk="0">
                  <a:moveTo>
                    <a:pt x="91" y="0"/>
                  </a:moveTo>
                  <a:cubicBezTo>
                    <a:pt x="47" y="0"/>
                    <a:pt x="10" y="33"/>
                    <a:pt x="4" y="77"/>
                  </a:cubicBezTo>
                  <a:cubicBezTo>
                    <a:pt x="1" y="124"/>
                    <a:pt x="35" y="164"/>
                    <a:pt x="81" y="170"/>
                  </a:cubicBezTo>
                  <a:cubicBezTo>
                    <a:pt x="334" y="204"/>
                    <a:pt x="531" y="404"/>
                    <a:pt x="562" y="654"/>
                  </a:cubicBezTo>
                  <a:cubicBezTo>
                    <a:pt x="568" y="697"/>
                    <a:pt x="605" y="725"/>
                    <a:pt x="646" y="728"/>
                  </a:cubicBezTo>
                  <a:cubicBezTo>
                    <a:pt x="698" y="728"/>
                    <a:pt x="738" y="679"/>
                    <a:pt x="732" y="626"/>
                  </a:cubicBezTo>
                  <a:cubicBezTo>
                    <a:pt x="686" y="299"/>
                    <a:pt x="427" y="40"/>
                    <a:pt x="97" y="0"/>
                  </a:cubicBezTo>
                  <a:cubicBezTo>
                    <a:pt x="95" y="0"/>
                    <a:pt x="93" y="0"/>
                    <a:pt x="9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0" name="Google Shape;5130;p47"/>
            <p:cNvSpPr/>
            <p:nvPr/>
          </p:nvSpPr>
          <p:spPr>
            <a:xfrm>
              <a:off x="3743295" y="3997028"/>
              <a:ext cx="26959" cy="26523"/>
            </a:xfrm>
            <a:custGeom>
              <a:avLst/>
              <a:gdLst/>
              <a:ahLst/>
              <a:cxnLst/>
              <a:rect l="l" t="t" r="r" b="b"/>
              <a:pathLst>
                <a:path w="741" h="729" extrusionOk="0">
                  <a:moveTo>
                    <a:pt x="648" y="0"/>
                  </a:moveTo>
                  <a:cubicBezTo>
                    <a:pt x="646" y="0"/>
                    <a:pt x="644" y="0"/>
                    <a:pt x="642" y="0"/>
                  </a:cubicBezTo>
                  <a:cubicBezTo>
                    <a:pt x="315" y="43"/>
                    <a:pt x="53" y="299"/>
                    <a:pt x="10" y="629"/>
                  </a:cubicBezTo>
                  <a:cubicBezTo>
                    <a:pt x="0" y="676"/>
                    <a:pt x="31" y="719"/>
                    <a:pt x="81" y="728"/>
                  </a:cubicBezTo>
                  <a:lnTo>
                    <a:pt x="93" y="728"/>
                  </a:lnTo>
                  <a:cubicBezTo>
                    <a:pt x="136" y="725"/>
                    <a:pt x="170" y="697"/>
                    <a:pt x="176" y="657"/>
                  </a:cubicBezTo>
                  <a:cubicBezTo>
                    <a:pt x="210" y="404"/>
                    <a:pt x="408" y="204"/>
                    <a:pt x="657" y="170"/>
                  </a:cubicBezTo>
                  <a:cubicBezTo>
                    <a:pt x="704" y="167"/>
                    <a:pt x="741" y="124"/>
                    <a:pt x="735" y="77"/>
                  </a:cubicBezTo>
                  <a:cubicBezTo>
                    <a:pt x="729" y="33"/>
                    <a:pt x="692" y="0"/>
                    <a:pt x="64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1" name="Google Shape;5131;p47"/>
            <p:cNvSpPr/>
            <p:nvPr/>
          </p:nvSpPr>
          <p:spPr>
            <a:xfrm>
              <a:off x="3786152" y="3996337"/>
              <a:ext cx="26850" cy="26414"/>
            </a:xfrm>
            <a:custGeom>
              <a:avLst/>
              <a:gdLst/>
              <a:ahLst/>
              <a:cxnLst/>
              <a:rect l="l" t="t" r="r" b="b"/>
              <a:pathLst>
                <a:path w="738" h="726" extrusionOk="0">
                  <a:moveTo>
                    <a:pt x="648" y="1"/>
                  </a:moveTo>
                  <a:cubicBezTo>
                    <a:pt x="646" y="1"/>
                    <a:pt x="644" y="1"/>
                    <a:pt x="642" y="1"/>
                  </a:cubicBezTo>
                  <a:cubicBezTo>
                    <a:pt x="312" y="41"/>
                    <a:pt x="53" y="300"/>
                    <a:pt x="10" y="627"/>
                  </a:cubicBezTo>
                  <a:cubicBezTo>
                    <a:pt x="1" y="673"/>
                    <a:pt x="31" y="719"/>
                    <a:pt x="78" y="726"/>
                  </a:cubicBezTo>
                  <a:lnTo>
                    <a:pt x="93" y="726"/>
                  </a:lnTo>
                  <a:cubicBezTo>
                    <a:pt x="133" y="726"/>
                    <a:pt x="170" y="695"/>
                    <a:pt x="176" y="655"/>
                  </a:cubicBezTo>
                  <a:cubicBezTo>
                    <a:pt x="207" y="402"/>
                    <a:pt x="405" y="204"/>
                    <a:pt x="658" y="170"/>
                  </a:cubicBezTo>
                  <a:cubicBezTo>
                    <a:pt x="704" y="164"/>
                    <a:pt x="738" y="124"/>
                    <a:pt x="735" y="78"/>
                  </a:cubicBezTo>
                  <a:cubicBezTo>
                    <a:pt x="729" y="34"/>
                    <a:pt x="692" y="1"/>
                    <a:pt x="6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2" name="Google Shape;5132;p47"/>
            <p:cNvSpPr/>
            <p:nvPr/>
          </p:nvSpPr>
          <p:spPr>
            <a:xfrm>
              <a:off x="3778294" y="3968941"/>
              <a:ext cx="26959" cy="26559"/>
            </a:xfrm>
            <a:custGeom>
              <a:avLst/>
              <a:gdLst/>
              <a:ahLst/>
              <a:cxnLst/>
              <a:rect l="l" t="t" r="r" b="b"/>
              <a:pathLst>
                <a:path w="741" h="730" extrusionOk="0">
                  <a:moveTo>
                    <a:pt x="651" y="1"/>
                  </a:moveTo>
                  <a:cubicBezTo>
                    <a:pt x="649" y="1"/>
                    <a:pt x="647" y="1"/>
                    <a:pt x="645" y="1"/>
                  </a:cubicBezTo>
                  <a:cubicBezTo>
                    <a:pt x="315" y="41"/>
                    <a:pt x="56" y="300"/>
                    <a:pt x="10" y="627"/>
                  </a:cubicBezTo>
                  <a:cubicBezTo>
                    <a:pt x="1" y="680"/>
                    <a:pt x="41" y="729"/>
                    <a:pt x="96" y="729"/>
                  </a:cubicBezTo>
                  <a:cubicBezTo>
                    <a:pt x="136" y="729"/>
                    <a:pt x="173" y="698"/>
                    <a:pt x="180" y="655"/>
                  </a:cubicBezTo>
                  <a:cubicBezTo>
                    <a:pt x="210" y="405"/>
                    <a:pt x="408" y="205"/>
                    <a:pt x="661" y="171"/>
                  </a:cubicBezTo>
                  <a:cubicBezTo>
                    <a:pt x="707" y="165"/>
                    <a:pt x="741" y="125"/>
                    <a:pt x="738" y="78"/>
                  </a:cubicBezTo>
                  <a:cubicBezTo>
                    <a:pt x="732" y="34"/>
                    <a:pt x="695" y="1"/>
                    <a:pt x="65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3" name="Google Shape;5133;p47"/>
            <p:cNvSpPr/>
            <p:nvPr/>
          </p:nvSpPr>
          <p:spPr>
            <a:xfrm>
              <a:off x="3815003" y="3963557"/>
              <a:ext cx="26850" cy="26414"/>
            </a:xfrm>
            <a:custGeom>
              <a:avLst/>
              <a:gdLst/>
              <a:ahLst/>
              <a:cxnLst/>
              <a:rect l="l" t="t" r="r" b="b"/>
              <a:pathLst>
                <a:path w="738" h="726" extrusionOk="0">
                  <a:moveTo>
                    <a:pt x="648" y="1"/>
                  </a:moveTo>
                  <a:cubicBezTo>
                    <a:pt x="646" y="1"/>
                    <a:pt x="644" y="1"/>
                    <a:pt x="642" y="1"/>
                  </a:cubicBezTo>
                  <a:cubicBezTo>
                    <a:pt x="312" y="41"/>
                    <a:pt x="53" y="300"/>
                    <a:pt x="6" y="627"/>
                  </a:cubicBezTo>
                  <a:cubicBezTo>
                    <a:pt x="0" y="673"/>
                    <a:pt x="31" y="720"/>
                    <a:pt x="77" y="726"/>
                  </a:cubicBezTo>
                  <a:lnTo>
                    <a:pt x="93" y="726"/>
                  </a:lnTo>
                  <a:cubicBezTo>
                    <a:pt x="133" y="726"/>
                    <a:pt x="170" y="695"/>
                    <a:pt x="176" y="655"/>
                  </a:cubicBezTo>
                  <a:cubicBezTo>
                    <a:pt x="207" y="402"/>
                    <a:pt x="404" y="205"/>
                    <a:pt x="657" y="171"/>
                  </a:cubicBezTo>
                  <a:cubicBezTo>
                    <a:pt x="704" y="165"/>
                    <a:pt x="737" y="124"/>
                    <a:pt x="734" y="78"/>
                  </a:cubicBezTo>
                  <a:cubicBezTo>
                    <a:pt x="728" y="34"/>
                    <a:pt x="691" y="1"/>
                    <a:pt x="6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4" name="Google Shape;5134;p47"/>
            <p:cNvSpPr/>
            <p:nvPr/>
          </p:nvSpPr>
          <p:spPr>
            <a:xfrm>
              <a:off x="3815767" y="3939326"/>
              <a:ext cx="26887" cy="26523"/>
            </a:xfrm>
            <a:custGeom>
              <a:avLst/>
              <a:gdLst/>
              <a:ahLst/>
              <a:cxnLst/>
              <a:rect l="l" t="t" r="r" b="b"/>
              <a:pathLst>
                <a:path w="739" h="729" extrusionOk="0">
                  <a:moveTo>
                    <a:pt x="648" y="1"/>
                  </a:moveTo>
                  <a:cubicBezTo>
                    <a:pt x="646" y="1"/>
                    <a:pt x="644" y="1"/>
                    <a:pt x="642" y="1"/>
                  </a:cubicBezTo>
                  <a:cubicBezTo>
                    <a:pt x="312" y="44"/>
                    <a:pt x="53" y="300"/>
                    <a:pt x="7" y="630"/>
                  </a:cubicBezTo>
                  <a:cubicBezTo>
                    <a:pt x="1" y="676"/>
                    <a:pt x="32" y="720"/>
                    <a:pt x="78" y="729"/>
                  </a:cubicBezTo>
                  <a:lnTo>
                    <a:pt x="93" y="729"/>
                  </a:lnTo>
                  <a:cubicBezTo>
                    <a:pt x="134" y="729"/>
                    <a:pt x="171" y="698"/>
                    <a:pt x="177" y="658"/>
                  </a:cubicBezTo>
                  <a:cubicBezTo>
                    <a:pt x="208" y="405"/>
                    <a:pt x="405" y="204"/>
                    <a:pt x="658" y="171"/>
                  </a:cubicBezTo>
                  <a:cubicBezTo>
                    <a:pt x="704" y="167"/>
                    <a:pt x="738" y="124"/>
                    <a:pt x="735" y="78"/>
                  </a:cubicBezTo>
                  <a:cubicBezTo>
                    <a:pt x="729" y="34"/>
                    <a:pt x="692" y="1"/>
                    <a:pt x="6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5" name="Google Shape;5135;p47"/>
            <p:cNvSpPr/>
            <p:nvPr/>
          </p:nvSpPr>
          <p:spPr>
            <a:xfrm>
              <a:off x="3847747" y="3940236"/>
              <a:ext cx="26887" cy="26414"/>
            </a:xfrm>
            <a:custGeom>
              <a:avLst/>
              <a:gdLst/>
              <a:ahLst/>
              <a:cxnLst/>
              <a:rect l="l" t="t" r="r" b="b"/>
              <a:pathLst>
                <a:path w="739" h="726" extrusionOk="0">
                  <a:moveTo>
                    <a:pt x="648" y="0"/>
                  </a:moveTo>
                  <a:cubicBezTo>
                    <a:pt x="646" y="0"/>
                    <a:pt x="644" y="0"/>
                    <a:pt x="642" y="1"/>
                  </a:cubicBezTo>
                  <a:cubicBezTo>
                    <a:pt x="312" y="41"/>
                    <a:pt x="53" y="300"/>
                    <a:pt x="10" y="627"/>
                  </a:cubicBezTo>
                  <a:cubicBezTo>
                    <a:pt x="1" y="673"/>
                    <a:pt x="32" y="719"/>
                    <a:pt x="78" y="725"/>
                  </a:cubicBezTo>
                  <a:lnTo>
                    <a:pt x="93" y="725"/>
                  </a:lnTo>
                  <a:cubicBezTo>
                    <a:pt x="134" y="725"/>
                    <a:pt x="171" y="695"/>
                    <a:pt x="177" y="654"/>
                  </a:cubicBezTo>
                  <a:cubicBezTo>
                    <a:pt x="211" y="402"/>
                    <a:pt x="405" y="204"/>
                    <a:pt x="658" y="170"/>
                  </a:cubicBezTo>
                  <a:cubicBezTo>
                    <a:pt x="704" y="164"/>
                    <a:pt x="738" y="124"/>
                    <a:pt x="735" y="78"/>
                  </a:cubicBezTo>
                  <a:cubicBezTo>
                    <a:pt x="729" y="33"/>
                    <a:pt x="692" y="0"/>
                    <a:pt x="64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6" name="Google Shape;5136;p47"/>
            <p:cNvSpPr/>
            <p:nvPr/>
          </p:nvSpPr>
          <p:spPr>
            <a:xfrm>
              <a:off x="3742494" y="4022714"/>
              <a:ext cx="26996" cy="26523"/>
            </a:xfrm>
            <a:custGeom>
              <a:avLst/>
              <a:gdLst/>
              <a:ahLst/>
              <a:cxnLst/>
              <a:rect l="l" t="t" r="r" b="b"/>
              <a:pathLst>
                <a:path w="742" h="729" extrusionOk="0">
                  <a:moveTo>
                    <a:pt x="649" y="0"/>
                  </a:moveTo>
                  <a:cubicBezTo>
                    <a:pt x="647" y="0"/>
                    <a:pt x="644" y="0"/>
                    <a:pt x="642" y="1"/>
                  </a:cubicBezTo>
                  <a:cubicBezTo>
                    <a:pt x="315" y="44"/>
                    <a:pt x="56" y="300"/>
                    <a:pt x="10" y="630"/>
                  </a:cubicBezTo>
                  <a:cubicBezTo>
                    <a:pt x="1" y="676"/>
                    <a:pt x="35" y="719"/>
                    <a:pt x="81" y="728"/>
                  </a:cubicBezTo>
                  <a:lnTo>
                    <a:pt x="96" y="728"/>
                  </a:lnTo>
                  <a:cubicBezTo>
                    <a:pt x="137" y="728"/>
                    <a:pt x="174" y="698"/>
                    <a:pt x="180" y="657"/>
                  </a:cubicBezTo>
                  <a:cubicBezTo>
                    <a:pt x="211" y="405"/>
                    <a:pt x="408" y="204"/>
                    <a:pt x="661" y="170"/>
                  </a:cubicBezTo>
                  <a:cubicBezTo>
                    <a:pt x="707" y="167"/>
                    <a:pt x="741" y="124"/>
                    <a:pt x="738" y="78"/>
                  </a:cubicBezTo>
                  <a:cubicBezTo>
                    <a:pt x="732" y="33"/>
                    <a:pt x="695" y="0"/>
                    <a:pt x="6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7" name="Google Shape;5137;p47"/>
            <p:cNvSpPr/>
            <p:nvPr/>
          </p:nvSpPr>
          <p:spPr>
            <a:xfrm>
              <a:off x="3894316" y="4090966"/>
              <a:ext cx="225499" cy="119080"/>
            </a:xfrm>
            <a:custGeom>
              <a:avLst/>
              <a:gdLst/>
              <a:ahLst/>
              <a:cxnLst/>
              <a:rect l="l" t="t" r="r" b="b"/>
              <a:pathLst>
                <a:path w="6198" h="3273" extrusionOk="0">
                  <a:moveTo>
                    <a:pt x="5772" y="1"/>
                  </a:moveTo>
                  <a:cubicBezTo>
                    <a:pt x="5721" y="1"/>
                    <a:pt x="5669" y="44"/>
                    <a:pt x="5685" y="111"/>
                  </a:cubicBezTo>
                  <a:cubicBezTo>
                    <a:pt x="5691" y="120"/>
                    <a:pt x="6012" y="1311"/>
                    <a:pt x="5667" y="1900"/>
                  </a:cubicBezTo>
                  <a:cubicBezTo>
                    <a:pt x="5623" y="1972"/>
                    <a:pt x="5580" y="2017"/>
                    <a:pt x="5549" y="2017"/>
                  </a:cubicBezTo>
                  <a:cubicBezTo>
                    <a:pt x="5547" y="2017"/>
                    <a:pt x="5545" y="2017"/>
                    <a:pt x="5543" y="2017"/>
                  </a:cubicBezTo>
                  <a:cubicBezTo>
                    <a:pt x="5408" y="2005"/>
                    <a:pt x="5238" y="1493"/>
                    <a:pt x="5173" y="1298"/>
                  </a:cubicBezTo>
                  <a:cubicBezTo>
                    <a:pt x="5112" y="1122"/>
                    <a:pt x="5090" y="1058"/>
                    <a:pt x="5059" y="1024"/>
                  </a:cubicBezTo>
                  <a:cubicBezTo>
                    <a:pt x="5039" y="1007"/>
                    <a:pt x="5014" y="997"/>
                    <a:pt x="4987" y="997"/>
                  </a:cubicBezTo>
                  <a:cubicBezTo>
                    <a:pt x="4980" y="997"/>
                    <a:pt x="4974" y="998"/>
                    <a:pt x="4967" y="999"/>
                  </a:cubicBezTo>
                  <a:cubicBezTo>
                    <a:pt x="4902" y="1015"/>
                    <a:pt x="4880" y="1073"/>
                    <a:pt x="4825" y="1230"/>
                  </a:cubicBezTo>
                  <a:cubicBezTo>
                    <a:pt x="4701" y="1570"/>
                    <a:pt x="4411" y="2372"/>
                    <a:pt x="3551" y="2927"/>
                  </a:cubicBezTo>
                  <a:cubicBezTo>
                    <a:pt x="3370" y="3043"/>
                    <a:pt x="3224" y="3102"/>
                    <a:pt x="3119" y="3102"/>
                  </a:cubicBezTo>
                  <a:cubicBezTo>
                    <a:pt x="3073" y="3102"/>
                    <a:pt x="3035" y="3091"/>
                    <a:pt x="3005" y="3069"/>
                  </a:cubicBezTo>
                  <a:cubicBezTo>
                    <a:pt x="2814" y="2927"/>
                    <a:pt x="2897" y="2316"/>
                    <a:pt x="2996" y="1964"/>
                  </a:cubicBezTo>
                  <a:cubicBezTo>
                    <a:pt x="3014" y="1904"/>
                    <a:pt x="2965" y="1855"/>
                    <a:pt x="2912" y="1855"/>
                  </a:cubicBezTo>
                  <a:cubicBezTo>
                    <a:pt x="2892" y="1855"/>
                    <a:pt x="2872" y="1862"/>
                    <a:pt x="2854" y="1878"/>
                  </a:cubicBezTo>
                  <a:cubicBezTo>
                    <a:pt x="2524" y="2183"/>
                    <a:pt x="1929" y="2662"/>
                    <a:pt x="1719" y="2662"/>
                  </a:cubicBezTo>
                  <a:lnTo>
                    <a:pt x="1713" y="2662"/>
                  </a:lnTo>
                  <a:cubicBezTo>
                    <a:pt x="1703" y="2662"/>
                    <a:pt x="1697" y="2658"/>
                    <a:pt x="1694" y="2655"/>
                  </a:cubicBezTo>
                  <a:cubicBezTo>
                    <a:pt x="1580" y="2526"/>
                    <a:pt x="1753" y="2014"/>
                    <a:pt x="1907" y="1693"/>
                  </a:cubicBezTo>
                  <a:cubicBezTo>
                    <a:pt x="1938" y="1630"/>
                    <a:pt x="1888" y="1568"/>
                    <a:pt x="1829" y="1568"/>
                  </a:cubicBezTo>
                  <a:cubicBezTo>
                    <a:pt x="1811" y="1568"/>
                    <a:pt x="1792" y="1574"/>
                    <a:pt x="1774" y="1588"/>
                  </a:cubicBezTo>
                  <a:cubicBezTo>
                    <a:pt x="1173" y="2066"/>
                    <a:pt x="442" y="2563"/>
                    <a:pt x="272" y="2569"/>
                  </a:cubicBezTo>
                  <a:cubicBezTo>
                    <a:pt x="214" y="2409"/>
                    <a:pt x="300" y="1995"/>
                    <a:pt x="371" y="1764"/>
                  </a:cubicBezTo>
                  <a:cubicBezTo>
                    <a:pt x="395" y="1695"/>
                    <a:pt x="341" y="1649"/>
                    <a:pt x="287" y="1649"/>
                  </a:cubicBezTo>
                  <a:cubicBezTo>
                    <a:pt x="253" y="1649"/>
                    <a:pt x="219" y="1668"/>
                    <a:pt x="208" y="1715"/>
                  </a:cubicBezTo>
                  <a:cubicBezTo>
                    <a:pt x="186" y="1786"/>
                    <a:pt x="1" y="2412"/>
                    <a:pt x="127" y="2662"/>
                  </a:cubicBezTo>
                  <a:cubicBezTo>
                    <a:pt x="146" y="2702"/>
                    <a:pt x="180" y="2726"/>
                    <a:pt x="220" y="2736"/>
                  </a:cubicBezTo>
                  <a:cubicBezTo>
                    <a:pt x="231" y="2738"/>
                    <a:pt x="244" y="2740"/>
                    <a:pt x="257" y="2740"/>
                  </a:cubicBezTo>
                  <a:cubicBezTo>
                    <a:pt x="519" y="2740"/>
                    <a:pt x="1201" y="2247"/>
                    <a:pt x="1623" y="1924"/>
                  </a:cubicBezTo>
                  <a:lnTo>
                    <a:pt x="1623" y="1924"/>
                  </a:lnTo>
                  <a:cubicBezTo>
                    <a:pt x="1518" y="2208"/>
                    <a:pt x="1417" y="2597"/>
                    <a:pt x="1565" y="2769"/>
                  </a:cubicBezTo>
                  <a:cubicBezTo>
                    <a:pt x="1602" y="2806"/>
                    <a:pt x="1651" y="2831"/>
                    <a:pt x="1703" y="2831"/>
                  </a:cubicBezTo>
                  <a:cubicBezTo>
                    <a:pt x="1707" y="2831"/>
                    <a:pt x="1711" y="2831"/>
                    <a:pt x="1715" y="2831"/>
                  </a:cubicBezTo>
                  <a:cubicBezTo>
                    <a:pt x="1969" y="2831"/>
                    <a:pt x="2476" y="2436"/>
                    <a:pt x="2771" y="2183"/>
                  </a:cubicBezTo>
                  <a:lnTo>
                    <a:pt x="2771" y="2183"/>
                  </a:lnTo>
                  <a:cubicBezTo>
                    <a:pt x="2709" y="2507"/>
                    <a:pt x="2656" y="3022"/>
                    <a:pt x="2906" y="3207"/>
                  </a:cubicBezTo>
                  <a:cubicBezTo>
                    <a:pt x="2962" y="3248"/>
                    <a:pt x="3033" y="3272"/>
                    <a:pt x="3104" y="3272"/>
                  </a:cubicBezTo>
                  <a:cubicBezTo>
                    <a:pt x="3108" y="3272"/>
                    <a:pt x="3112" y="3272"/>
                    <a:pt x="3116" y="3272"/>
                  </a:cubicBezTo>
                  <a:cubicBezTo>
                    <a:pt x="3258" y="3272"/>
                    <a:pt x="3434" y="3204"/>
                    <a:pt x="3647" y="3072"/>
                  </a:cubicBezTo>
                  <a:cubicBezTo>
                    <a:pt x="4553" y="2486"/>
                    <a:pt x="4859" y="1644"/>
                    <a:pt x="4985" y="1286"/>
                  </a:cubicBezTo>
                  <a:lnTo>
                    <a:pt x="4985" y="1283"/>
                  </a:lnTo>
                  <a:cubicBezTo>
                    <a:pt x="4994" y="1308"/>
                    <a:pt x="5004" y="1329"/>
                    <a:pt x="5010" y="1354"/>
                  </a:cubicBezTo>
                  <a:cubicBezTo>
                    <a:pt x="5158" y="1795"/>
                    <a:pt x="5300" y="2165"/>
                    <a:pt x="5525" y="2190"/>
                  </a:cubicBezTo>
                  <a:cubicBezTo>
                    <a:pt x="5531" y="2190"/>
                    <a:pt x="5537" y="2190"/>
                    <a:pt x="5544" y="2190"/>
                  </a:cubicBezTo>
                  <a:cubicBezTo>
                    <a:pt x="5642" y="2190"/>
                    <a:pt x="5733" y="2122"/>
                    <a:pt x="5812" y="1986"/>
                  </a:cubicBezTo>
                  <a:cubicBezTo>
                    <a:pt x="6197" y="1332"/>
                    <a:pt x="5867" y="114"/>
                    <a:pt x="5852" y="65"/>
                  </a:cubicBezTo>
                  <a:cubicBezTo>
                    <a:pt x="5839" y="20"/>
                    <a:pt x="5806" y="1"/>
                    <a:pt x="57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8" name="Google Shape;5138;p47"/>
            <p:cNvSpPr/>
            <p:nvPr/>
          </p:nvSpPr>
          <p:spPr>
            <a:xfrm>
              <a:off x="2924264" y="4134516"/>
              <a:ext cx="234667" cy="99179"/>
            </a:xfrm>
            <a:custGeom>
              <a:avLst/>
              <a:gdLst/>
              <a:ahLst/>
              <a:cxnLst/>
              <a:rect l="l" t="t" r="r" b="b"/>
              <a:pathLst>
                <a:path w="6450" h="2726" extrusionOk="0">
                  <a:moveTo>
                    <a:pt x="372" y="1"/>
                  </a:moveTo>
                  <a:cubicBezTo>
                    <a:pt x="340" y="1"/>
                    <a:pt x="308" y="18"/>
                    <a:pt x="293" y="58"/>
                  </a:cubicBezTo>
                  <a:cubicBezTo>
                    <a:pt x="281" y="92"/>
                    <a:pt x="0" y="885"/>
                    <a:pt x="762" y="1909"/>
                  </a:cubicBezTo>
                  <a:cubicBezTo>
                    <a:pt x="931" y="2137"/>
                    <a:pt x="1077" y="2250"/>
                    <a:pt x="1208" y="2250"/>
                  </a:cubicBezTo>
                  <a:cubicBezTo>
                    <a:pt x="1235" y="2250"/>
                    <a:pt x="1261" y="2245"/>
                    <a:pt x="1286" y="2236"/>
                  </a:cubicBezTo>
                  <a:cubicBezTo>
                    <a:pt x="1465" y="2171"/>
                    <a:pt x="1536" y="1869"/>
                    <a:pt x="1564" y="1588"/>
                  </a:cubicBezTo>
                  <a:cubicBezTo>
                    <a:pt x="1743" y="1970"/>
                    <a:pt x="2110" y="2476"/>
                    <a:pt x="2835" y="2683"/>
                  </a:cubicBezTo>
                  <a:cubicBezTo>
                    <a:pt x="2924" y="2711"/>
                    <a:pt x="3020" y="2723"/>
                    <a:pt x="3112" y="2726"/>
                  </a:cubicBezTo>
                  <a:cubicBezTo>
                    <a:pt x="3260" y="2726"/>
                    <a:pt x="3378" y="2680"/>
                    <a:pt x="3464" y="2584"/>
                  </a:cubicBezTo>
                  <a:cubicBezTo>
                    <a:pt x="3686" y="2331"/>
                    <a:pt x="3584" y="1798"/>
                    <a:pt x="3470" y="1412"/>
                  </a:cubicBezTo>
                  <a:lnTo>
                    <a:pt x="3470" y="1412"/>
                  </a:lnTo>
                  <a:cubicBezTo>
                    <a:pt x="3717" y="1684"/>
                    <a:pt x="4031" y="1995"/>
                    <a:pt x="4201" y="2010"/>
                  </a:cubicBezTo>
                  <a:cubicBezTo>
                    <a:pt x="4208" y="2011"/>
                    <a:pt x="4215" y="2012"/>
                    <a:pt x="4222" y="2012"/>
                  </a:cubicBezTo>
                  <a:cubicBezTo>
                    <a:pt x="4256" y="2012"/>
                    <a:pt x="4290" y="2000"/>
                    <a:pt x="4315" y="1980"/>
                  </a:cubicBezTo>
                  <a:cubicBezTo>
                    <a:pt x="4432" y="1881"/>
                    <a:pt x="4426" y="1603"/>
                    <a:pt x="4392" y="1353"/>
                  </a:cubicBezTo>
                  <a:lnTo>
                    <a:pt x="4392" y="1353"/>
                  </a:lnTo>
                  <a:cubicBezTo>
                    <a:pt x="4704" y="1776"/>
                    <a:pt x="5284" y="2461"/>
                    <a:pt x="5833" y="2624"/>
                  </a:cubicBezTo>
                  <a:cubicBezTo>
                    <a:pt x="5909" y="2647"/>
                    <a:pt x="5976" y="2659"/>
                    <a:pt x="6035" y="2659"/>
                  </a:cubicBezTo>
                  <a:cubicBezTo>
                    <a:pt x="6133" y="2659"/>
                    <a:pt x="6208" y="2626"/>
                    <a:pt x="6258" y="2563"/>
                  </a:cubicBezTo>
                  <a:cubicBezTo>
                    <a:pt x="6449" y="2319"/>
                    <a:pt x="6113" y="1708"/>
                    <a:pt x="6045" y="1588"/>
                  </a:cubicBezTo>
                  <a:cubicBezTo>
                    <a:pt x="6028" y="1557"/>
                    <a:pt x="6001" y="1544"/>
                    <a:pt x="5973" y="1544"/>
                  </a:cubicBezTo>
                  <a:cubicBezTo>
                    <a:pt x="5915" y="1544"/>
                    <a:pt x="5857" y="1604"/>
                    <a:pt x="5897" y="1671"/>
                  </a:cubicBezTo>
                  <a:cubicBezTo>
                    <a:pt x="6039" y="1921"/>
                    <a:pt x="6212" y="2344"/>
                    <a:pt x="6123" y="2458"/>
                  </a:cubicBezTo>
                  <a:cubicBezTo>
                    <a:pt x="6107" y="2478"/>
                    <a:pt x="6077" y="2488"/>
                    <a:pt x="6034" y="2488"/>
                  </a:cubicBezTo>
                  <a:cubicBezTo>
                    <a:pt x="5994" y="2488"/>
                    <a:pt x="5942" y="2479"/>
                    <a:pt x="5882" y="2461"/>
                  </a:cubicBezTo>
                  <a:cubicBezTo>
                    <a:pt x="5148" y="2245"/>
                    <a:pt x="4309" y="940"/>
                    <a:pt x="4300" y="928"/>
                  </a:cubicBezTo>
                  <a:cubicBezTo>
                    <a:pt x="4284" y="901"/>
                    <a:pt x="4256" y="887"/>
                    <a:pt x="4228" y="887"/>
                  </a:cubicBezTo>
                  <a:cubicBezTo>
                    <a:pt x="4216" y="887"/>
                    <a:pt x="4205" y="890"/>
                    <a:pt x="4195" y="894"/>
                  </a:cubicBezTo>
                  <a:cubicBezTo>
                    <a:pt x="4155" y="912"/>
                    <a:pt x="4136" y="953"/>
                    <a:pt x="4146" y="993"/>
                  </a:cubicBezTo>
                  <a:cubicBezTo>
                    <a:pt x="4244" y="1390"/>
                    <a:pt x="4272" y="1791"/>
                    <a:pt x="4216" y="1841"/>
                  </a:cubicBezTo>
                  <a:cubicBezTo>
                    <a:pt x="4112" y="1841"/>
                    <a:pt x="3692" y="1434"/>
                    <a:pt x="3297" y="946"/>
                  </a:cubicBezTo>
                  <a:cubicBezTo>
                    <a:pt x="3279" y="924"/>
                    <a:pt x="3256" y="914"/>
                    <a:pt x="3233" y="914"/>
                  </a:cubicBezTo>
                  <a:cubicBezTo>
                    <a:pt x="3177" y="914"/>
                    <a:pt x="3124" y="970"/>
                    <a:pt x="3152" y="1036"/>
                  </a:cubicBezTo>
                  <a:cubicBezTo>
                    <a:pt x="3282" y="1341"/>
                    <a:pt x="3572" y="2202"/>
                    <a:pt x="3334" y="2470"/>
                  </a:cubicBezTo>
                  <a:cubicBezTo>
                    <a:pt x="3284" y="2526"/>
                    <a:pt x="3210" y="2553"/>
                    <a:pt x="3112" y="2553"/>
                  </a:cubicBezTo>
                  <a:cubicBezTo>
                    <a:pt x="3046" y="2553"/>
                    <a:pt x="2970" y="2541"/>
                    <a:pt x="2884" y="2516"/>
                  </a:cubicBezTo>
                  <a:cubicBezTo>
                    <a:pt x="1752" y="2195"/>
                    <a:pt x="1579" y="1119"/>
                    <a:pt x="1573" y="1073"/>
                  </a:cubicBezTo>
                  <a:cubicBezTo>
                    <a:pt x="1565" y="1025"/>
                    <a:pt x="1527" y="1002"/>
                    <a:pt x="1489" y="1002"/>
                  </a:cubicBezTo>
                  <a:cubicBezTo>
                    <a:pt x="1445" y="1002"/>
                    <a:pt x="1400" y="1033"/>
                    <a:pt x="1404" y="1091"/>
                  </a:cubicBezTo>
                  <a:cubicBezTo>
                    <a:pt x="1422" y="1529"/>
                    <a:pt x="1357" y="2029"/>
                    <a:pt x="1228" y="2075"/>
                  </a:cubicBezTo>
                  <a:cubicBezTo>
                    <a:pt x="1222" y="2077"/>
                    <a:pt x="1216" y="2078"/>
                    <a:pt x="1209" y="2078"/>
                  </a:cubicBezTo>
                  <a:cubicBezTo>
                    <a:pt x="1154" y="2078"/>
                    <a:pt x="1049" y="2007"/>
                    <a:pt x="901" y="1807"/>
                  </a:cubicBezTo>
                  <a:cubicBezTo>
                    <a:pt x="198" y="860"/>
                    <a:pt x="454" y="126"/>
                    <a:pt x="454" y="117"/>
                  </a:cubicBezTo>
                  <a:cubicBezTo>
                    <a:pt x="479" y="49"/>
                    <a:pt x="425" y="1"/>
                    <a:pt x="3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39" name="Google Shape;5139;p47"/>
          <p:cNvSpPr/>
          <p:nvPr/>
        </p:nvSpPr>
        <p:spPr>
          <a:xfrm>
            <a:off x="5712287" y="3609451"/>
            <a:ext cx="62760" cy="36855"/>
          </a:xfrm>
          <a:custGeom>
            <a:avLst/>
            <a:gdLst/>
            <a:ahLst/>
            <a:cxnLst/>
            <a:rect l="l" t="t" r="r" b="b"/>
            <a:pathLst>
              <a:path w="1725" h="1013" extrusionOk="0">
                <a:moveTo>
                  <a:pt x="1672" y="0"/>
                </a:moveTo>
                <a:cubicBezTo>
                  <a:pt x="1672" y="0"/>
                  <a:pt x="0" y="512"/>
                  <a:pt x="81" y="648"/>
                </a:cubicBezTo>
                <a:cubicBezTo>
                  <a:pt x="152" y="768"/>
                  <a:pt x="1275" y="1013"/>
                  <a:pt x="1574" y="1013"/>
                </a:cubicBezTo>
                <a:cubicBezTo>
                  <a:pt x="1613" y="1013"/>
                  <a:pt x="1638" y="1009"/>
                  <a:pt x="1644" y="999"/>
                </a:cubicBezTo>
                <a:cubicBezTo>
                  <a:pt x="1697" y="916"/>
                  <a:pt x="1725" y="136"/>
                  <a:pt x="1672" y="0"/>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40" name="Google Shape;5140;p47"/>
          <p:cNvGrpSpPr/>
          <p:nvPr/>
        </p:nvGrpSpPr>
        <p:grpSpPr>
          <a:xfrm>
            <a:off x="4635162" y="3330223"/>
            <a:ext cx="1196111" cy="1113263"/>
            <a:chOff x="4635162" y="3330223"/>
            <a:chExt cx="1196111" cy="1113263"/>
          </a:xfrm>
        </p:grpSpPr>
        <p:sp>
          <p:nvSpPr>
            <p:cNvPr id="5141" name="Google Shape;5141;p47"/>
            <p:cNvSpPr/>
            <p:nvPr/>
          </p:nvSpPr>
          <p:spPr>
            <a:xfrm>
              <a:off x="4637946" y="3330223"/>
              <a:ext cx="1141814" cy="1113263"/>
            </a:xfrm>
            <a:custGeom>
              <a:avLst/>
              <a:gdLst/>
              <a:ahLst/>
              <a:cxnLst/>
              <a:rect l="l" t="t" r="r" b="b"/>
              <a:pathLst>
                <a:path w="31274" h="30492" extrusionOk="0">
                  <a:moveTo>
                    <a:pt x="7817" y="14621"/>
                  </a:moveTo>
                  <a:lnTo>
                    <a:pt x="7817" y="14621"/>
                  </a:lnTo>
                  <a:cubicBezTo>
                    <a:pt x="7759" y="14836"/>
                    <a:pt x="7703" y="15055"/>
                    <a:pt x="7654" y="15277"/>
                  </a:cubicBezTo>
                  <a:lnTo>
                    <a:pt x="7645" y="15274"/>
                  </a:lnTo>
                  <a:cubicBezTo>
                    <a:pt x="7518" y="15796"/>
                    <a:pt x="7423" y="16320"/>
                    <a:pt x="7361" y="16850"/>
                  </a:cubicBezTo>
                  <a:cubicBezTo>
                    <a:pt x="7336" y="17039"/>
                    <a:pt x="7312" y="17227"/>
                    <a:pt x="7287" y="17415"/>
                  </a:cubicBezTo>
                  <a:lnTo>
                    <a:pt x="7241" y="17415"/>
                  </a:lnTo>
                  <a:cubicBezTo>
                    <a:pt x="7241" y="17415"/>
                    <a:pt x="7185" y="18087"/>
                    <a:pt x="7173" y="18698"/>
                  </a:cubicBezTo>
                  <a:cubicBezTo>
                    <a:pt x="7120" y="19506"/>
                    <a:pt x="7108" y="20289"/>
                    <a:pt x="7123" y="21027"/>
                  </a:cubicBezTo>
                  <a:cubicBezTo>
                    <a:pt x="7068" y="21628"/>
                    <a:pt x="7034" y="22436"/>
                    <a:pt x="7185" y="22550"/>
                  </a:cubicBezTo>
                  <a:lnTo>
                    <a:pt x="7191" y="22553"/>
                  </a:lnTo>
                  <a:cubicBezTo>
                    <a:pt x="7339" y="24746"/>
                    <a:pt x="7669" y="26254"/>
                    <a:pt x="7669" y="26254"/>
                  </a:cubicBezTo>
                  <a:cubicBezTo>
                    <a:pt x="7456" y="26269"/>
                    <a:pt x="7254" y="26276"/>
                    <a:pt x="7064" y="26276"/>
                  </a:cubicBezTo>
                  <a:cubicBezTo>
                    <a:pt x="3783" y="26276"/>
                    <a:pt x="3786" y="24159"/>
                    <a:pt x="4844" y="21270"/>
                  </a:cubicBezTo>
                  <a:cubicBezTo>
                    <a:pt x="4974" y="21054"/>
                    <a:pt x="5079" y="20727"/>
                    <a:pt x="5146" y="20493"/>
                  </a:cubicBezTo>
                  <a:cubicBezTo>
                    <a:pt x="5887" y="18676"/>
                    <a:pt x="6938" y="16619"/>
                    <a:pt x="7817" y="14621"/>
                  </a:cubicBezTo>
                  <a:close/>
                  <a:moveTo>
                    <a:pt x="28053" y="29956"/>
                  </a:moveTo>
                  <a:cubicBezTo>
                    <a:pt x="28010" y="29980"/>
                    <a:pt x="27967" y="30002"/>
                    <a:pt x="27918" y="30020"/>
                  </a:cubicBezTo>
                  <a:lnTo>
                    <a:pt x="27918" y="30023"/>
                  </a:lnTo>
                  <a:cubicBezTo>
                    <a:pt x="27918" y="30017"/>
                    <a:pt x="27918" y="30014"/>
                    <a:pt x="27915" y="30011"/>
                  </a:cubicBezTo>
                  <a:cubicBezTo>
                    <a:pt x="27961" y="29996"/>
                    <a:pt x="28010" y="29977"/>
                    <a:pt x="28053" y="29956"/>
                  </a:cubicBezTo>
                  <a:close/>
                  <a:moveTo>
                    <a:pt x="27757" y="30051"/>
                  </a:moveTo>
                  <a:lnTo>
                    <a:pt x="27767" y="30073"/>
                  </a:lnTo>
                  <a:cubicBezTo>
                    <a:pt x="27631" y="30105"/>
                    <a:pt x="27491" y="30121"/>
                    <a:pt x="27352" y="30121"/>
                  </a:cubicBezTo>
                  <a:cubicBezTo>
                    <a:pt x="27238" y="30121"/>
                    <a:pt x="27123" y="30110"/>
                    <a:pt x="27011" y="30088"/>
                  </a:cubicBezTo>
                  <a:lnTo>
                    <a:pt x="27011" y="30088"/>
                  </a:lnTo>
                  <a:cubicBezTo>
                    <a:pt x="27097" y="30098"/>
                    <a:pt x="27184" y="30103"/>
                    <a:pt x="27271" y="30103"/>
                  </a:cubicBezTo>
                  <a:cubicBezTo>
                    <a:pt x="27435" y="30103"/>
                    <a:pt x="27598" y="30085"/>
                    <a:pt x="27757" y="30051"/>
                  </a:cubicBezTo>
                  <a:close/>
                  <a:moveTo>
                    <a:pt x="23025" y="1"/>
                  </a:moveTo>
                  <a:cubicBezTo>
                    <a:pt x="22156" y="1"/>
                    <a:pt x="23650" y="3608"/>
                    <a:pt x="23307" y="3850"/>
                  </a:cubicBezTo>
                  <a:lnTo>
                    <a:pt x="23301" y="3850"/>
                  </a:lnTo>
                  <a:cubicBezTo>
                    <a:pt x="23214" y="3850"/>
                    <a:pt x="23020" y="3980"/>
                    <a:pt x="22878" y="4082"/>
                  </a:cubicBezTo>
                  <a:cubicBezTo>
                    <a:pt x="22563" y="4233"/>
                    <a:pt x="22175" y="4390"/>
                    <a:pt x="21777" y="4544"/>
                  </a:cubicBezTo>
                  <a:cubicBezTo>
                    <a:pt x="21536" y="4621"/>
                    <a:pt x="21308" y="4686"/>
                    <a:pt x="21308" y="4686"/>
                  </a:cubicBezTo>
                  <a:lnTo>
                    <a:pt x="21320" y="4711"/>
                  </a:lnTo>
                  <a:cubicBezTo>
                    <a:pt x="21160" y="4769"/>
                    <a:pt x="21003" y="4822"/>
                    <a:pt x="20855" y="4874"/>
                  </a:cubicBezTo>
                  <a:cubicBezTo>
                    <a:pt x="20835" y="4871"/>
                    <a:pt x="20813" y="4869"/>
                    <a:pt x="20790" y="4869"/>
                  </a:cubicBezTo>
                  <a:cubicBezTo>
                    <a:pt x="20515" y="4869"/>
                    <a:pt x="20045" y="5107"/>
                    <a:pt x="19883" y="5195"/>
                  </a:cubicBezTo>
                  <a:lnTo>
                    <a:pt x="19689" y="5254"/>
                  </a:lnTo>
                  <a:cubicBezTo>
                    <a:pt x="19689" y="5254"/>
                    <a:pt x="17129" y="3696"/>
                    <a:pt x="16401" y="3406"/>
                  </a:cubicBezTo>
                  <a:cubicBezTo>
                    <a:pt x="16369" y="3393"/>
                    <a:pt x="16340" y="3387"/>
                    <a:pt x="16312" y="3387"/>
                  </a:cubicBezTo>
                  <a:cubicBezTo>
                    <a:pt x="15711" y="3387"/>
                    <a:pt x="16111" y="6318"/>
                    <a:pt x="16111" y="6318"/>
                  </a:cubicBezTo>
                  <a:cubicBezTo>
                    <a:pt x="15146" y="6518"/>
                    <a:pt x="14208" y="6845"/>
                    <a:pt x="13326" y="7286"/>
                  </a:cubicBezTo>
                  <a:cubicBezTo>
                    <a:pt x="13178" y="7351"/>
                    <a:pt x="13033" y="7428"/>
                    <a:pt x="12897" y="7517"/>
                  </a:cubicBezTo>
                  <a:cubicBezTo>
                    <a:pt x="11688" y="8202"/>
                    <a:pt x="10643" y="9140"/>
                    <a:pt x="9825" y="10266"/>
                  </a:cubicBezTo>
                  <a:cubicBezTo>
                    <a:pt x="9767" y="10340"/>
                    <a:pt x="9711" y="10417"/>
                    <a:pt x="9662" y="10497"/>
                  </a:cubicBezTo>
                  <a:cubicBezTo>
                    <a:pt x="9393" y="10879"/>
                    <a:pt x="9153" y="11280"/>
                    <a:pt x="8937" y="11694"/>
                  </a:cubicBezTo>
                  <a:cubicBezTo>
                    <a:pt x="9640" y="9414"/>
                    <a:pt x="9714" y="7437"/>
                    <a:pt x="8268" y="6302"/>
                  </a:cubicBezTo>
                  <a:cubicBezTo>
                    <a:pt x="8265" y="6287"/>
                    <a:pt x="8255" y="6271"/>
                    <a:pt x="8243" y="6262"/>
                  </a:cubicBezTo>
                  <a:cubicBezTo>
                    <a:pt x="8157" y="6194"/>
                    <a:pt x="8061" y="6136"/>
                    <a:pt x="7959" y="6086"/>
                  </a:cubicBezTo>
                  <a:cubicBezTo>
                    <a:pt x="7728" y="5944"/>
                    <a:pt x="7481" y="5827"/>
                    <a:pt x="7228" y="5735"/>
                  </a:cubicBezTo>
                  <a:cubicBezTo>
                    <a:pt x="7062" y="5673"/>
                    <a:pt x="6901" y="5614"/>
                    <a:pt x="6744" y="5565"/>
                  </a:cubicBezTo>
                  <a:lnTo>
                    <a:pt x="6667" y="5534"/>
                  </a:lnTo>
                  <a:lnTo>
                    <a:pt x="6667" y="5537"/>
                  </a:lnTo>
                  <a:cubicBezTo>
                    <a:pt x="5740" y="5239"/>
                    <a:pt x="4940" y="5111"/>
                    <a:pt x="4254" y="5111"/>
                  </a:cubicBezTo>
                  <a:cubicBezTo>
                    <a:pt x="0" y="5111"/>
                    <a:pt x="124" y="10045"/>
                    <a:pt x="1454" y="10045"/>
                  </a:cubicBezTo>
                  <a:cubicBezTo>
                    <a:pt x="1656" y="10045"/>
                    <a:pt x="1886" y="9931"/>
                    <a:pt x="2133" y="9667"/>
                  </a:cubicBezTo>
                  <a:cubicBezTo>
                    <a:pt x="2646" y="9120"/>
                    <a:pt x="3319" y="8870"/>
                    <a:pt x="3987" y="8870"/>
                  </a:cubicBezTo>
                  <a:cubicBezTo>
                    <a:pt x="6164" y="8870"/>
                    <a:pt x="8284" y="11523"/>
                    <a:pt x="4607" y="15200"/>
                  </a:cubicBezTo>
                  <a:cubicBezTo>
                    <a:pt x="1664" y="18143"/>
                    <a:pt x="579" y="23220"/>
                    <a:pt x="1618" y="26640"/>
                  </a:cubicBezTo>
                  <a:lnTo>
                    <a:pt x="1612" y="26643"/>
                  </a:lnTo>
                  <a:cubicBezTo>
                    <a:pt x="1488" y="26803"/>
                    <a:pt x="1939" y="27692"/>
                    <a:pt x="2059" y="27815"/>
                  </a:cubicBezTo>
                  <a:cubicBezTo>
                    <a:pt x="2063" y="27819"/>
                    <a:pt x="2070" y="27822"/>
                    <a:pt x="2080" y="27822"/>
                  </a:cubicBezTo>
                  <a:cubicBezTo>
                    <a:pt x="2085" y="27822"/>
                    <a:pt x="2092" y="27821"/>
                    <a:pt x="2099" y="27818"/>
                  </a:cubicBezTo>
                  <a:cubicBezTo>
                    <a:pt x="2861" y="29261"/>
                    <a:pt x="4139" y="30202"/>
                    <a:pt x="5961" y="30202"/>
                  </a:cubicBezTo>
                  <a:cubicBezTo>
                    <a:pt x="6043" y="30202"/>
                    <a:pt x="6126" y="30200"/>
                    <a:pt x="6210" y="30196"/>
                  </a:cubicBezTo>
                  <a:cubicBezTo>
                    <a:pt x="6763" y="30171"/>
                    <a:pt x="7369" y="30161"/>
                    <a:pt x="8013" y="30161"/>
                  </a:cubicBezTo>
                  <a:cubicBezTo>
                    <a:pt x="8404" y="30161"/>
                    <a:pt x="8810" y="30164"/>
                    <a:pt x="9227" y="30171"/>
                  </a:cubicBezTo>
                  <a:cubicBezTo>
                    <a:pt x="9384" y="30257"/>
                    <a:pt x="9825" y="30274"/>
                    <a:pt x="10149" y="30274"/>
                  </a:cubicBezTo>
                  <a:cubicBezTo>
                    <a:pt x="10361" y="30274"/>
                    <a:pt x="10522" y="30267"/>
                    <a:pt x="10522" y="30267"/>
                  </a:cubicBezTo>
                  <a:lnTo>
                    <a:pt x="10516" y="30199"/>
                  </a:lnTo>
                  <a:lnTo>
                    <a:pt x="10516" y="30199"/>
                  </a:lnTo>
                  <a:cubicBezTo>
                    <a:pt x="10781" y="30208"/>
                    <a:pt x="11053" y="30215"/>
                    <a:pt x="11324" y="30224"/>
                  </a:cubicBezTo>
                  <a:cubicBezTo>
                    <a:pt x="11704" y="30261"/>
                    <a:pt x="12234" y="30267"/>
                    <a:pt x="12506" y="30267"/>
                  </a:cubicBezTo>
                  <a:cubicBezTo>
                    <a:pt x="12869" y="30283"/>
                    <a:pt x="13233" y="30295"/>
                    <a:pt x="13600" y="30310"/>
                  </a:cubicBezTo>
                  <a:cubicBezTo>
                    <a:pt x="14057" y="30347"/>
                    <a:pt x="14634" y="30363"/>
                    <a:pt x="14634" y="30363"/>
                  </a:cubicBezTo>
                  <a:cubicBezTo>
                    <a:pt x="14634" y="30363"/>
                    <a:pt x="14634" y="30357"/>
                    <a:pt x="14631" y="30350"/>
                  </a:cubicBezTo>
                  <a:lnTo>
                    <a:pt x="14631" y="30350"/>
                  </a:lnTo>
                  <a:cubicBezTo>
                    <a:pt x="16539" y="30424"/>
                    <a:pt x="18442" y="30491"/>
                    <a:pt x="20137" y="30491"/>
                  </a:cubicBezTo>
                  <a:cubicBezTo>
                    <a:pt x="20864" y="30491"/>
                    <a:pt x="21553" y="30479"/>
                    <a:pt x="22187" y="30449"/>
                  </a:cubicBezTo>
                  <a:cubicBezTo>
                    <a:pt x="22196" y="30452"/>
                    <a:pt x="22209" y="30455"/>
                    <a:pt x="22221" y="30455"/>
                  </a:cubicBezTo>
                  <a:cubicBezTo>
                    <a:pt x="22236" y="30455"/>
                    <a:pt x="22252" y="30452"/>
                    <a:pt x="22264" y="30446"/>
                  </a:cubicBezTo>
                  <a:cubicBezTo>
                    <a:pt x="22409" y="30437"/>
                    <a:pt x="22554" y="30431"/>
                    <a:pt x="22693" y="30421"/>
                  </a:cubicBezTo>
                  <a:cubicBezTo>
                    <a:pt x="22708" y="30443"/>
                    <a:pt x="22733" y="30455"/>
                    <a:pt x="22761" y="30455"/>
                  </a:cubicBezTo>
                  <a:cubicBezTo>
                    <a:pt x="22767" y="30455"/>
                    <a:pt x="22776" y="30455"/>
                    <a:pt x="22782" y="30452"/>
                  </a:cubicBezTo>
                  <a:cubicBezTo>
                    <a:pt x="22804" y="30446"/>
                    <a:pt x="22822" y="30431"/>
                    <a:pt x="22835" y="30412"/>
                  </a:cubicBezTo>
                  <a:cubicBezTo>
                    <a:pt x="22921" y="30403"/>
                    <a:pt x="23011" y="30397"/>
                    <a:pt x="23097" y="30390"/>
                  </a:cubicBezTo>
                  <a:cubicBezTo>
                    <a:pt x="23106" y="30397"/>
                    <a:pt x="23119" y="30400"/>
                    <a:pt x="23131" y="30403"/>
                  </a:cubicBezTo>
                  <a:cubicBezTo>
                    <a:pt x="23149" y="30403"/>
                    <a:pt x="23251" y="30409"/>
                    <a:pt x="23408" y="30409"/>
                  </a:cubicBezTo>
                  <a:cubicBezTo>
                    <a:pt x="23908" y="30409"/>
                    <a:pt x="24960" y="30344"/>
                    <a:pt x="25666" y="29848"/>
                  </a:cubicBezTo>
                  <a:cubicBezTo>
                    <a:pt x="25679" y="29838"/>
                    <a:pt x="25688" y="29829"/>
                    <a:pt x="25694" y="29814"/>
                  </a:cubicBezTo>
                  <a:cubicBezTo>
                    <a:pt x="25749" y="29783"/>
                    <a:pt x="25805" y="29746"/>
                    <a:pt x="25854" y="29709"/>
                  </a:cubicBezTo>
                  <a:cubicBezTo>
                    <a:pt x="25876" y="29721"/>
                    <a:pt x="25894" y="29734"/>
                    <a:pt x="25913" y="29746"/>
                  </a:cubicBezTo>
                  <a:cubicBezTo>
                    <a:pt x="26320" y="30088"/>
                    <a:pt x="26835" y="30279"/>
                    <a:pt x="27369" y="30289"/>
                  </a:cubicBezTo>
                  <a:cubicBezTo>
                    <a:pt x="27754" y="30289"/>
                    <a:pt x="28100" y="30175"/>
                    <a:pt x="28319" y="29962"/>
                  </a:cubicBezTo>
                  <a:cubicBezTo>
                    <a:pt x="28695" y="29598"/>
                    <a:pt x="28636" y="29067"/>
                    <a:pt x="28164" y="28537"/>
                  </a:cubicBezTo>
                  <a:cubicBezTo>
                    <a:pt x="27967" y="28315"/>
                    <a:pt x="27736" y="27433"/>
                    <a:pt x="27520" y="26242"/>
                  </a:cubicBezTo>
                  <a:cubicBezTo>
                    <a:pt x="27273" y="23978"/>
                    <a:pt x="27097" y="20536"/>
                    <a:pt x="26770" y="19158"/>
                  </a:cubicBezTo>
                  <a:cubicBezTo>
                    <a:pt x="26761" y="18766"/>
                    <a:pt x="26758" y="18402"/>
                    <a:pt x="26767" y="18075"/>
                  </a:cubicBezTo>
                  <a:cubicBezTo>
                    <a:pt x="26817" y="17526"/>
                    <a:pt x="26878" y="17023"/>
                    <a:pt x="26962" y="16582"/>
                  </a:cubicBezTo>
                  <a:lnTo>
                    <a:pt x="26962" y="16579"/>
                  </a:lnTo>
                  <a:cubicBezTo>
                    <a:pt x="26965" y="16567"/>
                    <a:pt x="26965" y="16557"/>
                    <a:pt x="26965" y="16545"/>
                  </a:cubicBezTo>
                  <a:cubicBezTo>
                    <a:pt x="26977" y="16480"/>
                    <a:pt x="26992" y="16413"/>
                    <a:pt x="27005" y="16351"/>
                  </a:cubicBezTo>
                  <a:cubicBezTo>
                    <a:pt x="27551" y="16295"/>
                    <a:pt x="28090" y="16268"/>
                    <a:pt x="28584" y="16243"/>
                  </a:cubicBezTo>
                  <a:cubicBezTo>
                    <a:pt x="29895" y="16175"/>
                    <a:pt x="30845" y="16129"/>
                    <a:pt x="31017" y="15675"/>
                  </a:cubicBezTo>
                  <a:cubicBezTo>
                    <a:pt x="31119" y="15410"/>
                    <a:pt x="30937" y="15052"/>
                    <a:pt x="30438" y="14556"/>
                  </a:cubicBezTo>
                  <a:cubicBezTo>
                    <a:pt x="29861" y="13982"/>
                    <a:pt x="29158" y="13686"/>
                    <a:pt x="28393" y="13581"/>
                  </a:cubicBezTo>
                  <a:cubicBezTo>
                    <a:pt x="28960" y="12724"/>
                    <a:pt x="29608" y="11771"/>
                    <a:pt x="30141" y="10833"/>
                  </a:cubicBezTo>
                  <a:lnTo>
                    <a:pt x="30465" y="10744"/>
                  </a:lnTo>
                  <a:cubicBezTo>
                    <a:pt x="30509" y="10734"/>
                    <a:pt x="30536" y="10688"/>
                    <a:pt x="30524" y="10645"/>
                  </a:cubicBezTo>
                  <a:cubicBezTo>
                    <a:pt x="30514" y="10609"/>
                    <a:pt x="30483" y="10586"/>
                    <a:pt x="30448" y="10586"/>
                  </a:cubicBezTo>
                  <a:cubicBezTo>
                    <a:pt x="30440" y="10586"/>
                    <a:pt x="30433" y="10587"/>
                    <a:pt x="30425" y="10589"/>
                  </a:cubicBezTo>
                  <a:lnTo>
                    <a:pt x="30249" y="10636"/>
                  </a:lnTo>
                  <a:cubicBezTo>
                    <a:pt x="30632" y="9939"/>
                    <a:pt x="30940" y="9254"/>
                    <a:pt x="31095" y="8631"/>
                  </a:cubicBezTo>
                  <a:cubicBezTo>
                    <a:pt x="31104" y="8631"/>
                    <a:pt x="31113" y="8625"/>
                    <a:pt x="31119" y="8619"/>
                  </a:cubicBezTo>
                  <a:cubicBezTo>
                    <a:pt x="31141" y="8588"/>
                    <a:pt x="31159" y="8437"/>
                    <a:pt x="31169" y="8261"/>
                  </a:cubicBezTo>
                  <a:cubicBezTo>
                    <a:pt x="31273" y="7542"/>
                    <a:pt x="31135" y="6922"/>
                    <a:pt x="30613" y="6475"/>
                  </a:cubicBezTo>
                  <a:cubicBezTo>
                    <a:pt x="30360" y="6259"/>
                    <a:pt x="30111" y="6040"/>
                    <a:pt x="29861" y="5818"/>
                  </a:cubicBezTo>
                  <a:cubicBezTo>
                    <a:pt x="29704" y="5655"/>
                    <a:pt x="29232" y="5226"/>
                    <a:pt x="29232" y="5226"/>
                  </a:cubicBezTo>
                  <a:lnTo>
                    <a:pt x="29216" y="5241"/>
                  </a:lnTo>
                  <a:cubicBezTo>
                    <a:pt x="26675" y="2931"/>
                    <a:pt x="24355" y="550"/>
                    <a:pt x="23245" y="57"/>
                  </a:cubicBezTo>
                  <a:cubicBezTo>
                    <a:pt x="23159" y="18"/>
                    <a:pt x="23086" y="1"/>
                    <a:pt x="23025"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2" name="Google Shape;5142;p47"/>
            <p:cNvSpPr/>
            <p:nvPr/>
          </p:nvSpPr>
          <p:spPr>
            <a:xfrm>
              <a:off x="5569306" y="3824614"/>
              <a:ext cx="213565" cy="106564"/>
            </a:xfrm>
            <a:custGeom>
              <a:avLst/>
              <a:gdLst/>
              <a:ahLst/>
              <a:cxnLst/>
              <a:rect l="l" t="t" r="r" b="b"/>
              <a:pathLst>
                <a:path w="5870" h="2929" extrusionOk="0">
                  <a:moveTo>
                    <a:pt x="2016" y="0"/>
                  </a:moveTo>
                  <a:cubicBezTo>
                    <a:pt x="0" y="0"/>
                    <a:pt x="695" y="2929"/>
                    <a:pt x="695" y="2929"/>
                  </a:cubicBezTo>
                  <a:cubicBezTo>
                    <a:pt x="695" y="2929"/>
                    <a:pt x="2971" y="2523"/>
                    <a:pt x="4363" y="2523"/>
                  </a:cubicBezTo>
                  <a:cubicBezTo>
                    <a:pt x="4408" y="2523"/>
                    <a:pt x="4452" y="2524"/>
                    <a:pt x="4495" y="2525"/>
                  </a:cubicBezTo>
                  <a:cubicBezTo>
                    <a:pt x="4507" y="2525"/>
                    <a:pt x="4518" y="2525"/>
                    <a:pt x="4530" y="2525"/>
                  </a:cubicBezTo>
                  <a:cubicBezTo>
                    <a:pt x="5869" y="2525"/>
                    <a:pt x="5789" y="954"/>
                    <a:pt x="2823" y="125"/>
                  </a:cubicBezTo>
                  <a:cubicBezTo>
                    <a:pt x="2515" y="39"/>
                    <a:pt x="2248" y="0"/>
                    <a:pt x="201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3" name="Google Shape;5143;p47"/>
            <p:cNvSpPr/>
            <p:nvPr/>
          </p:nvSpPr>
          <p:spPr>
            <a:xfrm>
              <a:off x="4635162" y="3332147"/>
              <a:ext cx="1196111" cy="1109412"/>
            </a:xfrm>
            <a:custGeom>
              <a:avLst/>
              <a:gdLst/>
              <a:ahLst/>
              <a:cxnLst/>
              <a:rect l="l" t="t" r="r" b="b"/>
              <a:pathLst>
                <a:path w="32876" h="30493" extrusionOk="0">
                  <a:moveTo>
                    <a:pt x="7942" y="14627"/>
                  </a:moveTo>
                  <a:lnTo>
                    <a:pt x="7942" y="14627"/>
                  </a:lnTo>
                  <a:cubicBezTo>
                    <a:pt x="6459" y="20141"/>
                    <a:pt x="7794" y="26264"/>
                    <a:pt x="7794" y="26264"/>
                  </a:cubicBezTo>
                  <a:cubicBezTo>
                    <a:pt x="7584" y="26278"/>
                    <a:pt x="7385" y="26285"/>
                    <a:pt x="7196" y="26285"/>
                  </a:cubicBezTo>
                  <a:cubicBezTo>
                    <a:pt x="1635" y="26285"/>
                    <a:pt x="5484" y="20232"/>
                    <a:pt x="7942" y="14627"/>
                  </a:cubicBezTo>
                  <a:close/>
                  <a:moveTo>
                    <a:pt x="23156" y="0"/>
                  </a:moveTo>
                  <a:cubicBezTo>
                    <a:pt x="22286" y="0"/>
                    <a:pt x="23786" y="3622"/>
                    <a:pt x="23435" y="3850"/>
                  </a:cubicBezTo>
                  <a:cubicBezTo>
                    <a:pt x="22550" y="4418"/>
                    <a:pt x="19820" y="5250"/>
                    <a:pt x="19820" y="5250"/>
                  </a:cubicBezTo>
                  <a:cubicBezTo>
                    <a:pt x="19820" y="5250"/>
                    <a:pt x="17260" y="3696"/>
                    <a:pt x="16532" y="3403"/>
                  </a:cubicBezTo>
                  <a:cubicBezTo>
                    <a:pt x="16501" y="3390"/>
                    <a:pt x="16471" y="3384"/>
                    <a:pt x="16444" y="3384"/>
                  </a:cubicBezTo>
                  <a:cubicBezTo>
                    <a:pt x="15841" y="3384"/>
                    <a:pt x="16242" y="6314"/>
                    <a:pt x="16242" y="6314"/>
                  </a:cubicBezTo>
                  <a:cubicBezTo>
                    <a:pt x="12612" y="7092"/>
                    <a:pt x="10394" y="9164"/>
                    <a:pt x="9068" y="11693"/>
                  </a:cubicBezTo>
                  <a:cubicBezTo>
                    <a:pt x="9910" y="8961"/>
                    <a:pt x="9852" y="6669"/>
                    <a:pt x="7359" y="5735"/>
                  </a:cubicBezTo>
                  <a:cubicBezTo>
                    <a:pt x="6189" y="5295"/>
                    <a:pt x="5204" y="5111"/>
                    <a:pt x="4383" y="5111"/>
                  </a:cubicBezTo>
                  <a:cubicBezTo>
                    <a:pt x="132" y="5111"/>
                    <a:pt x="255" y="10044"/>
                    <a:pt x="1585" y="10044"/>
                  </a:cubicBezTo>
                  <a:cubicBezTo>
                    <a:pt x="1787" y="10044"/>
                    <a:pt x="2017" y="9930"/>
                    <a:pt x="2264" y="9667"/>
                  </a:cubicBezTo>
                  <a:cubicBezTo>
                    <a:pt x="2777" y="9120"/>
                    <a:pt x="3450" y="8870"/>
                    <a:pt x="4119" y="8870"/>
                  </a:cubicBezTo>
                  <a:cubicBezTo>
                    <a:pt x="6295" y="8870"/>
                    <a:pt x="8415" y="11523"/>
                    <a:pt x="4738" y="15197"/>
                  </a:cubicBezTo>
                  <a:cubicBezTo>
                    <a:pt x="1" y="19937"/>
                    <a:pt x="78" y="30202"/>
                    <a:pt x="6090" y="30202"/>
                  </a:cubicBezTo>
                  <a:cubicBezTo>
                    <a:pt x="6173" y="30202"/>
                    <a:pt x="6257" y="30200"/>
                    <a:pt x="6342" y="30196"/>
                  </a:cubicBezTo>
                  <a:cubicBezTo>
                    <a:pt x="6896" y="30170"/>
                    <a:pt x="7503" y="30159"/>
                    <a:pt x="8149" y="30159"/>
                  </a:cubicBezTo>
                  <a:cubicBezTo>
                    <a:pt x="11721" y="30159"/>
                    <a:pt x="16496" y="30492"/>
                    <a:pt x="20255" y="30492"/>
                  </a:cubicBezTo>
                  <a:cubicBezTo>
                    <a:pt x="22988" y="30492"/>
                    <a:pt x="25184" y="30316"/>
                    <a:pt x="25989" y="29709"/>
                  </a:cubicBezTo>
                  <a:cubicBezTo>
                    <a:pt x="26388" y="29975"/>
                    <a:pt x="26918" y="30108"/>
                    <a:pt x="27398" y="30108"/>
                  </a:cubicBezTo>
                  <a:cubicBezTo>
                    <a:pt x="28415" y="30108"/>
                    <a:pt x="29210" y="29513"/>
                    <a:pt x="28070" y="28330"/>
                  </a:cubicBezTo>
                  <a:cubicBezTo>
                    <a:pt x="27509" y="27744"/>
                    <a:pt x="27367" y="20616"/>
                    <a:pt x="26828" y="18917"/>
                  </a:cubicBezTo>
                  <a:cubicBezTo>
                    <a:pt x="26828" y="18917"/>
                    <a:pt x="26828" y="18914"/>
                    <a:pt x="26828" y="18914"/>
                  </a:cubicBezTo>
                  <a:cubicBezTo>
                    <a:pt x="26929" y="17347"/>
                    <a:pt x="27108" y="16030"/>
                    <a:pt x="27454" y="15342"/>
                  </a:cubicBezTo>
                  <a:cubicBezTo>
                    <a:pt x="28616" y="13010"/>
                    <a:pt x="32876" y="8304"/>
                    <a:pt x="30741" y="6475"/>
                  </a:cubicBezTo>
                  <a:cubicBezTo>
                    <a:pt x="27685" y="3853"/>
                    <a:pt x="24687" y="636"/>
                    <a:pt x="23376" y="56"/>
                  </a:cubicBezTo>
                  <a:cubicBezTo>
                    <a:pt x="23290" y="18"/>
                    <a:pt x="23217" y="0"/>
                    <a:pt x="23156" y="0"/>
                  </a:cubicBezTo>
                  <a:close/>
                </a:path>
              </a:pathLst>
            </a:custGeom>
            <a:solidFill>
              <a:srgbClr val="B6B7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4" name="Google Shape;5144;p47"/>
            <p:cNvSpPr/>
            <p:nvPr/>
          </p:nvSpPr>
          <p:spPr>
            <a:xfrm>
              <a:off x="5391907" y="3663660"/>
              <a:ext cx="292188" cy="188716"/>
            </a:xfrm>
            <a:custGeom>
              <a:avLst/>
              <a:gdLst/>
              <a:ahLst/>
              <a:cxnLst/>
              <a:rect l="l" t="t" r="r" b="b"/>
              <a:pathLst>
                <a:path w="8031" h="5187" extrusionOk="0">
                  <a:moveTo>
                    <a:pt x="2363" y="0"/>
                  </a:moveTo>
                  <a:cubicBezTo>
                    <a:pt x="2251" y="0"/>
                    <a:pt x="2167" y="15"/>
                    <a:pt x="2120" y="46"/>
                  </a:cubicBezTo>
                  <a:cubicBezTo>
                    <a:pt x="772" y="937"/>
                    <a:pt x="1" y="4287"/>
                    <a:pt x="1" y="4287"/>
                  </a:cubicBezTo>
                  <a:cubicBezTo>
                    <a:pt x="185" y="4932"/>
                    <a:pt x="862" y="5187"/>
                    <a:pt x="1734" y="5187"/>
                  </a:cubicBezTo>
                  <a:cubicBezTo>
                    <a:pt x="3615" y="5187"/>
                    <a:pt x="6402" y="4002"/>
                    <a:pt x="7098" y="3007"/>
                  </a:cubicBezTo>
                  <a:cubicBezTo>
                    <a:pt x="8031" y="1676"/>
                    <a:pt x="3559" y="0"/>
                    <a:pt x="2363" y="0"/>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5" name="Google Shape;5145;p47"/>
            <p:cNvSpPr/>
            <p:nvPr/>
          </p:nvSpPr>
          <p:spPr>
            <a:xfrm>
              <a:off x="5362765" y="4399740"/>
              <a:ext cx="89101" cy="24958"/>
            </a:xfrm>
            <a:custGeom>
              <a:avLst/>
              <a:gdLst/>
              <a:ahLst/>
              <a:cxnLst/>
              <a:rect l="l" t="t" r="r" b="b"/>
              <a:pathLst>
                <a:path w="2449" h="686" extrusionOk="0">
                  <a:moveTo>
                    <a:pt x="1268" y="1"/>
                  </a:moveTo>
                  <a:cubicBezTo>
                    <a:pt x="686" y="1"/>
                    <a:pt x="133" y="224"/>
                    <a:pt x="92" y="241"/>
                  </a:cubicBezTo>
                  <a:cubicBezTo>
                    <a:pt x="1" y="274"/>
                    <a:pt x="39" y="398"/>
                    <a:pt x="118" y="398"/>
                  </a:cubicBezTo>
                  <a:cubicBezTo>
                    <a:pt x="129" y="398"/>
                    <a:pt x="141" y="395"/>
                    <a:pt x="154" y="389"/>
                  </a:cubicBezTo>
                  <a:cubicBezTo>
                    <a:pt x="163" y="386"/>
                    <a:pt x="708" y="166"/>
                    <a:pt x="1267" y="166"/>
                  </a:cubicBezTo>
                  <a:cubicBezTo>
                    <a:pt x="1661" y="166"/>
                    <a:pt x="2062" y="276"/>
                    <a:pt x="2285" y="648"/>
                  </a:cubicBezTo>
                  <a:cubicBezTo>
                    <a:pt x="2301" y="673"/>
                    <a:pt x="2329" y="685"/>
                    <a:pt x="2356" y="685"/>
                  </a:cubicBezTo>
                  <a:cubicBezTo>
                    <a:pt x="2369" y="685"/>
                    <a:pt x="2384" y="682"/>
                    <a:pt x="2396" y="676"/>
                  </a:cubicBezTo>
                  <a:cubicBezTo>
                    <a:pt x="2436" y="652"/>
                    <a:pt x="2449" y="602"/>
                    <a:pt x="2424" y="565"/>
                  </a:cubicBezTo>
                  <a:cubicBezTo>
                    <a:pt x="2162" y="128"/>
                    <a:pt x="1707" y="1"/>
                    <a:pt x="12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6" name="Google Shape;5146;p47"/>
            <p:cNvSpPr/>
            <p:nvPr/>
          </p:nvSpPr>
          <p:spPr>
            <a:xfrm>
              <a:off x="5344065" y="4373800"/>
              <a:ext cx="127339" cy="66398"/>
            </a:xfrm>
            <a:custGeom>
              <a:avLst/>
              <a:gdLst/>
              <a:ahLst/>
              <a:cxnLst/>
              <a:rect l="l" t="t" r="r" b="b"/>
              <a:pathLst>
                <a:path w="3500" h="1825" extrusionOk="0">
                  <a:moveTo>
                    <a:pt x="1543" y="0"/>
                  </a:moveTo>
                  <a:cubicBezTo>
                    <a:pt x="1095" y="0"/>
                    <a:pt x="605" y="163"/>
                    <a:pt x="76" y="489"/>
                  </a:cubicBezTo>
                  <a:cubicBezTo>
                    <a:pt x="1" y="535"/>
                    <a:pt x="47" y="640"/>
                    <a:pt x="119" y="640"/>
                  </a:cubicBezTo>
                  <a:cubicBezTo>
                    <a:pt x="133" y="640"/>
                    <a:pt x="147" y="636"/>
                    <a:pt x="162" y="627"/>
                  </a:cubicBezTo>
                  <a:cubicBezTo>
                    <a:pt x="663" y="317"/>
                    <a:pt x="1125" y="163"/>
                    <a:pt x="1542" y="163"/>
                  </a:cubicBezTo>
                  <a:cubicBezTo>
                    <a:pt x="1739" y="163"/>
                    <a:pt x="1926" y="197"/>
                    <a:pt x="2102" y="267"/>
                  </a:cubicBezTo>
                  <a:cubicBezTo>
                    <a:pt x="3000" y="615"/>
                    <a:pt x="3327" y="1753"/>
                    <a:pt x="3330" y="1765"/>
                  </a:cubicBezTo>
                  <a:cubicBezTo>
                    <a:pt x="3339" y="1799"/>
                    <a:pt x="3373" y="1824"/>
                    <a:pt x="3407" y="1824"/>
                  </a:cubicBezTo>
                  <a:cubicBezTo>
                    <a:pt x="3416" y="1824"/>
                    <a:pt x="3422" y="1824"/>
                    <a:pt x="3432" y="1821"/>
                  </a:cubicBezTo>
                  <a:cubicBezTo>
                    <a:pt x="3472" y="1809"/>
                    <a:pt x="3499" y="1765"/>
                    <a:pt x="3487" y="1722"/>
                  </a:cubicBezTo>
                  <a:cubicBezTo>
                    <a:pt x="3475" y="1673"/>
                    <a:pt x="3132" y="495"/>
                    <a:pt x="2164" y="115"/>
                  </a:cubicBezTo>
                  <a:cubicBezTo>
                    <a:pt x="1967" y="39"/>
                    <a:pt x="1760" y="0"/>
                    <a:pt x="154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7" name="Google Shape;5147;p47"/>
            <p:cNvSpPr/>
            <p:nvPr/>
          </p:nvSpPr>
          <p:spPr>
            <a:xfrm>
              <a:off x="5524774" y="3771132"/>
              <a:ext cx="64506" cy="65634"/>
            </a:xfrm>
            <a:custGeom>
              <a:avLst/>
              <a:gdLst/>
              <a:ahLst/>
              <a:cxnLst/>
              <a:rect l="l" t="t" r="r" b="b"/>
              <a:pathLst>
                <a:path w="1773" h="1804" extrusionOk="0">
                  <a:moveTo>
                    <a:pt x="706" y="0"/>
                  </a:moveTo>
                  <a:cubicBezTo>
                    <a:pt x="699" y="0"/>
                    <a:pt x="695" y="1"/>
                    <a:pt x="695" y="1"/>
                  </a:cubicBezTo>
                  <a:cubicBezTo>
                    <a:pt x="478" y="287"/>
                    <a:pt x="0" y="1118"/>
                    <a:pt x="155" y="1118"/>
                  </a:cubicBezTo>
                  <a:cubicBezTo>
                    <a:pt x="157" y="1118"/>
                    <a:pt x="159" y="1117"/>
                    <a:pt x="161" y="1117"/>
                  </a:cubicBezTo>
                  <a:cubicBezTo>
                    <a:pt x="162" y="1117"/>
                    <a:pt x="164" y="1117"/>
                    <a:pt x="166" y="1117"/>
                  </a:cubicBezTo>
                  <a:cubicBezTo>
                    <a:pt x="297" y="1117"/>
                    <a:pt x="1075" y="1803"/>
                    <a:pt x="1482" y="1803"/>
                  </a:cubicBezTo>
                  <a:cubicBezTo>
                    <a:pt x="1664" y="1803"/>
                    <a:pt x="1772" y="1664"/>
                    <a:pt x="1712" y="1262"/>
                  </a:cubicBezTo>
                  <a:cubicBezTo>
                    <a:pt x="1532" y="43"/>
                    <a:pt x="807" y="0"/>
                    <a:pt x="70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8" name="Google Shape;5148;p47"/>
            <p:cNvSpPr/>
            <p:nvPr/>
          </p:nvSpPr>
          <p:spPr>
            <a:xfrm>
              <a:off x="5317470" y="3675448"/>
              <a:ext cx="90192" cy="39511"/>
            </a:xfrm>
            <a:custGeom>
              <a:avLst/>
              <a:gdLst/>
              <a:ahLst/>
              <a:cxnLst/>
              <a:rect l="l" t="t" r="r" b="b"/>
              <a:pathLst>
                <a:path w="2479" h="1086" extrusionOk="0">
                  <a:moveTo>
                    <a:pt x="896" y="1"/>
                  </a:moveTo>
                  <a:cubicBezTo>
                    <a:pt x="453" y="1"/>
                    <a:pt x="93" y="102"/>
                    <a:pt x="85" y="105"/>
                  </a:cubicBezTo>
                  <a:cubicBezTo>
                    <a:pt x="1" y="116"/>
                    <a:pt x="37" y="263"/>
                    <a:pt x="107" y="263"/>
                  </a:cubicBezTo>
                  <a:cubicBezTo>
                    <a:pt x="114" y="263"/>
                    <a:pt x="121" y="262"/>
                    <a:pt x="128" y="259"/>
                  </a:cubicBezTo>
                  <a:cubicBezTo>
                    <a:pt x="137" y="256"/>
                    <a:pt x="479" y="159"/>
                    <a:pt x="896" y="159"/>
                  </a:cubicBezTo>
                  <a:cubicBezTo>
                    <a:pt x="1428" y="159"/>
                    <a:pt x="2081" y="317"/>
                    <a:pt x="2309" y="1030"/>
                  </a:cubicBezTo>
                  <a:cubicBezTo>
                    <a:pt x="2321" y="1061"/>
                    <a:pt x="2352" y="1085"/>
                    <a:pt x="2386" y="1085"/>
                  </a:cubicBezTo>
                  <a:cubicBezTo>
                    <a:pt x="2395" y="1085"/>
                    <a:pt x="2405" y="1085"/>
                    <a:pt x="2411" y="1082"/>
                  </a:cubicBezTo>
                  <a:cubicBezTo>
                    <a:pt x="2454" y="1070"/>
                    <a:pt x="2479" y="1024"/>
                    <a:pt x="2463" y="980"/>
                  </a:cubicBezTo>
                  <a:cubicBezTo>
                    <a:pt x="2206" y="176"/>
                    <a:pt x="1479" y="1"/>
                    <a:pt x="8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9" name="Google Shape;5149;p47"/>
            <p:cNvSpPr/>
            <p:nvPr/>
          </p:nvSpPr>
          <p:spPr>
            <a:xfrm>
              <a:off x="5567195" y="3588822"/>
              <a:ext cx="56866" cy="74839"/>
            </a:xfrm>
            <a:custGeom>
              <a:avLst/>
              <a:gdLst/>
              <a:ahLst/>
              <a:cxnLst/>
              <a:rect l="l" t="t" r="r" b="b"/>
              <a:pathLst>
                <a:path w="1563" h="2057" extrusionOk="0">
                  <a:moveTo>
                    <a:pt x="1444" y="0"/>
                  </a:moveTo>
                  <a:cubicBezTo>
                    <a:pt x="1428" y="0"/>
                    <a:pt x="1411" y="6"/>
                    <a:pt x="1395" y="18"/>
                  </a:cubicBezTo>
                  <a:cubicBezTo>
                    <a:pt x="1336" y="64"/>
                    <a:pt x="0" y="1125"/>
                    <a:pt x="102" y="1986"/>
                  </a:cubicBezTo>
                  <a:cubicBezTo>
                    <a:pt x="108" y="2026"/>
                    <a:pt x="142" y="2057"/>
                    <a:pt x="182" y="2057"/>
                  </a:cubicBezTo>
                  <a:lnTo>
                    <a:pt x="192" y="2057"/>
                  </a:lnTo>
                  <a:cubicBezTo>
                    <a:pt x="235" y="2051"/>
                    <a:pt x="269" y="2011"/>
                    <a:pt x="263" y="1967"/>
                  </a:cubicBezTo>
                  <a:cubicBezTo>
                    <a:pt x="173" y="1196"/>
                    <a:pt x="1481" y="157"/>
                    <a:pt x="1493" y="148"/>
                  </a:cubicBezTo>
                  <a:cubicBezTo>
                    <a:pt x="1563" y="93"/>
                    <a:pt x="1510" y="0"/>
                    <a:pt x="14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0" name="Google Shape;5150;p47"/>
            <p:cNvSpPr/>
            <p:nvPr/>
          </p:nvSpPr>
          <p:spPr>
            <a:xfrm>
              <a:off x="5243687" y="3498340"/>
              <a:ext cx="91829" cy="63560"/>
            </a:xfrm>
            <a:custGeom>
              <a:avLst/>
              <a:gdLst/>
              <a:ahLst/>
              <a:cxnLst/>
              <a:rect l="l" t="t" r="r" b="b"/>
              <a:pathLst>
                <a:path w="2524" h="1747" extrusionOk="0">
                  <a:moveTo>
                    <a:pt x="241" y="1"/>
                  </a:moveTo>
                  <a:cubicBezTo>
                    <a:pt x="0" y="1"/>
                    <a:pt x="534" y="1746"/>
                    <a:pt x="534" y="1746"/>
                  </a:cubicBezTo>
                  <a:cubicBezTo>
                    <a:pt x="534" y="1746"/>
                    <a:pt x="2036" y="1315"/>
                    <a:pt x="2280" y="1117"/>
                  </a:cubicBezTo>
                  <a:cubicBezTo>
                    <a:pt x="2523" y="920"/>
                    <a:pt x="485" y="1"/>
                    <a:pt x="24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1" name="Google Shape;5151;p47"/>
            <p:cNvSpPr/>
            <p:nvPr/>
          </p:nvSpPr>
          <p:spPr>
            <a:xfrm>
              <a:off x="5361164" y="3509146"/>
              <a:ext cx="60540" cy="90774"/>
            </a:xfrm>
            <a:custGeom>
              <a:avLst/>
              <a:gdLst/>
              <a:ahLst/>
              <a:cxnLst/>
              <a:rect l="l" t="t" r="r" b="b"/>
              <a:pathLst>
                <a:path w="1664" h="2495" extrusionOk="0">
                  <a:moveTo>
                    <a:pt x="965" y="0"/>
                  </a:moveTo>
                  <a:cubicBezTo>
                    <a:pt x="630" y="0"/>
                    <a:pt x="1" y="358"/>
                    <a:pt x="1" y="358"/>
                  </a:cubicBezTo>
                  <a:cubicBezTo>
                    <a:pt x="1" y="358"/>
                    <a:pt x="1222" y="2495"/>
                    <a:pt x="1510" y="2495"/>
                  </a:cubicBezTo>
                  <a:cubicBezTo>
                    <a:pt x="1537" y="2495"/>
                    <a:pt x="1556" y="2476"/>
                    <a:pt x="1564" y="2433"/>
                  </a:cubicBezTo>
                  <a:cubicBezTo>
                    <a:pt x="1663" y="1949"/>
                    <a:pt x="1185" y="89"/>
                    <a:pt x="1105" y="34"/>
                  </a:cubicBezTo>
                  <a:cubicBezTo>
                    <a:pt x="1069" y="10"/>
                    <a:pt x="1021" y="0"/>
                    <a:pt x="965" y="0"/>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2" name="Google Shape;5152;p47"/>
            <p:cNvSpPr/>
            <p:nvPr/>
          </p:nvSpPr>
          <p:spPr>
            <a:xfrm>
              <a:off x="5415155" y="3490554"/>
              <a:ext cx="55338" cy="99652"/>
            </a:xfrm>
            <a:custGeom>
              <a:avLst/>
              <a:gdLst/>
              <a:ahLst/>
              <a:cxnLst/>
              <a:rect l="l" t="t" r="r" b="b"/>
              <a:pathLst>
                <a:path w="1521" h="2739" extrusionOk="0">
                  <a:moveTo>
                    <a:pt x="968" y="0"/>
                  </a:moveTo>
                  <a:cubicBezTo>
                    <a:pt x="959" y="0"/>
                    <a:pt x="950" y="3"/>
                    <a:pt x="941" y="8"/>
                  </a:cubicBezTo>
                  <a:cubicBezTo>
                    <a:pt x="753" y="116"/>
                    <a:pt x="0" y="329"/>
                    <a:pt x="0" y="329"/>
                  </a:cubicBezTo>
                  <a:cubicBezTo>
                    <a:pt x="0" y="329"/>
                    <a:pt x="1235" y="2739"/>
                    <a:pt x="1413" y="2739"/>
                  </a:cubicBezTo>
                  <a:cubicBezTo>
                    <a:pt x="1420" y="2739"/>
                    <a:pt x="1425" y="2735"/>
                    <a:pt x="1428" y="2728"/>
                  </a:cubicBezTo>
                  <a:cubicBezTo>
                    <a:pt x="1521" y="2540"/>
                    <a:pt x="1257" y="0"/>
                    <a:pt x="968" y="0"/>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3" name="Google Shape;5153;p47"/>
            <p:cNvSpPr/>
            <p:nvPr/>
          </p:nvSpPr>
          <p:spPr>
            <a:xfrm>
              <a:off x="5466308" y="3472072"/>
              <a:ext cx="53009" cy="100416"/>
            </a:xfrm>
            <a:custGeom>
              <a:avLst/>
              <a:gdLst/>
              <a:ahLst/>
              <a:cxnLst/>
              <a:rect l="l" t="t" r="r" b="b"/>
              <a:pathLst>
                <a:path w="1457" h="2760" extrusionOk="0">
                  <a:moveTo>
                    <a:pt x="587" y="1"/>
                  </a:moveTo>
                  <a:cubicBezTo>
                    <a:pt x="442" y="1"/>
                    <a:pt x="1" y="359"/>
                    <a:pt x="1" y="359"/>
                  </a:cubicBezTo>
                  <a:cubicBezTo>
                    <a:pt x="1" y="359"/>
                    <a:pt x="960" y="2759"/>
                    <a:pt x="1225" y="2759"/>
                  </a:cubicBezTo>
                  <a:cubicBezTo>
                    <a:pt x="1240" y="2759"/>
                    <a:pt x="1252" y="2752"/>
                    <a:pt x="1262" y="2737"/>
                  </a:cubicBezTo>
                  <a:cubicBezTo>
                    <a:pt x="1456" y="2447"/>
                    <a:pt x="732" y="1"/>
                    <a:pt x="587" y="1"/>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4" name="Google Shape;5154;p47"/>
            <p:cNvSpPr/>
            <p:nvPr/>
          </p:nvSpPr>
          <p:spPr>
            <a:xfrm>
              <a:off x="5504946" y="3378134"/>
              <a:ext cx="80587" cy="83207"/>
            </a:xfrm>
            <a:custGeom>
              <a:avLst/>
              <a:gdLst/>
              <a:ahLst/>
              <a:cxnLst/>
              <a:rect l="l" t="t" r="r" b="b"/>
              <a:pathLst>
                <a:path w="2215" h="2287" extrusionOk="0">
                  <a:moveTo>
                    <a:pt x="226" y="0"/>
                  </a:moveTo>
                  <a:cubicBezTo>
                    <a:pt x="1" y="0"/>
                    <a:pt x="333" y="2287"/>
                    <a:pt x="333" y="2287"/>
                  </a:cubicBezTo>
                  <a:cubicBezTo>
                    <a:pt x="333" y="2287"/>
                    <a:pt x="2119" y="1923"/>
                    <a:pt x="2168" y="1778"/>
                  </a:cubicBezTo>
                  <a:cubicBezTo>
                    <a:pt x="2214" y="1630"/>
                    <a:pt x="848" y="270"/>
                    <a:pt x="243" y="5"/>
                  </a:cubicBezTo>
                  <a:cubicBezTo>
                    <a:pt x="237" y="2"/>
                    <a:pt x="231" y="0"/>
                    <a:pt x="2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5" name="Google Shape;5155;p47"/>
            <p:cNvSpPr/>
            <p:nvPr/>
          </p:nvSpPr>
          <p:spPr>
            <a:xfrm>
              <a:off x="5261587" y="3515294"/>
              <a:ext cx="39148" cy="37292"/>
            </a:xfrm>
            <a:custGeom>
              <a:avLst/>
              <a:gdLst/>
              <a:ahLst/>
              <a:cxnLst/>
              <a:rect l="l" t="t" r="r" b="b"/>
              <a:pathLst>
                <a:path w="1076" h="1025" extrusionOk="0">
                  <a:moveTo>
                    <a:pt x="771" y="0"/>
                  </a:moveTo>
                  <a:cubicBezTo>
                    <a:pt x="763" y="0"/>
                    <a:pt x="756" y="1"/>
                    <a:pt x="748" y="4"/>
                  </a:cubicBezTo>
                  <a:cubicBezTo>
                    <a:pt x="705" y="16"/>
                    <a:pt x="680" y="59"/>
                    <a:pt x="693" y="102"/>
                  </a:cubicBezTo>
                  <a:cubicBezTo>
                    <a:pt x="767" y="371"/>
                    <a:pt x="838" y="688"/>
                    <a:pt x="850" y="830"/>
                  </a:cubicBezTo>
                  <a:cubicBezTo>
                    <a:pt x="714" y="744"/>
                    <a:pt x="421" y="506"/>
                    <a:pt x="175" y="290"/>
                  </a:cubicBezTo>
                  <a:cubicBezTo>
                    <a:pt x="157" y="272"/>
                    <a:pt x="137" y="265"/>
                    <a:pt x="119" y="265"/>
                  </a:cubicBezTo>
                  <a:cubicBezTo>
                    <a:pt x="54" y="265"/>
                    <a:pt x="0" y="356"/>
                    <a:pt x="70" y="411"/>
                  </a:cubicBezTo>
                  <a:cubicBezTo>
                    <a:pt x="532" y="818"/>
                    <a:pt x="813" y="1024"/>
                    <a:pt x="906" y="1024"/>
                  </a:cubicBezTo>
                  <a:cubicBezTo>
                    <a:pt x="936" y="1024"/>
                    <a:pt x="964" y="1009"/>
                    <a:pt x="983" y="984"/>
                  </a:cubicBezTo>
                  <a:cubicBezTo>
                    <a:pt x="1007" y="953"/>
                    <a:pt x="1075" y="864"/>
                    <a:pt x="847" y="59"/>
                  </a:cubicBezTo>
                  <a:cubicBezTo>
                    <a:pt x="837" y="23"/>
                    <a:pt x="806" y="0"/>
                    <a:pt x="7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6" name="Google Shape;5156;p47"/>
            <p:cNvSpPr/>
            <p:nvPr/>
          </p:nvSpPr>
          <p:spPr>
            <a:xfrm>
              <a:off x="5531759" y="3414043"/>
              <a:ext cx="27505" cy="37001"/>
            </a:xfrm>
            <a:custGeom>
              <a:avLst/>
              <a:gdLst/>
              <a:ahLst/>
              <a:cxnLst/>
              <a:rect l="l" t="t" r="r" b="b"/>
              <a:pathLst>
                <a:path w="756" h="1017" extrusionOk="0">
                  <a:moveTo>
                    <a:pt x="109" y="1"/>
                  </a:moveTo>
                  <a:cubicBezTo>
                    <a:pt x="55" y="1"/>
                    <a:pt x="1" y="55"/>
                    <a:pt x="37" y="122"/>
                  </a:cubicBezTo>
                  <a:cubicBezTo>
                    <a:pt x="441" y="982"/>
                    <a:pt x="549" y="1016"/>
                    <a:pt x="601" y="1016"/>
                  </a:cubicBezTo>
                  <a:lnTo>
                    <a:pt x="607" y="1016"/>
                  </a:lnTo>
                  <a:cubicBezTo>
                    <a:pt x="648" y="1016"/>
                    <a:pt x="681" y="991"/>
                    <a:pt x="697" y="954"/>
                  </a:cubicBezTo>
                  <a:cubicBezTo>
                    <a:pt x="755" y="809"/>
                    <a:pt x="709" y="202"/>
                    <a:pt x="700" y="82"/>
                  </a:cubicBezTo>
                  <a:cubicBezTo>
                    <a:pt x="700" y="39"/>
                    <a:pt x="666" y="7"/>
                    <a:pt x="624" y="7"/>
                  </a:cubicBezTo>
                  <a:cubicBezTo>
                    <a:pt x="621" y="7"/>
                    <a:pt x="617" y="7"/>
                    <a:pt x="614" y="8"/>
                  </a:cubicBezTo>
                  <a:cubicBezTo>
                    <a:pt x="570" y="11"/>
                    <a:pt x="536" y="51"/>
                    <a:pt x="540" y="94"/>
                  </a:cubicBezTo>
                  <a:cubicBezTo>
                    <a:pt x="558" y="319"/>
                    <a:pt x="567" y="544"/>
                    <a:pt x="561" y="769"/>
                  </a:cubicBezTo>
                  <a:cubicBezTo>
                    <a:pt x="422" y="538"/>
                    <a:pt x="296" y="298"/>
                    <a:pt x="182" y="54"/>
                  </a:cubicBezTo>
                  <a:cubicBezTo>
                    <a:pt x="167" y="16"/>
                    <a:pt x="138" y="1"/>
                    <a:pt x="1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7" name="Google Shape;5157;p47"/>
            <p:cNvSpPr/>
            <p:nvPr/>
          </p:nvSpPr>
          <p:spPr>
            <a:xfrm>
              <a:off x="5609835" y="3646706"/>
              <a:ext cx="96923" cy="81497"/>
            </a:xfrm>
            <a:custGeom>
              <a:avLst/>
              <a:gdLst/>
              <a:ahLst/>
              <a:cxnLst/>
              <a:rect l="l" t="t" r="r" b="b"/>
              <a:pathLst>
                <a:path w="2664" h="2240" extrusionOk="0">
                  <a:moveTo>
                    <a:pt x="2546" y="0"/>
                  </a:moveTo>
                  <a:cubicBezTo>
                    <a:pt x="2529" y="0"/>
                    <a:pt x="2510" y="7"/>
                    <a:pt x="2493" y="22"/>
                  </a:cubicBezTo>
                  <a:lnTo>
                    <a:pt x="41" y="2097"/>
                  </a:lnTo>
                  <a:cubicBezTo>
                    <a:pt x="7" y="2125"/>
                    <a:pt x="0" y="2178"/>
                    <a:pt x="31" y="2212"/>
                  </a:cubicBezTo>
                  <a:cubicBezTo>
                    <a:pt x="47" y="2230"/>
                    <a:pt x="68" y="2239"/>
                    <a:pt x="93" y="2239"/>
                  </a:cubicBezTo>
                  <a:cubicBezTo>
                    <a:pt x="112" y="2239"/>
                    <a:pt x="130" y="2233"/>
                    <a:pt x="145" y="2221"/>
                  </a:cubicBezTo>
                  <a:lnTo>
                    <a:pt x="2597" y="145"/>
                  </a:lnTo>
                  <a:cubicBezTo>
                    <a:pt x="2663" y="89"/>
                    <a:pt x="2612" y="0"/>
                    <a:pt x="254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8" name="Google Shape;5158;p47"/>
            <p:cNvSpPr/>
            <p:nvPr/>
          </p:nvSpPr>
          <p:spPr>
            <a:xfrm>
              <a:off x="5621950" y="3670245"/>
              <a:ext cx="121117" cy="68727"/>
            </a:xfrm>
            <a:custGeom>
              <a:avLst/>
              <a:gdLst/>
              <a:ahLst/>
              <a:cxnLst/>
              <a:rect l="l" t="t" r="r" b="b"/>
              <a:pathLst>
                <a:path w="3329" h="1889" extrusionOk="0">
                  <a:moveTo>
                    <a:pt x="3214" y="0"/>
                  </a:moveTo>
                  <a:cubicBezTo>
                    <a:pt x="3200" y="0"/>
                    <a:pt x="3186" y="4"/>
                    <a:pt x="3171" y="13"/>
                  </a:cubicBezTo>
                  <a:lnTo>
                    <a:pt x="72" y="1737"/>
                  </a:lnTo>
                  <a:cubicBezTo>
                    <a:pt x="1" y="1777"/>
                    <a:pt x="28" y="1885"/>
                    <a:pt x="112" y="1888"/>
                  </a:cubicBezTo>
                  <a:cubicBezTo>
                    <a:pt x="124" y="1888"/>
                    <a:pt x="136" y="1885"/>
                    <a:pt x="149" y="1879"/>
                  </a:cubicBezTo>
                  <a:lnTo>
                    <a:pt x="3248" y="152"/>
                  </a:lnTo>
                  <a:cubicBezTo>
                    <a:pt x="3329" y="108"/>
                    <a:pt x="3285" y="0"/>
                    <a:pt x="321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9" name="Google Shape;5159;p47"/>
            <p:cNvSpPr/>
            <p:nvPr/>
          </p:nvSpPr>
          <p:spPr>
            <a:xfrm>
              <a:off x="5629591" y="3717323"/>
              <a:ext cx="121226" cy="36346"/>
            </a:xfrm>
            <a:custGeom>
              <a:avLst/>
              <a:gdLst/>
              <a:ahLst/>
              <a:cxnLst/>
              <a:rect l="l" t="t" r="r" b="b"/>
              <a:pathLst>
                <a:path w="3332" h="999" extrusionOk="0">
                  <a:moveTo>
                    <a:pt x="3241" y="0"/>
                  </a:moveTo>
                  <a:cubicBezTo>
                    <a:pt x="3235" y="0"/>
                    <a:pt x="3229" y="1"/>
                    <a:pt x="3223" y="2"/>
                  </a:cubicBezTo>
                  <a:lnTo>
                    <a:pt x="96" y="838"/>
                  </a:lnTo>
                  <a:cubicBezTo>
                    <a:pt x="0" y="863"/>
                    <a:pt x="19" y="998"/>
                    <a:pt x="114" y="998"/>
                  </a:cubicBezTo>
                  <a:cubicBezTo>
                    <a:pt x="124" y="998"/>
                    <a:pt x="130" y="998"/>
                    <a:pt x="136" y="995"/>
                  </a:cubicBezTo>
                  <a:lnTo>
                    <a:pt x="3264" y="160"/>
                  </a:lnTo>
                  <a:cubicBezTo>
                    <a:pt x="3307" y="147"/>
                    <a:pt x="3331" y="104"/>
                    <a:pt x="3322" y="61"/>
                  </a:cubicBezTo>
                  <a:cubicBezTo>
                    <a:pt x="3312" y="24"/>
                    <a:pt x="3276" y="0"/>
                    <a:pt x="324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0" name="Google Shape;5160;p47"/>
            <p:cNvSpPr/>
            <p:nvPr/>
          </p:nvSpPr>
          <p:spPr>
            <a:xfrm>
              <a:off x="5301352" y="3775171"/>
              <a:ext cx="120462" cy="7895"/>
            </a:xfrm>
            <a:custGeom>
              <a:avLst/>
              <a:gdLst/>
              <a:ahLst/>
              <a:cxnLst/>
              <a:rect l="l" t="t" r="r" b="b"/>
              <a:pathLst>
                <a:path w="3311" h="217" extrusionOk="0">
                  <a:moveTo>
                    <a:pt x="84" y="1"/>
                  </a:moveTo>
                  <a:cubicBezTo>
                    <a:pt x="38" y="4"/>
                    <a:pt x="4" y="38"/>
                    <a:pt x="1" y="81"/>
                  </a:cubicBezTo>
                  <a:cubicBezTo>
                    <a:pt x="1" y="124"/>
                    <a:pt x="35" y="161"/>
                    <a:pt x="81" y="164"/>
                  </a:cubicBezTo>
                  <a:lnTo>
                    <a:pt x="3208" y="217"/>
                  </a:lnTo>
                  <a:cubicBezTo>
                    <a:pt x="3310" y="210"/>
                    <a:pt x="3310" y="62"/>
                    <a:pt x="3208" y="56"/>
                  </a:cubicBezTo>
                  <a:lnTo>
                    <a:pt x="8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1" name="Google Shape;5161;p47"/>
            <p:cNvSpPr/>
            <p:nvPr/>
          </p:nvSpPr>
          <p:spPr>
            <a:xfrm>
              <a:off x="5269955" y="3796818"/>
              <a:ext cx="145166" cy="20592"/>
            </a:xfrm>
            <a:custGeom>
              <a:avLst/>
              <a:gdLst/>
              <a:ahLst/>
              <a:cxnLst/>
              <a:rect l="l" t="t" r="r" b="b"/>
              <a:pathLst>
                <a:path w="3990" h="566" extrusionOk="0">
                  <a:moveTo>
                    <a:pt x="3880" y="1"/>
                  </a:moveTo>
                  <a:cubicBezTo>
                    <a:pt x="3878" y="1"/>
                    <a:pt x="3876" y="1"/>
                    <a:pt x="3874" y="1"/>
                  </a:cubicBezTo>
                  <a:lnTo>
                    <a:pt x="99" y="405"/>
                  </a:lnTo>
                  <a:cubicBezTo>
                    <a:pt x="0" y="417"/>
                    <a:pt x="6" y="562"/>
                    <a:pt x="108" y="565"/>
                  </a:cubicBezTo>
                  <a:lnTo>
                    <a:pt x="114" y="565"/>
                  </a:lnTo>
                  <a:lnTo>
                    <a:pt x="3889" y="161"/>
                  </a:lnTo>
                  <a:cubicBezTo>
                    <a:pt x="3989" y="143"/>
                    <a:pt x="3976" y="1"/>
                    <a:pt x="38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2" name="Google Shape;5162;p47"/>
            <p:cNvSpPr/>
            <p:nvPr/>
          </p:nvSpPr>
          <p:spPr>
            <a:xfrm>
              <a:off x="5303172" y="3816319"/>
              <a:ext cx="118680" cy="38347"/>
            </a:xfrm>
            <a:custGeom>
              <a:avLst/>
              <a:gdLst/>
              <a:ahLst/>
              <a:cxnLst/>
              <a:rect l="l" t="t" r="r" b="b"/>
              <a:pathLst>
                <a:path w="3262" h="1054" extrusionOk="0">
                  <a:moveTo>
                    <a:pt x="3155" y="0"/>
                  </a:moveTo>
                  <a:cubicBezTo>
                    <a:pt x="3148" y="0"/>
                    <a:pt x="3141" y="2"/>
                    <a:pt x="3134" y="5"/>
                  </a:cubicBezTo>
                  <a:lnTo>
                    <a:pt x="86" y="896"/>
                  </a:lnTo>
                  <a:cubicBezTo>
                    <a:pt x="0" y="924"/>
                    <a:pt x="19" y="1053"/>
                    <a:pt x="111" y="1053"/>
                  </a:cubicBezTo>
                  <a:cubicBezTo>
                    <a:pt x="117" y="1053"/>
                    <a:pt x="127" y="1053"/>
                    <a:pt x="133" y="1050"/>
                  </a:cubicBezTo>
                  <a:lnTo>
                    <a:pt x="3180" y="159"/>
                  </a:lnTo>
                  <a:cubicBezTo>
                    <a:pt x="3262" y="148"/>
                    <a:pt x="3225" y="0"/>
                    <a:pt x="31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3" name="Google Shape;5163;p47"/>
            <p:cNvSpPr/>
            <p:nvPr/>
          </p:nvSpPr>
          <p:spPr>
            <a:xfrm>
              <a:off x="5461469" y="3728202"/>
              <a:ext cx="107656" cy="93685"/>
            </a:xfrm>
            <a:custGeom>
              <a:avLst/>
              <a:gdLst/>
              <a:ahLst/>
              <a:cxnLst/>
              <a:rect l="l" t="t" r="r" b="b"/>
              <a:pathLst>
                <a:path w="2959" h="2575" extrusionOk="0">
                  <a:moveTo>
                    <a:pt x="1106" y="0"/>
                  </a:moveTo>
                  <a:cubicBezTo>
                    <a:pt x="1059" y="0"/>
                    <a:pt x="1011" y="37"/>
                    <a:pt x="1025" y="101"/>
                  </a:cubicBezTo>
                  <a:lnTo>
                    <a:pt x="1392" y="2402"/>
                  </a:lnTo>
                  <a:cubicBezTo>
                    <a:pt x="914" y="2282"/>
                    <a:pt x="362" y="1335"/>
                    <a:pt x="180" y="955"/>
                  </a:cubicBezTo>
                  <a:cubicBezTo>
                    <a:pt x="165" y="921"/>
                    <a:pt x="138" y="907"/>
                    <a:pt x="110" y="907"/>
                  </a:cubicBezTo>
                  <a:cubicBezTo>
                    <a:pt x="56" y="907"/>
                    <a:pt x="0" y="961"/>
                    <a:pt x="35" y="1026"/>
                  </a:cubicBezTo>
                  <a:cubicBezTo>
                    <a:pt x="66" y="1091"/>
                    <a:pt x="788" y="2575"/>
                    <a:pt x="1491" y="2575"/>
                  </a:cubicBezTo>
                  <a:cubicBezTo>
                    <a:pt x="1818" y="2575"/>
                    <a:pt x="2052" y="2232"/>
                    <a:pt x="2209" y="1850"/>
                  </a:cubicBezTo>
                  <a:cubicBezTo>
                    <a:pt x="2233" y="1846"/>
                    <a:pt x="2255" y="1845"/>
                    <a:pt x="2277" y="1845"/>
                  </a:cubicBezTo>
                  <a:cubicBezTo>
                    <a:pt x="2595" y="1845"/>
                    <a:pt x="2768" y="2178"/>
                    <a:pt x="2777" y="2192"/>
                  </a:cubicBezTo>
                  <a:cubicBezTo>
                    <a:pt x="2793" y="2228"/>
                    <a:pt x="2820" y="2242"/>
                    <a:pt x="2848" y="2242"/>
                  </a:cubicBezTo>
                  <a:cubicBezTo>
                    <a:pt x="2903" y="2242"/>
                    <a:pt x="2959" y="2186"/>
                    <a:pt x="2922" y="2118"/>
                  </a:cubicBezTo>
                  <a:lnTo>
                    <a:pt x="2922" y="2118"/>
                  </a:lnTo>
                  <a:lnTo>
                    <a:pt x="2922" y="2121"/>
                  </a:lnTo>
                  <a:cubicBezTo>
                    <a:pt x="2839" y="1956"/>
                    <a:pt x="2613" y="1683"/>
                    <a:pt x="2280" y="1683"/>
                  </a:cubicBezTo>
                  <a:cubicBezTo>
                    <a:pt x="2278" y="1683"/>
                    <a:pt x="2276" y="1683"/>
                    <a:pt x="2274" y="1683"/>
                  </a:cubicBezTo>
                  <a:cubicBezTo>
                    <a:pt x="2370" y="1400"/>
                    <a:pt x="2444" y="1110"/>
                    <a:pt x="2490" y="814"/>
                  </a:cubicBezTo>
                  <a:cubicBezTo>
                    <a:pt x="2499" y="753"/>
                    <a:pt x="2454" y="719"/>
                    <a:pt x="2409" y="719"/>
                  </a:cubicBezTo>
                  <a:cubicBezTo>
                    <a:pt x="2373" y="719"/>
                    <a:pt x="2338" y="741"/>
                    <a:pt x="2330" y="789"/>
                  </a:cubicBezTo>
                  <a:cubicBezTo>
                    <a:pt x="2277" y="1113"/>
                    <a:pt x="2194" y="1433"/>
                    <a:pt x="2077" y="1742"/>
                  </a:cubicBezTo>
                  <a:cubicBezTo>
                    <a:pt x="2074" y="1748"/>
                    <a:pt x="2074" y="1751"/>
                    <a:pt x="2071" y="1757"/>
                  </a:cubicBezTo>
                  <a:cubicBezTo>
                    <a:pt x="1944" y="2078"/>
                    <a:pt x="1771" y="2356"/>
                    <a:pt x="1559" y="2405"/>
                  </a:cubicBezTo>
                  <a:lnTo>
                    <a:pt x="1185" y="73"/>
                  </a:lnTo>
                  <a:cubicBezTo>
                    <a:pt x="1180" y="23"/>
                    <a:pt x="1144" y="0"/>
                    <a:pt x="11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4" name="Google Shape;5164;p47"/>
            <p:cNvSpPr/>
            <p:nvPr/>
          </p:nvSpPr>
          <p:spPr>
            <a:xfrm>
              <a:off x="5473730" y="3706445"/>
              <a:ext cx="49298" cy="24122"/>
            </a:xfrm>
            <a:custGeom>
              <a:avLst/>
              <a:gdLst/>
              <a:ahLst/>
              <a:cxnLst/>
              <a:rect l="l" t="t" r="r" b="b"/>
              <a:pathLst>
                <a:path w="1355" h="663" extrusionOk="0">
                  <a:moveTo>
                    <a:pt x="973" y="0"/>
                  </a:moveTo>
                  <a:cubicBezTo>
                    <a:pt x="466" y="0"/>
                    <a:pt x="0" y="332"/>
                    <a:pt x="0" y="332"/>
                  </a:cubicBezTo>
                  <a:cubicBezTo>
                    <a:pt x="0" y="332"/>
                    <a:pt x="722" y="659"/>
                    <a:pt x="815" y="662"/>
                  </a:cubicBezTo>
                  <a:cubicBezTo>
                    <a:pt x="815" y="662"/>
                    <a:pt x="815" y="662"/>
                    <a:pt x="815" y="662"/>
                  </a:cubicBezTo>
                  <a:cubicBezTo>
                    <a:pt x="909" y="662"/>
                    <a:pt x="1354" y="73"/>
                    <a:pt x="1354" y="73"/>
                  </a:cubicBezTo>
                  <a:cubicBezTo>
                    <a:pt x="1229" y="21"/>
                    <a:pt x="1100" y="0"/>
                    <a:pt x="97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5" name="Google Shape;5165;p47"/>
            <p:cNvSpPr/>
            <p:nvPr/>
          </p:nvSpPr>
          <p:spPr>
            <a:xfrm>
              <a:off x="5649455" y="3522134"/>
              <a:ext cx="80333" cy="54028"/>
            </a:xfrm>
            <a:custGeom>
              <a:avLst/>
              <a:gdLst/>
              <a:ahLst/>
              <a:cxnLst/>
              <a:rect l="l" t="t" r="r" b="b"/>
              <a:pathLst>
                <a:path w="2208" h="1485" extrusionOk="0">
                  <a:moveTo>
                    <a:pt x="1484" y="1"/>
                  </a:moveTo>
                  <a:cubicBezTo>
                    <a:pt x="1484" y="1"/>
                    <a:pt x="0" y="1456"/>
                    <a:pt x="244" y="1484"/>
                  </a:cubicBezTo>
                  <a:cubicBezTo>
                    <a:pt x="248" y="1485"/>
                    <a:pt x="253" y="1485"/>
                    <a:pt x="258" y="1485"/>
                  </a:cubicBezTo>
                  <a:cubicBezTo>
                    <a:pt x="547" y="1485"/>
                    <a:pt x="2208" y="727"/>
                    <a:pt x="2156" y="648"/>
                  </a:cubicBezTo>
                  <a:cubicBezTo>
                    <a:pt x="2104" y="568"/>
                    <a:pt x="1484" y="1"/>
                    <a:pt x="1484" y="1"/>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6" name="Google Shape;5166;p47"/>
            <p:cNvSpPr/>
            <p:nvPr/>
          </p:nvSpPr>
          <p:spPr>
            <a:xfrm>
              <a:off x="5674013" y="3557497"/>
              <a:ext cx="93066" cy="54392"/>
            </a:xfrm>
            <a:custGeom>
              <a:avLst/>
              <a:gdLst/>
              <a:ahLst/>
              <a:cxnLst/>
              <a:rect l="l" t="t" r="r" b="b"/>
              <a:pathLst>
                <a:path w="2558" h="1495" extrusionOk="0">
                  <a:moveTo>
                    <a:pt x="1805" y="0"/>
                  </a:moveTo>
                  <a:cubicBezTo>
                    <a:pt x="1805" y="0"/>
                    <a:pt x="1" y="1376"/>
                    <a:pt x="217" y="1484"/>
                  </a:cubicBezTo>
                  <a:cubicBezTo>
                    <a:pt x="231" y="1491"/>
                    <a:pt x="255" y="1495"/>
                    <a:pt x="287" y="1495"/>
                  </a:cubicBezTo>
                  <a:cubicBezTo>
                    <a:pt x="714" y="1495"/>
                    <a:pt x="2557" y="854"/>
                    <a:pt x="2508" y="728"/>
                  </a:cubicBezTo>
                  <a:cubicBezTo>
                    <a:pt x="2453" y="592"/>
                    <a:pt x="1888" y="80"/>
                    <a:pt x="1805" y="0"/>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7" name="Google Shape;5167;p47"/>
            <p:cNvSpPr/>
            <p:nvPr/>
          </p:nvSpPr>
          <p:spPr>
            <a:xfrm>
              <a:off x="5234446" y="3664424"/>
              <a:ext cx="60504" cy="34964"/>
            </a:xfrm>
            <a:custGeom>
              <a:avLst/>
              <a:gdLst/>
              <a:ahLst/>
              <a:cxnLst/>
              <a:rect l="l" t="t" r="r" b="b"/>
              <a:pathLst>
                <a:path w="1663" h="961" extrusionOk="0">
                  <a:moveTo>
                    <a:pt x="193" y="0"/>
                  </a:moveTo>
                  <a:cubicBezTo>
                    <a:pt x="113" y="161"/>
                    <a:pt x="60" y="809"/>
                    <a:pt x="5" y="944"/>
                  </a:cubicBezTo>
                  <a:cubicBezTo>
                    <a:pt x="0" y="956"/>
                    <a:pt x="9" y="961"/>
                    <a:pt x="28" y="961"/>
                  </a:cubicBezTo>
                  <a:cubicBezTo>
                    <a:pt x="235" y="961"/>
                    <a:pt x="1663" y="370"/>
                    <a:pt x="1516" y="297"/>
                  </a:cubicBezTo>
                  <a:cubicBezTo>
                    <a:pt x="1352" y="216"/>
                    <a:pt x="193" y="0"/>
                    <a:pt x="193" y="0"/>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8" name="Google Shape;5168;p47"/>
            <p:cNvSpPr/>
            <p:nvPr/>
          </p:nvSpPr>
          <p:spPr>
            <a:xfrm>
              <a:off x="5226733" y="3712375"/>
              <a:ext cx="75821" cy="36892"/>
            </a:xfrm>
            <a:custGeom>
              <a:avLst/>
              <a:gdLst/>
              <a:ahLst/>
              <a:cxnLst/>
              <a:rect l="l" t="t" r="r" b="b"/>
              <a:pathLst>
                <a:path w="2084" h="1014" extrusionOk="0">
                  <a:moveTo>
                    <a:pt x="494" y="1"/>
                  </a:moveTo>
                  <a:cubicBezTo>
                    <a:pt x="312" y="1"/>
                    <a:pt x="189" y="3"/>
                    <a:pt x="189" y="3"/>
                  </a:cubicBezTo>
                  <a:cubicBezTo>
                    <a:pt x="189" y="3"/>
                    <a:pt x="1" y="866"/>
                    <a:pt x="28" y="999"/>
                  </a:cubicBezTo>
                  <a:cubicBezTo>
                    <a:pt x="31" y="1009"/>
                    <a:pt x="43" y="1014"/>
                    <a:pt x="64" y="1014"/>
                  </a:cubicBezTo>
                  <a:cubicBezTo>
                    <a:pt x="327" y="1014"/>
                    <a:pt x="1947" y="287"/>
                    <a:pt x="2024" y="138"/>
                  </a:cubicBezTo>
                  <a:cubicBezTo>
                    <a:pt x="2084" y="16"/>
                    <a:pt x="1032" y="1"/>
                    <a:pt x="494" y="1"/>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9" name="Google Shape;5169;p47"/>
            <p:cNvSpPr/>
            <p:nvPr/>
          </p:nvSpPr>
          <p:spPr>
            <a:xfrm>
              <a:off x="5224841" y="3759708"/>
              <a:ext cx="59267" cy="46933"/>
            </a:xfrm>
            <a:custGeom>
              <a:avLst/>
              <a:gdLst/>
              <a:ahLst/>
              <a:cxnLst/>
              <a:rect l="l" t="t" r="r" b="b"/>
              <a:pathLst>
                <a:path w="1629" h="1290" extrusionOk="0">
                  <a:moveTo>
                    <a:pt x="1466" y="0"/>
                  </a:moveTo>
                  <a:cubicBezTo>
                    <a:pt x="1093" y="0"/>
                    <a:pt x="161" y="185"/>
                    <a:pt x="161" y="185"/>
                  </a:cubicBezTo>
                  <a:cubicBezTo>
                    <a:pt x="0" y="777"/>
                    <a:pt x="161" y="1289"/>
                    <a:pt x="241" y="1289"/>
                  </a:cubicBezTo>
                  <a:cubicBezTo>
                    <a:pt x="324" y="1289"/>
                    <a:pt x="1564" y="210"/>
                    <a:pt x="1616" y="49"/>
                  </a:cubicBezTo>
                  <a:cubicBezTo>
                    <a:pt x="1628" y="14"/>
                    <a:pt x="1568" y="0"/>
                    <a:pt x="1466" y="0"/>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0" name="Google Shape;5170;p47"/>
            <p:cNvSpPr/>
            <p:nvPr/>
          </p:nvSpPr>
          <p:spPr>
            <a:xfrm>
              <a:off x="5222040" y="3598063"/>
              <a:ext cx="250457" cy="280837"/>
            </a:xfrm>
            <a:custGeom>
              <a:avLst/>
              <a:gdLst/>
              <a:ahLst/>
              <a:cxnLst/>
              <a:rect l="l" t="t" r="r" b="b"/>
              <a:pathLst>
                <a:path w="6884" h="7719" extrusionOk="0">
                  <a:moveTo>
                    <a:pt x="736" y="0"/>
                  </a:moveTo>
                  <a:cubicBezTo>
                    <a:pt x="705" y="0"/>
                    <a:pt x="677" y="14"/>
                    <a:pt x="673" y="48"/>
                  </a:cubicBezTo>
                  <a:cubicBezTo>
                    <a:pt x="666" y="73"/>
                    <a:pt x="0" y="2534"/>
                    <a:pt x="59" y="5131"/>
                  </a:cubicBezTo>
                  <a:cubicBezTo>
                    <a:pt x="71" y="5748"/>
                    <a:pt x="389" y="6269"/>
                    <a:pt x="1000" y="6682"/>
                  </a:cubicBezTo>
                  <a:cubicBezTo>
                    <a:pt x="2150" y="7466"/>
                    <a:pt x="4145" y="7718"/>
                    <a:pt x="5496" y="7718"/>
                  </a:cubicBezTo>
                  <a:cubicBezTo>
                    <a:pt x="6107" y="7718"/>
                    <a:pt x="6585" y="7666"/>
                    <a:pt x="6795" y="7589"/>
                  </a:cubicBezTo>
                  <a:cubicBezTo>
                    <a:pt x="6883" y="7556"/>
                    <a:pt x="6848" y="7429"/>
                    <a:pt x="6769" y="7429"/>
                  </a:cubicBezTo>
                  <a:cubicBezTo>
                    <a:pt x="6760" y="7429"/>
                    <a:pt x="6750" y="7431"/>
                    <a:pt x="6739" y="7435"/>
                  </a:cubicBezTo>
                  <a:cubicBezTo>
                    <a:pt x="6557" y="7502"/>
                    <a:pt x="6103" y="7550"/>
                    <a:pt x="5515" y="7550"/>
                  </a:cubicBezTo>
                  <a:cubicBezTo>
                    <a:pt x="4200" y="7550"/>
                    <a:pt x="2214" y="7314"/>
                    <a:pt x="1089" y="6550"/>
                  </a:cubicBezTo>
                  <a:cubicBezTo>
                    <a:pt x="525" y="6167"/>
                    <a:pt x="232" y="5686"/>
                    <a:pt x="219" y="5128"/>
                  </a:cubicBezTo>
                  <a:cubicBezTo>
                    <a:pt x="161" y="2552"/>
                    <a:pt x="821" y="116"/>
                    <a:pt x="827" y="91"/>
                  </a:cubicBezTo>
                  <a:cubicBezTo>
                    <a:pt x="848" y="39"/>
                    <a:pt x="787" y="0"/>
                    <a:pt x="7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1" name="Google Shape;5171;p47"/>
            <p:cNvSpPr/>
            <p:nvPr/>
          </p:nvSpPr>
          <p:spPr>
            <a:xfrm>
              <a:off x="5699226" y="3887009"/>
              <a:ext cx="66835" cy="20629"/>
            </a:xfrm>
            <a:custGeom>
              <a:avLst/>
              <a:gdLst/>
              <a:ahLst/>
              <a:cxnLst/>
              <a:rect l="l" t="t" r="r" b="b"/>
              <a:pathLst>
                <a:path w="1837" h="567" extrusionOk="0">
                  <a:moveTo>
                    <a:pt x="114" y="1"/>
                  </a:moveTo>
                  <a:cubicBezTo>
                    <a:pt x="18" y="1"/>
                    <a:pt x="0" y="147"/>
                    <a:pt x="103" y="162"/>
                  </a:cubicBezTo>
                  <a:cubicBezTo>
                    <a:pt x="797" y="264"/>
                    <a:pt x="1590" y="433"/>
                    <a:pt x="1667" y="532"/>
                  </a:cubicBezTo>
                  <a:cubicBezTo>
                    <a:pt x="1683" y="554"/>
                    <a:pt x="1707" y="566"/>
                    <a:pt x="1732" y="566"/>
                  </a:cubicBezTo>
                  <a:cubicBezTo>
                    <a:pt x="1800" y="566"/>
                    <a:pt x="1837" y="492"/>
                    <a:pt x="1800" y="440"/>
                  </a:cubicBezTo>
                  <a:cubicBezTo>
                    <a:pt x="1655" y="239"/>
                    <a:pt x="483" y="54"/>
                    <a:pt x="128" y="2"/>
                  </a:cubicBezTo>
                  <a:cubicBezTo>
                    <a:pt x="123" y="1"/>
                    <a:pt x="118" y="1"/>
                    <a:pt x="1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2" name="Google Shape;5172;p47"/>
            <p:cNvSpPr/>
            <p:nvPr/>
          </p:nvSpPr>
          <p:spPr>
            <a:xfrm>
              <a:off x="5705993" y="3869182"/>
              <a:ext cx="58394" cy="17900"/>
            </a:xfrm>
            <a:custGeom>
              <a:avLst/>
              <a:gdLst/>
              <a:ahLst/>
              <a:cxnLst/>
              <a:rect l="l" t="t" r="r" b="b"/>
              <a:pathLst>
                <a:path w="1605" h="492" extrusionOk="0">
                  <a:moveTo>
                    <a:pt x="294" y="0"/>
                  </a:moveTo>
                  <a:cubicBezTo>
                    <a:pt x="189" y="0"/>
                    <a:pt x="121" y="7"/>
                    <a:pt x="112" y="7"/>
                  </a:cubicBezTo>
                  <a:cubicBezTo>
                    <a:pt x="0" y="10"/>
                    <a:pt x="12" y="169"/>
                    <a:pt x="111" y="169"/>
                  </a:cubicBezTo>
                  <a:cubicBezTo>
                    <a:pt x="116" y="169"/>
                    <a:pt x="121" y="169"/>
                    <a:pt x="127" y="168"/>
                  </a:cubicBezTo>
                  <a:cubicBezTo>
                    <a:pt x="130" y="168"/>
                    <a:pt x="192" y="162"/>
                    <a:pt x="292" y="162"/>
                  </a:cubicBezTo>
                  <a:cubicBezTo>
                    <a:pt x="550" y="162"/>
                    <a:pt x="1060" y="201"/>
                    <a:pt x="1447" y="476"/>
                  </a:cubicBezTo>
                  <a:cubicBezTo>
                    <a:pt x="1460" y="485"/>
                    <a:pt x="1475" y="492"/>
                    <a:pt x="1494" y="492"/>
                  </a:cubicBezTo>
                  <a:cubicBezTo>
                    <a:pt x="1571" y="492"/>
                    <a:pt x="1605" y="390"/>
                    <a:pt x="1540" y="344"/>
                  </a:cubicBezTo>
                  <a:cubicBezTo>
                    <a:pt x="1117" y="44"/>
                    <a:pt x="574" y="0"/>
                    <a:pt x="2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3" name="Google Shape;5173;p47"/>
            <p:cNvSpPr/>
            <p:nvPr/>
          </p:nvSpPr>
          <p:spPr>
            <a:xfrm>
              <a:off x="5513132" y="3888901"/>
              <a:ext cx="34345" cy="59886"/>
            </a:xfrm>
            <a:custGeom>
              <a:avLst/>
              <a:gdLst/>
              <a:ahLst/>
              <a:cxnLst/>
              <a:rect l="l" t="t" r="r" b="b"/>
              <a:pathLst>
                <a:path w="944" h="1646" extrusionOk="0">
                  <a:moveTo>
                    <a:pt x="103" y="1"/>
                  </a:moveTo>
                  <a:cubicBezTo>
                    <a:pt x="1" y="1"/>
                    <a:pt x="28" y="1646"/>
                    <a:pt x="28" y="1646"/>
                  </a:cubicBezTo>
                  <a:cubicBezTo>
                    <a:pt x="28" y="1646"/>
                    <a:pt x="891" y="1378"/>
                    <a:pt x="919" y="1242"/>
                  </a:cubicBezTo>
                  <a:cubicBezTo>
                    <a:pt x="944" y="1109"/>
                    <a:pt x="216" y="58"/>
                    <a:pt x="108" y="2"/>
                  </a:cubicBezTo>
                  <a:cubicBezTo>
                    <a:pt x="106" y="1"/>
                    <a:pt x="105" y="1"/>
                    <a:pt x="103" y="1"/>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4" name="Google Shape;5174;p47"/>
            <p:cNvSpPr/>
            <p:nvPr/>
          </p:nvSpPr>
          <p:spPr>
            <a:xfrm>
              <a:off x="5541546" y="3864707"/>
              <a:ext cx="61814" cy="69381"/>
            </a:xfrm>
            <a:custGeom>
              <a:avLst/>
              <a:gdLst/>
              <a:ahLst/>
              <a:cxnLst/>
              <a:rect l="l" t="t" r="r" b="b"/>
              <a:pathLst>
                <a:path w="1699" h="1907" extrusionOk="0">
                  <a:moveTo>
                    <a:pt x="249" y="0"/>
                  </a:moveTo>
                  <a:cubicBezTo>
                    <a:pt x="0" y="0"/>
                    <a:pt x="459" y="1907"/>
                    <a:pt x="459" y="1907"/>
                  </a:cubicBezTo>
                  <a:cubicBezTo>
                    <a:pt x="459" y="1907"/>
                    <a:pt x="1538" y="1722"/>
                    <a:pt x="1618" y="1639"/>
                  </a:cubicBezTo>
                  <a:cubicBezTo>
                    <a:pt x="1699" y="1558"/>
                    <a:pt x="650" y="263"/>
                    <a:pt x="298" y="19"/>
                  </a:cubicBezTo>
                  <a:cubicBezTo>
                    <a:pt x="280" y="7"/>
                    <a:pt x="263" y="0"/>
                    <a:pt x="249" y="0"/>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5" name="Google Shape;5175;p47"/>
            <p:cNvSpPr/>
            <p:nvPr/>
          </p:nvSpPr>
          <p:spPr>
            <a:xfrm>
              <a:off x="5608671" y="3860305"/>
              <a:ext cx="45733" cy="65052"/>
            </a:xfrm>
            <a:custGeom>
              <a:avLst/>
              <a:gdLst/>
              <a:ahLst/>
              <a:cxnLst/>
              <a:rect l="l" t="t" r="r" b="b"/>
              <a:pathLst>
                <a:path w="1257" h="1788" extrusionOk="0">
                  <a:moveTo>
                    <a:pt x="112" y="1"/>
                  </a:moveTo>
                  <a:cubicBezTo>
                    <a:pt x="0" y="1"/>
                    <a:pt x="153" y="1787"/>
                    <a:pt x="153" y="1787"/>
                  </a:cubicBezTo>
                  <a:cubicBezTo>
                    <a:pt x="153" y="1787"/>
                    <a:pt x="1201" y="1760"/>
                    <a:pt x="1229" y="1652"/>
                  </a:cubicBezTo>
                  <a:cubicBezTo>
                    <a:pt x="1257" y="1544"/>
                    <a:pt x="258" y="140"/>
                    <a:pt x="125" y="8"/>
                  </a:cubicBezTo>
                  <a:cubicBezTo>
                    <a:pt x="120" y="3"/>
                    <a:pt x="116" y="1"/>
                    <a:pt x="112" y="1"/>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6" name="Google Shape;5176;p47"/>
            <p:cNvSpPr/>
            <p:nvPr/>
          </p:nvSpPr>
          <p:spPr>
            <a:xfrm>
              <a:off x="5394890" y="3824650"/>
              <a:ext cx="377141" cy="179911"/>
            </a:xfrm>
            <a:custGeom>
              <a:avLst/>
              <a:gdLst/>
              <a:ahLst/>
              <a:cxnLst/>
              <a:rect l="l" t="t" r="r" b="b"/>
              <a:pathLst>
                <a:path w="10366" h="4945" extrusionOk="0">
                  <a:moveTo>
                    <a:pt x="6946" y="0"/>
                  </a:moveTo>
                  <a:cubicBezTo>
                    <a:pt x="4916" y="0"/>
                    <a:pt x="2642" y="1076"/>
                    <a:pt x="1316" y="1703"/>
                  </a:cubicBezTo>
                  <a:cubicBezTo>
                    <a:pt x="824" y="1938"/>
                    <a:pt x="316" y="2177"/>
                    <a:pt x="178" y="2177"/>
                  </a:cubicBezTo>
                  <a:cubicBezTo>
                    <a:pt x="171" y="2177"/>
                    <a:pt x="165" y="2177"/>
                    <a:pt x="159" y="2175"/>
                  </a:cubicBezTo>
                  <a:cubicBezTo>
                    <a:pt x="145" y="2166"/>
                    <a:pt x="130" y="2163"/>
                    <a:pt x="117" y="2163"/>
                  </a:cubicBezTo>
                  <a:cubicBezTo>
                    <a:pt x="49" y="2163"/>
                    <a:pt x="0" y="2257"/>
                    <a:pt x="67" y="2308"/>
                  </a:cubicBezTo>
                  <a:cubicBezTo>
                    <a:pt x="93" y="2328"/>
                    <a:pt x="126" y="2338"/>
                    <a:pt x="171" y="2338"/>
                  </a:cubicBezTo>
                  <a:cubicBezTo>
                    <a:pt x="344" y="2338"/>
                    <a:pt x="685" y="2182"/>
                    <a:pt x="1387" y="1848"/>
                  </a:cubicBezTo>
                  <a:cubicBezTo>
                    <a:pt x="2696" y="1230"/>
                    <a:pt x="4953" y="162"/>
                    <a:pt x="6946" y="162"/>
                  </a:cubicBezTo>
                  <a:cubicBezTo>
                    <a:pt x="7935" y="162"/>
                    <a:pt x="8859" y="425"/>
                    <a:pt x="9570" y="1136"/>
                  </a:cubicBezTo>
                  <a:cubicBezTo>
                    <a:pt x="10004" y="1571"/>
                    <a:pt x="10186" y="1891"/>
                    <a:pt x="10112" y="2083"/>
                  </a:cubicBezTo>
                  <a:cubicBezTo>
                    <a:pt x="9977" y="2437"/>
                    <a:pt x="8980" y="2487"/>
                    <a:pt x="7824" y="2545"/>
                  </a:cubicBezTo>
                  <a:cubicBezTo>
                    <a:pt x="5711" y="2653"/>
                    <a:pt x="2821" y="2801"/>
                    <a:pt x="1887" y="4828"/>
                  </a:cubicBezTo>
                  <a:cubicBezTo>
                    <a:pt x="1865" y="4868"/>
                    <a:pt x="1884" y="4917"/>
                    <a:pt x="1924" y="4936"/>
                  </a:cubicBezTo>
                  <a:cubicBezTo>
                    <a:pt x="1936" y="4942"/>
                    <a:pt x="1945" y="4942"/>
                    <a:pt x="1958" y="4945"/>
                  </a:cubicBezTo>
                  <a:cubicBezTo>
                    <a:pt x="1988" y="4945"/>
                    <a:pt x="2019" y="4926"/>
                    <a:pt x="2032" y="4899"/>
                  </a:cubicBezTo>
                  <a:cubicBezTo>
                    <a:pt x="2926" y="2962"/>
                    <a:pt x="5760" y="2817"/>
                    <a:pt x="7830" y="2709"/>
                  </a:cubicBezTo>
                  <a:cubicBezTo>
                    <a:pt x="9144" y="2644"/>
                    <a:pt x="10091" y="2595"/>
                    <a:pt x="10264" y="2141"/>
                  </a:cubicBezTo>
                  <a:cubicBezTo>
                    <a:pt x="10365" y="1876"/>
                    <a:pt x="10183" y="1521"/>
                    <a:pt x="9684" y="1022"/>
                  </a:cubicBezTo>
                  <a:cubicBezTo>
                    <a:pt x="8936" y="275"/>
                    <a:pt x="7972" y="0"/>
                    <a:pt x="694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7" name="Google Shape;5177;p47"/>
            <p:cNvSpPr/>
            <p:nvPr/>
          </p:nvSpPr>
          <p:spPr>
            <a:xfrm>
              <a:off x="5381575" y="4421970"/>
              <a:ext cx="70073" cy="18228"/>
            </a:xfrm>
            <a:custGeom>
              <a:avLst/>
              <a:gdLst/>
              <a:ahLst/>
              <a:cxnLst/>
              <a:rect l="l" t="t" r="r" b="b"/>
              <a:pathLst>
                <a:path w="1926" h="501" extrusionOk="0">
                  <a:moveTo>
                    <a:pt x="772" y="0"/>
                  </a:moveTo>
                  <a:cubicBezTo>
                    <a:pt x="412" y="0"/>
                    <a:pt x="119" y="65"/>
                    <a:pt x="94" y="71"/>
                  </a:cubicBezTo>
                  <a:cubicBezTo>
                    <a:pt x="1" y="97"/>
                    <a:pt x="25" y="230"/>
                    <a:pt x="113" y="230"/>
                  </a:cubicBezTo>
                  <a:cubicBezTo>
                    <a:pt x="119" y="230"/>
                    <a:pt x="125" y="230"/>
                    <a:pt x="131" y="229"/>
                  </a:cubicBezTo>
                  <a:cubicBezTo>
                    <a:pt x="137" y="227"/>
                    <a:pt x="424" y="164"/>
                    <a:pt x="772" y="164"/>
                  </a:cubicBezTo>
                  <a:cubicBezTo>
                    <a:pt x="1120" y="164"/>
                    <a:pt x="1529" y="227"/>
                    <a:pt x="1781" y="478"/>
                  </a:cubicBezTo>
                  <a:cubicBezTo>
                    <a:pt x="1796" y="491"/>
                    <a:pt x="1815" y="500"/>
                    <a:pt x="1836" y="500"/>
                  </a:cubicBezTo>
                  <a:cubicBezTo>
                    <a:pt x="1858" y="500"/>
                    <a:pt x="1879" y="494"/>
                    <a:pt x="1895" y="478"/>
                  </a:cubicBezTo>
                  <a:cubicBezTo>
                    <a:pt x="1926" y="448"/>
                    <a:pt x="1926" y="395"/>
                    <a:pt x="1895" y="364"/>
                  </a:cubicBezTo>
                  <a:cubicBezTo>
                    <a:pt x="1605" y="73"/>
                    <a:pt x="1151" y="0"/>
                    <a:pt x="7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8" name="Google Shape;5178;p47"/>
            <p:cNvSpPr/>
            <p:nvPr/>
          </p:nvSpPr>
          <p:spPr>
            <a:xfrm>
              <a:off x="5609799" y="4388098"/>
              <a:ext cx="46861" cy="42313"/>
            </a:xfrm>
            <a:custGeom>
              <a:avLst/>
              <a:gdLst/>
              <a:ahLst/>
              <a:cxnLst/>
              <a:rect l="l" t="t" r="r" b="b"/>
              <a:pathLst>
                <a:path w="1288" h="1163" extrusionOk="0">
                  <a:moveTo>
                    <a:pt x="116" y="0"/>
                  </a:moveTo>
                  <a:cubicBezTo>
                    <a:pt x="35" y="0"/>
                    <a:pt x="0" y="127"/>
                    <a:pt x="94" y="160"/>
                  </a:cubicBezTo>
                  <a:cubicBezTo>
                    <a:pt x="100" y="163"/>
                    <a:pt x="896" y="453"/>
                    <a:pt x="1121" y="1107"/>
                  </a:cubicBezTo>
                  <a:cubicBezTo>
                    <a:pt x="1133" y="1141"/>
                    <a:pt x="1164" y="1163"/>
                    <a:pt x="1198" y="1163"/>
                  </a:cubicBezTo>
                  <a:cubicBezTo>
                    <a:pt x="1207" y="1163"/>
                    <a:pt x="1217" y="1160"/>
                    <a:pt x="1223" y="1157"/>
                  </a:cubicBezTo>
                  <a:cubicBezTo>
                    <a:pt x="1266" y="1141"/>
                    <a:pt x="1288" y="1095"/>
                    <a:pt x="1275" y="1055"/>
                  </a:cubicBezTo>
                  <a:cubicBezTo>
                    <a:pt x="1022" y="324"/>
                    <a:pt x="183" y="18"/>
                    <a:pt x="146" y="6"/>
                  </a:cubicBezTo>
                  <a:cubicBezTo>
                    <a:pt x="136" y="2"/>
                    <a:pt x="125" y="0"/>
                    <a:pt x="1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9" name="Google Shape;5179;p47"/>
            <p:cNvSpPr/>
            <p:nvPr/>
          </p:nvSpPr>
          <p:spPr>
            <a:xfrm>
              <a:off x="5637340" y="4380239"/>
              <a:ext cx="32017" cy="43332"/>
            </a:xfrm>
            <a:custGeom>
              <a:avLst/>
              <a:gdLst/>
              <a:ahLst/>
              <a:cxnLst/>
              <a:rect l="l" t="t" r="r" b="b"/>
              <a:pathLst>
                <a:path w="880" h="1191" extrusionOk="0">
                  <a:moveTo>
                    <a:pt x="117" y="0"/>
                  </a:moveTo>
                  <a:cubicBezTo>
                    <a:pt x="41" y="0"/>
                    <a:pt x="0" y="117"/>
                    <a:pt x="83" y="157"/>
                  </a:cubicBezTo>
                  <a:cubicBezTo>
                    <a:pt x="90" y="160"/>
                    <a:pt x="614" y="416"/>
                    <a:pt x="713" y="1120"/>
                  </a:cubicBezTo>
                  <a:cubicBezTo>
                    <a:pt x="719" y="1160"/>
                    <a:pt x="753" y="1191"/>
                    <a:pt x="793" y="1191"/>
                  </a:cubicBezTo>
                  <a:lnTo>
                    <a:pt x="805" y="1188"/>
                  </a:lnTo>
                  <a:cubicBezTo>
                    <a:pt x="848" y="1181"/>
                    <a:pt x="879" y="1141"/>
                    <a:pt x="873" y="1098"/>
                  </a:cubicBezTo>
                  <a:cubicBezTo>
                    <a:pt x="762" y="308"/>
                    <a:pt x="179" y="22"/>
                    <a:pt x="154" y="9"/>
                  </a:cubicBezTo>
                  <a:cubicBezTo>
                    <a:pt x="141" y="3"/>
                    <a:pt x="129" y="0"/>
                    <a:pt x="1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0" name="Google Shape;5180;p47"/>
            <p:cNvSpPr/>
            <p:nvPr/>
          </p:nvSpPr>
          <p:spPr>
            <a:xfrm>
              <a:off x="5554280" y="4092967"/>
              <a:ext cx="64797" cy="50644"/>
            </a:xfrm>
            <a:custGeom>
              <a:avLst/>
              <a:gdLst/>
              <a:ahLst/>
              <a:cxnLst/>
              <a:rect l="l" t="t" r="r" b="b"/>
              <a:pathLst>
                <a:path w="1781" h="1392" extrusionOk="0">
                  <a:moveTo>
                    <a:pt x="1512" y="0"/>
                  </a:moveTo>
                  <a:cubicBezTo>
                    <a:pt x="1512" y="0"/>
                    <a:pt x="1" y="892"/>
                    <a:pt x="217" y="1052"/>
                  </a:cubicBezTo>
                  <a:cubicBezTo>
                    <a:pt x="403" y="1193"/>
                    <a:pt x="1433" y="1392"/>
                    <a:pt x="1711" y="1392"/>
                  </a:cubicBezTo>
                  <a:cubicBezTo>
                    <a:pt x="1755" y="1392"/>
                    <a:pt x="1780" y="1387"/>
                    <a:pt x="1780" y="1376"/>
                  </a:cubicBezTo>
                  <a:cubicBezTo>
                    <a:pt x="1780" y="1296"/>
                    <a:pt x="1512" y="0"/>
                    <a:pt x="1512" y="0"/>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1" name="Google Shape;5181;p47"/>
            <p:cNvSpPr/>
            <p:nvPr/>
          </p:nvSpPr>
          <p:spPr>
            <a:xfrm>
              <a:off x="5551369" y="4154780"/>
              <a:ext cx="72656" cy="37838"/>
            </a:xfrm>
            <a:custGeom>
              <a:avLst/>
              <a:gdLst/>
              <a:ahLst/>
              <a:cxnLst/>
              <a:rect l="l" t="t" r="r" b="b"/>
              <a:pathLst>
                <a:path w="1997" h="1040" extrusionOk="0">
                  <a:moveTo>
                    <a:pt x="1836" y="1"/>
                  </a:moveTo>
                  <a:cubicBezTo>
                    <a:pt x="1836" y="1"/>
                    <a:pt x="1" y="241"/>
                    <a:pt x="189" y="433"/>
                  </a:cubicBezTo>
                  <a:cubicBezTo>
                    <a:pt x="362" y="603"/>
                    <a:pt x="1706" y="1040"/>
                    <a:pt x="1956" y="1040"/>
                  </a:cubicBezTo>
                  <a:cubicBezTo>
                    <a:pt x="1982" y="1040"/>
                    <a:pt x="1996" y="1035"/>
                    <a:pt x="1996" y="1025"/>
                  </a:cubicBezTo>
                  <a:cubicBezTo>
                    <a:pt x="1996" y="917"/>
                    <a:pt x="1836" y="1"/>
                    <a:pt x="1836" y="1"/>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2" name="Google Shape;5182;p47"/>
            <p:cNvSpPr/>
            <p:nvPr/>
          </p:nvSpPr>
          <p:spPr>
            <a:xfrm>
              <a:off x="5540891" y="4041923"/>
              <a:ext cx="72365" cy="40894"/>
            </a:xfrm>
            <a:custGeom>
              <a:avLst/>
              <a:gdLst/>
              <a:ahLst/>
              <a:cxnLst/>
              <a:rect l="l" t="t" r="r" b="b"/>
              <a:pathLst>
                <a:path w="1989" h="1124" extrusionOk="0">
                  <a:moveTo>
                    <a:pt x="1733" y="1"/>
                  </a:moveTo>
                  <a:cubicBezTo>
                    <a:pt x="1565" y="1"/>
                    <a:pt x="1" y="845"/>
                    <a:pt x="261" y="1055"/>
                  </a:cubicBezTo>
                  <a:cubicBezTo>
                    <a:pt x="324" y="1105"/>
                    <a:pt x="453" y="1124"/>
                    <a:pt x="612" y="1124"/>
                  </a:cubicBezTo>
                  <a:cubicBezTo>
                    <a:pt x="1134" y="1124"/>
                    <a:pt x="1988" y="919"/>
                    <a:pt x="1988" y="919"/>
                  </a:cubicBezTo>
                  <a:cubicBezTo>
                    <a:pt x="1988" y="919"/>
                    <a:pt x="1825" y="55"/>
                    <a:pt x="1744" y="3"/>
                  </a:cubicBezTo>
                  <a:cubicBezTo>
                    <a:pt x="1742" y="1"/>
                    <a:pt x="1738" y="1"/>
                    <a:pt x="1733" y="1"/>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3" name="Google Shape;5183;p47"/>
            <p:cNvSpPr/>
            <p:nvPr/>
          </p:nvSpPr>
          <p:spPr>
            <a:xfrm>
              <a:off x="5546421" y="3931431"/>
              <a:ext cx="137271" cy="502697"/>
            </a:xfrm>
            <a:custGeom>
              <a:avLst/>
              <a:gdLst/>
              <a:ahLst/>
              <a:cxnLst/>
              <a:rect l="l" t="t" r="r" b="b"/>
              <a:pathLst>
                <a:path w="3773" h="13817" extrusionOk="0">
                  <a:moveTo>
                    <a:pt x="1961" y="0"/>
                  </a:moveTo>
                  <a:cubicBezTo>
                    <a:pt x="1932" y="0"/>
                    <a:pt x="1903" y="16"/>
                    <a:pt x="1888" y="51"/>
                  </a:cubicBezTo>
                  <a:cubicBezTo>
                    <a:pt x="1194" y="1837"/>
                    <a:pt x="2339" y="11294"/>
                    <a:pt x="3122" y="12176"/>
                  </a:cubicBezTo>
                  <a:cubicBezTo>
                    <a:pt x="3535" y="12644"/>
                    <a:pt x="3597" y="13079"/>
                    <a:pt x="3292" y="13372"/>
                  </a:cubicBezTo>
                  <a:cubicBezTo>
                    <a:pt x="3111" y="13546"/>
                    <a:pt x="2800" y="13656"/>
                    <a:pt x="2437" y="13656"/>
                  </a:cubicBezTo>
                  <a:cubicBezTo>
                    <a:pt x="1977" y="13656"/>
                    <a:pt x="1435" y="13480"/>
                    <a:pt x="972" y="13036"/>
                  </a:cubicBezTo>
                  <a:cubicBezTo>
                    <a:pt x="164" y="12259"/>
                    <a:pt x="245" y="8178"/>
                    <a:pt x="245" y="8135"/>
                  </a:cubicBezTo>
                  <a:cubicBezTo>
                    <a:pt x="245" y="8092"/>
                    <a:pt x="211" y="8055"/>
                    <a:pt x="167" y="8052"/>
                  </a:cubicBezTo>
                  <a:cubicBezTo>
                    <a:pt x="121" y="8055"/>
                    <a:pt x="84" y="8089"/>
                    <a:pt x="84" y="8132"/>
                  </a:cubicBezTo>
                  <a:cubicBezTo>
                    <a:pt x="81" y="8302"/>
                    <a:pt x="1" y="12327"/>
                    <a:pt x="864" y="13153"/>
                  </a:cubicBezTo>
                  <a:cubicBezTo>
                    <a:pt x="1336" y="13607"/>
                    <a:pt x="1935" y="13817"/>
                    <a:pt x="2453" y="13817"/>
                  </a:cubicBezTo>
                  <a:cubicBezTo>
                    <a:pt x="2842" y="13817"/>
                    <a:pt x="3184" y="13699"/>
                    <a:pt x="3403" y="13486"/>
                  </a:cubicBezTo>
                  <a:cubicBezTo>
                    <a:pt x="3773" y="13132"/>
                    <a:pt x="3714" y="12601"/>
                    <a:pt x="3242" y="12068"/>
                  </a:cubicBezTo>
                  <a:cubicBezTo>
                    <a:pt x="2527" y="11263"/>
                    <a:pt x="1373" y="1828"/>
                    <a:pt x="2040" y="110"/>
                  </a:cubicBezTo>
                  <a:cubicBezTo>
                    <a:pt x="2065" y="47"/>
                    <a:pt x="2013" y="0"/>
                    <a:pt x="19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4" name="Google Shape;5184;p47"/>
            <p:cNvSpPr/>
            <p:nvPr/>
          </p:nvSpPr>
          <p:spPr>
            <a:xfrm>
              <a:off x="5085571" y="3593734"/>
              <a:ext cx="111913" cy="118716"/>
            </a:xfrm>
            <a:custGeom>
              <a:avLst/>
              <a:gdLst/>
              <a:ahLst/>
              <a:cxnLst/>
              <a:rect l="l" t="t" r="r" b="b"/>
              <a:pathLst>
                <a:path w="3076" h="3263" extrusionOk="0">
                  <a:moveTo>
                    <a:pt x="1456" y="0"/>
                  </a:moveTo>
                  <a:cubicBezTo>
                    <a:pt x="917" y="0"/>
                    <a:pt x="1" y="812"/>
                    <a:pt x="1" y="812"/>
                  </a:cubicBezTo>
                  <a:cubicBezTo>
                    <a:pt x="1" y="812"/>
                    <a:pt x="2787" y="3262"/>
                    <a:pt x="3053" y="3262"/>
                  </a:cubicBezTo>
                  <a:cubicBezTo>
                    <a:pt x="3069" y="3262"/>
                    <a:pt x="3076" y="3254"/>
                    <a:pt x="3073" y="3236"/>
                  </a:cubicBezTo>
                  <a:cubicBezTo>
                    <a:pt x="3017" y="2912"/>
                    <a:pt x="1456" y="0"/>
                    <a:pt x="1456" y="0"/>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5" name="Google Shape;5185;p47"/>
            <p:cNvSpPr/>
            <p:nvPr/>
          </p:nvSpPr>
          <p:spPr>
            <a:xfrm>
              <a:off x="5013171" y="3638847"/>
              <a:ext cx="164558" cy="126138"/>
            </a:xfrm>
            <a:custGeom>
              <a:avLst/>
              <a:gdLst/>
              <a:ahLst/>
              <a:cxnLst/>
              <a:rect l="l" t="t" r="r" b="b"/>
              <a:pathLst>
                <a:path w="4523" h="3467" extrusionOk="0">
                  <a:moveTo>
                    <a:pt x="1451" y="0"/>
                  </a:moveTo>
                  <a:cubicBezTo>
                    <a:pt x="1287" y="56"/>
                    <a:pt x="103" y="1080"/>
                    <a:pt x="48" y="1348"/>
                  </a:cubicBezTo>
                  <a:cubicBezTo>
                    <a:pt x="0" y="1593"/>
                    <a:pt x="3519" y="3467"/>
                    <a:pt x="4275" y="3467"/>
                  </a:cubicBezTo>
                  <a:cubicBezTo>
                    <a:pt x="4355" y="3467"/>
                    <a:pt x="4405" y="3446"/>
                    <a:pt x="4415" y="3399"/>
                  </a:cubicBezTo>
                  <a:cubicBezTo>
                    <a:pt x="4523" y="2912"/>
                    <a:pt x="1451" y="0"/>
                    <a:pt x="1451" y="0"/>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6" name="Google Shape;5186;p47"/>
            <p:cNvSpPr/>
            <p:nvPr/>
          </p:nvSpPr>
          <p:spPr>
            <a:xfrm>
              <a:off x="4969767" y="3704153"/>
              <a:ext cx="148077" cy="91684"/>
            </a:xfrm>
            <a:custGeom>
              <a:avLst/>
              <a:gdLst/>
              <a:ahLst/>
              <a:cxnLst/>
              <a:rect l="l" t="t" r="r" b="b"/>
              <a:pathLst>
                <a:path w="4070" h="2520" extrusionOk="0">
                  <a:moveTo>
                    <a:pt x="796" y="0"/>
                  </a:moveTo>
                  <a:cubicBezTo>
                    <a:pt x="581" y="216"/>
                    <a:pt x="1" y="1280"/>
                    <a:pt x="1" y="1441"/>
                  </a:cubicBezTo>
                  <a:cubicBezTo>
                    <a:pt x="1" y="1576"/>
                    <a:pt x="2998" y="2520"/>
                    <a:pt x="3834" y="2520"/>
                  </a:cubicBezTo>
                  <a:cubicBezTo>
                    <a:pt x="3989" y="2520"/>
                    <a:pt x="4070" y="2488"/>
                    <a:pt x="4044" y="2412"/>
                  </a:cubicBezTo>
                  <a:cubicBezTo>
                    <a:pt x="3884" y="1928"/>
                    <a:pt x="796" y="0"/>
                    <a:pt x="796" y="0"/>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7" name="Google Shape;5187;p47"/>
            <p:cNvSpPr/>
            <p:nvPr/>
          </p:nvSpPr>
          <p:spPr>
            <a:xfrm>
              <a:off x="4907372" y="3888064"/>
              <a:ext cx="141673" cy="59012"/>
            </a:xfrm>
            <a:custGeom>
              <a:avLst/>
              <a:gdLst/>
              <a:ahLst/>
              <a:cxnLst/>
              <a:rect l="l" t="t" r="r" b="b"/>
              <a:pathLst>
                <a:path w="3894" h="1622" extrusionOk="0">
                  <a:moveTo>
                    <a:pt x="288" y="0"/>
                  </a:moveTo>
                  <a:cubicBezTo>
                    <a:pt x="161" y="519"/>
                    <a:pt x="66" y="1046"/>
                    <a:pt x="4" y="1576"/>
                  </a:cubicBezTo>
                  <a:cubicBezTo>
                    <a:pt x="1" y="1607"/>
                    <a:pt x="155" y="1621"/>
                    <a:pt x="403" y="1621"/>
                  </a:cubicBezTo>
                  <a:cubicBezTo>
                    <a:pt x="1396" y="1621"/>
                    <a:pt x="3893" y="1393"/>
                    <a:pt x="3807" y="1092"/>
                  </a:cubicBezTo>
                  <a:cubicBezTo>
                    <a:pt x="3696" y="716"/>
                    <a:pt x="288" y="0"/>
                    <a:pt x="288" y="0"/>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8" name="Google Shape;5188;p47"/>
            <p:cNvSpPr/>
            <p:nvPr/>
          </p:nvSpPr>
          <p:spPr>
            <a:xfrm>
              <a:off x="4897294" y="3965921"/>
              <a:ext cx="158919" cy="81861"/>
            </a:xfrm>
            <a:custGeom>
              <a:avLst/>
              <a:gdLst/>
              <a:ahLst/>
              <a:cxnLst/>
              <a:rect l="l" t="t" r="r" b="b"/>
              <a:pathLst>
                <a:path w="4368" h="2250" extrusionOk="0">
                  <a:moveTo>
                    <a:pt x="161" y="1"/>
                  </a:moveTo>
                  <a:cubicBezTo>
                    <a:pt x="161" y="1"/>
                    <a:pt x="0" y="1956"/>
                    <a:pt x="161" y="2225"/>
                  </a:cubicBezTo>
                  <a:cubicBezTo>
                    <a:pt x="171" y="2241"/>
                    <a:pt x="194" y="2249"/>
                    <a:pt x="229" y="2249"/>
                  </a:cubicBezTo>
                  <a:cubicBezTo>
                    <a:pt x="758" y="2249"/>
                    <a:pt x="3949" y="432"/>
                    <a:pt x="4152" y="229"/>
                  </a:cubicBezTo>
                  <a:cubicBezTo>
                    <a:pt x="4368" y="16"/>
                    <a:pt x="161" y="1"/>
                    <a:pt x="161" y="1"/>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9" name="Google Shape;5189;p47"/>
            <p:cNvSpPr/>
            <p:nvPr/>
          </p:nvSpPr>
          <p:spPr>
            <a:xfrm>
              <a:off x="4893256" y="4051528"/>
              <a:ext cx="114241" cy="101544"/>
            </a:xfrm>
            <a:custGeom>
              <a:avLst/>
              <a:gdLst/>
              <a:ahLst/>
              <a:cxnLst/>
              <a:rect l="l" t="t" r="r" b="b"/>
              <a:pathLst>
                <a:path w="3140" h="2791" extrusionOk="0">
                  <a:moveTo>
                    <a:pt x="3056" y="0"/>
                  </a:moveTo>
                  <a:cubicBezTo>
                    <a:pt x="2602" y="0"/>
                    <a:pt x="216" y="683"/>
                    <a:pt x="216" y="683"/>
                  </a:cubicBezTo>
                  <a:cubicBezTo>
                    <a:pt x="164" y="1059"/>
                    <a:pt x="0" y="2623"/>
                    <a:pt x="216" y="2783"/>
                  </a:cubicBezTo>
                  <a:cubicBezTo>
                    <a:pt x="222" y="2788"/>
                    <a:pt x="231" y="2790"/>
                    <a:pt x="241" y="2790"/>
                  </a:cubicBezTo>
                  <a:cubicBezTo>
                    <a:pt x="582" y="2790"/>
                    <a:pt x="3023" y="245"/>
                    <a:pt x="3128" y="35"/>
                  </a:cubicBezTo>
                  <a:cubicBezTo>
                    <a:pt x="3140" y="11"/>
                    <a:pt x="3113" y="0"/>
                    <a:pt x="3056" y="0"/>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0" name="Google Shape;5190;p47"/>
            <p:cNvSpPr/>
            <p:nvPr/>
          </p:nvSpPr>
          <p:spPr>
            <a:xfrm>
              <a:off x="5217419" y="3918952"/>
              <a:ext cx="84880" cy="124210"/>
            </a:xfrm>
            <a:custGeom>
              <a:avLst/>
              <a:gdLst/>
              <a:ahLst/>
              <a:cxnLst/>
              <a:rect l="l" t="t" r="r" b="b"/>
              <a:pathLst>
                <a:path w="2333" h="3414" extrusionOk="0">
                  <a:moveTo>
                    <a:pt x="465" y="0"/>
                  </a:moveTo>
                  <a:cubicBezTo>
                    <a:pt x="337" y="0"/>
                    <a:pt x="257" y="20"/>
                    <a:pt x="257" y="67"/>
                  </a:cubicBezTo>
                  <a:cubicBezTo>
                    <a:pt x="257" y="67"/>
                    <a:pt x="0" y="3413"/>
                    <a:pt x="190" y="3413"/>
                  </a:cubicBezTo>
                  <a:cubicBezTo>
                    <a:pt x="195" y="3413"/>
                    <a:pt x="199" y="3411"/>
                    <a:pt x="204" y="3408"/>
                  </a:cubicBezTo>
                  <a:cubicBezTo>
                    <a:pt x="420" y="3247"/>
                    <a:pt x="2332" y="428"/>
                    <a:pt x="2117" y="323"/>
                  </a:cubicBezTo>
                  <a:cubicBezTo>
                    <a:pt x="1948" y="239"/>
                    <a:pt x="915" y="0"/>
                    <a:pt x="465" y="0"/>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1" name="Google Shape;5191;p47"/>
            <p:cNvSpPr/>
            <p:nvPr/>
          </p:nvSpPr>
          <p:spPr>
            <a:xfrm>
              <a:off x="5254238" y="3940927"/>
              <a:ext cx="137235" cy="151097"/>
            </a:xfrm>
            <a:custGeom>
              <a:avLst/>
              <a:gdLst/>
              <a:ahLst/>
              <a:cxnLst/>
              <a:rect l="l" t="t" r="r" b="b"/>
              <a:pathLst>
                <a:path w="3772" h="4153" extrusionOk="0">
                  <a:moveTo>
                    <a:pt x="1832" y="0"/>
                  </a:moveTo>
                  <a:cubicBezTo>
                    <a:pt x="1832" y="0"/>
                    <a:pt x="0" y="4099"/>
                    <a:pt x="269" y="4152"/>
                  </a:cubicBezTo>
                  <a:cubicBezTo>
                    <a:pt x="272" y="4152"/>
                    <a:pt x="275" y="4153"/>
                    <a:pt x="279" y="4153"/>
                  </a:cubicBezTo>
                  <a:cubicBezTo>
                    <a:pt x="615" y="4153"/>
                    <a:pt x="3772" y="1843"/>
                    <a:pt x="3452" y="1416"/>
                  </a:cubicBezTo>
                  <a:cubicBezTo>
                    <a:pt x="3128" y="984"/>
                    <a:pt x="1832" y="0"/>
                    <a:pt x="1832" y="0"/>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2" name="Google Shape;5192;p47"/>
            <p:cNvSpPr/>
            <p:nvPr/>
          </p:nvSpPr>
          <p:spPr>
            <a:xfrm>
              <a:off x="5295422" y="4041014"/>
              <a:ext cx="127521" cy="69491"/>
            </a:xfrm>
            <a:custGeom>
              <a:avLst/>
              <a:gdLst/>
              <a:ahLst/>
              <a:cxnLst/>
              <a:rect l="l" t="t" r="r" b="b"/>
              <a:pathLst>
                <a:path w="3505" h="1910" extrusionOk="0">
                  <a:moveTo>
                    <a:pt x="3072" y="0"/>
                  </a:moveTo>
                  <a:cubicBezTo>
                    <a:pt x="3072" y="0"/>
                    <a:pt x="0" y="1777"/>
                    <a:pt x="377" y="1885"/>
                  </a:cubicBezTo>
                  <a:cubicBezTo>
                    <a:pt x="435" y="1901"/>
                    <a:pt x="546" y="1909"/>
                    <a:pt x="694" y="1909"/>
                  </a:cubicBezTo>
                  <a:cubicBezTo>
                    <a:pt x="1506" y="1909"/>
                    <a:pt x="3405" y="1675"/>
                    <a:pt x="3452" y="1401"/>
                  </a:cubicBezTo>
                  <a:cubicBezTo>
                    <a:pt x="3504" y="1077"/>
                    <a:pt x="3072" y="0"/>
                    <a:pt x="3072" y="0"/>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3" name="Google Shape;5193;p47"/>
            <p:cNvSpPr/>
            <p:nvPr/>
          </p:nvSpPr>
          <p:spPr>
            <a:xfrm>
              <a:off x="5330749" y="4244535"/>
              <a:ext cx="98124" cy="54174"/>
            </a:xfrm>
            <a:custGeom>
              <a:avLst/>
              <a:gdLst/>
              <a:ahLst/>
              <a:cxnLst/>
              <a:rect l="l" t="t" r="r" b="b"/>
              <a:pathLst>
                <a:path w="2697" h="1489" extrusionOk="0">
                  <a:moveTo>
                    <a:pt x="636" y="1"/>
                  </a:moveTo>
                  <a:cubicBezTo>
                    <a:pt x="252" y="1"/>
                    <a:pt x="1" y="31"/>
                    <a:pt x="109" y="121"/>
                  </a:cubicBezTo>
                  <a:cubicBezTo>
                    <a:pt x="416" y="378"/>
                    <a:pt x="1887" y="1488"/>
                    <a:pt x="2202" y="1488"/>
                  </a:cubicBezTo>
                  <a:cubicBezTo>
                    <a:pt x="2216" y="1488"/>
                    <a:pt x="2228" y="1486"/>
                    <a:pt x="2237" y="1482"/>
                  </a:cubicBezTo>
                  <a:cubicBezTo>
                    <a:pt x="2453" y="1374"/>
                    <a:pt x="2697" y="121"/>
                    <a:pt x="2697" y="121"/>
                  </a:cubicBezTo>
                  <a:cubicBezTo>
                    <a:pt x="2697" y="121"/>
                    <a:pt x="1403" y="1"/>
                    <a:pt x="636" y="1"/>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4" name="Google Shape;5194;p47"/>
            <p:cNvSpPr/>
            <p:nvPr/>
          </p:nvSpPr>
          <p:spPr>
            <a:xfrm>
              <a:off x="5312849" y="4277206"/>
              <a:ext cx="94376" cy="85535"/>
            </a:xfrm>
            <a:custGeom>
              <a:avLst/>
              <a:gdLst/>
              <a:ahLst/>
              <a:cxnLst/>
              <a:rect l="l" t="t" r="r" b="b"/>
              <a:pathLst>
                <a:path w="2594" h="2351" extrusionOk="0">
                  <a:moveTo>
                    <a:pt x="39" y="1"/>
                  </a:moveTo>
                  <a:cubicBezTo>
                    <a:pt x="13" y="1"/>
                    <a:pt x="1" y="10"/>
                    <a:pt x="6" y="32"/>
                  </a:cubicBezTo>
                  <a:cubicBezTo>
                    <a:pt x="61" y="260"/>
                    <a:pt x="1356" y="2351"/>
                    <a:pt x="1625" y="2351"/>
                  </a:cubicBezTo>
                  <a:cubicBezTo>
                    <a:pt x="1893" y="2351"/>
                    <a:pt x="2593" y="1435"/>
                    <a:pt x="2541" y="1271"/>
                  </a:cubicBezTo>
                  <a:cubicBezTo>
                    <a:pt x="2541" y="1271"/>
                    <a:pt x="344" y="1"/>
                    <a:pt x="39" y="1"/>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5" name="Google Shape;5195;p47"/>
            <p:cNvSpPr/>
            <p:nvPr/>
          </p:nvSpPr>
          <p:spPr>
            <a:xfrm>
              <a:off x="5282688" y="4327340"/>
              <a:ext cx="81424" cy="66726"/>
            </a:xfrm>
            <a:custGeom>
              <a:avLst/>
              <a:gdLst/>
              <a:ahLst/>
              <a:cxnLst/>
              <a:rect l="l" t="t" r="r" b="b"/>
              <a:pathLst>
                <a:path w="2238" h="1834" extrusionOk="0">
                  <a:moveTo>
                    <a:pt x="282" y="0"/>
                  </a:moveTo>
                  <a:cubicBezTo>
                    <a:pt x="0" y="0"/>
                    <a:pt x="943" y="1833"/>
                    <a:pt x="943" y="1833"/>
                  </a:cubicBezTo>
                  <a:cubicBezTo>
                    <a:pt x="943" y="1833"/>
                    <a:pt x="1914" y="1618"/>
                    <a:pt x="2074" y="1402"/>
                  </a:cubicBezTo>
                  <a:cubicBezTo>
                    <a:pt x="2238" y="1189"/>
                    <a:pt x="619" y="54"/>
                    <a:pt x="295" y="1"/>
                  </a:cubicBezTo>
                  <a:cubicBezTo>
                    <a:pt x="290" y="1"/>
                    <a:pt x="286" y="0"/>
                    <a:pt x="282" y="0"/>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6" name="Google Shape;5196;p47"/>
            <p:cNvSpPr/>
            <p:nvPr/>
          </p:nvSpPr>
          <p:spPr>
            <a:xfrm>
              <a:off x="5038456" y="4316535"/>
              <a:ext cx="70618" cy="116788"/>
            </a:xfrm>
            <a:custGeom>
              <a:avLst/>
              <a:gdLst/>
              <a:ahLst/>
              <a:cxnLst/>
              <a:rect l="l" t="t" r="r" b="b"/>
              <a:pathLst>
                <a:path w="1941" h="3210" extrusionOk="0">
                  <a:moveTo>
                    <a:pt x="764" y="1"/>
                  </a:moveTo>
                  <a:cubicBezTo>
                    <a:pt x="485" y="1"/>
                    <a:pt x="0" y="3102"/>
                    <a:pt x="0" y="3102"/>
                  </a:cubicBezTo>
                  <a:cubicBezTo>
                    <a:pt x="269" y="3210"/>
                    <a:pt x="1404" y="3210"/>
                    <a:pt x="1672" y="3210"/>
                  </a:cubicBezTo>
                  <a:cubicBezTo>
                    <a:pt x="1940" y="3210"/>
                    <a:pt x="1080" y="406"/>
                    <a:pt x="808" y="30"/>
                  </a:cubicBezTo>
                  <a:cubicBezTo>
                    <a:pt x="794" y="10"/>
                    <a:pt x="780" y="1"/>
                    <a:pt x="764" y="1"/>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7" name="Google Shape;5197;p47"/>
            <p:cNvSpPr/>
            <p:nvPr/>
          </p:nvSpPr>
          <p:spPr>
            <a:xfrm>
              <a:off x="5114968" y="4313151"/>
              <a:ext cx="57375" cy="123664"/>
            </a:xfrm>
            <a:custGeom>
              <a:avLst/>
              <a:gdLst/>
              <a:ahLst/>
              <a:cxnLst/>
              <a:rect l="l" t="t" r="r" b="b"/>
              <a:pathLst>
                <a:path w="1577" h="3399" extrusionOk="0">
                  <a:moveTo>
                    <a:pt x="615" y="0"/>
                  </a:moveTo>
                  <a:cubicBezTo>
                    <a:pt x="350" y="0"/>
                    <a:pt x="1" y="3250"/>
                    <a:pt x="1" y="3250"/>
                  </a:cubicBezTo>
                  <a:cubicBezTo>
                    <a:pt x="53" y="3358"/>
                    <a:pt x="1577" y="3399"/>
                    <a:pt x="1577" y="3399"/>
                  </a:cubicBezTo>
                  <a:cubicBezTo>
                    <a:pt x="1577" y="3399"/>
                    <a:pt x="917" y="283"/>
                    <a:pt x="645" y="15"/>
                  </a:cubicBezTo>
                  <a:cubicBezTo>
                    <a:pt x="635" y="5"/>
                    <a:pt x="625" y="0"/>
                    <a:pt x="615" y="0"/>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8" name="Google Shape;5198;p47"/>
            <p:cNvSpPr/>
            <p:nvPr/>
          </p:nvSpPr>
          <p:spPr>
            <a:xfrm>
              <a:off x="4970968" y="4325303"/>
              <a:ext cx="51809" cy="108274"/>
            </a:xfrm>
            <a:custGeom>
              <a:avLst/>
              <a:gdLst/>
              <a:ahLst/>
              <a:cxnLst/>
              <a:rect l="l" t="t" r="r" b="b"/>
              <a:pathLst>
                <a:path w="1424" h="2976" extrusionOk="0">
                  <a:moveTo>
                    <a:pt x="798" y="0"/>
                  </a:moveTo>
                  <a:cubicBezTo>
                    <a:pt x="342" y="0"/>
                    <a:pt x="0" y="2634"/>
                    <a:pt x="76" y="2821"/>
                  </a:cubicBezTo>
                  <a:cubicBezTo>
                    <a:pt x="128" y="2953"/>
                    <a:pt x="677" y="2976"/>
                    <a:pt x="1058" y="2976"/>
                  </a:cubicBezTo>
                  <a:cubicBezTo>
                    <a:pt x="1266" y="2976"/>
                    <a:pt x="1423" y="2969"/>
                    <a:pt x="1423" y="2969"/>
                  </a:cubicBezTo>
                  <a:cubicBezTo>
                    <a:pt x="1423" y="2969"/>
                    <a:pt x="1097" y="79"/>
                    <a:pt x="831" y="5"/>
                  </a:cubicBezTo>
                  <a:cubicBezTo>
                    <a:pt x="820" y="2"/>
                    <a:pt x="809" y="0"/>
                    <a:pt x="798" y="0"/>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9" name="Google Shape;5199;p47"/>
            <p:cNvSpPr/>
            <p:nvPr/>
          </p:nvSpPr>
          <p:spPr>
            <a:xfrm>
              <a:off x="5042713" y="3912440"/>
              <a:ext cx="411413" cy="494656"/>
            </a:xfrm>
            <a:custGeom>
              <a:avLst/>
              <a:gdLst/>
              <a:ahLst/>
              <a:cxnLst/>
              <a:rect l="l" t="t" r="r" b="b"/>
              <a:pathLst>
                <a:path w="11308" h="13596" extrusionOk="0">
                  <a:moveTo>
                    <a:pt x="5005" y="0"/>
                  </a:moveTo>
                  <a:cubicBezTo>
                    <a:pt x="4670" y="0"/>
                    <a:pt x="4337" y="38"/>
                    <a:pt x="4007" y="114"/>
                  </a:cubicBezTo>
                  <a:cubicBezTo>
                    <a:pt x="1499" y="691"/>
                    <a:pt x="44" y="3309"/>
                    <a:pt x="28" y="3337"/>
                  </a:cubicBezTo>
                  <a:cubicBezTo>
                    <a:pt x="1" y="3398"/>
                    <a:pt x="52" y="3451"/>
                    <a:pt x="104" y="3451"/>
                  </a:cubicBezTo>
                  <a:cubicBezTo>
                    <a:pt x="128" y="3451"/>
                    <a:pt x="153" y="3440"/>
                    <a:pt x="170" y="3414"/>
                  </a:cubicBezTo>
                  <a:cubicBezTo>
                    <a:pt x="182" y="3386"/>
                    <a:pt x="1607" y="832"/>
                    <a:pt x="4041" y="271"/>
                  </a:cubicBezTo>
                  <a:cubicBezTo>
                    <a:pt x="4359" y="198"/>
                    <a:pt x="4681" y="161"/>
                    <a:pt x="5006" y="161"/>
                  </a:cubicBezTo>
                  <a:cubicBezTo>
                    <a:pt x="6075" y="161"/>
                    <a:pt x="7177" y="558"/>
                    <a:pt x="8291" y="1351"/>
                  </a:cubicBezTo>
                  <a:cubicBezTo>
                    <a:pt x="10126" y="2652"/>
                    <a:pt x="11135" y="6816"/>
                    <a:pt x="10367" y="9919"/>
                  </a:cubicBezTo>
                  <a:cubicBezTo>
                    <a:pt x="9861" y="11964"/>
                    <a:pt x="8652" y="13213"/>
                    <a:pt x="6968" y="13435"/>
                  </a:cubicBezTo>
                  <a:cubicBezTo>
                    <a:pt x="6869" y="13447"/>
                    <a:pt x="6878" y="13595"/>
                    <a:pt x="6980" y="13595"/>
                  </a:cubicBezTo>
                  <a:lnTo>
                    <a:pt x="6990" y="13595"/>
                  </a:lnTo>
                  <a:cubicBezTo>
                    <a:pt x="8744" y="13364"/>
                    <a:pt x="10000" y="12072"/>
                    <a:pt x="10524" y="9959"/>
                  </a:cubicBezTo>
                  <a:cubicBezTo>
                    <a:pt x="11308" y="6804"/>
                    <a:pt x="10265" y="2557"/>
                    <a:pt x="8384" y="1221"/>
                  </a:cubicBezTo>
                  <a:cubicBezTo>
                    <a:pt x="7239" y="408"/>
                    <a:pt x="6108" y="0"/>
                    <a:pt x="50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0" name="Google Shape;5200;p47"/>
            <p:cNvSpPr/>
            <p:nvPr/>
          </p:nvSpPr>
          <p:spPr>
            <a:xfrm>
              <a:off x="5426834" y="4153616"/>
              <a:ext cx="133888" cy="283311"/>
            </a:xfrm>
            <a:custGeom>
              <a:avLst/>
              <a:gdLst/>
              <a:ahLst/>
              <a:cxnLst/>
              <a:rect l="l" t="t" r="r" b="b"/>
              <a:pathLst>
                <a:path w="3680" h="7787" extrusionOk="0">
                  <a:moveTo>
                    <a:pt x="1592" y="1"/>
                  </a:moveTo>
                  <a:cubicBezTo>
                    <a:pt x="428" y="1"/>
                    <a:pt x="0" y="6016"/>
                    <a:pt x="0" y="6016"/>
                  </a:cubicBezTo>
                  <a:cubicBezTo>
                    <a:pt x="163" y="6016"/>
                    <a:pt x="1240" y="7580"/>
                    <a:pt x="1511" y="7743"/>
                  </a:cubicBezTo>
                  <a:cubicBezTo>
                    <a:pt x="1561" y="7773"/>
                    <a:pt x="1667" y="7786"/>
                    <a:pt x="1807" y="7786"/>
                  </a:cubicBezTo>
                  <a:cubicBezTo>
                    <a:pt x="2422" y="7786"/>
                    <a:pt x="3680" y="7530"/>
                    <a:pt x="3504" y="7312"/>
                  </a:cubicBezTo>
                  <a:cubicBezTo>
                    <a:pt x="3291" y="7040"/>
                    <a:pt x="3183" y="1004"/>
                    <a:pt x="1835" y="85"/>
                  </a:cubicBezTo>
                  <a:cubicBezTo>
                    <a:pt x="1751" y="28"/>
                    <a:pt x="1670" y="1"/>
                    <a:pt x="1592" y="1"/>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1" name="Google Shape;5201;p47"/>
            <p:cNvSpPr/>
            <p:nvPr/>
          </p:nvSpPr>
          <p:spPr>
            <a:xfrm>
              <a:off x="5478642" y="4412619"/>
              <a:ext cx="97760" cy="25868"/>
            </a:xfrm>
            <a:custGeom>
              <a:avLst/>
              <a:gdLst/>
              <a:ahLst/>
              <a:cxnLst/>
              <a:rect l="l" t="t" r="r" b="b"/>
              <a:pathLst>
                <a:path w="2687" h="711" extrusionOk="0">
                  <a:moveTo>
                    <a:pt x="2568" y="1"/>
                  </a:moveTo>
                  <a:cubicBezTo>
                    <a:pt x="2552" y="1"/>
                    <a:pt x="2536" y="6"/>
                    <a:pt x="2521" y="17"/>
                  </a:cubicBezTo>
                  <a:cubicBezTo>
                    <a:pt x="1851" y="490"/>
                    <a:pt x="806" y="547"/>
                    <a:pt x="335" y="547"/>
                  </a:cubicBezTo>
                  <a:cubicBezTo>
                    <a:pt x="186" y="547"/>
                    <a:pt x="94" y="541"/>
                    <a:pt x="90" y="541"/>
                  </a:cubicBezTo>
                  <a:cubicBezTo>
                    <a:pt x="89" y="541"/>
                    <a:pt x="87" y="541"/>
                    <a:pt x="85" y="541"/>
                  </a:cubicBezTo>
                  <a:cubicBezTo>
                    <a:pt x="44" y="541"/>
                    <a:pt x="7" y="574"/>
                    <a:pt x="7" y="618"/>
                  </a:cubicBezTo>
                  <a:cubicBezTo>
                    <a:pt x="1" y="661"/>
                    <a:pt x="35" y="702"/>
                    <a:pt x="81" y="705"/>
                  </a:cubicBezTo>
                  <a:cubicBezTo>
                    <a:pt x="97" y="705"/>
                    <a:pt x="198" y="711"/>
                    <a:pt x="359" y="711"/>
                  </a:cubicBezTo>
                  <a:cubicBezTo>
                    <a:pt x="855" y="711"/>
                    <a:pt x="1910" y="646"/>
                    <a:pt x="2613" y="149"/>
                  </a:cubicBezTo>
                  <a:cubicBezTo>
                    <a:pt x="2687" y="99"/>
                    <a:pt x="2636" y="1"/>
                    <a:pt x="25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2" name="Google Shape;5202;p47"/>
            <p:cNvSpPr/>
            <p:nvPr/>
          </p:nvSpPr>
          <p:spPr>
            <a:xfrm>
              <a:off x="4807504" y="3521697"/>
              <a:ext cx="67708" cy="82661"/>
            </a:xfrm>
            <a:custGeom>
              <a:avLst/>
              <a:gdLst/>
              <a:ahLst/>
              <a:cxnLst/>
              <a:rect l="l" t="t" r="r" b="b"/>
              <a:pathLst>
                <a:path w="1861" h="2272" extrusionOk="0">
                  <a:moveTo>
                    <a:pt x="1" y="0"/>
                  </a:moveTo>
                  <a:cubicBezTo>
                    <a:pt x="1" y="0"/>
                    <a:pt x="35" y="2272"/>
                    <a:pt x="334" y="2272"/>
                  </a:cubicBezTo>
                  <a:cubicBezTo>
                    <a:pt x="344" y="2272"/>
                    <a:pt x="354" y="2269"/>
                    <a:pt x="365" y="2264"/>
                  </a:cubicBezTo>
                  <a:cubicBezTo>
                    <a:pt x="689" y="2104"/>
                    <a:pt x="1861" y="324"/>
                    <a:pt x="1617" y="244"/>
                  </a:cubicBezTo>
                  <a:cubicBezTo>
                    <a:pt x="1373" y="161"/>
                    <a:pt x="201" y="0"/>
                    <a:pt x="1" y="0"/>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3" name="Google Shape;5203;p47"/>
            <p:cNvSpPr/>
            <p:nvPr/>
          </p:nvSpPr>
          <p:spPr>
            <a:xfrm>
              <a:off x="4854327" y="3533485"/>
              <a:ext cx="95832" cy="98669"/>
            </a:xfrm>
            <a:custGeom>
              <a:avLst/>
              <a:gdLst/>
              <a:ahLst/>
              <a:cxnLst/>
              <a:rect l="l" t="t" r="r" b="b"/>
              <a:pathLst>
                <a:path w="2634" h="2712" extrusionOk="0">
                  <a:moveTo>
                    <a:pt x="774" y="0"/>
                  </a:moveTo>
                  <a:cubicBezTo>
                    <a:pt x="774" y="0"/>
                    <a:pt x="0" y="2712"/>
                    <a:pt x="308" y="2712"/>
                  </a:cubicBezTo>
                  <a:cubicBezTo>
                    <a:pt x="315" y="2712"/>
                    <a:pt x="322" y="2711"/>
                    <a:pt x="330" y="2708"/>
                  </a:cubicBezTo>
                  <a:cubicBezTo>
                    <a:pt x="694" y="2588"/>
                    <a:pt x="2634" y="969"/>
                    <a:pt x="2353" y="728"/>
                  </a:cubicBezTo>
                  <a:cubicBezTo>
                    <a:pt x="2070" y="484"/>
                    <a:pt x="774" y="0"/>
                    <a:pt x="774" y="0"/>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4" name="Google Shape;5204;p47"/>
            <p:cNvSpPr/>
            <p:nvPr/>
          </p:nvSpPr>
          <p:spPr>
            <a:xfrm>
              <a:off x="4898640" y="3599664"/>
              <a:ext cx="85426" cy="78222"/>
            </a:xfrm>
            <a:custGeom>
              <a:avLst/>
              <a:gdLst/>
              <a:ahLst/>
              <a:cxnLst/>
              <a:rect l="l" t="t" r="r" b="b"/>
              <a:pathLst>
                <a:path w="2348" h="2150" extrusionOk="0">
                  <a:moveTo>
                    <a:pt x="1863" y="1"/>
                  </a:moveTo>
                  <a:cubicBezTo>
                    <a:pt x="1863" y="1"/>
                    <a:pt x="0" y="1901"/>
                    <a:pt x="204" y="2101"/>
                  </a:cubicBezTo>
                  <a:cubicBezTo>
                    <a:pt x="238" y="2135"/>
                    <a:pt x="318" y="2150"/>
                    <a:pt x="428" y="2150"/>
                  </a:cubicBezTo>
                  <a:cubicBezTo>
                    <a:pt x="977" y="2150"/>
                    <a:pt x="2274" y="1780"/>
                    <a:pt x="2307" y="1577"/>
                  </a:cubicBezTo>
                  <a:cubicBezTo>
                    <a:pt x="2347" y="1333"/>
                    <a:pt x="2144" y="241"/>
                    <a:pt x="1863" y="1"/>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5" name="Google Shape;5205;p47"/>
            <p:cNvSpPr/>
            <p:nvPr/>
          </p:nvSpPr>
          <p:spPr>
            <a:xfrm>
              <a:off x="4800373" y="3945693"/>
              <a:ext cx="77749" cy="48898"/>
            </a:xfrm>
            <a:custGeom>
              <a:avLst/>
              <a:gdLst/>
              <a:ahLst/>
              <a:cxnLst/>
              <a:rect l="l" t="t" r="r" b="b"/>
              <a:pathLst>
                <a:path w="2137" h="1344" extrusionOk="0">
                  <a:moveTo>
                    <a:pt x="417" y="1"/>
                  </a:moveTo>
                  <a:cubicBezTo>
                    <a:pt x="153" y="1"/>
                    <a:pt x="1" y="40"/>
                    <a:pt x="114" y="153"/>
                  </a:cubicBezTo>
                  <a:cubicBezTo>
                    <a:pt x="450" y="489"/>
                    <a:pt x="1270" y="1343"/>
                    <a:pt x="1551" y="1343"/>
                  </a:cubicBezTo>
                  <a:cubicBezTo>
                    <a:pt x="1574" y="1343"/>
                    <a:pt x="1594" y="1337"/>
                    <a:pt x="1609" y="1325"/>
                  </a:cubicBezTo>
                  <a:cubicBezTo>
                    <a:pt x="1813" y="1164"/>
                    <a:pt x="2137" y="193"/>
                    <a:pt x="2137" y="193"/>
                  </a:cubicBezTo>
                  <a:cubicBezTo>
                    <a:pt x="2137" y="193"/>
                    <a:pt x="1002" y="1"/>
                    <a:pt x="417" y="1"/>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6" name="Google Shape;5206;p47"/>
            <p:cNvSpPr/>
            <p:nvPr/>
          </p:nvSpPr>
          <p:spPr>
            <a:xfrm>
              <a:off x="4770903" y="3987241"/>
              <a:ext cx="86590" cy="67271"/>
            </a:xfrm>
            <a:custGeom>
              <a:avLst/>
              <a:gdLst/>
              <a:ahLst/>
              <a:cxnLst/>
              <a:rect l="l" t="t" r="r" b="b"/>
              <a:pathLst>
                <a:path w="2380" h="1849" extrusionOk="0">
                  <a:moveTo>
                    <a:pt x="264" y="0"/>
                  </a:moveTo>
                  <a:cubicBezTo>
                    <a:pt x="209" y="0"/>
                    <a:pt x="171" y="7"/>
                    <a:pt x="156" y="22"/>
                  </a:cubicBezTo>
                  <a:cubicBezTo>
                    <a:pt x="0" y="178"/>
                    <a:pt x="1586" y="1848"/>
                    <a:pt x="1762" y="1848"/>
                  </a:cubicBezTo>
                  <a:cubicBezTo>
                    <a:pt x="1768" y="1848"/>
                    <a:pt x="1772" y="1846"/>
                    <a:pt x="1775" y="1842"/>
                  </a:cubicBezTo>
                  <a:cubicBezTo>
                    <a:pt x="1855" y="1722"/>
                    <a:pt x="2379" y="467"/>
                    <a:pt x="2379" y="467"/>
                  </a:cubicBezTo>
                  <a:cubicBezTo>
                    <a:pt x="2379" y="467"/>
                    <a:pt x="723" y="0"/>
                    <a:pt x="264" y="0"/>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7" name="Google Shape;5207;p47"/>
            <p:cNvSpPr/>
            <p:nvPr/>
          </p:nvSpPr>
          <p:spPr>
            <a:xfrm>
              <a:off x="4746127" y="4028680"/>
              <a:ext cx="83425" cy="83789"/>
            </a:xfrm>
            <a:custGeom>
              <a:avLst/>
              <a:gdLst/>
              <a:ahLst/>
              <a:cxnLst/>
              <a:rect l="l" t="t" r="r" b="b"/>
              <a:pathLst>
                <a:path w="2293" h="2303" extrusionOk="0">
                  <a:moveTo>
                    <a:pt x="207" y="0"/>
                  </a:moveTo>
                  <a:cubicBezTo>
                    <a:pt x="181" y="0"/>
                    <a:pt x="162" y="5"/>
                    <a:pt x="149" y="15"/>
                  </a:cubicBezTo>
                  <a:cubicBezTo>
                    <a:pt x="0" y="135"/>
                    <a:pt x="1360" y="2302"/>
                    <a:pt x="1750" y="2302"/>
                  </a:cubicBezTo>
                  <a:cubicBezTo>
                    <a:pt x="1773" y="2302"/>
                    <a:pt x="1792" y="2295"/>
                    <a:pt x="1808" y="2279"/>
                  </a:cubicBezTo>
                  <a:cubicBezTo>
                    <a:pt x="2092" y="1996"/>
                    <a:pt x="2292" y="1067"/>
                    <a:pt x="2292" y="1067"/>
                  </a:cubicBezTo>
                  <a:cubicBezTo>
                    <a:pt x="2292" y="1067"/>
                    <a:pt x="589" y="0"/>
                    <a:pt x="207" y="0"/>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8" name="Google Shape;5208;p47"/>
            <p:cNvSpPr/>
            <p:nvPr/>
          </p:nvSpPr>
          <p:spPr>
            <a:xfrm>
              <a:off x="4694174" y="4281935"/>
              <a:ext cx="85281" cy="62432"/>
            </a:xfrm>
            <a:custGeom>
              <a:avLst/>
              <a:gdLst/>
              <a:ahLst/>
              <a:cxnLst/>
              <a:rect l="l" t="t" r="r" b="b"/>
              <a:pathLst>
                <a:path w="2344" h="1716" extrusionOk="0">
                  <a:moveTo>
                    <a:pt x="2172" y="1"/>
                  </a:moveTo>
                  <a:cubicBezTo>
                    <a:pt x="1698" y="1"/>
                    <a:pt x="121" y="534"/>
                    <a:pt x="121" y="534"/>
                  </a:cubicBezTo>
                  <a:cubicBezTo>
                    <a:pt x="1" y="697"/>
                    <a:pt x="448" y="1586"/>
                    <a:pt x="568" y="1709"/>
                  </a:cubicBezTo>
                  <a:cubicBezTo>
                    <a:pt x="573" y="1713"/>
                    <a:pt x="579" y="1716"/>
                    <a:pt x="588" y="1716"/>
                  </a:cubicBezTo>
                  <a:cubicBezTo>
                    <a:pt x="808" y="1716"/>
                    <a:pt x="2343" y="284"/>
                    <a:pt x="2305" y="50"/>
                  </a:cubicBezTo>
                  <a:cubicBezTo>
                    <a:pt x="2299" y="15"/>
                    <a:pt x="2251" y="1"/>
                    <a:pt x="2172" y="1"/>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9" name="Google Shape;5209;p47"/>
            <p:cNvSpPr/>
            <p:nvPr/>
          </p:nvSpPr>
          <p:spPr>
            <a:xfrm>
              <a:off x="4723388" y="4299908"/>
              <a:ext cx="87100" cy="92703"/>
            </a:xfrm>
            <a:custGeom>
              <a:avLst/>
              <a:gdLst/>
              <a:ahLst/>
              <a:cxnLst/>
              <a:rect l="l" t="t" r="r" b="b"/>
              <a:pathLst>
                <a:path w="2394" h="2548" extrusionOk="0">
                  <a:moveTo>
                    <a:pt x="2249" y="0"/>
                  </a:moveTo>
                  <a:cubicBezTo>
                    <a:pt x="1870" y="0"/>
                    <a:pt x="1" y="1469"/>
                    <a:pt x="46" y="1579"/>
                  </a:cubicBezTo>
                  <a:cubicBezTo>
                    <a:pt x="169" y="1860"/>
                    <a:pt x="774" y="2547"/>
                    <a:pt x="937" y="2547"/>
                  </a:cubicBezTo>
                  <a:cubicBezTo>
                    <a:pt x="1098" y="2547"/>
                    <a:pt x="2393" y="364"/>
                    <a:pt x="2313" y="40"/>
                  </a:cubicBezTo>
                  <a:cubicBezTo>
                    <a:pt x="2306" y="13"/>
                    <a:pt x="2284" y="0"/>
                    <a:pt x="2249" y="0"/>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0" name="Google Shape;5210;p47"/>
            <p:cNvSpPr/>
            <p:nvPr/>
          </p:nvSpPr>
          <p:spPr>
            <a:xfrm>
              <a:off x="4776542" y="4344767"/>
              <a:ext cx="48643" cy="78804"/>
            </a:xfrm>
            <a:custGeom>
              <a:avLst/>
              <a:gdLst/>
              <a:ahLst/>
              <a:cxnLst/>
              <a:rect l="l" t="t" r="r" b="b"/>
              <a:pathLst>
                <a:path w="1337" h="2166" extrusionOk="0">
                  <a:moveTo>
                    <a:pt x="1184" y="1"/>
                  </a:moveTo>
                  <a:cubicBezTo>
                    <a:pt x="967" y="1"/>
                    <a:pt x="1" y="1718"/>
                    <a:pt x="1" y="1718"/>
                  </a:cubicBezTo>
                  <a:cubicBezTo>
                    <a:pt x="164" y="1962"/>
                    <a:pt x="892" y="2166"/>
                    <a:pt x="1092" y="2166"/>
                  </a:cubicBezTo>
                  <a:cubicBezTo>
                    <a:pt x="1296" y="2166"/>
                    <a:pt x="1336" y="269"/>
                    <a:pt x="1216" y="22"/>
                  </a:cubicBezTo>
                  <a:cubicBezTo>
                    <a:pt x="1208" y="8"/>
                    <a:pt x="1198" y="1"/>
                    <a:pt x="1184" y="1"/>
                  </a:cubicBezTo>
                  <a:close/>
                </a:path>
              </a:pathLst>
            </a:custGeom>
            <a:solidFill>
              <a:srgbClr val="000000">
                <a:alpha val="2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1" name="Google Shape;5211;p47"/>
            <p:cNvSpPr/>
            <p:nvPr/>
          </p:nvSpPr>
          <p:spPr>
            <a:xfrm>
              <a:off x="4923089" y="4196874"/>
              <a:ext cx="15426" cy="27287"/>
            </a:xfrm>
            <a:custGeom>
              <a:avLst/>
              <a:gdLst/>
              <a:ahLst/>
              <a:cxnLst/>
              <a:rect l="l" t="t" r="r" b="b"/>
              <a:pathLst>
                <a:path w="424" h="750" extrusionOk="0">
                  <a:moveTo>
                    <a:pt x="225" y="0"/>
                  </a:moveTo>
                  <a:cubicBezTo>
                    <a:pt x="200" y="0"/>
                    <a:pt x="175" y="12"/>
                    <a:pt x="158" y="40"/>
                  </a:cubicBezTo>
                  <a:cubicBezTo>
                    <a:pt x="81" y="173"/>
                    <a:pt x="1" y="488"/>
                    <a:pt x="260" y="728"/>
                  </a:cubicBezTo>
                  <a:cubicBezTo>
                    <a:pt x="275" y="744"/>
                    <a:pt x="294" y="750"/>
                    <a:pt x="315" y="750"/>
                  </a:cubicBezTo>
                  <a:cubicBezTo>
                    <a:pt x="389" y="750"/>
                    <a:pt x="423" y="660"/>
                    <a:pt x="371" y="611"/>
                  </a:cubicBezTo>
                  <a:cubicBezTo>
                    <a:pt x="146" y="401"/>
                    <a:pt x="291" y="136"/>
                    <a:pt x="300" y="124"/>
                  </a:cubicBezTo>
                  <a:cubicBezTo>
                    <a:pt x="336" y="60"/>
                    <a:pt x="281" y="0"/>
                    <a:pt x="2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2" name="Google Shape;5212;p47"/>
            <p:cNvSpPr/>
            <p:nvPr/>
          </p:nvSpPr>
          <p:spPr>
            <a:xfrm>
              <a:off x="4942954" y="4215866"/>
              <a:ext cx="14735" cy="27505"/>
            </a:xfrm>
            <a:custGeom>
              <a:avLst/>
              <a:gdLst/>
              <a:ahLst/>
              <a:cxnLst/>
              <a:rect l="l" t="t" r="r" b="b"/>
              <a:pathLst>
                <a:path w="405" h="756" extrusionOk="0">
                  <a:moveTo>
                    <a:pt x="227" y="1"/>
                  </a:moveTo>
                  <a:cubicBezTo>
                    <a:pt x="200" y="1"/>
                    <a:pt x="174" y="14"/>
                    <a:pt x="158" y="46"/>
                  </a:cubicBezTo>
                  <a:cubicBezTo>
                    <a:pt x="81" y="178"/>
                    <a:pt x="1" y="493"/>
                    <a:pt x="260" y="734"/>
                  </a:cubicBezTo>
                  <a:cubicBezTo>
                    <a:pt x="275" y="746"/>
                    <a:pt x="294" y="755"/>
                    <a:pt x="315" y="755"/>
                  </a:cubicBezTo>
                  <a:cubicBezTo>
                    <a:pt x="337" y="755"/>
                    <a:pt x="358" y="746"/>
                    <a:pt x="374" y="731"/>
                  </a:cubicBezTo>
                  <a:cubicBezTo>
                    <a:pt x="405" y="697"/>
                    <a:pt x="405" y="644"/>
                    <a:pt x="371" y="613"/>
                  </a:cubicBezTo>
                  <a:cubicBezTo>
                    <a:pt x="146" y="404"/>
                    <a:pt x="290" y="141"/>
                    <a:pt x="300" y="129"/>
                  </a:cubicBezTo>
                  <a:cubicBezTo>
                    <a:pt x="342" y="64"/>
                    <a:pt x="284" y="1"/>
                    <a:pt x="2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3" name="Google Shape;5213;p47"/>
            <p:cNvSpPr/>
            <p:nvPr/>
          </p:nvSpPr>
          <p:spPr>
            <a:xfrm>
              <a:off x="4926800" y="4232019"/>
              <a:ext cx="14735" cy="27505"/>
            </a:xfrm>
            <a:custGeom>
              <a:avLst/>
              <a:gdLst/>
              <a:ahLst/>
              <a:cxnLst/>
              <a:rect l="l" t="t" r="r" b="b"/>
              <a:pathLst>
                <a:path w="405" h="756" extrusionOk="0">
                  <a:moveTo>
                    <a:pt x="227" y="1"/>
                  </a:moveTo>
                  <a:cubicBezTo>
                    <a:pt x="200" y="1"/>
                    <a:pt x="174" y="14"/>
                    <a:pt x="158" y="46"/>
                  </a:cubicBezTo>
                  <a:cubicBezTo>
                    <a:pt x="81" y="179"/>
                    <a:pt x="0" y="493"/>
                    <a:pt x="260" y="734"/>
                  </a:cubicBezTo>
                  <a:cubicBezTo>
                    <a:pt x="275" y="746"/>
                    <a:pt x="293" y="755"/>
                    <a:pt x="315" y="755"/>
                  </a:cubicBezTo>
                  <a:cubicBezTo>
                    <a:pt x="337" y="755"/>
                    <a:pt x="358" y="746"/>
                    <a:pt x="374" y="731"/>
                  </a:cubicBezTo>
                  <a:cubicBezTo>
                    <a:pt x="404" y="697"/>
                    <a:pt x="401" y="644"/>
                    <a:pt x="367" y="613"/>
                  </a:cubicBezTo>
                  <a:cubicBezTo>
                    <a:pt x="142" y="407"/>
                    <a:pt x="290" y="142"/>
                    <a:pt x="297" y="129"/>
                  </a:cubicBezTo>
                  <a:cubicBezTo>
                    <a:pt x="341" y="64"/>
                    <a:pt x="284" y="1"/>
                    <a:pt x="2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4" name="Google Shape;5214;p47"/>
            <p:cNvSpPr/>
            <p:nvPr/>
          </p:nvSpPr>
          <p:spPr>
            <a:xfrm>
              <a:off x="4948920" y="4249119"/>
              <a:ext cx="15281" cy="27360"/>
            </a:xfrm>
            <a:custGeom>
              <a:avLst/>
              <a:gdLst/>
              <a:ahLst/>
              <a:cxnLst/>
              <a:rect l="l" t="t" r="r" b="b"/>
              <a:pathLst>
                <a:path w="420" h="752" extrusionOk="0">
                  <a:moveTo>
                    <a:pt x="224" y="1"/>
                  </a:moveTo>
                  <a:cubicBezTo>
                    <a:pt x="199" y="1"/>
                    <a:pt x="174" y="13"/>
                    <a:pt x="157" y="42"/>
                  </a:cubicBezTo>
                  <a:cubicBezTo>
                    <a:pt x="77" y="174"/>
                    <a:pt x="0" y="489"/>
                    <a:pt x="256" y="730"/>
                  </a:cubicBezTo>
                  <a:cubicBezTo>
                    <a:pt x="271" y="742"/>
                    <a:pt x="293" y="751"/>
                    <a:pt x="312" y="751"/>
                  </a:cubicBezTo>
                  <a:cubicBezTo>
                    <a:pt x="386" y="748"/>
                    <a:pt x="420" y="659"/>
                    <a:pt x="367" y="609"/>
                  </a:cubicBezTo>
                  <a:cubicBezTo>
                    <a:pt x="142" y="399"/>
                    <a:pt x="290" y="137"/>
                    <a:pt x="296" y="125"/>
                  </a:cubicBezTo>
                  <a:cubicBezTo>
                    <a:pt x="334" y="59"/>
                    <a:pt x="279" y="1"/>
                    <a:pt x="2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5" name="Google Shape;5215;p47"/>
            <p:cNvSpPr/>
            <p:nvPr/>
          </p:nvSpPr>
          <p:spPr>
            <a:xfrm>
              <a:off x="4935677" y="4269565"/>
              <a:ext cx="15281" cy="27432"/>
            </a:xfrm>
            <a:custGeom>
              <a:avLst/>
              <a:gdLst/>
              <a:ahLst/>
              <a:cxnLst/>
              <a:rect l="l" t="t" r="r" b="b"/>
              <a:pathLst>
                <a:path w="420" h="754" extrusionOk="0">
                  <a:moveTo>
                    <a:pt x="225" y="0"/>
                  </a:moveTo>
                  <a:cubicBezTo>
                    <a:pt x="200" y="0"/>
                    <a:pt x="174" y="13"/>
                    <a:pt x="157" y="44"/>
                  </a:cubicBezTo>
                  <a:cubicBezTo>
                    <a:pt x="77" y="177"/>
                    <a:pt x="0" y="491"/>
                    <a:pt x="256" y="732"/>
                  </a:cubicBezTo>
                  <a:cubicBezTo>
                    <a:pt x="272" y="747"/>
                    <a:pt x="293" y="754"/>
                    <a:pt x="312" y="754"/>
                  </a:cubicBezTo>
                  <a:cubicBezTo>
                    <a:pt x="386" y="754"/>
                    <a:pt x="420" y="664"/>
                    <a:pt x="367" y="615"/>
                  </a:cubicBezTo>
                  <a:cubicBezTo>
                    <a:pt x="142" y="405"/>
                    <a:pt x="290" y="140"/>
                    <a:pt x="296" y="127"/>
                  </a:cubicBezTo>
                  <a:cubicBezTo>
                    <a:pt x="339" y="62"/>
                    <a:pt x="282" y="0"/>
                    <a:pt x="2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6" name="Google Shape;5216;p47"/>
            <p:cNvSpPr/>
            <p:nvPr/>
          </p:nvSpPr>
          <p:spPr>
            <a:xfrm>
              <a:off x="4935677" y="4172062"/>
              <a:ext cx="15281" cy="27105"/>
            </a:xfrm>
            <a:custGeom>
              <a:avLst/>
              <a:gdLst/>
              <a:ahLst/>
              <a:cxnLst/>
              <a:rect l="l" t="t" r="r" b="b"/>
              <a:pathLst>
                <a:path w="420" h="745" extrusionOk="0">
                  <a:moveTo>
                    <a:pt x="222" y="0"/>
                  </a:moveTo>
                  <a:cubicBezTo>
                    <a:pt x="199" y="0"/>
                    <a:pt x="174" y="11"/>
                    <a:pt x="157" y="38"/>
                  </a:cubicBezTo>
                  <a:cubicBezTo>
                    <a:pt x="77" y="170"/>
                    <a:pt x="0" y="485"/>
                    <a:pt x="256" y="722"/>
                  </a:cubicBezTo>
                  <a:cubicBezTo>
                    <a:pt x="272" y="738"/>
                    <a:pt x="293" y="744"/>
                    <a:pt x="312" y="744"/>
                  </a:cubicBezTo>
                  <a:cubicBezTo>
                    <a:pt x="386" y="744"/>
                    <a:pt x="420" y="655"/>
                    <a:pt x="367" y="605"/>
                  </a:cubicBezTo>
                  <a:cubicBezTo>
                    <a:pt x="142" y="396"/>
                    <a:pt x="290" y="133"/>
                    <a:pt x="296" y="118"/>
                  </a:cubicBezTo>
                  <a:cubicBezTo>
                    <a:pt x="328" y="56"/>
                    <a:pt x="276" y="0"/>
                    <a:pt x="2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7" name="Google Shape;5217;p47"/>
            <p:cNvSpPr/>
            <p:nvPr/>
          </p:nvSpPr>
          <p:spPr>
            <a:xfrm>
              <a:off x="4958343" y="3795799"/>
              <a:ext cx="16445" cy="27105"/>
            </a:xfrm>
            <a:custGeom>
              <a:avLst/>
              <a:gdLst/>
              <a:ahLst/>
              <a:cxnLst/>
              <a:rect l="l" t="t" r="r" b="b"/>
              <a:pathLst>
                <a:path w="452" h="745" extrusionOk="0">
                  <a:moveTo>
                    <a:pt x="338" y="0"/>
                  </a:moveTo>
                  <a:cubicBezTo>
                    <a:pt x="321" y="0"/>
                    <a:pt x="304" y="6"/>
                    <a:pt x="287" y="20"/>
                  </a:cubicBezTo>
                  <a:cubicBezTo>
                    <a:pt x="173" y="121"/>
                    <a:pt x="0" y="393"/>
                    <a:pt x="173" y="701"/>
                  </a:cubicBezTo>
                  <a:cubicBezTo>
                    <a:pt x="185" y="729"/>
                    <a:pt x="213" y="744"/>
                    <a:pt x="241" y="744"/>
                  </a:cubicBezTo>
                  <a:cubicBezTo>
                    <a:pt x="302" y="744"/>
                    <a:pt x="342" y="677"/>
                    <a:pt x="312" y="624"/>
                  </a:cubicBezTo>
                  <a:cubicBezTo>
                    <a:pt x="164" y="356"/>
                    <a:pt x="383" y="149"/>
                    <a:pt x="395" y="140"/>
                  </a:cubicBezTo>
                  <a:cubicBezTo>
                    <a:pt x="451" y="84"/>
                    <a:pt x="401" y="0"/>
                    <a:pt x="33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8" name="Google Shape;5218;p47"/>
            <p:cNvSpPr/>
            <p:nvPr/>
          </p:nvSpPr>
          <p:spPr>
            <a:xfrm>
              <a:off x="4941389" y="3829634"/>
              <a:ext cx="16554" cy="27032"/>
            </a:xfrm>
            <a:custGeom>
              <a:avLst/>
              <a:gdLst/>
              <a:ahLst/>
              <a:cxnLst/>
              <a:rect l="l" t="t" r="r" b="b"/>
              <a:pathLst>
                <a:path w="455" h="743" extrusionOk="0">
                  <a:moveTo>
                    <a:pt x="337" y="0"/>
                  </a:moveTo>
                  <a:cubicBezTo>
                    <a:pt x="321" y="0"/>
                    <a:pt x="304" y="5"/>
                    <a:pt x="287" y="18"/>
                  </a:cubicBezTo>
                  <a:cubicBezTo>
                    <a:pt x="173" y="120"/>
                    <a:pt x="0" y="394"/>
                    <a:pt x="173" y="703"/>
                  </a:cubicBezTo>
                  <a:cubicBezTo>
                    <a:pt x="185" y="727"/>
                    <a:pt x="213" y="743"/>
                    <a:pt x="244" y="743"/>
                  </a:cubicBezTo>
                  <a:cubicBezTo>
                    <a:pt x="256" y="743"/>
                    <a:pt x="269" y="740"/>
                    <a:pt x="281" y="734"/>
                  </a:cubicBezTo>
                  <a:cubicBezTo>
                    <a:pt x="321" y="712"/>
                    <a:pt x="333" y="663"/>
                    <a:pt x="312" y="623"/>
                  </a:cubicBezTo>
                  <a:cubicBezTo>
                    <a:pt x="164" y="354"/>
                    <a:pt x="386" y="151"/>
                    <a:pt x="395" y="138"/>
                  </a:cubicBezTo>
                  <a:cubicBezTo>
                    <a:pt x="454" y="82"/>
                    <a:pt x="402" y="0"/>
                    <a:pt x="3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9" name="Google Shape;5219;p47"/>
            <p:cNvSpPr/>
            <p:nvPr/>
          </p:nvSpPr>
          <p:spPr>
            <a:xfrm>
              <a:off x="4692282" y="4141392"/>
              <a:ext cx="16772" cy="27250"/>
            </a:xfrm>
            <a:custGeom>
              <a:avLst/>
              <a:gdLst/>
              <a:ahLst/>
              <a:cxnLst/>
              <a:rect l="l" t="t" r="r" b="b"/>
              <a:pathLst>
                <a:path w="461" h="749" extrusionOk="0">
                  <a:moveTo>
                    <a:pt x="344" y="0"/>
                  </a:moveTo>
                  <a:cubicBezTo>
                    <a:pt x="326" y="0"/>
                    <a:pt x="308" y="7"/>
                    <a:pt x="290" y="23"/>
                  </a:cubicBezTo>
                  <a:cubicBezTo>
                    <a:pt x="173" y="125"/>
                    <a:pt x="0" y="400"/>
                    <a:pt x="173" y="708"/>
                  </a:cubicBezTo>
                  <a:cubicBezTo>
                    <a:pt x="188" y="733"/>
                    <a:pt x="213" y="748"/>
                    <a:pt x="244" y="748"/>
                  </a:cubicBezTo>
                  <a:cubicBezTo>
                    <a:pt x="306" y="748"/>
                    <a:pt x="343" y="680"/>
                    <a:pt x="315" y="628"/>
                  </a:cubicBezTo>
                  <a:cubicBezTo>
                    <a:pt x="164" y="359"/>
                    <a:pt x="386" y="153"/>
                    <a:pt x="395" y="144"/>
                  </a:cubicBezTo>
                  <a:cubicBezTo>
                    <a:pt x="460" y="88"/>
                    <a:pt x="408" y="0"/>
                    <a:pt x="3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0" name="Google Shape;5220;p47"/>
            <p:cNvSpPr/>
            <p:nvPr/>
          </p:nvSpPr>
          <p:spPr>
            <a:xfrm>
              <a:off x="4700140" y="4100135"/>
              <a:ext cx="16918" cy="27323"/>
            </a:xfrm>
            <a:custGeom>
              <a:avLst/>
              <a:gdLst/>
              <a:ahLst/>
              <a:cxnLst/>
              <a:rect l="l" t="t" r="r" b="b"/>
              <a:pathLst>
                <a:path w="465" h="751" extrusionOk="0">
                  <a:moveTo>
                    <a:pt x="343" y="0"/>
                  </a:moveTo>
                  <a:cubicBezTo>
                    <a:pt x="325" y="0"/>
                    <a:pt x="305" y="7"/>
                    <a:pt x="287" y="25"/>
                  </a:cubicBezTo>
                  <a:cubicBezTo>
                    <a:pt x="173" y="124"/>
                    <a:pt x="0" y="399"/>
                    <a:pt x="173" y="707"/>
                  </a:cubicBezTo>
                  <a:cubicBezTo>
                    <a:pt x="185" y="734"/>
                    <a:pt x="212" y="750"/>
                    <a:pt x="242" y="750"/>
                  </a:cubicBezTo>
                  <a:lnTo>
                    <a:pt x="242" y="750"/>
                  </a:lnTo>
                  <a:cubicBezTo>
                    <a:pt x="303" y="749"/>
                    <a:pt x="342" y="682"/>
                    <a:pt x="312" y="630"/>
                  </a:cubicBezTo>
                  <a:cubicBezTo>
                    <a:pt x="164" y="362"/>
                    <a:pt x="383" y="155"/>
                    <a:pt x="395" y="146"/>
                  </a:cubicBezTo>
                  <a:cubicBezTo>
                    <a:pt x="464" y="91"/>
                    <a:pt x="409" y="0"/>
                    <a:pt x="343" y="0"/>
                  </a:cubicBezTo>
                  <a:close/>
                  <a:moveTo>
                    <a:pt x="242" y="750"/>
                  </a:moveTo>
                  <a:cubicBezTo>
                    <a:pt x="242" y="750"/>
                    <a:pt x="241" y="750"/>
                    <a:pt x="241" y="750"/>
                  </a:cubicBezTo>
                  <a:lnTo>
                    <a:pt x="244" y="750"/>
                  </a:lnTo>
                  <a:cubicBezTo>
                    <a:pt x="243" y="750"/>
                    <a:pt x="243" y="750"/>
                    <a:pt x="242" y="75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1" name="Google Shape;5221;p47"/>
            <p:cNvSpPr/>
            <p:nvPr/>
          </p:nvSpPr>
          <p:spPr>
            <a:xfrm>
              <a:off x="4709891" y="4123601"/>
              <a:ext cx="16954" cy="27323"/>
            </a:xfrm>
            <a:custGeom>
              <a:avLst/>
              <a:gdLst/>
              <a:ahLst/>
              <a:cxnLst/>
              <a:rect l="l" t="t" r="r" b="b"/>
              <a:pathLst>
                <a:path w="466" h="751" extrusionOk="0">
                  <a:moveTo>
                    <a:pt x="346" y="0"/>
                  </a:moveTo>
                  <a:cubicBezTo>
                    <a:pt x="327" y="0"/>
                    <a:pt x="308" y="7"/>
                    <a:pt x="290" y="25"/>
                  </a:cubicBezTo>
                  <a:cubicBezTo>
                    <a:pt x="173" y="127"/>
                    <a:pt x="1" y="401"/>
                    <a:pt x="173" y="710"/>
                  </a:cubicBezTo>
                  <a:cubicBezTo>
                    <a:pt x="188" y="733"/>
                    <a:pt x="210" y="750"/>
                    <a:pt x="237" y="750"/>
                  </a:cubicBezTo>
                  <a:cubicBezTo>
                    <a:pt x="240" y="750"/>
                    <a:pt x="242" y="750"/>
                    <a:pt x="244" y="750"/>
                  </a:cubicBezTo>
                  <a:cubicBezTo>
                    <a:pt x="257" y="750"/>
                    <a:pt x="269" y="747"/>
                    <a:pt x="281" y="741"/>
                  </a:cubicBezTo>
                  <a:cubicBezTo>
                    <a:pt x="321" y="719"/>
                    <a:pt x="334" y="670"/>
                    <a:pt x="312" y="633"/>
                  </a:cubicBezTo>
                  <a:cubicBezTo>
                    <a:pt x="164" y="361"/>
                    <a:pt x="386" y="158"/>
                    <a:pt x="395" y="148"/>
                  </a:cubicBezTo>
                  <a:cubicBezTo>
                    <a:pt x="465" y="93"/>
                    <a:pt x="411" y="0"/>
                    <a:pt x="34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2" name="Google Shape;5222;p47"/>
            <p:cNvSpPr/>
            <p:nvPr/>
          </p:nvSpPr>
          <p:spPr>
            <a:xfrm>
              <a:off x="4707999" y="4165004"/>
              <a:ext cx="16445" cy="27178"/>
            </a:xfrm>
            <a:custGeom>
              <a:avLst/>
              <a:gdLst/>
              <a:ahLst/>
              <a:cxnLst/>
              <a:rect l="l" t="t" r="r" b="b"/>
              <a:pathLst>
                <a:path w="452" h="747" extrusionOk="0">
                  <a:moveTo>
                    <a:pt x="337" y="1"/>
                  </a:moveTo>
                  <a:cubicBezTo>
                    <a:pt x="320" y="1"/>
                    <a:pt x="303" y="6"/>
                    <a:pt x="287" y="19"/>
                  </a:cubicBezTo>
                  <a:cubicBezTo>
                    <a:pt x="173" y="121"/>
                    <a:pt x="0" y="395"/>
                    <a:pt x="173" y="704"/>
                  </a:cubicBezTo>
                  <a:cubicBezTo>
                    <a:pt x="185" y="728"/>
                    <a:pt x="213" y="747"/>
                    <a:pt x="241" y="747"/>
                  </a:cubicBezTo>
                  <a:cubicBezTo>
                    <a:pt x="302" y="747"/>
                    <a:pt x="342" y="679"/>
                    <a:pt x="312" y="627"/>
                  </a:cubicBezTo>
                  <a:cubicBezTo>
                    <a:pt x="160" y="355"/>
                    <a:pt x="386" y="148"/>
                    <a:pt x="395" y="142"/>
                  </a:cubicBezTo>
                  <a:cubicBezTo>
                    <a:pt x="451" y="83"/>
                    <a:pt x="400" y="1"/>
                    <a:pt x="3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3" name="Google Shape;5223;p47"/>
            <p:cNvSpPr/>
            <p:nvPr/>
          </p:nvSpPr>
          <p:spPr>
            <a:xfrm>
              <a:off x="4688571" y="4183267"/>
              <a:ext cx="16518" cy="27105"/>
            </a:xfrm>
            <a:custGeom>
              <a:avLst/>
              <a:gdLst/>
              <a:ahLst/>
              <a:cxnLst/>
              <a:rect l="l" t="t" r="r" b="b"/>
              <a:pathLst>
                <a:path w="454" h="745" extrusionOk="0">
                  <a:moveTo>
                    <a:pt x="340" y="0"/>
                  </a:moveTo>
                  <a:cubicBezTo>
                    <a:pt x="324" y="0"/>
                    <a:pt x="306" y="6"/>
                    <a:pt x="290" y="20"/>
                  </a:cubicBezTo>
                  <a:cubicBezTo>
                    <a:pt x="173" y="121"/>
                    <a:pt x="0" y="396"/>
                    <a:pt x="173" y="704"/>
                  </a:cubicBezTo>
                  <a:cubicBezTo>
                    <a:pt x="189" y="729"/>
                    <a:pt x="213" y="744"/>
                    <a:pt x="244" y="744"/>
                  </a:cubicBezTo>
                  <a:cubicBezTo>
                    <a:pt x="256" y="744"/>
                    <a:pt x="269" y="741"/>
                    <a:pt x="281" y="735"/>
                  </a:cubicBezTo>
                  <a:cubicBezTo>
                    <a:pt x="321" y="714"/>
                    <a:pt x="334" y="664"/>
                    <a:pt x="312" y="624"/>
                  </a:cubicBezTo>
                  <a:cubicBezTo>
                    <a:pt x="164" y="356"/>
                    <a:pt x="386" y="149"/>
                    <a:pt x="395" y="140"/>
                  </a:cubicBezTo>
                  <a:cubicBezTo>
                    <a:pt x="454" y="84"/>
                    <a:pt x="402" y="0"/>
                    <a:pt x="3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4" name="Google Shape;5224;p47"/>
            <p:cNvSpPr/>
            <p:nvPr/>
          </p:nvSpPr>
          <p:spPr>
            <a:xfrm>
              <a:off x="4955396" y="3846443"/>
              <a:ext cx="15754" cy="27178"/>
            </a:xfrm>
            <a:custGeom>
              <a:avLst/>
              <a:gdLst/>
              <a:ahLst/>
              <a:cxnLst/>
              <a:rect l="l" t="t" r="r" b="b"/>
              <a:pathLst>
                <a:path w="433" h="747" extrusionOk="0">
                  <a:moveTo>
                    <a:pt x="343" y="0"/>
                  </a:moveTo>
                  <a:cubicBezTo>
                    <a:pt x="323" y="0"/>
                    <a:pt x="304" y="7"/>
                    <a:pt x="288" y="22"/>
                  </a:cubicBezTo>
                  <a:cubicBezTo>
                    <a:pt x="171" y="124"/>
                    <a:pt x="1" y="398"/>
                    <a:pt x="171" y="706"/>
                  </a:cubicBezTo>
                  <a:cubicBezTo>
                    <a:pt x="186" y="731"/>
                    <a:pt x="214" y="747"/>
                    <a:pt x="242" y="747"/>
                  </a:cubicBezTo>
                  <a:cubicBezTo>
                    <a:pt x="257" y="747"/>
                    <a:pt x="269" y="743"/>
                    <a:pt x="282" y="740"/>
                  </a:cubicBezTo>
                  <a:cubicBezTo>
                    <a:pt x="322" y="716"/>
                    <a:pt x="334" y="666"/>
                    <a:pt x="312" y="629"/>
                  </a:cubicBezTo>
                  <a:cubicBezTo>
                    <a:pt x="164" y="361"/>
                    <a:pt x="386" y="154"/>
                    <a:pt x="396" y="145"/>
                  </a:cubicBezTo>
                  <a:cubicBezTo>
                    <a:pt x="430" y="114"/>
                    <a:pt x="433" y="62"/>
                    <a:pt x="402" y="28"/>
                  </a:cubicBezTo>
                  <a:cubicBezTo>
                    <a:pt x="387" y="10"/>
                    <a:pt x="365" y="0"/>
                    <a:pt x="34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5" name="Google Shape;5225;p47"/>
            <p:cNvSpPr/>
            <p:nvPr/>
          </p:nvSpPr>
          <p:spPr>
            <a:xfrm>
              <a:off x="4978863" y="3783866"/>
              <a:ext cx="16772" cy="27250"/>
            </a:xfrm>
            <a:custGeom>
              <a:avLst/>
              <a:gdLst/>
              <a:ahLst/>
              <a:cxnLst/>
              <a:rect l="l" t="t" r="r" b="b"/>
              <a:pathLst>
                <a:path w="461" h="749" extrusionOk="0">
                  <a:moveTo>
                    <a:pt x="344" y="1"/>
                  </a:moveTo>
                  <a:cubicBezTo>
                    <a:pt x="327" y="1"/>
                    <a:pt x="308" y="8"/>
                    <a:pt x="290" y="24"/>
                  </a:cubicBezTo>
                  <a:cubicBezTo>
                    <a:pt x="173" y="126"/>
                    <a:pt x="1" y="400"/>
                    <a:pt x="173" y="708"/>
                  </a:cubicBezTo>
                  <a:cubicBezTo>
                    <a:pt x="189" y="733"/>
                    <a:pt x="213" y="749"/>
                    <a:pt x="244" y="749"/>
                  </a:cubicBezTo>
                  <a:cubicBezTo>
                    <a:pt x="257" y="749"/>
                    <a:pt x="272" y="746"/>
                    <a:pt x="281" y="739"/>
                  </a:cubicBezTo>
                  <a:cubicBezTo>
                    <a:pt x="321" y="718"/>
                    <a:pt x="334" y="668"/>
                    <a:pt x="312" y="628"/>
                  </a:cubicBezTo>
                  <a:cubicBezTo>
                    <a:pt x="164" y="360"/>
                    <a:pt x="386" y="153"/>
                    <a:pt x="395" y="144"/>
                  </a:cubicBezTo>
                  <a:cubicBezTo>
                    <a:pt x="461" y="89"/>
                    <a:pt x="409" y="1"/>
                    <a:pt x="3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6" name="Google Shape;5226;p47"/>
            <p:cNvSpPr/>
            <p:nvPr/>
          </p:nvSpPr>
          <p:spPr>
            <a:xfrm>
              <a:off x="4757115" y="3627132"/>
              <a:ext cx="28306" cy="14080"/>
            </a:xfrm>
            <a:custGeom>
              <a:avLst/>
              <a:gdLst/>
              <a:ahLst/>
              <a:cxnLst/>
              <a:rect l="l" t="t" r="r" b="b"/>
              <a:pathLst>
                <a:path w="778" h="387" extrusionOk="0">
                  <a:moveTo>
                    <a:pt x="505" y="0"/>
                  </a:moveTo>
                  <a:cubicBezTo>
                    <a:pt x="350" y="0"/>
                    <a:pt x="158" y="59"/>
                    <a:pt x="32" y="264"/>
                  </a:cubicBezTo>
                  <a:cubicBezTo>
                    <a:pt x="1" y="319"/>
                    <a:pt x="38" y="387"/>
                    <a:pt x="103" y="387"/>
                  </a:cubicBezTo>
                  <a:cubicBezTo>
                    <a:pt x="131" y="387"/>
                    <a:pt x="155" y="372"/>
                    <a:pt x="171" y="350"/>
                  </a:cubicBezTo>
                  <a:cubicBezTo>
                    <a:pt x="263" y="197"/>
                    <a:pt x="398" y="163"/>
                    <a:pt x="499" y="163"/>
                  </a:cubicBezTo>
                  <a:cubicBezTo>
                    <a:pt x="572" y="163"/>
                    <a:pt x="627" y="181"/>
                    <a:pt x="633" y="183"/>
                  </a:cubicBezTo>
                  <a:cubicBezTo>
                    <a:pt x="643" y="187"/>
                    <a:pt x="653" y="188"/>
                    <a:pt x="662" y="188"/>
                  </a:cubicBezTo>
                  <a:cubicBezTo>
                    <a:pt x="744" y="188"/>
                    <a:pt x="778" y="60"/>
                    <a:pt x="686" y="29"/>
                  </a:cubicBezTo>
                  <a:cubicBezTo>
                    <a:pt x="640" y="13"/>
                    <a:pt x="576" y="0"/>
                    <a:pt x="5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7" name="Google Shape;5227;p47"/>
            <p:cNvSpPr/>
            <p:nvPr/>
          </p:nvSpPr>
          <p:spPr>
            <a:xfrm>
              <a:off x="4785420" y="3633718"/>
              <a:ext cx="29470" cy="10878"/>
            </a:xfrm>
            <a:custGeom>
              <a:avLst/>
              <a:gdLst/>
              <a:ahLst/>
              <a:cxnLst/>
              <a:rect l="l" t="t" r="r" b="b"/>
              <a:pathLst>
                <a:path w="810" h="299" extrusionOk="0">
                  <a:moveTo>
                    <a:pt x="431" y="0"/>
                  </a:moveTo>
                  <a:cubicBezTo>
                    <a:pt x="309" y="0"/>
                    <a:pt x="174" y="40"/>
                    <a:pt x="53" y="160"/>
                  </a:cubicBezTo>
                  <a:cubicBezTo>
                    <a:pt x="0" y="212"/>
                    <a:pt x="37" y="299"/>
                    <a:pt x="108" y="299"/>
                  </a:cubicBezTo>
                  <a:cubicBezTo>
                    <a:pt x="130" y="299"/>
                    <a:pt x="148" y="289"/>
                    <a:pt x="164" y="274"/>
                  </a:cubicBezTo>
                  <a:cubicBezTo>
                    <a:pt x="251" y="188"/>
                    <a:pt x="345" y="161"/>
                    <a:pt x="427" y="161"/>
                  </a:cubicBezTo>
                  <a:cubicBezTo>
                    <a:pt x="550" y="161"/>
                    <a:pt x="647" y="221"/>
                    <a:pt x="654" y="224"/>
                  </a:cubicBezTo>
                  <a:cubicBezTo>
                    <a:pt x="669" y="233"/>
                    <a:pt x="683" y="237"/>
                    <a:pt x="697" y="237"/>
                  </a:cubicBezTo>
                  <a:cubicBezTo>
                    <a:pt x="766" y="237"/>
                    <a:pt x="810" y="140"/>
                    <a:pt x="740" y="89"/>
                  </a:cubicBezTo>
                  <a:cubicBezTo>
                    <a:pt x="675" y="46"/>
                    <a:pt x="561" y="0"/>
                    <a:pt x="4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8" name="Google Shape;5228;p47"/>
            <p:cNvSpPr/>
            <p:nvPr/>
          </p:nvSpPr>
          <p:spPr>
            <a:xfrm>
              <a:off x="4805139" y="3618037"/>
              <a:ext cx="29906" cy="11424"/>
            </a:xfrm>
            <a:custGeom>
              <a:avLst/>
              <a:gdLst/>
              <a:ahLst/>
              <a:cxnLst/>
              <a:rect l="l" t="t" r="r" b="b"/>
              <a:pathLst>
                <a:path w="822" h="314" extrusionOk="0">
                  <a:moveTo>
                    <a:pt x="363" y="1"/>
                  </a:moveTo>
                  <a:cubicBezTo>
                    <a:pt x="276" y="1"/>
                    <a:pt x="181" y="23"/>
                    <a:pt x="84" y="82"/>
                  </a:cubicBezTo>
                  <a:cubicBezTo>
                    <a:pt x="0" y="125"/>
                    <a:pt x="47" y="236"/>
                    <a:pt x="120" y="236"/>
                  </a:cubicBezTo>
                  <a:cubicBezTo>
                    <a:pt x="135" y="236"/>
                    <a:pt x="151" y="232"/>
                    <a:pt x="168" y="221"/>
                  </a:cubicBezTo>
                  <a:cubicBezTo>
                    <a:pt x="238" y="179"/>
                    <a:pt x="305" y="163"/>
                    <a:pt x="365" y="163"/>
                  </a:cubicBezTo>
                  <a:cubicBezTo>
                    <a:pt x="532" y="163"/>
                    <a:pt x="648" y="282"/>
                    <a:pt x="655" y="288"/>
                  </a:cubicBezTo>
                  <a:cubicBezTo>
                    <a:pt x="670" y="304"/>
                    <a:pt x="692" y="313"/>
                    <a:pt x="714" y="313"/>
                  </a:cubicBezTo>
                  <a:cubicBezTo>
                    <a:pt x="784" y="313"/>
                    <a:pt x="821" y="230"/>
                    <a:pt x="772" y="177"/>
                  </a:cubicBezTo>
                  <a:cubicBezTo>
                    <a:pt x="701" y="102"/>
                    <a:pt x="549" y="1"/>
                    <a:pt x="3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9" name="Google Shape;5229;p47"/>
            <p:cNvSpPr/>
            <p:nvPr/>
          </p:nvSpPr>
          <p:spPr>
            <a:xfrm>
              <a:off x="4767556" y="3609414"/>
              <a:ext cx="29215" cy="10478"/>
            </a:xfrm>
            <a:custGeom>
              <a:avLst/>
              <a:gdLst/>
              <a:ahLst/>
              <a:cxnLst/>
              <a:rect l="l" t="t" r="r" b="b"/>
              <a:pathLst>
                <a:path w="803" h="288" extrusionOk="0">
                  <a:moveTo>
                    <a:pt x="402" y="1"/>
                  </a:moveTo>
                  <a:cubicBezTo>
                    <a:pt x="285" y="1"/>
                    <a:pt x="156" y="38"/>
                    <a:pt x="38" y="146"/>
                  </a:cubicBezTo>
                  <a:cubicBezTo>
                    <a:pt x="4" y="177"/>
                    <a:pt x="1" y="229"/>
                    <a:pt x="32" y="260"/>
                  </a:cubicBezTo>
                  <a:cubicBezTo>
                    <a:pt x="47" y="279"/>
                    <a:pt x="69" y="288"/>
                    <a:pt x="90" y="288"/>
                  </a:cubicBezTo>
                  <a:cubicBezTo>
                    <a:pt x="112" y="288"/>
                    <a:pt x="133" y="279"/>
                    <a:pt x="149" y="266"/>
                  </a:cubicBezTo>
                  <a:cubicBezTo>
                    <a:pt x="234" y="187"/>
                    <a:pt x="324" y="162"/>
                    <a:pt x="402" y="162"/>
                  </a:cubicBezTo>
                  <a:cubicBezTo>
                    <a:pt x="531" y="162"/>
                    <a:pt x="632" y="229"/>
                    <a:pt x="639" y="232"/>
                  </a:cubicBezTo>
                  <a:cubicBezTo>
                    <a:pt x="655" y="244"/>
                    <a:pt x="671" y="248"/>
                    <a:pt x="686" y="248"/>
                  </a:cubicBezTo>
                  <a:cubicBezTo>
                    <a:pt x="753" y="248"/>
                    <a:pt x="803" y="150"/>
                    <a:pt x="732" y="100"/>
                  </a:cubicBezTo>
                  <a:cubicBezTo>
                    <a:pt x="663" y="53"/>
                    <a:pt x="541" y="1"/>
                    <a:pt x="4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0" name="Google Shape;5230;p47"/>
            <p:cNvSpPr/>
            <p:nvPr/>
          </p:nvSpPr>
          <p:spPr>
            <a:xfrm>
              <a:off x="4820237" y="3640994"/>
              <a:ext cx="29615" cy="10878"/>
            </a:xfrm>
            <a:custGeom>
              <a:avLst/>
              <a:gdLst/>
              <a:ahLst/>
              <a:cxnLst/>
              <a:rect l="l" t="t" r="r" b="b"/>
              <a:pathLst>
                <a:path w="814" h="299" extrusionOk="0">
                  <a:moveTo>
                    <a:pt x="366" y="1"/>
                  </a:moveTo>
                  <a:cubicBezTo>
                    <a:pt x="273" y="1"/>
                    <a:pt x="172" y="26"/>
                    <a:pt x="70" y="92"/>
                  </a:cubicBezTo>
                  <a:cubicBezTo>
                    <a:pt x="1" y="144"/>
                    <a:pt x="47" y="240"/>
                    <a:pt x="117" y="240"/>
                  </a:cubicBezTo>
                  <a:cubicBezTo>
                    <a:pt x="130" y="240"/>
                    <a:pt x="145" y="237"/>
                    <a:pt x="160" y="228"/>
                  </a:cubicBezTo>
                  <a:cubicBezTo>
                    <a:pt x="235" y="179"/>
                    <a:pt x="306" y="161"/>
                    <a:pt x="371" y="161"/>
                  </a:cubicBezTo>
                  <a:cubicBezTo>
                    <a:pt x="529" y="161"/>
                    <a:pt x="644" y="268"/>
                    <a:pt x="650" y="274"/>
                  </a:cubicBezTo>
                  <a:cubicBezTo>
                    <a:pt x="662" y="290"/>
                    <a:pt x="684" y="299"/>
                    <a:pt x="706" y="299"/>
                  </a:cubicBezTo>
                  <a:cubicBezTo>
                    <a:pt x="777" y="299"/>
                    <a:pt x="814" y="210"/>
                    <a:pt x="761" y="160"/>
                  </a:cubicBezTo>
                  <a:cubicBezTo>
                    <a:pt x="689" y="90"/>
                    <a:pt x="541" y="1"/>
                    <a:pt x="36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1" name="Google Shape;5231;p47"/>
            <p:cNvSpPr/>
            <p:nvPr/>
          </p:nvSpPr>
          <p:spPr>
            <a:xfrm>
              <a:off x="4971586" y="3819957"/>
              <a:ext cx="15826" cy="27178"/>
            </a:xfrm>
            <a:custGeom>
              <a:avLst/>
              <a:gdLst/>
              <a:ahLst/>
              <a:cxnLst/>
              <a:rect l="l" t="t" r="r" b="b"/>
              <a:pathLst>
                <a:path w="435" h="747" extrusionOk="0">
                  <a:moveTo>
                    <a:pt x="342" y="1"/>
                  </a:moveTo>
                  <a:cubicBezTo>
                    <a:pt x="322" y="1"/>
                    <a:pt x="303" y="8"/>
                    <a:pt x="287" y="22"/>
                  </a:cubicBezTo>
                  <a:cubicBezTo>
                    <a:pt x="173" y="124"/>
                    <a:pt x="0" y="398"/>
                    <a:pt x="173" y="707"/>
                  </a:cubicBezTo>
                  <a:cubicBezTo>
                    <a:pt x="185" y="731"/>
                    <a:pt x="213" y="747"/>
                    <a:pt x="241" y="747"/>
                  </a:cubicBezTo>
                  <a:cubicBezTo>
                    <a:pt x="256" y="747"/>
                    <a:pt x="268" y="744"/>
                    <a:pt x="281" y="740"/>
                  </a:cubicBezTo>
                  <a:cubicBezTo>
                    <a:pt x="321" y="716"/>
                    <a:pt x="333" y="670"/>
                    <a:pt x="312" y="629"/>
                  </a:cubicBezTo>
                  <a:cubicBezTo>
                    <a:pt x="164" y="361"/>
                    <a:pt x="386" y="154"/>
                    <a:pt x="395" y="145"/>
                  </a:cubicBezTo>
                  <a:cubicBezTo>
                    <a:pt x="432" y="114"/>
                    <a:pt x="435" y="62"/>
                    <a:pt x="404" y="28"/>
                  </a:cubicBezTo>
                  <a:cubicBezTo>
                    <a:pt x="388" y="10"/>
                    <a:pt x="365" y="1"/>
                    <a:pt x="3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32" name="Google Shape;5232;p47"/>
          <p:cNvGrpSpPr/>
          <p:nvPr/>
        </p:nvGrpSpPr>
        <p:grpSpPr>
          <a:xfrm>
            <a:off x="6152526" y="3514093"/>
            <a:ext cx="1774375" cy="1022386"/>
            <a:chOff x="6206101" y="3591931"/>
            <a:chExt cx="1639297" cy="944555"/>
          </a:xfrm>
        </p:grpSpPr>
        <p:sp>
          <p:nvSpPr>
            <p:cNvPr id="5233" name="Google Shape;5233;p47"/>
            <p:cNvSpPr/>
            <p:nvPr/>
          </p:nvSpPr>
          <p:spPr>
            <a:xfrm>
              <a:off x="6206101" y="4353896"/>
              <a:ext cx="187734" cy="181491"/>
            </a:xfrm>
            <a:custGeom>
              <a:avLst/>
              <a:gdLst/>
              <a:ahLst/>
              <a:cxnLst/>
              <a:rect l="l" t="t" r="r" b="b"/>
              <a:pathLst>
                <a:path w="5142" h="4971" extrusionOk="0">
                  <a:moveTo>
                    <a:pt x="2607" y="0"/>
                  </a:moveTo>
                  <a:cubicBezTo>
                    <a:pt x="2418" y="0"/>
                    <a:pt x="2229" y="22"/>
                    <a:pt x="2042" y="66"/>
                  </a:cubicBezTo>
                  <a:cubicBezTo>
                    <a:pt x="2030" y="66"/>
                    <a:pt x="2017" y="66"/>
                    <a:pt x="2005" y="72"/>
                  </a:cubicBezTo>
                  <a:cubicBezTo>
                    <a:pt x="1885" y="103"/>
                    <a:pt x="1764" y="140"/>
                    <a:pt x="1647" y="189"/>
                  </a:cubicBezTo>
                  <a:cubicBezTo>
                    <a:pt x="1634" y="177"/>
                    <a:pt x="1617" y="170"/>
                    <a:pt x="1599" y="170"/>
                  </a:cubicBezTo>
                  <a:cubicBezTo>
                    <a:pt x="1596" y="170"/>
                    <a:pt x="1592" y="170"/>
                    <a:pt x="1589" y="171"/>
                  </a:cubicBezTo>
                  <a:cubicBezTo>
                    <a:pt x="1549" y="177"/>
                    <a:pt x="1518" y="208"/>
                    <a:pt x="1518" y="248"/>
                  </a:cubicBezTo>
                  <a:cubicBezTo>
                    <a:pt x="827" y="584"/>
                    <a:pt x="330" y="1216"/>
                    <a:pt x="173" y="1966"/>
                  </a:cubicBezTo>
                  <a:cubicBezTo>
                    <a:pt x="136" y="1984"/>
                    <a:pt x="105" y="2000"/>
                    <a:pt x="83" y="2009"/>
                  </a:cubicBezTo>
                  <a:cubicBezTo>
                    <a:pt x="0" y="2040"/>
                    <a:pt x="25" y="2163"/>
                    <a:pt x="114" y="2163"/>
                  </a:cubicBezTo>
                  <a:cubicBezTo>
                    <a:pt x="120" y="2163"/>
                    <a:pt x="130" y="2163"/>
                    <a:pt x="139" y="2160"/>
                  </a:cubicBezTo>
                  <a:lnTo>
                    <a:pt x="139" y="2160"/>
                  </a:lnTo>
                  <a:cubicBezTo>
                    <a:pt x="124" y="2268"/>
                    <a:pt x="117" y="2376"/>
                    <a:pt x="117" y="2484"/>
                  </a:cubicBezTo>
                  <a:cubicBezTo>
                    <a:pt x="117" y="2657"/>
                    <a:pt x="136" y="2830"/>
                    <a:pt x="170" y="2996"/>
                  </a:cubicBezTo>
                  <a:cubicBezTo>
                    <a:pt x="120" y="3039"/>
                    <a:pt x="142" y="3119"/>
                    <a:pt x="204" y="3135"/>
                  </a:cubicBezTo>
                  <a:cubicBezTo>
                    <a:pt x="460" y="4073"/>
                    <a:pt x="1237" y="4776"/>
                    <a:pt x="2193" y="4936"/>
                  </a:cubicBezTo>
                  <a:cubicBezTo>
                    <a:pt x="2330" y="4959"/>
                    <a:pt x="2467" y="4970"/>
                    <a:pt x="2603" y="4970"/>
                  </a:cubicBezTo>
                  <a:cubicBezTo>
                    <a:pt x="3417" y="4970"/>
                    <a:pt x="4193" y="4568"/>
                    <a:pt x="4661" y="3881"/>
                  </a:cubicBezTo>
                  <a:cubicBezTo>
                    <a:pt x="4676" y="3872"/>
                    <a:pt x="4688" y="3860"/>
                    <a:pt x="4694" y="3844"/>
                  </a:cubicBezTo>
                  <a:cubicBezTo>
                    <a:pt x="4698" y="3835"/>
                    <a:pt x="4701" y="3826"/>
                    <a:pt x="4701" y="3813"/>
                  </a:cubicBezTo>
                  <a:cubicBezTo>
                    <a:pt x="4787" y="3684"/>
                    <a:pt x="4858" y="3542"/>
                    <a:pt x="4913" y="3397"/>
                  </a:cubicBezTo>
                  <a:cubicBezTo>
                    <a:pt x="4920" y="3391"/>
                    <a:pt x="4926" y="3385"/>
                    <a:pt x="4929" y="3379"/>
                  </a:cubicBezTo>
                  <a:cubicBezTo>
                    <a:pt x="4932" y="3366"/>
                    <a:pt x="4935" y="3357"/>
                    <a:pt x="4935" y="3345"/>
                  </a:cubicBezTo>
                  <a:cubicBezTo>
                    <a:pt x="5142" y="2786"/>
                    <a:pt x="5139" y="2176"/>
                    <a:pt x="4932" y="1617"/>
                  </a:cubicBezTo>
                  <a:lnTo>
                    <a:pt x="4954" y="1605"/>
                  </a:lnTo>
                  <a:cubicBezTo>
                    <a:pt x="5029" y="1556"/>
                    <a:pt x="4984" y="1454"/>
                    <a:pt x="4913" y="1454"/>
                  </a:cubicBezTo>
                  <a:cubicBezTo>
                    <a:pt x="4899" y="1454"/>
                    <a:pt x="4885" y="1458"/>
                    <a:pt x="4870" y="1466"/>
                  </a:cubicBezTo>
                  <a:cubicBezTo>
                    <a:pt x="4799" y="1306"/>
                    <a:pt x="4710" y="1155"/>
                    <a:pt x="4605" y="1013"/>
                  </a:cubicBezTo>
                  <a:cubicBezTo>
                    <a:pt x="4605" y="994"/>
                    <a:pt x="4602" y="976"/>
                    <a:pt x="4590" y="960"/>
                  </a:cubicBezTo>
                  <a:cubicBezTo>
                    <a:pt x="4577" y="942"/>
                    <a:pt x="4562" y="933"/>
                    <a:pt x="4540" y="927"/>
                  </a:cubicBezTo>
                  <a:cubicBezTo>
                    <a:pt x="4438" y="803"/>
                    <a:pt x="4324" y="686"/>
                    <a:pt x="4198" y="581"/>
                  </a:cubicBezTo>
                  <a:cubicBezTo>
                    <a:pt x="4207" y="556"/>
                    <a:pt x="4204" y="532"/>
                    <a:pt x="4192" y="510"/>
                  </a:cubicBezTo>
                  <a:cubicBezTo>
                    <a:pt x="4176" y="486"/>
                    <a:pt x="4150" y="473"/>
                    <a:pt x="4123" y="473"/>
                  </a:cubicBezTo>
                  <a:cubicBezTo>
                    <a:pt x="4108" y="473"/>
                    <a:pt x="4094" y="477"/>
                    <a:pt x="4081" y="486"/>
                  </a:cubicBezTo>
                  <a:cubicBezTo>
                    <a:pt x="3650" y="168"/>
                    <a:pt x="3132" y="0"/>
                    <a:pt x="2607" y="0"/>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4" name="Google Shape;5234;p47"/>
            <p:cNvSpPr/>
            <p:nvPr/>
          </p:nvSpPr>
          <p:spPr>
            <a:xfrm>
              <a:off x="6291350" y="3591931"/>
              <a:ext cx="1554048" cy="901249"/>
            </a:xfrm>
            <a:custGeom>
              <a:avLst/>
              <a:gdLst/>
              <a:ahLst/>
              <a:cxnLst/>
              <a:rect l="l" t="t" r="r" b="b"/>
              <a:pathLst>
                <a:path w="42565" h="24685" extrusionOk="0">
                  <a:moveTo>
                    <a:pt x="28816" y="1"/>
                  </a:moveTo>
                  <a:cubicBezTo>
                    <a:pt x="25148" y="1"/>
                    <a:pt x="21123" y="2209"/>
                    <a:pt x="17791" y="4313"/>
                  </a:cubicBezTo>
                  <a:cubicBezTo>
                    <a:pt x="16573" y="5084"/>
                    <a:pt x="15536" y="5663"/>
                    <a:pt x="14660" y="6108"/>
                  </a:cubicBezTo>
                  <a:cubicBezTo>
                    <a:pt x="14577" y="6089"/>
                    <a:pt x="14497" y="6074"/>
                    <a:pt x="14423" y="6055"/>
                  </a:cubicBezTo>
                  <a:cubicBezTo>
                    <a:pt x="14417" y="6054"/>
                    <a:pt x="14412" y="6053"/>
                    <a:pt x="14406" y="6053"/>
                  </a:cubicBezTo>
                  <a:cubicBezTo>
                    <a:pt x="14369" y="6053"/>
                    <a:pt x="14335" y="6079"/>
                    <a:pt x="14327" y="6117"/>
                  </a:cubicBezTo>
                  <a:cubicBezTo>
                    <a:pt x="14318" y="6160"/>
                    <a:pt x="14346" y="6203"/>
                    <a:pt x="14389" y="6212"/>
                  </a:cubicBezTo>
                  <a:lnTo>
                    <a:pt x="14429" y="6222"/>
                  </a:lnTo>
                  <a:lnTo>
                    <a:pt x="14321" y="6274"/>
                  </a:lnTo>
                  <a:lnTo>
                    <a:pt x="10120" y="5787"/>
                  </a:lnTo>
                  <a:cubicBezTo>
                    <a:pt x="10120" y="5787"/>
                    <a:pt x="7906" y="3487"/>
                    <a:pt x="7282" y="3487"/>
                  </a:cubicBezTo>
                  <a:cubicBezTo>
                    <a:pt x="7236" y="3487"/>
                    <a:pt x="7199" y="3499"/>
                    <a:pt x="7172" y="3526"/>
                  </a:cubicBezTo>
                  <a:cubicBezTo>
                    <a:pt x="6777" y="3921"/>
                    <a:pt x="6755" y="7070"/>
                    <a:pt x="6755" y="7070"/>
                  </a:cubicBezTo>
                  <a:cubicBezTo>
                    <a:pt x="6755" y="7070"/>
                    <a:pt x="5371" y="7773"/>
                    <a:pt x="4797" y="9324"/>
                  </a:cubicBezTo>
                  <a:lnTo>
                    <a:pt x="3838" y="8643"/>
                  </a:lnTo>
                  <a:cubicBezTo>
                    <a:pt x="3822" y="8632"/>
                    <a:pt x="3805" y="8627"/>
                    <a:pt x="3790" y="8627"/>
                  </a:cubicBezTo>
                  <a:cubicBezTo>
                    <a:pt x="3721" y="8627"/>
                    <a:pt x="3672" y="8725"/>
                    <a:pt x="3745" y="8775"/>
                  </a:cubicBezTo>
                  <a:lnTo>
                    <a:pt x="4745" y="9485"/>
                  </a:lnTo>
                  <a:cubicBezTo>
                    <a:pt x="4593" y="9960"/>
                    <a:pt x="4535" y="10459"/>
                    <a:pt x="4566" y="10956"/>
                  </a:cubicBezTo>
                  <a:lnTo>
                    <a:pt x="2336" y="10117"/>
                  </a:lnTo>
                  <a:cubicBezTo>
                    <a:pt x="2326" y="10114"/>
                    <a:pt x="2317" y="10112"/>
                    <a:pt x="2307" y="10112"/>
                  </a:cubicBezTo>
                  <a:cubicBezTo>
                    <a:pt x="2276" y="10112"/>
                    <a:pt x="2246" y="10130"/>
                    <a:pt x="2234" y="10163"/>
                  </a:cubicBezTo>
                  <a:cubicBezTo>
                    <a:pt x="2215" y="10207"/>
                    <a:pt x="2237" y="10253"/>
                    <a:pt x="2280" y="10268"/>
                  </a:cubicBezTo>
                  <a:lnTo>
                    <a:pt x="4581" y="11135"/>
                  </a:lnTo>
                  <a:cubicBezTo>
                    <a:pt x="4618" y="11502"/>
                    <a:pt x="4692" y="11866"/>
                    <a:pt x="4803" y="12218"/>
                  </a:cubicBezTo>
                  <a:lnTo>
                    <a:pt x="2555" y="11909"/>
                  </a:lnTo>
                  <a:cubicBezTo>
                    <a:pt x="2551" y="11909"/>
                    <a:pt x="2547" y="11908"/>
                    <a:pt x="2543" y="11908"/>
                  </a:cubicBezTo>
                  <a:cubicBezTo>
                    <a:pt x="2502" y="11908"/>
                    <a:pt x="2468" y="11937"/>
                    <a:pt x="2462" y="11977"/>
                  </a:cubicBezTo>
                  <a:cubicBezTo>
                    <a:pt x="2456" y="12020"/>
                    <a:pt x="2487" y="12060"/>
                    <a:pt x="2530" y="12069"/>
                  </a:cubicBezTo>
                  <a:lnTo>
                    <a:pt x="4735" y="12372"/>
                  </a:lnTo>
                  <a:cubicBezTo>
                    <a:pt x="4732" y="12403"/>
                    <a:pt x="4732" y="12430"/>
                    <a:pt x="4735" y="12461"/>
                  </a:cubicBezTo>
                  <a:cubicBezTo>
                    <a:pt x="2650" y="14056"/>
                    <a:pt x="701" y="15515"/>
                    <a:pt x="189" y="16209"/>
                  </a:cubicBezTo>
                  <a:cubicBezTo>
                    <a:pt x="59" y="16391"/>
                    <a:pt x="10" y="16532"/>
                    <a:pt x="29" y="16647"/>
                  </a:cubicBezTo>
                  <a:cubicBezTo>
                    <a:pt x="26" y="16650"/>
                    <a:pt x="22" y="16653"/>
                    <a:pt x="19" y="16659"/>
                  </a:cubicBezTo>
                  <a:cubicBezTo>
                    <a:pt x="7" y="16671"/>
                    <a:pt x="1" y="16690"/>
                    <a:pt x="1" y="16708"/>
                  </a:cubicBezTo>
                  <a:cubicBezTo>
                    <a:pt x="1" y="16751"/>
                    <a:pt x="38" y="16788"/>
                    <a:pt x="81" y="16788"/>
                  </a:cubicBezTo>
                  <a:lnTo>
                    <a:pt x="96" y="16788"/>
                  </a:lnTo>
                  <a:cubicBezTo>
                    <a:pt x="242" y="16951"/>
                    <a:pt x="598" y="17016"/>
                    <a:pt x="1061" y="17016"/>
                  </a:cubicBezTo>
                  <a:cubicBezTo>
                    <a:pt x="2267" y="17016"/>
                    <a:pt x="4204" y="16578"/>
                    <a:pt x="5078" y="16286"/>
                  </a:cubicBezTo>
                  <a:cubicBezTo>
                    <a:pt x="5304" y="16210"/>
                    <a:pt x="5557" y="16177"/>
                    <a:pt x="5821" y="16177"/>
                  </a:cubicBezTo>
                  <a:cubicBezTo>
                    <a:pt x="7274" y="16177"/>
                    <a:pt x="9087" y="17193"/>
                    <a:pt x="9004" y="17859"/>
                  </a:cubicBezTo>
                  <a:cubicBezTo>
                    <a:pt x="8908" y="18636"/>
                    <a:pt x="3539" y="21273"/>
                    <a:pt x="6206" y="21418"/>
                  </a:cubicBezTo>
                  <a:cubicBezTo>
                    <a:pt x="6206" y="21421"/>
                    <a:pt x="6206" y="21421"/>
                    <a:pt x="6206" y="21421"/>
                  </a:cubicBezTo>
                  <a:cubicBezTo>
                    <a:pt x="6206" y="21464"/>
                    <a:pt x="6243" y="21501"/>
                    <a:pt x="6287" y="21504"/>
                  </a:cubicBezTo>
                  <a:lnTo>
                    <a:pt x="6308" y="21504"/>
                  </a:lnTo>
                  <a:cubicBezTo>
                    <a:pt x="6447" y="21504"/>
                    <a:pt x="6586" y="21473"/>
                    <a:pt x="6712" y="21418"/>
                  </a:cubicBezTo>
                  <a:cubicBezTo>
                    <a:pt x="9581" y="21258"/>
                    <a:pt x="14111" y="18741"/>
                    <a:pt x="17023" y="18673"/>
                  </a:cubicBezTo>
                  <a:cubicBezTo>
                    <a:pt x="17023" y="18713"/>
                    <a:pt x="17057" y="18747"/>
                    <a:pt x="17097" y="18750"/>
                  </a:cubicBezTo>
                  <a:cubicBezTo>
                    <a:pt x="17424" y="18775"/>
                    <a:pt x="17800" y="18784"/>
                    <a:pt x="18214" y="18784"/>
                  </a:cubicBezTo>
                  <a:cubicBezTo>
                    <a:pt x="19787" y="18784"/>
                    <a:pt x="21859" y="18627"/>
                    <a:pt x="23441" y="18476"/>
                  </a:cubicBezTo>
                  <a:cubicBezTo>
                    <a:pt x="24370" y="18445"/>
                    <a:pt x="25338" y="18411"/>
                    <a:pt x="26257" y="18374"/>
                  </a:cubicBezTo>
                  <a:cubicBezTo>
                    <a:pt x="26437" y="18394"/>
                    <a:pt x="26660" y="18403"/>
                    <a:pt x="26913" y="18403"/>
                  </a:cubicBezTo>
                  <a:cubicBezTo>
                    <a:pt x="27884" y="18403"/>
                    <a:pt x="29286" y="18272"/>
                    <a:pt x="30258" y="18167"/>
                  </a:cubicBezTo>
                  <a:lnTo>
                    <a:pt x="30285" y="18164"/>
                  </a:lnTo>
                  <a:cubicBezTo>
                    <a:pt x="33617" y="18013"/>
                    <a:pt x="36405" y="17877"/>
                    <a:pt x="37034" y="17837"/>
                  </a:cubicBezTo>
                  <a:cubicBezTo>
                    <a:pt x="37057" y="17836"/>
                    <a:pt x="37079" y="17835"/>
                    <a:pt x="37101" y="17835"/>
                  </a:cubicBezTo>
                  <a:cubicBezTo>
                    <a:pt x="38572" y="17835"/>
                    <a:pt x="37377" y="20967"/>
                    <a:pt x="34110" y="21322"/>
                  </a:cubicBezTo>
                  <a:cubicBezTo>
                    <a:pt x="33661" y="21371"/>
                    <a:pt x="33186" y="21399"/>
                    <a:pt x="32673" y="21399"/>
                  </a:cubicBezTo>
                  <a:cubicBezTo>
                    <a:pt x="30728" y="21399"/>
                    <a:pt x="28250" y="20994"/>
                    <a:pt x="24669" y="19746"/>
                  </a:cubicBezTo>
                  <a:cubicBezTo>
                    <a:pt x="23708" y="19412"/>
                    <a:pt x="22841" y="19264"/>
                    <a:pt x="22057" y="19264"/>
                  </a:cubicBezTo>
                  <a:cubicBezTo>
                    <a:pt x="19152" y="19264"/>
                    <a:pt x="17397" y="21294"/>
                    <a:pt x="16314" y="23386"/>
                  </a:cubicBezTo>
                  <a:cubicBezTo>
                    <a:pt x="15818" y="24340"/>
                    <a:pt x="15882" y="24684"/>
                    <a:pt x="16431" y="24684"/>
                  </a:cubicBezTo>
                  <a:cubicBezTo>
                    <a:pt x="17410" y="24684"/>
                    <a:pt x="19935" y="23587"/>
                    <a:pt x="23590" y="22895"/>
                  </a:cubicBezTo>
                  <a:cubicBezTo>
                    <a:pt x="24312" y="22758"/>
                    <a:pt x="24977" y="22701"/>
                    <a:pt x="25598" y="22701"/>
                  </a:cubicBezTo>
                  <a:cubicBezTo>
                    <a:pt x="28518" y="22701"/>
                    <a:pt x="30467" y="23954"/>
                    <a:pt x="32969" y="23954"/>
                  </a:cubicBezTo>
                  <a:cubicBezTo>
                    <a:pt x="34129" y="23954"/>
                    <a:pt x="35409" y="23685"/>
                    <a:pt x="36960" y="22895"/>
                  </a:cubicBezTo>
                  <a:cubicBezTo>
                    <a:pt x="42564" y="20042"/>
                    <a:pt x="40007" y="10703"/>
                    <a:pt x="35486" y="3819"/>
                  </a:cubicBezTo>
                  <a:cubicBezTo>
                    <a:pt x="33652" y="1029"/>
                    <a:pt x="31317" y="1"/>
                    <a:pt x="28816" y="1"/>
                  </a:cubicBezTo>
                  <a:close/>
                </a:path>
              </a:pathLst>
            </a:custGeom>
            <a:solidFill>
              <a:srgbClr val="FFFFFF"/>
            </a:solidFill>
            <a:ln w="76200" cap="flat" cmpd="sng">
              <a:solidFill>
                <a:srgbClr val="FFFFF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5" name="Google Shape;5235;p47"/>
            <p:cNvSpPr/>
            <p:nvPr/>
          </p:nvSpPr>
          <p:spPr>
            <a:xfrm>
              <a:off x="6216259" y="4355556"/>
              <a:ext cx="180930" cy="180930"/>
            </a:xfrm>
            <a:custGeom>
              <a:avLst/>
              <a:gdLst/>
              <a:ahLst/>
              <a:cxnLst/>
              <a:rect l="l" t="t" r="r" b="b"/>
              <a:pathLst>
                <a:path w="4973" h="4973" extrusionOk="0">
                  <a:moveTo>
                    <a:pt x="2486" y="0"/>
                  </a:moveTo>
                  <a:cubicBezTo>
                    <a:pt x="1114" y="0"/>
                    <a:pt x="0" y="1114"/>
                    <a:pt x="0" y="2486"/>
                  </a:cubicBezTo>
                  <a:cubicBezTo>
                    <a:pt x="0" y="3859"/>
                    <a:pt x="1114" y="4972"/>
                    <a:pt x="2486" y="4972"/>
                  </a:cubicBezTo>
                  <a:cubicBezTo>
                    <a:pt x="3859" y="4972"/>
                    <a:pt x="4972" y="3859"/>
                    <a:pt x="4972" y="2486"/>
                  </a:cubicBezTo>
                  <a:cubicBezTo>
                    <a:pt x="4972" y="1114"/>
                    <a:pt x="3859" y="0"/>
                    <a:pt x="248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6" name="Google Shape;5236;p47"/>
            <p:cNvSpPr/>
            <p:nvPr/>
          </p:nvSpPr>
          <p:spPr>
            <a:xfrm>
              <a:off x="6313581" y="4365524"/>
              <a:ext cx="82807" cy="92848"/>
            </a:xfrm>
            <a:custGeom>
              <a:avLst/>
              <a:gdLst/>
              <a:ahLst/>
              <a:cxnLst/>
              <a:rect l="l" t="t" r="r" b="b"/>
              <a:pathLst>
                <a:path w="2276" h="2552" extrusionOk="0">
                  <a:moveTo>
                    <a:pt x="113" y="0"/>
                  </a:moveTo>
                  <a:cubicBezTo>
                    <a:pt x="56" y="0"/>
                    <a:pt x="1" y="61"/>
                    <a:pt x="40" y="124"/>
                  </a:cubicBezTo>
                  <a:cubicBezTo>
                    <a:pt x="83" y="189"/>
                    <a:pt x="1064" y="1746"/>
                    <a:pt x="2118" y="2536"/>
                  </a:cubicBezTo>
                  <a:cubicBezTo>
                    <a:pt x="2131" y="2545"/>
                    <a:pt x="2149" y="2551"/>
                    <a:pt x="2168" y="2551"/>
                  </a:cubicBezTo>
                  <a:cubicBezTo>
                    <a:pt x="2245" y="2551"/>
                    <a:pt x="2276" y="2453"/>
                    <a:pt x="2214" y="2406"/>
                  </a:cubicBezTo>
                  <a:cubicBezTo>
                    <a:pt x="1184" y="1635"/>
                    <a:pt x="188" y="53"/>
                    <a:pt x="178" y="38"/>
                  </a:cubicBezTo>
                  <a:cubicBezTo>
                    <a:pt x="161" y="11"/>
                    <a:pt x="137" y="0"/>
                    <a:pt x="1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7" name="Google Shape;5237;p47"/>
            <p:cNvSpPr/>
            <p:nvPr/>
          </p:nvSpPr>
          <p:spPr>
            <a:xfrm>
              <a:off x="6282402" y="4357884"/>
              <a:ext cx="110385" cy="122354"/>
            </a:xfrm>
            <a:custGeom>
              <a:avLst/>
              <a:gdLst/>
              <a:ahLst/>
              <a:cxnLst/>
              <a:rect l="l" t="t" r="r" b="b"/>
              <a:pathLst>
                <a:path w="3034" h="3363" extrusionOk="0">
                  <a:moveTo>
                    <a:pt x="107" y="1"/>
                  </a:moveTo>
                  <a:cubicBezTo>
                    <a:pt x="54" y="1"/>
                    <a:pt x="0" y="55"/>
                    <a:pt x="33" y="121"/>
                  </a:cubicBezTo>
                  <a:cubicBezTo>
                    <a:pt x="85" y="223"/>
                    <a:pt x="1322" y="2616"/>
                    <a:pt x="2883" y="3357"/>
                  </a:cubicBezTo>
                  <a:cubicBezTo>
                    <a:pt x="2895" y="3360"/>
                    <a:pt x="2908" y="3363"/>
                    <a:pt x="2917" y="3363"/>
                  </a:cubicBezTo>
                  <a:lnTo>
                    <a:pt x="2920" y="3363"/>
                  </a:lnTo>
                  <a:cubicBezTo>
                    <a:pt x="3006" y="3363"/>
                    <a:pt x="3034" y="3246"/>
                    <a:pt x="2954" y="3209"/>
                  </a:cubicBezTo>
                  <a:cubicBezTo>
                    <a:pt x="1442" y="2493"/>
                    <a:pt x="190" y="72"/>
                    <a:pt x="178" y="47"/>
                  </a:cubicBezTo>
                  <a:cubicBezTo>
                    <a:pt x="161" y="14"/>
                    <a:pt x="134" y="1"/>
                    <a:pt x="1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8" name="Google Shape;5238;p47"/>
            <p:cNvSpPr/>
            <p:nvPr/>
          </p:nvSpPr>
          <p:spPr>
            <a:xfrm>
              <a:off x="6248967" y="4381423"/>
              <a:ext cx="117443" cy="126429"/>
            </a:xfrm>
            <a:custGeom>
              <a:avLst/>
              <a:gdLst/>
              <a:ahLst/>
              <a:cxnLst/>
              <a:rect l="l" t="t" r="r" b="b"/>
              <a:pathLst>
                <a:path w="3228" h="3475" extrusionOk="0">
                  <a:moveTo>
                    <a:pt x="101" y="0"/>
                  </a:moveTo>
                  <a:cubicBezTo>
                    <a:pt x="51" y="0"/>
                    <a:pt x="0" y="46"/>
                    <a:pt x="24" y="110"/>
                  </a:cubicBezTo>
                  <a:cubicBezTo>
                    <a:pt x="64" y="218"/>
                    <a:pt x="1026" y="2762"/>
                    <a:pt x="3092" y="3468"/>
                  </a:cubicBezTo>
                  <a:cubicBezTo>
                    <a:pt x="3101" y="3471"/>
                    <a:pt x="3110" y="3474"/>
                    <a:pt x="3118" y="3475"/>
                  </a:cubicBezTo>
                  <a:lnTo>
                    <a:pt x="3118" y="3475"/>
                  </a:lnTo>
                  <a:cubicBezTo>
                    <a:pt x="3210" y="3470"/>
                    <a:pt x="3228" y="3345"/>
                    <a:pt x="3145" y="3317"/>
                  </a:cubicBezTo>
                  <a:cubicBezTo>
                    <a:pt x="1152" y="2633"/>
                    <a:pt x="184" y="79"/>
                    <a:pt x="175" y="54"/>
                  </a:cubicBezTo>
                  <a:cubicBezTo>
                    <a:pt x="161" y="16"/>
                    <a:pt x="131" y="0"/>
                    <a:pt x="101" y="0"/>
                  </a:cubicBezTo>
                  <a:close/>
                  <a:moveTo>
                    <a:pt x="3118" y="3475"/>
                  </a:moveTo>
                  <a:cubicBezTo>
                    <a:pt x="3118" y="3475"/>
                    <a:pt x="3118" y="3475"/>
                    <a:pt x="3117" y="3475"/>
                  </a:cubicBezTo>
                  <a:lnTo>
                    <a:pt x="3120" y="3475"/>
                  </a:lnTo>
                  <a:cubicBezTo>
                    <a:pt x="3120" y="3475"/>
                    <a:pt x="3119" y="3475"/>
                    <a:pt x="3118" y="347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9" name="Google Shape;5239;p47"/>
            <p:cNvSpPr/>
            <p:nvPr/>
          </p:nvSpPr>
          <p:spPr>
            <a:xfrm>
              <a:off x="6230521" y="4453096"/>
              <a:ext cx="65234" cy="43295"/>
            </a:xfrm>
            <a:custGeom>
              <a:avLst/>
              <a:gdLst/>
              <a:ahLst/>
              <a:cxnLst/>
              <a:rect l="l" t="t" r="r" b="b"/>
              <a:pathLst>
                <a:path w="1793" h="1190" extrusionOk="0">
                  <a:moveTo>
                    <a:pt x="1680" y="0"/>
                  </a:moveTo>
                  <a:cubicBezTo>
                    <a:pt x="1656" y="0"/>
                    <a:pt x="1633" y="11"/>
                    <a:pt x="1616" y="36"/>
                  </a:cubicBezTo>
                  <a:cubicBezTo>
                    <a:pt x="1333" y="459"/>
                    <a:pt x="90" y="1030"/>
                    <a:pt x="77" y="1036"/>
                  </a:cubicBezTo>
                  <a:cubicBezTo>
                    <a:pt x="0" y="1073"/>
                    <a:pt x="25" y="1190"/>
                    <a:pt x="111" y="1190"/>
                  </a:cubicBezTo>
                  <a:cubicBezTo>
                    <a:pt x="123" y="1190"/>
                    <a:pt x="133" y="1187"/>
                    <a:pt x="145" y="1184"/>
                  </a:cubicBezTo>
                  <a:cubicBezTo>
                    <a:pt x="198" y="1159"/>
                    <a:pt x="1440" y="589"/>
                    <a:pt x="1749" y="129"/>
                  </a:cubicBezTo>
                  <a:cubicBezTo>
                    <a:pt x="1793" y="65"/>
                    <a:pt x="1737" y="0"/>
                    <a:pt x="16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0" name="Google Shape;5240;p47"/>
            <p:cNvSpPr/>
            <p:nvPr/>
          </p:nvSpPr>
          <p:spPr>
            <a:xfrm>
              <a:off x="6216041" y="4427483"/>
              <a:ext cx="64688" cy="42313"/>
            </a:xfrm>
            <a:custGeom>
              <a:avLst/>
              <a:gdLst/>
              <a:ahLst/>
              <a:cxnLst/>
              <a:rect l="l" t="t" r="r" b="b"/>
              <a:pathLst>
                <a:path w="1778" h="1163" extrusionOk="0">
                  <a:moveTo>
                    <a:pt x="1661" y="1"/>
                  </a:moveTo>
                  <a:cubicBezTo>
                    <a:pt x="1643" y="1"/>
                    <a:pt x="1625" y="7"/>
                    <a:pt x="1607" y="22"/>
                  </a:cubicBezTo>
                  <a:cubicBezTo>
                    <a:pt x="1598" y="28"/>
                    <a:pt x="611" y="851"/>
                    <a:pt x="90" y="1006"/>
                  </a:cubicBezTo>
                  <a:cubicBezTo>
                    <a:pt x="0" y="1033"/>
                    <a:pt x="19" y="1163"/>
                    <a:pt x="111" y="1163"/>
                  </a:cubicBezTo>
                  <a:cubicBezTo>
                    <a:pt x="121" y="1163"/>
                    <a:pt x="127" y="1163"/>
                    <a:pt x="136" y="1160"/>
                  </a:cubicBezTo>
                  <a:cubicBezTo>
                    <a:pt x="688" y="1000"/>
                    <a:pt x="1672" y="179"/>
                    <a:pt x="1712" y="145"/>
                  </a:cubicBezTo>
                  <a:cubicBezTo>
                    <a:pt x="1778" y="89"/>
                    <a:pt x="1726" y="1"/>
                    <a:pt x="166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1" name="Google Shape;5241;p47"/>
            <p:cNvSpPr/>
            <p:nvPr/>
          </p:nvSpPr>
          <p:spPr>
            <a:xfrm>
              <a:off x="6212003" y="4402707"/>
              <a:ext cx="54610" cy="31762"/>
            </a:xfrm>
            <a:custGeom>
              <a:avLst/>
              <a:gdLst/>
              <a:ahLst/>
              <a:cxnLst/>
              <a:rect l="l" t="t" r="r" b="b"/>
              <a:pathLst>
                <a:path w="1501" h="873" extrusionOk="0">
                  <a:moveTo>
                    <a:pt x="1383" y="0"/>
                  </a:moveTo>
                  <a:cubicBezTo>
                    <a:pt x="1368" y="0"/>
                    <a:pt x="1352" y="5"/>
                    <a:pt x="1336" y="15"/>
                  </a:cubicBezTo>
                  <a:cubicBezTo>
                    <a:pt x="1326" y="21"/>
                    <a:pt x="296" y="629"/>
                    <a:pt x="83" y="715"/>
                  </a:cubicBezTo>
                  <a:cubicBezTo>
                    <a:pt x="0" y="749"/>
                    <a:pt x="25" y="872"/>
                    <a:pt x="114" y="872"/>
                  </a:cubicBezTo>
                  <a:cubicBezTo>
                    <a:pt x="124" y="869"/>
                    <a:pt x="133" y="869"/>
                    <a:pt x="142" y="866"/>
                  </a:cubicBezTo>
                  <a:cubicBezTo>
                    <a:pt x="367" y="774"/>
                    <a:pt x="1376" y="178"/>
                    <a:pt x="1419" y="154"/>
                  </a:cubicBezTo>
                  <a:cubicBezTo>
                    <a:pt x="1501" y="108"/>
                    <a:pt x="1455" y="0"/>
                    <a:pt x="138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2" name="Google Shape;5242;p47"/>
            <p:cNvSpPr/>
            <p:nvPr/>
          </p:nvSpPr>
          <p:spPr>
            <a:xfrm>
              <a:off x="6261482" y="4476635"/>
              <a:ext cx="66616" cy="16409"/>
            </a:xfrm>
            <a:custGeom>
              <a:avLst/>
              <a:gdLst/>
              <a:ahLst/>
              <a:cxnLst/>
              <a:rect l="l" t="t" r="r" b="b"/>
              <a:pathLst>
                <a:path w="1831" h="451" extrusionOk="0">
                  <a:moveTo>
                    <a:pt x="117" y="1"/>
                  </a:moveTo>
                  <a:cubicBezTo>
                    <a:pt x="54" y="1"/>
                    <a:pt x="0" y="80"/>
                    <a:pt x="59" y="139"/>
                  </a:cubicBezTo>
                  <a:cubicBezTo>
                    <a:pt x="74" y="154"/>
                    <a:pt x="370" y="450"/>
                    <a:pt x="1052" y="450"/>
                  </a:cubicBezTo>
                  <a:cubicBezTo>
                    <a:pt x="1280" y="450"/>
                    <a:pt x="1512" y="420"/>
                    <a:pt x="1734" y="367"/>
                  </a:cubicBezTo>
                  <a:cubicBezTo>
                    <a:pt x="1830" y="342"/>
                    <a:pt x="1804" y="207"/>
                    <a:pt x="1720" y="207"/>
                  </a:cubicBezTo>
                  <a:cubicBezTo>
                    <a:pt x="1713" y="207"/>
                    <a:pt x="1705" y="208"/>
                    <a:pt x="1697" y="210"/>
                  </a:cubicBezTo>
                  <a:cubicBezTo>
                    <a:pt x="1454" y="267"/>
                    <a:pt x="1243" y="289"/>
                    <a:pt x="1062" y="289"/>
                  </a:cubicBezTo>
                  <a:cubicBezTo>
                    <a:pt x="445" y="289"/>
                    <a:pt x="179" y="30"/>
                    <a:pt x="176" y="28"/>
                  </a:cubicBezTo>
                  <a:cubicBezTo>
                    <a:pt x="158" y="9"/>
                    <a:pt x="137" y="1"/>
                    <a:pt x="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3" name="Google Shape;5243;p47"/>
            <p:cNvSpPr/>
            <p:nvPr/>
          </p:nvSpPr>
          <p:spPr>
            <a:xfrm>
              <a:off x="6239726" y="4491770"/>
              <a:ext cx="104309" cy="25832"/>
            </a:xfrm>
            <a:custGeom>
              <a:avLst/>
              <a:gdLst/>
              <a:ahLst/>
              <a:cxnLst/>
              <a:rect l="l" t="t" r="r" b="b"/>
              <a:pathLst>
                <a:path w="2867" h="710" extrusionOk="0">
                  <a:moveTo>
                    <a:pt x="87" y="1"/>
                  </a:moveTo>
                  <a:cubicBezTo>
                    <a:pt x="52" y="1"/>
                    <a:pt x="20" y="26"/>
                    <a:pt x="12" y="59"/>
                  </a:cubicBezTo>
                  <a:cubicBezTo>
                    <a:pt x="0" y="102"/>
                    <a:pt x="22" y="145"/>
                    <a:pt x="65" y="161"/>
                  </a:cubicBezTo>
                  <a:cubicBezTo>
                    <a:pt x="102" y="179"/>
                    <a:pt x="139" y="201"/>
                    <a:pt x="176" y="226"/>
                  </a:cubicBezTo>
                  <a:cubicBezTo>
                    <a:pt x="416" y="380"/>
                    <a:pt x="925" y="710"/>
                    <a:pt x="1647" y="710"/>
                  </a:cubicBezTo>
                  <a:cubicBezTo>
                    <a:pt x="2039" y="704"/>
                    <a:pt x="2424" y="614"/>
                    <a:pt x="2779" y="445"/>
                  </a:cubicBezTo>
                  <a:cubicBezTo>
                    <a:pt x="2866" y="410"/>
                    <a:pt x="2826" y="289"/>
                    <a:pt x="2751" y="289"/>
                  </a:cubicBezTo>
                  <a:cubicBezTo>
                    <a:pt x="2738" y="289"/>
                    <a:pt x="2725" y="292"/>
                    <a:pt x="2711" y="300"/>
                  </a:cubicBezTo>
                  <a:cubicBezTo>
                    <a:pt x="2319" y="479"/>
                    <a:pt x="1963" y="545"/>
                    <a:pt x="1649" y="545"/>
                  </a:cubicBezTo>
                  <a:cubicBezTo>
                    <a:pt x="970" y="545"/>
                    <a:pt x="488" y="235"/>
                    <a:pt x="262" y="90"/>
                  </a:cubicBezTo>
                  <a:cubicBezTo>
                    <a:pt x="216" y="56"/>
                    <a:pt x="163" y="25"/>
                    <a:pt x="108" y="4"/>
                  </a:cubicBezTo>
                  <a:cubicBezTo>
                    <a:pt x="101" y="2"/>
                    <a:pt x="94" y="1"/>
                    <a:pt x="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4" name="Google Shape;5244;p47"/>
            <p:cNvSpPr/>
            <p:nvPr/>
          </p:nvSpPr>
          <p:spPr>
            <a:xfrm>
              <a:off x="6348908" y="4389282"/>
              <a:ext cx="32089" cy="25759"/>
            </a:xfrm>
            <a:custGeom>
              <a:avLst/>
              <a:gdLst/>
              <a:ahLst/>
              <a:cxnLst/>
              <a:rect l="l" t="t" r="r" b="b"/>
              <a:pathLst>
                <a:path w="882" h="708" extrusionOk="0">
                  <a:moveTo>
                    <a:pt x="763" y="1"/>
                  </a:moveTo>
                  <a:cubicBezTo>
                    <a:pt x="748" y="1"/>
                    <a:pt x="732" y="6"/>
                    <a:pt x="716" y="17"/>
                  </a:cubicBezTo>
                  <a:cubicBezTo>
                    <a:pt x="694" y="32"/>
                    <a:pt x="176" y="409"/>
                    <a:pt x="31" y="572"/>
                  </a:cubicBezTo>
                  <a:cubicBezTo>
                    <a:pt x="0" y="606"/>
                    <a:pt x="3" y="659"/>
                    <a:pt x="37" y="689"/>
                  </a:cubicBezTo>
                  <a:cubicBezTo>
                    <a:pt x="52" y="702"/>
                    <a:pt x="71" y="708"/>
                    <a:pt x="93" y="708"/>
                  </a:cubicBezTo>
                  <a:cubicBezTo>
                    <a:pt x="114" y="708"/>
                    <a:pt x="136" y="699"/>
                    <a:pt x="151" y="680"/>
                  </a:cubicBezTo>
                  <a:cubicBezTo>
                    <a:pt x="284" y="529"/>
                    <a:pt x="805" y="153"/>
                    <a:pt x="808" y="147"/>
                  </a:cubicBezTo>
                  <a:cubicBezTo>
                    <a:pt x="881" y="96"/>
                    <a:pt x="831" y="1"/>
                    <a:pt x="7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5" name="Google Shape;5245;p47"/>
            <p:cNvSpPr/>
            <p:nvPr/>
          </p:nvSpPr>
          <p:spPr>
            <a:xfrm>
              <a:off x="6363606" y="4408564"/>
              <a:ext cx="31253" cy="22994"/>
            </a:xfrm>
            <a:custGeom>
              <a:avLst/>
              <a:gdLst/>
              <a:ahLst/>
              <a:cxnLst/>
              <a:rect l="l" t="t" r="r" b="b"/>
              <a:pathLst>
                <a:path w="859" h="632" extrusionOk="0">
                  <a:moveTo>
                    <a:pt x="742" y="1"/>
                  </a:moveTo>
                  <a:cubicBezTo>
                    <a:pt x="727" y="1"/>
                    <a:pt x="712" y="5"/>
                    <a:pt x="697" y="14"/>
                  </a:cubicBezTo>
                  <a:cubicBezTo>
                    <a:pt x="676" y="30"/>
                    <a:pt x="160" y="378"/>
                    <a:pt x="37" y="489"/>
                  </a:cubicBezTo>
                  <a:cubicBezTo>
                    <a:pt x="3" y="520"/>
                    <a:pt x="0" y="573"/>
                    <a:pt x="31" y="607"/>
                  </a:cubicBezTo>
                  <a:cubicBezTo>
                    <a:pt x="46" y="622"/>
                    <a:pt x="68" y="631"/>
                    <a:pt x="93" y="631"/>
                  </a:cubicBezTo>
                  <a:cubicBezTo>
                    <a:pt x="111" y="631"/>
                    <a:pt x="133" y="625"/>
                    <a:pt x="145" y="610"/>
                  </a:cubicBezTo>
                  <a:cubicBezTo>
                    <a:pt x="259" y="508"/>
                    <a:pt x="783" y="153"/>
                    <a:pt x="787" y="150"/>
                  </a:cubicBezTo>
                  <a:cubicBezTo>
                    <a:pt x="858" y="99"/>
                    <a:pt x="811" y="1"/>
                    <a:pt x="7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6" name="Google Shape;5246;p47"/>
            <p:cNvSpPr/>
            <p:nvPr/>
          </p:nvSpPr>
          <p:spPr>
            <a:xfrm>
              <a:off x="6333955" y="4372728"/>
              <a:ext cx="32526" cy="23139"/>
            </a:xfrm>
            <a:custGeom>
              <a:avLst/>
              <a:gdLst/>
              <a:ahLst/>
              <a:cxnLst/>
              <a:rect l="l" t="t" r="r" b="b"/>
              <a:pathLst>
                <a:path w="894" h="636" extrusionOk="0">
                  <a:moveTo>
                    <a:pt x="773" y="1"/>
                  </a:moveTo>
                  <a:cubicBezTo>
                    <a:pt x="759" y="1"/>
                    <a:pt x="744" y="5"/>
                    <a:pt x="729" y="16"/>
                  </a:cubicBezTo>
                  <a:cubicBezTo>
                    <a:pt x="627" y="74"/>
                    <a:pt x="124" y="370"/>
                    <a:pt x="25" y="509"/>
                  </a:cubicBezTo>
                  <a:cubicBezTo>
                    <a:pt x="1" y="546"/>
                    <a:pt x="10" y="595"/>
                    <a:pt x="47" y="620"/>
                  </a:cubicBezTo>
                  <a:cubicBezTo>
                    <a:pt x="59" y="629"/>
                    <a:pt x="75" y="635"/>
                    <a:pt x="93" y="635"/>
                  </a:cubicBezTo>
                  <a:cubicBezTo>
                    <a:pt x="118" y="635"/>
                    <a:pt x="143" y="623"/>
                    <a:pt x="158" y="602"/>
                  </a:cubicBezTo>
                  <a:cubicBezTo>
                    <a:pt x="217" y="515"/>
                    <a:pt x="590" y="284"/>
                    <a:pt x="809" y="154"/>
                  </a:cubicBezTo>
                  <a:cubicBezTo>
                    <a:pt x="894" y="113"/>
                    <a:pt x="846" y="1"/>
                    <a:pt x="77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7" name="Google Shape;5247;p47"/>
            <p:cNvSpPr/>
            <p:nvPr/>
          </p:nvSpPr>
          <p:spPr>
            <a:xfrm>
              <a:off x="6266939" y="4361850"/>
              <a:ext cx="117334" cy="135343"/>
            </a:xfrm>
            <a:custGeom>
              <a:avLst/>
              <a:gdLst/>
              <a:ahLst/>
              <a:cxnLst/>
              <a:rect l="l" t="t" r="r" b="b"/>
              <a:pathLst>
                <a:path w="3225" h="3720" extrusionOk="0">
                  <a:moveTo>
                    <a:pt x="90" y="0"/>
                  </a:moveTo>
                  <a:cubicBezTo>
                    <a:pt x="45" y="0"/>
                    <a:pt x="0" y="36"/>
                    <a:pt x="8" y="92"/>
                  </a:cubicBezTo>
                  <a:cubicBezTo>
                    <a:pt x="14" y="117"/>
                    <a:pt x="736" y="2609"/>
                    <a:pt x="3080" y="3713"/>
                  </a:cubicBezTo>
                  <a:cubicBezTo>
                    <a:pt x="3089" y="3716"/>
                    <a:pt x="3100" y="3719"/>
                    <a:pt x="3112" y="3720"/>
                  </a:cubicBezTo>
                  <a:lnTo>
                    <a:pt x="3112" y="3720"/>
                  </a:lnTo>
                  <a:cubicBezTo>
                    <a:pt x="3197" y="3718"/>
                    <a:pt x="3224" y="3602"/>
                    <a:pt x="3147" y="3565"/>
                  </a:cubicBezTo>
                  <a:cubicBezTo>
                    <a:pt x="871" y="2495"/>
                    <a:pt x="168" y="74"/>
                    <a:pt x="162" y="49"/>
                  </a:cubicBezTo>
                  <a:cubicBezTo>
                    <a:pt x="147" y="15"/>
                    <a:pt x="119" y="0"/>
                    <a:pt x="90" y="0"/>
                  </a:cubicBezTo>
                  <a:close/>
                  <a:moveTo>
                    <a:pt x="3112" y="3720"/>
                  </a:moveTo>
                  <a:lnTo>
                    <a:pt x="3112" y="3720"/>
                  </a:lnTo>
                  <a:cubicBezTo>
                    <a:pt x="3112" y="3720"/>
                    <a:pt x="3111" y="3720"/>
                    <a:pt x="3110" y="3720"/>
                  </a:cubicBezTo>
                  <a:lnTo>
                    <a:pt x="3114" y="3720"/>
                  </a:lnTo>
                  <a:cubicBezTo>
                    <a:pt x="3113" y="3720"/>
                    <a:pt x="3113" y="3720"/>
                    <a:pt x="3112" y="372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8" name="Google Shape;5248;p47"/>
            <p:cNvSpPr/>
            <p:nvPr/>
          </p:nvSpPr>
          <p:spPr>
            <a:xfrm>
              <a:off x="6282635" y="3597290"/>
              <a:ext cx="1557862" cy="898066"/>
            </a:xfrm>
            <a:custGeom>
              <a:avLst/>
              <a:gdLst/>
              <a:ahLst/>
              <a:cxnLst/>
              <a:rect l="l" t="t" r="r" b="b"/>
              <a:pathLst>
                <a:path w="42819" h="24684" extrusionOk="0">
                  <a:moveTo>
                    <a:pt x="29066" y="1"/>
                  </a:moveTo>
                  <a:cubicBezTo>
                    <a:pt x="25399" y="1"/>
                    <a:pt x="21373" y="2208"/>
                    <a:pt x="18042" y="4311"/>
                  </a:cubicBezTo>
                  <a:cubicBezTo>
                    <a:pt x="13460" y="7206"/>
                    <a:pt x="11441" y="7470"/>
                    <a:pt x="10857" y="7470"/>
                  </a:cubicBezTo>
                  <a:cubicBezTo>
                    <a:pt x="10726" y="7470"/>
                    <a:pt x="10668" y="7456"/>
                    <a:pt x="10668" y="7456"/>
                  </a:cubicBezTo>
                  <a:cubicBezTo>
                    <a:pt x="9095" y="9819"/>
                    <a:pt x="1523" y="14732"/>
                    <a:pt x="440" y="16210"/>
                  </a:cubicBezTo>
                  <a:cubicBezTo>
                    <a:pt x="0" y="16809"/>
                    <a:pt x="481" y="17014"/>
                    <a:pt x="1306" y="17014"/>
                  </a:cubicBezTo>
                  <a:cubicBezTo>
                    <a:pt x="2512" y="17014"/>
                    <a:pt x="4453" y="16575"/>
                    <a:pt x="5329" y="16284"/>
                  </a:cubicBezTo>
                  <a:cubicBezTo>
                    <a:pt x="5557" y="16207"/>
                    <a:pt x="5810" y="16173"/>
                    <a:pt x="6076" y="16173"/>
                  </a:cubicBezTo>
                  <a:cubicBezTo>
                    <a:pt x="7528" y="16173"/>
                    <a:pt x="9338" y="17189"/>
                    <a:pt x="9255" y="17854"/>
                  </a:cubicBezTo>
                  <a:cubicBezTo>
                    <a:pt x="9159" y="18640"/>
                    <a:pt x="3685" y="21320"/>
                    <a:pt x="6538" y="21419"/>
                  </a:cubicBezTo>
                  <a:cubicBezTo>
                    <a:pt x="6588" y="21421"/>
                    <a:pt x="6639" y="21422"/>
                    <a:pt x="6691" y="21422"/>
                  </a:cubicBezTo>
                  <a:cubicBezTo>
                    <a:pt x="9561" y="21422"/>
                    <a:pt x="14352" y="18692"/>
                    <a:pt x="17351" y="18668"/>
                  </a:cubicBezTo>
                  <a:cubicBezTo>
                    <a:pt x="20624" y="18640"/>
                    <a:pt x="35712" y="17937"/>
                    <a:pt x="37285" y="17838"/>
                  </a:cubicBezTo>
                  <a:cubicBezTo>
                    <a:pt x="37309" y="17837"/>
                    <a:pt x="37332" y="17836"/>
                    <a:pt x="37354" y="17836"/>
                  </a:cubicBezTo>
                  <a:cubicBezTo>
                    <a:pt x="38822" y="17836"/>
                    <a:pt x="37627" y="20965"/>
                    <a:pt x="34361" y="21320"/>
                  </a:cubicBezTo>
                  <a:cubicBezTo>
                    <a:pt x="33910" y="21369"/>
                    <a:pt x="33433" y="21398"/>
                    <a:pt x="32918" y="21398"/>
                  </a:cubicBezTo>
                  <a:cubicBezTo>
                    <a:pt x="30974" y="21398"/>
                    <a:pt x="28498" y="20991"/>
                    <a:pt x="24923" y="19747"/>
                  </a:cubicBezTo>
                  <a:cubicBezTo>
                    <a:pt x="23962" y="19413"/>
                    <a:pt x="23094" y="19265"/>
                    <a:pt x="22310" y="19265"/>
                  </a:cubicBezTo>
                  <a:cubicBezTo>
                    <a:pt x="19404" y="19265"/>
                    <a:pt x="17650" y="21295"/>
                    <a:pt x="16565" y="23387"/>
                  </a:cubicBezTo>
                  <a:cubicBezTo>
                    <a:pt x="16071" y="24339"/>
                    <a:pt x="16134" y="24684"/>
                    <a:pt x="16683" y="24684"/>
                  </a:cubicBezTo>
                  <a:cubicBezTo>
                    <a:pt x="17662" y="24684"/>
                    <a:pt x="20186" y="23587"/>
                    <a:pt x="23841" y="22893"/>
                  </a:cubicBezTo>
                  <a:cubicBezTo>
                    <a:pt x="24562" y="22757"/>
                    <a:pt x="25226" y="22700"/>
                    <a:pt x="25845" y="22700"/>
                  </a:cubicBezTo>
                  <a:cubicBezTo>
                    <a:pt x="28767" y="22700"/>
                    <a:pt x="30718" y="23953"/>
                    <a:pt x="33220" y="23953"/>
                  </a:cubicBezTo>
                  <a:cubicBezTo>
                    <a:pt x="34382" y="23953"/>
                    <a:pt x="35662" y="23683"/>
                    <a:pt x="37214" y="22893"/>
                  </a:cubicBezTo>
                  <a:cubicBezTo>
                    <a:pt x="42818" y="20043"/>
                    <a:pt x="40258" y="10701"/>
                    <a:pt x="35737" y="3820"/>
                  </a:cubicBezTo>
                  <a:cubicBezTo>
                    <a:pt x="33904" y="1029"/>
                    <a:pt x="31568" y="1"/>
                    <a:pt x="290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9" name="Google Shape;5249;p47"/>
            <p:cNvSpPr/>
            <p:nvPr/>
          </p:nvSpPr>
          <p:spPr>
            <a:xfrm>
              <a:off x="6364277" y="3724045"/>
              <a:ext cx="676569" cy="513248"/>
            </a:xfrm>
            <a:custGeom>
              <a:avLst/>
              <a:gdLst/>
              <a:ahLst/>
              <a:cxnLst/>
              <a:rect l="l" t="t" r="r" b="b"/>
              <a:pathLst>
                <a:path w="18596" h="14107" extrusionOk="0">
                  <a:moveTo>
                    <a:pt x="5289" y="1"/>
                  </a:moveTo>
                  <a:cubicBezTo>
                    <a:pt x="5243" y="1"/>
                    <a:pt x="5206" y="13"/>
                    <a:pt x="5179" y="40"/>
                  </a:cubicBezTo>
                  <a:cubicBezTo>
                    <a:pt x="4784" y="435"/>
                    <a:pt x="4762" y="3584"/>
                    <a:pt x="4762" y="3584"/>
                  </a:cubicBezTo>
                  <a:cubicBezTo>
                    <a:pt x="4762" y="3584"/>
                    <a:pt x="0" y="6005"/>
                    <a:pt x="4491" y="11742"/>
                  </a:cubicBezTo>
                  <a:cubicBezTo>
                    <a:pt x="5473" y="12995"/>
                    <a:pt x="9443" y="14106"/>
                    <a:pt x="12850" y="14106"/>
                  </a:cubicBezTo>
                  <a:cubicBezTo>
                    <a:pt x="15126" y="14106"/>
                    <a:pt x="17151" y="13611"/>
                    <a:pt x="17865" y="12331"/>
                  </a:cubicBezTo>
                  <a:cubicBezTo>
                    <a:pt x="18595" y="11020"/>
                    <a:pt x="18161" y="3090"/>
                    <a:pt x="18161" y="3090"/>
                  </a:cubicBezTo>
                  <a:cubicBezTo>
                    <a:pt x="18161" y="3090"/>
                    <a:pt x="18552" y="731"/>
                    <a:pt x="17766" y="632"/>
                  </a:cubicBezTo>
                  <a:cubicBezTo>
                    <a:pt x="17751" y="630"/>
                    <a:pt x="17736" y="629"/>
                    <a:pt x="17720" y="629"/>
                  </a:cubicBezTo>
                  <a:cubicBezTo>
                    <a:pt x="16902" y="629"/>
                    <a:pt x="14913" y="3090"/>
                    <a:pt x="14913" y="3090"/>
                  </a:cubicBezTo>
                  <a:lnTo>
                    <a:pt x="8127" y="2304"/>
                  </a:lnTo>
                  <a:cubicBezTo>
                    <a:pt x="8127" y="2304"/>
                    <a:pt x="5912" y="1"/>
                    <a:pt x="528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0" name="Google Shape;5250;p47"/>
            <p:cNvSpPr/>
            <p:nvPr/>
          </p:nvSpPr>
          <p:spPr>
            <a:xfrm>
              <a:off x="6923649" y="3819584"/>
              <a:ext cx="70073" cy="78404"/>
            </a:xfrm>
            <a:custGeom>
              <a:avLst/>
              <a:gdLst/>
              <a:ahLst/>
              <a:cxnLst/>
              <a:rect l="l" t="t" r="r" b="b"/>
              <a:pathLst>
                <a:path w="1926" h="2155" extrusionOk="0">
                  <a:moveTo>
                    <a:pt x="1741" y="1"/>
                  </a:moveTo>
                  <a:cubicBezTo>
                    <a:pt x="1505" y="1"/>
                    <a:pt x="0" y="1322"/>
                    <a:pt x="0" y="1322"/>
                  </a:cubicBezTo>
                  <a:cubicBezTo>
                    <a:pt x="469" y="1738"/>
                    <a:pt x="1925" y="2155"/>
                    <a:pt x="1925" y="2155"/>
                  </a:cubicBezTo>
                  <a:cubicBezTo>
                    <a:pt x="1925" y="2155"/>
                    <a:pt x="1823" y="230"/>
                    <a:pt x="1771" y="20"/>
                  </a:cubicBezTo>
                  <a:cubicBezTo>
                    <a:pt x="1768" y="7"/>
                    <a:pt x="1757" y="1"/>
                    <a:pt x="174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1" name="Google Shape;5251;p47"/>
            <p:cNvSpPr/>
            <p:nvPr/>
          </p:nvSpPr>
          <p:spPr>
            <a:xfrm>
              <a:off x="6571763" y="3773015"/>
              <a:ext cx="69927" cy="73929"/>
            </a:xfrm>
            <a:custGeom>
              <a:avLst/>
              <a:gdLst/>
              <a:ahLst/>
              <a:cxnLst/>
              <a:rect l="l" t="t" r="r" b="b"/>
              <a:pathLst>
                <a:path w="1922" h="2032" extrusionOk="0">
                  <a:moveTo>
                    <a:pt x="146" y="1"/>
                  </a:moveTo>
                  <a:cubicBezTo>
                    <a:pt x="1" y="1"/>
                    <a:pt x="151" y="2031"/>
                    <a:pt x="151" y="2031"/>
                  </a:cubicBezTo>
                  <a:cubicBezTo>
                    <a:pt x="151" y="2031"/>
                    <a:pt x="1922" y="1615"/>
                    <a:pt x="1922" y="1458"/>
                  </a:cubicBezTo>
                  <a:cubicBezTo>
                    <a:pt x="1922" y="1303"/>
                    <a:pt x="309" y="54"/>
                    <a:pt x="151" y="2"/>
                  </a:cubicBezTo>
                  <a:cubicBezTo>
                    <a:pt x="149" y="1"/>
                    <a:pt x="148" y="1"/>
                    <a:pt x="14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2" name="Google Shape;5252;p47"/>
            <p:cNvSpPr/>
            <p:nvPr/>
          </p:nvSpPr>
          <p:spPr>
            <a:xfrm>
              <a:off x="6961341" y="4122501"/>
              <a:ext cx="479994" cy="152734"/>
            </a:xfrm>
            <a:custGeom>
              <a:avLst/>
              <a:gdLst/>
              <a:ahLst/>
              <a:cxnLst/>
              <a:rect l="l" t="t" r="r" b="b"/>
              <a:pathLst>
                <a:path w="13193" h="4198" extrusionOk="0">
                  <a:moveTo>
                    <a:pt x="6922" y="0"/>
                  </a:moveTo>
                  <a:cubicBezTo>
                    <a:pt x="6922" y="0"/>
                    <a:pt x="6379" y="1144"/>
                    <a:pt x="4948" y="1218"/>
                  </a:cubicBezTo>
                  <a:cubicBezTo>
                    <a:pt x="1725" y="1382"/>
                    <a:pt x="1" y="4198"/>
                    <a:pt x="1" y="4198"/>
                  </a:cubicBezTo>
                  <a:cubicBezTo>
                    <a:pt x="1" y="4198"/>
                    <a:pt x="13192" y="3837"/>
                    <a:pt x="12594" y="3606"/>
                  </a:cubicBezTo>
                  <a:cubicBezTo>
                    <a:pt x="8430" y="1993"/>
                    <a:pt x="6922" y="0"/>
                    <a:pt x="6922" y="0"/>
                  </a:cubicBezTo>
                  <a:close/>
                </a:path>
              </a:pathLst>
            </a:custGeom>
            <a:solidFill>
              <a:srgbClr val="000000">
                <a:alpha val="89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3" name="Google Shape;5253;p47"/>
            <p:cNvSpPr/>
            <p:nvPr/>
          </p:nvSpPr>
          <p:spPr>
            <a:xfrm>
              <a:off x="7228676" y="4181913"/>
              <a:ext cx="204688" cy="84917"/>
            </a:xfrm>
            <a:custGeom>
              <a:avLst/>
              <a:gdLst/>
              <a:ahLst/>
              <a:cxnLst/>
              <a:rect l="l" t="t" r="r" b="b"/>
              <a:pathLst>
                <a:path w="5626" h="2334" extrusionOk="0">
                  <a:moveTo>
                    <a:pt x="3483" y="1"/>
                  </a:moveTo>
                  <a:cubicBezTo>
                    <a:pt x="3465" y="1"/>
                    <a:pt x="3447" y="1"/>
                    <a:pt x="3429" y="2"/>
                  </a:cubicBezTo>
                  <a:cubicBezTo>
                    <a:pt x="3429" y="2"/>
                    <a:pt x="512" y="221"/>
                    <a:pt x="46" y="2084"/>
                  </a:cubicBezTo>
                  <a:cubicBezTo>
                    <a:pt x="0" y="2268"/>
                    <a:pt x="471" y="2333"/>
                    <a:pt x="1156" y="2333"/>
                  </a:cubicBezTo>
                  <a:cubicBezTo>
                    <a:pt x="2785" y="2333"/>
                    <a:pt x="5625" y="1967"/>
                    <a:pt x="5625" y="1967"/>
                  </a:cubicBezTo>
                  <a:cubicBezTo>
                    <a:pt x="5625" y="1967"/>
                    <a:pt x="4853" y="1"/>
                    <a:pt x="34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4" name="Google Shape;5254;p47"/>
            <p:cNvSpPr/>
            <p:nvPr/>
          </p:nvSpPr>
          <p:spPr>
            <a:xfrm>
              <a:off x="7159405" y="3774871"/>
              <a:ext cx="341050" cy="461912"/>
            </a:xfrm>
            <a:custGeom>
              <a:avLst/>
              <a:gdLst/>
              <a:ahLst/>
              <a:cxnLst/>
              <a:rect l="l" t="t" r="r" b="b"/>
              <a:pathLst>
                <a:path w="9374" h="12696" extrusionOk="0">
                  <a:moveTo>
                    <a:pt x="6243" y="0"/>
                  </a:moveTo>
                  <a:cubicBezTo>
                    <a:pt x="5611" y="22"/>
                    <a:pt x="4982" y="105"/>
                    <a:pt x="4365" y="253"/>
                  </a:cubicBezTo>
                  <a:cubicBezTo>
                    <a:pt x="3406" y="481"/>
                    <a:pt x="2073" y="965"/>
                    <a:pt x="1166" y="1977"/>
                  </a:cubicBezTo>
                  <a:cubicBezTo>
                    <a:pt x="343" y="2899"/>
                    <a:pt x="1" y="4102"/>
                    <a:pt x="155" y="5552"/>
                  </a:cubicBezTo>
                  <a:cubicBezTo>
                    <a:pt x="408" y="7951"/>
                    <a:pt x="1324" y="9787"/>
                    <a:pt x="2878" y="11008"/>
                  </a:cubicBezTo>
                  <a:cubicBezTo>
                    <a:pt x="4732" y="12467"/>
                    <a:pt x="7073" y="12695"/>
                    <a:pt x="8353" y="12695"/>
                  </a:cubicBezTo>
                  <a:cubicBezTo>
                    <a:pt x="8379" y="12695"/>
                    <a:pt x="8406" y="12695"/>
                    <a:pt x="8432" y="12695"/>
                  </a:cubicBezTo>
                  <a:cubicBezTo>
                    <a:pt x="8723" y="12695"/>
                    <a:pt x="9011" y="12680"/>
                    <a:pt x="9297" y="12649"/>
                  </a:cubicBezTo>
                  <a:cubicBezTo>
                    <a:pt x="9343" y="12643"/>
                    <a:pt x="9374" y="12602"/>
                    <a:pt x="9368" y="12556"/>
                  </a:cubicBezTo>
                  <a:cubicBezTo>
                    <a:pt x="9362" y="12517"/>
                    <a:pt x="9328" y="12488"/>
                    <a:pt x="9289" y="12488"/>
                  </a:cubicBezTo>
                  <a:cubicBezTo>
                    <a:pt x="9286" y="12488"/>
                    <a:pt x="9282" y="12488"/>
                    <a:pt x="9278" y="12488"/>
                  </a:cubicBezTo>
                  <a:cubicBezTo>
                    <a:pt x="9267" y="12489"/>
                    <a:pt x="8914" y="12533"/>
                    <a:pt x="8354" y="12533"/>
                  </a:cubicBezTo>
                  <a:cubicBezTo>
                    <a:pt x="7097" y="12533"/>
                    <a:pt x="4795" y="12311"/>
                    <a:pt x="2977" y="10881"/>
                  </a:cubicBezTo>
                  <a:cubicBezTo>
                    <a:pt x="1459" y="9688"/>
                    <a:pt x="565" y="7887"/>
                    <a:pt x="315" y="5536"/>
                  </a:cubicBezTo>
                  <a:cubicBezTo>
                    <a:pt x="167" y="4133"/>
                    <a:pt x="494" y="2973"/>
                    <a:pt x="1287" y="2085"/>
                  </a:cubicBezTo>
                  <a:cubicBezTo>
                    <a:pt x="2968" y="204"/>
                    <a:pt x="6212" y="160"/>
                    <a:pt x="6243" y="160"/>
                  </a:cubicBezTo>
                  <a:cubicBezTo>
                    <a:pt x="6351" y="160"/>
                    <a:pt x="6351" y="0"/>
                    <a:pt x="624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5" name="Google Shape;5255;p47"/>
            <p:cNvSpPr/>
            <p:nvPr/>
          </p:nvSpPr>
          <p:spPr>
            <a:xfrm>
              <a:off x="7238390" y="4208435"/>
              <a:ext cx="67089" cy="55047"/>
            </a:xfrm>
            <a:custGeom>
              <a:avLst/>
              <a:gdLst/>
              <a:ahLst/>
              <a:cxnLst/>
              <a:rect l="l" t="t" r="r" b="b"/>
              <a:pathLst>
                <a:path w="1844" h="1513" extrusionOk="0">
                  <a:moveTo>
                    <a:pt x="1402" y="0"/>
                  </a:moveTo>
                  <a:cubicBezTo>
                    <a:pt x="1344" y="0"/>
                    <a:pt x="1286" y="8"/>
                    <a:pt x="1228" y="22"/>
                  </a:cubicBezTo>
                  <a:cubicBezTo>
                    <a:pt x="797" y="124"/>
                    <a:pt x="390" y="587"/>
                    <a:pt x="19" y="1398"/>
                  </a:cubicBezTo>
                  <a:cubicBezTo>
                    <a:pt x="1" y="1438"/>
                    <a:pt x="16" y="1484"/>
                    <a:pt x="56" y="1506"/>
                  </a:cubicBezTo>
                  <a:cubicBezTo>
                    <a:pt x="69" y="1509"/>
                    <a:pt x="78" y="1512"/>
                    <a:pt x="90" y="1512"/>
                  </a:cubicBezTo>
                  <a:cubicBezTo>
                    <a:pt x="124" y="1512"/>
                    <a:pt x="152" y="1494"/>
                    <a:pt x="167" y="1463"/>
                  </a:cubicBezTo>
                  <a:cubicBezTo>
                    <a:pt x="599" y="519"/>
                    <a:pt x="1000" y="244"/>
                    <a:pt x="1262" y="180"/>
                  </a:cubicBezTo>
                  <a:cubicBezTo>
                    <a:pt x="1307" y="167"/>
                    <a:pt x="1353" y="161"/>
                    <a:pt x="1400" y="161"/>
                  </a:cubicBezTo>
                  <a:cubicBezTo>
                    <a:pt x="1499" y="161"/>
                    <a:pt x="1598" y="190"/>
                    <a:pt x="1682" y="244"/>
                  </a:cubicBezTo>
                  <a:cubicBezTo>
                    <a:pt x="1698" y="256"/>
                    <a:pt x="1714" y="260"/>
                    <a:pt x="1729" y="260"/>
                  </a:cubicBezTo>
                  <a:cubicBezTo>
                    <a:pt x="1794" y="260"/>
                    <a:pt x="1844" y="173"/>
                    <a:pt x="1784" y="118"/>
                  </a:cubicBezTo>
                  <a:cubicBezTo>
                    <a:pt x="1669" y="40"/>
                    <a:pt x="1537" y="0"/>
                    <a:pt x="14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6" name="Google Shape;5256;p47"/>
            <p:cNvSpPr/>
            <p:nvPr/>
          </p:nvSpPr>
          <p:spPr>
            <a:xfrm>
              <a:off x="7263894" y="4228991"/>
              <a:ext cx="77458" cy="34491"/>
            </a:xfrm>
            <a:custGeom>
              <a:avLst/>
              <a:gdLst/>
              <a:ahLst/>
              <a:cxnLst/>
              <a:rect l="l" t="t" r="r" b="b"/>
              <a:pathLst>
                <a:path w="2129" h="948" extrusionOk="0">
                  <a:moveTo>
                    <a:pt x="1951" y="1"/>
                  </a:moveTo>
                  <a:cubicBezTo>
                    <a:pt x="1637" y="1"/>
                    <a:pt x="643" y="63"/>
                    <a:pt x="31" y="811"/>
                  </a:cubicBezTo>
                  <a:cubicBezTo>
                    <a:pt x="0" y="848"/>
                    <a:pt x="6" y="901"/>
                    <a:pt x="43" y="929"/>
                  </a:cubicBezTo>
                  <a:cubicBezTo>
                    <a:pt x="56" y="941"/>
                    <a:pt x="74" y="947"/>
                    <a:pt x="93" y="947"/>
                  </a:cubicBezTo>
                  <a:cubicBezTo>
                    <a:pt x="117" y="947"/>
                    <a:pt x="142" y="935"/>
                    <a:pt x="157" y="916"/>
                  </a:cubicBezTo>
                  <a:cubicBezTo>
                    <a:pt x="732" y="214"/>
                    <a:pt x="1709" y="166"/>
                    <a:pt x="1972" y="166"/>
                  </a:cubicBezTo>
                  <a:cubicBezTo>
                    <a:pt x="2014" y="166"/>
                    <a:pt x="2037" y="167"/>
                    <a:pt x="2039" y="167"/>
                  </a:cubicBezTo>
                  <a:cubicBezTo>
                    <a:pt x="2041" y="167"/>
                    <a:pt x="2043" y="167"/>
                    <a:pt x="2045" y="167"/>
                  </a:cubicBezTo>
                  <a:cubicBezTo>
                    <a:pt x="2088" y="167"/>
                    <a:pt x="2125" y="134"/>
                    <a:pt x="2125" y="90"/>
                  </a:cubicBezTo>
                  <a:cubicBezTo>
                    <a:pt x="2128" y="43"/>
                    <a:pt x="2094" y="6"/>
                    <a:pt x="2048" y="3"/>
                  </a:cubicBezTo>
                  <a:cubicBezTo>
                    <a:pt x="2040" y="3"/>
                    <a:pt x="2006" y="1"/>
                    <a:pt x="195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7" name="Google Shape;5257;p47"/>
            <p:cNvSpPr/>
            <p:nvPr/>
          </p:nvSpPr>
          <p:spPr>
            <a:xfrm>
              <a:off x="6448137" y="3961656"/>
              <a:ext cx="512884" cy="274615"/>
            </a:xfrm>
            <a:custGeom>
              <a:avLst/>
              <a:gdLst/>
              <a:ahLst/>
              <a:cxnLst/>
              <a:rect l="l" t="t" r="r" b="b"/>
              <a:pathLst>
                <a:path w="14097" h="7548" extrusionOk="0">
                  <a:moveTo>
                    <a:pt x="7597" y="0"/>
                  </a:moveTo>
                  <a:cubicBezTo>
                    <a:pt x="6642" y="0"/>
                    <a:pt x="6549" y="1151"/>
                    <a:pt x="4564" y="2750"/>
                  </a:cubicBezTo>
                  <a:cubicBezTo>
                    <a:pt x="3813" y="3356"/>
                    <a:pt x="3168" y="3572"/>
                    <a:pt x="2631" y="3572"/>
                  </a:cubicBezTo>
                  <a:cubicBezTo>
                    <a:pt x="1297" y="3572"/>
                    <a:pt x="622" y="2244"/>
                    <a:pt x="622" y="2244"/>
                  </a:cubicBezTo>
                  <a:cubicBezTo>
                    <a:pt x="591" y="2229"/>
                    <a:pt x="564" y="2222"/>
                    <a:pt x="540" y="2222"/>
                  </a:cubicBezTo>
                  <a:cubicBezTo>
                    <a:pt x="1" y="2222"/>
                    <a:pt x="1433" y="5926"/>
                    <a:pt x="6556" y="7120"/>
                  </a:cubicBezTo>
                  <a:cubicBezTo>
                    <a:pt x="7858" y="7424"/>
                    <a:pt x="8968" y="7548"/>
                    <a:pt x="9903" y="7548"/>
                  </a:cubicBezTo>
                  <a:cubicBezTo>
                    <a:pt x="12807" y="7548"/>
                    <a:pt x="14027" y="6355"/>
                    <a:pt x="14085" y="5677"/>
                  </a:cubicBezTo>
                  <a:cubicBezTo>
                    <a:pt x="14097" y="5546"/>
                    <a:pt x="14075" y="5494"/>
                    <a:pt x="14024" y="5494"/>
                  </a:cubicBezTo>
                  <a:cubicBezTo>
                    <a:pt x="13837" y="5494"/>
                    <a:pt x="13256" y="6160"/>
                    <a:pt x="12417" y="6160"/>
                  </a:cubicBezTo>
                  <a:cubicBezTo>
                    <a:pt x="11893" y="6160"/>
                    <a:pt x="11268" y="5900"/>
                    <a:pt x="10575" y="5053"/>
                  </a:cubicBezTo>
                  <a:cubicBezTo>
                    <a:pt x="9311" y="3508"/>
                    <a:pt x="10418" y="1072"/>
                    <a:pt x="8857" y="372"/>
                  </a:cubicBezTo>
                  <a:cubicBezTo>
                    <a:pt x="8291" y="116"/>
                    <a:pt x="7901" y="0"/>
                    <a:pt x="7597" y="0"/>
                  </a:cubicBezTo>
                  <a:close/>
                </a:path>
              </a:pathLst>
            </a:custGeom>
            <a:solidFill>
              <a:srgbClr val="000000">
                <a:alpha val="89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8" name="Google Shape;5258;p47"/>
            <p:cNvSpPr/>
            <p:nvPr/>
          </p:nvSpPr>
          <p:spPr>
            <a:xfrm>
              <a:off x="6688804" y="3991380"/>
              <a:ext cx="82043" cy="88737"/>
            </a:xfrm>
            <a:custGeom>
              <a:avLst/>
              <a:gdLst/>
              <a:ahLst/>
              <a:cxnLst/>
              <a:rect l="l" t="t" r="r" b="b"/>
              <a:pathLst>
                <a:path w="2255" h="2439" extrusionOk="0">
                  <a:moveTo>
                    <a:pt x="1342" y="0"/>
                  </a:moveTo>
                  <a:cubicBezTo>
                    <a:pt x="1312" y="0"/>
                    <a:pt x="1282" y="16"/>
                    <a:pt x="1268" y="51"/>
                  </a:cubicBezTo>
                  <a:lnTo>
                    <a:pt x="598" y="2192"/>
                  </a:lnTo>
                  <a:cubicBezTo>
                    <a:pt x="238" y="1880"/>
                    <a:pt x="170" y="835"/>
                    <a:pt x="176" y="430"/>
                  </a:cubicBezTo>
                  <a:cubicBezTo>
                    <a:pt x="176" y="384"/>
                    <a:pt x="139" y="347"/>
                    <a:pt x="96" y="347"/>
                  </a:cubicBezTo>
                  <a:cubicBezTo>
                    <a:pt x="49" y="347"/>
                    <a:pt x="12" y="381"/>
                    <a:pt x="16" y="427"/>
                  </a:cubicBezTo>
                  <a:cubicBezTo>
                    <a:pt x="16" y="495"/>
                    <a:pt x="0" y="2084"/>
                    <a:pt x="602" y="2392"/>
                  </a:cubicBezTo>
                  <a:lnTo>
                    <a:pt x="605" y="2392"/>
                  </a:lnTo>
                  <a:cubicBezTo>
                    <a:pt x="669" y="2423"/>
                    <a:pt x="740" y="2438"/>
                    <a:pt x="814" y="2438"/>
                  </a:cubicBezTo>
                  <a:cubicBezTo>
                    <a:pt x="1407" y="2438"/>
                    <a:pt x="2141" y="1427"/>
                    <a:pt x="2230" y="1297"/>
                  </a:cubicBezTo>
                  <a:cubicBezTo>
                    <a:pt x="2255" y="1263"/>
                    <a:pt x="2245" y="1214"/>
                    <a:pt x="2212" y="1189"/>
                  </a:cubicBezTo>
                  <a:cubicBezTo>
                    <a:pt x="2197" y="1178"/>
                    <a:pt x="2180" y="1173"/>
                    <a:pt x="2164" y="1173"/>
                  </a:cubicBezTo>
                  <a:cubicBezTo>
                    <a:pt x="2139" y="1173"/>
                    <a:pt x="2115" y="1185"/>
                    <a:pt x="2100" y="1208"/>
                  </a:cubicBezTo>
                  <a:cubicBezTo>
                    <a:pt x="1870" y="1531"/>
                    <a:pt x="1240" y="2280"/>
                    <a:pt x="815" y="2280"/>
                  </a:cubicBezTo>
                  <a:cubicBezTo>
                    <a:pt x="790" y="2280"/>
                    <a:pt x="766" y="2277"/>
                    <a:pt x="743" y="2272"/>
                  </a:cubicBezTo>
                  <a:lnTo>
                    <a:pt x="1422" y="100"/>
                  </a:lnTo>
                  <a:cubicBezTo>
                    <a:pt x="1437" y="40"/>
                    <a:pt x="1389" y="0"/>
                    <a:pt x="134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9" name="Google Shape;5259;p47"/>
            <p:cNvSpPr/>
            <p:nvPr/>
          </p:nvSpPr>
          <p:spPr>
            <a:xfrm>
              <a:off x="6718964" y="3970424"/>
              <a:ext cx="46715" cy="23867"/>
            </a:xfrm>
            <a:custGeom>
              <a:avLst/>
              <a:gdLst/>
              <a:ahLst/>
              <a:cxnLst/>
              <a:rect l="l" t="t" r="r" b="b"/>
              <a:pathLst>
                <a:path w="1284" h="656" extrusionOk="0">
                  <a:moveTo>
                    <a:pt x="259" y="0"/>
                  </a:moveTo>
                  <a:cubicBezTo>
                    <a:pt x="105" y="0"/>
                    <a:pt x="1" y="16"/>
                    <a:pt x="1" y="16"/>
                  </a:cubicBezTo>
                  <a:cubicBezTo>
                    <a:pt x="1" y="16"/>
                    <a:pt x="485" y="609"/>
                    <a:pt x="565" y="652"/>
                  </a:cubicBezTo>
                  <a:cubicBezTo>
                    <a:pt x="570" y="655"/>
                    <a:pt x="578" y="656"/>
                    <a:pt x="587" y="656"/>
                  </a:cubicBezTo>
                  <a:cubicBezTo>
                    <a:pt x="724" y="656"/>
                    <a:pt x="1284" y="377"/>
                    <a:pt x="1284" y="377"/>
                  </a:cubicBezTo>
                  <a:cubicBezTo>
                    <a:pt x="1005" y="56"/>
                    <a:pt x="546" y="0"/>
                    <a:pt x="259" y="0"/>
                  </a:cubicBezTo>
                  <a:close/>
                </a:path>
              </a:pathLst>
            </a:custGeom>
            <a:solidFill>
              <a:srgbClr val="CA7A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0" name="Google Shape;5260;p47"/>
            <p:cNvSpPr/>
            <p:nvPr/>
          </p:nvSpPr>
          <p:spPr>
            <a:xfrm>
              <a:off x="6578857" y="3907956"/>
              <a:ext cx="71382" cy="70145"/>
            </a:xfrm>
            <a:custGeom>
              <a:avLst/>
              <a:gdLst/>
              <a:ahLst/>
              <a:cxnLst/>
              <a:rect l="l" t="t" r="r" b="b"/>
              <a:pathLst>
                <a:path w="1962" h="1928" extrusionOk="0">
                  <a:moveTo>
                    <a:pt x="294" y="0"/>
                  </a:moveTo>
                  <a:cubicBezTo>
                    <a:pt x="185" y="0"/>
                    <a:pt x="114" y="8"/>
                    <a:pt x="104" y="9"/>
                  </a:cubicBezTo>
                  <a:cubicBezTo>
                    <a:pt x="0" y="24"/>
                    <a:pt x="14" y="173"/>
                    <a:pt x="111" y="173"/>
                  </a:cubicBezTo>
                  <a:cubicBezTo>
                    <a:pt x="115" y="173"/>
                    <a:pt x="119" y="173"/>
                    <a:pt x="123" y="173"/>
                  </a:cubicBezTo>
                  <a:cubicBezTo>
                    <a:pt x="125" y="172"/>
                    <a:pt x="189" y="164"/>
                    <a:pt x="290" y="164"/>
                  </a:cubicBezTo>
                  <a:cubicBezTo>
                    <a:pt x="543" y="164"/>
                    <a:pt x="1030" y="212"/>
                    <a:pt x="1372" y="537"/>
                  </a:cubicBezTo>
                  <a:cubicBezTo>
                    <a:pt x="1668" y="824"/>
                    <a:pt x="1795" y="1262"/>
                    <a:pt x="1751" y="1841"/>
                  </a:cubicBezTo>
                  <a:cubicBezTo>
                    <a:pt x="1745" y="1885"/>
                    <a:pt x="1779" y="1925"/>
                    <a:pt x="1825" y="1928"/>
                  </a:cubicBezTo>
                  <a:lnTo>
                    <a:pt x="1832" y="1928"/>
                  </a:lnTo>
                  <a:cubicBezTo>
                    <a:pt x="1872" y="1928"/>
                    <a:pt x="1909" y="1894"/>
                    <a:pt x="1912" y="1854"/>
                  </a:cubicBezTo>
                  <a:cubicBezTo>
                    <a:pt x="1961" y="1221"/>
                    <a:pt x="1816" y="740"/>
                    <a:pt x="1483" y="420"/>
                  </a:cubicBezTo>
                  <a:cubicBezTo>
                    <a:pt x="1099" y="54"/>
                    <a:pt x="573" y="0"/>
                    <a:pt x="2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1" name="Google Shape;5261;p47"/>
            <p:cNvSpPr/>
            <p:nvPr/>
          </p:nvSpPr>
          <p:spPr>
            <a:xfrm>
              <a:off x="6846556" y="3957836"/>
              <a:ext cx="98087" cy="59995"/>
            </a:xfrm>
            <a:custGeom>
              <a:avLst/>
              <a:gdLst/>
              <a:ahLst/>
              <a:cxnLst/>
              <a:rect l="l" t="t" r="r" b="b"/>
              <a:pathLst>
                <a:path w="2696" h="1649" extrusionOk="0">
                  <a:moveTo>
                    <a:pt x="2469" y="1"/>
                  </a:moveTo>
                  <a:cubicBezTo>
                    <a:pt x="2030" y="1"/>
                    <a:pt x="559" y="114"/>
                    <a:pt x="16" y="1541"/>
                  </a:cubicBezTo>
                  <a:cubicBezTo>
                    <a:pt x="1" y="1581"/>
                    <a:pt x="22" y="1627"/>
                    <a:pt x="62" y="1642"/>
                  </a:cubicBezTo>
                  <a:cubicBezTo>
                    <a:pt x="72" y="1649"/>
                    <a:pt x="81" y="1649"/>
                    <a:pt x="93" y="1649"/>
                  </a:cubicBezTo>
                  <a:cubicBezTo>
                    <a:pt x="124" y="1649"/>
                    <a:pt x="155" y="1627"/>
                    <a:pt x="167" y="1596"/>
                  </a:cubicBezTo>
                  <a:cubicBezTo>
                    <a:pt x="672" y="274"/>
                    <a:pt x="2002" y="160"/>
                    <a:pt x="2442" y="160"/>
                  </a:cubicBezTo>
                  <a:cubicBezTo>
                    <a:pt x="2521" y="160"/>
                    <a:pt x="2571" y="164"/>
                    <a:pt x="2582" y="165"/>
                  </a:cubicBezTo>
                  <a:cubicBezTo>
                    <a:pt x="2583" y="165"/>
                    <a:pt x="2584" y="165"/>
                    <a:pt x="2585" y="165"/>
                  </a:cubicBezTo>
                  <a:cubicBezTo>
                    <a:pt x="2684" y="165"/>
                    <a:pt x="2695" y="17"/>
                    <a:pt x="2594" y="5"/>
                  </a:cubicBezTo>
                  <a:cubicBezTo>
                    <a:pt x="2592" y="4"/>
                    <a:pt x="2546" y="1"/>
                    <a:pt x="24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2" name="Google Shape;5262;p47"/>
            <p:cNvSpPr/>
            <p:nvPr/>
          </p:nvSpPr>
          <p:spPr>
            <a:xfrm>
              <a:off x="6290894" y="4180930"/>
              <a:ext cx="59485" cy="27214"/>
            </a:xfrm>
            <a:custGeom>
              <a:avLst/>
              <a:gdLst/>
              <a:ahLst/>
              <a:cxnLst/>
              <a:rect l="l" t="t" r="r" b="b"/>
              <a:pathLst>
                <a:path w="1635" h="748" extrusionOk="0">
                  <a:moveTo>
                    <a:pt x="1550" y="0"/>
                  </a:moveTo>
                  <a:cubicBezTo>
                    <a:pt x="1547" y="0"/>
                    <a:pt x="1543" y="1"/>
                    <a:pt x="1539" y="1"/>
                  </a:cubicBezTo>
                  <a:cubicBezTo>
                    <a:pt x="1493" y="7"/>
                    <a:pt x="410" y="165"/>
                    <a:pt x="43" y="615"/>
                  </a:cubicBezTo>
                  <a:cubicBezTo>
                    <a:pt x="0" y="667"/>
                    <a:pt x="37" y="744"/>
                    <a:pt x="105" y="748"/>
                  </a:cubicBezTo>
                  <a:cubicBezTo>
                    <a:pt x="130" y="748"/>
                    <a:pt x="151" y="735"/>
                    <a:pt x="167" y="717"/>
                  </a:cubicBezTo>
                  <a:cubicBezTo>
                    <a:pt x="494" y="316"/>
                    <a:pt x="1552" y="158"/>
                    <a:pt x="1561" y="158"/>
                  </a:cubicBezTo>
                  <a:cubicBezTo>
                    <a:pt x="1604" y="152"/>
                    <a:pt x="1635" y="112"/>
                    <a:pt x="1629" y="69"/>
                  </a:cubicBezTo>
                  <a:cubicBezTo>
                    <a:pt x="1623" y="29"/>
                    <a:pt x="1589" y="0"/>
                    <a:pt x="15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3" name="Google Shape;5263;p47"/>
            <p:cNvSpPr/>
            <p:nvPr/>
          </p:nvSpPr>
          <p:spPr>
            <a:xfrm>
              <a:off x="6306466" y="4196393"/>
              <a:ext cx="45624" cy="17354"/>
            </a:xfrm>
            <a:custGeom>
              <a:avLst/>
              <a:gdLst/>
              <a:ahLst/>
              <a:cxnLst/>
              <a:rect l="l" t="t" r="r" b="b"/>
              <a:pathLst>
                <a:path w="1254" h="477" extrusionOk="0">
                  <a:moveTo>
                    <a:pt x="1164" y="0"/>
                  </a:moveTo>
                  <a:cubicBezTo>
                    <a:pt x="1135" y="0"/>
                    <a:pt x="1106" y="15"/>
                    <a:pt x="1093" y="42"/>
                  </a:cubicBezTo>
                  <a:cubicBezTo>
                    <a:pt x="1090" y="45"/>
                    <a:pt x="951" y="245"/>
                    <a:pt x="103" y="316"/>
                  </a:cubicBezTo>
                  <a:cubicBezTo>
                    <a:pt x="1" y="326"/>
                    <a:pt x="7" y="477"/>
                    <a:pt x="109" y="477"/>
                  </a:cubicBezTo>
                  <a:lnTo>
                    <a:pt x="115" y="477"/>
                  </a:lnTo>
                  <a:cubicBezTo>
                    <a:pt x="1050" y="400"/>
                    <a:pt x="1210" y="165"/>
                    <a:pt x="1235" y="119"/>
                  </a:cubicBezTo>
                  <a:cubicBezTo>
                    <a:pt x="1253" y="79"/>
                    <a:pt x="1238" y="29"/>
                    <a:pt x="1198" y="8"/>
                  </a:cubicBezTo>
                  <a:cubicBezTo>
                    <a:pt x="1187" y="3"/>
                    <a:pt x="1175" y="0"/>
                    <a:pt x="11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4" name="Google Shape;5264;p47"/>
            <p:cNvSpPr/>
            <p:nvPr/>
          </p:nvSpPr>
          <p:spPr>
            <a:xfrm>
              <a:off x="6496343" y="4341775"/>
              <a:ext cx="50062" cy="27723"/>
            </a:xfrm>
            <a:custGeom>
              <a:avLst/>
              <a:gdLst/>
              <a:ahLst/>
              <a:cxnLst/>
              <a:rect l="l" t="t" r="r" b="b"/>
              <a:pathLst>
                <a:path w="1376" h="762" extrusionOk="0">
                  <a:moveTo>
                    <a:pt x="1259" y="1"/>
                  </a:moveTo>
                  <a:cubicBezTo>
                    <a:pt x="1247" y="1"/>
                    <a:pt x="1235" y="3"/>
                    <a:pt x="1222" y="9"/>
                  </a:cubicBezTo>
                  <a:cubicBezTo>
                    <a:pt x="1191" y="21"/>
                    <a:pt x="420" y="314"/>
                    <a:pt x="41" y="620"/>
                  </a:cubicBezTo>
                  <a:cubicBezTo>
                    <a:pt x="7" y="648"/>
                    <a:pt x="1" y="697"/>
                    <a:pt x="28" y="734"/>
                  </a:cubicBezTo>
                  <a:cubicBezTo>
                    <a:pt x="44" y="752"/>
                    <a:pt x="68" y="762"/>
                    <a:pt x="93" y="762"/>
                  </a:cubicBezTo>
                  <a:cubicBezTo>
                    <a:pt x="112" y="762"/>
                    <a:pt x="127" y="756"/>
                    <a:pt x="142" y="746"/>
                  </a:cubicBezTo>
                  <a:cubicBezTo>
                    <a:pt x="503" y="456"/>
                    <a:pt x="1271" y="163"/>
                    <a:pt x="1281" y="160"/>
                  </a:cubicBezTo>
                  <a:cubicBezTo>
                    <a:pt x="1375" y="128"/>
                    <a:pt x="1339" y="1"/>
                    <a:pt x="12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5" name="Google Shape;5265;p47"/>
            <p:cNvSpPr/>
            <p:nvPr/>
          </p:nvSpPr>
          <p:spPr>
            <a:xfrm>
              <a:off x="6517554" y="4351489"/>
              <a:ext cx="43113" cy="28015"/>
            </a:xfrm>
            <a:custGeom>
              <a:avLst/>
              <a:gdLst/>
              <a:ahLst/>
              <a:cxnLst/>
              <a:rect l="l" t="t" r="r" b="b"/>
              <a:pathLst>
                <a:path w="1185" h="770" extrusionOk="0">
                  <a:moveTo>
                    <a:pt x="1076" y="0"/>
                  </a:moveTo>
                  <a:cubicBezTo>
                    <a:pt x="1053" y="0"/>
                    <a:pt x="1029" y="10"/>
                    <a:pt x="1012" y="35"/>
                  </a:cubicBezTo>
                  <a:cubicBezTo>
                    <a:pt x="1009" y="41"/>
                    <a:pt x="645" y="609"/>
                    <a:pt x="99" y="609"/>
                  </a:cubicBezTo>
                  <a:lnTo>
                    <a:pt x="84" y="609"/>
                  </a:lnTo>
                  <a:cubicBezTo>
                    <a:pt x="37" y="609"/>
                    <a:pt x="4" y="643"/>
                    <a:pt x="0" y="689"/>
                  </a:cubicBezTo>
                  <a:cubicBezTo>
                    <a:pt x="0" y="732"/>
                    <a:pt x="34" y="769"/>
                    <a:pt x="81" y="769"/>
                  </a:cubicBezTo>
                  <a:lnTo>
                    <a:pt x="99" y="769"/>
                  </a:lnTo>
                  <a:cubicBezTo>
                    <a:pt x="738" y="769"/>
                    <a:pt x="1132" y="149"/>
                    <a:pt x="1148" y="122"/>
                  </a:cubicBezTo>
                  <a:cubicBezTo>
                    <a:pt x="1185" y="59"/>
                    <a:pt x="1131" y="0"/>
                    <a:pt x="10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6" name="Google Shape;5266;p47"/>
            <p:cNvSpPr/>
            <p:nvPr/>
          </p:nvSpPr>
          <p:spPr>
            <a:xfrm>
              <a:off x="6425326" y="3911049"/>
              <a:ext cx="164522" cy="116788"/>
            </a:xfrm>
            <a:custGeom>
              <a:avLst/>
              <a:gdLst/>
              <a:ahLst/>
              <a:cxnLst/>
              <a:rect l="l" t="t" r="r" b="b"/>
              <a:pathLst>
                <a:path w="4522" h="3210" extrusionOk="0">
                  <a:moveTo>
                    <a:pt x="119" y="1"/>
                  </a:moveTo>
                  <a:cubicBezTo>
                    <a:pt x="50" y="1"/>
                    <a:pt x="1" y="99"/>
                    <a:pt x="74" y="149"/>
                  </a:cubicBezTo>
                  <a:lnTo>
                    <a:pt x="4364" y="3194"/>
                  </a:lnTo>
                  <a:cubicBezTo>
                    <a:pt x="4377" y="3203"/>
                    <a:pt x="4395" y="3209"/>
                    <a:pt x="4411" y="3209"/>
                  </a:cubicBezTo>
                  <a:lnTo>
                    <a:pt x="4414" y="3209"/>
                  </a:lnTo>
                  <a:cubicBezTo>
                    <a:pt x="4491" y="3209"/>
                    <a:pt x="4522" y="3107"/>
                    <a:pt x="4460" y="3061"/>
                  </a:cubicBezTo>
                  <a:lnTo>
                    <a:pt x="167" y="17"/>
                  </a:lnTo>
                  <a:cubicBezTo>
                    <a:pt x="151" y="6"/>
                    <a:pt x="134" y="1"/>
                    <a:pt x="11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7" name="Google Shape;5267;p47"/>
            <p:cNvSpPr/>
            <p:nvPr/>
          </p:nvSpPr>
          <p:spPr>
            <a:xfrm>
              <a:off x="6372353" y="3965112"/>
              <a:ext cx="203378" cy="79750"/>
            </a:xfrm>
            <a:custGeom>
              <a:avLst/>
              <a:gdLst/>
              <a:ahLst/>
              <a:cxnLst/>
              <a:rect l="l" t="t" r="r" b="b"/>
              <a:pathLst>
                <a:path w="5590" h="2192" extrusionOk="0">
                  <a:moveTo>
                    <a:pt x="92" y="0"/>
                  </a:moveTo>
                  <a:cubicBezTo>
                    <a:pt x="59" y="0"/>
                    <a:pt x="28" y="20"/>
                    <a:pt x="16" y="51"/>
                  </a:cubicBezTo>
                  <a:cubicBezTo>
                    <a:pt x="0" y="95"/>
                    <a:pt x="22" y="141"/>
                    <a:pt x="65" y="156"/>
                  </a:cubicBezTo>
                  <a:lnTo>
                    <a:pt x="5447" y="2186"/>
                  </a:lnTo>
                  <a:cubicBezTo>
                    <a:pt x="5456" y="2189"/>
                    <a:pt x="5469" y="2192"/>
                    <a:pt x="5478" y="2192"/>
                  </a:cubicBezTo>
                  <a:cubicBezTo>
                    <a:pt x="5568" y="2189"/>
                    <a:pt x="5589" y="2065"/>
                    <a:pt x="5506" y="2035"/>
                  </a:cubicBezTo>
                  <a:lnTo>
                    <a:pt x="121" y="5"/>
                  </a:lnTo>
                  <a:cubicBezTo>
                    <a:pt x="111" y="2"/>
                    <a:pt x="101" y="0"/>
                    <a:pt x="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8" name="Google Shape;5268;p47"/>
            <p:cNvSpPr/>
            <p:nvPr/>
          </p:nvSpPr>
          <p:spPr>
            <a:xfrm>
              <a:off x="6381085" y="4030454"/>
              <a:ext cx="171835" cy="28560"/>
            </a:xfrm>
            <a:custGeom>
              <a:avLst/>
              <a:gdLst/>
              <a:ahLst/>
              <a:cxnLst/>
              <a:rect l="l" t="t" r="r" b="b"/>
              <a:pathLst>
                <a:path w="4723" h="785" extrusionOk="0">
                  <a:moveTo>
                    <a:pt x="86" y="0"/>
                  </a:moveTo>
                  <a:cubicBezTo>
                    <a:pt x="47" y="0"/>
                    <a:pt x="13" y="29"/>
                    <a:pt x="7" y="69"/>
                  </a:cubicBezTo>
                  <a:cubicBezTo>
                    <a:pt x="1" y="112"/>
                    <a:pt x="32" y="155"/>
                    <a:pt x="75" y="161"/>
                  </a:cubicBezTo>
                  <a:lnTo>
                    <a:pt x="4603" y="784"/>
                  </a:lnTo>
                  <a:lnTo>
                    <a:pt x="4612" y="784"/>
                  </a:lnTo>
                  <a:cubicBezTo>
                    <a:pt x="4714" y="784"/>
                    <a:pt x="4723" y="640"/>
                    <a:pt x="4624" y="624"/>
                  </a:cubicBezTo>
                  <a:lnTo>
                    <a:pt x="97" y="1"/>
                  </a:lnTo>
                  <a:cubicBezTo>
                    <a:pt x="93" y="1"/>
                    <a:pt x="89" y="0"/>
                    <a:pt x="8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9" name="Google Shape;5269;p47"/>
            <p:cNvSpPr/>
            <p:nvPr/>
          </p:nvSpPr>
          <p:spPr>
            <a:xfrm>
              <a:off x="6871368" y="4024670"/>
              <a:ext cx="187188" cy="40057"/>
            </a:xfrm>
            <a:custGeom>
              <a:avLst/>
              <a:gdLst/>
              <a:ahLst/>
              <a:cxnLst/>
              <a:rect l="l" t="t" r="r" b="b"/>
              <a:pathLst>
                <a:path w="5145" h="1101" extrusionOk="0">
                  <a:moveTo>
                    <a:pt x="5032" y="1"/>
                  </a:moveTo>
                  <a:cubicBezTo>
                    <a:pt x="5025" y="1"/>
                    <a:pt x="5019" y="1"/>
                    <a:pt x="5012" y="3"/>
                  </a:cubicBezTo>
                  <a:lnTo>
                    <a:pt x="96" y="940"/>
                  </a:lnTo>
                  <a:cubicBezTo>
                    <a:pt x="0" y="959"/>
                    <a:pt x="13" y="1098"/>
                    <a:pt x="111" y="1101"/>
                  </a:cubicBezTo>
                  <a:cubicBezTo>
                    <a:pt x="117" y="1101"/>
                    <a:pt x="121" y="1101"/>
                    <a:pt x="127" y="1098"/>
                  </a:cubicBezTo>
                  <a:lnTo>
                    <a:pt x="5043" y="163"/>
                  </a:lnTo>
                  <a:cubicBezTo>
                    <a:pt x="5144" y="143"/>
                    <a:pt x="5123" y="1"/>
                    <a:pt x="50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0" name="Google Shape;5270;p47"/>
            <p:cNvSpPr/>
            <p:nvPr/>
          </p:nvSpPr>
          <p:spPr>
            <a:xfrm>
              <a:off x="6879991" y="4075823"/>
              <a:ext cx="189589" cy="5967"/>
            </a:xfrm>
            <a:custGeom>
              <a:avLst/>
              <a:gdLst/>
              <a:ahLst/>
              <a:cxnLst/>
              <a:rect l="l" t="t" r="r" b="b"/>
              <a:pathLst>
                <a:path w="5211" h="164" extrusionOk="0">
                  <a:moveTo>
                    <a:pt x="109" y="0"/>
                  </a:moveTo>
                  <a:cubicBezTo>
                    <a:pt x="1" y="0"/>
                    <a:pt x="1" y="164"/>
                    <a:pt x="109" y="164"/>
                  </a:cubicBezTo>
                  <a:lnTo>
                    <a:pt x="5105" y="164"/>
                  </a:lnTo>
                  <a:cubicBezTo>
                    <a:pt x="5210" y="164"/>
                    <a:pt x="5210" y="0"/>
                    <a:pt x="51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1" name="Google Shape;5271;p47"/>
            <p:cNvSpPr/>
            <p:nvPr/>
          </p:nvSpPr>
          <p:spPr>
            <a:xfrm>
              <a:off x="6874315" y="4104273"/>
              <a:ext cx="181294" cy="34309"/>
            </a:xfrm>
            <a:custGeom>
              <a:avLst/>
              <a:gdLst/>
              <a:ahLst/>
              <a:cxnLst/>
              <a:rect l="l" t="t" r="r" b="b"/>
              <a:pathLst>
                <a:path w="4983" h="943" extrusionOk="0">
                  <a:moveTo>
                    <a:pt x="111" y="1"/>
                  </a:moveTo>
                  <a:cubicBezTo>
                    <a:pt x="19" y="1"/>
                    <a:pt x="0" y="138"/>
                    <a:pt x="95" y="159"/>
                  </a:cubicBezTo>
                  <a:lnTo>
                    <a:pt x="4857" y="942"/>
                  </a:lnTo>
                  <a:lnTo>
                    <a:pt x="4869" y="942"/>
                  </a:lnTo>
                  <a:cubicBezTo>
                    <a:pt x="4871" y="942"/>
                    <a:pt x="4872" y="942"/>
                    <a:pt x="4873" y="942"/>
                  </a:cubicBezTo>
                  <a:cubicBezTo>
                    <a:pt x="4972" y="942"/>
                    <a:pt x="4983" y="794"/>
                    <a:pt x="4882" y="782"/>
                  </a:cubicBezTo>
                  <a:lnTo>
                    <a:pt x="123" y="2"/>
                  </a:lnTo>
                  <a:cubicBezTo>
                    <a:pt x="119" y="1"/>
                    <a:pt x="115" y="1"/>
                    <a:pt x="1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2" name="Google Shape;5272;p47"/>
            <p:cNvSpPr/>
            <p:nvPr/>
          </p:nvSpPr>
          <p:spPr>
            <a:xfrm>
              <a:off x="6812575" y="3768650"/>
              <a:ext cx="279672" cy="446559"/>
            </a:xfrm>
            <a:custGeom>
              <a:avLst/>
              <a:gdLst/>
              <a:ahLst/>
              <a:cxnLst/>
              <a:rect l="l" t="t" r="r" b="b"/>
              <a:pathLst>
                <a:path w="7687" h="12274" extrusionOk="0">
                  <a:moveTo>
                    <a:pt x="5307" y="1"/>
                  </a:moveTo>
                  <a:cubicBezTo>
                    <a:pt x="4915" y="1"/>
                    <a:pt x="4184" y="609"/>
                    <a:pt x="3408" y="1291"/>
                  </a:cubicBezTo>
                  <a:cubicBezTo>
                    <a:pt x="3158" y="1513"/>
                    <a:pt x="2939" y="1701"/>
                    <a:pt x="2862" y="1741"/>
                  </a:cubicBezTo>
                  <a:cubicBezTo>
                    <a:pt x="2832" y="1756"/>
                    <a:pt x="2773" y="1763"/>
                    <a:pt x="2691" y="1763"/>
                  </a:cubicBezTo>
                  <a:cubicBezTo>
                    <a:pt x="2206" y="1763"/>
                    <a:pt x="923" y="1523"/>
                    <a:pt x="108" y="1343"/>
                  </a:cubicBezTo>
                  <a:cubicBezTo>
                    <a:pt x="102" y="1342"/>
                    <a:pt x="97" y="1341"/>
                    <a:pt x="91" y="1341"/>
                  </a:cubicBezTo>
                  <a:cubicBezTo>
                    <a:pt x="54" y="1341"/>
                    <a:pt x="20" y="1367"/>
                    <a:pt x="12" y="1405"/>
                  </a:cubicBezTo>
                  <a:cubicBezTo>
                    <a:pt x="0" y="1448"/>
                    <a:pt x="28" y="1491"/>
                    <a:pt x="74" y="1504"/>
                  </a:cubicBezTo>
                  <a:cubicBezTo>
                    <a:pt x="431" y="1580"/>
                    <a:pt x="2022" y="1920"/>
                    <a:pt x="2686" y="1920"/>
                  </a:cubicBezTo>
                  <a:cubicBezTo>
                    <a:pt x="2801" y="1920"/>
                    <a:pt x="2888" y="1910"/>
                    <a:pt x="2936" y="1886"/>
                  </a:cubicBezTo>
                  <a:cubicBezTo>
                    <a:pt x="3026" y="1840"/>
                    <a:pt x="3205" y="1685"/>
                    <a:pt x="3513" y="1411"/>
                  </a:cubicBezTo>
                  <a:cubicBezTo>
                    <a:pt x="4051" y="939"/>
                    <a:pt x="4934" y="163"/>
                    <a:pt x="5296" y="163"/>
                  </a:cubicBezTo>
                  <a:cubicBezTo>
                    <a:pt x="5308" y="163"/>
                    <a:pt x="5319" y="163"/>
                    <a:pt x="5330" y="165"/>
                  </a:cubicBezTo>
                  <a:cubicBezTo>
                    <a:pt x="5361" y="168"/>
                    <a:pt x="5388" y="187"/>
                    <a:pt x="5404" y="214"/>
                  </a:cubicBezTo>
                  <a:cubicBezTo>
                    <a:pt x="5650" y="646"/>
                    <a:pt x="5647" y="2922"/>
                    <a:pt x="5626" y="3761"/>
                  </a:cubicBezTo>
                  <a:cubicBezTo>
                    <a:pt x="5626" y="3770"/>
                    <a:pt x="5629" y="3780"/>
                    <a:pt x="5632" y="3789"/>
                  </a:cubicBezTo>
                  <a:cubicBezTo>
                    <a:pt x="5650" y="3848"/>
                    <a:pt x="7590" y="9689"/>
                    <a:pt x="3482" y="12123"/>
                  </a:cubicBezTo>
                  <a:cubicBezTo>
                    <a:pt x="3411" y="12166"/>
                    <a:pt x="3442" y="12274"/>
                    <a:pt x="3522" y="12274"/>
                  </a:cubicBezTo>
                  <a:cubicBezTo>
                    <a:pt x="3538" y="12274"/>
                    <a:pt x="3553" y="12271"/>
                    <a:pt x="3565" y="12261"/>
                  </a:cubicBezTo>
                  <a:cubicBezTo>
                    <a:pt x="7686" y="9822"/>
                    <a:pt x="5897" y="4079"/>
                    <a:pt x="5789" y="3752"/>
                  </a:cubicBezTo>
                  <a:cubicBezTo>
                    <a:pt x="5795" y="3499"/>
                    <a:pt x="5857" y="680"/>
                    <a:pt x="5546" y="134"/>
                  </a:cubicBezTo>
                  <a:cubicBezTo>
                    <a:pt x="5506" y="63"/>
                    <a:pt x="5438" y="17"/>
                    <a:pt x="5357" y="5"/>
                  </a:cubicBezTo>
                  <a:cubicBezTo>
                    <a:pt x="5341" y="2"/>
                    <a:pt x="5324" y="1"/>
                    <a:pt x="53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3" name="Google Shape;5273;p47"/>
            <p:cNvSpPr/>
            <p:nvPr/>
          </p:nvSpPr>
          <p:spPr>
            <a:xfrm>
              <a:off x="6578748" y="3802303"/>
              <a:ext cx="34673" cy="35764"/>
            </a:xfrm>
            <a:custGeom>
              <a:avLst/>
              <a:gdLst/>
              <a:ahLst/>
              <a:cxnLst/>
              <a:rect l="l" t="t" r="r" b="b"/>
              <a:pathLst>
                <a:path w="953" h="983" extrusionOk="0">
                  <a:moveTo>
                    <a:pt x="691" y="0"/>
                  </a:moveTo>
                  <a:cubicBezTo>
                    <a:pt x="682" y="0"/>
                    <a:pt x="674" y="2"/>
                    <a:pt x="666" y="5"/>
                  </a:cubicBezTo>
                  <a:cubicBezTo>
                    <a:pt x="622" y="17"/>
                    <a:pt x="598" y="63"/>
                    <a:pt x="613" y="107"/>
                  </a:cubicBezTo>
                  <a:cubicBezTo>
                    <a:pt x="675" y="301"/>
                    <a:pt x="758" y="640"/>
                    <a:pt x="746" y="804"/>
                  </a:cubicBezTo>
                  <a:cubicBezTo>
                    <a:pt x="666" y="733"/>
                    <a:pt x="585" y="659"/>
                    <a:pt x="514" y="582"/>
                  </a:cubicBezTo>
                  <a:cubicBezTo>
                    <a:pt x="379" y="440"/>
                    <a:pt x="249" y="304"/>
                    <a:pt x="144" y="267"/>
                  </a:cubicBezTo>
                  <a:cubicBezTo>
                    <a:pt x="134" y="263"/>
                    <a:pt x="123" y="261"/>
                    <a:pt x="114" y="261"/>
                  </a:cubicBezTo>
                  <a:cubicBezTo>
                    <a:pt x="35" y="261"/>
                    <a:pt x="1" y="382"/>
                    <a:pt x="89" y="418"/>
                  </a:cubicBezTo>
                  <a:cubicBezTo>
                    <a:pt x="160" y="443"/>
                    <a:pt x="292" y="582"/>
                    <a:pt x="397" y="693"/>
                  </a:cubicBezTo>
                  <a:cubicBezTo>
                    <a:pt x="576" y="878"/>
                    <a:pt x="684" y="983"/>
                    <a:pt x="777" y="983"/>
                  </a:cubicBezTo>
                  <a:cubicBezTo>
                    <a:pt x="786" y="983"/>
                    <a:pt x="798" y="983"/>
                    <a:pt x="811" y="979"/>
                  </a:cubicBezTo>
                  <a:cubicBezTo>
                    <a:pt x="854" y="967"/>
                    <a:pt x="891" y="927"/>
                    <a:pt x="897" y="881"/>
                  </a:cubicBezTo>
                  <a:cubicBezTo>
                    <a:pt x="952" y="656"/>
                    <a:pt x="786" y="116"/>
                    <a:pt x="767" y="57"/>
                  </a:cubicBezTo>
                  <a:cubicBezTo>
                    <a:pt x="755" y="23"/>
                    <a:pt x="723" y="0"/>
                    <a:pt x="69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4" name="Google Shape;5274;p47"/>
            <p:cNvSpPr/>
            <p:nvPr/>
          </p:nvSpPr>
          <p:spPr>
            <a:xfrm>
              <a:off x="6951700" y="3842141"/>
              <a:ext cx="35728" cy="41039"/>
            </a:xfrm>
            <a:custGeom>
              <a:avLst/>
              <a:gdLst/>
              <a:ahLst/>
              <a:cxnLst/>
              <a:rect l="l" t="t" r="r" b="b"/>
              <a:pathLst>
                <a:path w="982" h="1128" extrusionOk="0">
                  <a:moveTo>
                    <a:pt x="659" y="0"/>
                  </a:moveTo>
                  <a:cubicBezTo>
                    <a:pt x="640" y="0"/>
                    <a:pt x="620" y="8"/>
                    <a:pt x="602" y="26"/>
                  </a:cubicBezTo>
                  <a:cubicBezTo>
                    <a:pt x="543" y="91"/>
                    <a:pt x="38" y="677"/>
                    <a:pt x="10" y="955"/>
                  </a:cubicBezTo>
                  <a:cubicBezTo>
                    <a:pt x="1" y="1007"/>
                    <a:pt x="22" y="1063"/>
                    <a:pt x="65" y="1097"/>
                  </a:cubicBezTo>
                  <a:cubicBezTo>
                    <a:pt x="96" y="1118"/>
                    <a:pt x="133" y="1127"/>
                    <a:pt x="173" y="1127"/>
                  </a:cubicBezTo>
                  <a:cubicBezTo>
                    <a:pt x="287" y="1127"/>
                    <a:pt x="451" y="1060"/>
                    <a:pt x="664" y="964"/>
                  </a:cubicBezTo>
                  <a:cubicBezTo>
                    <a:pt x="725" y="933"/>
                    <a:pt x="793" y="908"/>
                    <a:pt x="858" y="887"/>
                  </a:cubicBezTo>
                  <a:cubicBezTo>
                    <a:pt x="861" y="887"/>
                    <a:pt x="864" y="887"/>
                    <a:pt x="867" y="887"/>
                  </a:cubicBezTo>
                  <a:cubicBezTo>
                    <a:pt x="958" y="887"/>
                    <a:pt x="982" y="759"/>
                    <a:pt x="895" y="730"/>
                  </a:cubicBezTo>
                  <a:cubicBezTo>
                    <a:pt x="885" y="727"/>
                    <a:pt x="874" y="725"/>
                    <a:pt x="862" y="725"/>
                  </a:cubicBezTo>
                  <a:cubicBezTo>
                    <a:pt x="814" y="725"/>
                    <a:pt x="745" y="752"/>
                    <a:pt x="599" y="819"/>
                  </a:cubicBezTo>
                  <a:cubicBezTo>
                    <a:pt x="495" y="863"/>
                    <a:pt x="267" y="965"/>
                    <a:pt x="180" y="965"/>
                  </a:cubicBezTo>
                  <a:cubicBezTo>
                    <a:pt x="177" y="965"/>
                    <a:pt x="173" y="964"/>
                    <a:pt x="170" y="964"/>
                  </a:cubicBezTo>
                  <a:cubicBezTo>
                    <a:pt x="195" y="791"/>
                    <a:pt x="519" y="363"/>
                    <a:pt x="722" y="131"/>
                  </a:cubicBezTo>
                  <a:cubicBezTo>
                    <a:pt x="771" y="71"/>
                    <a:pt x="719" y="0"/>
                    <a:pt x="6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5" name="Google Shape;5275;p47"/>
            <p:cNvSpPr/>
            <p:nvPr/>
          </p:nvSpPr>
          <p:spPr>
            <a:xfrm>
              <a:off x="6744796" y="3858440"/>
              <a:ext cx="12370" cy="25977"/>
            </a:xfrm>
            <a:custGeom>
              <a:avLst/>
              <a:gdLst/>
              <a:ahLst/>
              <a:cxnLst/>
              <a:rect l="l" t="t" r="r" b="b"/>
              <a:pathLst>
                <a:path w="340" h="714" extrusionOk="0">
                  <a:moveTo>
                    <a:pt x="140" y="0"/>
                  </a:moveTo>
                  <a:cubicBezTo>
                    <a:pt x="101" y="0"/>
                    <a:pt x="64" y="29"/>
                    <a:pt x="59" y="69"/>
                  </a:cubicBezTo>
                  <a:cubicBezTo>
                    <a:pt x="56" y="84"/>
                    <a:pt x="0" y="436"/>
                    <a:pt x="182" y="683"/>
                  </a:cubicBezTo>
                  <a:cubicBezTo>
                    <a:pt x="198" y="701"/>
                    <a:pt x="222" y="713"/>
                    <a:pt x="247" y="713"/>
                  </a:cubicBezTo>
                  <a:cubicBezTo>
                    <a:pt x="265" y="713"/>
                    <a:pt x="281" y="707"/>
                    <a:pt x="296" y="698"/>
                  </a:cubicBezTo>
                  <a:cubicBezTo>
                    <a:pt x="330" y="670"/>
                    <a:pt x="339" y="621"/>
                    <a:pt x="312" y="584"/>
                  </a:cubicBezTo>
                  <a:cubicBezTo>
                    <a:pt x="170" y="396"/>
                    <a:pt x="216" y="100"/>
                    <a:pt x="216" y="97"/>
                  </a:cubicBezTo>
                  <a:cubicBezTo>
                    <a:pt x="225" y="50"/>
                    <a:pt x="194" y="10"/>
                    <a:pt x="151" y="1"/>
                  </a:cubicBezTo>
                  <a:cubicBezTo>
                    <a:pt x="148" y="0"/>
                    <a:pt x="144" y="0"/>
                    <a:pt x="1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6" name="Google Shape;5276;p47"/>
            <p:cNvSpPr/>
            <p:nvPr/>
          </p:nvSpPr>
          <p:spPr>
            <a:xfrm>
              <a:off x="6738720" y="3825442"/>
              <a:ext cx="12843" cy="25977"/>
            </a:xfrm>
            <a:custGeom>
              <a:avLst/>
              <a:gdLst/>
              <a:ahLst/>
              <a:cxnLst/>
              <a:rect l="l" t="t" r="r" b="b"/>
              <a:pathLst>
                <a:path w="353" h="714" extrusionOk="0">
                  <a:moveTo>
                    <a:pt x="140" y="0"/>
                  </a:moveTo>
                  <a:cubicBezTo>
                    <a:pt x="101" y="0"/>
                    <a:pt x="65" y="27"/>
                    <a:pt x="59" y="69"/>
                  </a:cubicBezTo>
                  <a:cubicBezTo>
                    <a:pt x="56" y="81"/>
                    <a:pt x="1" y="436"/>
                    <a:pt x="186" y="680"/>
                  </a:cubicBezTo>
                  <a:cubicBezTo>
                    <a:pt x="201" y="701"/>
                    <a:pt x="223" y="714"/>
                    <a:pt x="250" y="714"/>
                  </a:cubicBezTo>
                  <a:cubicBezTo>
                    <a:pt x="315" y="714"/>
                    <a:pt x="352" y="636"/>
                    <a:pt x="312" y="584"/>
                  </a:cubicBezTo>
                  <a:cubicBezTo>
                    <a:pt x="170" y="393"/>
                    <a:pt x="220" y="97"/>
                    <a:pt x="220" y="94"/>
                  </a:cubicBezTo>
                  <a:cubicBezTo>
                    <a:pt x="226" y="50"/>
                    <a:pt x="195" y="7"/>
                    <a:pt x="152" y="1"/>
                  </a:cubicBezTo>
                  <a:cubicBezTo>
                    <a:pt x="148" y="1"/>
                    <a:pt x="144" y="0"/>
                    <a:pt x="1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7" name="Google Shape;5277;p47"/>
            <p:cNvSpPr/>
            <p:nvPr/>
          </p:nvSpPr>
          <p:spPr>
            <a:xfrm>
              <a:off x="6761058" y="3833410"/>
              <a:ext cx="11460" cy="26414"/>
            </a:xfrm>
            <a:custGeom>
              <a:avLst/>
              <a:gdLst/>
              <a:ahLst/>
              <a:cxnLst/>
              <a:rect l="l" t="t" r="r" b="b"/>
              <a:pathLst>
                <a:path w="315" h="726" extrusionOk="0">
                  <a:moveTo>
                    <a:pt x="211" y="0"/>
                  </a:moveTo>
                  <a:cubicBezTo>
                    <a:pt x="182" y="0"/>
                    <a:pt x="153" y="15"/>
                    <a:pt x="139" y="50"/>
                  </a:cubicBezTo>
                  <a:cubicBezTo>
                    <a:pt x="133" y="66"/>
                    <a:pt x="0" y="396"/>
                    <a:pt x="124" y="677"/>
                  </a:cubicBezTo>
                  <a:cubicBezTo>
                    <a:pt x="139" y="704"/>
                    <a:pt x="167" y="726"/>
                    <a:pt x="198" y="726"/>
                  </a:cubicBezTo>
                  <a:cubicBezTo>
                    <a:pt x="210" y="723"/>
                    <a:pt x="222" y="723"/>
                    <a:pt x="232" y="717"/>
                  </a:cubicBezTo>
                  <a:cubicBezTo>
                    <a:pt x="272" y="698"/>
                    <a:pt x="290" y="652"/>
                    <a:pt x="272" y="612"/>
                  </a:cubicBezTo>
                  <a:cubicBezTo>
                    <a:pt x="176" y="396"/>
                    <a:pt x="287" y="115"/>
                    <a:pt x="287" y="112"/>
                  </a:cubicBezTo>
                  <a:cubicBezTo>
                    <a:pt x="315" y="49"/>
                    <a:pt x="262" y="0"/>
                    <a:pt x="21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8" name="Google Shape;5278;p47"/>
            <p:cNvSpPr/>
            <p:nvPr/>
          </p:nvSpPr>
          <p:spPr>
            <a:xfrm>
              <a:off x="6779358" y="3832245"/>
              <a:ext cx="11460" cy="26341"/>
            </a:xfrm>
            <a:custGeom>
              <a:avLst/>
              <a:gdLst/>
              <a:ahLst/>
              <a:cxnLst/>
              <a:rect l="l" t="t" r="r" b="b"/>
              <a:pathLst>
                <a:path w="315" h="724" extrusionOk="0">
                  <a:moveTo>
                    <a:pt x="211" y="1"/>
                  </a:moveTo>
                  <a:cubicBezTo>
                    <a:pt x="182" y="1"/>
                    <a:pt x="153" y="16"/>
                    <a:pt x="139" y="52"/>
                  </a:cubicBezTo>
                  <a:cubicBezTo>
                    <a:pt x="133" y="67"/>
                    <a:pt x="0" y="397"/>
                    <a:pt x="123" y="678"/>
                  </a:cubicBezTo>
                  <a:cubicBezTo>
                    <a:pt x="139" y="705"/>
                    <a:pt x="167" y="724"/>
                    <a:pt x="197" y="724"/>
                  </a:cubicBezTo>
                  <a:cubicBezTo>
                    <a:pt x="210" y="724"/>
                    <a:pt x="222" y="721"/>
                    <a:pt x="231" y="718"/>
                  </a:cubicBezTo>
                  <a:cubicBezTo>
                    <a:pt x="272" y="699"/>
                    <a:pt x="290" y="650"/>
                    <a:pt x="272" y="610"/>
                  </a:cubicBezTo>
                  <a:cubicBezTo>
                    <a:pt x="176" y="394"/>
                    <a:pt x="287" y="116"/>
                    <a:pt x="287" y="113"/>
                  </a:cubicBezTo>
                  <a:cubicBezTo>
                    <a:pt x="315" y="48"/>
                    <a:pt x="263" y="1"/>
                    <a:pt x="2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9" name="Google Shape;5279;p47"/>
            <p:cNvSpPr/>
            <p:nvPr/>
          </p:nvSpPr>
          <p:spPr>
            <a:xfrm>
              <a:off x="6797622" y="3835447"/>
              <a:ext cx="13934" cy="25722"/>
            </a:xfrm>
            <a:custGeom>
              <a:avLst/>
              <a:gdLst/>
              <a:ahLst/>
              <a:cxnLst/>
              <a:rect l="l" t="t" r="r" b="b"/>
              <a:pathLst>
                <a:path w="383" h="707" extrusionOk="0">
                  <a:moveTo>
                    <a:pt x="273" y="1"/>
                  </a:moveTo>
                  <a:cubicBezTo>
                    <a:pt x="251" y="1"/>
                    <a:pt x="228" y="11"/>
                    <a:pt x="211" y="35"/>
                  </a:cubicBezTo>
                  <a:cubicBezTo>
                    <a:pt x="201" y="47"/>
                    <a:pt x="1" y="340"/>
                    <a:pt x="63" y="642"/>
                  </a:cubicBezTo>
                  <a:cubicBezTo>
                    <a:pt x="69" y="676"/>
                    <a:pt x="103" y="704"/>
                    <a:pt x="140" y="707"/>
                  </a:cubicBezTo>
                  <a:cubicBezTo>
                    <a:pt x="146" y="707"/>
                    <a:pt x="152" y="704"/>
                    <a:pt x="158" y="704"/>
                  </a:cubicBezTo>
                  <a:cubicBezTo>
                    <a:pt x="201" y="695"/>
                    <a:pt x="229" y="651"/>
                    <a:pt x="220" y="608"/>
                  </a:cubicBezTo>
                  <a:cubicBezTo>
                    <a:pt x="174" y="377"/>
                    <a:pt x="343" y="127"/>
                    <a:pt x="343" y="127"/>
                  </a:cubicBezTo>
                  <a:cubicBezTo>
                    <a:pt x="383" y="63"/>
                    <a:pt x="330" y="1"/>
                    <a:pt x="27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0" name="Google Shape;5280;p47"/>
            <p:cNvSpPr/>
            <p:nvPr/>
          </p:nvSpPr>
          <p:spPr>
            <a:xfrm>
              <a:off x="6771282" y="3860623"/>
              <a:ext cx="13862" cy="25795"/>
            </a:xfrm>
            <a:custGeom>
              <a:avLst/>
              <a:gdLst/>
              <a:ahLst/>
              <a:cxnLst/>
              <a:rect l="l" t="t" r="r" b="b"/>
              <a:pathLst>
                <a:path w="381" h="709" extrusionOk="0">
                  <a:moveTo>
                    <a:pt x="270" y="1"/>
                  </a:moveTo>
                  <a:cubicBezTo>
                    <a:pt x="247" y="1"/>
                    <a:pt x="224" y="11"/>
                    <a:pt x="207" y="37"/>
                  </a:cubicBezTo>
                  <a:cubicBezTo>
                    <a:pt x="197" y="49"/>
                    <a:pt x="0" y="345"/>
                    <a:pt x="65" y="644"/>
                  </a:cubicBezTo>
                  <a:cubicBezTo>
                    <a:pt x="71" y="681"/>
                    <a:pt x="105" y="709"/>
                    <a:pt x="142" y="709"/>
                  </a:cubicBezTo>
                  <a:cubicBezTo>
                    <a:pt x="148" y="709"/>
                    <a:pt x="154" y="709"/>
                    <a:pt x="164" y="706"/>
                  </a:cubicBezTo>
                  <a:cubicBezTo>
                    <a:pt x="207" y="697"/>
                    <a:pt x="234" y="653"/>
                    <a:pt x="225" y="610"/>
                  </a:cubicBezTo>
                  <a:cubicBezTo>
                    <a:pt x="173" y="379"/>
                    <a:pt x="339" y="129"/>
                    <a:pt x="339" y="126"/>
                  </a:cubicBezTo>
                  <a:cubicBezTo>
                    <a:pt x="381" y="63"/>
                    <a:pt x="326" y="1"/>
                    <a:pt x="2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1" name="Google Shape;5281;p47"/>
            <p:cNvSpPr/>
            <p:nvPr/>
          </p:nvSpPr>
          <p:spPr>
            <a:xfrm>
              <a:off x="6721657" y="3833337"/>
              <a:ext cx="12516" cy="26050"/>
            </a:xfrm>
            <a:custGeom>
              <a:avLst/>
              <a:gdLst/>
              <a:ahLst/>
              <a:cxnLst/>
              <a:rect l="l" t="t" r="r" b="b"/>
              <a:pathLst>
                <a:path w="344" h="716" extrusionOk="0">
                  <a:moveTo>
                    <a:pt x="140" y="0"/>
                  </a:moveTo>
                  <a:cubicBezTo>
                    <a:pt x="103" y="0"/>
                    <a:pt x="66" y="22"/>
                    <a:pt x="59" y="71"/>
                  </a:cubicBezTo>
                  <a:cubicBezTo>
                    <a:pt x="59" y="86"/>
                    <a:pt x="1" y="438"/>
                    <a:pt x="186" y="685"/>
                  </a:cubicBezTo>
                  <a:cubicBezTo>
                    <a:pt x="201" y="703"/>
                    <a:pt x="226" y="716"/>
                    <a:pt x="251" y="716"/>
                  </a:cubicBezTo>
                  <a:cubicBezTo>
                    <a:pt x="269" y="716"/>
                    <a:pt x="285" y="709"/>
                    <a:pt x="300" y="700"/>
                  </a:cubicBezTo>
                  <a:cubicBezTo>
                    <a:pt x="334" y="672"/>
                    <a:pt x="343" y="623"/>
                    <a:pt x="315" y="586"/>
                  </a:cubicBezTo>
                  <a:cubicBezTo>
                    <a:pt x="173" y="398"/>
                    <a:pt x="220" y="99"/>
                    <a:pt x="220" y="96"/>
                  </a:cubicBezTo>
                  <a:cubicBezTo>
                    <a:pt x="234" y="35"/>
                    <a:pt x="187" y="0"/>
                    <a:pt x="1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2" name="Google Shape;5282;p47"/>
            <p:cNvSpPr/>
            <p:nvPr/>
          </p:nvSpPr>
          <p:spPr>
            <a:xfrm>
              <a:off x="6910843" y="4254677"/>
              <a:ext cx="322676" cy="25941"/>
            </a:xfrm>
            <a:custGeom>
              <a:avLst/>
              <a:gdLst/>
              <a:ahLst/>
              <a:cxnLst/>
              <a:rect l="l" t="t" r="r" b="b"/>
              <a:pathLst>
                <a:path w="8869" h="713" extrusionOk="0">
                  <a:moveTo>
                    <a:pt x="8779" y="0"/>
                  </a:moveTo>
                  <a:cubicBezTo>
                    <a:pt x="8777" y="0"/>
                    <a:pt x="8775" y="0"/>
                    <a:pt x="8773" y="0"/>
                  </a:cubicBezTo>
                  <a:cubicBezTo>
                    <a:pt x="8719" y="9"/>
                    <a:pt x="4101" y="551"/>
                    <a:pt x="1202" y="551"/>
                  </a:cubicBezTo>
                  <a:cubicBezTo>
                    <a:pt x="791" y="551"/>
                    <a:pt x="414" y="540"/>
                    <a:pt x="90" y="516"/>
                  </a:cubicBezTo>
                  <a:cubicBezTo>
                    <a:pt x="89" y="515"/>
                    <a:pt x="87" y="515"/>
                    <a:pt x="85" y="515"/>
                  </a:cubicBezTo>
                  <a:cubicBezTo>
                    <a:pt x="44" y="515"/>
                    <a:pt x="10" y="548"/>
                    <a:pt x="4" y="593"/>
                  </a:cubicBezTo>
                  <a:cubicBezTo>
                    <a:pt x="1" y="636"/>
                    <a:pt x="35" y="676"/>
                    <a:pt x="81" y="679"/>
                  </a:cubicBezTo>
                  <a:cubicBezTo>
                    <a:pt x="405" y="704"/>
                    <a:pt x="784" y="713"/>
                    <a:pt x="1198" y="713"/>
                  </a:cubicBezTo>
                  <a:cubicBezTo>
                    <a:pt x="4109" y="713"/>
                    <a:pt x="8739" y="170"/>
                    <a:pt x="8791" y="161"/>
                  </a:cubicBezTo>
                  <a:cubicBezTo>
                    <a:pt x="8834" y="158"/>
                    <a:pt x="8868" y="118"/>
                    <a:pt x="8862" y="71"/>
                  </a:cubicBezTo>
                  <a:cubicBezTo>
                    <a:pt x="8856" y="30"/>
                    <a:pt x="8819" y="0"/>
                    <a:pt x="87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3" name="Google Shape;5283;p47"/>
            <p:cNvSpPr/>
            <p:nvPr/>
          </p:nvSpPr>
          <p:spPr>
            <a:xfrm>
              <a:off x="7677593" y="4011354"/>
              <a:ext cx="21575" cy="28015"/>
            </a:xfrm>
            <a:custGeom>
              <a:avLst/>
              <a:gdLst/>
              <a:ahLst/>
              <a:cxnLst/>
              <a:rect l="l" t="t" r="r" b="b"/>
              <a:pathLst>
                <a:path w="593" h="770" extrusionOk="0">
                  <a:moveTo>
                    <a:pt x="113" y="0"/>
                  </a:moveTo>
                  <a:cubicBezTo>
                    <a:pt x="25" y="0"/>
                    <a:pt x="0" y="130"/>
                    <a:pt x="90" y="156"/>
                  </a:cubicBezTo>
                  <a:cubicBezTo>
                    <a:pt x="103" y="162"/>
                    <a:pt x="408" y="245"/>
                    <a:pt x="340" y="680"/>
                  </a:cubicBezTo>
                  <a:cubicBezTo>
                    <a:pt x="334" y="723"/>
                    <a:pt x="365" y="764"/>
                    <a:pt x="408" y="770"/>
                  </a:cubicBezTo>
                  <a:lnTo>
                    <a:pt x="420" y="770"/>
                  </a:lnTo>
                  <a:cubicBezTo>
                    <a:pt x="460" y="770"/>
                    <a:pt x="494" y="742"/>
                    <a:pt x="500" y="705"/>
                  </a:cubicBezTo>
                  <a:cubicBezTo>
                    <a:pt x="593" y="125"/>
                    <a:pt x="133" y="2"/>
                    <a:pt x="130" y="2"/>
                  </a:cubicBezTo>
                  <a:cubicBezTo>
                    <a:pt x="124" y="1"/>
                    <a:pt x="118" y="0"/>
                    <a:pt x="1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4" name="Google Shape;5284;p47"/>
            <p:cNvSpPr/>
            <p:nvPr/>
          </p:nvSpPr>
          <p:spPr>
            <a:xfrm>
              <a:off x="7664350" y="3975336"/>
              <a:ext cx="21466" cy="28124"/>
            </a:xfrm>
            <a:custGeom>
              <a:avLst/>
              <a:gdLst/>
              <a:ahLst/>
              <a:cxnLst/>
              <a:rect l="l" t="t" r="r" b="b"/>
              <a:pathLst>
                <a:path w="590" h="773" extrusionOk="0">
                  <a:moveTo>
                    <a:pt x="110" y="0"/>
                  </a:moveTo>
                  <a:cubicBezTo>
                    <a:pt x="25" y="0"/>
                    <a:pt x="0" y="130"/>
                    <a:pt x="90" y="159"/>
                  </a:cubicBezTo>
                  <a:cubicBezTo>
                    <a:pt x="103" y="162"/>
                    <a:pt x="408" y="245"/>
                    <a:pt x="340" y="680"/>
                  </a:cubicBezTo>
                  <a:cubicBezTo>
                    <a:pt x="334" y="723"/>
                    <a:pt x="365" y="767"/>
                    <a:pt x="408" y="773"/>
                  </a:cubicBezTo>
                  <a:lnTo>
                    <a:pt x="420" y="773"/>
                  </a:lnTo>
                  <a:cubicBezTo>
                    <a:pt x="460" y="773"/>
                    <a:pt x="494" y="745"/>
                    <a:pt x="501" y="705"/>
                  </a:cubicBezTo>
                  <a:cubicBezTo>
                    <a:pt x="590" y="128"/>
                    <a:pt x="134" y="2"/>
                    <a:pt x="127" y="2"/>
                  </a:cubicBezTo>
                  <a:cubicBezTo>
                    <a:pt x="121" y="1"/>
                    <a:pt x="116" y="0"/>
                    <a:pt x="1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5" name="Google Shape;5285;p47"/>
            <p:cNvSpPr/>
            <p:nvPr/>
          </p:nvSpPr>
          <p:spPr>
            <a:xfrm>
              <a:off x="7635353" y="3960055"/>
              <a:ext cx="22084" cy="28269"/>
            </a:xfrm>
            <a:custGeom>
              <a:avLst/>
              <a:gdLst/>
              <a:ahLst/>
              <a:cxnLst/>
              <a:rect l="l" t="t" r="r" b="b"/>
              <a:pathLst>
                <a:path w="607" h="777" extrusionOk="0">
                  <a:moveTo>
                    <a:pt x="114" y="0"/>
                  </a:moveTo>
                  <a:cubicBezTo>
                    <a:pt x="26" y="0"/>
                    <a:pt x="1" y="146"/>
                    <a:pt x="107" y="163"/>
                  </a:cubicBezTo>
                  <a:cubicBezTo>
                    <a:pt x="119" y="166"/>
                    <a:pt x="425" y="249"/>
                    <a:pt x="357" y="684"/>
                  </a:cubicBezTo>
                  <a:cubicBezTo>
                    <a:pt x="351" y="727"/>
                    <a:pt x="381" y="770"/>
                    <a:pt x="425" y="776"/>
                  </a:cubicBezTo>
                  <a:lnTo>
                    <a:pt x="437" y="776"/>
                  </a:lnTo>
                  <a:cubicBezTo>
                    <a:pt x="477" y="776"/>
                    <a:pt x="508" y="749"/>
                    <a:pt x="517" y="709"/>
                  </a:cubicBezTo>
                  <a:cubicBezTo>
                    <a:pt x="607" y="132"/>
                    <a:pt x="150" y="5"/>
                    <a:pt x="144" y="5"/>
                  </a:cubicBezTo>
                  <a:cubicBezTo>
                    <a:pt x="133" y="2"/>
                    <a:pt x="124" y="0"/>
                    <a:pt x="11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6" name="Google Shape;5286;p47"/>
            <p:cNvSpPr/>
            <p:nvPr/>
          </p:nvSpPr>
          <p:spPr>
            <a:xfrm>
              <a:off x="7652890" y="3933678"/>
              <a:ext cx="21611" cy="28160"/>
            </a:xfrm>
            <a:custGeom>
              <a:avLst/>
              <a:gdLst/>
              <a:ahLst/>
              <a:cxnLst/>
              <a:rect l="l" t="t" r="r" b="b"/>
              <a:pathLst>
                <a:path w="594" h="774" extrusionOk="0">
                  <a:moveTo>
                    <a:pt x="114" y="1"/>
                  </a:moveTo>
                  <a:cubicBezTo>
                    <a:pt x="28" y="1"/>
                    <a:pt x="1" y="131"/>
                    <a:pt x="94" y="160"/>
                  </a:cubicBezTo>
                  <a:cubicBezTo>
                    <a:pt x="106" y="163"/>
                    <a:pt x="411" y="246"/>
                    <a:pt x="344" y="681"/>
                  </a:cubicBezTo>
                  <a:cubicBezTo>
                    <a:pt x="337" y="724"/>
                    <a:pt x="368" y="767"/>
                    <a:pt x="411" y="774"/>
                  </a:cubicBezTo>
                  <a:lnTo>
                    <a:pt x="424" y="774"/>
                  </a:lnTo>
                  <a:cubicBezTo>
                    <a:pt x="464" y="774"/>
                    <a:pt x="495" y="743"/>
                    <a:pt x="504" y="706"/>
                  </a:cubicBezTo>
                  <a:cubicBezTo>
                    <a:pt x="593" y="126"/>
                    <a:pt x="137" y="2"/>
                    <a:pt x="131" y="2"/>
                  </a:cubicBezTo>
                  <a:cubicBezTo>
                    <a:pt x="125" y="1"/>
                    <a:pt x="119" y="1"/>
                    <a:pt x="1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7" name="Google Shape;5287;p47"/>
            <p:cNvSpPr/>
            <p:nvPr/>
          </p:nvSpPr>
          <p:spPr>
            <a:xfrm>
              <a:off x="7629678" y="3930731"/>
              <a:ext cx="22157" cy="28306"/>
            </a:xfrm>
            <a:custGeom>
              <a:avLst/>
              <a:gdLst/>
              <a:ahLst/>
              <a:cxnLst/>
              <a:rect l="l" t="t" r="r" b="b"/>
              <a:pathLst>
                <a:path w="609" h="778" extrusionOk="0">
                  <a:moveTo>
                    <a:pt x="114" y="0"/>
                  </a:moveTo>
                  <a:cubicBezTo>
                    <a:pt x="25" y="0"/>
                    <a:pt x="0" y="147"/>
                    <a:pt x="106" y="164"/>
                  </a:cubicBezTo>
                  <a:cubicBezTo>
                    <a:pt x="121" y="167"/>
                    <a:pt x="426" y="250"/>
                    <a:pt x="359" y="685"/>
                  </a:cubicBezTo>
                  <a:cubicBezTo>
                    <a:pt x="352" y="728"/>
                    <a:pt x="380" y="768"/>
                    <a:pt x="426" y="777"/>
                  </a:cubicBezTo>
                  <a:lnTo>
                    <a:pt x="439" y="777"/>
                  </a:lnTo>
                  <a:cubicBezTo>
                    <a:pt x="476" y="774"/>
                    <a:pt x="510" y="747"/>
                    <a:pt x="516" y="710"/>
                  </a:cubicBezTo>
                  <a:cubicBezTo>
                    <a:pt x="608" y="130"/>
                    <a:pt x="149" y="6"/>
                    <a:pt x="146" y="6"/>
                  </a:cubicBezTo>
                  <a:cubicBezTo>
                    <a:pt x="134" y="2"/>
                    <a:pt x="124" y="0"/>
                    <a:pt x="11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8" name="Google Shape;5288;p47"/>
            <p:cNvSpPr/>
            <p:nvPr/>
          </p:nvSpPr>
          <p:spPr>
            <a:xfrm>
              <a:off x="7182653" y="3936116"/>
              <a:ext cx="23248" cy="29543"/>
            </a:xfrm>
            <a:custGeom>
              <a:avLst/>
              <a:gdLst/>
              <a:ahLst/>
              <a:cxnLst/>
              <a:rect l="l" t="t" r="r" b="b"/>
              <a:pathLst>
                <a:path w="639" h="812" extrusionOk="0">
                  <a:moveTo>
                    <a:pt x="524" y="1"/>
                  </a:moveTo>
                  <a:cubicBezTo>
                    <a:pt x="509" y="1"/>
                    <a:pt x="494" y="5"/>
                    <a:pt x="478" y="16"/>
                  </a:cubicBezTo>
                  <a:cubicBezTo>
                    <a:pt x="0" y="352"/>
                    <a:pt x="231" y="765"/>
                    <a:pt x="231" y="771"/>
                  </a:cubicBezTo>
                  <a:cubicBezTo>
                    <a:pt x="247" y="796"/>
                    <a:pt x="275" y="811"/>
                    <a:pt x="302" y="811"/>
                  </a:cubicBezTo>
                  <a:cubicBezTo>
                    <a:pt x="318" y="811"/>
                    <a:pt x="330" y="808"/>
                    <a:pt x="342" y="799"/>
                  </a:cubicBezTo>
                  <a:cubicBezTo>
                    <a:pt x="382" y="777"/>
                    <a:pt x="395" y="728"/>
                    <a:pt x="373" y="691"/>
                  </a:cubicBezTo>
                  <a:cubicBezTo>
                    <a:pt x="358" y="660"/>
                    <a:pt x="222" y="395"/>
                    <a:pt x="571" y="145"/>
                  </a:cubicBezTo>
                  <a:cubicBezTo>
                    <a:pt x="639" y="95"/>
                    <a:pt x="591" y="1"/>
                    <a:pt x="5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9" name="Google Shape;5289;p47"/>
            <p:cNvSpPr/>
            <p:nvPr/>
          </p:nvSpPr>
          <p:spPr>
            <a:xfrm>
              <a:off x="7183089" y="3902826"/>
              <a:ext cx="24413" cy="28269"/>
            </a:xfrm>
            <a:custGeom>
              <a:avLst/>
              <a:gdLst/>
              <a:ahLst/>
              <a:cxnLst/>
              <a:rect l="l" t="t" r="r" b="b"/>
              <a:pathLst>
                <a:path w="671" h="777" extrusionOk="0">
                  <a:moveTo>
                    <a:pt x="554" y="0"/>
                  </a:moveTo>
                  <a:cubicBezTo>
                    <a:pt x="543" y="0"/>
                    <a:pt x="531" y="3"/>
                    <a:pt x="519" y="8"/>
                  </a:cubicBezTo>
                  <a:cubicBezTo>
                    <a:pt x="0" y="280"/>
                    <a:pt x="170" y="721"/>
                    <a:pt x="173" y="724"/>
                  </a:cubicBezTo>
                  <a:cubicBezTo>
                    <a:pt x="185" y="755"/>
                    <a:pt x="216" y="776"/>
                    <a:pt x="247" y="776"/>
                  </a:cubicBezTo>
                  <a:cubicBezTo>
                    <a:pt x="259" y="776"/>
                    <a:pt x="269" y="773"/>
                    <a:pt x="278" y="770"/>
                  </a:cubicBezTo>
                  <a:cubicBezTo>
                    <a:pt x="321" y="752"/>
                    <a:pt x="340" y="705"/>
                    <a:pt x="324" y="665"/>
                  </a:cubicBezTo>
                  <a:cubicBezTo>
                    <a:pt x="318" y="650"/>
                    <a:pt x="204" y="357"/>
                    <a:pt x="593" y="153"/>
                  </a:cubicBezTo>
                  <a:cubicBezTo>
                    <a:pt x="670" y="108"/>
                    <a:pt x="627" y="0"/>
                    <a:pt x="5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0" name="Google Shape;5290;p47"/>
            <p:cNvSpPr/>
            <p:nvPr/>
          </p:nvSpPr>
          <p:spPr>
            <a:xfrm>
              <a:off x="7204846" y="3908175"/>
              <a:ext cx="24849" cy="28415"/>
            </a:xfrm>
            <a:custGeom>
              <a:avLst/>
              <a:gdLst/>
              <a:ahLst/>
              <a:cxnLst/>
              <a:rect l="l" t="t" r="r" b="b"/>
              <a:pathLst>
                <a:path w="683" h="781" extrusionOk="0">
                  <a:moveTo>
                    <a:pt x="562" y="0"/>
                  </a:moveTo>
                  <a:cubicBezTo>
                    <a:pt x="548" y="0"/>
                    <a:pt x="534" y="4"/>
                    <a:pt x="519" y="13"/>
                  </a:cubicBezTo>
                  <a:cubicBezTo>
                    <a:pt x="1" y="284"/>
                    <a:pt x="173" y="725"/>
                    <a:pt x="177" y="728"/>
                  </a:cubicBezTo>
                  <a:cubicBezTo>
                    <a:pt x="189" y="759"/>
                    <a:pt x="217" y="777"/>
                    <a:pt x="251" y="781"/>
                  </a:cubicBezTo>
                  <a:cubicBezTo>
                    <a:pt x="260" y="777"/>
                    <a:pt x="272" y="777"/>
                    <a:pt x="281" y="774"/>
                  </a:cubicBezTo>
                  <a:cubicBezTo>
                    <a:pt x="321" y="756"/>
                    <a:pt x="343" y="710"/>
                    <a:pt x="325" y="666"/>
                  </a:cubicBezTo>
                  <a:cubicBezTo>
                    <a:pt x="321" y="654"/>
                    <a:pt x="204" y="361"/>
                    <a:pt x="596" y="154"/>
                  </a:cubicBezTo>
                  <a:cubicBezTo>
                    <a:pt x="682" y="115"/>
                    <a:pt x="638" y="0"/>
                    <a:pt x="5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1" name="Google Shape;5291;p47"/>
            <p:cNvSpPr/>
            <p:nvPr/>
          </p:nvSpPr>
          <p:spPr>
            <a:xfrm>
              <a:off x="7557096" y="4425563"/>
              <a:ext cx="27505" cy="20120"/>
            </a:xfrm>
            <a:custGeom>
              <a:avLst/>
              <a:gdLst/>
              <a:ahLst/>
              <a:cxnLst/>
              <a:rect l="l" t="t" r="r" b="b"/>
              <a:pathLst>
                <a:path w="756" h="553" extrusionOk="0">
                  <a:moveTo>
                    <a:pt x="670" y="0"/>
                  </a:moveTo>
                  <a:cubicBezTo>
                    <a:pt x="630" y="0"/>
                    <a:pt x="598" y="29"/>
                    <a:pt x="592" y="72"/>
                  </a:cubicBezTo>
                  <a:cubicBezTo>
                    <a:pt x="589" y="84"/>
                    <a:pt x="549" y="389"/>
                    <a:pt x="127" y="389"/>
                  </a:cubicBezTo>
                  <a:lnTo>
                    <a:pt x="108" y="389"/>
                  </a:lnTo>
                  <a:cubicBezTo>
                    <a:pt x="0" y="389"/>
                    <a:pt x="0" y="553"/>
                    <a:pt x="108" y="553"/>
                  </a:cubicBezTo>
                  <a:lnTo>
                    <a:pt x="127" y="553"/>
                  </a:lnTo>
                  <a:cubicBezTo>
                    <a:pt x="694" y="553"/>
                    <a:pt x="753" y="93"/>
                    <a:pt x="753" y="90"/>
                  </a:cubicBezTo>
                  <a:cubicBezTo>
                    <a:pt x="756" y="44"/>
                    <a:pt x="725" y="4"/>
                    <a:pt x="682" y="1"/>
                  </a:cubicBezTo>
                  <a:cubicBezTo>
                    <a:pt x="678" y="0"/>
                    <a:pt x="674" y="0"/>
                    <a:pt x="6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2" name="Google Shape;5292;p47"/>
            <p:cNvSpPr/>
            <p:nvPr/>
          </p:nvSpPr>
          <p:spPr>
            <a:xfrm>
              <a:off x="7582891" y="4395729"/>
              <a:ext cx="27323" cy="20120"/>
            </a:xfrm>
            <a:custGeom>
              <a:avLst/>
              <a:gdLst/>
              <a:ahLst/>
              <a:cxnLst/>
              <a:rect l="l" t="t" r="r" b="b"/>
              <a:pathLst>
                <a:path w="751" h="553" extrusionOk="0">
                  <a:moveTo>
                    <a:pt x="670" y="0"/>
                  </a:moveTo>
                  <a:cubicBezTo>
                    <a:pt x="627" y="0"/>
                    <a:pt x="593" y="30"/>
                    <a:pt x="587" y="71"/>
                  </a:cubicBezTo>
                  <a:cubicBezTo>
                    <a:pt x="584" y="84"/>
                    <a:pt x="544" y="392"/>
                    <a:pt x="121" y="392"/>
                  </a:cubicBezTo>
                  <a:lnTo>
                    <a:pt x="102" y="392"/>
                  </a:lnTo>
                  <a:cubicBezTo>
                    <a:pt x="1" y="398"/>
                    <a:pt x="1" y="546"/>
                    <a:pt x="102" y="553"/>
                  </a:cubicBezTo>
                  <a:lnTo>
                    <a:pt x="121" y="553"/>
                  </a:lnTo>
                  <a:cubicBezTo>
                    <a:pt x="688" y="553"/>
                    <a:pt x="747" y="96"/>
                    <a:pt x="747" y="90"/>
                  </a:cubicBezTo>
                  <a:cubicBezTo>
                    <a:pt x="750" y="47"/>
                    <a:pt x="719" y="7"/>
                    <a:pt x="676" y="0"/>
                  </a:cubicBezTo>
                  <a:cubicBezTo>
                    <a:pt x="674" y="0"/>
                    <a:pt x="672" y="0"/>
                    <a:pt x="6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3" name="Google Shape;5293;p47"/>
            <p:cNvSpPr/>
            <p:nvPr/>
          </p:nvSpPr>
          <p:spPr>
            <a:xfrm>
              <a:off x="7602209" y="4409918"/>
              <a:ext cx="26632" cy="20192"/>
            </a:xfrm>
            <a:custGeom>
              <a:avLst/>
              <a:gdLst/>
              <a:ahLst/>
              <a:cxnLst/>
              <a:rect l="l" t="t" r="r" b="b"/>
              <a:pathLst>
                <a:path w="732" h="555" extrusionOk="0">
                  <a:moveTo>
                    <a:pt x="640" y="1"/>
                  </a:moveTo>
                  <a:cubicBezTo>
                    <a:pt x="602" y="1"/>
                    <a:pt x="567" y="32"/>
                    <a:pt x="565" y="70"/>
                  </a:cubicBezTo>
                  <a:cubicBezTo>
                    <a:pt x="562" y="103"/>
                    <a:pt x="514" y="391"/>
                    <a:pt x="109" y="391"/>
                  </a:cubicBezTo>
                  <a:cubicBezTo>
                    <a:pt x="101" y="391"/>
                    <a:pt x="92" y="391"/>
                    <a:pt x="83" y="391"/>
                  </a:cubicBezTo>
                  <a:cubicBezTo>
                    <a:pt x="40" y="394"/>
                    <a:pt x="3" y="428"/>
                    <a:pt x="0" y="471"/>
                  </a:cubicBezTo>
                  <a:cubicBezTo>
                    <a:pt x="0" y="514"/>
                    <a:pt x="34" y="551"/>
                    <a:pt x="77" y="554"/>
                  </a:cubicBezTo>
                  <a:lnTo>
                    <a:pt x="99" y="554"/>
                  </a:lnTo>
                  <a:cubicBezTo>
                    <a:pt x="663" y="554"/>
                    <a:pt x="722" y="95"/>
                    <a:pt x="725" y="92"/>
                  </a:cubicBezTo>
                  <a:cubicBezTo>
                    <a:pt x="731" y="45"/>
                    <a:pt x="700" y="5"/>
                    <a:pt x="654" y="2"/>
                  </a:cubicBezTo>
                  <a:cubicBezTo>
                    <a:pt x="649" y="1"/>
                    <a:pt x="644" y="1"/>
                    <a:pt x="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4" name="Google Shape;5294;p47"/>
            <p:cNvSpPr/>
            <p:nvPr/>
          </p:nvSpPr>
          <p:spPr>
            <a:xfrm>
              <a:off x="7535922" y="4410573"/>
              <a:ext cx="30379" cy="16627"/>
            </a:xfrm>
            <a:custGeom>
              <a:avLst/>
              <a:gdLst/>
              <a:ahLst/>
              <a:cxnLst/>
              <a:rect l="l" t="t" r="r" b="b"/>
              <a:pathLst>
                <a:path w="835" h="457" extrusionOk="0">
                  <a:moveTo>
                    <a:pt x="740" y="1"/>
                  </a:moveTo>
                  <a:cubicBezTo>
                    <a:pt x="710" y="1"/>
                    <a:pt x="680" y="16"/>
                    <a:pt x="666" y="52"/>
                  </a:cubicBezTo>
                  <a:cubicBezTo>
                    <a:pt x="663" y="63"/>
                    <a:pt x="588" y="294"/>
                    <a:pt x="283" y="294"/>
                  </a:cubicBezTo>
                  <a:cubicBezTo>
                    <a:pt x="238" y="294"/>
                    <a:pt x="188" y="289"/>
                    <a:pt x="132" y="277"/>
                  </a:cubicBezTo>
                  <a:cubicBezTo>
                    <a:pt x="125" y="275"/>
                    <a:pt x="117" y="275"/>
                    <a:pt x="111" y="275"/>
                  </a:cubicBezTo>
                  <a:cubicBezTo>
                    <a:pt x="23" y="275"/>
                    <a:pt x="1" y="414"/>
                    <a:pt x="101" y="434"/>
                  </a:cubicBezTo>
                  <a:cubicBezTo>
                    <a:pt x="160" y="447"/>
                    <a:pt x="221" y="453"/>
                    <a:pt x="286" y="456"/>
                  </a:cubicBezTo>
                  <a:cubicBezTo>
                    <a:pt x="706" y="456"/>
                    <a:pt x="820" y="104"/>
                    <a:pt x="820" y="98"/>
                  </a:cubicBezTo>
                  <a:cubicBezTo>
                    <a:pt x="835" y="40"/>
                    <a:pt x="787" y="1"/>
                    <a:pt x="7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5" name="Google Shape;5295;p47"/>
            <p:cNvSpPr/>
            <p:nvPr/>
          </p:nvSpPr>
          <p:spPr>
            <a:xfrm>
              <a:off x="7142560" y="4329805"/>
              <a:ext cx="32380" cy="11861"/>
            </a:xfrm>
            <a:custGeom>
              <a:avLst/>
              <a:gdLst/>
              <a:ahLst/>
              <a:cxnLst/>
              <a:rect l="l" t="t" r="r" b="b"/>
              <a:pathLst>
                <a:path w="890" h="326" extrusionOk="0">
                  <a:moveTo>
                    <a:pt x="414" y="1"/>
                  </a:moveTo>
                  <a:cubicBezTo>
                    <a:pt x="200" y="1"/>
                    <a:pt x="61" y="133"/>
                    <a:pt x="60" y="135"/>
                  </a:cubicBezTo>
                  <a:cubicBezTo>
                    <a:pt x="0" y="192"/>
                    <a:pt x="53" y="273"/>
                    <a:pt x="115" y="273"/>
                  </a:cubicBezTo>
                  <a:cubicBezTo>
                    <a:pt x="134" y="273"/>
                    <a:pt x="153" y="266"/>
                    <a:pt x="171" y="249"/>
                  </a:cubicBezTo>
                  <a:cubicBezTo>
                    <a:pt x="176" y="243"/>
                    <a:pt x="264" y="161"/>
                    <a:pt x="406" y="161"/>
                  </a:cubicBezTo>
                  <a:cubicBezTo>
                    <a:pt x="499" y="161"/>
                    <a:pt x="615" y="196"/>
                    <a:pt x="747" y="307"/>
                  </a:cubicBezTo>
                  <a:cubicBezTo>
                    <a:pt x="763" y="320"/>
                    <a:pt x="781" y="326"/>
                    <a:pt x="800" y="326"/>
                  </a:cubicBezTo>
                  <a:cubicBezTo>
                    <a:pt x="821" y="326"/>
                    <a:pt x="846" y="317"/>
                    <a:pt x="861" y="298"/>
                  </a:cubicBezTo>
                  <a:cubicBezTo>
                    <a:pt x="889" y="264"/>
                    <a:pt x="886" y="212"/>
                    <a:pt x="852" y="184"/>
                  </a:cubicBezTo>
                  <a:cubicBezTo>
                    <a:pt x="688" y="45"/>
                    <a:pt x="538" y="1"/>
                    <a:pt x="4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6" name="Google Shape;5296;p47"/>
            <p:cNvSpPr/>
            <p:nvPr/>
          </p:nvSpPr>
          <p:spPr>
            <a:xfrm>
              <a:off x="7110580" y="4342575"/>
              <a:ext cx="32853" cy="12552"/>
            </a:xfrm>
            <a:custGeom>
              <a:avLst/>
              <a:gdLst/>
              <a:ahLst/>
              <a:cxnLst/>
              <a:rect l="l" t="t" r="r" b="b"/>
              <a:pathLst>
                <a:path w="903" h="345" extrusionOk="0">
                  <a:moveTo>
                    <a:pt x="470" y="1"/>
                  </a:moveTo>
                  <a:cubicBezTo>
                    <a:pt x="184" y="1"/>
                    <a:pt x="38" y="217"/>
                    <a:pt x="38" y="222"/>
                  </a:cubicBezTo>
                  <a:cubicBezTo>
                    <a:pt x="1" y="274"/>
                    <a:pt x="41" y="345"/>
                    <a:pt x="103" y="345"/>
                  </a:cubicBezTo>
                  <a:cubicBezTo>
                    <a:pt x="130" y="345"/>
                    <a:pt x="155" y="333"/>
                    <a:pt x="171" y="311"/>
                  </a:cubicBezTo>
                  <a:cubicBezTo>
                    <a:pt x="184" y="289"/>
                    <a:pt x="277" y="162"/>
                    <a:pt x="466" y="162"/>
                  </a:cubicBezTo>
                  <a:cubicBezTo>
                    <a:pt x="542" y="162"/>
                    <a:pt x="635" y="183"/>
                    <a:pt x="744" y="240"/>
                  </a:cubicBezTo>
                  <a:cubicBezTo>
                    <a:pt x="759" y="248"/>
                    <a:pt x="772" y="251"/>
                    <a:pt x="785" y="251"/>
                  </a:cubicBezTo>
                  <a:cubicBezTo>
                    <a:pt x="859" y="251"/>
                    <a:pt x="903" y="140"/>
                    <a:pt x="821" y="98"/>
                  </a:cubicBezTo>
                  <a:cubicBezTo>
                    <a:pt x="687" y="27"/>
                    <a:pt x="570" y="1"/>
                    <a:pt x="4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7" name="Google Shape;5297;p47"/>
            <p:cNvSpPr/>
            <p:nvPr/>
          </p:nvSpPr>
          <p:spPr>
            <a:xfrm>
              <a:off x="7098246" y="4319873"/>
              <a:ext cx="32417" cy="12588"/>
            </a:xfrm>
            <a:custGeom>
              <a:avLst/>
              <a:gdLst/>
              <a:ahLst/>
              <a:cxnLst/>
              <a:rect l="l" t="t" r="r" b="b"/>
              <a:pathLst>
                <a:path w="891" h="346" extrusionOk="0">
                  <a:moveTo>
                    <a:pt x="459" y="0"/>
                  </a:moveTo>
                  <a:cubicBezTo>
                    <a:pt x="172" y="0"/>
                    <a:pt x="25" y="217"/>
                    <a:pt x="25" y="219"/>
                  </a:cubicBezTo>
                  <a:cubicBezTo>
                    <a:pt x="1" y="256"/>
                    <a:pt x="10" y="306"/>
                    <a:pt x="47" y="330"/>
                  </a:cubicBezTo>
                  <a:cubicBezTo>
                    <a:pt x="59" y="340"/>
                    <a:pt x="75" y="346"/>
                    <a:pt x="93" y="346"/>
                  </a:cubicBezTo>
                  <a:cubicBezTo>
                    <a:pt x="118" y="346"/>
                    <a:pt x="143" y="330"/>
                    <a:pt x="158" y="309"/>
                  </a:cubicBezTo>
                  <a:cubicBezTo>
                    <a:pt x="162" y="300"/>
                    <a:pt x="256" y="162"/>
                    <a:pt x="453" y="162"/>
                  </a:cubicBezTo>
                  <a:cubicBezTo>
                    <a:pt x="530" y="162"/>
                    <a:pt x="622" y="183"/>
                    <a:pt x="732" y="241"/>
                  </a:cubicBezTo>
                  <a:cubicBezTo>
                    <a:pt x="745" y="248"/>
                    <a:pt x="759" y="251"/>
                    <a:pt x="771" y="251"/>
                  </a:cubicBezTo>
                  <a:cubicBezTo>
                    <a:pt x="846" y="251"/>
                    <a:pt x="891" y="141"/>
                    <a:pt x="809" y="96"/>
                  </a:cubicBezTo>
                  <a:cubicBezTo>
                    <a:pt x="676" y="26"/>
                    <a:pt x="559" y="0"/>
                    <a:pt x="4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8" name="Google Shape;5298;p47"/>
            <p:cNvSpPr/>
            <p:nvPr/>
          </p:nvSpPr>
          <p:spPr>
            <a:xfrm>
              <a:off x="7072670" y="4336936"/>
              <a:ext cx="32380" cy="12479"/>
            </a:xfrm>
            <a:custGeom>
              <a:avLst/>
              <a:gdLst/>
              <a:ahLst/>
              <a:cxnLst/>
              <a:rect l="l" t="t" r="r" b="b"/>
              <a:pathLst>
                <a:path w="890" h="343" extrusionOk="0">
                  <a:moveTo>
                    <a:pt x="460" y="0"/>
                  </a:moveTo>
                  <a:cubicBezTo>
                    <a:pt x="173" y="0"/>
                    <a:pt x="27" y="217"/>
                    <a:pt x="25" y="219"/>
                  </a:cubicBezTo>
                  <a:cubicBezTo>
                    <a:pt x="0" y="256"/>
                    <a:pt x="10" y="306"/>
                    <a:pt x="47" y="330"/>
                  </a:cubicBezTo>
                  <a:cubicBezTo>
                    <a:pt x="59" y="340"/>
                    <a:pt x="74" y="343"/>
                    <a:pt x="93" y="343"/>
                  </a:cubicBezTo>
                  <a:cubicBezTo>
                    <a:pt x="118" y="343"/>
                    <a:pt x="142" y="330"/>
                    <a:pt x="158" y="309"/>
                  </a:cubicBezTo>
                  <a:cubicBezTo>
                    <a:pt x="171" y="289"/>
                    <a:pt x="264" y="161"/>
                    <a:pt x="455" y="161"/>
                  </a:cubicBezTo>
                  <a:cubicBezTo>
                    <a:pt x="531" y="161"/>
                    <a:pt x="623" y="181"/>
                    <a:pt x="731" y="238"/>
                  </a:cubicBezTo>
                  <a:cubicBezTo>
                    <a:pt x="746" y="246"/>
                    <a:pt x="760" y="249"/>
                    <a:pt x="773" y="249"/>
                  </a:cubicBezTo>
                  <a:cubicBezTo>
                    <a:pt x="846" y="249"/>
                    <a:pt x="890" y="140"/>
                    <a:pt x="809" y="96"/>
                  </a:cubicBezTo>
                  <a:cubicBezTo>
                    <a:pt x="675" y="26"/>
                    <a:pt x="559" y="0"/>
                    <a:pt x="4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9" name="Google Shape;5299;p47"/>
            <p:cNvSpPr/>
            <p:nvPr/>
          </p:nvSpPr>
          <p:spPr>
            <a:xfrm>
              <a:off x="7048549" y="4316999"/>
              <a:ext cx="32380" cy="12552"/>
            </a:xfrm>
            <a:custGeom>
              <a:avLst/>
              <a:gdLst/>
              <a:ahLst/>
              <a:cxnLst/>
              <a:rect l="l" t="t" r="r" b="b"/>
              <a:pathLst>
                <a:path w="890" h="345" extrusionOk="0">
                  <a:moveTo>
                    <a:pt x="459" y="1"/>
                  </a:moveTo>
                  <a:cubicBezTo>
                    <a:pt x="172" y="1"/>
                    <a:pt x="27" y="219"/>
                    <a:pt x="25" y="221"/>
                  </a:cubicBezTo>
                  <a:cubicBezTo>
                    <a:pt x="0" y="258"/>
                    <a:pt x="10" y="308"/>
                    <a:pt x="47" y="332"/>
                  </a:cubicBezTo>
                  <a:cubicBezTo>
                    <a:pt x="62" y="342"/>
                    <a:pt x="77" y="345"/>
                    <a:pt x="93" y="345"/>
                  </a:cubicBezTo>
                  <a:cubicBezTo>
                    <a:pt x="118" y="345"/>
                    <a:pt x="142" y="332"/>
                    <a:pt x="158" y="311"/>
                  </a:cubicBezTo>
                  <a:cubicBezTo>
                    <a:pt x="164" y="302"/>
                    <a:pt x="258" y="163"/>
                    <a:pt x="456" y="163"/>
                  </a:cubicBezTo>
                  <a:cubicBezTo>
                    <a:pt x="532" y="163"/>
                    <a:pt x="623" y="183"/>
                    <a:pt x="731" y="240"/>
                  </a:cubicBezTo>
                  <a:cubicBezTo>
                    <a:pt x="746" y="248"/>
                    <a:pt x="760" y="251"/>
                    <a:pt x="773" y="251"/>
                  </a:cubicBezTo>
                  <a:cubicBezTo>
                    <a:pt x="846" y="251"/>
                    <a:pt x="889" y="142"/>
                    <a:pt x="808" y="98"/>
                  </a:cubicBezTo>
                  <a:cubicBezTo>
                    <a:pt x="675" y="27"/>
                    <a:pt x="558" y="1"/>
                    <a:pt x="4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0" name="Google Shape;5300;p47"/>
            <p:cNvSpPr/>
            <p:nvPr/>
          </p:nvSpPr>
          <p:spPr>
            <a:xfrm>
              <a:off x="7031486" y="4336936"/>
              <a:ext cx="32744" cy="12479"/>
            </a:xfrm>
            <a:custGeom>
              <a:avLst/>
              <a:gdLst/>
              <a:ahLst/>
              <a:cxnLst/>
              <a:rect l="l" t="t" r="r" b="b"/>
              <a:pathLst>
                <a:path w="900" h="343" extrusionOk="0">
                  <a:moveTo>
                    <a:pt x="462" y="0"/>
                  </a:moveTo>
                  <a:cubicBezTo>
                    <a:pt x="174" y="0"/>
                    <a:pt x="27" y="217"/>
                    <a:pt x="25" y="219"/>
                  </a:cubicBezTo>
                  <a:cubicBezTo>
                    <a:pt x="0" y="256"/>
                    <a:pt x="10" y="306"/>
                    <a:pt x="50" y="330"/>
                  </a:cubicBezTo>
                  <a:cubicBezTo>
                    <a:pt x="62" y="340"/>
                    <a:pt x="78" y="343"/>
                    <a:pt x="93" y="343"/>
                  </a:cubicBezTo>
                  <a:cubicBezTo>
                    <a:pt x="121" y="343"/>
                    <a:pt x="145" y="330"/>
                    <a:pt x="161" y="309"/>
                  </a:cubicBezTo>
                  <a:cubicBezTo>
                    <a:pt x="174" y="289"/>
                    <a:pt x="267" y="161"/>
                    <a:pt x="458" y="161"/>
                  </a:cubicBezTo>
                  <a:cubicBezTo>
                    <a:pt x="534" y="161"/>
                    <a:pt x="626" y="181"/>
                    <a:pt x="735" y="238"/>
                  </a:cubicBezTo>
                  <a:cubicBezTo>
                    <a:pt x="750" y="248"/>
                    <a:pt x="766" y="252"/>
                    <a:pt x="780" y="252"/>
                  </a:cubicBezTo>
                  <a:cubicBezTo>
                    <a:pt x="855" y="252"/>
                    <a:pt x="900" y="135"/>
                    <a:pt x="812" y="96"/>
                  </a:cubicBezTo>
                  <a:cubicBezTo>
                    <a:pt x="678" y="26"/>
                    <a:pt x="562" y="0"/>
                    <a:pt x="4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1" name="Google Shape;5301;p47"/>
            <p:cNvSpPr/>
            <p:nvPr/>
          </p:nvSpPr>
          <p:spPr>
            <a:xfrm>
              <a:off x="7512455" y="4438624"/>
              <a:ext cx="32853" cy="13134"/>
            </a:xfrm>
            <a:custGeom>
              <a:avLst/>
              <a:gdLst/>
              <a:ahLst/>
              <a:cxnLst/>
              <a:rect l="l" t="t" r="r" b="b"/>
              <a:pathLst>
                <a:path w="903" h="361" extrusionOk="0">
                  <a:moveTo>
                    <a:pt x="790" y="0"/>
                  </a:moveTo>
                  <a:cubicBezTo>
                    <a:pt x="766" y="0"/>
                    <a:pt x="741" y="12"/>
                    <a:pt x="725" y="40"/>
                  </a:cubicBezTo>
                  <a:cubicBezTo>
                    <a:pt x="713" y="60"/>
                    <a:pt x="620" y="199"/>
                    <a:pt x="420" y="199"/>
                  </a:cubicBezTo>
                  <a:cubicBezTo>
                    <a:pt x="346" y="199"/>
                    <a:pt x="258" y="180"/>
                    <a:pt x="154" y="129"/>
                  </a:cubicBezTo>
                  <a:cubicBezTo>
                    <a:pt x="141" y="123"/>
                    <a:pt x="128" y="120"/>
                    <a:pt x="117" y="120"/>
                  </a:cubicBezTo>
                  <a:cubicBezTo>
                    <a:pt x="40" y="120"/>
                    <a:pt x="0" y="237"/>
                    <a:pt x="83" y="277"/>
                  </a:cubicBezTo>
                  <a:cubicBezTo>
                    <a:pt x="185" y="330"/>
                    <a:pt x="299" y="357"/>
                    <a:pt x="416" y="360"/>
                  </a:cubicBezTo>
                  <a:cubicBezTo>
                    <a:pt x="595" y="360"/>
                    <a:pt x="762" y="271"/>
                    <a:pt x="863" y="126"/>
                  </a:cubicBezTo>
                  <a:cubicBezTo>
                    <a:pt x="902" y="62"/>
                    <a:pt x="846" y="0"/>
                    <a:pt x="7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2" name="Google Shape;5302;p47"/>
            <p:cNvSpPr/>
            <p:nvPr/>
          </p:nvSpPr>
          <p:spPr>
            <a:xfrm>
              <a:off x="7203827" y="3874303"/>
              <a:ext cx="24849" cy="28415"/>
            </a:xfrm>
            <a:custGeom>
              <a:avLst/>
              <a:gdLst/>
              <a:ahLst/>
              <a:cxnLst/>
              <a:rect l="l" t="t" r="r" b="b"/>
              <a:pathLst>
                <a:path w="683" h="781" extrusionOk="0">
                  <a:moveTo>
                    <a:pt x="562" y="0"/>
                  </a:moveTo>
                  <a:cubicBezTo>
                    <a:pt x="549" y="0"/>
                    <a:pt x="534" y="4"/>
                    <a:pt x="519" y="12"/>
                  </a:cubicBezTo>
                  <a:cubicBezTo>
                    <a:pt x="1" y="284"/>
                    <a:pt x="174" y="725"/>
                    <a:pt x="177" y="728"/>
                  </a:cubicBezTo>
                  <a:cubicBezTo>
                    <a:pt x="186" y="759"/>
                    <a:pt x="217" y="780"/>
                    <a:pt x="251" y="780"/>
                  </a:cubicBezTo>
                  <a:cubicBezTo>
                    <a:pt x="260" y="780"/>
                    <a:pt x="272" y="777"/>
                    <a:pt x="282" y="774"/>
                  </a:cubicBezTo>
                  <a:cubicBezTo>
                    <a:pt x="322" y="755"/>
                    <a:pt x="343" y="709"/>
                    <a:pt x="325" y="666"/>
                  </a:cubicBezTo>
                  <a:cubicBezTo>
                    <a:pt x="319" y="654"/>
                    <a:pt x="205" y="361"/>
                    <a:pt x="596" y="157"/>
                  </a:cubicBezTo>
                  <a:cubicBezTo>
                    <a:pt x="683" y="115"/>
                    <a:pt x="638" y="0"/>
                    <a:pt x="5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3" name="Google Shape;5303;p47"/>
            <p:cNvSpPr/>
            <p:nvPr/>
          </p:nvSpPr>
          <p:spPr>
            <a:xfrm>
              <a:off x="7193058" y="3956781"/>
              <a:ext cx="19828" cy="31107"/>
            </a:xfrm>
            <a:custGeom>
              <a:avLst/>
              <a:gdLst/>
              <a:ahLst/>
              <a:cxnLst/>
              <a:rect l="l" t="t" r="r" b="b"/>
              <a:pathLst>
                <a:path w="545" h="855" extrusionOk="0">
                  <a:moveTo>
                    <a:pt x="429" y="1"/>
                  </a:moveTo>
                  <a:cubicBezTo>
                    <a:pt x="406" y="1"/>
                    <a:pt x="383" y="11"/>
                    <a:pt x="365" y="37"/>
                  </a:cubicBezTo>
                  <a:cubicBezTo>
                    <a:pt x="1" y="496"/>
                    <a:pt x="340" y="826"/>
                    <a:pt x="343" y="829"/>
                  </a:cubicBezTo>
                  <a:cubicBezTo>
                    <a:pt x="359" y="845"/>
                    <a:pt x="377" y="851"/>
                    <a:pt x="399" y="851"/>
                  </a:cubicBezTo>
                  <a:lnTo>
                    <a:pt x="399" y="854"/>
                  </a:lnTo>
                  <a:cubicBezTo>
                    <a:pt x="473" y="854"/>
                    <a:pt x="507" y="765"/>
                    <a:pt x="454" y="712"/>
                  </a:cubicBezTo>
                  <a:cubicBezTo>
                    <a:pt x="445" y="703"/>
                    <a:pt x="220" y="481"/>
                    <a:pt x="491" y="135"/>
                  </a:cubicBezTo>
                  <a:cubicBezTo>
                    <a:pt x="545" y="73"/>
                    <a:pt x="489" y="1"/>
                    <a:pt x="4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4" name="Google Shape;5304;p47"/>
            <p:cNvSpPr/>
            <p:nvPr/>
          </p:nvSpPr>
          <p:spPr>
            <a:xfrm>
              <a:off x="7674537" y="4042060"/>
              <a:ext cx="20847" cy="30416"/>
            </a:xfrm>
            <a:custGeom>
              <a:avLst/>
              <a:gdLst/>
              <a:ahLst/>
              <a:cxnLst/>
              <a:rect l="l" t="t" r="r" b="b"/>
              <a:pathLst>
                <a:path w="573" h="836" extrusionOk="0">
                  <a:moveTo>
                    <a:pt x="117" y="1"/>
                  </a:moveTo>
                  <a:cubicBezTo>
                    <a:pt x="44" y="1"/>
                    <a:pt x="0" y="110"/>
                    <a:pt x="79" y="154"/>
                  </a:cubicBezTo>
                  <a:cubicBezTo>
                    <a:pt x="106" y="169"/>
                    <a:pt x="359" y="330"/>
                    <a:pt x="187" y="721"/>
                  </a:cubicBezTo>
                  <a:cubicBezTo>
                    <a:pt x="162" y="777"/>
                    <a:pt x="202" y="836"/>
                    <a:pt x="261" y="836"/>
                  </a:cubicBezTo>
                  <a:cubicBezTo>
                    <a:pt x="295" y="836"/>
                    <a:pt x="322" y="817"/>
                    <a:pt x="335" y="786"/>
                  </a:cubicBezTo>
                  <a:cubicBezTo>
                    <a:pt x="572" y="253"/>
                    <a:pt x="162" y="15"/>
                    <a:pt x="159" y="12"/>
                  </a:cubicBezTo>
                  <a:cubicBezTo>
                    <a:pt x="144" y="4"/>
                    <a:pt x="130" y="1"/>
                    <a:pt x="1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5" name="Google Shape;5305;p47"/>
            <p:cNvSpPr/>
            <p:nvPr/>
          </p:nvSpPr>
          <p:spPr>
            <a:xfrm>
              <a:off x="7654345" y="4003568"/>
              <a:ext cx="22048" cy="28306"/>
            </a:xfrm>
            <a:custGeom>
              <a:avLst/>
              <a:gdLst/>
              <a:ahLst/>
              <a:cxnLst/>
              <a:rect l="l" t="t" r="r" b="b"/>
              <a:pathLst>
                <a:path w="606" h="778" extrusionOk="0">
                  <a:moveTo>
                    <a:pt x="114" y="1"/>
                  </a:moveTo>
                  <a:cubicBezTo>
                    <a:pt x="25" y="1"/>
                    <a:pt x="0" y="147"/>
                    <a:pt x="106" y="163"/>
                  </a:cubicBezTo>
                  <a:cubicBezTo>
                    <a:pt x="119" y="166"/>
                    <a:pt x="424" y="250"/>
                    <a:pt x="356" y="685"/>
                  </a:cubicBezTo>
                  <a:cubicBezTo>
                    <a:pt x="350" y="731"/>
                    <a:pt x="381" y="771"/>
                    <a:pt x="424" y="777"/>
                  </a:cubicBezTo>
                  <a:lnTo>
                    <a:pt x="436" y="777"/>
                  </a:lnTo>
                  <a:cubicBezTo>
                    <a:pt x="476" y="777"/>
                    <a:pt x="507" y="749"/>
                    <a:pt x="513" y="709"/>
                  </a:cubicBezTo>
                  <a:cubicBezTo>
                    <a:pt x="606" y="132"/>
                    <a:pt x="149" y="6"/>
                    <a:pt x="143" y="6"/>
                  </a:cubicBezTo>
                  <a:cubicBezTo>
                    <a:pt x="133" y="3"/>
                    <a:pt x="123" y="1"/>
                    <a:pt x="1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6" name="Google Shape;5306;p47"/>
            <p:cNvSpPr/>
            <p:nvPr/>
          </p:nvSpPr>
          <p:spPr>
            <a:xfrm>
              <a:off x="7317618" y="3634173"/>
              <a:ext cx="33035" cy="10842"/>
            </a:xfrm>
            <a:custGeom>
              <a:avLst/>
              <a:gdLst/>
              <a:ahLst/>
              <a:cxnLst/>
              <a:rect l="l" t="t" r="r" b="b"/>
              <a:pathLst>
                <a:path w="908" h="298" extrusionOk="0">
                  <a:moveTo>
                    <a:pt x="431" y="0"/>
                  </a:moveTo>
                  <a:cubicBezTo>
                    <a:pt x="195" y="0"/>
                    <a:pt x="52" y="157"/>
                    <a:pt x="50" y="159"/>
                  </a:cubicBezTo>
                  <a:cubicBezTo>
                    <a:pt x="1" y="220"/>
                    <a:pt x="53" y="291"/>
                    <a:pt x="113" y="291"/>
                  </a:cubicBezTo>
                  <a:cubicBezTo>
                    <a:pt x="132" y="291"/>
                    <a:pt x="152" y="284"/>
                    <a:pt x="170" y="267"/>
                  </a:cubicBezTo>
                  <a:cubicBezTo>
                    <a:pt x="184" y="253"/>
                    <a:pt x="274" y="161"/>
                    <a:pt x="427" y="161"/>
                  </a:cubicBezTo>
                  <a:cubicBezTo>
                    <a:pt x="514" y="161"/>
                    <a:pt x="621" y="191"/>
                    <a:pt x="747" y="283"/>
                  </a:cubicBezTo>
                  <a:cubicBezTo>
                    <a:pt x="762" y="295"/>
                    <a:pt x="778" y="298"/>
                    <a:pt x="796" y="298"/>
                  </a:cubicBezTo>
                  <a:cubicBezTo>
                    <a:pt x="873" y="298"/>
                    <a:pt x="907" y="199"/>
                    <a:pt x="845" y="153"/>
                  </a:cubicBezTo>
                  <a:cubicBezTo>
                    <a:pt x="688" y="39"/>
                    <a:pt x="548" y="0"/>
                    <a:pt x="4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7" name="Google Shape;5307;p47"/>
            <p:cNvSpPr/>
            <p:nvPr/>
          </p:nvSpPr>
          <p:spPr>
            <a:xfrm>
              <a:off x="7360221" y="3630390"/>
              <a:ext cx="32963" cy="10951"/>
            </a:xfrm>
            <a:custGeom>
              <a:avLst/>
              <a:gdLst/>
              <a:ahLst/>
              <a:cxnLst/>
              <a:rect l="l" t="t" r="r" b="b"/>
              <a:pathLst>
                <a:path w="906" h="301" extrusionOk="0">
                  <a:moveTo>
                    <a:pt x="433" y="0"/>
                  </a:moveTo>
                  <a:cubicBezTo>
                    <a:pt x="195" y="0"/>
                    <a:pt x="50" y="159"/>
                    <a:pt x="48" y="161"/>
                  </a:cubicBezTo>
                  <a:cubicBezTo>
                    <a:pt x="1" y="222"/>
                    <a:pt x="53" y="294"/>
                    <a:pt x="113" y="294"/>
                  </a:cubicBezTo>
                  <a:cubicBezTo>
                    <a:pt x="131" y="294"/>
                    <a:pt x="151" y="286"/>
                    <a:pt x="168" y="269"/>
                  </a:cubicBezTo>
                  <a:cubicBezTo>
                    <a:pt x="184" y="254"/>
                    <a:pt x="273" y="162"/>
                    <a:pt x="425" y="162"/>
                  </a:cubicBezTo>
                  <a:cubicBezTo>
                    <a:pt x="512" y="162"/>
                    <a:pt x="621" y="192"/>
                    <a:pt x="748" y="285"/>
                  </a:cubicBezTo>
                  <a:cubicBezTo>
                    <a:pt x="760" y="294"/>
                    <a:pt x="779" y="300"/>
                    <a:pt x="794" y="300"/>
                  </a:cubicBezTo>
                  <a:lnTo>
                    <a:pt x="797" y="300"/>
                  </a:lnTo>
                  <a:cubicBezTo>
                    <a:pt x="874" y="300"/>
                    <a:pt x="905" y="198"/>
                    <a:pt x="843" y="152"/>
                  </a:cubicBezTo>
                  <a:cubicBezTo>
                    <a:pt x="688" y="38"/>
                    <a:pt x="549" y="0"/>
                    <a:pt x="4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8" name="Google Shape;5308;p47"/>
            <p:cNvSpPr/>
            <p:nvPr/>
          </p:nvSpPr>
          <p:spPr>
            <a:xfrm>
              <a:off x="7375174" y="3650218"/>
              <a:ext cx="32926" cy="12079"/>
            </a:xfrm>
            <a:custGeom>
              <a:avLst/>
              <a:gdLst/>
              <a:ahLst/>
              <a:cxnLst/>
              <a:rect l="l" t="t" r="r" b="b"/>
              <a:pathLst>
                <a:path w="905" h="332" extrusionOk="0">
                  <a:moveTo>
                    <a:pt x="403" y="0"/>
                  </a:moveTo>
                  <a:cubicBezTo>
                    <a:pt x="196" y="0"/>
                    <a:pt x="60" y="123"/>
                    <a:pt x="56" y="125"/>
                  </a:cubicBezTo>
                  <a:cubicBezTo>
                    <a:pt x="1" y="183"/>
                    <a:pt x="53" y="264"/>
                    <a:pt x="115" y="264"/>
                  </a:cubicBezTo>
                  <a:cubicBezTo>
                    <a:pt x="132" y="264"/>
                    <a:pt x="150" y="257"/>
                    <a:pt x="167" y="242"/>
                  </a:cubicBezTo>
                  <a:cubicBezTo>
                    <a:pt x="173" y="239"/>
                    <a:pt x="259" y="160"/>
                    <a:pt x="398" y="160"/>
                  </a:cubicBezTo>
                  <a:cubicBezTo>
                    <a:pt x="492" y="160"/>
                    <a:pt x="610" y="196"/>
                    <a:pt x="744" y="313"/>
                  </a:cubicBezTo>
                  <a:cubicBezTo>
                    <a:pt x="756" y="326"/>
                    <a:pt x="775" y="332"/>
                    <a:pt x="796" y="332"/>
                  </a:cubicBezTo>
                  <a:cubicBezTo>
                    <a:pt x="870" y="332"/>
                    <a:pt x="904" y="242"/>
                    <a:pt x="849" y="193"/>
                  </a:cubicBezTo>
                  <a:cubicBezTo>
                    <a:pt x="683" y="46"/>
                    <a:pt x="530" y="0"/>
                    <a:pt x="4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9" name="Google Shape;5309;p47"/>
            <p:cNvSpPr/>
            <p:nvPr/>
          </p:nvSpPr>
          <p:spPr>
            <a:xfrm>
              <a:off x="7266283" y="3635192"/>
              <a:ext cx="33181" cy="10842"/>
            </a:xfrm>
            <a:custGeom>
              <a:avLst/>
              <a:gdLst/>
              <a:ahLst/>
              <a:cxnLst/>
              <a:rect l="l" t="t" r="r" b="b"/>
              <a:pathLst>
                <a:path w="912" h="298" extrusionOk="0">
                  <a:moveTo>
                    <a:pt x="436" y="0"/>
                  </a:moveTo>
                  <a:cubicBezTo>
                    <a:pt x="199" y="0"/>
                    <a:pt x="56" y="157"/>
                    <a:pt x="54" y="159"/>
                  </a:cubicBezTo>
                  <a:cubicBezTo>
                    <a:pt x="1" y="219"/>
                    <a:pt x="56" y="295"/>
                    <a:pt x="116" y="295"/>
                  </a:cubicBezTo>
                  <a:cubicBezTo>
                    <a:pt x="136" y="295"/>
                    <a:pt x="157" y="287"/>
                    <a:pt x="175" y="267"/>
                  </a:cubicBezTo>
                  <a:cubicBezTo>
                    <a:pt x="181" y="261"/>
                    <a:pt x="272" y="161"/>
                    <a:pt x="432" y="161"/>
                  </a:cubicBezTo>
                  <a:cubicBezTo>
                    <a:pt x="520" y="161"/>
                    <a:pt x="628" y="191"/>
                    <a:pt x="754" y="282"/>
                  </a:cubicBezTo>
                  <a:cubicBezTo>
                    <a:pt x="767" y="292"/>
                    <a:pt x="785" y="298"/>
                    <a:pt x="801" y="298"/>
                  </a:cubicBezTo>
                  <a:cubicBezTo>
                    <a:pt x="881" y="298"/>
                    <a:pt x="912" y="196"/>
                    <a:pt x="850" y="153"/>
                  </a:cubicBezTo>
                  <a:cubicBezTo>
                    <a:pt x="693" y="38"/>
                    <a:pt x="553" y="0"/>
                    <a:pt x="4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0" name="Google Shape;5310;p47"/>
            <p:cNvSpPr/>
            <p:nvPr/>
          </p:nvSpPr>
          <p:spPr>
            <a:xfrm>
              <a:off x="7294770" y="3654038"/>
              <a:ext cx="33217" cy="10951"/>
            </a:xfrm>
            <a:custGeom>
              <a:avLst/>
              <a:gdLst/>
              <a:ahLst/>
              <a:cxnLst/>
              <a:rect l="l" t="t" r="r" b="b"/>
              <a:pathLst>
                <a:path w="913" h="301" extrusionOk="0">
                  <a:moveTo>
                    <a:pt x="435" y="0"/>
                  </a:moveTo>
                  <a:cubicBezTo>
                    <a:pt x="198" y="0"/>
                    <a:pt x="54" y="157"/>
                    <a:pt x="52" y="159"/>
                  </a:cubicBezTo>
                  <a:cubicBezTo>
                    <a:pt x="0" y="222"/>
                    <a:pt x="55" y="297"/>
                    <a:pt x="115" y="297"/>
                  </a:cubicBezTo>
                  <a:cubicBezTo>
                    <a:pt x="134" y="297"/>
                    <a:pt x="154" y="289"/>
                    <a:pt x="172" y="270"/>
                  </a:cubicBezTo>
                  <a:cubicBezTo>
                    <a:pt x="188" y="254"/>
                    <a:pt x="277" y="163"/>
                    <a:pt x="429" y="163"/>
                  </a:cubicBezTo>
                  <a:cubicBezTo>
                    <a:pt x="516" y="163"/>
                    <a:pt x="624" y="193"/>
                    <a:pt x="752" y="286"/>
                  </a:cubicBezTo>
                  <a:cubicBezTo>
                    <a:pt x="764" y="295"/>
                    <a:pt x="783" y="301"/>
                    <a:pt x="798" y="301"/>
                  </a:cubicBezTo>
                  <a:lnTo>
                    <a:pt x="801" y="301"/>
                  </a:lnTo>
                  <a:cubicBezTo>
                    <a:pt x="878" y="301"/>
                    <a:pt x="912" y="199"/>
                    <a:pt x="847" y="153"/>
                  </a:cubicBezTo>
                  <a:cubicBezTo>
                    <a:pt x="691" y="39"/>
                    <a:pt x="552" y="0"/>
                    <a:pt x="4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1" name="Google Shape;5311;p47"/>
            <p:cNvSpPr/>
            <p:nvPr/>
          </p:nvSpPr>
          <p:spPr>
            <a:xfrm>
              <a:off x="7253950" y="3655930"/>
              <a:ext cx="33181" cy="10878"/>
            </a:xfrm>
            <a:custGeom>
              <a:avLst/>
              <a:gdLst/>
              <a:ahLst/>
              <a:cxnLst/>
              <a:rect l="l" t="t" r="r" b="b"/>
              <a:pathLst>
                <a:path w="912" h="299" extrusionOk="0">
                  <a:moveTo>
                    <a:pt x="437" y="1"/>
                  </a:moveTo>
                  <a:cubicBezTo>
                    <a:pt x="200" y="1"/>
                    <a:pt x="56" y="157"/>
                    <a:pt x="54" y="160"/>
                  </a:cubicBezTo>
                  <a:cubicBezTo>
                    <a:pt x="1" y="222"/>
                    <a:pt x="55" y="296"/>
                    <a:pt x="116" y="296"/>
                  </a:cubicBezTo>
                  <a:cubicBezTo>
                    <a:pt x="137" y="296"/>
                    <a:pt x="159" y="288"/>
                    <a:pt x="177" y="267"/>
                  </a:cubicBezTo>
                  <a:cubicBezTo>
                    <a:pt x="183" y="261"/>
                    <a:pt x="274" y="161"/>
                    <a:pt x="434" y="161"/>
                  </a:cubicBezTo>
                  <a:cubicBezTo>
                    <a:pt x="521" y="161"/>
                    <a:pt x="629" y="191"/>
                    <a:pt x="754" y="283"/>
                  </a:cubicBezTo>
                  <a:cubicBezTo>
                    <a:pt x="770" y="295"/>
                    <a:pt x="785" y="298"/>
                    <a:pt x="803" y="298"/>
                  </a:cubicBezTo>
                  <a:cubicBezTo>
                    <a:pt x="881" y="298"/>
                    <a:pt x="911" y="200"/>
                    <a:pt x="850" y="153"/>
                  </a:cubicBezTo>
                  <a:cubicBezTo>
                    <a:pt x="694" y="39"/>
                    <a:pt x="554" y="1"/>
                    <a:pt x="4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2" name="Google Shape;5312;p47"/>
            <p:cNvSpPr/>
            <p:nvPr/>
          </p:nvSpPr>
          <p:spPr>
            <a:xfrm>
              <a:off x="7340284" y="3658804"/>
              <a:ext cx="33035" cy="10915"/>
            </a:xfrm>
            <a:custGeom>
              <a:avLst/>
              <a:gdLst/>
              <a:ahLst/>
              <a:cxnLst/>
              <a:rect l="l" t="t" r="r" b="b"/>
              <a:pathLst>
                <a:path w="908" h="300" extrusionOk="0">
                  <a:moveTo>
                    <a:pt x="433" y="1"/>
                  </a:moveTo>
                  <a:cubicBezTo>
                    <a:pt x="196" y="1"/>
                    <a:pt x="52" y="159"/>
                    <a:pt x="50" y="161"/>
                  </a:cubicBezTo>
                  <a:cubicBezTo>
                    <a:pt x="1" y="222"/>
                    <a:pt x="54" y="293"/>
                    <a:pt x="114" y="293"/>
                  </a:cubicBezTo>
                  <a:cubicBezTo>
                    <a:pt x="133" y="293"/>
                    <a:pt x="153" y="286"/>
                    <a:pt x="170" y="269"/>
                  </a:cubicBezTo>
                  <a:cubicBezTo>
                    <a:pt x="176" y="261"/>
                    <a:pt x="267" y="160"/>
                    <a:pt x="426" y="160"/>
                  </a:cubicBezTo>
                  <a:cubicBezTo>
                    <a:pt x="514" y="160"/>
                    <a:pt x="623" y="191"/>
                    <a:pt x="750" y="284"/>
                  </a:cubicBezTo>
                  <a:cubicBezTo>
                    <a:pt x="762" y="293"/>
                    <a:pt x="781" y="299"/>
                    <a:pt x="796" y="299"/>
                  </a:cubicBezTo>
                  <a:cubicBezTo>
                    <a:pt x="873" y="299"/>
                    <a:pt x="907" y="198"/>
                    <a:pt x="845" y="151"/>
                  </a:cubicBezTo>
                  <a:cubicBezTo>
                    <a:pt x="689" y="39"/>
                    <a:pt x="550" y="1"/>
                    <a:pt x="43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a:extLst>
              <a:ext uri="{FF2B5EF4-FFF2-40B4-BE49-F238E27FC236}">
                <a16:creationId xmlns:a16="http://schemas.microsoft.com/office/drawing/2014/main" id="{C1C726CE-CFD6-24BA-27AA-55D74C79704D}"/>
              </a:ext>
            </a:extLst>
          </p:cNvPr>
          <p:cNvSpPr txBox="1"/>
          <p:nvPr/>
        </p:nvSpPr>
        <p:spPr>
          <a:xfrm>
            <a:off x="1096119" y="1760772"/>
            <a:ext cx="2637606" cy="461665"/>
          </a:xfrm>
          <a:prstGeom prst="rect">
            <a:avLst/>
          </a:prstGeom>
          <a:noFill/>
        </p:spPr>
        <p:txBody>
          <a:bodyPr wrap="square" rtlCol="0">
            <a:spAutoFit/>
          </a:bodyPr>
          <a:lstStyle/>
          <a:p>
            <a:r>
              <a:rPr lang="en-US" sz="2400" dirty="0">
                <a:solidFill>
                  <a:schemeClr val="tx1">
                    <a:lumMod val="75000"/>
                  </a:schemeClr>
                </a:solidFill>
                <a:latin typeface="Fredoka One" panose="02000000000000000000" pitchFamily="2" charset="0"/>
              </a:rPr>
              <a:t>Improvements:</a:t>
            </a:r>
          </a:p>
        </p:txBody>
      </p:sp>
      <p:sp>
        <p:nvSpPr>
          <p:cNvPr id="3" name="TextBox 2">
            <a:extLst>
              <a:ext uri="{FF2B5EF4-FFF2-40B4-BE49-F238E27FC236}">
                <a16:creationId xmlns:a16="http://schemas.microsoft.com/office/drawing/2014/main" id="{1FE67FBA-11B9-8BBE-4FA0-7BEE963A81A0}"/>
              </a:ext>
            </a:extLst>
          </p:cNvPr>
          <p:cNvSpPr txBox="1"/>
          <p:nvPr/>
        </p:nvSpPr>
        <p:spPr>
          <a:xfrm>
            <a:off x="805368" y="2255816"/>
            <a:ext cx="7881517" cy="1384995"/>
          </a:xfrm>
          <a:prstGeom prst="rect">
            <a:avLst/>
          </a:prstGeom>
          <a:noFill/>
        </p:spPr>
        <p:txBody>
          <a:bodyPr wrap="square" rtlCol="0">
            <a:spAutoFit/>
          </a:bodyPr>
          <a:lstStyle/>
          <a:p>
            <a:pPr marL="285750" indent="-285750" rtl="0">
              <a:spcBef>
                <a:spcPts val="0"/>
              </a:spcBef>
              <a:spcAft>
                <a:spcPts val="0"/>
              </a:spcAft>
              <a:buFont typeface="Arial" panose="020B0604020202020204" pitchFamily="34" charset="0"/>
              <a:buChar char="•"/>
            </a:pPr>
            <a:r>
              <a:rPr lang="en-US" b="0" i="0" u="none" strike="noStrike" dirty="0">
                <a:solidFill>
                  <a:srgbClr val="000000"/>
                </a:solidFill>
                <a:effectLst/>
                <a:latin typeface="Source Sans Pro" panose="020B0503030403020204" pitchFamily="34" charset="0"/>
                <a:ea typeface="Source Sans Pro" panose="020B0503030403020204" pitchFamily="34" charset="0"/>
              </a:rPr>
              <a:t>we can bring to this project can be the addition of a timer that activates the door of the pet feeder only after a period of time. In this way, we no longer risk fattening the pet.</a:t>
            </a:r>
          </a:p>
          <a:p>
            <a:pPr marL="285750" indent="-285750" rtl="0">
              <a:spcBef>
                <a:spcPts val="0"/>
              </a:spcBef>
              <a:spcAft>
                <a:spcPts val="0"/>
              </a:spcAft>
              <a:buFont typeface="Arial" panose="020B0604020202020204" pitchFamily="34" charset="0"/>
              <a:buChar char="•"/>
            </a:pPr>
            <a:r>
              <a:rPr lang="en-US" b="0" i="0" u="none" strike="noStrike" dirty="0">
                <a:solidFill>
                  <a:srgbClr val="000000"/>
                </a:solidFill>
                <a:effectLst/>
                <a:latin typeface="Source Sans Pro" panose="020B0503030403020204" pitchFamily="34" charset="0"/>
                <a:ea typeface="Source Sans Pro" panose="020B0503030403020204" pitchFamily="34" charset="0"/>
              </a:rPr>
              <a:t>we can add a 7 segment display to show the quantity of the food delivered in the bowl.</a:t>
            </a:r>
          </a:p>
          <a:p>
            <a:pPr marL="285750" indent="-285750" rtl="0">
              <a:spcBef>
                <a:spcPts val="0"/>
              </a:spcBef>
              <a:spcAft>
                <a:spcPts val="0"/>
              </a:spcAft>
              <a:buFont typeface="Arial" panose="020B0604020202020204" pitchFamily="34" charset="0"/>
              <a:buChar char="•"/>
            </a:pPr>
            <a:endParaRPr lang="en-US" b="0" dirty="0">
              <a:effectLst/>
            </a:endParaRPr>
          </a:p>
          <a:p>
            <a:br>
              <a:rPr lang="en-US" dirty="0"/>
            </a:b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89"/>
        <p:cNvGrpSpPr/>
        <p:nvPr/>
      </p:nvGrpSpPr>
      <p:grpSpPr>
        <a:xfrm>
          <a:off x="0" y="0"/>
          <a:ext cx="0" cy="0"/>
          <a:chOff x="0" y="0"/>
          <a:chExt cx="0" cy="0"/>
        </a:xfrm>
      </p:grpSpPr>
      <p:sp>
        <p:nvSpPr>
          <p:cNvPr id="2891" name="Google Shape;2891;p30"/>
          <p:cNvSpPr txBox="1">
            <a:spLocks noGrp="1"/>
          </p:cNvSpPr>
          <p:nvPr>
            <p:ph type="title" idx="2"/>
          </p:nvPr>
        </p:nvSpPr>
        <p:spPr>
          <a:xfrm>
            <a:off x="1115739" y="2020677"/>
            <a:ext cx="3410700" cy="84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Thank You!</a:t>
            </a:r>
            <a:endParaRPr dirty="0"/>
          </a:p>
        </p:txBody>
      </p:sp>
      <p:grpSp>
        <p:nvGrpSpPr>
          <p:cNvPr id="2894" name="Google Shape;2894;p30"/>
          <p:cNvGrpSpPr/>
          <p:nvPr/>
        </p:nvGrpSpPr>
        <p:grpSpPr>
          <a:xfrm>
            <a:off x="5038002" y="1357957"/>
            <a:ext cx="3140056" cy="2329340"/>
            <a:chOff x="5110564" y="1519722"/>
            <a:chExt cx="2843996" cy="2109718"/>
          </a:xfrm>
        </p:grpSpPr>
        <p:sp>
          <p:nvSpPr>
            <p:cNvPr id="2895" name="Google Shape;2895;p30"/>
            <p:cNvSpPr/>
            <p:nvPr/>
          </p:nvSpPr>
          <p:spPr>
            <a:xfrm>
              <a:off x="5110564" y="1519722"/>
              <a:ext cx="2576567" cy="2109513"/>
            </a:xfrm>
            <a:custGeom>
              <a:avLst/>
              <a:gdLst/>
              <a:ahLst/>
              <a:cxnLst/>
              <a:rect l="l" t="t" r="r" b="b"/>
              <a:pathLst>
                <a:path w="38153" h="31237" extrusionOk="0">
                  <a:moveTo>
                    <a:pt x="17589" y="1"/>
                  </a:moveTo>
                  <a:cubicBezTo>
                    <a:pt x="17584" y="1"/>
                    <a:pt x="17580" y="1"/>
                    <a:pt x="17577" y="2"/>
                  </a:cubicBezTo>
                  <a:cubicBezTo>
                    <a:pt x="17287" y="76"/>
                    <a:pt x="16833" y="3537"/>
                    <a:pt x="16833" y="3537"/>
                  </a:cubicBezTo>
                  <a:lnTo>
                    <a:pt x="15334" y="4073"/>
                  </a:lnTo>
                  <a:cubicBezTo>
                    <a:pt x="15334" y="4073"/>
                    <a:pt x="15334" y="4083"/>
                    <a:pt x="15338" y="4098"/>
                  </a:cubicBezTo>
                  <a:cubicBezTo>
                    <a:pt x="14616" y="4329"/>
                    <a:pt x="13786" y="4579"/>
                    <a:pt x="13040" y="4801"/>
                  </a:cubicBezTo>
                  <a:lnTo>
                    <a:pt x="10924" y="5338"/>
                  </a:lnTo>
                  <a:cubicBezTo>
                    <a:pt x="10924" y="5338"/>
                    <a:pt x="7824" y="4120"/>
                    <a:pt x="7173" y="3904"/>
                  </a:cubicBezTo>
                  <a:cubicBezTo>
                    <a:pt x="7160" y="3899"/>
                    <a:pt x="7147" y="3897"/>
                    <a:pt x="7135" y="3897"/>
                  </a:cubicBezTo>
                  <a:cubicBezTo>
                    <a:pt x="6549" y="3897"/>
                    <a:pt x="7173" y="8888"/>
                    <a:pt x="7173" y="8888"/>
                  </a:cubicBezTo>
                  <a:cubicBezTo>
                    <a:pt x="7173" y="8888"/>
                    <a:pt x="6378" y="12863"/>
                    <a:pt x="6594" y="13511"/>
                  </a:cubicBezTo>
                  <a:cubicBezTo>
                    <a:pt x="6652" y="13684"/>
                    <a:pt x="6964" y="13928"/>
                    <a:pt x="7389" y="14196"/>
                  </a:cubicBezTo>
                  <a:cubicBezTo>
                    <a:pt x="5230" y="14618"/>
                    <a:pt x="3300" y="15559"/>
                    <a:pt x="2892" y="16389"/>
                  </a:cubicBezTo>
                  <a:cubicBezTo>
                    <a:pt x="2821" y="16426"/>
                    <a:pt x="2754" y="16466"/>
                    <a:pt x="2686" y="16506"/>
                  </a:cubicBezTo>
                  <a:cubicBezTo>
                    <a:pt x="2612" y="16549"/>
                    <a:pt x="2646" y="16663"/>
                    <a:pt x="2732" y="16663"/>
                  </a:cubicBezTo>
                  <a:cubicBezTo>
                    <a:pt x="2747" y="16663"/>
                    <a:pt x="2763" y="16660"/>
                    <a:pt x="2775" y="16651"/>
                  </a:cubicBezTo>
                  <a:cubicBezTo>
                    <a:pt x="2791" y="16642"/>
                    <a:pt x="2803" y="16636"/>
                    <a:pt x="2818" y="16626"/>
                  </a:cubicBezTo>
                  <a:lnTo>
                    <a:pt x="2818" y="16626"/>
                  </a:lnTo>
                  <a:cubicBezTo>
                    <a:pt x="2803" y="16731"/>
                    <a:pt x="2821" y="16839"/>
                    <a:pt x="2868" y="16935"/>
                  </a:cubicBezTo>
                  <a:cubicBezTo>
                    <a:pt x="2785" y="16981"/>
                    <a:pt x="2831" y="17096"/>
                    <a:pt x="2908" y="17096"/>
                  </a:cubicBezTo>
                  <a:cubicBezTo>
                    <a:pt x="2922" y="17096"/>
                    <a:pt x="2938" y="17092"/>
                    <a:pt x="2954" y="17083"/>
                  </a:cubicBezTo>
                  <a:lnTo>
                    <a:pt x="2963" y="17080"/>
                  </a:lnTo>
                  <a:cubicBezTo>
                    <a:pt x="3576" y="17787"/>
                    <a:pt x="5987" y="17931"/>
                    <a:pt x="7851" y="17931"/>
                  </a:cubicBezTo>
                  <a:cubicBezTo>
                    <a:pt x="9131" y="17931"/>
                    <a:pt x="10153" y="17863"/>
                    <a:pt x="10153" y="17863"/>
                  </a:cubicBezTo>
                  <a:lnTo>
                    <a:pt x="10366" y="19140"/>
                  </a:lnTo>
                  <a:cubicBezTo>
                    <a:pt x="9670" y="18986"/>
                    <a:pt x="8972" y="18918"/>
                    <a:pt x="8292" y="18918"/>
                  </a:cubicBezTo>
                  <a:cubicBezTo>
                    <a:pt x="3715" y="18918"/>
                    <a:pt x="0" y="21970"/>
                    <a:pt x="3957" y="21970"/>
                  </a:cubicBezTo>
                  <a:cubicBezTo>
                    <a:pt x="4270" y="21970"/>
                    <a:pt x="4631" y="21951"/>
                    <a:pt x="5042" y="21910"/>
                  </a:cubicBezTo>
                  <a:cubicBezTo>
                    <a:pt x="5523" y="21862"/>
                    <a:pt x="6078" y="21839"/>
                    <a:pt x="6693" y="21839"/>
                  </a:cubicBezTo>
                  <a:cubicBezTo>
                    <a:pt x="14252" y="21839"/>
                    <a:pt x="30860" y="25258"/>
                    <a:pt x="30364" y="26949"/>
                  </a:cubicBezTo>
                  <a:cubicBezTo>
                    <a:pt x="30296" y="27168"/>
                    <a:pt x="30185" y="27375"/>
                    <a:pt x="30037" y="27551"/>
                  </a:cubicBezTo>
                  <a:lnTo>
                    <a:pt x="30037" y="27529"/>
                  </a:lnTo>
                  <a:cubicBezTo>
                    <a:pt x="28512" y="28747"/>
                    <a:pt x="25190" y="28772"/>
                    <a:pt x="24914" y="28772"/>
                  </a:cubicBezTo>
                  <a:cubicBezTo>
                    <a:pt x="24902" y="28772"/>
                    <a:pt x="24896" y="28772"/>
                    <a:pt x="24896" y="28772"/>
                  </a:cubicBezTo>
                  <a:lnTo>
                    <a:pt x="24896" y="28778"/>
                  </a:lnTo>
                  <a:cubicBezTo>
                    <a:pt x="22820" y="28606"/>
                    <a:pt x="20229" y="27955"/>
                    <a:pt x="17237" y="26626"/>
                  </a:cubicBezTo>
                  <a:cubicBezTo>
                    <a:pt x="17287" y="26592"/>
                    <a:pt x="17311" y="26573"/>
                    <a:pt x="17311" y="26573"/>
                  </a:cubicBezTo>
                  <a:cubicBezTo>
                    <a:pt x="16775" y="26425"/>
                    <a:pt x="13240" y="24399"/>
                    <a:pt x="12670" y="24072"/>
                  </a:cubicBezTo>
                  <a:cubicBezTo>
                    <a:pt x="11935" y="23508"/>
                    <a:pt x="10784" y="23313"/>
                    <a:pt x="9582" y="23313"/>
                  </a:cubicBezTo>
                  <a:cubicBezTo>
                    <a:pt x="9119" y="23313"/>
                    <a:pt x="8648" y="23342"/>
                    <a:pt x="8191" y="23390"/>
                  </a:cubicBezTo>
                  <a:cubicBezTo>
                    <a:pt x="6177" y="23603"/>
                    <a:pt x="5064" y="24504"/>
                    <a:pt x="5486" y="25299"/>
                  </a:cubicBezTo>
                  <a:cubicBezTo>
                    <a:pt x="5623" y="25556"/>
                    <a:pt x="6107" y="25586"/>
                    <a:pt x="6805" y="25586"/>
                  </a:cubicBezTo>
                  <a:cubicBezTo>
                    <a:pt x="7023" y="25586"/>
                    <a:pt x="7263" y="25583"/>
                    <a:pt x="7520" y="25583"/>
                  </a:cubicBezTo>
                  <a:cubicBezTo>
                    <a:pt x="8985" y="25583"/>
                    <a:pt x="11000" y="25681"/>
                    <a:pt x="12805" y="26996"/>
                  </a:cubicBezTo>
                  <a:cubicBezTo>
                    <a:pt x="12805" y="26996"/>
                    <a:pt x="12827" y="26977"/>
                    <a:pt x="12864" y="26943"/>
                  </a:cubicBezTo>
                  <a:cubicBezTo>
                    <a:pt x="14209" y="27841"/>
                    <a:pt x="15751" y="28926"/>
                    <a:pt x="17975" y="29765"/>
                  </a:cubicBezTo>
                  <a:cubicBezTo>
                    <a:pt x="20661" y="31051"/>
                    <a:pt x="25636" y="31237"/>
                    <a:pt x="25636" y="31237"/>
                  </a:cubicBezTo>
                  <a:cubicBezTo>
                    <a:pt x="25617" y="31190"/>
                    <a:pt x="25596" y="31147"/>
                    <a:pt x="25577" y="31104"/>
                  </a:cubicBezTo>
                  <a:lnTo>
                    <a:pt x="25577" y="31104"/>
                  </a:lnTo>
                  <a:cubicBezTo>
                    <a:pt x="25811" y="31109"/>
                    <a:pt x="26050" y="31111"/>
                    <a:pt x="26292" y="31111"/>
                  </a:cubicBezTo>
                  <a:cubicBezTo>
                    <a:pt x="26855" y="31111"/>
                    <a:pt x="27441" y="31098"/>
                    <a:pt x="28051" y="31070"/>
                  </a:cubicBezTo>
                  <a:cubicBezTo>
                    <a:pt x="28856" y="31039"/>
                    <a:pt x="29658" y="30931"/>
                    <a:pt x="30444" y="30749"/>
                  </a:cubicBezTo>
                  <a:lnTo>
                    <a:pt x="30444" y="30749"/>
                  </a:lnTo>
                  <a:cubicBezTo>
                    <a:pt x="30389" y="30820"/>
                    <a:pt x="30355" y="30866"/>
                    <a:pt x="30355" y="30866"/>
                  </a:cubicBezTo>
                  <a:cubicBezTo>
                    <a:pt x="30355" y="30866"/>
                    <a:pt x="33643" y="30339"/>
                    <a:pt x="35231" y="27739"/>
                  </a:cubicBezTo>
                  <a:cubicBezTo>
                    <a:pt x="35231" y="27739"/>
                    <a:pt x="35219" y="27727"/>
                    <a:pt x="35188" y="27708"/>
                  </a:cubicBezTo>
                  <a:cubicBezTo>
                    <a:pt x="35450" y="27338"/>
                    <a:pt x="35678" y="26943"/>
                    <a:pt x="35870" y="26533"/>
                  </a:cubicBezTo>
                  <a:cubicBezTo>
                    <a:pt x="36308" y="25873"/>
                    <a:pt x="38152" y="22708"/>
                    <a:pt x="36696" y="18461"/>
                  </a:cubicBezTo>
                  <a:cubicBezTo>
                    <a:pt x="36064" y="15852"/>
                    <a:pt x="34281" y="9224"/>
                    <a:pt x="32313" y="8530"/>
                  </a:cubicBezTo>
                  <a:cubicBezTo>
                    <a:pt x="30468" y="7878"/>
                    <a:pt x="27624" y="7796"/>
                    <a:pt x="26326" y="7796"/>
                  </a:cubicBezTo>
                  <a:cubicBezTo>
                    <a:pt x="26059" y="7796"/>
                    <a:pt x="25858" y="7800"/>
                    <a:pt x="25744" y="7802"/>
                  </a:cubicBezTo>
                  <a:lnTo>
                    <a:pt x="26166" y="6852"/>
                  </a:lnTo>
                  <a:lnTo>
                    <a:pt x="20538" y="2750"/>
                  </a:lnTo>
                  <a:cubicBezTo>
                    <a:pt x="20538" y="2750"/>
                    <a:pt x="17930" y="1"/>
                    <a:pt x="17589" y="1"/>
                  </a:cubicBezTo>
                  <a:close/>
                </a:path>
              </a:pathLst>
            </a:custGeom>
            <a:solidFill>
              <a:srgbClr val="261D2A"/>
            </a:solidFill>
            <a:ln w="76200" cap="flat" cmpd="sng">
              <a:solidFill>
                <a:srgbClr val="FFFFF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6" name="Google Shape;2896;p30"/>
            <p:cNvSpPr/>
            <p:nvPr/>
          </p:nvSpPr>
          <p:spPr>
            <a:xfrm>
              <a:off x="5110564" y="2051339"/>
              <a:ext cx="2843996" cy="1569523"/>
            </a:xfrm>
            <a:custGeom>
              <a:avLst/>
              <a:gdLst/>
              <a:ahLst/>
              <a:cxnLst/>
              <a:rect l="l" t="t" r="r" b="b"/>
              <a:pathLst>
                <a:path w="42113" h="23241" extrusionOk="0">
                  <a:moveTo>
                    <a:pt x="27149" y="0"/>
                  </a:moveTo>
                  <a:cubicBezTo>
                    <a:pt x="23215" y="0"/>
                    <a:pt x="19313" y="1895"/>
                    <a:pt x="19313" y="1895"/>
                  </a:cubicBezTo>
                  <a:cubicBezTo>
                    <a:pt x="19313" y="1895"/>
                    <a:pt x="14634" y="6185"/>
                    <a:pt x="11058" y="6185"/>
                  </a:cubicBezTo>
                  <a:cubicBezTo>
                    <a:pt x="10896" y="6185"/>
                    <a:pt x="10736" y="6176"/>
                    <a:pt x="10578" y="6157"/>
                  </a:cubicBezTo>
                  <a:cubicBezTo>
                    <a:pt x="10258" y="6120"/>
                    <a:pt x="9927" y="6102"/>
                    <a:pt x="9591" y="6102"/>
                  </a:cubicBezTo>
                  <a:cubicBezTo>
                    <a:pt x="6135" y="6102"/>
                    <a:pt x="2132" y="7973"/>
                    <a:pt x="2908" y="9140"/>
                  </a:cubicBezTo>
                  <a:cubicBezTo>
                    <a:pt x="3420" y="9906"/>
                    <a:pt x="5926" y="10059"/>
                    <a:pt x="7849" y="10059"/>
                  </a:cubicBezTo>
                  <a:cubicBezTo>
                    <a:pt x="9130" y="10059"/>
                    <a:pt x="10153" y="9991"/>
                    <a:pt x="10153" y="9991"/>
                  </a:cubicBezTo>
                  <a:lnTo>
                    <a:pt x="10366" y="11271"/>
                  </a:lnTo>
                  <a:cubicBezTo>
                    <a:pt x="9669" y="11116"/>
                    <a:pt x="8970" y="11049"/>
                    <a:pt x="8289" y="11049"/>
                  </a:cubicBezTo>
                  <a:cubicBezTo>
                    <a:pt x="3713" y="11049"/>
                    <a:pt x="1" y="14101"/>
                    <a:pt x="3956" y="14101"/>
                  </a:cubicBezTo>
                  <a:cubicBezTo>
                    <a:pt x="4268" y="14101"/>
                    <a:pt x="4628" y="14082"/>
                    <a:pt x="5039" y="14041"/>
                  </a:cubicBezTo>
                  <a:cubicBezTo>
                    <a:pt x="5522" y="13992"/>
                    <a:pt x="6079" y="13969"/>
                    <a:pt x="6697" y="13969"/>
                  </a:cubicBezTo>
                  <a:cubicBezTo>
                    <a:pt x="14259" y="13969"/>
                    <a:pt x="30860" y="17389"/>
                    <a:pt x="30361" y="19077"/>
                  </a:cubicBezTo>
                  <a:cubicBezTo>
                    <a:pt x="30039" y="20175"/>
                    <a:pt x="28492" y="20955"/>
                    <a:pt x="25998" y="20955"/>
                  </a:cubicBezTo>
                  <a:cubicBezTo>
                    <a:pt x="22906" y="20955"/>
                    <a:pt x="18357" y="19757"/>
                    <a:pt x="12879" y="16477"/>
                  </a:cubicBezTo>
                  <a:cubicBezTo>
                    <a:pt x="11814" y="15840"/>
                    <a:pt x="10674" y="15604"/>
                    <a:pt x="9623" y="15604"/>
                  </a:cubicBezTo>
                  <a:cubicBezTo>
                    <a:pt x="6603" y="15604"/>
                    <a:pt x="4319" y="17557"/>
                    <a:pt x="6652" y="17557"/>
                  </a:cubicBezTo>
                  <a:cubicBezTo>
                    <a:pt x="6956" y="17557"/>
                    <a:pt x="7339" y="17524"/>
                    <a:pt x="7809" y="17449"/>
                  </a:cubicBezTo>
                  <a:cubicBezTo>
                    <a:pt x="8105" y="17402"/>
                    <a:pt x="8388" y="17379"/>
                    <a:pt x="8660" y="17379"/>
                  </a:cubicBezTo>
                  <a:cubicBezTo>
                    <a:pt x="13065" y="17379"/>
                    <a:pt x="14631" y="23241"/>
                    <a:pt x="26335" y="23241"/>
                  </a:cubicBezTo>
                  <a:cubicBezTo>
                    <a:pt x="26884" y="23241"/>
                    <a:pt x="27456" y="23228"/>
                    <a:pt x="28051" y="23201"/>
                  </a:cubicBezTo>
                  <a:cubicBezTo>
                    <a:pt x="42112" y="22563"/>
                    <a:pt x="36147" y="3813"/>
                    <a:pt x="31459" y="1044"/>
                  </a:cubicBezTo>
                  <a:cubicBezTo>
                    <a:pt x="30162" y="277"/>
                    <a:pt x="28653" y="0"/>
                    <a:pt x="271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7" name="Google Shape;2897;p30"/>
            <p:cNvSpPr/>
            <p:nvPr/>
          </p:nvSpPr>
          <p:spPr>
            <a:xfrm>
              <a:off x="5575189" y="1548626"/>
              <a:ext cx="1293112" cy="1252323"/>
            </a:xfrm>
            <a:custGeom>
              <a:avLst/>
              <a:gdLst/>
              <a:ahLst/>
              <a:cxnLst/>
              <a:rect l="l" t="t" r="r" b="b"/>
              <a:pathLst>
                <a:path w="19148" h="18544" extrusionOk="0">
                  <a:moveTo>
                    <a:pt x="10739" y="1"/>
                  </a:moveTo>
                  <a:cubicBezTo>
                    <a:pt x="10400" y="1"/>
                    <a:pt x="10333" y="2759"/>
                    <a:pt x="10333" y="2970"/>
                  </a:cubicBezTo>
                  <a:cubicBezTo>
                    <a:pt x="10333" y="3186"/>
                    <a:pt x="4047" y="4993"/>
                    <a:pt x="4047" y="4993"/>
                  </a:cubicBezTo>
                  <a:cubicBezTo>
                    <a:pt x="4047" y="4993"/>
                    <a:pt x="1231" y="3907"/>
                    <a:pt x="725" y="3692"/>
                  </a:cubicBezTo>
                  <a:cubicBezTo>
                    <a:pt x="714" y="3687"/>
                    <a:pt x="704" y="3685"/>
                    <a:pt x="694" y="3685"/>
                  </a:cubicBezTo>
                  <a:cubicBezTo>
                    <a:pt x="247" y="3685"/>
                    <a:pt x="870" y="8389"/>
                    <a:pt x="870" y="8389"/>
                  </a:cubicBezTo>
                  <a:cubicBezTo>
                    <a:pt x="870" y="8389"/>
                    <a:pt x="0" y="12867"/>
                    <a:pt x="364" y="13589"/>
                  </a:cubicBezTo>
                  <a:cubicBezTo>
                    <a:pt x="707" y="14277"/>
                    <a:pt x="10226" y="18543"/>
                    <a:pt x="11875" y="18543"/>
                  </a:cubicBezTo>
                  <a:cubicBezTo>
                    <a:pt x="11963" y="18543"/>
                    <a:pt x="12029" y="18531"/>
                    <a:pt x="12069" y="18505"/>
                  </a:cubicBezTo>
                  <a:cubicBezTo>
                    <a:pt x="12862" y="17996"/>
                    <a:pt x="19148" y="8966"/>
                    <a:pt x="18642" y="7158"/>
                  </a:cubicBezTo>
                  <a:cubicBezTo>
                    <a:pt x="18136" y="5354"/>
                    <a:pt x="13439" y="2825"/>
                    <a:pt x="13439" y="2825"/>
                  </a:cubicBezTo>
                  <a:cubicBezTo>
                    <a:pt x="13439" y="2825"/>
                    <a:pt x="11129" y="151"/>
                    <a:pt x="10765" y="6"/>
                  </a:cubicBezTo>
                  <a:cubicBezTo>
                    <a:pt x="10756" y="2"/>
                    <a:pt x="10747" y="1"/>
                    <a:pt x="1073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8" name="Google Shape;2898;p30"/>
            <p:cNvSpPr/>
            <p:nvPr/>
          </p:nvSpPr>
          <p:spPr>
            <a:xfrm>
              <a:off x="5541220" y="1782897"/>
              <a:ext cx="580577" cy="810322"/>
            </a:xfrm>
            <a:custGeom>
              <a:avLst/>
              <a:gdLst/>
              <a:ahLst/>
              <a:cxnLst/>
              <a:rect l="l" t="t" r="r" b="b"/>
              <a:pathLst>
                <a:path w="8597" h="11999" extrusionOk="0">
                  <a:moveTo>
                    <a:pt x="758" y="0"/>
                  </a:moveTo>
                  <a:cubicBezTo>
                    <a:pt x="172" y="0"/>
                    <a:pt x="796" y="4991"/>
                    <a:pt x="796" y="4991"/>
                  </a:cubicBezTo>
                  <a:cubicBezTo>
                    <a:pt x="796" y="4991"/>
                    <a:pt x="1" y="8966"/>
                    <a:pt x="217" y="9614"/>
                  </a:cubicBezTo>
                  <a:cubicBezTo>
                    <a:pt x="432" y="10265"/>
                    <a:pt x="4334" y="11998"/>
                    <a:pt x="4334" y="11998"/>
                  </a:cubicBezTo>
                  <a:cubicBezTo>
                    <a:pt x="4439" y="11644"/>
                    <a:pt x="4510" y="11283"/>
                    <a:pt x="4553" y="10916"/>
                  </a:cubicBezTo>
                  <a:cubicBezTo>
                    <a:pt x="4803" y="8846"/>
                    <a:pt x="8597" y="9108"/>
                    <a:pt x="8526" y="7736"/>
                  </a:cubicBezTo>
                  <a:cubicBezTo>
                    <a:pt x="8452" y="6363"/>
                    <a:pt x="6943" y="833"/>
                    <a:pt x="6943" y="833"/>
                  </a:cubicBezTo>
                  <a:lnTo>
                    <a:pt x="4547" y="1441"/>
                  </a:lnTo>
                  <a:cubicBezTo>
                    <a:pt x="4547" y="1441"/>
                    <a:pt x="1444" y="223"/>
                    <a:pt x="796" y="7"/>
                  </a:cubicBezTo>
                  <a:cubicBezTo>
                    <a:pt x="783" y="2"/>
                    <a:pt x="770" y="0"/>
                    <a:pt x="75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9" name="Google Shape;2899;p30"/>
            <p:cNvSpPr/>
            <p:nvPr/>
          </p:nvSpPr>
          <p:spPr>
            <a:xfrm>
              <a:off x="6145907" y="1519722"/>
              <a:ext cx="731782" cy="720437"/>
            </a:xfrm>
            <a:custGeom>
              <a:avLst/>
              <a:gdLst/>
              <a:ahLst/>
              <a:cxnLst/>
              <a:rect l="l" t="t" r="r" b="b"/>
              <a:pathLst>
                <a:path w="10836" h="10668" extrusionOk="0">
                  <a:moveTo>
                    <a:pt x="2255" y="1"/>
                  </a:moveTo>
                  <a:cubicBezTo>
                    <a:pt x="2250" y="1"/>
                    <a:pt x="2246" y="1"/>
                    <a:pt x="2243" y="2"/>
                  </a:cubicBezTo>
                  <a:cubicBezTo>
                    <a:pt x="1956" y="76"/>
                    <a:pt x="1502" y="3537"/>
                    <a:pt x="1502" y="3537"/>
                  </a:cubicBezTo>
                  <a:lnTo>
                    <a:pt x="0" y="4073"/>
                  </a:lnTo>
                  <a:cubicBezTo>
                    <a:pt x="0" y="4073"/>
                    <a:pt x="1450" y="9899"/>
                    <a:pt x="2317" y="10334"/>
                  </a:cubicBezTo>
                  <a:cubicBezTo>
                    <a:pt x="2374" y="10363"/>
                    <a:pt x="2446" y="10376"/>
                    <a:pt x="2531" y="10376"/>
                  </a:cubicBezTo>
                  <a:cubicBezTo>
                    <a:pt x="3301" y="10376"/>
                    <a:pt x="5134" y="9311"/>
                    <a:pt x="6780" y="9311"/>
                  </a:cubicBezTo>
                  <a:cubicBezTo>
                    <a:pt x="7696" y="9311"/>
                    <a:pt x="8554" y="9641"/>
                    <a:pt x="9139" y="10667"/>
                  </a:cubicBezTo>
                  <a:lnTo>
                    <a:pt x="10835" y="6852"/>
                  </a:lnTo>
                  <a:lnTo>
                    <a:pt x="5207" y="2747"/>
                  </a:lnTo>
                  <a:cubicBezTo>
                    <a:pt x="5207" y="2747"/>
                    <a:pt x="2599" y="1"/>
                    <a:pt x="225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0" name="Google Shape;2900;p30"/>
            <p:cNvSpPr/>
            <p:nvPr/>
          </p:nvSpPr>
          <p:spPr>
            <a:xfrm>
              <a:off x="6726822" y="2046206"/>
              <a:ext cx="878395" cy="801543"/>
            </a:xfrm>
            <a:custGeom>
              <a:avLst/>
              <a:gdLst/>
              <a:ahLst/>
              <a:cxnLst/>
              <a:rect l="l" t="t" r="r" b="b"/>
              <a:pathLst>
                <a:path w="13007" h="11869" extrusionOk="0">
                  <a:moveTo>
                    <a:pt x="2401" y="0"/>
                  </a:moveTo>
                  <a:cubicBezTo>
                    <a:pt x="1967" y="0"/>
                    <a:pt x="1703" y="9"/>
                    <a:pt x="1703" y="9"/>
                  </a:cubicBezTo>
                  <a:lnTo>
                    <a:pt x="0" y="3621"/>
                  </a:lnTo>
                  <a:cubicBezTo>
                    <a:pt x="0" y="3621"/>
                    <a:pt x="1228" y="7812"/>
                    <a:pt x="2816" y="8099"/>
                  </a:cubicBezTo>
                  <a:cubicBezTo>
                    <a:pt x="2972" y="8128"/>
                    <a:pt x="3146" y="8140"/>
                    <a:pt x="3332" y="8140"/>
                  </a:cubicBezTo>
                  <a:cubicBezTo>
                    <a:pt x="4644" y="8140"/>
                    <a:pt x="6606" y="7526"/>
                    <a:pt x="7778" y="7526"/>
                  </a:cubicBezTo>
                  <a:cubicBezTo>
                    <a:pt x="8141" y="7526"/>
                    <a:pt x="8428" y="7585"/>
                    <a:pt x="8596" y="7738"/>
                  </a:cubicBezTo>
                  <a:cubicBezTo>
                    <a:pt x="9392" y="8460"/>
                    <a:pt x="8020" y="10123"/>
                    <a:pt x="9176" y="11208"/>
                  </a:cubicBezTo>
                  <a:cubicBezTo>
                    <a:pt x="9735" y="11733"/>
                    <a:pt x="10649" y="11869"/>
                    <a:pt x="11444" y="11869"/>
                  </a:cubicBezTo>
                  <a:cubicBezTo>
                    <a:pt x="12294" y="11869"/>
                    <a:pt x="13007" y="11714"/>
                    <a:pt x="13007" y="11714"/>
                  </a:cubicBezTo>
                  <a:cubicBezTo>
                    <a:pt x="13007" y="11714"/>
                    <a:pt x="10839" y="1601"/>
                    <a:pt x="8380" y="734"/>
                  </a:cubicBezTo>
                  <a:cubicBezTo>
                    <a:pt x="6539" y="82"/>
                    <a:pt x="3704" y="0"/>
                    <a:pt x="2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1" name="Google Shape;2901;p30"/>
            <p:cNvSpPr/>
            <p:nvPr/>
          </p:nvSpPr>
          <p:spPr>
            <a:xfrm>
              <a:off x="7361088" y="2750369"/>
              <a:ext cx="344281" cy="569772"/>
            </a:xfrm>
            <a:custGeom>
              <a:avLst/>
              <a:gdLst/>
              <a:ahLst/>
              <a:cxnLst/>
              <a:rect l="l" t="t" r="r" b="b"/>
              <a:pathLst>
                <a:path w="5098" h="8437" extrusionOk="0">
                  <a:moveTo>
                    <a:pt x="3285" y="1"/>
                  </a:moveTo>
                  <a:cubicBezTo>
                    <a:pt x="3285" y="1"/>
                    <a:pt x="833" y="741"/>
                    <a:pt x="759" y="2475"/>
                  </a:cubicBezTo>
                  <a:cubicBezTo>
                    <a:pt x="688" y="4211"/>
                    <a:pt x="2094" y="5186"/>
                    <a:pt x="2094" y="5476"/>
                  </a:cubicBezTo>
                  <a:cubicBezTo>
                    <a:pt x="2094" y="5765"/>
                    <a:pt x="0" y="7354"/>
                    <a:pt x="2458" y="8436"/>
                  </a:cubicBezTo>
                  <a:cubicBezTo>
                    <a:pt x="2458" y="8436"/>
                    <a:pt x="2458" y="8436"/>
                    <a:pt x="2458" y="8436"/>
                  </a:cubicBezTo>
                  <a:cubicBezTo>
                    <a:pt x="2461" y="8436"/>
                    <a:pt x="5098" y="4909"/>
                    <a:pt x="328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2" name="Google Shape;2902;p30"/>
            <p:cNvSpPr/>
            <p:nvPr/>
          </p:nvSpPr>
          <p:spPr>
            <a:xfrm>
              <a:off x="6339995" y="1986372"/>
              <a:ext cx="142764" cy="159039"/>
            </a:xfrm>
            <a:custGeom>
              <a:avLst/>
              <a:gdLst/>
              <a:ahLst/>
              <a:cxnLst/>
              <a:rect l="l" t="t" r="r" b="b"/>
              <a:pathLst>
                <a:path w="2114" h="2355" extrusionOk="0">
                  <a:moveTo>
                    <a:pt x="2023" y="0"/>
                  </a:moveTo>
                  <a:cubicBezTo>
                    <a:pt x="2019" y="0"/>
                    <a:pt x="2016" y="0"/>
                    <a:pt x="2012" y="1"/>
                  </a:cubicBezTo>
                  <a:cubicBezTo>
                    <a:pt x="1993" y="4"/>
                    <a:pt x="272" y="232"/>
                    <a:pt x="7" y="2255"/>
                  </a:cubicBezTo>
                  <a:cubicBezTo>
                    <a:pt x="1" y="2305"/>
                    <a:pt x="35" y="2345"/>
                    <a:pt x="81" y="2354"/>
                  </a:cubicBezTo>
                  <a:lnTo>
                    <a:pt x="93" y="2354"/>
                  </a:lnTo>
                  <a:cubicBezTo>
                    <a:pt x="137" y="2354"/>
                    <a:pt x="171" y="2320"/>
                    <a:pt x="177" y="2280"/>
                  </a:cubicBezTo>
                  <a:cubicBezTo>
                    <a:pt x="423" y="389"/>
                    <a:pt x="1966" y="180"/>
                    <a:pt x="2033" y="170"/>
                  </a:cubicBezTo>
                  <a:cubicBezTo>
                    <a:pt x="2080" y="164"/>
                    <a:pt x="2114" y="121"/>
                    <a:pt x="2107" y="75"/>
                  </a:cubicBezTo>
                  <a:cubicBezTo>
                    <a:pt x="2102" y="32"/>
                    <a:pt x="2065" y="0"/>
                    <a:pt x="20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3" name="Google Shape;2903;p30"/>
            <p:cNvSpPr/>
            <p:nvPr/>
          </p:nvSpPr>
          <p:spPr>
            <a:xfrm>
              <a:off x="5778057" y="2184445"/>
              <a:ext cx="243995" cy="73003"/>
            </a:xfrm>
            <a:custGeom>
              <a:avLst/>
              <a:gdLst/>
              <a:ahLst/>
              <a:cxnLst/>
              <a:rect l="l" t="t" r="r" b="b"/>
              <a:pathLst>
                <a:path w="3613" h="1081" extrusionOk="0">
                  <a:moveTo>
                    <a:pt x="1730" y="0"/>
                  </a:moveTo>
                  <a:cubicBezTo>
                    <a:pt x="1178" y="0"/>
                    <a:pt x="621" y="224"/>
                    <a:pt x="71" y="664"/>
                  </a:cubicBezTo>
                  <a:cubicBezTo>
                    <a:pt x="0" y="721"/>
                    <a:pt x="52" y="818"/>
                    <a:pt x="122" y="818"/>
                  </a:cubicBezTo>
                  <a:cubicBezTo>
                    <a:pt x="139" y="818"/>
                    <a:pt x="158" y="812"/>
                    <a:pt x="176" y="797"/>
                  </a:cubicBezTo>
                  <a:cubicBezTo>
                    <a:pt x="698" y="382"/>
                    <a:pt x="1220" y="171"/>
                    <a:pt x="1732" y="171"/>
                  </a:cubicBezTo>
                  <a:cubicBezTo>
                    <a:pt x="1810" y="171"/>
                    <a:pt x="1888" y="176"/>
                    <a:pt x="1965" y="186"/>
                  </a:cubicBezTo>
                  <a:cubicBezTo>
                    <a:pt x="2863" y="300"/>
                    <a:pt x="3427" y="1040"/>
                    <a:pt x="3433" y="1047"/>
                  </a:cubicBezTo>
                  <a:cubicBezTo>
                    <a:pt x="3449" y="1068"/>
                    <a:pt x="3473" y="1080"/>
                    <a:pt x="3501" y="1080"/>
                  </a:cubicBezTo>
                  <a:cubicBezTo>
                    <a:pt x="3569" y="1080"/>
                    <a:pt x="3612" y="1000"/>
                    <a:pt x="3569" y="942"/>
                  </a:cubicBezTo>
                  <a:cubicBezTo>
                    <a:pt x="3544" y="911"/>
                    <a:pt x="2958" y="140"/>
                    <a:pt x="1987" y="16"/>
                  </a:cubicBezTo>
                  <a:cubicBezTo>
                    <a:pt x="1901" y="6"/>
                    <a:pt x="1816" y="0"/>
                    <a:pt x="17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4" name="Google Shape;2904;p30"/>
            <p:cNvSpPr/>
            <p:nvPr/>
          </p:nvSpPr>
          <p:spPr>
            <a:xfrm>
              <a:off x="5298980" y="2636238"/>
              <a:ext cx="167008" cy="38223"/>
            </a:xfrm>
            <a:custGeom>
              <a:avLst/>
              <a:gdLst/>
              <a:ahLst/>
              <a:cxnLst/>
              <a:rect l="l" t="t" r="r" b="b"/>
              <a:pathLst>
                <a:path w="2473" h="566" extrusionOk="0">
                  <a:moveTo>
                    <a:pt x="2360" y="1"/>
                  </a:moveTo>
                  <a:cubicBezTo>
                    <a:pt x="2358" y="1"/>
                    <a:pt x="2356" y="1"/>
                    <a:pt x="2354" y="1"/>
                  </a:cubicBezTo>
                  <a:cubicBezTo>
                    <a:pt x="2286" y="4"/>
                    <a:pt x="667" y="69"/>
                    <a:pt x="78" y="405"/>
                  </a:cubicBezTo>
                  <a:cubicBezTo>
                    <a:pt x="1" y="448"/>
                    <a:pt x="31" y="565"/>
                    <a:pt x="121" y="565"/>
                  </a:cubicBezTo>
                  <a:cubicBezTo>
                    <a:pt x="133" y="565"/>
                    <a:pt x="149" y="559"/>
                    <a:pt x="161" y="553"/>
                  </a:cubicBezTo>
                  <a:cubicBezTo>
                    <a:pt x="716" y="238"/>
                    <a:pt x="2345" y="170"/>
                    <a:pt x="2363" y="170"/>
                  </a:cubicBezTo>
                  <a:cubicBezTo>
                    <a:pt x="2472" y="167"/>
                    <a:pt x="2468" y="1"/>
                    <a:pt x="23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5" name="Google Shape;2905;p30"/>
            <p:cNvSpPr/>
            <p:nvPr/>
          </p:nvSpPr>
          <p:spPr>
            <a:xfrm>
              <a:off x="5274601" y="2880706"/>
              <a:ext cx="235891" cy="59901"/>
            </a:xfrm>
            <a:custGeom>
              <a:avLst/>
              <a:gdLst/>
              <a:ahLst/>
              <a:cxnLst/>
              <a:rect l="l" t="t" r="r" b="b"/>
              <a:pathLst>
                <a:path w="3493" h="887" extrusionOk="0">
                  <a:moveTo>
                    <a:pt x="2560" y="0"/>
                  </a:moveTo>
                  <a:cubicBezTo>
                    <a:pt x="1877" y="0"/>
                    <a:pt x="892" y="127"/>
                    <a:pt x="69" y="733"/>
                  </a:cubicBezTo>
                  <a:cubicBezTo>
                    <a:pt x="1" y="782"/>
                    <a:pt x="35" y="887"/>
                    <a:pt x="118" y="887"/>
                  </a:cubicBezTo>
                  <a:cubicBezTo>
                    <a:pt x="136" y="887"/>
                    <a:pt x="155" y="881"/>
                    <a:pt x="170" y="871"/>
                  </a:cubicBezTo>
                  <a:cubicBezTo>
                    <a:pt x="950" y="295"/>
                    <a:pt x="1910" y="175"/>
                    <a:pt x="2571" y="175"/>
                  </a:cubicBezTo>
                  <a:cubicBezTo>
                    <a:pt x="3031" y="175"/>
                    <a:pt x="3346" y="234"/>
                    <a:pt x="3353" y="236"/>
                  </a:cubicBezTo>
                  <a:cubicBezTo>
                    <a:pt x="3359" y="237"/>
                    <a:pt x="3365" y="238"/>
                    <a:pt x="3370" y="238"/>
                  </a:cubicBezTo>
                  <a:cubicBezTo>
                    <a:pt x="3468" y="238"/>
                    <a:pt x="3493" y="87"/>
                    <a:pt x="3387" y="66"/>
                  </a:cubicBezTo>
                  <a:cubicBezTo>
                    <a:pt x="3355" y="60"/>
                    <a:pt x="3029" y="0"/>
                    <a:pt x="2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6" name="Google Shape;2906;p30"/>
            <p:cNvSpPr/>
            <p:nvPr/>
          </p:nvSpPr>
          <p:spPr>
            <a:xfrm>
              <a:off x="5288986" y="2937704"/>
              <a:ext cx="219008" cy="46868"/>
            </a:xfrm>
            <a:custGeom>
              <a:avLst/>
              <a:gdLst/>
              <a:ahLst/>
              <a:cxnLst/>
              <a:rect l="l" t="t" r="r" b="b"/>
              <a:pathLst>
                <a:path w="3243" h="694" extrusionOk="0">
                  <a:moveTo>
                    <a:pt x="2729" y="0"/>
                  </a:moveTo>
                  <a:cubicBezTo>
                    <a:pt x="2139" y="0"/>
                    <a:pt x="1050" y="72"/>
                    <a:pt x="84" y="530"/>
                  </a:cubicBezTo>
                  <a:cubicBezTo>
                    <a:pt x="1" y="567"/>
                    <a:pt x="28" y="694"/>
                    <a:pt x="121" y="694"/>
                  </a:cubicBezTo>
                  <a:cubicBezTo>
                    <a:pt x="133" y="691"/>
                    <a:pt x="146" y="688"/>
                    <a:pt x="155" y="684"/>
                  </a:cubicBezTo>
                  <a:cubicBezTo>
                    <a:pt x="1096" y="239"/>
                    <a:pt x="2186" y="173"/>
                    <a:pt x="2755" y="173"/>
                  </a:cubicBezTo>
                  <a:cubicBezTo>
                    <a:pt x="2994" y="173"/>
                    <a:pt x="3141" y="185"/>
                    <a:pt x="3147" y="185"/>
                  </a:cubicBezTo>
                  <a:cubicBezTo>
                    <a:pt x="3150" y="185"/>
                    <a:pt x="3154" y="185"/>
                    <a:pt x="3157" y="185"/>
                  </a:cubicBezTo>
                  <a:cubicBezTo>
                    <a:pt x="3199" y="185"/>
                    <a:pt x="3236" y="153"/>
                    <a:pt x="3239" y="108"/>
                  </a:cubicBezTo>
                  <a:cubicBezTo>
                    <a:pt x="3242" y="61"/>
                    <a:pt x="3208" y="21"/>
                    <a:pt x="3162" y="15"/>
                  </a:cubicBezTo>
                  <a:cubicBezTo>
                    <a:pt x="3142" y="13"/>
                    <a:pt x="2981" y="0"/>
                    <a:pt x="27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7" name="Google Shape;2907;p30"/>
            <p:cNvSpPr/>
            <p:nvPr/>
          </p:nvSpPr>
          <p:spPr>
            <a:xfrm>
              <a:off x="6630723" y="3099850"/>
              <a:ext cx="143236" cy="26135"/>
            </a:xfrm>
            <a:custGeom>
              <a:avLst/>
              <a:gdLst/>
              <a:ahLst/>
              <a:cxnLst/>
              <a:rect l="l" t="t" r="r" b="b"/>
              <a:pathLst>
                <a:path w="2121" h="387" extrusionOk="0">
                  <a:moveTo>
                    <a:pt x="733" y="1"/>
                  </a:moveTo>
                  <a:cubicBezTo>
                    <a:pt x="526" y="1"/>
                    <a:pt x="311" y="21"/>
                    <a:pt x="103" y="72"/>
                  </a:cubicBezTo>
                  <a:cubicBezTo>
                    <a:pt x="1" y="98"/>
                    <a:pt x="27" y="242"/>
                    <a:pt x="119" y="242"/>
                  </a:cubicBezTo>
                  <a:cubicBezTo>
                    <a:pt x="127" y="242"/>
                    <a:pt x="135" y="241"/>
                    <a:pt x="143" y="239"/>
                  </a:cubicBezTo>
                  <a:cubicBezTo>
                    <a:pt x="334" y="191"/>
                    <a:pt x="534" y="173"/>
                    <a:pt x="728" y="173"/>
                  </a:cubicBezTo>
                  <a:cubicBezTo>
                    <a:pt x="1377" y="173"/>
                    <a:pt x="1965" y="378"/>
                    <a:pt x="1972" y="381"/>
                  </a:cubicBezTo>
                  <a:cubicBezTo>
                    <a:pt x="1982" y="384"/>
                    <a:pt x="1991" y="387"/>
                    <a:pt x="2000" y="387"/>
                  </a:cubicBezTo>
                  <a:cubicBezTo>
                    <a:pt x="2096" y="387"/>
                    <a:pt x="2120" y="251"/>
                    <a:pt x="2028" y="220"/>
                  </a:cubicBezTo>
                  <a:cubicBezTo>
                    <a:pt x="1997" y="209"/>
                    <a:pt x="1404" y="1"/>
                    <a:pt x="73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8" name="Google Shape;2908;p30"/>
            <p:cNvSpPr/>
            <p:nvPr/>
          </p:nvSpPr>
          <p:spPr>
            <a:xfrm>
              <a:off x="6528749" y="3021512"/>
              <a:ext cx="211512" cy="70369"/>
            </a:xfrm>
            <a:custGeom>
              <a:avLst/>
              <a:gdLst/>
              <a:ahLst/>
              <a:cxnLst/>
              <a:rect l="l" t="t" r="r" b="b"/>
              <a:pathLst>
                <a:path w="3132" h="1042" extrusionOk="0">
                  <a:moveTo>
                    <a:pt x="2354" y="0"/>
                  </a:moveTo>
                  <a:cubicBezTo>
                    <a:pt x="1313" y="0"/>
                    <a:pt x="128" y="842"/>
                    <a:pt x="65" y="887"/>
                  </a:cubicBezTo>
                  <a:cubicBezTo>
                    <a:pt x="0" y="936"/>
                    <a:pt x="34" y="1038"/>
                    <a:pt x="114" y="1041"/>
                  </a:cubicBezTo>
                  <a:cubicBezTo>
                    <a:pt x="133" y="1041"/>
                    <a:pt x="151" y="1035"/>
                    <a:pt x="167" y="1026"/>
                  </a:cubicBezTo>
                  <a:cubicBezTo>
                    <a:pt x="179" y="1016"/>
                    <a:pt x="1365" y="171"/>
                    <a:pt x="2356" y="171"/>
                  </a:cubicBezTo>
                  <a:cubicBezTo>
                    <a:pt x="2573" y="171"/>
                    <a:pt x="2780" y="211"/>
                    <a:pt x="2964" y="310"/>
                  </a:cubicBezTo>
                  <a:cubicBezTo>
                    <a:pt x="2979" y="318"/>
                    <a:pt x="2993" y="321"/>
                    <a:pt x="3006" y="321"/>
                  </a:cubicBezTo>
                  <a:cubicBezTo>
                    <a:pt x="3085" y="321"/>
                    <a:pt x="3132" y="204"/>
                    <a:pt x="3044" y="159"/>
                  </a:cubicBezTo>
                  <a:cubicBezTo>
                    <a:pt x="2833" y="46"/>
                    <a:pt x="2598" y="0"/>
                    <a:pt x="23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9" name="Google Shape;2909;p30"/>
            <p:cNvSpPr/>
            <p:nvPr/>
          </p:nvSpPr>
          <p:spPr>
            <a:xfrm>
              <a:off x="6582505" y="3060478"/>
              <a:ext cx="143034" cy="50920"/>
            </a:xfrm>
            <a:custGeom>
              <a:avLst/>
              <a:gdLst/>
              <a:ahLst/>
              <a:cxnLst/>
              <a:rect l="l" t="t" r="r" b="b"/>
              <a:pathLst>
                <a:path w="2118" h="754" extrusionOk="0">
                  <a:moveTo>
                    <a:pt x="1377" y="0"/>
                  </a:moveTo>
                  <a:cubicBezTo>
                    <a:pt x="622" y="0"/>
                    <a:pt x="57" y="602"/>
                    <a:pt x="49" y="609"/>
                  </a:cubicBezTo>
                  <a:cubicBezTo>
                    <a:pt x="0" y="665"/>
                    <a:pt x="37" y="754"/>
                    <a:pt x="114" y="754"/>
                  </a:cubicBezTo>
                  <a:cubicBezTo>
                    <a:pt x="136" y="754"/>
                    <a:pt x="157" y="745"/>
                    <a:pt x="176" y="726"/>
                  </a:cubicBezTo>
                  <a:cubicBezTo>
                    <a:pt x="202" y="697"/>
                    <a:pt x="700" y="170"/>
                    <a:pt x="1367" y="170"/>
                  </a:cubicBezTo>
                  <a:cubicBezTo>
                    <a:pt x="1551" y="170"/>
                    <a:pt x="1749" y="211"/>
                    <a:pt x="1952" y="313"/>
                  </a:cubicBezTo>
                  <a:cubicBezTo>
                    <a:pt x="1966" y="320"/>
                    <a:pt x="1979" y="323"/>
                    <a:pt x="1992" y="323"/>
                  </a:cubicBezTo>
                  <a:cubicBezTo>
                    <a:pt x="2072" y="323"/>
                    <a:pt x="2118" y="201"/>
                    <a:pt x="2029" y="159"/>
                  </a:cubicBezTo>
                  <a:cubicBezTo>
                    <a:pt x="1803" y="45"/>
                    <a:pt x="1583" y="0"/>
                    <a:pt x="13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0" name="Google Shape;2910;p30"/>
            <p:cNvSpPr/>
            <p:nvPr/>
          </p:nvSpPr>
          <p:spPr>
            <a:xfrm>
              <a:off x="5452482" y="3094245"/>
              <a:ext cx="601647" cy="248790"/>
            </a:xfrm>
            <a:custGeom>
              <a:avLst/>
              <a:gdLst/>
              <a:ahLst/>
              <a:cxnLst/>
              <a:rect l="l" t="t" r="r" b="b"/>
              <a:pathLst>
                <a:path w="8909" h="3684" extrusionOk="0">
                  <a:moveTo>
                    <a:pt x="4520" y="1"/>
                  </a:moveTo>
                  <a:cubicBezTo>
                    <a:pt x="4056" y="1"/>
                    <a:pt x="3585" y="30"/>
                    <a:pt x="3128" y="78"/>
                  </a:cubicBezTo>
                  <a:cubicBezTo>
                    <a:pt x="1114" y="288"/>
                    <a:pt x="1" y="1192"/>
                    <a:pt x="423" y="1984"/>
                  </a:cubicBezTo>
                  <a:cubicBezTo>
                    <a:pt x="561" y="2241"/>
                    <a:pt x="1046" y="2271"/>
                    <a:pt x="1745" y="2271"/>
                  </a:cubicBezTo>
                  <a:cubicBezTo>
                    <a:pt x="1961" y="2271"/>
                    <a:pt x="2197" y="2269"/>
                    <a:pt x="2450" y="2269"/>
                  </a:cubicBezTo>
                  <a:cubicBezTo>
                    <a:pt x="3915" y="2269"/>
                    <a:pt x="5934" y="2366"/>
                    <a:pt x="7742" y="3684"/>
                  </a:cubicBezTo>
                  <a:cubicBezTo>
                    <a:pt x="7742" y="3684"/>
                    <a:pt x="8908" y="2780"/>
                    <a:pt x="8165" y="1401"/>
                  </a:cubicBezTo>
                  <a:cubicBezTo>
                    <a:pt x="7590" y="338"/>
                    <a:pt x="6098" y="1"/>
                    <a:pt x="452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1" name="Google Shape;2911;p30"/>
            <p:cNvSpPr/>
            <p:nvPr/>
          </p:nvSpPr>
          <p:spPr>
            <a:xfrm>
              <a:off x="5943039" y="3142395"/>
              <a:ext cx="336650" cy="222114"/>
            </a:xfrm>
            <a:custGeom>
              <a:avLst/>
              <a:gdLst/>
              <a:ahLst/>
              <a:cxnLst/>
              <a:rect l="l" t="t" r="r" b="b"/>
              <a:pathLst>
                <a:path w="4985" h="3289" extrusionOk="0">
                  <a:moveTo>
                    <a:pt x="266" y="1"/>
                  </a:moveTo>
                  <a:cubicBezTo>
                    <a:pt x="0" y="1114"/>
                    <a:pt x="1536" y="3288"/>
                    <a:pt x="2810" y="3288"/>
                  </a:cubicBezTo>
                  <a:cubicBezTo>
                    <a:pt x="4084" y="3288"/>
                    <a:pt x="4984" y="2545"/>
                    <a:pt x="4984" y="2545"/>
                  </a:cubicBezTo>
                  <a:cubicBezTo>
                    <a:pt x="4402" y="2385"/>
                    <a:pt x="266" y="1"/>
                    <a:pt x="26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2" name="Google Shape;2912;p30"/>
            <p:cNvSpPr/>
            <p:nvPr/>
          </p:nvSpPr>
          <p:spPr>
            <a:xfrm>
              <a:off x="6322504" y="3470874"/>
              <a:ext cx="519325" cy="158566"/>
            </a:xfrm>
            <a:custGeom>
              <a:avLst/>
              <a:gdLst/>
              <a:ahLst/>
              <a:cxnLst/>
              <a:rect l="l" t="t" r="r" b="b"/>
              <a:pathLst>
                <a:path w="7690" h="2348" extrusionOk="0">
                  <a:moveTo>
                    <a:pt x="1615" y="1"/>
                  </a:moveTo>
                  <a:cubicBezTo>
                    <a:pt x="623" y="1"/>
                    <a:pt x="1" y="864"/>
                    <a:pt x="1" y="864"/>
                  </a:cubicBezTo>
                  <a:cubicBezTo>
                    <a:pt x="2678" y="2163"/>
                    <a:pt x="7690" y="2348"/>
                    <a:pt x="7690" y="2348"/>
                  </a:cubicBezTo>
                  <a:cubicBezTo>
                    <a:pt x="7287" y="1353"/>
                    <a:pt x="6829" y="1094"/>
                    <a:pt x="6296" y="1094"/>
                  </a:cubicBezTo>
                  <a:cubicBezTo>
                    <a:pt x="5777" y="1094"/>
                    <a:pt x="5187" y="1340"/>
                    <a:pt x="4507" y="1391"/>
                  </a:cubicBezTo>
                  <a:cubicBezTo>
                    <a:pt x="4410" y="1399"/>
                    <a:pt x="4324" y="1403"/>
                    <a:pt x="4246" y="1403"/>
                  </a:cubicBezTo>
                  <a:cubicBezTo>
                    <a:pt x="3215" y="1403"/>
                    <a:pt x="3719" y="764"/>
                    <a:pt x="2388" y="173"/>
                  </a:cubicBezTo>
                  <a:cubicBezTo>
                    <a:pt x="2112" y="50"/>
                    <a:pt x="1853" y="1"/>
                    <a:pt x="16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3" name="Google Shape;2913;p30"/>
            <p:cNvSpPr/>
            <p:nvPr/>
          </p:nvSpPr>
          <p:spPr>
            <a:xfrm>
              <a:off x="6791586" y="3378827"/>
              <a:ext cx="347522" cy="183283"/>
            </a:xfrm>
            <a:custGeom>
              <a:avLst/>
              <a:gdLst/>
              <a:ahLst/>
              <a:cxnLst/>
              <a:rect l="l" t="t" r="r" b="b"/>
              <a:pathLst>
                <a:path w="5146" h="2714" extrusionOk="0">
                  <a:moveTo>
                    <a:pt x="5145" y="0"/>
                  </a:moveTo>
                  <a:lnTo>
                    <a:pt x="5145" y="0"/>
                  </a:lnTo>
                  <a:cubicBezTo>
                    <a:pt x="3620" y="1221"/>
                    <a:pt x="294" y="1246"/>
                    <a:pt x="19" y="1246"/>
                  </a:cubicBezTo>
                  <a:cubicBezTo>
                    <a:pt x="7" y="1246"/>
                    <a:pt x="1" y="1246"/>
                    <a:pt x="1" y="1246"/>
                  </a:cubicBezTo>
                  <a:lnTo>
                    <a:pt x="1" y="1246"/>
                  </a:lnTo>
                  <a:cubicBezTo>
                    <a:pt x="1" y="1246"/>
                    <a:pt x="128" y="2108"/>
                    <a:pt x="1094" y="2108"/>
                  </a:cubicBezTo>
                  <a:cubicBezTo>
                    <a:pt x="1212" y="2108"/>
                    <a:pt x="1343" y="2096"/>
                    <a:pt x="1487" y="2067"/>
                  </a:cubicBezTo>
                  <a:cubicBezTo>
                    <a:pt x="1606" y="2043"/>
                    <a:pt x="1712" y="2032"/>
                    <a:pt x="1808" y="2032"/>
                  </a:cubicBezTo>
                  <a:cubicBezTo>
                    <a:pt x="2580" y="2032"/>
                    <a:pt x="2698" y="2714"/>
                    <a:pt x="3285" y="2714"/>
                  </a:cubicBezTo>
                  <a:cubicBezTo>
                    <a:pt x="3440" y="2714"/>
                    <a:pt x="3629" y="2666"/>
                    <a:pt x="3871" y="2545"/>
                  </a:cubicBezTo>
                  <a:cubicBezTo>
                    <a:pt x="5145" y="1909"/>
                    <a:pt x="5145" y="0"/>
                    <a:pt x="514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30"/>
            <p:cNvSpPr/>
            <p:nvPr/>
          </p:nvSpPr>
          <p:spPr>
            <a:xfrm>
              <a:off x="7160449" y="3365793"/>
              <a:ext cx="329424" cy="238457"/>
            </a:xfrm>
            <a:custGeom>
              <a:avLst/>
              <a:gdLst/>
              <a:ahLst/>
              <a:cxnLst/>
              <a:rect l="l" t="t" r="r" b="b"/>
              <a:pathLst>
                <a:path w="4878" h="3531" extrusionOk="0">
                  <a:moveTo>
                    <a:pt x="3620" y="1"/>
                  </a:moveTo>
                  <a:cubicBezTo>
                    <a:pt x="3346" y="1"/>
                    <a:pt x="3037" y="52"/>
                    <a:pt x="2703" y="190"/>
                  </a:cubicBezTo>
                  <a:cubicBezTo>
                    <a:pt x="1432" y="721"/>
                    <a:pt x="1484" y="2682"/>
                    <a:pt x="1006" y="2735"/>
                  </a:cubicBezTo>
                  <a:cubicBezTo>
                    <a:pt x="531" y="2787"/>
                    <a:pt x="1" y="3530"/>
                    <a:pt x="1" y="3530"/>
                  </a:cubicBezTo>
                  <a:cubicBezTo>
                    <a:pt x="1" y="3530"/>
                    <a:pt x="3289" y="3003"/>
                    <a:pt x="4877" y="403"/>
                  </a:cubicBezTo>
                  <a:cubicBezTo>
                    <a:pt x="4877" y="403"/>
                    <a:pt x="4388" y="1"/>
                    <a:pt x="36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5" name="Google Shape;2915;p30"/>
            <p:cNvSpPr/>
            <p:nvPr/>
          </p:nvSpPr>
          <p:spPr>
            <a:xfrm>
              <a:off x="6816573" y="2691615"/>
              <a:ext cx="487044" cy="429777"/>
            </a:xfrm>
            <a:custGeom>
              <a:avLst/>
              <a:gdLst/>
              <a:ahLst/>
              <a:cxnLst/>
              <a:rect l="l" t="t" r="r" b="b"/>
              <a:pathLst>
                <a:path w="7212" h="6364" extrusionOk="0">
                  <a:moveTo>
                    <a:pt x="3209" y="0"/>
                  </a:moveTo>
                  <a:cubicBezTo>
                    <a:pt x="2691" y="0"/>
                    <a:pt x="2029" y="165"/>
                    <a:pt x="1379" y="791"/>
                  </a:cubicBezTo>
                  <a:cubicBezTo>
                    <a:pt x="1" y="2114"/>
                    <a:pt x="1222" y="2700"/>
                    <a:pt x="1805" y="3493"/>
                  </a:cubicBezTo>
                  <a:cubicBezTo>
                    <a:pt x="2388" y="4288"/>
                    <a:pt x="895" y="4933"/>
                    <a:pt x="2601" y="5908"/>
                  </a:cubicBezTo>
                  <a:cubicBezTo>
                    <a:pt x="3136" y="6213"/>
                    <a:pt x="3683" y="6364"/>
                    <a:pt x="4197" y="6364"/>
                  </a:cubicBezTo>
                  <a:cubicBezTo>
                    <a:pt x="5287" y="6364"/>
                    <a:pt x="6233" y="5691"/>
                    <a:pt x="6629" y="4396"/>
                  </a:cubicBezTo>
                  <a:cubicBezTo>
                    <a:pt x="7212" y="2487"/>
                    <a:pt x="4933" y="313"/>
                    <a:pt x="4189" y="208"/>
                  </a:cubicBezTo>
                  <a:cubicBezTo>
                    <a:pt x="4189" y="208"/>
                    <a:pt x="3789" y="0"/>
                    <a:pt x="32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6" name="Google Shape;2916;p30"/>
            <p:cNvSpPr/>
            <p:nvPr/>
          </p:nvSpPr>
          <p:spPr>
            <a:xfrm>
              <a:off x="5825599" y="2260487"/>
              <a:ext cx="928437" cy="403101"/>
            </a:xfrm>
            <a:custGeom>
              <a:avLst/>
              <a:gdLst/>
              <a:ahLst/>
              <a:cxnLst/>
              <a:rect l="l" t="t" r="r" b="b"/>
              <a:pathLst>
                <a:path w="13748" h="5969" extrusionOk="0">
                  <a:moveTo>
                    <a:pt x="13631" y="0"/>
                  </a:moveTo>
                  <a:cubicBezTo>
                    <a:pt x="13605" y="0"/>
                    <a:pt x="13579" y="13"/>
                    <a:pt x="13561" y="44"/>
                  </a:cubicBezTo>
                  <a:cubicBezTo>
                    <a:pt x="13530" y="96"/>
                    <a:pt x="10511" y="5284"/>
                    <a:pt x="7337" y="5710"/>
                  </a:cubicBezTo>
                  <a:cubicBezTo>
                    <a:pt x="6882" y="5770"/>
                    <a:pt x="6410" y="5797"/>
                    <a:pt x="5937" y="5797"/>
                  </a:cubicBezTo>
                  <a:cubicBezTo>
                    <a:pt x="3095" y="5797"/>
                    <a:pt x="183" y="4857"/>
                    <a:pt x="151" y="4846"/>
                  </a:cubicBezTo>
                  <a:cubicBezTo>
                    <a:pt x="141" y="4843"/>
                    <a:pt x="131" y="4841"/>
                    <a:pt x="122" y="4841"/>
                  </a:cubicBezTo>
                  <a:cubicBezTo>
                    <a:pt x="34" y="4841"/>
                    <a:pt x="1" y="4976"/>
                    <a:pt x="98" y="5010"/>
                  </a:cubicBezTo>
                  <a:cubicBezTo>
                    <a:pt x="132" y="5019"/>
                    <a:pt x="3066" y="5969"/>
                    <a:pt x="5937" y="5969"/>
                  </a:cubicBezTo>
                  <a:cubicBezTo>
                    <a:pt x="6412" y="5969"/>
                    <a:pt x="6887" y="5941"/>
                    <a:pt x="7359" y="5879"/>
                  </a:cubicBezTo>
                  <a:cubicBezTo>
                    <a:pt x="8731" y="5697"/>
                    <a:pt x="10215" y="4670"/>
                    <a:pt x="11776" y="2832"/>
                  </a:cubicBezTo>
                  <a:cubicBezTo>
                    <a:pt x="12491" y="1984"/>
                    <a:pt x="13139" y="1080"/>
                    <a:pt x="13709" y="130"/>
                  </a:cubicBezTo>
                  <a:cubicBezTo>
                    <a:pt x="13748" y="62"/>
                    <a:pt x="13689" y="0"/>
                    <a:pt x="136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30"/>
            <p:cNvSpPr/>
            <p:nvPr/>
          </p:nvSpPr>
          <p:spPr>
            <a:xfrm>
              <a:off x="6144218" y="2268388"/>
              <a:ext cx="198816" cy="203813"/>
            </a:xfrm>
            <a:custGeom>
              <a:avLst/>
              <a:gdLst/>
              <a:ahLst/>
              <a:cxnLst/>
              <a:rect l="l" t="t" r="r" b="b"/>
              <a:pathLst>
                <a:path w="2944" h="3018" extrusionOk="0">
                  <a:moveTo>
                    <a:pt x="1201" y="1"/>
                  </a:moveTo>
                  <a:cubicBezTo>
                    <a:pt x="1150" y="1"/>
                    <a:pt x="1099" y="43"/>
                    <a:pt x="1117" y="109"/>
                  </a:cubicBezTo>
                  <a:lnTo>
                    <a:pt x="1848" y="2842"/>
                  </a:lnTo>
                  <a:cubicBezTo>
                    <a:pt x="1250" y="2777"/>
                    <a:pt x="457" y="1688"/>
                    <a:pt x="189" y="1250"/>
                  </a:cubicBezTo>
                  <a:cubicBezTo>
                    <a:pt x="171" y="1221"/>
                    <a:pt x="145" y="1209"/>
                    <a:pt x="119" y="1209"/>
                  </a:cubicBezTo>
                  <a:cubicBezTo>
                    <a:pt x="60" y="1209"/>
                    <a:pt x="1" y="1273"/>
                    <a:pt x="44" y="1340"/>
                  </a:cubicBezTo>
                  <a:cubicBezTo>
                    <a:pt x="87" y="1410"/>
                    <a:pt x="1083" y="3017"/>
                    <a:pt x="1907" y="3017"/>
                  </a:cubicBezTo>
                  <a:cubicBezTo>
                    <a:pt x="1928" y="3014"/>
                    <a:pt x="1947" y="3014"/>
                    <a:pt x="1968" y="3011"/>
                  </a:cubicBezTo>
                  <a:cubicBezTo>
                    <a:pt x="2823" y="2925"/>
                    <a:pt x="2937" y="874"/>
                    <a:pt x="2940" y="784"/>
                  </a:cubicBezTo>
                  <a:cubicBezTo>
                    <a:pt x="2943" y="738"/>
                    <a:pt x="2906" y="698"/>
                    <a:pt x="2860" y="695"/>
                  </a:cubicBezTo>
                  <a:cubicBezTo>
                    <a:pt x="2858" y="695"/>
                    <a:pt x="2856" y="695"/>
                    <a:pt x="2854" y="695"/>
                  </a:cubicBezTo>
                  <a:cubicBezTo>
                    <a:pt x="2807" y="695"/>
                    <a:pt x="2770" y="731"/>
                    <a:pt x="2770" y="778"/>
                  </a:cubicBezTo>
                  <a:cubicBezTo>
                    <a:pt x="2743" y="1309"/>
                    <a:pt x="2554" y="2663"/>
                    <a:pt x="2021" y="2826"/>
                  </a:cubicBezTo>
                  <a:lnTo>
                    <a:pt x="1284" y="66"/>
                  </a:lnTo>
                  <a:cubicBezTo>
                    <a:pt x="1271" y="21"/>
                    <a:pt x="1236" y="1"/>
                    <a:pt x="12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30"/>
            <p:cNvSpPr/>
            <p:nvPr/>
          </p:nvSpPr>
          <p:spPr>
            <a:xfrm>
              <a:off x="6159886" y="2216659"/>
              <a:ext cx="107714" cy="55377"/>
            </a:xfrm>
            <a:custGeom>
              <a:avLst/>
              <a:gdLst/>
              <a:ahLst/>
              <a:cxnLst/>
              <a:rect l="l" t="t" r="r" b="b"/>
              <a:pathLst>
                <a:path w="1595" h="820" extrusionOk="0">
                  <a:moveTo>
                    <a:pt x="1263" y="1"/>
                  </a:moveTo>
                  <a:cubicBezTo>
                    <a:pt x="598" y="1"/>
                    <a:pt x="0" y="526"/>
                    <a:pt x="0" y="526"/>
                  </a:cubicBezTo>
                  <a:cubicBezTo>
                    <a:pt x="0" y="526"/>
                    <a:pt x="874" y="820"/>
                    <a:pt x="1012" y="820"/>
                  </a:cubicBezTo>
                  <a:cubicBezTo>
                    <a:pt x="1014" y="820"/>
                    <a:pt x="1016" y="819"/>
                    <a:pt x="1018" y="819"/>
                  </a:cubicBezTo>
                  <a:cubicBezTo>
                    <a:pt x="1132" y="813"/>
                    <a:pt x="1595" y="48"/>
                    <a:pt x="1595" y="48"/>
                  </a:cubicBezTo>
                  <a:cubicBezTo>
                    <a:pt x="1484" y="15"/>
                    <a:pt x="1373" y="1"/>
                    <a:pt x="126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30"/>
            <p:cNvSpPr/>
            <p:nvPr/>
          </p:nvSpPr>
          <p:spPr>
            <a:xfrm>
              <a:off x="6542931" y="1971650"/>
              <a:ext cx="201179" cy="258312"/>
            </a:xfrm>
            <a:custGeom>
              <a:avLst/>
              <a:gdLst/>
              <a:ahLst/>
              <a:cxnLst/>
              <a:rect l="l" t="t" r="r" b="b"/>
              <a:pathLst>
                <a:path w="2979" h="3825" extrusionOk="0">
                  <a:moveTo>
                    <a:pt x="2858" y="1"/>
                  </a:moveTo>
                  <a:cubicBezTo>
                    <a:pt x="2834" y="1"/>
                    <a:pt x="2810" y="11"/>
                    <a:pt x="2791" y="37"/>
                  </a:cubicBezTo>
                  <a:lnTo>
                    <a:pt x="43" y="3689"/>
                  </a:lnTo>
                  <a:cubicBezTo>
                    <a:pt x="0" y="3744"/>
                    <a:pt x="40" y="3824"/>
                    <a:pt x="111" y="3824"/>
                  </a:cubicBezTo>
                  <a:cubicBezTo>
                    <a:pt x="139" y="3824"/>
                    <a:pt x="163" y="3812"/>
                    <a:pt x="179" y="3790"/>
                  </a:cubicBezTo>
                  <a:lnTo>
                    <a:pt x="2927" y="139"/>
                  </a:lnTo>
                  <a:cubicBezTo>
                    <a:pt x="2978" y="74"/>
                    <a:pt x="2920" y="1"/>
                    <a:pt x="285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30"/>
            <p:cNvSpPr/>
            <p:nvPr/>
          </p:nvSpPr>
          <p:spPr>
            <a:xfrm>
              <a:off x="6570214" y="1990289"/>
              <a:ext cx="290660" cy="244468"/>
            </a:xfrm>
            <a:custGeom>
              <a:avLst/>
              <a:gdLst/>
              <a:ahLst/>
              <a:cxnLst/>
              <a:rect l="l" t="t" r="r" b="b"/>
              <a:pathLst>
                <a:path w="4304" h="3620" extrusionOk="0">
                  <a:moveTo>
                    <a:pt x="4179" y="1"/>
                  </a:moveTo>
                  <a:cubicBezTo>
                    <a:pt x="4161" y="1"/>
                    <a:pt x="4142" y="7"/>
                    <a:pt x="4124" y="23"/>
                  </a:cubicBezTo>
                  <a:lnTo>
                    <a:pt x="62" y="3468"/>
                  </a:lnTo>
                  <a:cubicBezTo>
                    <a:pt x="0" y="3521"/>
                    <a:pt x="37" y="3619"/>
                    <a:pt x="117" y="3619"/>
                  </a:cubicBezTo>
                  <a:cubicBezTo>
                    <a:pt x="139" y="3619"/>
                    <a:pt x="157" y="3610"/>
                    <a:pt x="173" y="3598"/>
                  </a:cubicBezTo>
                  <a:lnTo>
                    <a:pt x="4235" y="153"/>
                  </a:lnTo>
                  <a:cubicBezTo>
                    <a:pt x="4303" y="94"/>
                    <a:pt x="4248" y="1"/>
                    <a:pt x="41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30"/>
            <p:cNvSpPr/>
            <p:nvPr/>
          </p:nvSpPr>
          <p:spPr>
            <a:xfrm>
              <a:off x="6583720" y="2132310"/>
              <a:ext cx="238390" cy="122639"/>
            </a:xfrm>
            <a:custGeom>
              <a:avLst/>
              <a:gdLst/>
              <a:ahLst/>
              <a:cxnLst/>
              <a:rect l="l" t="t" r="r" b="b"/>
              <a:pathLst>
                <a:path w="3530" h="1816" extrusionOk="0">
                  <a:moveTo>
                    <a:pt x="3407" y="0"/>
                  </a:moveTo>
                  <a:cubicBezTo>
                    <a:pt x="3394" y="0"/>
                    <a:pt x="3380" y="4"/>
                    <a:pt x="3365" y="11"/>
                  </a:cubicBezTo>
                  <a:lnTo>
                    <a:pt x="84" y="1652"/>
                  </a:lnTo>
                  <a:cubicBezTo>
                    <a:pt x="1" y="1692"/>
                    <a:pt x="31" y="1815"/>
                    <a:pt x="124" y="1815"/>
                  </a:cubicBezTo>
                  <a:cubicBezTo>
                    <a:pt x="136" y="1815"/>
                    <a:pt x="149" y="1812"/>
                    <a:pt x="161" y="1806"/>
                  </a:cubicBezTo>
                  <a:lnTo>
                    <a:pt x="3443" y="165"/>
                  </a:lnTo>
                  <a:cubicBezTo>
                    <a:pt x="3530" y="120"/>
                    <a:pt x="3486" y="0"/>
                    <a:pt x="340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30"/>
            <p:cNvSpPr/>
            <p:nvPr/>
          </p:nvSpPr>
          <p:spPr>
            <a:xfrm>
              <a:off x="5636238" y="1860627"/>
              <a:ext cx="152286" cy="197533"/>
            </a:xfrm>
            <a:custGeom>
              <a:avLst/>
              <a:gdLst/>
              <a:ahLst/>
              <a:cxnLst/>
              <a:rect l="l" t="t" r="r" b="b"/>
              <a:pathLst>
                <a:path w="2255" h="2925" extrusionOk="0">
                  <a:moveTo>
                    <a:pt x="59" y="1"/>
                  </a:moveTo>
                  <a:cubicBezTo>
                    <a:pt x="48" y="1"/>
                    <a:pt x="42" y="3"/>
                    <a:pt x="40" y="9"/>
                  </a:cubicBezTo>
                  <a:cubicBezTo>
                    <a:pt x="1" y="130"/>
                    <a:pt x="630" y="2925"/>
                    <a:pt x="694" y="2925"/>
                  </a:cubicBezTo>
                  <a:cubicBezTo>
                    <a:pt x="695" y="2925"/>
                    <a:pt x="696" y="2923"/>
                    <a:pt x="697" y="2921"/>
                  </a:cubicBezTo>
                  <a:cubicBezTo>
                    <a:pt x="734" y="2797"/>
                    <a:pt x="2255" y="1157"/>
                    <a:pt x="2255" y="1157"/>
                  </a:cubicBezTo>
                  <a:cubicBezTo>
                    <a:pt x="2255" y="1157"/>
                    <a:pt x="277" y="1"/>
                    <a:pt x="59" y="1"/>
                  </a:cubicBezTo>
                  <a:close/>
                </a:path>
              </a:pathLst>
            </a:custGeom>
            <a:solidFill>
              <a:srgbClr val="F6F7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30"/>
            <p:cNvSpPr/>
            <p:nvPr/>
          </p:nvSpPr>
          <p:spPr>
            <a:xfrm>
              <a:off x="6298395" y="1607650"/>
              <a:ext cx="149584" cy="153839"/>
            </a:xfrm>
            <a:custGeom>
              <a:avLst/>
              <a:gdLst/>
              <a:ahLst/>
              <a:cxnLst/>
              <a:rect l="l" t="t" r="r" b="b"/>
              <a:pathLst>
                <a:path w="2215" h="2278" extrusionOk="0">
                  <a:moveTo>
                    <a:pt x="595" y="0"/>
                  </a:moveTo>
                  <a:cubicBezTo>
                    <a:pt x="257" y="0"/>
                    <a:pt x="0" y="2278"/>
                    <a:pt x="0" y="2278"/>
                  </a:cubicBezTo>
                  <a:cubicBezTo>
                    <a:pt x="0" y="2278"/>
                    <a:pt x="2215" y="2031"/>
                    <a:pt x="2171" y="1908"/>
                  </a:cubicBezTo>
                  <a:cubicBezTo>
                    <a:pt x="2131" y="1787"/>
                    <a:pt x="1024" y="310"/>
                    <a:pt x="654" y="23"/>
                  </a:cubicBezTo>
                  <a:cubicBezTo>
                    <a:pt x="634" y="8"/>
                    <a:pt x="615" y="0"/>
                    <a:pt x="595" y="0"/>
                  </a:cubicBezTo>
                  <a:close/>
                </a:path>
              </a:pathLst>
            </a:custGeom>
            <a:solidFill>
              <a:srgbClr val="F6F7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4" name="Google Shape;2924;p30"/>
            <p:cNvSpPr/>
            <p:nvPr/>
          </p:nvSpPr>
          <p:spPr>
            <a:xfrm>
              <a:off x="5663589" y="1910466"/>
              <a:ext cx="103933" cy="84145"/>
            </a:xfrm>
            <a:custGeom>
              <a:avLst/>
              <a:gdLst/>
              <a:ahLst/>
              <a:cxnLst/>
              <a:rect l="l" t="t" r="r" b="b"/>
              <a:pathLst>
                <a:path w="1539" h="1246" extrusionOk="0">
                  <a:moveTo>
                    <a:pt x="743" y="1"/>
                  </a:moveTo>
                  <a:cubicBezTo>
                    <a:pt x="681" y="1"/>
                    <a:pt x="622" y="73"/>
                    <a:pt x="675" y="141"/>
                  </a:cubicBezTo>
                  <a:cubicBezTo>
                    <a:pt x="897" y="456"/>
                    <a:pt x="1137" y="829"/>
                    <a:pt x="1242" y="1020"/>
                  </a:cubicBezTo>
                  <a:cubicBezTo>
                    <a:pt x="995" y="915"/>
                    <a:pt x="502" y="675"/>
                    <a:pt x="166" y="505"/>
                  </a:cubicBezTo>
                  <a:cubicBezTo>
                    <a:pt x="152" y="498"/>
                    <a:pt x="139" y="495"/>
                    <a:pt x="126" y="495"/>
                  </a:cubicBezTo>
                  <a:cubicBezTo>
                    <a:pt x="46" y="495"/>
                    <a:pt x="1" y="616"/>
                    <a:pt x="89" y="659"/>
                  </a:cubicBezTo>
                  <a:cubicBezTo>
                    <a:pt x="200" y="715"/>
                    <a:pt x="1168" y="1199"/>
                    <a:pt x="1338" y="1242"/>
                  </a:cubicBezTo>
                  <a:cubicBezTo>
                    <a:pt x="1347" y="1242"/>
                    <a:pt x="1356" y="1245"/>
                    <a:pt x="1365" y="1245"/>
                  </a:cubicBezTo>
                  <a:cubicBezTo>
                    <a:pt x="1399" y="1245"/>
                    <a:pt x="1430" y="1230"/>
                    <a:pt x="1449" y="1202"/>
                  </a:cubicBezTo>
                  <a:cubicBezTo>
                    <a:pt x="1486" y="1149"/>
                    <a:pt x="1538" y="1072"/>
                    <a:pt x="813" y="42"/>
                  </a:cubicBezTo>
                  <a:cubicBezTo>
                    <a:pt x="795" y="13"/>
                    <a:pt x="769" y="1"/>
                    <a:pt x="7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30"/>
            <p:cNvSpPr/>
            <p:nvPr/>
          </p:nvSpPr>
          <p:spPr>
            <a:xfrm>
              <a:off x="6333107" y="1653099"/>
              <a:ext cx="58213" cy="96099"/>
            </a:xfrm>
            <a:custGeom>
              <a:avLst/>
              <a:gdLst/>
              <a:ahLst/>
              <a:cxnLst/>
              <a:rect l="l" t="t" r="r" b="b"/>
              <a:pathLst>
                <a:path w="862" h="1423" extrusionOk="0">
                  <a:moveTo>
                    <a:pt x="102" y="1"/>
                  </a:moveTo>
                  <a:cubicBezTo>
                    <a:pt x="51" y="1"/>
                    <a:pt x="0" y="43"/>
                    <a:pt x="17" y="109"/>
                  </a:cubicBezTo>
                  <a:cubicBezTo>
                    <a:pt x="340" y="1377"/>
                    <a:pt x="418" y="1423"/>
                    <a:pt x="492" y="1423"/>
                  </a:cubicBezTo>
                  <a:lnTo>
                    <a:pt x="501" y="1423"/>
                  </a:lnTo>
                  <a:cubicBezTo>
                    <a:pt x="547" y="1420"/>
                    <a:pt x="587" y="1383"/>
                    <a:pt x="593" y="1333"/>
                  </a:cubicBezTo>
                  <a:cubicBezTo>
                    <a:pt x="633" y="1139"/>
                    <a:pt x="834" y="615"/>
                    <a:pt x="834" y="612"/>
                  </a:cubicBezTo>
                  <a:cubicBezTo>
                    <a:pt x="861" y="543"/>
                    <a:pt x="807" y="494"/>
                    <a:pt x="753" y="494"/>
                  </a:cubicBezTo>
                  <a:cubicBezTo>
                    <a:pt x="722" y="494"/>
                    <a:pt x="691" y="510"/>
                    <a:pt x="677" y="550"/>
                  </a:cubicBezTo>
                  <a:cubicBezTo>
                    <a:pt x="670" y="565"/>
                    <a:pt x="553" y="868"/>
                    <a:pt x="479" y="1102"/>
                  </a:cubicBezTo>
                  <a:cubicBezTo>
                    <a:pt x="399" y="874"/>
                    <a:pt x="282" y="454"/>
                    <a:pt x="183" y="66"/>
                  </a:cubicBezTo>
                  <a:cubicBezTo>
                    <a:pt x="171" y="21"/>
                    <a:pt x="136" y="1"/>
                    <a:pt x="1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30"/>
            <p:cNvSpPr/>
            <p:nvPr/>
          </p:nvSpPr>
          <p:spPr>
            <a:xfrm>
              <a:off x="6700754" y="2617059"/>
              <a:ext cx="444769" cy="174504"/>
            </a:xfrm>
            <a:custGeom>
              <a:avLst/>
              <a:gdLst/>
              <a:ahLst/>
              <a:cxnLst/>
              <a:rect l="l" t="t" r="r" b="b"/>
              <a:pathLst>
                <a:path w="6586" h="2584" extrusionOk="0">
                  <a:moveTo>
                    <a:pt x="4295" y="1"/>
                  </a:moveTo>
                  <a:cubicBezTo>
                    <a:pt x="1643" y="1"/>
                    <a:pt x="1" y="1722"/>
                    <a:pt x="1" y="1722"/>
                  </a:cubicBezTo>
                  <a:cubicBezTo>
                    <a:pt x="1" y="1722"/>
                    <a:pt x="695" y="2431"/>
                    <a:pt x="1139" y="2431"/>
                  </a:cubicBezTo>
                  <a:cubicBezTo>
                    <a:pt x="1141" y="2431"/>
                    <a:pt x="1143" y="2431"/>
                    <a:pt x="1145" y="2431"/>
                  </a:cubicBezTo>
                  <a:cubicBezTo>
                    <a:pt x="1589" y="2428"/>
                    <a:pt x="2092" y="1824"/>
                    <a:pt x="2450" y="1475"/>
                  </a:cubicBezTo>
                  <a:cubicBezTo>
                    <a:pt x="2480" y="1445"/>
                    <a:pt x="2516" y="1432"/>
                    <a:pt x="2557" y="1432"/>
                  </a:cubicBezTo>
                  <a:cubicBezTo>
                    <a:pt x="2936" y="1432"/>
                    <a:pt x="3737" y="2584"/>
                    <a:pt x="4645" y="2584"/>
                  </a:cubicBezTo>
                  <a:cubicBezTo>
                    <a:pt x="4785" y="2584"/>
                    <a:pt x="4927" y="2556"/>
                    <a:pt x="5071" y="2493"/>
                  </a:cubicBezTo>
                  <a:cubicBezTo>
                    <a:pt x="6250" y="1975"/>
                    <a:pt x="6586" y="420"/>
                    <a:pt x="6586" y="420"/>
                  </a:cubicBezTo>
                  <a:cubicBezTo>
                    <a:pt x="5760" y="120"/>
                    <a:pt x="4993" y="1"/>
                    <a:pt x="429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30"/>
            <p:cNvSpPr/>
            <p:nvPr/>
          </p:nvSpPr>
          <p:spPr>
            <a:xfrm>
              <a:off x="5652243" y="2334165"/>
              <a:ext cx="364068" cy="95964"/>
            </a:xfrm>
            <a:custGeom>
              <a:avLst/>
              <a:gdLst/>
              <a:ahLst/>
              <a:cxnLst/>
              <a:rect l="l" t="t" r="r" b="b"/>
              <a:pathLst>
                <a:path w="5391" h="1421" extrusionOk="0">
                  <a:moveTo>
                    <a:pt x="119" y="0"/>
                  </a:moveTo>
                  <a:cubicBezTo>
                    <a:pt x="28" y="0"/>
                    <a:pt x="0" y="139"/>
                    <a:pt x="99" y="168"/>
                  </a:cubicBezTo>
                  <a:lnTo>
                    <a:pt x="5253" y="1417"/>
                  </a:lnTo>
                  <a:cubicBezTo>
                    <a:pt x="5259" y="1417"/>
                    <a:pt x="5265" y="1417"/>
                    <a:pt x="5275" y="1420"/>
                  </a:cubicBezTo>
                  <a:lnTo>
                    <a:pt x="5275" y="1420"/>
                  </a:lnTo>
                  <a:cubicBezTo>
                    <a:pt x="5374" y="1417"/>
                    <a:pt x="5391" y="1272"/>
                    <a:pt x="5293" y="1251"/>
                  </a:cubicBezTo>
                  <a:lnTo>
                    <a:pt x="136" y="2"/>
                  </a:lnTo>
                  <a:cubicBezTo>
                    <a:pt x="130" y="1"/>
                    <a:pt x="125" y="0"/>
                    <a:pt x="119" y="0"/>
                  </a:cubicBezTo>
                  <a:close/>
                  <a:moveTo>
                    <a:pt x="5275" y="1420"/>
                  </a:moveTo>
                  <a:cubicBezTo>
                    <a:pt x="5274" y="1420"/>
                    <a:pt x="5273" y="1420"/>
                    <a:pt x="5272" y="1420"/>
                  </a:cubicBezTo>
                  <a:lnTo>
                    <a:pt x="5275" y="1420"/>
                  </a:lnTo>
                  <a:cubicBezTo>
                    <a:pt x="5275" y="1420"/>
                    <a:pt x="5275" y="1420"/>
                    <a:pt x="5275" y="142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30"/>
            <p:cNvSpPr/>
            <p:nvPr/>
          </p:nvSpPr>
          <p:spPr>
            <a:xfrm>
              <a:off x="5603080" y="2418378"/>
              <a:ext cx="406140" cy="40925"/>
            </a:xfrm>
            <a:custGeom>
              <a:avLst/>
              <a:gdLst/>
              <a:ahLst/>
              <a:cxnLst/>
              <a:rect l="l" t="t" r="r" b="b"/>
              <a:pathLst>
                <a:path w="6014" h="606" extrusionOk="0">
                  <a:moveTo>
                    <a:pt x="90" y="0"/>
                  </a:moveTo>
                  <a:cubicBezTo>
                    <a:pt x="46" y="0"/>
                    <a:pt x="7" y="34"/>
                    <a:pt x="4" y="81"/>
                  </a:cubicBezTo>
                  <a:cubicBezTo>
                    <a:pt x="1" y="127"/>
                    <a:pt x="35" y="167"/>
                    <a:pt x="81" y="170"/>
                  </a:cubicBezTo>
                  <a:lnTo>
                    <a:pt x="5886" y="605"/>
                  </a:lnTo>
                  <a:lnTo>
                    <a:pt x="5895" y="605"/>
                  </a:lnTo>
                  <a:cubicBezTo>
                    <a:pt x="5897" y="605"/>
                    <a:pt x="5899" y="605"/>
                    <a:pt x="5901" y="605"/>
                  </a:cubicBezTo>
                  <a:cubicBezTo>
                    <a:pt x="6009" y="605"/>
                    <a:pt x="6013" y="439"/>
                    <a:pt x="5901" y="435"/>
                  </a:cubicBezTo>
                  <a:lnTo>
                    <a:pt x="96" y="1"/>
                  </a:lnTo>
                  <a:cubicBezTo>
                    <a:pt x="94" y="0"/>
                    <a:pt x="92" y="0"/>
                    <a:pt x="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30"/>
            <p:cNvSpPr/>
            <p:nvPr/>
          </p:nvSpPr>
          <p:spPr>
            <a:xfrm>
              <a:off x="5692493" y="2477064"/>
              <a:ext cx="301938" cy="48218"/>
            </a:xfrm>
            <a:custGeom>
              <a:avLst/>
              <a:gdLst/>
              <a:ahLst/>
              <a:cxnLst/>
              <a:rect l="l" t="t" r="r" b="b"/>
              <a:pathLst>
                <a:path w="4471" h="714" extrusionOk="0">
                  <a:moveTo>
                    <a:pt x="4356" y="0"/>
                  </a:moveTo>
                  <a:cubicBezTo>
                    <a:pt x="4352" y="0"/>
                    <a:pt x="4347" y="1"/>
                    <a:pt x="4343" y="1"/>
                  </a:cubicBezTo>
                  <a:lnTo>
                    <a:pt x="108" y="544"/>
                  </a:lnTo>
                  <a:cubicBezTo>
                    <a:pt x="1" y="553"/>
                    <a:pt x="9" y="714"/>
                    <a:pt x="117" y="714"/>
                  </a:cubicBezTo>
                  <a:cubicBezTo>
                    <a:pt x="118" y="714"/>
                    <a:pt x="119" y="714"/>
                    <a:pt x="120" y="714"/>
                  </a:cubicBezTo>
                  <a:lnTo>
                    <a:pt x="129" y="714"/>
                  </a:lnTo>
                  <a:lnTo>
                    <a:pt x="4364" y="171"/>
                  </a:lnTo>
                  <a:cubicBezTo>
                    <a:pt x="4470" y="156"/>
                    <a:pt x="4455" y="0"/>
                    <a:pt x="43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30"/>
            <p:cNvSpPr/>
            <p:nvPr/>
          </p:nvSpPr>
          <p:spPr>
            <a:xfrm rot="134298">
              <a:off x="5651905" y="2334099"/>
              <a:ext cx="298692" cy="73947"/>
            </a:xfrm>
            <a:custGeom>
              <a:avLst/>
              <a:gdLst/>
              <a:ahLst/>
              <a:cxnLst/>
              <a:rect l="l" t="t" r="r" b="b"/>
              <a:pathLst>
                <a:path w="4423" h="1095" extrusionOk="0">
                  <a:moveTo>
                    <a:pt x="123" y="0"/>
                  </a:moveTo>
                  <a:cubicBezTo>
                    <a:pt x="29" y="0"/>
                    <a:pt x="1" y="146"/>
                    <a:pt x="104" y="169"/>
                  </a:cubicBezTo>
                  <a:lnTo>
                    <a:pt x="4284" y="1091"/>
                  </a:lnTo>
                  <a:cubicBezTo>
                    <a:pt x="4290" y="1094"/>
                    <a:pt x="4296" y="1094"/>
                    <a:pt x="4302" y="1094"/>
                  </a:cubicBezTo>
                  <a:cubicBezTo>
                    <a:pt x="4407" y="1094"/>
                    <a:pt x="4422" y="946"/>
                    <a:pt x="4321" y="925"/>
                  </a:cubicBezTo>
                  <a:lnTo>
                    <a:pt x="144" y="3"/>
                  </a:lnTo>
                  <a:cubicBezTo>
                    <a:pt x="137" y="1"/>
                    <a:pt x="129" y="0"/>
                    <a:pt x="1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1" name="Google Shape;2931;p30"/>
            <p:cNvSpPr/>
            <p:nvPr/>
          </p:nvSpPr>
          <p:spPr>
            <a:xfrm>
              <a:off x="5603080" y="2418378"/>
              <a:ext cx="293969" cy="35049"/>
            </a:xfrm>
            <a:custGeom>
              <a:avLst/>
              <a:gdLst/>
              <a:ahLst/>
              <a:cxnLst/>
              <a:rect l="l" t="t" r="r" b="b"/>
              <a:pathLst>
                <a:path w="4353" h="519" extrusionOk="0">
                  <a:moveTo>
                    <a:pt x="90" y="0"/>
                  </a:moveTo>
                  <a:cubicBezTo>
                    <a:pt x="47" y="0"/>
                    <a:pt x="10" y="33"/>
                    <a:pt x="4" y="78"/>
                  </a:cubicBezTo>
                  <a:cubicBezTo>
                    <a:pt x="1" y="127"/>
                    <a:pt x="35" y="167"/>
                    <a:pt x="81" y="170"/>
                  </a:cubicBezTo>
                  <a:lnTo>
                    <a:pt x="4229" y="516"/>
                  </a:lnTo>
                  <a:lnTo>
                    <a:pt x="4235" y="516"/>
                  </a:lnTo>
                  <a:lnTo>
                    <a:pt x="4239" y="519"/>
                  </a:lnTo>
                  <a:cubicBezTo>
                    <a:pt x="4346" y="516"/>
                    <a:pt x="4353" y="358"/>
                    <a:pt x="4245" y="346"/>
                  </a:cubicBezTo>
                  <a:lnTo>
                    <a:pt x="96" y="1"/>
                  </a:lnTo>
                  <a:cubicBezTo>
                    <a:pt x="94" y="0"/>
                    <a:pt x="92" y="0"/>
                    <a:pt x="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2" name="Google Shape;2932;p30"/>
            <p:cNvSpPr/>
            <p:nvPr/>
          </p:nvSpPr>
          <p:spPr>
            <a:xfrm>
              <a:off x="5674934" y="2492664"/>
              <a:ext cx="185579" cy="36400"/>
            </a:xfrm>
            <a:custGeom>
              <a:avLst/>
              <a:gdLst/>
              <a:ahLst/>
              <a:cxnLst/>
              <a:rect l="l" t="t" r="r" b="b"/>
              <a:pathLst>
                <a:path w="2748" h="539" extrusionOk="0">
                  <a:moveTo>
                    <a:pt x="2633" y="1"/>
                  </a:moveTo>
                  <a:cubicBezTo>
                    <a:pt x="2629" y="1"/>
                    <a:pt x="2624" y="1"/>
                    <a:pt x="2619" y="2"/>
                  </a:cubicBezTo>
                  <a:lnTo>
                    <a:pt x="106" y="369"/>
                  </a:lnTo>
                  <a:cubicBezTo>
                    <a:pt x="1" y="381"/>
                    <a:pt x="10" y="538"/>
                    <a:pt x="118" y="538"/>
                  </a:cubicBezTo>
                  <a:cubicBezTo>
                    <a:pt x="124" y="538"/>
                    <a:pt x="127" y="538"/>
                    <a:pt x="130" y="535"/>
                  </a:cubicBezTo>
                  <a:lnTo>
                    <a:pt x="2644" y="168"/>
                  </a:lnTo>
                  <a:cubicBezTo>
                    <a:pt x="2747" y="151"/>
                    <a:pt x="2729" y="1"/>
                    <a:pt x="26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3" name="Google Shape;2933;p30"/>
            <p:cNvSpPr/>
            <p:nvPr/>
          </p:nvSpPr>
          <p:spPr>
            <a:xfrm>
              <a:off x="6660775" y="2611994"/>
              <a:ext cx="557683" cy="562748"/>
            </a:xfrm>
            <a:custGeom>
              <a:avLst/>
              <a:gdLst/>
              <a:ahLst/>
              <a:cxnLst/>
              <a:rect l="l" t="t" r="r" b="b"/>
              <a:pathLst>
                <a:path w="8258" h="8333" extrusionOk="0">
                  <a:moveTo>
                    <a:pt x="4761" y="0"/>
                  </a:moveTo>
                  <a:cubicBezTo>
                    <a:pt x="3478" y="0"/>
                    <a:pt x="2055" y="317"/>
                    <a:pt x="920" y="1393"/>
                  </a:cubicBezTo>
                  <a:cubicBezTo>
                    <a:pt x="309" y="1973"/>
                    <a:pt x="1" y="2676"/>
                    <a:pt x="1" y="3484"/>
                  </a:cubicBezTo>
                  <a:cubicBezTo>
                    <a:pt x="10" y="5810"/>
                    <a:pt x="2545" y="8209"/>
                    <a:pt x="2653" y="8311"/>
                  </a:cubicBezTo>
                  <a:cubicBezTo>
                    <a:pt x="2669" y="8323"/>
                    <a:pt x="2690" y="8333"/>
                    <a:pt x="2712" y="8333"/>
                  </a:cubicBezTo>
                  <a:cubicBezTo>
                    <a:pt x="2789" y="8333"/>
                    <a:pt x="2826" y="8240"/>
                    <a:pt x="2770" y="8185"/>
                  </a:cubicBezTo>
                  <a:cubicBezTo>
                    <a:pt x="2746" y="8163"/>
                    <a:pt x="180" y="5736"/>
                    <a:pt x="173" y="3484"/>
                  </a:cubicBezTo>
                  <a:cubicBezTo>
                    <a:pt x="170" y="2725"/>
                    <a:pt x="460" y="2062"/>
                    <a:pt x="1037" y="1519"/>
                  </a:cubicBezTo>
                  <a:cubicBezTo>
                    <a:pt x="2135" y="479"/>
                    <a:pt x="3516" y="171"/>
                    <a:pt x="4765" y="171"/>
                  </a:cubicBezTo>
                  <a:cubicBezTo>
                    <a:pt x="6554" y="171"/>
                    <a:pt x="8072" y="802"/>
                    <a:pt x="8097" y="813"/>
                  </a:cubicBezTo>
                  <a:cubicBezTo>
                    <a:pt x="8109" y="818"/>
                    <a:pt x="8121" y="821"/>
                    <a:pt x="8133" y="821"/>
                  </a:cubicBezTo>
                  <a:cubicBezTo>
                    <a:pt x="8216" y="821"/>
                    <a:pt x="8257" y="694"/>
                    <a:pt x="8165" y="656"/>
                  </a:cubicBezTo>
                  <a:cubicBezTo>
                    <a:pt x="8138" y="645"/>
                    <a:pt x="6591" y="0"/>
                    <a:pt x="47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30"/>
            <p:cNvSpPr/>
            <p:nvPr/>
          </p:nvSpPr>
          <p:spPr>
            <a:xfrm>
              <a:off x="7249929" y="2147032"/>
              <a:ext cx="60374" cy="38358"/>
            </a:xfrm>
            <a:custGeom>
              <a:avLst/>
              <a:gdLst/>
              <a:ahLst/>
              <a:cxnLst/>
              <a:rect l="l" t="t" r="r" b="b"/>
              <a:pathLst>
                <a:path w="894" h="568" extrusionOk="0">
                  <a:moveTo>
                    <a:pt x="327" y="1"/>
                  </a:moveTo>
                  <a:cubicBezTo>
                    <a:pt x="205" y="1"/>
                    <a:pt x="111" y="29"/>
                    <a:pt x="104" y="31"/>
                  </a:cubicBezTo>
                  <a:cubicBezTo>
                    <a:pt x="1" y="58"/>
                    <a:pt x="34" y="199"/>
                    <a:pt x="123" y="199"/>
                  </a:cubicBezTo>
                  <a:cubicBezTo>
                    <a:pt x="132" y="199"/>
                    <a:pt x="142" y="198"/>
                    <a:pt x="153" y="194"/>
                  </a:cubicBezTo>
                  <a:cubicBezTo>
                    <a:pt x="155" y="194"/>
                    <a:pt x="231" y="171"/>
                    <a:pt x="327" y="171"/>
                  </a:cubicBezTo>
                  <a:cubicBezTo>
                    <a:pt x="397" y="171"/>
                    <a:pt x="478" y="183"/>
                    <a:pt x="548" y="225"/>
                  </a:cubicBezTo>
                  <a:cubicBezTo>
                    <a:pt x="634" y="277"/>
                    <a:pt x="690" y="367"/>
                    <a:pt x="718" y="496"/>
                  </a:cubicBezTo>
                  <a:cubicBezTo>
                    <a:pt x="724" y="536"/>
                    <a:pt x="758" y="567"/>
                    <a:pt x="801" y="567"/>
                  </a:cubicBezTo>
                  <a:cubicBezTo>
                    <a:pt x="804" y="564"/>
                    <a:pt x="810" y="564"/>
                    <a:pt x="816" y="564"/>
                  </a:cubicBezTo>
                  <a:cubicBezTo>
                    <a:pt x="863" y="555"/>
                    <a:pt x="894" y="509"/>
                    <a:pt x="884" y="462"/>
                  </a:cubicBezTo>
                  <a:cubicBezTo>
                    <a:pt x="847" y="287"/>
                    <a:pt x="764" y="154"/>
                    <a:pt x="634" y="77"/>
                  </a:cubicBezTo>
                  <a:cubicBezTo>
                    <a:pt x="533" y="18"/>
                    <a:pt x="422" y="1"/>
                    <a:pt x="3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30"/>
            <p:cNvSpPr/>
            <p:nvPr/>
          </p:nvSpPr>
          <p:spPr>
            <a:xfrm>
              <a:off x="7318745" y="2196061"/>
              <a:ext cx="50920" cy="45787"/>
            </a:xfrm>
            <a:custGeom>
              <a:avLst/>
              <a:gdLst/>
              <a:ahLst/>
              <a:cxnLst/>
              <a:rect l="l" t="t" r="r" b="b"/>
              <a:pathLst>
                <a:path w="754" h="678" extrusionOk="0">
                  <a:moveTo>
                    <a:pt x="119" y="1"/>
                  </a:moveTo>
                  <a:cubicBezTo>
                    <a:pt x="99" y="1"/>
                    <a:pt x="87" y="2"/>
                    <a:pt x="84" y="2"/>
                  </a:cubicBezTo>
                  <a:cubicBezTo>
                    <a:pt x="35" y="5"/>
                    <a:pt x="1" y="45"/>
                    <a:pt x="4" y="94"/>
                  </a:cubicBezTo>
                  <a:cubicBezTo>
                    <a:pt x="10" y="137"/>
                    <a:pt x="50" y="171"/>
                    <a:pt x="97" y="171"/>
                  </a:cubicBezTo>
                  <a:cubicBezTo>
                    <a:pt x="97" y="171"/>
                    <a:pt x="106" y="171"/>
                    <a:pt x="122" y="171"/>
                  </a:cubicBezTo>
                  <a:cubicBezTo>
                    <a:pt x="186" y="171"/>
                    <a:pt x="361" y="181"/>
                    <a:pt x="473" y="285"/>
                  </a:cubicBezTo>
                  <a:cubicBezTo>
                    <a:pt x="547" y="356"/>
                    <a:pt x="581" y="458"/>
                    <a:pt x="578" y="588"/>
                  </a:cubicBezTo>
                  <a:cubicBezTo>
                    <a:pt x="578" y="637"/>
                    <a:pt x="615" y="674"/>
                    <a:pt x="661" y="677"/>
                  </a:cubicBezTo>
                  <a:lnTo>
                    <a:pt x="664" y="677"/>
                  </a:lnTo>
                  <a:cubicBezTo>
                    <a:pt x="710" y="677"/>
                    <a:pt x="747" y="640"/>
                    <a:pt x="750" y="597"/>
                  </a:cubicBezTo>
                  <a:cubicBezTo>
                    <a:pt x="754" y="415"/>
                    <a:pt x="701" y="270"/>
                    <a:pt x="590" y="165"/>
                  </a:cubicBezTo>
                  <a:cubicBezTo>
                    <a:pt x="433" y="15"/>
                    <a:pt x="206" y="1"/>
                    <a:pt x="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30"/>
            <p:cNvSpPr/>
            <p:nvPr/>
          </p:nvSpPr>
          <p:spPr>
            <a:xfrm>
              <a:off x="7280049" y="2215443"/>
              <a:ext cx="50852" cy="45720"/>
            </a:xfrm>
            <a:custGeom>
              <a:avLst/>
              <a:gdLst/>
              <a:ahLst/>
              <a:cxnLst/>
              <a:rect l="l" t="t" r="r" b="b"/>
              <a:pathLst>
                <a:path w="753" h="677" extrusionOk="0">
                  <a:moveTo>
                    <a:pt x="117" y="1"/>
                  </a:moveTo>
                  <a:cubicBezTo>
                    <a:pt x="96" y="1"/>
                    <a:pt x="83" y="2"/>
                    <a:pt x="81" y="2"/>
                  </a:cubicBezTo>
                  <a:cubicBezTo>
                    <a:pt x="34" y="5"/>
                    <a:pt x="0" y="48"/>
                    <a:pt x="3" y="94"/>
                  </a:cubicBezTo>
                  <a:cubicBezTo>
                    <a:pt x="9" y="138"/>
                    <a:pt x="46" y="171"/>
                    <a:pt x="90" y="171"/>
                  </a:cubicBezTo>
                  <a:cubicBezTo>
                    <a:pt x="92" y="171"/>
                    <a:pt x="94" y="171"/>
                    <a:pt x="96" y="171"/>
                  </a:cubicBezTo>
                  <a:cubicBezTo>
                    <a:pt x="97" y="171"/>
                    <a:pt x="105" y="171"/>
                    <a:pt x="120" y="171"/>
                  </a:cubicBezTo>
                  <a:cubicBezTo>
                    <a:pt x="184" y="171"/>
                    <a:pt x="360" y="181"/>
                    <a:pt x="472" y="288"/>
                  </a:cubicBezTo>
                  <a:cubicBezTo>
                    <a:pt x="543" y="359"/>
                    <a:pt x="580" y="458"/>
                    <a:pt x="577" y="591"/>
                  </a:cubicBezTo>
                  <a:cubicBezTo>
                    <a:pt x="574" y="637"/>
                    <a:pt x="611" y="677"/>
                    <a:pt x="660" y="677"/>
                  </a:cubicBezTo>
                  <a:lnTo>
                    <a:pt x="663" y="677"/>
                  </a:lnTo>
                  <a:cubicBezTo>
                    <a:pt x="707" y="677"/>
                    <a:pt x="744" y="643"/>
                    <a:pt x="747" y="597"/>
                  </a:cubicBezTo>
                  <a:cubicBezTo>
                    <a:pt x="753" y="415"/>
                    <a:pt x="700" y="270"/>
                    <a:pt x="589" y="165"/>
                  </a:cubicBezTo>
                  <a:cubicBezTo>
                    <a:pt x="432" y="15"/>
                    <a:pt x="205" y="1"/>
                    <a:pt x="1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30"/>
            <p:cNvSpPr/>
            <p:nvPr/>
          </p:nvSpPr>
          <p:spPr>
            <a:xfrm>
              <a:off x="6177107" y="3002940"/>
              <a:ext cx="65304" cy="29579"/>
            </a:xfrm>
            <a:custGeom>
              <a:avLst/>
              <a:gdLst/>
              <a:ahLst/>
              <a:cxnLst/>
              <a:rect l="l" t="t" r="r" b="b"/>
              <a:pathLst>
                <a:path w="967" h="438" extrusionOk="0">
                  <a:moveTo>
                    <a:pt x="472" y="1"/>
                  </a:moveTo>
                  <a:cubicBezTo>
                    <a:pt x="259" y="1"/>
                    <a:pt x="80" y="120"/>
                    <a:pt x="72" y="126"/>
                  </a:cubicBezTo>
                  <a:cubicBezTo>
                    <a:pt x="1" y="182"/>
                    <a:pt x="49" y="282"/>
                    <a:pt x="121" y="282"/>
                  </a:cubicBezTo>
                  <a:cubicBezTo>
                    <a:pt x="136" y="282"/>
                    <a:pt x="152" y="278"/>
                    <a:pt x="168" y="267"/>
                  </a:cubicBezTo>
                  <a:cubicBezTo>
                    <a:pt x="170" y="267"/>
                    <a:pt x="316" y="172"/>
                    <a:pt x="474" y="172"/>
                  </a:cubicBezTo>
                  <a:cubicBezTo>
                    <a:pt x="500" y="172"/>
                    <a:pt x="527" y="175"/>
                    <a:pt x="553" y="181"/>
                  </a:cubicBezTo>
                  <a:cubicBezTo>
                    <a:pt x="652" y="206"/>
                    <a:pt x="732" y="277"/>
                    <a:pt x="797" y="391"/>
                  </a:cubicBezTo>
                  <a:cubicBezTo>
                    <a:pt x="809" y="419"/>
                    <a:pt x="840" y="437"/>
                    <a:pt x="874" y="437"/>
                  </a:cubicBezTo>
                  <a:cubicBezTo>
                    <a:pt x="886" y="434"/>
                    <a:pt x="899" y="431"/>
                    <a:pt x="911" y="425"/>
                  </a:cubicBezTo>
                  <a:cubicBezTo>
                    <a:pt x="951" y="403"/>
                    <a:pt x="966" y="351"/>
                    <a:pt x="945" y="311"/>
                  </a:cubicBezTo>
                  <a:cubicBezTo>
                    <a:pt x="858" y="150"/>
                    <a:pt x="741" y="52"/>
                    <a:pt x="593" y="15"/>
                  </a:cubicBezTo>
                  <a:cubicBezTo>
                    <a:pt x="552" y="5"/>
                    <a:pt x="512" y="1"/>
                    <a:pt x="4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30"/>
            <p:cNvSpPr/>
            <p:nvPr/>
          </p:nvSpPr>
          <p:spPr>
            <a:xfrm>
              <a:off x="6131792" y="2958166"/>
              <a:ext cx="66452" cy="29512"/>
            </a:xfrm>
            <a:custGeom>
              <a:avLst/>
              <a:gdLst/>
              <a:ahLst/>
              <a:cxnLst/>
              <a:rect l="l" t="t" r="r" b="b"/>
              <a:pathLst>
                <a:path w="984" h="437" extrusionOk="0">
                  <a:moveTo>
                    <a:pt x="478" y="1"/>
                  </a:moveTo>
                  <a:cubicBezTo>
                    <a:pt x="267" y="1"/>
                    <a:pt x="87" y="120"/>
                    <a:pt x="77" y="125"/>
                  </a:cubicBezTo>
                  <a:cubicBezTo>
                    <a:pt x="1" y="179"/>
                    <a:pt x="52" y="284"/>
                    <a:pt x="125" y="284"/>
                  </a:cubicBezTo>
                  <a:cubicBezTo>
                    <a:pt x="141" y="284"/>
                    <a:pt x="158" y="279"/>
                    <a:pt x="175" y="267"/>
                  </a:cubicBezTo>
                  <a:cubicBezTo>
                    <a:pt x="178" y="267"/>
                    <a:pt x="323" y="172"/>
                    <a:pt x="482" y="172"/>
                  </a:cubicBezTo>
                  <a:cubicBezTo>
                    <a:pt x="508" y="172"/>
                    <a:pt x="535" y="175"/>
                    <a:pt x="561" y="181"/>
                  </a:cubicBezTo>
                  <a:cubicBezTo>
                    <a:pt x="657" y="206"/>
                    <a:pt x="740" y="277"/>
                    <a:pt x="802" y="391"/>
                  </a:cubicBezTo>
                  <a:cubicBezTo>
                    <a:pt x="817" y="418"/>
                    <a:pt x="847" y="436"/>
                    <a:pt x="877" y="437"/>
                  </a:cubicBezTo>
                  <a:lnTo>
                    <a:pt x="877" y="437"/>
                  </a:lnTo>
                  <a:cubicBezTo>
                    <a:pt x="941" y="436"/>
                    <a:pt x="983" y="366"/>
                    <a:pt x="953" y="310"/>
                  </a:cubicBezTo>
                  <a:cubicBezTo>
                    <a:pt x="863" y="150"/>
                    <a:pt x="746" y="51"/>
                    <a:pt x="598" y="14"/>
                  </a:cubicBezTo>
                  <a:cubicBezTo>
                    <a:pt x="558" y="5"/>
                    <a:pt x="517" y="1"/>
                    <a:pt x="478" y="1"/>
                  </a:cubicBezTo>
                  <a:close/>
                  <a:moveTo>
                    <a:pt x="877" y="437"/>
                  </a:moveTo>
                  <a:lnTo>
                    <a:pt x="877" y="437"/>
                  </a:lnTo>
                  <a:cubicBezTo>
                    <a:pt x="877" y="437"/>
                    <a:pt x="876" y="437"/>
                    <a:pt x="876" y="437"/>
                  </a:cubicBezTo>
                  <a:lnTo>
                    <a:pt x="879" y="437"/>
                  </a:lnTo>
                  <a:cubicBezTo>
                    <a:pt x="878" y="437"/>
                    <a:pt x="878" y="437"/>
                    <a:pt x="877" y="43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30"/>
            <p:cNvSpPr/>
            <p:nvPr/>
          </p:nvSpPr>
          <p:spPr>
            <a:xfrm>
              <a:off x="6078036" y="2994026"/>
              <a:ext cx="65844" cy="29512"/>
            </a:xfrm>
            <a:custGeom>
              <a:avLst/>
              <a:gdLst/>
              <a:ahLst/>
              <a:cxnLst/>
              <a:rect l="l" t="t" r="r" b="b"/>
              <a:pathLst>
                <a:path w="975" h="437" extrusionOk="0">
                  <a:moveTo>
                    <a:pt x="479" y="0"/>
                  </a:moveTo>
                  <a:cubicBezTo>
                    <a:pt x="267" y="0"/>
                    <a:pt x="87" y="120"/>
                    <a:pt x="77" y="125"/>
                  </a:cubicBezTo>
                  <a:cubicBezTo>
                    <a:pt x="1" y="178"/>
                    <a:pt x="52" y="283"/>
                    <a:pt x="126" y="283"/>
                  </a:cubicBezTo>
                  <a:cubicBezTo>
                    <a:pt x="142" y="283"/>
                    <a:pt x="159" y="278"/>
                    <a:pt x="176" y="267"/>
                  </a:cubicBezTo>
                  <a:cubicBezTo>
                    <a:pt x="178" y="267"/>
                    <a:pt x="324" y="172"/>
                    <a:pt x="482" y="172"/>
                  </a:cubicBezTo>
                  <a:cubicBezTo>
                    <a:pt x="508" y="172"/>
                    <a:pt x="535" y="174"/>
                    <a:pt x="561" y="180"/>
                  </a:cubicBezTo>
                  <a:cubicBezTo>
                    <a:pt x="660" y="205"/>
                    <a:pt x="740" y="276"/>
                    <a:pt x="802" y="390"/>
                  </a:cubicBezTo>
                  <a:cubicBezTo>
                    <a:pt x="817" y="418"/>
                    <a:pt x="848" y="436"/>
                    <a:pt x="879" y="436"/>
                  </a:cubicBezTo>
                  <a:cubicBezTo>
                    <a:pt x="894" y="433"/>
                    <a:pt x="907" y="430"/>
                    <a:pt x="919" y="424"/>
                  </a:cubicBezTo>
                  <a:cubicBezTo>
                    <a:pt x="959" y="403"/>
                    <a:pt x="975" y="350"/>
                    <a:pt x="953" y="310"/>
                  </a:cubicBezTo>
                  <a:cubicBezTo>
                    <a:pt x="867" y="150"/>
                    <a:pt x="746" y="51"/>
                    <a:pt x="598" y="14"/>
                  </a:cubicBezTo>
                  <a:cubicBezTo>
                    <a:pt x="558" y="4"/>
                    <a:pt x="518" y="0"/>
                    <a:pt x="4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0" name="Google Shape;2940;p30"/>
            <p:cNvSpPr/>
            <p:nvPr/>
          </p:nvSpPr>
          <p:spPr>
            <a:xfrm>
              <a:off x="6042244" y="2949252"/>
              <a:ext cx="65844" cy="29512"/>
            </a:xfrm>
            <a:custGeom>
              <a:avLst/>
              <a:gdLst/>
              <a:ahLst/>
              <a:cxnLst/>
              <a:rect l="l" t="t" r="r" b="b"/>
              <a:pathLst>
                <a:path w="975" h="437" extrusionOk="0">
                  <a:moveTo>
                    <a:pt x="478" y="0"/>
                  </a:moveTo>
                  <a:cubicBezTo>
                    <a:pt x="267" y="0"/>
                    <a:pt x="87" y="120"/>
                    <a:pt x="76" y="125"/>
                  </a:cubicBezTo>
                  <a:cubicBezTo>
                    <a:pt x="0" y="178"/>
                    <a:pt x="51" y="283"/>
                    <a:pt x="125" y="283"/>
                  </a:cubicBezTo>
                  <a:cubicBezTo>
                    <a:pt x="141" y="283"/>
                    <a:pt x="158" y="278"/>
                    <a:pt x="175" y="267"/>
                  </a:cubicBezTo>
                  <a:cubicBezTo>
                    <a:pt x="178" y="267"/>
                    <a:pt x="323" y="172"/>
                    <a:pt x="481" y="172"/>
                  </a:cubicBezTo>
                  <a:cubicBezTo>
                    <a:pt x="508" y="172"/>
                    <a:pt x="534" y="174"/>
                    <a:pt x="561" y="180"/>
                  </a:cubicBezTo>
                  <a:cubicBezTo>
                    <a:pt x="659" y="205"/>
                    <a:pt x="740" y="276"/>
                    <a:pt x="801" y="390"/>
                  </a:cubicBezTo>
                  <a:cubicBezTo>
                    <a:pt x="817" y="418"/>
                    <a:pt x="848" y="436"/>
                    <a:pt x="878" y="436"/>
                  </a:cubicBezTo>
                  <a:cubicBezTo>
                    <a:pt x="894" y="436"/>
                    <a:pt x="906" y="430"/>
                    <a:pt x="919" y="424"/>
                  </a:cubicBezTo>
                  <a:cubicBezTo>
                    <a:pt x="959" y="402"/>
                    <a:pt x="974" y="350"/>
                    <a:pt x="952" y="310"/>
                  </a:cubicBezTo>
                  <a:cubicBezTo>
                    <a:pt x="866" y="149"/>
                    <a:pt x="746" y="51"/>
                    <a:pt x="598" y="14"/>
                  </a:cubicBezTo>
                  <a:cubicBezTo>
                    <a:pt x="557" y="4"/>
                    <a:pt x="517" y="0"/>
                    <a:pt x="47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1" name="Google Shape;2941;p30"/>
            <p:cNvSpPr/>
            <p:nvPr/>
          </p:nvSpPr>
          <p:spPr>
            <a:xfrm>
              <a:off x="5993958" y="2992270"/>
              <a:ext cx="65777" cy="29377"/>
            </a:xfrm>
            <a:custGeom>
              <a:avLst/>
              <a:gdLst/>
              <a:ahLst/>
              <a:cxnLst/>
              <a:rect l="l" t="t" r="r" b="b"/>
              <a:pathLst>
                <a:path w="974" h="435" extrusionOk="0">
                  <a:moveTo>
                    <a:pt x="475" y="0"/>
                  </a:moveTo>
                  <a:cubicBezTo>
                    <a:pt x="263" y="0"/>
                    <a:pt x="87" y="119"/>
                    <a:pt x="79" y="126"/>
                  </a:cubicBezTo>
                  <a:cubicBezTo>
                    <a:pt x="0" y="180"/>
                    <a:pt x="51" y="284"/>
                    <a:pt x="126" y="284"/>
                  </a:cubicBezTo>
                  <a:cubicBezTo>
                    <a:pt x="141" y="284"/>
                    <a:pt x="158" y="279"/>
                    <a:pt x="175" y="268"/>
                  </a:cubicBezTo>
                  <a:cubicBezTo>
                    <a:pt x="177" y="266"/>
                    <a:pt x="320" y="172"/>
                    <a:pt x="476" y="172"/>
                  </a:cubicBezTo>
                  <a:cubicBezTo>
                    <a:pt x="504" y="172"/>
                    <a:pt x="532" y="175"/>
                    <a:pt x="560" y="182"/>
                  </a:cubicBezTo>
                  <a:cubicBezTo>
                    <a:pt x="659" y="203"/>
                    <a:pt x="739" y="274"/>
                    <a:pt x="801" y="392"/>
                  </a:cubicBezTo>
                  <a:cubicBezTo>
                    <a:pt x="816" y="419"/>
                    <a:pt x="847" y="435"/>
                    <a:pt x="878" y="435"/>
                  </a:cubicBezTo>
                  <a:cubicBezTo>
                    <a:pt x="893" y="435"/>
                    <a:pt x="906" y="432"/>
                    <a:pt x="918" y="425"/>
                  </a:cubicBezTo>
                  <a:cubicBezTo>
                    <a:pt x="958" y="401"/>
                    <a:pt x="973" y="348"/>
                    <a:pt x="952" y="308"/>
                  </a:cubicBezTo>
                  <a:cubicBezTo>
                    <a:pt x="866" y="148"/>
                    <a:pt x="745" y="49"/>
                    <a:pt x="600" y="15"/>
                  </a:cubicBezTo>
                  <a:cubicBezTo>
                    <a:pt x="558" y="5"/>
                    <a:pt x="516" y="0"/>
                    <a:pt x="47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2" name="Google Shape;2942;p30"/>
            <p:cNvSpPr/>
            <p:nvPr/>
          </p:nvSpPr>
          <p:spPr>
            <a:xfrm>
              <a:off x="5949117" y="2961746"/>
              <a:ext cx="65844" cy="29512"/>
            </a:xfrm>
            <a:custGeom>
              <a:avLst/>
              <a:gdLst/>
              <a:ahLst/>
              <a:cxnLst/>
              <a:rect l="l" t="t" r="r" b="b"/>
              <a:pathLst>
                <a:path w="975" h="437" extrusionOk="0">
                  <a:moveTo>
                    <a:pt x="481" y="0"/>
                  </a:moveTo>
                  <a:cubicBezTo>
                    <a:pt x="267" y="0"/>
                    <a:pt x="87" y="120"/>
                    <a:pt x="77" y="128"/>
                  </a:cubicBezTo>
                  <a:cubicBezTo>
                    <a:pt x="0" y="181"/>
                    <a:pt x="52" y="285"/>
                    <a:pt x="126" y="285"/>
                  </a:cubicBezTo>
                  <a:cubicBezTo>
                    <a:pt x="142" y="285"/>
                    <a:pt x="159" y="281"/>
                    <a:pt x="176" y="270"/>
                  </a:cubicBezTo>
                  <a:cubicBezTo>
                    <a:pt x="178" y="267"/>
                    <a:pt x="324" y="172"/>
                    <a:pt x="482" y="172"/>
                  </a:cubicBezTo>
                  <a:cubicBezTo>
                    <a:pt x="508" y="172"/>
                    <a:pt x="535" y="174"/>
                    <a:pt x="561" y="180"/>
                  </a:cubicBezTo>
                  <a:cubicBezTo>
                    <a:pt x="660" y="205"/>
                    <a:pt x="740" y="276"/>
                    <a:pt x="802" y="390"/>
                  </a:cubicBezTo>
                  <a:cubicBezTo>
                    <a:pt x="817" y="421"/>
                    <a:pt x="848" y="436"/>
                    <a:pt x="879" y="436"/>
                  </a:cubicBezTo>
                  <a:cubicBezTo>
                    <a:pt x="894" y="436"/>
                    <a:pt x="906" y="433"/>
                    <a:pt x="919" y="424"/>
                  </a:cubicBezTo>
                  <a:cubicBezTo>
                    <a:pt x="959" y="402"/>
                    <a:pt x="974" y="350"/>
                    <a:pt x="953" y="310"/>
                  </a:cubicBezTo>
                  <a:cubicBezTo>
                    <a:pt x="866" y="150"/>
                    <a:pt x="746" y="51"/>
                    <a:pt x="601" y="14"/>
                  </a:cubicBezTo>
                  <a:cubicBezTo>
                    <a:pt x="560" y="4"/>
                    <a:pt x="520" y="0"/>
                    <a:pt x="48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3" name="Google Shape;2943;p30"/>
            <p:cNvSpPr/>
            <p:nvPr/>
          </p:nvSpPr>
          <p:spPr>
            <a:xfrm>
              <a:off x="6224920" y="2977886"/>
              <a:ext cx="65777" cy="29444"/>
            </a:xfrm>
            <a:custGeom>
              <a:avLst/>
              <a:gdLst/>
              <a:ahLst/>
              <a:cxnLst/>
              <a:rect l="l" t="t" r="r" b="b"/>
              <a:pathLst>
                <a:path w="974" h="436" extrusionOk="0">
                  <a:moveTo>
                    <a:pt x="475" y="1"/>
                  </a:moveTo>
                  <a:cubicBezTo>
                    <a:pt x="265" y="1"/>
                    <a:pt x="87" y="121"/>
                    <a:pt x="76" y="126"/>
                  </a:cubicBezTo>
                  <a:cubicBezTo>
                    <a:pt x="0" y="180"/>
                    <a:pt x="51" y="285"/>
                    <a:pt x="125" y="285"/>
                  </a:cubicBezTo>
                  <a:cubicBezTo>
                    <a:pt x="141" y="285"/>
                    <a:pt x="158" y="280"/>
                    <a:pt x="175" y="268"/>
                  </a:cubicBezTo>
                  <a:cubicBezTo>
                    <a:pt x="178" y="266"/>
                    <a:pt x="320" y="172"/>
                    <a:pt x="477" y="172"/>
                  </a:cubicBezTo>
                  <a:cubicBezTo>
                    <a:pt x="504" y="172"/>
                    <a:pt x="533" y="175"/>
                    <a:pt x="561" y="182"/>
                  </a:cubicBezTo>
                  <a:cubicBezTo>
                    <a:pt x="656" y="204"/>
                    <a:pt x="740" y="274"/>
                    <a:pt x="801" y="392"/>
                  </a:cubicBezTo>
                  <a:cubicBezTo>
                    <a:pt x="816" y="417"/>
                    <a:pt x="843" y="435"/>
                    <a:pt x="872" y="435"/>
                  </a:cubicBezTo>
                  <a:cubicBezTo>
                    <a:pt x="874" y="435"/>
                    <a:pt x="876" y="435"/>
                    <a:pt x="878" y="435"/>
                  </a:cubicBezTo>
                  <a:cubicBezTo>
                    <a:pt x="891" y="435"/>
                    <a:pt x="906" y="432"/>
                    <a:pt x="915" y="426"/>
                  </a:cubicBezTo>
                  <a:cubicBezTo>
                    <a:pt x="959" y="401"/>
                    <a:pt x="974" y="352"/>
                    <a:pt x="952" y="308"/>
                  </a:cubicBezTo>
                  <a:cubicBezTo>
                    <a:pt x="863" y="148"/>
                    <a:pt x="746" y="49"/>
                    <a:pt x="598" y="15"/>
                  </a:cubicBezTo>
                  <a:cubicBezTo>
                    <a:pt x="556" y="5"/>
                    <a:pt x="515" y="1"/>
                    <a:pt x="4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4" name="Google Shape;2944;p30"/>
            <p:cNvSpPr/>
            <p:nvPr/>
          </p:nvSpPr>
          <p:spPr>
            <a:xfrm>
              <a:off x="6255309" y="3019148"/>
              <a:ext cx="66452" cy="29377"/>
            </a:xfrm>
            <a:custGeom>
              <a:avLst/>
              <a:gdLst/>
              <a:ahLst/>
              <a:cxnLst/>
              <a:rect l="l" t="t" r="r" b="b"/>
              <a:pathLst>
                <a:path w="984" h="435" extrusionOk="0">
                  <a:moveTo>
                    <a:pt x="474" y="0"/>
                  </a:moveTo>
                  <a:cubicBezTo>
                    <a:pt x="264" y="0"/>
                    <a:pt x="87" y="118"/>
                    <a:pt x="77" y="126"/>
                  </a:cubicBezTo>
                  <a:cubicBezTo>
                    <a:pt x="0" y="180"/>
                    <a:pt x="52" y="283"/>
                    <a:pt x="126" y="283"/>
                  </a:cubicBezTo>
                  <a:cubicBezTo>
                    <a:pt x="142" y="283"/>
                    <a:pt x="159" y="279"/>
                    <a:pt x="175" y="268"/>
                  </a:cubicBezTo>
                  <a:cubicBezTo>
                    <a:pt x="178" y="265"/>
                    <a:pt x="321" y="170"/>
                    <a:pt x="481" y="170"/>
                  </a:cubicBezTo>
                  <a:cubicBezTo>
                    <a:pt x="507" y="170"/>
                    <a:pt x="534" y="172"/>
                    <a:pt x="561" y="179"/>
                  </a:cubicBezTo>
                  <a:cubicBezTo>
                    <a:pt x="657" y="203"/>
                    <a:pt x="740" y="274"/>
                    <a:pt x="802" y="391"/>
                  </a:cubicBezTo>
                  <a:cubicBezTo>
                    <a:pt x="817" y="419"/>
                    <a:pt x="847" y="434"/>
                    <a:pt x="877" y="435"/>
                  </a:cubicBezTo>
                  <a:lnTo>
                    <a:pt x="877" y="435"/>
                  </a:lnTo>
                  <a:cubicBezTo>
                    <a:pt x="941" y="433"/>
                    <a:pt x="983" y="366"/>
                    <a:pt x="953" y="308"/>
                  </a:cubicBezTo>
                  <a:cubicBezTo>
                    <a:pt x="866" y="148"/>
                    <a:pt x="746" y="49"/>
                    <a:pt x="598" y="15"/>
                  </a:cubicBezTo>
                  <a:cubicBezTo>
                    <a:pt x="556" y="5"/>
                    <a:pt x="514" y="0"/>
                    <a:pt x="474" y="0"/>
                  </a:cubicBezTo>
                  <a:close/>
                  <a:moveTo>
                    <a:pt x="877" y="435"/>
                  </a:moveTo>
                  <a:lnTo>
                    <a:pt x="877" y="435"/>
                  </a:lnTo>
                  <a:cubicBezTo>
                    <a:pt x="877" y="435"/>
                    <a:pt x="876" y="435"/>
                    <a:pt x="876" y="435"/>
                  </a:cubicBezTo>
                  <a:lnTo>
                    <a:pt x="879" y="435"/>
                  </a:lnTo>
                  <a:cubicBezTo>
                    <a:pt x="878" y="435"/>
                    <a:pt x="878" y="435"/>
                    <a:pt x="877" y="43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5" name="Google Shape;2945;p30"/>
            <p:cNvSpPr/>
            <p:nvPr/>
          </p:nvSpPr>
          <p:spPr>
            <a:xfrm>
              <a:off x="7347514" y="2258056"/>
              <a:ext cx="42951" cy="55647"/>
            </a:xfrm>
            <a:custGeom>
              <a:avLst/>
              <a:gdLst/>
              <a:ahLst/>
              <a:cxnLst/>
              <a:rect l="l" t="t" r="r" b="b"/>
              <a:pathLst>
                <a:path w="636" h="824" extrusionOk="0">
                  <a:moveTo>
                    <a:pt x="94" y="0"/>
                  </a:moveTo>
                  <a:cubicBezTo>
                    <a:pt x="55" y="0"/>
                    <a:pt x="21" y="28"/>
                    <a:pt x="13" y="68"/>
                  </a:cubicBezTo>
                  <a:cubicBezTo>
                    <a:pt x="1" y="114"/>
                    <a:pt x="31" y="160"/>
                    <a:pt x="78" y="169"/>
                  </a:cubicBezTo>
                  <a:cubicBezTo>
                    <a:pt x="78" y="169"/>
                    <a:pt x="309" y="225"/>
                    <a:pt x="405" y="391"/>
                  </a:cubicBezTo>
                  <a:cubicBezTo>
                    <a:pt x="454" y="478"/>
                    <a:pt x="457" y="586"/>
                    <a:pt x="417" y="709"/>
                  </a:cubicBezTo>
                  <a:cubicBezTo>
                    <a:pt x="402" y="755"/>
                    <a:pt x="426" y="802"/>
                    <a:pt x="473" y="817"/>
                  </a:cubicBezTo>
                  <a:cubicBezTo>
                    <a:pt x="479" y="820"/>
                    <a:pt x="488" y="823"/>
                    <a:pt x="497" y="823"/>
                  </a:cubicBezTo>
                  <a:cubicBezTo>
                    <a:pt x="534" y="823"/>
                    <a:pt x="568" y="799"/>
                    <a:pt x="580" y="765"/>
                  </a:cubicBezTo>
                  <a:cubicBezTo>
                    <a:pt x="636" y="589"/>
                    <a:pt x="630" y="435"/>
                    <a:pt x="553" y="305"/>
                  </a:cubicBezTo>
                  <a:cubicBezTo>
                    <a:pt x="420" y="71"/>
                    <a:pt x="127" y="6"/>
                    <a:pt x="115" y="3"/>
                  </a:cubicBezTo>
                  <a:cubicBezTo>
                    <a:pt x="108" y="1"/>
                    <a:pt x="101" y="0"/>
                    <a:pt x="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6" name="Google Shape;2946;p30"/>
            <p:cNvSpPr/>
            <p:nvPr/>
          </p:nvSpPr>
          <p:spPr>
            <a:xfrm>
              <a:off x="7086028" y="2081593"/>
              <a:ext cx="60577" cy="37751"/>
            </a:xfrm>
            <a:custGeom>
              <a:avLst/>
              <a:gdLst/>
              <a:ahLst/>
              <a:cxnLst/>
              <a:rect l="l" t="t" r="r" b="b"/>
              <a:pathLst>
                <a:path w="897" h="559" extrusionOk="0">
                  <a:moveTo>
                    <a:pt x="331" y="1"/>
                  </a:moveTo>
                  <a:cubicBezTo>
                    <a:pt x="204" y="1"/>
                    <a:pt x="105" y="32"/>
                    <a:pt x="97" y="34"/>
                  </a:cubicBezTo>
                  <a:cubicBezTo>
                    <a:pt x="0" y="68"/>
                    <a:pt x="33" y="203"/>
                    <a:pt x="119" y="203"/>
                  </a:cubicBezTo>
                  <a:cubicBezTo>
                    <a:pt x="129" y="203"/>
                    <a:pt x="139" y="201"/>
                    <a:pt x="150" y="198"/>
                  </a:cubicBezTo>
                  <a:cubicBezTo>
                    <a:pt x="152" y="198"/>
                    <a:pt x="233" y="172"/>
                    <a:pt x="333" y="172"/>
                  </a:cubicBezTo>
                  <a:cubicBezTo>
                    <a:pt x="401" y="172"/>
                    <a:pt x="478" y="184"/>
                    <a:pt x="545" y="222"/>
                  </a:cubicBezTo>
                  <a:cubicBezTo>
                    <a:pt x="634" y="272"/>
                    <a:pt x="693" y="364"/>
                    <a:pt x="720" y="491"/>
                  </a:cubicBezTo>
                  <a:cubicBezTo>
                    <a:pt x="727" y="531"/>
                    <a:pt x="764" y="559"/>
                    <a:pt x="804" y="559"/>
                  </a:cubicBezTo>
                  <a:cubicBezTo>
                    <a:pt x="810" y="559"/>
                    <a:pt x="816" y="559"/>
                    <a:pt x="822" y="555"/>
                  </a:cubicBezTo>
                  <a:cubicBezTo>
                    <a:pt x="869" y="546"/>
                    <a:pt x="896" y="500"/>
                    <a:pt x="887" y="454"/>
                  </a:cubicBezTo>
                  <a:cubicBezTo>
                    <a:pt x="847" y="278"/>
                    <a:pt x="761" y="151"/>
                    <a:pt x="628" y="74"/>
                  </a:cubicBezTo>
                  <a:cubicBezTo>
                    <a:pt x="531" y="17"/>
                    <a:pt x="424" y="1"/>
                    <a:pt x="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7" name="Google Shape;2947;p30"/>
            <p:cNvSpPr/>
            <p:nvPr/>
          </p:nvSpPr>
          <p:spPr>
            <a:xfrm>
              <a:off x="7199888" y="2169656"/>
              <a:ext cx="60239" cy="38223"/>
            </a:xfrm>
            <a:custGeom>
              <a:avLst/>
              <a:gdLst/>
              <a:ahLst/>
              <a:cxnLst/>
              <a:rect l="l" t="t" r="r" b="b"/>
              <a:pathLst>
                <a:path w="892" h="566" extrusionOk="0">
                  <a:moveTo>
                    <a:pt x="321" y="1"/>
                  </a:moveTo>
                  <a:cubicBezTo>
                    <a:pt x="201" y="1"/>
                    <a:pt x="109" y="28"/>
                    <a:pt x="102" y="32"/>
                  </a:cubicBezTo>
                  <a:cubicBezTo>
                    <a:pt x="1" y="63"/>
                    <a:pt x="35" y="200"/>
                    <a:pt x="122" y="200"/>
                  </a:cubicBezTo>
                  <a:cubicBezTo>
                    <a:pt x="131" y="200"/>
                    <a:pt x="141" y="198"/>
                    <a:pt x="151" y="195"/>
                  </a:cubicBezTo>
                  <a:cubicBezTo>
                    <a:pt x="153" y="195"/>
                    <a:pt x="230" y="173"/>
                    <a:pt x="326" y="173"/>
                  </a:cubicBezTo>
                  <a:cubicBezTo>
                    <a:pt x="397" y="173"/>
                    <a:pt x="477" y="185"/>
                    <a:pt x="546" y="226"/>
                  </a:cubicBezTo>
                  <a:cubicBezTo>
                    <a:pt x="632" y="279"/>
                    <a:pt x="688" y="368"/>
                    <a:pt x="712" y="498"/>
                  </a:cubicBezTo>
                  <a:cubicBezTo>
                    <a:pt x="722" y="538"/>
                    <a:pt x="756" y="565"/>
                    <a:pt x="799" y="565"/>
                  </a:cubicBezTo>
                  <a:lnTo>
                    <a:pt x="814" y="565"/>
                  </a:lnTo>
                  <a:cubicBezTo>
                    <a:pt x="860" y="556"/>
                    <a:pt x="891" y="510"/>
                    <a:pt x="882" y="464"/>
                  </a:cubicBezTo>
                  <a:cubicBezTo>
                    <a:pt x="845" y="285"/>
                    <a:pt x="762" y="155"/>
                    <a:pt x="632" y="78"/>
                  </a:cubicBezTo>
                  <a:cubicBezTo>
                    <a:pt x="530" y="18"/>
                    <a:pt x="417" y="1"/>
                    <a:pt x="3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8" name="Google Shape;2948;p30"/>
            <p:cNvSpPr/>
            <p:nvPr/>
          </p:nvSpPr>
          <p:spPr>
            <a:xfrm>
              <a:off x="7174090" y="2108336"/>
              <a:ext cx="59969" cy="38088"/>
            </a:xfrm>
            <a:custGeom>
              <a:avLst/>
              <a:gdLst/>
              <a:ahLst/>
              <a:cxnLst/>
              <a:rect l="l" t="t" r="r" b="b"/>
              <a:pathLst>
                <a:path w="888" h="564" extrusionOk="0">
                  <a:moveTo>
                    <a:pt x="323" y="0"/>
                  </a:moveTo>
                  <a:cubicBezTo>
                    <a:pt x="200" y="0"/>
                    <a:pt x="105" y="28"/>
                    <a:pt x="98" y="30"/>
                  </a:cubicBezTo>
                  <a:cubicBezTo>
                    <a:pt x="0" y="61"/>
                    <a:pt x="32" y="198"/>
                    <a:pt x="121" y="198"/>
                  </a:cubicBezTo>
                  <a:cubicBezTo>
                    <a:pt x="130" y="198"/>
                    <a:pt x="140" y="197"/>
                    <a:pt x="151" y="193"/>
                  </a:cubicBezTo>
                  <a:cubicBezTo>
                    <a:pt x="151" y="193"/>
                    <a:pt x="227" y="171"/>
                    <a:pt x="323" y="171"/>
                  </a:cubicBezTo>
                  <a:cubicBezTo>
                    <a:pt x="393" y="171"/>
                    <a:pt x="473" y="183"/>
                    <a:pt x="542" y="224"/>
                  </a:cubicBezTo>
                  <a:cubicBezTo>
                    <a:pt x="629" y="274"/>
                    <a:pt x="687" y="366"/>
                    <a:pt x="712" y="496"/>
                  </a:cubicBezTo>
                  <a:cubicBezTo>
                    <a:pt x="721" y="536"/>
                    <a:pt x="755" y="564"/>
                    <a:pt x="795" y="564"/>
                  </a:cubicBezTo>
                  <a:lnTo>
                    <a:pt x="814" y="564"/>
                  </a:lnTo>
                  <a:cubicBezTo>
                    <a:pt x="860" y="554"/>
                    <a:pt x="888" y="508"/>
                    <a:pt x="882" y="462"/>
                  </a:cubicBezTo>
                  <a:cubicBezTo>
                    <a:pt x="845" y="286"/>
                    <a:pt x="761" y="153"/>
                    <a:pt x="632" y="76"/>
                  </a:cubicBezTo>
                  <a:cubicBezTo>
                    <a:pt x="531" y="17"/>
                    <a:pt x="419" y="0"/>
                    <a:pt x="3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9" name="Google Shape;2949;p30"/>
            <p:cNvSpPr/>
            <p:nvPr/>
          </p:nvSpPr>
          <p:spPr>
            <a:xfrm>
              <a:off x="7132017" y="2129339"/>
              <a:ext cx="59969" cy="38156"/>
            </a:xfrm>
            <a:custGeom>
              <a:avLst/>
              <a:gdLst/>
              <a:ahLst/>
              <a:cxnLst/>
              <a:rect l="l" t="t" r="r" b="b"/>
              <a:pathLst>
                <a:path w="888" h="565" extrusionOk="0">
                  <a:moveTo>
                    <a:pt x="323" y="1"/>
                  </a:moveTo>
                  <a:cubicBezTo>
                    <a:pt x="200" y="1"/>
                    <a:pt x="105" y="29"/>
                    <a:pt x="98" y="30"/>
                  </a:cubicBezTo>
                  <a:cubicBezTo>
                    <a:pt x="0" y="61"/>
                    <a:pt x="32" y="199"/>
                    <a:pt x="121" y="199"/>
                  </a:cubicBezTo>
                  <a:cubicBezTo>
                    <a:pt x="130" y="199"/>
                    <a:pt x="140" y="197"/>
                    <a:pt x="151" y="194"/>
                  </a:cubicBezTo>
                  <a:cubicBezTo>
                    <a:pt x="151" y="194"/>
                    <a:pt x="227" y="171"/>
                    <a:pt x="323" y="171"/>
                  </a:cubicBezTo>
                  <a:cubicBezTo>
                    <a:pt x="393" y="171"/>
                    <a:pt x="473" y="183"/>
                    <a:pt x="542" y="225"/>
                  </a:cubicBezTo>
                  <a:cubicBezTo>
                    <a:pt x="629" y="274"/>
                    <a:pt x="687" y="367"/>
                    <a:pt x="712" y="496"/>
                  </a:cubicBezTo>
                  <a:cubicBezTo>
                    <a:pt x="718" y="536"/>
                    <a:pt x="755" y="564"/>
                    <a:pt x="795" y="564"/>
                  </a:cubicBezTo>
                  <a:lnTo>
                    <a:pt x="814" y="564"/>
                  </a:lnTo>
                  <a:cubicBezTo>
                    <a:pt x="860" y="555"/>
                    <a:pt x="888" y="509"/>
                    <a:pt x="878" y="462"/>
                  </a:cubicBezTo>
                  <a:cubicBezTo>
                    <a:pt x="844" y="286"/>
                    <a:pt x="761" y="154"/>
                    <a:pt x="629" y="77"/>
                  </a:cubicBezTo>
                  <a:cubicBezTo>
                    <a:pt x="529" y="17"/>
                    <a:pt x="418" y="1"/>
                    <a:pt x="3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0" name="Google Shape;2950;p30"/>
            <p:cNvSpPr/>
            <p:nvPr/>
          </p:nvSpPr>
          <p:spPr>
            <a:xfrm>
              <a:off x="5286960" y="2590654"/>
              <a:ext cx="182270" cy="54431"/>
            </a:xfrm>
            <a:custGeom>
              <a:avLst/>
              <a:gdLst/>
              <a:ahLst/>
              <a:cxnLst/>
              <a:rect l="l" t="t" r="r" b="b"/>
              <a:pathLst>
                <a:path w="2699" h="806" extrusionOk="0">
                  <a:moveTo>
                    <a:pt x="2584" y="0"/>
                  </a:moveTo>
                  <a:cubicBezTo>
                    <a:pt x="2523" y="0"/>
                    <a:pt x="1113" y="6"/>
                    <a:pt x="74" y="648"/>
                  </a:cubicBezTo>
                  <a:cubicBezTo>
                    <a:pt x="1" y="691"/>
                    <a:pt x="30" y="805"/>
                    <a:pt x="114" y="805"/>
                  </a:cubicBezTo>
                  <a:cubicBezTo>
                    <a:pt x="115" y="805"/>
                    <a:pt x="116" y="805"/>
                    <a:pt x="117" y="805"/>
                  </a:cubicBezTo>
                  <a:cubicBezTo>
                    <a:pt x="132" y="805"/>
                    <a:pt x="151" y="802"/>
                    <a:pt x="163" y="793"/>
                  </a:cubicBezTo>
                  <a:cubicBezTo>
                    <a:pt x="1163" y="179"/>
                    <a:pt x="2569" y="170"/>
                    <a:pt x="2584" y="170"/>
                  </a:cubicBezTo>
                  <a:cubicBezTo>
                    <a:pt x="2699" y="170"/>
                    <a:pt x="2699" y="0"/>
                    <a:pt x="25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1" name="Google Shape;2951;p30"/>
            <p:cNvSpPr/>
            <p:nvPr/>
          </p:nvSpPr>
          <p:spPr>
            <a:xfrm>
              <a:off x="6602900" y="1815380"/>
              <a:ext cx="42748" cy="36738"/>
            </a:xfrm>
            <a:custGeom>
              <a:avLst/>
              <a:gdLst/>
              <a:ahLst/>
              <a:cxnLst/>
              <a:rect l="l" t="t" r="r" b="b"/>
              <a:pathLst>
                <a:path w="633" h="544" extrusionOk="0">
                  <a:moveTo>
                    <a:pt x="115" y="0"/>
                  </a:moveTo>
                  <a:cubicBezTo>
                    <a:pt x="9" y="0"/>
                    <a:pt x="0" y="161"/>
                    <a:pt x="111" y="170"/>
                  </a:cubicBezTo>
                  <a:cubicBezTo>
                    <a:pt x="127" y="173"/>
                    <a:pt x="417" y="201"/>
                    <a:pt x="460" y="469"/>
                  </a:cubicBezTo>
                  <a:cubicBezTo>
                    <a:pt x="466" y="513"/>
                    <a:pt x="500" y="543"/>
                    <a:pt x="543" y="543"/>
                  </a:cubicBezTo>
                  <a:cubicBezTo>
                    <a:pt x="546" y="543"/>
                    <a:pt x="549" y="540"/>
                    <a:pt x="555" y="540"/>
                  </a:cubicBezTo>
                  <a:cubicBezTo>
                    <a:pt x="602" y="534"/>
                    <a:pt x="633" y="491"/>
                    <a:pt x="626" y="445"/>
                  </a:cubicBezTo>
                  <a:cubicBezTo>
                    <a:pt x="577" y="118"/>
                    <a:pt x="278" y="10"/>
                    <a:pt x="124" y="1"/>
                  </a:cubicBezTo>
                  <a:cubicBezTo>
                    <a:pt x="121" y="0"/>
                    <a:pt x="118" y="0"/>
                    <a:pt x="1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2" name="Google Shape;2952;p30"/>
            <p:cNvSpPr/>
            <p:nvPr/>
          </p:nvSpPr>
          <p:spPr>
            <a:xfrm>
              <a:off x="6606411" y="1858263"/>
              <a:ext cx="42748" cy="36738"/>
            </a:xfrm>
            <a:custGeom>
              <a:avLst/>
              <a:gdLst/>
              <a:ahLst/>
              <a:cxnLst/>
              <a:rect l="l" t="t" r="r" b="b"/>
              <a:pathLst>
                <a:path w="633" h="544" extrusionOk="0">
                  <a:moveTo>
                    <a:pt x="115" y="1"/>
                  </a:moveTo>
                  <a:cubicBezTo>
                    <a:pt x="9" y="1"/>
                    <a:pt x="1" y="165"/>
                    <a:pt x="112" y="174"/>
                  </a:cubicBezTo>
                  <a:cubicBezTo>
                    <a:pt x="124" y="174"/>
                    <a:pt x="417" y="201"/>
                    <a:pt x="457" y="470"/>
                  </a:cubicBezTo>
                  <a:cubicBezTo>
                    <a:pt x="463" y="513"/>
                    <a:pt x="500" y="544"/>
                    <a:pt x="544" y="544"/>
                  </a:cubicBezTo>
                  <a:lnTo>
                    <a:pt x="553" y="544"/>
                  </a:lnTo>
                  <a:cubicBezTo>
                    <a:pt x="599" y="535"/>
                    <a:pt x="633" y="491"/>
                    <a:pt x="624" y="445"/>
                  </a:cubicBezTo>
                  <a:cubicBezTo>
                    <a:pt x="577" y="118"/>
                    <a:pt x="275" y="13"/>
                    <a:pt x="124" y="1"/>
                  </a:cubicBezTo>
                  <a:cubicBezTo>
                    <a:pt x="121" y="1"/>
                    <a:pt x="118" y="1"/>
                    <a:pt x="1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3" name="Google Shape;2953;p30"/>
            <p:cNvSpPr/>
            <p:nvPr/>
          </p:nvSpPr>
          <p:spPr>
            <a:xfrm>
              <a:off x="6647674" y="1852860"/>
              <a:ext cx="42545" cy="36738"/>
            </a:xfrm>
            <a:custGeom>
              <a:avLst/>
              <a:gdLst/>
              <a:ahLst/>
              <a:cxnLst/>
              <a:rect l="l" t="t" r="r" b="b"/>
              <a:pathLst>
                <a:path w="630" h="544" extrusionOk="0">
                  <a:moveTo>
                    <a:pt x="115" y="0"/>
                  </a:moveTo>
                  <a:cubicBezTo>
                    <a:pt x="9" y="0"/>
                    <a:pt x="0" y="164"/>
                    <a:pt x="111" y="174"/>
                  </a:cubicBezTo>
                  <a:cubicBezTo>
                    <a:pt x="124" y="174"/>
                    <a:pt x="414" y="201"/>
                    <a:pt x="457" y="470"/>
                  </a:cubicBezTo>
                  <a:cubicBezTo>
                    <a:pt x="463" y="513"/>
                    <a:pt x="500" y="544"/>
                    <a:pt x="540" y="544"/>
                  </a:cubicBezTo>
                  <a:lnTo>
                    <a:pt x="552" y="544"/>
                  </a:lnTo>
                  <a:cubicBezTo>
                    <a:pt x="599" y="534"/>
                    <a:pt x="630" y="491"/>
                    <a:pt x="623" y="445"/>
                  </a:cubicBezTo>
                  <a:cubicBezTo>
                    <a:pt x="574" y="118"/>
                    <a:pt x="275" y="13"/>
                    <a:pt x="124" y="1"/>
                  </a:cubicBezTo>
                  <a:cubicBezTo>
                    <a:pt x="121" y="1"/>
                    <a:pt x="118" y="0"/>
                    <a:pt x="1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4" name="Google Shape;2954;p30"/>
            <p:cNvSpPr/>
            <p:nvPr/>
          </p:nvSpPr>
          <p:spPr>
            <a:xfrm>
              <a:off x="6660100" y="1892232"/>
              <a:ext cx="42816" cy="36738"/>
            </a:xfrm>
            <a:custGeom>
              <a:avLst/>
              <a:gdLst/>
              <a:ahLst/>
              <a:cxnLst/>
              <a:rect l="l" t="t" r="r" b="b"/>
              <a:pathLst>
                <a:path w="634" h="544" extrusionOk="0">
                  <a:moveTo>
                    <a:pt x="119" y="1"/>
                  </a:moveTo>
                  <a:cubicBezTo>
                    <a:pt x="10" y="1"/>
                    <a:pt x="0" y="164"/>
                    <a:pt x="113" y="173"/>
                  </a:cubicBezTo>
                  <a:cubicBezTo>
                    <a:pt x="128" y="173"/>
                    <a:pt x="418" y="201"/>
                    <a:pt x="461" y="473"/>
                  </a:cubicBezTo>
                  <a:cubicBezTo>
                    <a:pt x="467" y="513"/>
                    <a:pt x="501" y="544"/>
                    <a:pt x="544" y="544"/>
                  </a:cubicBezTo>
                  <a:lnTo>
                    <a:pt x="554" y="544"/>
                  </a:lnTo>
                  <a:cubicBezTo>
                    <a:pt x="603" y="537"/>
                    <a:pt x="634" y="491"/>
                    <a:pt x="628" y="445"/>
                  </a:cubicBezTo>
                  <a:cubicBezTo>
                    <a:pt x="578" y="118"/>
                    <a:pt x="279" y="13"/>
                    <a:pt x="125" y="1"/>
                  </a:cubicBezTo>
                  <a:cubicBezTo>
                    <a:pt x="123" y="1"/>
                    <a:pt x="121" y="1"/>
                    <a:pt x="11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5" name="Google Shape;2955;p30"/>
            <p:cNvSpPr/>
            <p:nvPr/>
          </p:nvSpPr>
          <p:spPr>
            <a:xfrm>
              <a:off x="6558328" y="1815380"/>
              <a:ext cx="40655" cy="36738"/>
            </a:xfrm>
            <a:custGeom>
              <a:avLst/>
              <a:gdLst/>
              <a:ahLst/>
              <a:cxnLst/>
              <a:rect l="l" t="t" r="r" b="b"/>
              <a:pathLst>
                <a:path w="602" h="544" extrusionOk="0">
                  <a:moveTo>
                    <a:pt x="90" y="0"/>
                  </a:moveTo>
                  <a:cubicBezTo>
                    <a:pt x="43" y="0"/>
                    <a:pt x="6" y="33"/>
                    <a:pt x="3" y="78"/>
                  </a:cubicBezTo>
                  <a:cubicBezTo>
                    <a:pt x="0" y="124"/>
                    <a:pt x="34" y="167"/>
                    <a:pt x="80" y="170"/>
                  </a:cubicBezTo>
                  <a:cubicBezTo>
                    <a:pt x="93" y="173"/>
                    <a:pt x="386" y="201"/>
                    <a:pt x="429" y="469"/>
                  </a:cubicBezTo>
                  <a:cubicBezTo>
                    <a:pt x="435" y="513"/>
                    <a:pt x="469" y="543"/>
                    <a:pt x="512" y="543"/>
                  </a:cubicBezTo>
                  <a:lnTo>
                    <a:pt x="525" y="540"/>
                  </a:lnTo>
                  <a:cubicBezTo>
                    <a:pt x="571" y="534"/>
                    <a:pt x="602" y="491"/>
                    <a:pt x="596" y="445"/>
                  </a:cubicBezTo>
                  <a:cubicBezTo>
                    <a:pt x="546" y="118"/>
                    <a:pt x="250" y="10"/>
                    <a:pt x="96" y="1"/>
                  </a:cubicBezTo>
                  <a:cubicBezTo>
                    <a:pt x="94" y="0"/>
                    <a:pt x="92" y="0"/>
                    <a:pt x="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6" name="Google Shape;2956;p30"/>
            <p:cNvSpPr/>
            <p:nvPr/>
          </p:nvSpPr>
          <p:spPr>
            <a:xfrm>
              <a:off x="5589370" y="2199978"/>
              <a:ext cx="32956" cy="45990"/>
            </a:xfrm>
            <a:custGeom>
              <a:avLst/>
              <a:gdLst/>
              <a:ahLst/>
              <a:cxnLst/>
              <a:rect l="l" t="t" r="r" b="b"/>
              <a:pathLst>
                <a:path w="488" h="681" extrusionOk="0">
                  <a:moveTo>
                    <a:pt x="363" y="1"/>
                  </a:moveTo>
                  <a:cubicBezTo>
                    <a:pt x="352" y="1"/>
                    <a:pt x="340" y="3"/>
                    <a:pt x="327" y="8"/>
                  </a:cubicBezTo>
                  <a:cubicBezTo>
                    <a:pt x="25" y="141"/>
                    <a:pt x="0" y="462"/>
                    <a:pt x="28" y="610"/>
                  </a:cubicBezTo>
                  <a:cubicBezTo>
                    <a:pt x="37" y="650"/>
                    <a:pt x="71" y="681"/>
                    <a:pt x="114" y="681"/>
                  </a:cubicBezTo>
                  <a:cubicBezTo>
                    <a:pt x="117" y="681"/>
                    <a:pt x="124" y="678"/>
                    <a:pt x="130" y="678"/>
                  </a:cubicBezTo>
                  <a:cubicBezTo>
                    <a:pt x="176" y="668"/>
                    <a:pt x="207" y="625"/>
                    <a:pt x="198" y="579"/>
                  </a:cubicBezTo>
                  <a:cubicBezTo>
                    <a:pt x="194" y="567"/>
                    <a:pt x="145" y="277"/>
                    <a:pt x="395" y="166"/>
                  </a:cubicBezTo>
                  <a:cubicBezTo>
                    <a:pt x="487" y="125"/>
                    <a:pt x="446" y="1"/>
                    <a:pt x="3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7" name="Google Shape;2957;p30"/>
            <p:cNvSpPr/>
            <p:nvPr/>
          </p:nvSpPr>
          <p:spPr>
            <a:xfrm>
              <a:off x="5629958" y="2185594"/>
              <a:ext cx="32956" cy="45787"/>
            </a:xfrm>
            <a:custGeom>
              <a:avLst/>
              <a:gdLst/>
              <a:ahLst/>
              <a:cxnLst/>
              <a:rect l="l" t="t" r="r" b="b"/>
              <a:pathLst>
                <a:path w="488" h="678" extrusionOk="0">
                  <a:moveTo>
                    <a:pt x="365" y="0"/>
                  </a:moveTo>
                  <a:cubicBezTo>
                    <a:pt x="353" y="0"/>
                    <a:pt x="341" y="3"/>
                    <a:pt x="328" y="9"/>
                  </a:cubicBezTo>
                  <a:cubicBezTo>
                    <a:pt x="25" y="141"/>
                    <a:pt x="1" y="459"/>
                    <a:pt x="28" y="607"/>
                  </a:cubicBezTo>
                  <a:cubicBezTo>
                    <a:pt x="38" y="647"/>
                    <a:pt x="72" y="678"/>
                    <a:pt x="112" y="678"/>
                  </a:cubicBezTo>
                  <a:cubicBezTo>
                    <a:pt x="118" y="678"/>
                    <a:pt x="124" y="678"/>
                    <a:pt x="130" y="675"/>
                  </a:cubicBezTo>
                  <a:cubicBezTo>
                    <a:pt x="176" y="666"/>
                    <a:pt x="204" y="622"/>
                    <a:pt x="198" y="576"/>
                  </a:cubicBezTo>
                  <a:cubicBezTo>
                    <a:pt x="195" y="564"/>
                    <a:pt x="146" y="274"/>
                    <a:pt x="395" y="166"/>
                  </a:cubicBezTo>
                  <a:cubicBezTo>
                    <a:pt x="487" y="125"/>
                    <a:pt x="447" y="0"/>
                    <a:pt x="3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30"/>
            <p:cNvSpPr/>
            <p:nvPr/>
          </p:nvSpPr>
          <p:spPr>
            <a:xfrm>
              <a:off x="5614155" y="2147100"/>
              <a:ext cx="32956" cy="45990"/>
            </a:xfrm>
            <a:custGeom>
              <a:avLst/>
              <a:gdLst/>
              <a:ahLst/>
              <a:cxnLst/>
              <a:rect l="l" t="t" r="r" b="b"/>
              <a:pathLst>
                <a:path w="488" h="681" extrusionOk="0">
                  <a:moveTo>
                    <a:pt x="363" y="0"/>
                  </a:moveTo>
                  <a:cubicBezTo>
                    <a:pt x="352" y="0"/>
                    <a:pt x="340" y="3"/>
                    <a:pt x="327" y="8"/>
                  </a:cubicBezTo>
                  <a:cubicBezTo>
                    <a:pt x="25" y="141"/>
                    <a:pt x="0" y="458"/>
                    <a:pt x="28" y="609"/>
                  </a:cubicBezTo>
                  <a:cubicBezTo>
                    <a:pt x="37" y="650"/>
                    <a:pt x="71" y="680"/>
                    <a:pt x="114" y="680"/>
                  </a:cubicBezTo>
                  <a:cubicBezTo>
                    <a:pt x="117" y="677"/>
                    <a:pt x="124" y="677"/>
                    <a:pt x="130" y="677"/>
                  </a:cubicBezTo>
                  <a:cubicBezTo>
                    <a:pt x="176" y="668"/>
                    <a:pt x="204" y="625"/>
                    <a:pt x="198" y="579"/>
                  </a:cubicBezTo>
                  <a:cubicBezTo>
                    <a:pt x="194" y="566"/>
                    <a:pt x="145" y="276"/>
                    <a:pt x="395" y="165"/>
                  </a:cubicBezTo>
                  <a:cubicBezTo>
                    <a:pt x="487" y="125"/>
                    <a:pt x="446" y="0"/>
                    <a:pt x="3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30"/>
            <p:cNvSpPr/>
            <p:nvPr/>
          </p:nvSpPr>
          <p:spPr>
            <a:xfrm>
              <a:off x="5648934" y="2124949"/>
              <a:ext cx="33091" cy="45855"/>
            </a:xfrm>
            <a:custGeom>
              <a:avLst/>
              <a:gdLst/>
              <a:ahLst/>
              <a:cxnLst/>
              <a:rect l="l" t="t" r="r" b="b"/>
              <a:pathLst>
                <a:path w="490" h="679" extrusionOk="0">
                  <a:moveTo>
                    <a:pt x="365" y="1"/>
                  </a:moveTo>
                  <a:cubicBezTo>
                    <a:pt x="353" y="1"/>
                    <a:pt x="340" y="3"/>
                    <a:pt x="327" y="9"/>
                  </a:cubicBezTo>
                  <a:cubicBezTo>
                    <a:pt x="25" y="142"/>
                    <a:pt x="0" y="459"/>
                    <a:pt x="28" y="611"/>
                  </a:cubicBezTo>
                  <a:cubicBezTo>
                    <a:pt x="37" y="651"/>
                    <a:pt x="71" y="678"/>
                    <a:pt x="114" y="678"/>
                  </a:cubicBezTo>
                  <a:lnTo>
                    <a:pt x="130" y="678"/>
                  </a:lnTo>
                  <a:cubicBezTo>
                    <a:pt x="176" y="669"/>
                    <a:pt x="207" y="623"/>
                    <a:pt x="198" y="577"/>
                  </a:cubicBezTo>
                  <a:cubicBezTo>
                    <a:pt x="195" y="564"/>
                    <a:pt x="145" y="277"/>
                    <a:pt x="398" y="166"/>
                  </a:cubicBezTo>
                  <a:cubicBezTo>
                    <a:pt x="490" y="126"/>
                    <a:pt x="447" y="1"/>
                    <a:pt x="3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30"/>
            <p:cNvSpPr/>
            <p:nvPr/>
          </p:nvSpPr>
          <p:spPr>
            <a:xfrm>
              <a:off x="5601459" y="2245157"/>
              <a:ext cx="32888" cy="45855"/>
            </a:xfrm>
            <a:custGeom>
              <a:avLst/>
              <a:gdLst/>
              <a:ahLst/>
              <a:cxnLst/>
              <a:rect l="l" t="t" r="r" b="b"/>
              <a:pathLst>
                <a:path w="487" h="679" extrusionOk="0">
                  <a:moveTo>
                    <a:pt x="365" y="0"/>
                  </a:moveTo>
                  <a:cubicBezTo>
                    <a:pt x="353" y="0"/>
                    <a:pt x="340" y="3"/>
                    <a:pt x="327" y="9"/>
                  </a:cubicBezTo>
                  <a:cubicBezTo>
                    <a:pt x="25" y="141"/>
                    <a:pt x="0" y="456"/>
                    <a:pt x="28" y="607"/>
                  </a:cubicBezTo>
                  <a:cubicBezTo>
                    <a:pt x="34" y="647"/>
                    <a:pt x="71" y="678"/>
                    <a:pt x="111" y="678"/>
                  </a:cubicBezTo>
                  <a:cubicBezTo>
                    <a:pt x="117" y="678"/>
                    <a:pt x="123" y="675"/>
                    <a:pt x="126" y="675"/>
                  </a:cubicBezTo>
                  <a:cubicBezTo>
                    <a:pt x="173" y="666"/>
                    <a:pt x="204" y="623"/>
                    <a:pt x="197" y="576"/>
                  </a:cubicBezTo>
                  <a:cubicBezTo>
                    <a:pt x="194" y="564"/>
                    <a:pt x="145" y="274"/>
                    <a:pt x="395" y="163"/>
                  </a:cubicBezTo>
                  <a:cubicBezTo>
                    <a:pt x="486" y="123"/>
                    <a:pt x="446" y="0"/>
                    <a:pt x="3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61" name="Google Shape;2961;p30"/>
          <p:cNvSpPr/>
          <p:nvPr/>
        </p:nvSpPr>
        <p:spPr>
          <a:xfrm rot="-5594267">
            <a:off x="1845113" y="253422"/>
            <a:ext cx="82879" cy="75565"/>
          </a:xfrm>
          <a:custGeom>
            <a:avLst/>
            <a:gdLst/>
            <a:ahLst/>
            <a:cxnLst/>
            <a:rect l="l" t="t" r="r" b="b"/>
            <a:pathLst>
              <a:path w="1303" h="1188" extrusionOk="0">
                <a:moveTo>
                  <a:pt x="710" y="173"/>
                </a:moveTo>
                <a:cubicBezTo>
                  <a:pt x="941" y="173"/>
                  <a:pt x="1129" y="364"/>
                  <a:pt x="1129" y="595"/>
                </a:cubicBezTo>
                <a:cubicBezTo>
                  <a:pt x="1126" y="827"/>
                  <a:pt x="938" y="1012"/>
                  <a:pt x="707" y="1015"/>
                </a:cubicBezTo>
                <a:cubicBezTo>
                  <a:pt x="476" y="1015"/>
                  <a:pt x="287" y="823"/>
                  <a:pt x="287" y="592"/>
                </a:cubicBezTo>
                <a:cubicBezTo>
                  <a:pt x="287" y="358"/>
                  <a:pt x="479" y="173"/>
                  <a:pt x="710" y="173"/>
                </a:cubicBezTo>
                <a:close/>
                <a:moveTo>
                  <a:pt x="712" y="1"/>
                </a:moveTo>
                <a:cubicBezTo>
                  <a:pt x="485" y="1"/>
                  <a:pt x="263" y="130"/>
                  <a:pt x="164" y="364"/>
                </a:cubicBezTo>
                <a:cubicBezTo>
                  <a:pt x="1" y="752"/>
                  <a:pt x="284" y="1184"/>
                  <a:pt x="707" y="1187"/>
                </a:cubicBezTo>
                <a:lnTo>
                  <a:pt x="710" y="1187"/>
                </a:lnTo>
                <a:cubicBezTo>
                  <a:pt x="1034" y="1187"/>
                  <a:pt x="1299" y="922"/>
                  <a:pt x="1302" y="595"/>
                </a:cubicBezTo>
                <a:cubicBezTo>
                  <a:pt x="1302" y="438"/>
                  <a:pt x="1240" y="287"/>
                  <a:pt x="1129" y="176"/>
                </a:cubicBezTo>
                <a:cubicBezTo>
                  <a:pt x="1012" y="57"/>
                  <a:pt x="861" y="1"/>
                  <a:pt x="7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Cat Day Minitheme by Slidesgo">
  <a:themeElements>
    <a:clrScheme name="Simple Light">
      <a:dk1>
        <a:srgbClr val="77ACB7"/>
      </a:dk1>
      <a:lt1>
        <a:srgbClr val="352C39"/>
      </a:lt1>
      <a:dk2>
        <a:srgbClr val="FFFBFB"/>
      </a:dk2>
      <a:lt2>
        <a:srgbClr val="FFF0E1"/>
      </a:lt2>
      <a:accent1>
        <a:srgbClr val="FFEAAA"/>
      </a:accent1>
      <a:accent2>
        <a:srgbClr val="F3A5A5"/>
      </a:accent2>
      <a:accent3>
        <a:srgbClr val="D7EDF1"/>
      </a:accent3>
      <a:accent4>
        <a:srgbClr val="B6B7A9"/>
      </a:accent4>
      <a:accent5>
        <a:srgbClr val="D07F23"/>
      </a:accent5>
      <a:accent6>
        <a:srgbClr val="DFB291"/>
      </a:accent6>
      <a:hlink>
        <a:srgbClr val="352C3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285</Words>
  <Application>Microsoft Office PowerPoint</Application>
  <PresentationFormat>On-screen Show (16:9)</PresentationFormat>
  <Paragraphs>32</Paragraphs>
  <Slides>9</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Montserrat</vt:lpstr>
      <vt:lpstr>Fredoka One</vt:lpstr>
      <vt:lpstr>Inter</vt:lpstr>
      <vt:lpstr>Source Sans Pro</vt:lpstr>
      <vt:lpstr>Arial</vt:lpstr>
      <vt:lpstr>Cat Day Minitheme by Slidesgo</vt:lpstr>
      <vt:lpstr>Pet Feeder</vt:lpstr>
      <vt:lpstr>What it does?</vt:lpstr>
      <vt:lpstr>Components</vt:lpstr>
      <vt:lpstr>A picture is worth a thousand words</vt:lpstr>
      <vt:lpstr>LED’s setup</vt:lpstr>
      <vt:lpstr>Ultrasonic Sensor’s Setup</vt:lpstr>
      <vt:lpstr>Main Loop</vt:lpstr>
      <vt:lpstr>Conclusions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Cristina Michliuc</dc:creator>
  <cp:lastModifiedBy>Cristina Daniela Michliuc</cp:lastModifiedBy>
  <cp:revision>1</cp:revision>
  <dcterms:modified xsi:type="dcterms:W3CDTF">2025-01-15T17:03:01Z</dcterms:modified>
</cp:coreProperties>
</file>